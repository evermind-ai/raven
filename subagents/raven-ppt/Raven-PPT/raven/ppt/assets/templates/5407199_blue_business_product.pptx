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86" r:id="rId5"/>
    <p:sldId id="288" r:id="rId6"/>
    <p:sldId id="282" r:id="rId7"/>
    <p:sldId id="289" r:id="rId8"/>
    <p:sldId id="287" r:id="rId9"/>
    <p:sldId id="291" r:id="rId10"/>
    <p:sldId id="290" r:id="rId11"/>
    <p:sldId id="281" r:id="rId12"/>
    <p:sldId id="292" r:id="R321c86fc69d24498"/>
    <p:sldId id="293" r:id="R382898657c07471e"/>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994E2"/>
    <a:srgbClr val="1064A5"/>
    <a:srgbClr val="1364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72" autoAdjust="0"/>
    <p:restoredTop sz="86483" autoAdjust="0"/>
  </p:normalViewPr>
  <p:slideViewPr>
    <p:cSldViewPr snapToGrid="0" showGuides="1">
      <p:cViewPr varScale="1">
        <p:scale>
          <a:sx n="155" d="100"/>
          <a:sy n="155" d="100"/>
        </p:scale>
        <p:origin x="96" y="1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notesMaster" Target="notesMasters/notesMaster1.xml" Id="rId13" /><Relationship Type="http://schemas.openxmlformats.org/officeDocument/2006/relationships/tableStyles" Target="tableStyle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theme" Target="theme/theme1.xml" Id="rId17" /><Relationship Type="http://schemas.openxmlformats.org/officeDocument/2006/relationships/slide" Target="slides/slide1.xml" Id="rId2" /><Relationship Type="http://schemas.openxmlformats.org/officeDocument/2006/relationships/viewProps" Target="viewProps.xml" Id="rId16"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presProps" Target="presProp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ags" Target="tags/tag1.xml" Id="rId14" /><Relationship Type="http://schemas.openxmlformats.org/officeDocument/2006/relationships/slide" Target="/ppt/slides/slide12.xml" Id="R321c86fc69d24498" /><Relationship Type="http://schemas.openxmlformats.org/officeDocument/2006/relationships/slide" Target="/ppt/slides/slide13.xml" Id="R382898657c07471e"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53D5B1-A425-4BEC-A170-97275945ACFB}" type="datetimeFigureOut">
              <a:rPr lang="zh-CN" altLang="en-US" smtClean="0"/>
              <a:t>2026/6/30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5C1020-24B6-4229-B245-EC4CD3695204}" type="slidenum">
              <a:rPr lang="zh-CN" altLang="en-US" smtClean="0"/>
              <a:t>‹#›</a:t>
            </a:fld>
            <a:endParaRPr lang="zh-CN" altLang="en-US"/>
          </a:p>
        </p:txBody>
      </p:sp>
    </p:spTree>
    <p:extLst>
      <p:ext uri="{BB962C8B-B14F-4D97-AF65-F5344CB8AC3E}">
        <p14:creationId xmlns:p14="http://schemas.microsoft.com/office/powerpoint/2010/main" val="2801578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55C1020-24B6-4229-B245-EC4CD3695204}" type="slidenum">
              <a:rPr lang="zh-CN" altLang="en-US" smtClean="0"/>
              <a:t>2</a:t>
            </a:fld>
            <a:endParaRPr lang="zh-CN" altLang="en-US"/>
          </a:p>
        </p:txBody>
      </p:sp>
    </p:spTree>
    <p:extLst>
      <p:ext uri="{BB962C8B-B14F-4D97-AF65-F5344CB8AC3E}">
        <p14:creationId xmlns:p14="http://schemas.microsoft.com/office/powerpoint/2010/main" val="3302794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55C1020-24B6-4229-B245-EC4CD3695204}" type="slidenum">
              <a:rPr lang="zh-CN" altLang="en-US" smtClean="0"/>
              <a:t>4</a:t>
            </a:fld>
            <a:endParaRPr lang="zh-CN" altLang="en-US"/>
          </a:p>
        </p:txBody>
      </p:sp>
    </p:spTree>
    <p:extLst>
      <p:ext uri="{BB962C8B-B14F-4D97-AF65-F5344CB8AC3E}">
        <p14:creationId xmlns:p14="http://schemas.microsoft.com/office/powerpoint/2010/main" val="775014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55C1020-24B6-4229-B245-EC4CD3695204}" type="slidenum">
              <a:rPr lang="zh-CN" altLang="en-US" smtClean="0"/>
              <a:t>5</a:t>
            </a:fld>
            <a:endParaRPr lang="zh-CN" altLang="en-US"/>
          </a:p>
        </p:txBody>
      </p:sp>
    </p:spTree>
    <p:extLst>
      <p:ext uri="{BB962C8B-B14F-4D97-AF65-F5344CB8AC3E}">
        <p14:creationId xmlns:p14="http://schemas.microsoft.com/office/powerpoint/2010/main" val="3029311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55C1020-24B6-4229-B245-EC4CD3695204}" type="slidenum">
              <a:rPr lang="zh-CN" altLang="en-US" smtClean="0"/>
              <a:t>6</a:t>
            </a:fld>
            <a:endParaRPr lang="zh-CN" altLang="en-US"/>
          </a:p>
        </p:txBody>
      </p:sp>
    </p:spTree>
    <p:extLst>
      <p:ext uri="{BB962C8B-B14F-4D97-AF65-F5344CB8AC3E}">
        <p14:creationId xmlns:p14="http://schemas.microsoft.com/office/powerpoint/2010/main" val="3643661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55C1020-24B6-4229-B245-EC4CD3695204}" type="slidenum">
              <a:rPr lang="zh-CN" altLang="en-US" smtClean="0"/>
              <a:t>7</a:t>
            </a:fld>
            <a:endParaRPr lang="zh-CN" altLang="en-US"/>
          </a:p>
        </p:txBody>
      </p:sp>
    </p:spTree>
    <p:extLst>
      <p:ext uri="{BB962C8B-B14F-4D97-AF65-F5344CB8AC3E}">
        <p14:creationId xmlns:p14="http://schemas.microsoft.com/office/powerpoint/2010/main" val="984021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55C1020-24B6-4229-B245-EC4CD3695204}" type="slidenum">
              <a:rPr lang="zh-CN" altLang="en-US" smtClean="0"/>
              <a:t>8</a:t>
            </a:fld>
            <a:endParaRPr lang="zh-CN" altLang="en-US"/>
          </a:p>
        </p:txBody>
      </p:sp>
    </p:spTree>
    <p:extLst>
      <p:ext uri="{BB962C8B-B14F-4D97-AF65-F5344CB8AC3E}">
        <p14:creationId xmlns:p14="http://schemas.microsoft.com/office/powerpoint/2010/main" val="1657951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55C1020-24B6-4229-B245-EC4CD3695204}" type="slidenum">
              <a:rPr lang="zh-CN" altLang="en-US" smtClean="0"/>
              <a:t>9</a:t>
            </a:fld>
            <a:endParaRPr lang="zh-CN" altLang="en-US"/>
          </a:p>
        </p:txBody>
      </p:sp>
    </p:spTree>
    <p:extLst>
      <p:ext uri="{BB962C8B-B14F-4D97-AF65-F5344CB8AC3E}">
        <p14:creationId xmlns:p14="http://schemas.microsoft.com/office/powerpoint/2010/main" val="3488444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55C1020-24B6-4229-B245-EC4CD3695204}" type="slidenum">
              <a:rPr lang="zh-CN" altLang="en-US" smtClean="0"/>
              <a:t>10</a:t>
            </a:fld>
            <a:endParaRPr lang="zh-CN" altLang="en-US"/>
          </a:p>
        </p:txBody>
      </p:sp>
    </p:spTree>
    <p:extLst>
      <p:ext uri="{BB962C8B-B14F-4D97-AF65-F5344CB8AC3E}">
        <p14:creationId xmlns:p14="http://schemas.microsoft.com/office/powerpoint/2010/main" val="26631740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Title Slide" type="title" preserve="1">
  <p:cSld name="Title Slide">
    <p:spTree>
      <p:nvGrpSpPr>
        <p:cNvPr id="1" name=""/>
        <p:cNvGrpSpPr/>
        <p:nvPr/>
      </p:nvGrpSpPr>
      <p:grpSpPr>
        <a:xfrm>
          <a:off x="0" y="0"/>
          <a:ext cx="0" cy="0"/>
          <a:chOff x="0" y="0"/>
          <a:chExt cx="0" cy="0"/>
        </a:xfrm>
      </p:grpSpPr>
      <p:grpSp>
        <p:nvGrpSpPr>
          <p:cNvPr id="14" name="PPT-8">
            <a:extLst>
              <a:ext uri="{FF2B5EF4-FFF2-40B4-BE49-F238E27FC236}">
                <a16:creationId xmlns:a16="http://schemas.microsoft.com/office/drawing/2014/main" id="{F63CD12F-E5DA-975C-EDDB-4816E27339D5}"/>
              </a:ext>
            </a:extLst>
          </p:cNvPr>
          <p:cNvGrpSpPr/>
          <p:nvPr userDrawn="1"/>
        </p:nvGrpSpPr>
        <p:grpSpPr>
          <a:xfrm>
            <a:off x="0" y="0"/>
            <a:ext cx="12192000" cy="6858000"/>
            <a:chOff x="0" y="0"/>
            <a:chExt cx="12192000" cy="6858000"/>
          </a:xfrm>
        </p:grpSpPr>
        <p:pic>
          <p:nvPicPr>
            <p:cNvPr id="15" name="PPT-8-1">
              <a:extLst>
                <a:ext uri="{FF2B5EF4-FFF2-40B4-BE49-F238E27FC236}">
                  <a16:creationId xmlns:a16="http://schemas.microsoft.com/office/drawing/2014/main" id="{AE248A51-4E92-F2F1-2375-FF29E6FA5EE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629400"/>
            </a:xfrm>
            <a:prstGeom prst="rect">
              <a:avLst/>
            </a:prstGeom>
          </p:spPr>
        </p:pic>
        <p:cxnSp>
          <p:nvCxnSpPr>
            <p:cNvPr id="16" name="PPT-8-2">
              <a:extLst>
                <a:ext uri="{FF2B5EF4-FFF2-40B4-BE49-F238E27FC236}">
                  <a16:creationId xmlns:a16="http://schemas.microsoft.com/office/drawing/2014/main" id="{ED4D288E-8876-BD9C-0619-1951FFBAA2CD}"/>
                </a:ext>
              </a:extLst>
            </p:cNvPr>
            <p:cNvCxnSpPr>
              <a:cxnSpLocks/>
            </p:cNvCxnSpPr>
            <p:nvPr/>
          </p:nvCxnSpPr>
          <p:spPr>
            <a:xfrm>
              <a:off x="0" y="3297785"/>
              <a:ext cx="12186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PPT-8-3">
              <a:extLst>
                <a:ext uri="{FF2B5EF4-FFF2-40B4-BE49-F238E27FC236}">
                  <a16:creationId xmlns:a16="http://schemas.microsoft.com/office/drawing/2014/main" id="{8C61C125-9904-22B8-904F-E749E5A0A8CB}"/>
                </a:ext>
              </a:extLst>
            </p:cNvPr>
            <p:cNvCxnSpPr>
              <a:cxnSpLocks/>
            </p:cNvCxnSpPr>
            <p:nvPr/>
          </p:nvCxnSpPr>
          <p:spPr>
            <a:xfrm>
              <a:off x="8836200" y="0"/>
              <a:ext cx="0" cy="32977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PPT-8-4">
              <a:extLst>
                <a:ext uri="{FF2B5EF4-FFF2-40B4-BE49-F238E27FC236}">
                  <a16:creationId xmlns:a16="http://schemas.microsoft.com/office/drawing/2014/main" id="{A56D4741-319B-08BA-FED1-E75EEF55ABD6}"/>
                </a:ext>
              </a:extLst>
            </p:cNvPr>
            <p:cNvSpPr/>
            <p:nvPr/>
          </p:nvSpPr>
          <p:spPr>
            <a:xfrm flipH="1">
              <a:off x="0" y="5806440"/>
              <a:ext cx="12192000" cy="1051560"/>
            </a:xfrm>
            <a:custGeom>
              <a:avLst/>
              <a:gdLst>
                <a:gd name="csX0" fmla="*/ 12192000 w 12192000"/>
                <a:gd name="csY0" fmla="*/ 2209801 h 2209801"/>
                <a:gd name="csX1" fmla="*/ 0 w 12192000"/>
                <a:gd name="csY1" fmla="*/ 2209801 h 2209801"/>
                <a:gd name="csX2" fmla="*/ 0 w 12192000"/>
                <a:gd name="csY2" fmla="*/ 0 h 2209801"/>
                <a:gd name="csX3" fmla="*/ 12192000 w 12192000"/>
                <a:gd name="csY3" fmla="*/ 0 h 2209801"/>
              </a:gdLst>
              <a:ahLst/>
              <a:cxnLst>
                <a:cxn ang="0">
                  <a:pos x="csX0" y="csY0"/>
                </a:cxn>
                <a:cxn ang="0">
                  <a:pos x="csX1" y="csY1"/>
                </a:cxn>
                <a:cxn ang="0">
                  <a:pos x="csX2" y="csY2"/>
                </a:cxn>
                <a:cxn ang="0">
                  <a:pos x="csX3" y="csY3"/>
                </a:cxn>
              </a:cxnLst>
              <a:rect l="l" t="t" r="r" b="b"/>
              <a:pathLst>
                <a:path w="12192000" h="2209801">
                  <a:moveTo>
                    <a:pt x="12192000" y="2209801"/>
                  </a:moveTo>
                  <a:lnTo>
                    <a:pt x="0" y="2209801"/>
                  </a:lnTo>
                  <a:lnTo>
                    <a:pt x="0" y="0"/>
                  </a:lnTo>
                  <a:lnTo>
                    <a:pt x="12192000" y="0"/>
                  </a:lnTo>
                  <a:close/>
                </a:path>
              </a:pathLst>
            </a:custGeom>
            <a:gradFill>
              <a:gsLst>
                <a:gs pos="0">
                  <a:schemeClr val="bg1">
                    <a:alpha val="0"/>
                  </a:schemeClr>
                </a:gs>
                <a:gs pos="82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9" name="组合 18">
              <a:extLst>
                <a:ext uri="{FF2B5EF4-FFF2-40B4-BE49-F238E27FC236}">
                  <a16:creationId xmlns:a16="http://schemas.microsoft.com/office/drawing/2014/main" id="{094F98CF-5D60-B997-1DB4-177C1ACF3089}"/>
                </a:ext>
              </a:extLst>
            </p:cNvPr>
            <p:cNvGrpSpPr/>
            <p:nvPr/>
          </p:nvGrpSpPr>
          <p:grpSpPr>
            <a:xfrm>
              <a:off x="9265920" y="2240280"/>
              <a:ext cx="701040" cy="701040"/>
              <a:chOff x="9265920" y="2240280"/>
              <a:chExt cx="701040" cy="701040"/>
            </a:xfrm>
          </p:grpSpPr>
          <p:sp>
            <p:nvSpPr>
              <p:cNvPr id="20" name="PPT-8-5">
                <a:extLst>
                  <a:ext uri="{FF2B5EF4-FFF2-40B4-BE49-F238E27FC236}">
                    <a16:creationId xmlns:a16="http://schemas.microsoft.com/office/drawing/2014/main" id="{8F21425E-2319-DED0-3EE0-C4684005D0D0}"/>
                  </a:ext>
                </a:extLst>
              </p:cNvPr>
              <p:cNvSpPr/>
              <p:nvPr/>
            </p:nvSpPr>
            <p:spPr>
              <a:xfrm>
                <a:off x="9265920" y="2240280"/>
                <a:ext cx="701040" cy="70104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PPT-8-6">
                <a:extLst>
                  <a:ext uri="{FF2B5EF4-FFF2-40B4-BE49-F238E27FC236}">
                    <a16:creationId xmlns:a16="http://schemas.microsoft.com/office/drawing/2014/main" id="{6034D1CC-85AB-63BC-8D82-B86282B9F8A0}"/>
                  </a:ext>
                </a:extLst>
              </p:cNvPr>
              <p:cNvSpPr/>
              <p:nvPr/>
            </p:nvSpPr>
            <p:spPr>
              <a:xfrm rot="5400000">
                <a:off x="9485737" y="2432160"/>
                <a:ext cx="312421" cy="324901"/>
              </a:xfrm>
              <a:prstGeom prst="bentUp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 name="7850604b-0e1d-4ec9-a4d3-030a0eb33f20"/>
          <p:cNvSpPr>
            <a:spLocks noGrp="1"/>
          </p:cNvSpPr>
          <p:nvPr userDrawn="1">
            <p:ph type="ctrTitle" hasCustomPrompt="1"/>
          </p:nvPr>
        </p:nvSpPr>
        <p:spPr>
          <a:xfrm>
            <a:off x="660399" y="1130301"/>
            <a:ext cx="7754396" cy="1173061"/>
          </a:xfrm>
          <a:prstGeom prst="rect">
            <a:avLst/>
          </a:prstGeom>
        </p:spPr>
        <p:txBody>
          <a:bodyPr wrap="square" anchor="b">
            <a:normAutofit/>
          </a:bodyPr>
          <a:lstStyle>
            <a:lvl1pPr algn="l">
              <a:lnSpc>
                <a:spcPct val="100000"/>
              </a:lnSpc>
              <a:defRPr sz="4800">
                <a:ln w="19050">
                  <a:noFill/>
                </a:ln>
                <a:solidFill>
                  <a:srgbClr val="FFFFFF"/>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660399" y="2416903"/>
            <a:ext cx="7754396" cy="870307"/>
          </a:xfrm>
          <a:prstGeom prst="rect">
            <a:avLst/>
          </a:prstGeom>
          <a:noFill/>
          <a:ln>
            <a:noFill/>
          </a:ln>
          <a:effectLst/>
        </p:spPr>
        <p:txBody>
          <a:bodyPr vert="horz" wrap="square" lIns="91440" tIns="45720" rIns="91440" bIns="45720" rtlCol="0" anchor="t" anchorCtr="0">
            <a:normAutofit/>
          </a:bodyPr>
          <a:lstStyle>
            <a:lvl1pPr marL="0" indent="0" algn="l">
              <a:lnSpc>
                <a:spcPct val="100000"/>
              </a:lnSpc>
              <a:buNone/>
              <a:defRPr lang="en-US" sz="2000" b="0" dirty="0">
                <a:solidFill>
                  <a:srgbClr val="FFFFFF"/>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660400" y="3403267"/>
            <a:ext cx="2540000" cy="288000"/>
          </a:xfrm>
          <a:prstGeom prst="rect">
            <a:avLst/>
          </a:prstGeom>
          <a:noFill/>
          <a:ln>
            <a:noFill/>
          </a:ln>
        </p:spPr>
        <p:txBody>
          <a:bodyPr wrap="square" lIns="90000" anchor="ctr">
            <a:normAutofit/>
          </a:bodyPr>
          <a:lstStyle>
            <a:lvl1pPr marL="0" indent="0" algn="l">
              <a:lnSpc>
                <a:spcPct val="100000"/>
              </a:lnSpc>
              <a:buNone/>
              <a:defRPr sz="1200">
                <a:solidFill>
                  <a:schemeClr val="tx1"/>
                </a:solidFill>
              </a:defRPr>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660400" y="3751082"/>
            <a:ext cx="2540000" cy="288000"/>
          </a:xfrm>
          <a:prstGeom prst="rect">
            <a:avLst/>
          </a:prstGeom>
          <a:noFill/>
          <a:ln>
            <a:noFill/>
          </a:ln>
        </p:spPr>
        <p:txBody>
          <a:bodyPr wrap="none" anchor="ctr">
            <a:normAutofit/>
          </a:bodyPr>
          <a:lstStyle>
            <a:lvl1pPr marL="0" indent="0" algn="l">
              <a:lnSpc>
                <a:spcPct val="100000"/>
              </a:lnSpc>
              <a:buNone/>
              <a:defRPr sz="1200">
                <a:solidFill>
                  <a:schemeClr val="tx1"/>
                </a:solidFill>
              </a:defRPr>
            </a:lvl1pPr>
          </a:lstStyle>
          <a:p>
            <a:pPr lvl="0"/>
            <a:r>
              <a:rPr lang="zh-CN" altLang="en-US" dirty="0"/>
              <a:t>20XX.XX.XX</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9C679AB2-7A6C-2788-2745-C298305E5962}"/>
              </a:ext>
            </a:extLst>
          </p:cNvPr>
          <p:cNvGrpSpPr/>
          <p:nvPr userDrawn="1"/>
        </p:nvGrpSpPr>
        <p:grpSpPr>
          <a:xfrm>
            <a:off x="0" y="1"/>
            <a:ext cx="12192000" cy="6857999"/>
            <a:chOff x="0" y="1"/>
            <a:chExt cx="12192000" cy="6857999"/>
          </a:xfrm>
        </p:grpSpPr>
        <p:pic>
          <p:nvPicPr>
            <p:cNvPr id="13" name="图片 12">
              <a:extLst>
                <a:ext uri="{FF2B5EF4-FFF2-40B4-BE49-F238E27FC236}">
                  <a16:creationId xmlns:a16="http://schemas.microsoft.com/office/drawing/2014/main" id="{5059DABD-45E0-FBC4-AF04-A9D391E69EF7}"/>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7183478" y="1803978"/>
              <a:ext cx="5008522" cy="5054022"/>
            </a:xfrm>
            <a:custGeom>
              <a:avLst/>
              <a:gdLst>
                <a:gd name="csX0" fmla="*/ 0 w 5008522"/>
                <a:gd name="csY0" fmla="*/ 0 h 5054022"/>
                <a:gd name="csX1" fmla="*/ 5008522 w 5008522"/>
                <a:gd name="csY1" fmla="*/ 0 h 5054022"/>
                <a:gd name="csX2" fmla="*/ 5008522 w 5008522"/>
                <a:gd name="csY2" fmla="*/ 5054022 h 5054022"/>
                <a:gd name="csX3" fmla="*/ 0 w 5008522"/>
                <a:gd name="csY3" fmla="*/ 5054022 h 5054022"/>
              </a:gdLst>
              <a:ahLst/>
              <a:cxnLst>
                <a:cxn ang="0">
                  <a:pos x="csX0" y="csY0"/>
                </a:cxn>
                <a:cxn ang="0">
                  <a:pos x="csX1" y="csY1"/>
                </a:cxn>
                <a:cxn ang="0">
                  <a:pos x="csX2" y="csY2"/>
                </a:cxn>
                <a:cxn ang="0">
                  <a:pos x="csX3" y="csY3"/>
                </a:cxn>
              </a:cxnLst>
              <a:rect l="l" t="t" r="r" b="b"/>
              <a:pathLst>
                <a:path w="5008522" h="5054022">
                  <a:moveTo>
                    <a:pt x="0" y="0"/>
                  </a:moveTo>
                  <a:lnTo>
                    <a:pt x="5008522" y="0"/>
                  </a:lnTo>
                  <a:lnTo>
                    <a:pt x="5008522" y="5054022"/>
                  </a:lnTo>
                  <a:lnTo>
                    <a:pt x="0" y="5054022"/>
                  </a:lnTo>
                  <a:close/>
                </a:path>
              </a:pathLst>
            </a:custGeom>
          </p:spPr>
        </p:pic>
        <p:pic>
          <p:nvPicPr>
            <p:cNvPr id="14" name="PPT-2">
              <a:extLst>
                <a:ext uri="{FF2B5EF4-FFF2-40B4-BE49-F238E27FC236}">
                  <a16:creationId xmlns:a16="http://schemas.microsoft.com/office/drawing/2014/main" id="{EC4EB415-0568-3BE3-3446-E5BC3BC5061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1"/>
              <a:ext cx="12192000" cy="1813560"/>
            </a:xfrm>
            <a:prstGeom prst="rect">
              <a:avLst/>
            </a:prstGeom>
          </p:spPr>
        </p:pic>
        <p:cxnSp>
          <p:nvCxnSpPr>
            <p:cNvPr id="15" name="PPT-5">
              <a:extLst>
                <a:ext uri="{FF2B5EF4-FFF2-40B4-BE49-F238E27FC236}">
                  <a16:creationId xmlns:a16="http://schemas.microsoft.com/office/drawing/2014/main" id="{F0B81699-DDB1-4DD7-40B1-D1E75F9BD4BF}"/>
                </a:ext>
              </a:extLst>
            </p:cNvPr>
            <p:cNvCxnSpPr>
              <a:cxnSpLocks/>
            </p:cNvCxnSpPr>
            <p:nvPr/>
          </p:nvCxnSpPr>
          <p:spPr>
            <a:xfrm>
              <a:off x="0" y="1804265"/>
              <a:ext cx="12186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PPT-6">
              <a:extLst>
                <a:ext uri="{FF2B5EF4-FFF2-40B4-BE49-F238E27FC236}">
                  <a16:creationId xmlns:a16="http://schemas.microsoft.com/office/drawing/2014/main" id="{257B5250-46FC-1699-B42C-4ACD76B77FC4}"/>
                </a:ext>
              </a:extLst>
            </p:cNvPr>
            <p:cNvCxnSpPr>
              <a:cxnSpLocks/>
            </p:cNvCxnSpPr>
            <p:nvPr/>
          </p:nvCxnSpPr>
          <p:spPr>
            <a:xfrm>
              <a:off x="8836200" y="5945"/>
              <a:ext cx="0" cy="17983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c474ab12-dce0-4db3-a3ad-b8db9fd01ef7"/>
          <p:cNvSpPr>
            <a:spLocks noGrp="1"/>
          </p:cNvSpPr>
          <p:nvPr userDrawn="1">
            <p:ph type="title" hasCustomPrompt="1"/>
          </p:nvPr>
        </p:nvSpPr>
        <p:spPr>
          <a:xfrm>
            <a:off x="660399" y="1130301"/>
            <a:ext cx="5400000" cy="1209776"/>
          </a:xfrm>
          <a:prstGeom prst="rect">
            <a:avLst/>
          </a:prstGeom>
          <a:noFill/>
        </p:spPr>
        <p:txBody>
          <a:bodyPr anchor="t" anchorCtr="0">
            <a:normAutofit/>
          </a:bodyPr>
          <a:lstStyle>
            <a:lvl1pPr algn="l">
              <a:defRPr sz="4800">
                <a:solidFill>
                  <a:srgbClr val="FFFFFF"/>
                </a:solidFill>
              </a:defRPr>
            </a:lvl1pPr>
          </a:lstStyle>
          <a:p>
            <a:pPr lvl="0"/>
            <a:r>
              <a:rPr lang="zh-CN" altLang="en-US" dirty="0"/>
              <a:t>Agenda</a:t>
            </a:r>
            <a:endParaRPr lang="en-US" dirty="0"/>
          </a:p>
        </p:txBody>
      </p:sp>
      <p:sp>
        <p:nvSpPr>
          <p:cNvPr id="3" name="内容占位符 2"/>
          <p:cNvSpPr>
            <a:spLocks noGrp="1"/>
          </p:cNvSpPr>
          <p:nvPr userDrawn="1">
            <p:ph sz="quarter" idx="1" hasCustomPrompt="1"/>
          </p:nvPr>
        </p:nvSpPr>
        <p:spPr>
          <a:xfrm>
            <a:off x="660399" y="2428568"/>
            <a:ext cx="5400000" cy="3705532"/>
          </a:xfrm>
        </p:spPr>
        <p:txBody>
          <a:bodyPr numCol="1"/>
          <a:lstStyle>
            <a:lvl1pPr marL="342900" indent="-342900" algn="l">
              <a:lnSpc>
                <a:spcPct val="100000"/>
              </a:lnSpc>
              <a:buFont typeface="+mj-lt"/>
              <a:buAutoNum type="arabicPeriod"/>
              <a:defRPr/>
            </a:lvl1pPr>
            <a:lvl2pPr marL="800100" indent="-342900" algn="l">
              <a:lnSpc>
                <a:spcPct val="100000"/>
              </a:lnSpc>
              <a:buFont typeface="+mj-ea"/>
              <a:buAutoNum type="circleNumDbPlain"/>
              <a:defRPr/>
            </a:lvl2pPr>
            <a:lvl3pPr marL="1257300" indent="-342900" algn="l">
              <a:lnSpc>
                <a:spcPct val="100000"/>
              </a:lnSpc>
              <a:buFont typeface="+mj-lt"/>
              <a:buAutoNum type="alphaLcParenR"/>
              <a:defRPr/>
            </a:lvl3pPr>
            <a:lvl4pPr algn="l">
              <a:lnSpc>
                <a:spcPct val="100000"/>
              </a:lnSpc>
              <a:defRPr/>
            </a:lvl4pPr>
            <a:lvl5pPr algn="l">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userDrawn="1">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userDrawn="1">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userDrawn="1">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C5989341-EE4F-733F-371A-34D98CEDC7F3}"/>
              </a:ext>
            </a:extLst>
          </p:cNvPr>
          <p:cNvGrpSpPr/>
          <p:nvPr userDrawn="1"/>
        </p:nvGrpSpPr>
        <p:grpSpPr>
          <a:xfrm>
            <a:off x="6460121" y="0"/>
            <a:ext cx="5731878" cy="6858000"/>
            <a:chOff x="6460121" y="0"/>
            <a:chExt cx="5731878" cy="6858000"/>
          </a:xfrm>
        </p:grpSpPr>
        <p:pic>
          <p:nvPicPr>
            <p:cNvPr id="15" name="PPT-1-1">
              <a:extLst>
                <a:ext uri="{FF2B5EF4-FFF2-40B4-BE49-F238E27FC236}">
                  <a16:creationId xmlns:a16="http://schemas.microsoft.com/office/drawing/2014/main" id="{B35EAC01-C3BF-4CA0-0A70-238FBB0C7F05}"/>
                </a:ext>
              </a:extLst>
            </p:cNvPr>
            <p:cNvPicPr>
              <a:picLocks noChangeAspect="1"/>
            </p:cNvPicPr>
            <p:nvPr/>
          </p:nvPicPr>
          <p:blipFill>
            <a:blip r:embed="rId2" cstate="email">
              <a:extLst>
                <a:ext uri="{28A0092B-C50C-407E-A947-70E740481C1C}">
                  <a14:useLocalDpi xmlns:a14="http://schemas.microsoft.com/office/drawing/2010/main"/>
                </a:ext>
              </a:extLst>
            </a:blip>
            <a:srcRect t="2147"/>
            <a:stretch>
              <a:fillRect/>
            </a:stretch>
          </p:blipFill>
          <p:spPr>
            <a:xfrm>
              <a:off x="8762035" y="0"/>
              <a:ext cx="3429964" cy="6858000"/>
            </a:xfrm>
            <a:custGeom>
              <a:avLst/>
              <a:gdLst>
                <a:gd name="csX0" fmla="*/ 0 w 3429964"/>
                <a:gd name="csY0" fmla="*/ 0 h 6858000"/>
                <a:gd name="csX1" fmla="*/ 3429964 w 3429964"/>
                <a:gd name="csY1" fmla="*/ 0 h 6858000"/>
                <a:gd name="csX2" fmla="*/ 3429964 w 3429964"/>
                <a:gd name="csY2" fmla="*/ 6858000 h 6858000"/>
                <a:gd name="csX3" fmla="*/ 0 w 3429964"/>
                <a:gd name="csY3" fmla="*/ 6858000 h 6858000"/>
              </a:gdLst>
              <a:ahLst/>
              <a:cxnLst>
                <a:cxn ang="0">
                  <a:pos x="csX0" y="csY0"/>
                </a:cxn>
                <a:cxn ang="0">
                  <a:pos x="csX1" y="csY1"/>
                </a:cxn>
                <a:cxn ang="0">
                  <a:pos x="csX2" y="csY2"/>
                </a:cxn>
                <a:cxn ang="0">
                  <a:pos x="csX3" y="csY3"/>
                </a:cxn>
              </a:cxnLst>
              <a:rect l="l" t="t" r="r" b="b"/>
              <a:pathLst>
                <a:path w="3429964" h="6858000">
                  <a:moveTo>
                    <a:pt x="0" y="0"/>
                  </a:moveTo>
                  <a:lnTo>
                    <a:pt x="3429964" y="0"/>
                  </a:lnTo>
                  <a:lnTo>
                    <a:pt x="3429964" y="6858000"/>
                  </a:lnTo>
                  <a:lnTo>
                    <a:pt x="0" y="6858000"/>
                  </a:lnTo>
                  <a:close/>
                </a:path>
              </a:pathLst>
            </a:custGeom>
          </p:spPr>
        </p:pic>
        <p:pic>
          <p:nvPicPr>
            <p:cNvPr id="2" name="图片 1">
              <a:extLst>
                <a:ext uri="{FF2B5EF4-FFF2-40B4-BE49-F238E27FC236}">
                  <a16:creationId xmlns:a16="http://schemas.microsoft.com/office/drawing/2014/main" id="{9B82614B-3FD8-FEF1-9BBE-B4CAFA495D6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460121" y="1274482"/>
              <a:ext cx="5281870" cy="5027934"/>
            </a:xfrm>
            <a:prstGeom prst="rect">
              <a:avLst/>
            </a:prstGeom>
          </p:spPr>
        </p:pic>
      </p:grpSp>
      <p:sp>
        <p:nvSpPr>
          <p:cNvPr id="5" name="7850604b-0e1d-4ec9-a4d3-030a0eb33f20"/>
          <p:cNvSpPr>
            <a:spLocks noGrp="1"/>
          </p:cNvSpPr>
          <p:nvPr>
            <p:ph type="title" hasCustomPrompt="1"/>
          </p:nvPr>
        </p:nvSpPr>
        <p:spPr>
          <a:xfrm>
            <a:off x="660400" y="1130300"/>
            <a:ext cx="5288987" cy="2224272"/>
          </a:xfrm>
          <a:prstGeom prst="rect">
            <a:avLst/>
          </a:prstGeom>
        </p:spPr>
        <p:txBody>
          <a:bodyPr>
            <a:normAutofit/>
          </a:bodyPr>
          <a:lstStyle>
            <a:lvl1pPr algn="l">
              <a:lnSpc>
                <a:spcPct val="100000"/>
              </a:lnSpc>
              <a:defRPr sz="4400">
                <a:solidFill>
                  <a:schemeClr val="tx1"/>
                </a:solidFill>
              </a:defRPr>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660400" y="3403502"/>
            <a:ext cx="5288987" cy="2220550"/>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p>
            <a:fld id="{2A27A813-B2FD-42E1-9222-83B574E99074}" type="datetime1">
              <a:rPr lang="zh-CN" altLang="en-US" smtClean="0"/>
              <a:t>2026/6/30</a:t>
            </a:fld>
            <a:endParaRPr lang="en-US" altLang="zh-CN"/>
          </a:p>
        </p:txBody>
      </p:sp>
      <p:sp>
        <p:nvSpPr>
          <p:cNvPr id="6" name="页脚占位符 5"/>
          <p:cNvSpPr>
            <a:spLocks noGrp="1"/>
          </p:cNvSpPr>
          <p:nvPr>
            <p:ph type="ftr" sz="quarter" idx="11"/>
          </p:nvPr>
        </p:nvSpPr>
        <p:spPr/>
        <p:txBody>
          <a:bodyPr/>
          <a:lstStyle/>
          <a:p>
            <a:r>
              <a:rPr lang="af-ZA" altLang="zh-CN" dirty="0"/>
              <a:t>iSlide</a:t>
            </a:r>
            <a:endParaRPr lang="zh-CN" altLang="en-US" dirty="0"/>
          </a:p>
        </p:txBody>
      </p:sp>
      <p:sp>
        <p:nvSpPr>
          <p:cNvPr id="8" name="灯片编号占位符 7"/>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Closing" preserve="1" userDrawn="1">
  <p:cSld name="Closing">
    <p:spTree>
      <p:nvGrpSpPr>
        <p:cNvPr id="1" name=""/>
        <p:cNvGrpSpPr/>
        <p:nvPr/>
      </p:nvGrpSpPr>
      <p:grpSpPr>
        <a:xfrm>
          <a:off x="0" y="0"/>
          <a:ext cx="0" cy="0"/>
          <a:chOff x="0" y="0"/>
          <a:chExt cx="0" cy="0"/>
        </a:xfrm>
      </p:grpSpPr>
      <p:grpSp>
        <p:nvGrpSpPr>
          <p:cNvPr id="5" name="PPT-8">
            <a:extLst>
              <a:ext uri="{FF2B5EF4-FFF2-40B4-BE49-F238E27FC236}">
                <a16:creationId xmlns:a16="http://schemas.microsoft.com/office/drawing/2014/main" id="{C488F6E2-3DC8-3170-5F3F-5FA74FA43E47}"/>
              </a:ext>
            </a:extLst>
          </p:cNvPr>
          <p:cNvGrpSpPr/>
          <p:nvPr userDrawn="1"/>
        </p:nvGrpSpPr>
        <p:grpSpPr>
          <a:xfrm>
            <a:off x="0" y="0"/>
            <a:ext cx="12192000" cy="6858000"/>
            <a:chOff x="0" y="0"/>
            <a:chExt cx="12192000" cy="6858000"/>
          </a:xfrm>
        </p:grpSpPr>
        <p:pic>
          <p:nvPicPr>
            <p:cNvPr id="6" name="PPT-8-1">
              <a:extLst>
                <a:ext uri="{FF2B5EF4-FFF2-40B4-BE49-F238E27FC236}">
                  <a16:creationId xmlns:a16="http://schemas.microsoft.com/office/drawing/2014/main" id="{6BBF1067-8F19-9C90-EBD0-EE2E0E56273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629400"/>
            </a:xfrm>
            <a:prstGeom prst="rect">
              <a:avLst/>
            </a:prstGeom>
          </p:spPr>
        </p:pic>
        <p:cxnSp>
          <p:nvCxnSpPr>
            <p:cNvPr id="7" name="PPT-8-2">
              <a:extLst>
                <a:ext uri="{FF2B5EF4-FFF2-40B4-BE49-F238E27FC236}">
                  <a16:creationId xmlns:a16="http://schemas.microsoft.com/office/drawing/2014/main" id="{04D87B28-B9A8-8614-8DC5-65FF1355AFB2}"/>
                </a:ext>
              </a:extLst>
            </p:cNvPr>
            <p:cNvCxnSpPr>
              <a:cxnSpLocks/>
            </p:cNvCxnSpPr>
            <p:nvPr/>
          </p:nvCxnSpPr>
          <p:spPr>
            <a:xfrm>
              <a:off x="0" y="3297785"/>
              <a:ext cx="12186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PPT-8-3">
              <a:extLst>
                <a:ext uri="{FF2B5EF4-FFF2-40B4-BE49-F238E27FC236}">
                  <a16:creationId xmlns:a16="http://schemas.microsoft.com/office/drawing/2014/main" id="{8BE3DFB3-CD5D-7A82-0E45-D59CCC9D9ABC}"/>
                </a:ext>
              </a:extLst>
            </p:cNvPr>
            <p:cNvCxnSpPr>
              <a:cxnSpLocks/>
            </p:cNvCxnSpPr>
            <p:nvPr/>
          </p:nvCxnSpPr>
          <p:spPr>
            <a:xfrm>
              <a:off x="8836200" y="0"/>
              <a:ext cx="0" cy="32977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PT-8-4">
              <a:extLst>
                <a:ext uri="{FF2B5EF4-FFF2-40B4-BE49-F238E27FC236}">
                  <a16:creationId xmlns:a16="http://schemas.microsoft.com/office/drawing/2014/main" id="{DCDEE4BD-1AD1-F82B-1D71-B205D0F9CE78}"/>
                </a:ext>
              </a:extLst>
            </p:cNvPr>
            <p:cNvSpPr/>
            <p:nvPr/>
          </p:nvSpPr>
          <p:spPr>
            <a:xfrm flipH="1">
              <a:off x="0" y="5806440"/>
              <a:ext cx="12192000" cy="1051560"/>
            </a:xfrm>
            <a:custGeom>
              <a:avLst/>
              <a:gdLst>
                <a:gd name="csX0" fmla="*/ 12192000 w 12192000"/>
                <a:gd name="csY0" fmla="*/ 2209801 h 2209801"/>
                <a:gd name="csX1" fmla="*/ 0 w 12192000"/>
                <a:gd name="csY1" fmla="*/ 2209801 h 2209801"/>
                <a:gd name="csX2" fmla="*/ 0 w 12192000"/>
                <a:gd name="csY2" fmla="*/ 0 h 2209801"/>
                <a:gd name="csX3" fmla="*/ 12192000 w 12192000"/>
                <a:gd name="csY3" fmla="*/ 0 h 2209801"/>
              </a:gdLst>
              <a:ahLst/>
              <a:cxnLst>
                <a:cxn ang="0">
                  <a:pos x="csX0" y="csY0"/>
                </a:cxn>
                <a:cxn ang="0">
                  <a:pos x="csX1" y="csY1"/>
                </a:cxn>
                <a:cxn ang="0">
                  <a:pos x="csX2" y="csY2"/>
                </a:cxn>
                <a:cxn ang="0">
                  <a:pos x="csX3" y="csY3"/>
                </a:cxn>
              </a:cxnLst>
              <a:rect l="l" t="t" r="r" b="b"/>
              <a:pathLst>
                <a:path w="12192000" h="2209801">
                  <a:moveTo>
                    <a:pt x="12192000" y="2209801"/>
                  </a:moveTo>
                  <a:lnTo>
                    <a:pt x="0" y="2209801"/>
                  </a:lnTo>
                  <a:lnTo>
                    <a:pt x="0" y="0"/>
                  </a:lnTo>
                  <a:lnTo>
                    <a:pt x="12192000" y="0"/>
                  </a:lnTo>
                  <a:close/>
                </a:path>
              </a:pathLst>
            </a:custGeom>
            <a:gradFill>
              <a:gsLst>
                <a:gs pos="0">
                  <a:schemeClr val="bg1">
                    <a:alpha val="0"/>
                  </a:schemeClr>
                </a:gs>
                <a:gs pos="82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9BC05857-1632-472E-5F09-6C7CA4CD2185}"/>
                </a:ext>
              </a:extLst>
            </p:cNvPr>
            <p:cNvGrpSpPr/>
            <p:nvPr/>
          </p:nvGrpSpPr>
          <p:grpSpPr>
            <a:xfrm>
              <a:off x="9265920" y="2240280"/>
              <a:ext cx="701040" cy="701040"/>
              <a:chOff x="9265920" y="2240280"/>
              <a:chExt cx="701040" cy="701040"/>
            </a:xfrm>
          </p:grpSpPr>
          <p:sp>
            <p:nvSpPr>
              <p:cNvPr id="11" name="PPT-8-5">
                <a:extLst>
                  <a:ext uri="{FF2B5EF4-FFF2-40B4-BE49-F238E27FC236}">
                    <a16:creationId xmlns:a16="http://schemas.microsoft.com/office/drawing/2014/main" id="{391BCEF3-82ED-EBCC-B72E-BA576829B768}"/>
                  </a:ext>
                </a:extLst>
              </p:cNvPr>
              <p:cNvSpPr/>
              <p:nvPr/>
            </p:nvSpPr>
            <p:spPr>
              <a:xfrm>
                <a:off x="9265920" y="2240280"/>
                <a:ext cx="701040" cy="70104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PPT-8-6">
                <a:extLst>
                  <a:ext uri="{FF2B5EF4-FFF2-40B4-BE49-F238E27FC236}">
                    <a16:creationId xmlns:a16="http://schemas.microsoft.com/office/drawing/2014/main" id="{3885160B-74F6-AFDB-6A9B-07C37BD51C19}"/>
                  </a:ext>
                </a:extLst>
              </p:cNvPr>
              <p:cNvSpPr/>
              <p:nvPr/>
            </p:nvSpPr>
            <p:spPr>
              <a:xfrm rot="5400000">
                <a:off x="9485737" y="2432160"/>
                <a:ext cx="312421" cy="324901"/>
              </a:xfrm>
              <a:prstGeom prst="bentUp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7850604b-0e1d-4ec9-a4d3-030a0eb33f20">
            <a:extLst>
              <a:ext uri="{FF2B5EF4-FFF2-40B4-BE49-F238E27FC236}">
                <a16:creationId xmlns:a16="http://schemas.microsoft.com/office/drawing/2014/main" id="{6686010E-88F3-780B-A1CD-5BEF28408B67}"/>
              </a:ext>
            </a:extLst>
          </p:cNvPr>
          <p:cNvSpPr>
            <a:spLocks noGrp="1"/>
          </p:cNvSpPr>
          <p:nvPr>
            <p:ph type="ctrTitle" hasCustomPrompt="1"/>
          </p:nvPr>
        </p:nvSpPr>
        <p:spPr>
          <a:xfrm>
            <a:off x="660399" y="1130300"/>
            <a:ext cx="7754400" cy="1353820"/>
          </a:xfrm>
          <a:prstGeom prst="rect">
            <a:avLst/>
          </a:prstGeom>
        </p:spPr>
        <p:txBody>
          <a:bodyPr wrap="square" anchor="b">
            <a:normAutofit/>
          </a:bodyPr>
          <a:lstStyle>
            <a:lvl1pPr algn="l">
              <a:lnSpc>
                <a:spcPct val="100000"/>
              </a:lnSpc>
              <a:defRPr sz="4800">
                <a:ln w="19050">
                  <a:noFill/>
                </a:ln>
                <a:solidFill>
                  <a:srgbClr val="FFFFFF"/>
                </a:solidFill>
              </a:defRPr>
            </a:lvl1pPr>
          </a:lstStyle>
          <a:p>
            <a:pPr lvl="0"/>
            <a:r>
              <a:rPr lang="zh-CN" altLang="en-US" dirty="0"/>
              <a:t>Click to add title</a:t>
            </a:r>
            <a:endParaRPr lang="en-US" dirty="0"/>
          </a:p>
        </p:txBody>
      </p:sp>
      <p:sp>
        <p:nvSpPr>
          <p:cNvPr id="3" name="文本占位符 3">
            <a:extLst>
              <a:ext uri="{FF2B5EF4-FFF2-40B4-BE49-F238E27FC236}">
                <a16:creationId xmlns:a16="http://schemas.microsoft.com/office/drawing/2014/main" id="{AADA2764-D939-6BE4-0519-F64E59ECDA89}"/>
              </a:ext>
            </a:extLst>
          </p:cNvPr>
          <p:cNvSpPr>
            <a:spLocks noGrp="1"/>
          </p:cNvSpPr>
          <p:nvPr>
            <p:ph type="body" sz="quarter" idx="13" hasCustomPrompt="1"/>
          </p:nvPr>
        </p:nvSpPr>
        <p:spPr>
          <a:xfrm>
            <a:off x="660400" y="3425645"/>
            <a:ext cx="2541600" cy="288000"/>
          </a:xfrm>
          <a:prstGeom prst="rect">
            <a:avLst/>
          </a:prstGeom>
          <a:noFill/>
          <a:ln>
            <a:noFill/>
          </a:ln>
        </p:spPr>
        <p:txBody>
          <a:bodyPr wrap="square" lIns="90000" anchor="ctr">
            <a:normAutofit/>
          </a:bodyPr>
          <a:lstStyle>
            <a:lvl1pPr marL="0" indent="0" algn="l">
              <a:lnSpc>
                <a:spcPct val="100000"/>
              </a:lnSpc>
              <a:buNone/>
              <a:defRPr sz="1200">
                <a:solidFill>
                  <a:schemeClr val="tx1"/>
                </a:solidFill>
              </a:defRPr>
            </a:lvl1pPr>
          </a:lstStyle>
          <a:p>
            <a:pPr lvl="0"/>
            <a:r>
              <a:rPr lang="zh-CN" altLang="en-US" dirty="0"/>
              <a:t>Presenter name</a:t>
            </a:r>
            <a:endParaRPr lang="en-US" dirty="0"/>
          </a:p>
        </p:txBody>
      </p:sp>
      <p:sp>
        <p:nvSpPr>
          <p:cNvPr id="4" name="文本占位符 6">
            <a:extLst>
              <a:ext uri="{FF2B5EF4-FFF2-40B4-BE49-F238E27FC236}">
                <a16:creationId xmlns:a16="http://schemas.microsoft.com/office/drawing/2014/main" id="{DF1D15AA-D0FE-4149-5B28-EDBB980FCD9E}"/>
              </a:ext>
            </a:extLst>
          </p:cNvPr>
          <p:cNvSpPr>
            <a:spLocks noGrp="1"/>
          </p:cNvSpPr>
          <p:nvPr>
            <p:ph type="body" sz="quarter" idx="14" hasCustomPrompt="1"/>
          </p:nvPr>
        </p:nvSpPr>
        <p:spPr>
          <a:xfrm>
            <a:off x="660400" y="3773460"/>
            <a:ext cx="2541600" cy="288000"/>
          </a:xfrm>
          <a:prstGeom prst="rect">
            <a:avLst/>
          </a:prstGeom>
          <a:noFill/>
          <a:ln>
            <a:noFill/>
          </a:ln>
        </p:spPr>
        <p:txBody>
          <a:bodyPr wrap="none" anchor="ctr">
            <a:normAutofit/>
          </a:bodyPr>
          <a:lstStyle>
            <a:lvl1pPr marL="0" indent="0" algn="l">
              <a:lnSpc>
                <a:spcPct val="100000"/>
              </a:lnSpc>
              <a:buNone/>
              <a:defRPr sz="1200">
                <a:solidFill>
                  <a:schemeClr val="tx1"/>
                </a:solidFill>
              </a:defRPr>
            </a:lvl1pPr>
          </a:lstStyle>
          <a:p>
            <a:pPr lvl="0"/>
            <a:r>
              <a:rPr lang="zh-CN" altLang="en-US" dirty="0"/>
              <a:t>20XX.XX.XX</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Ref idx="1001">
        <a:schemeClr val="bg1"/>
      </p:bgRef>
    </p:bg>
    <p:spTree>
      <p:nvGrpSpPr>
        <p:cNvPr id="1" name=""/>
        <p:cNvGrpSpPr/>
        <p:nvPr/>
      </p:nvGrpSpPr>
      <p:grpSpPr>
        <a:xfrm>
          <a:off x="0" y="0"/>
          <a:ext cx="0" cy="0"/>
          <a:chOff x="0" y="0"/>
          <a:chExt cx="0" cy="0"/>
        </a:xfrm>
      </p:grpSpPr>
      <p:sp>
        <p:nvSpPr>
          <p:cNvPr id="2" name="b2718e8f-4880-49e2-9e7b-b4b503877afb"/>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&#65279;<?xml version="1.0" encoding="utf-8"?><Relationships xmlns="http://schemas.openxmlformats.org/package/2006/relationships"><Relationship Type="http://schemas.openxmlformats.org/officeDocument/2006/relationships/image" Target="/ppt/media/image218.png" Id="rId8" /><Relationship Type="http://schemas.openxmlformats.org/officeDocument/2006/relationships/image" Target="/ppt/media/image619.png" Id="rId13" /><Relationship Type="http://schemas.openxmlformats.org/officeDocument/2006/relationships/image" Target="/ppt/media/image520.png" Id="rId12" /><Relationship Type="http://schemas.openxmlformats.org/officeDocument/2006/relationships/image" Target="/ppt/media/image421.png" Id="rId11" /><Relationship Type="http://schemas.openxmlformats.org/officeDocument/2006/relationships/image" Target="/ppt/media/image322.png" Id="rId10" /><Relationship Type="http://schemas.openxmlformats.org/officeDocument/2006/relationships/image" Target="/ppt/media/image72.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01e6441c0f6b4003" /></Relationships>
</file>

<file path=ppt/slides/_rels/slide13.xml.rels>&#65279;<?xml version="1.0" encoding="utf-8"?><Relationships xmlns="http://schemas.openxmlformats.org/package/2006/relationships"><Relationship Type="http://schemas.openxmlformats.org/officeDocument/2006/relationships/image" Target="/ppt/media/image123.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5a7c5cacf9214c7a"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1130301"/>
            <a:ext cx="7754396" cy="1173061"/>
          </a:xfrm>
        </p:spPr>
        <p:txBody>
          <a:bodyPr>
            <a:normAutofit/>
          </a:bodyPr>
          <a:lstStyle/>
          <a:p>
            <a:r>
              <a:rPr lang="zh-CN" altLang="en-US" dirty="0"/>
              <a:t>蓝色商务风公司产品介绍</a:t>
            </a:r>
            <a:endParaRPr lang="en-US" dirty="0"/>
          </a:p>
        </p:txBody>
      </p:sp>
      <p:sp>
        <p:nvSpPr>
          <p:cNvPr id="9" name="副标题 8"/>
          <p:cNvSpPr>
            <a:spLocks noGrp="1"/>
          </p:cNvSpPr>
          <p:nvPr>
            <p:ph type="subTitle" sz="quarter" idx="1" hasCustomPrompt="1"/>
          </p:nvPr>
        </p:nvSpPr>
        <p:spPr>
          <a:xfrm>
            <a:off x="660399" y="2416903"/>
            <a:ext cx="7754396" cy="870307"/>
          </a:xfrm>
        </p:spPr>
        <p:txBody>
          <a:bodyPr>
            <a:normAutofit/>
          </a:bodyPr>
          <a:lstStyle/>
          <a:p>
            <a:r>
              <a:rPr lang="zh-CN" altLang="en-US" dirty="0"/>
              <a:t>单击此处添加副标题文字</a:t>
            </a:r>
          </a:p>
        </p:txBody>
      </p:sp>
      <p:sp>
        <p:nvSpPr>
          <p:cNvPr id="4" name="文本占位符 3"/>
          <p:cNvSpPr>
            <a:spLocks noGrp="1"/>
          </p:cNvSpPr>
          <p:nvPr>
            <p:ph type="body" sz="quarter" idx="13" hasCustomPrompt="1"/>
          </p:nvPr>
        </p:nvSpPr>
        <p:spPr>
          <a:xfrm>
            <a:off x="660400" y="3403267"/>
            <a:ext cx="2540000" cy="288000"/>
          </a:xfrm>
        </p:spPr>
        <p:txBody>
          <a:bodyPr/>
          <a:lstStyle/>
          <a:p>
            <a:r>
              <a:rPr lang="zh-CN" altLang="en-US"/>
              <a:t>Presenter name</a:t>
            </a:r>
            <a:endParaRPr lang="en-US" dirty="0"/>
          </a:p>
        </p:txBody>
      </p:sp>
      <p:sp>
        <p:nvSpPr>
          <p:cNvPr id="7" name="文本占位符 6"/>
          <p:cNvSpPr>
            <a:spLocks noGrp="1"/>
          </p:cNvSpPr>
          <p:nvPr>
            <p:ph type="body" sz="quarter" idx="14" hasCustomPrompt="1"/>
          </p:nvPr>
        </p:nvSpPr>
        <p:spPr>
          <a:xfrm>
            <a:off x="660400" y="3751082"/>
            <a:ext cx="2540000" cy="288000"/>
          </a:xfrm>
        </p:spPr>
        <p:txBody>
          <a:bodyPr/>
          <a:lstStyle/>
          <a:p>
            <a:r>
              <a:rPr lang="zh-CN" altLang="en-US"/>
              <a:t>20XX.XX.XX</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EBABC865-7637-98E7-37B6-A2D061C3B3AF}"/>
              </a:ext>
            </a:extLst>
          </p:cNvPr>
          <p:cNvGrpSpPr/>
          <p:nvPr/>
        </p:nvGrpSpPr>
        <p:grpSpPr>
          <a:xfrm>
            <a:off x="0" y="1130300"/>
            <a:ext cx="12192000" cy="5727700"/>
            <a:chOff x="0" y="1130300"/>
            <a:chExt cx="12192000" cy="5727700"/>
          </a:xfrm>
        </p:grpSpPr>
        <p:pic>
          <p:nvPicPr>
            <p:cNvPr id="10" name="PPT">
              <a:extLst>
                <a:ext uri="{FF2B5EF4-FFF2-40B4-BE49-F238E27FC236}">
                  <a16:creationId xmlns:a16="http://schemas.microsoft.com/office/drawing/2014/main" id="{CA2DBA03-D09C-C569-78A9-3E542510435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5958840"/>
              <a:ext cx="12192000" cy="899160"/>
            </a:xfrm>
            <a:prstGeom prst="rect">
              <a:avLst/>
            </a:prstGeom>
          </p:spPr>
        </p:pic>
        <p:pic>
          <p:nvPicPr>
            <p:cNvPr id="55" name="图片 54">
              <a:extLst>
                <a:ext uri="{FF2B5EF4-FFF2-40B4-BE49-F238E27FC236}">
                  <a16:creationId xmlns:a16="http://schemas.microsoft.com/office/drawing/2014/main" id="{625F064D-06E9-FDBD-7436-98F0DB06C0CA}"/>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flipH="1">
              <a:off x="0" y="1711890"/>
              <a:ext cx="4657268" cy="4481650"/>
            </a:xfrm>
            <a:custGeom>
              <a:avLst/>
              <a:gdLst>
                <a:gd name="csX0" fmla="*/ 4657268 w 4657268"/>
                <a:gd name="csY0" fmla="*/ 0 h 4481650"/>
                <a:gd name="csX1" fmla="*/ 0 w 4657268"/>
                <a:gd name="csY1" fmla="*/ 0 h 4481650"/>
                <a:gd name="csX2" fmla="*/ 0 w 4657268"/>
                <a:gd name="csY2" fmla="*/ 4481650 h 4481650"/>
                <a:gd name="csX3" fmla="*/ 4657268 w 4657268"/>
                <a:gd name="csY3" fmla="*/ 4481650 h 4481650"/>
              </a:gdLst>
              <a:ahLst/>
              <a:cxnLst>
                <a:cxn ang="0">
                  <a:pos x="csX0" y="csY0"/>
                </a:cxn>
                <a:cxn ang="0">
                  <a:pos x="csX1" y="csY1"/>
                </a:cxn>
                <a:cxn ang="0">
                  <a:pos x="csX2" y="csY2"/>
                </a:cxn>
                <a:cxn ang="0">
                  <a:pos x="csX3" y="csY3"/>
                </a:cxn>
              </a:cxnLst>
              <a:rect l="l" t="t" r="r" b="b"/>
              <a:pathLst>
                <a:path w="4657268" h="4481650">
                  <a:moveTo>
                    <a:pt x="4657268" y="0"/>
                  </a:moveTo>
                  <a:lnTo>
                    <a:pt x="0" y="0"/>
                  </a:lnTo>
                  <a:lnTo>
                    <a:pt x="0" y="4481650"/>
                  </a:lnTo>
                  <a:lnTo>
                    <a:pt x="4657268" y="4481650"/>
                  </a:lnTo>
                  <a:close/>
                </a:path>
              </a:pathLst>
            </a:custGeom>
          </p:spPr>
        </p:pic>
        <p:grpSp>
          <p:nvGrpSpPr>
            <p:cNvPr id="56" name="组合 55">
              <a:extLst>
                <a:ext uri="{FF2B5EF4-FFF2-40B4-BE49-F238E27FC236}">
                  <a16:creationId xmlns:a16="http://schemas.microsoft.com/office/drawing/2014/main" id="{3AACEB39-17C7-5722-C628-73B9B08431A9}"/>
                </a:ext>
              </a:extLst>
            </p:cNvPr>
            <p:cNvGrpSpPr/>
            <p:nvPr/>
          </p:nvGrpSpPr>
          <p:grpSpPr>
            <a:xfrm>
              <a:off x="4563318" y="1130300"/>
              <a:ext cx="6955581" cy="729526"/>
              <a:chOff x="4563318" y="1130300"/>
              <a:chExt cx="6955581" cy="729526"/>
            </a:xfrm>
          </p:grpSpPr>
          <p:cxnSp>
            <p:nvCxnSpPr>
              <p:cNvPr id="13" name="PPT">
                <a:extLst>
                  <a:ext uri="{FF2B5EF4-FFF2-40B4-BE49-F238E27FC236}">
                    <a16:creationId xmlns:a16="http://schemas.microsoft.com/office/drawing/2014/main" id="{ED4ECF20-2FCE-C7CE-2366-B23FF68F8B33}"/>
                  </a:ext>
                </a:extLst>
              </p:cNvPr>
              <p:cNvCxnSpPr>
                <a:cxnSpLocks/>
              </p:cNvCxnSpPr>
              <p:nvPr/>
            </p:nvCxnSpPr>
            <p:spPr>
              <a:xfrm>
                <a:off x="4652412" y="1859826"/>
                <a:ext cx="684324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itle">
                <a:extLst>
                  <a:ext uri="{FF2B5EF4-FFF2-40B4-BE49-F238E27FC236}">
                    <a16:creationId xmlns:a16="http://schemas.microsoft.com/office/drawing/2014/main" id="{04529366-458C-D64B-7B05-25D10F7A9135}"/>
                  </a:ext>
                </a:extLst>
              </p:cNvPr>
              <p:cNvSpPr txBox="1"/>
              <p:nvPr/>
            </p:nvSpPr>
            <p:spPr>
              <a:xfrm>
                <a:off x="4563318" y="1130300"/>
                <a:ext cx="6955581" cy="551682"/>
              </a:xfrm>
              <a:prstGeom prst="rect">
                <a:avLst/>
              </a:prstGeom>
              <a:noFill/>
              <a:effectLst/>
            </p:spPr>
            <p:txBody>
              <a:bodyPr wrap="square" lIns="91440" tIns="45720" rIns="91440" bIns="45720" rtlCol="0" anchor="b" anchorCtr="0">
                <a:normAutofit/>
              </a:bodyPr>
              <a:lstStyle/>
              <a:p>
                <a:pPr lvl="0">
                  <a:defRPr/>
                </a:pPr>
                <a:r>
                  <a:rPr lang="en-US" altLang="zh-CN" sz="2400" b="1" kern="0" dirty="0">
                    <a:latin typeface="+mj-ea"/>
                    <a:cs typeface="OPPOSans H" panose="00020600040101010101" charset="-122"/>
                  </a:rPr>
                  <a:t>Agenda</a:t>
                </a:r>
              </a:p>
            </p:txBody>
          </p:sp>
        </p:grpSp>
        <p:grpSp>
          <p:nvGrpSpPr>
            <p:cNvPr id="57" name="组合 56">
              <a:extLst>
                <a:ext uri="{FF2B5EF4-FFF2-40B4-BE49-F238E27FC236}">
                  <a16:creationId xmlns:a16="http://schemas.microsoft.com/office/drawing/2014/main" id="{A791C2C1-92E5-27AF-A851-444883976FFE}"/>
                </a:ext>
              </a:extLst>
            </p:cNvPr>
            <p:cNvGrpSpPr/>
            <p:nvPr/>
          </p:nvGrpSpPr>
          <p:grpSpPr>
            <a:xfrm>
              <a:off x="4512521" y="2317626"/>
              <a:ext cx="1340656" cy="1435778"/>
              <a:chOff x="4512521" y="2114374"/>
              <a:chExt cx="1340656" cy="1435778"/>
            </a:xfrm>
          </p:grpSpPr>
          <p:cxnSp>
            <p:nvCxnSpPr>
              <p:cNvPr id="16" name="PPT">
                <a:extLst>
                  <a:ext uri="{FF2B5EF4-FFF2-40B4-BE49-F238E27FC236}">
                    <a16:creationId xmlns:a16="http://schemas.microsoft.com/office/drawing/2014/main" id="{AD64AC0B-CA52-F4DC-8E13-314D7B71AD7D}"/>
                  </a:ext>
                </a:extLst>
              </p:cNvPr>
              <p:cNvCxnSpPr>
                <a:cxnSpLocks/>
              </p:cNvCxnSpPr>
              <p:nvPr/>
            </p:nvCxnSpPr>
            <p:spPr>
              <a:xfrm>
                <a:off x="4649901" y="3550152"/>
                <a:ext cx="25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Number1">
                <a:extLst>
                  <a:ext uri="{FF2B5EF4-FFF2-40B4-BE49-F238E27FC236}">
                    <a16:creationId xmlns:a16="http://schemas.microsoft.com/office/drawing/2014/main" id="{9141F45E-2882-C19A-9461-B9116905441D}"/>
                  </a:ext>
                </a:extLst>
              </p:cNvPr>
              <p:cNvSpPr/>
              <p:nvPr/>
            </p:nvSpPr>
            <p:spPr>
              <a:xfrm>
                <a:off x="4550546" y="2114374"/>
                <a:ext cx="702710" cy="520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lang="en-US" altLang="zh-CN" b="1" dirty="0">
                    <a:solidFill>
                      <a:schemeClr val="tx1"/>
                    </a:solidFill>
                    <a:latin typeface="+mj-ea"/>
                    <a:ea typeface="+mj-ea"/>
                  </a:rPr>
                  <a:t>01</a:t>
                </a:r>
                <a:endParaRPr lang="zh-CN" altLang="en-US" b="1" dirty="0">
                  <a:solidFill>
                    <a:schemeClr val="tx1"/>
                  </a:solidFill>
                  <a:latin typeface="+mj-ea"/>
                  <a:ea typeface="+mj-ea"/>
                </a:endParaRPr>
              </a:p>
            </p:txBody>
          </p:sp>
          <p:sp>
            <p:nvSpPr>
              <p:cNvPr id="18" name="Bullet1">
                <a:extLst>
                  <a:ext uri="{FF2B5EF4-FFF2-40B4-BE49-F238E27FC236}">
                    <a16:creationId xmlns:a16="http://schemas.microsoft.com/office/drawing/2014/main" id="{0520DC75-A5FD-B7E2-83BA-D42D129F6B01}"/>
                  </a:ext>
                </a:extLst>
              </p:cNvPr>
              <p:cNvSpPr/>
              <p:nvPr/>
            </p:nvSpPr>
            <p:spPr>
              <a:xfrm>
                <a:off x="4512521" y="2600960"/>
                <a:ext cx="1340656" cy="782797"/>
              </a:xfrm>
              <a:prstGeom prst="rect">
                <a:avLst/>
              </a:prstGeom>
            </p:spPr>
            <p:txBody>
              <a:bodyPr wrap="square" lIns="91440" tIns="45720" rIns="91440" bIns="45720" anchor="ctr" anchorCtr="0">
                <a:normAutofit/>
              </a:bodyPr>
              <a:lstStyle/>
              <a:p>
                <a:pPr marL="0" marR="0" lvl="0" indent="0" defTabSz="609600" rtl="0" eaLnBrk="1" fontAlgn="auto" latinLnBrk="0" hangingPunct="1">
                  <a:lnSpc>
                    <a:spcPct val="120000"/>
                  </a:lnSpc>
                  <a:spcBef>
                    <a:spcPts val="0"/>
                  </a:spcBef>
                  <a:spcAft>
                    <a:spcPts val="0"/>
                  </a:spcAft>
                  <a:buClrTx/>
                  <a:buSzTx/>
                  <a:buFontTx/>
                  <a:buNone/>
                  <a:tabLst/>
                  <a:defRPr/>
                </a:pPr>
                <a:r>
                  <a:rPr kumimoji="0" lang="zh-CN" altLang="en-US" b="1" i="0" u="none" strike="noStrike" kern="1200" cap="none" spc="0" normalizeH="0" baseline="0" noProof="0">
                    <a:ln>
                      <a:noFill/>
                    </a:ln>
                    <a:uLnTx/>
                    <a:uFillTx/>
                    <a:latin typeface="+mj-ea"/>
                    <a:ea typeface="+mj-ea"/>
                    <a:cs typeface="思源黑体 CN Light" panose="020B0300000000000000" charset="-122"/>
                    <a:sym typeface="+mn-lt"/>
                  </a:rPr>
                  <a:t>单击添加小标题</a:t>
                </a:r>
                <a:endParaRPr kumimoji="0" lang="en-US" altLang="en-US" b="1" i="0" u="none" strike="noStrike" kern="1200" cap="none" spc="0" normalizeH="0" baseline="0" noProof="0" dirty="0">
                  <a:ln>
                    <a:noFill/>
                  </a:ln>
                  <a:uLnTx/>
                  <a:uFillTx/>
                  <a:latin typeface="+mj-ea"/>
                  <a:ea typeface="+mj-ea"/>
                  <a:cs typeface="思源黑体 CN Light" panose="020B0300000000000000" charset="-122"/>
                  <a:sym typeface="+mn-lt"/>
                </a:endParaRPr>
              </a:p>
            </p:txBody>
          </p:sp>
        </p:grpSp>
        <p:grpSp>
          <p:nvGrpSpPr>
            <p:cNvPr id="58" name="组合 57">
              <a:extLst>
                <a:ext uri="{FF2B5EF4-FFF2-40B4-BE49-F238E27FC236}">
                  <a16:creationId xmlns:a16="http://schemas.microsoft.com/office/drawing/2014/main" id="{B2BEAB47-4E53-C117-5D33-4C77654DEBD4}"/>
                </a:ext>
              </a:extLst>
            </p:cNvPr>
            <p:cNvGrpSpPr/>
            <p:nvPr/>
          </p:nvGrpSpPr>
          <p:grpSpPr>
            <a:xfrm>
              <a:off x="6392629" y="2317626"/>
              <a:ext cx="1340656" cy="1435778"/>
              <a:chOff x="6392629" y="2114374"/>
              <a:chExt cx="1340656" cy="1435778"/>
            </a:xfrm>
          </p:grpSpPr>
          <p:cxnSp>
            <p:nvCxnSpPr>
              <p:cNvPr id="20" name="PPT">
                <a:extLst>
                  <a:ext uri="{FF2B5EF4-FFF2-40B4-BE49-F238E27FC236}">
                    <a16:creationId xmlns:a16="http://schemas.microsoft.com/office/drawing/2014/main" id="{2523E1C2-F6F7-D0A0-CAD9-8A0C982DC406}"/>
                  </a:ext>
                </a:extLst>
              </p:cNvPr>
              <p:cNvCxnSpPr>
                <a:cxnSpLocks/>
              </p:cNvCxnSpPr>
              <p:nvPr/>
            </p:nvCxnSpPr>
            <p:spPr>
              <a:xfrm>
                <a:off x="6530009" y="3550152"/>
                <a:ext cx="25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Number2">
                <a:extLst>
                  <a:ext uri="{FF2B5EF4-FFF2-40B4-BE49-F238E27FC236}">
                    <a16:creationId xmlns:a16="http://schemas.microsoft.com/office/drawing/2014/main" id="{0C6B960B-16D5-5CD6-3A71-3573D4DDFFD2}"/>
                  </a:ext>
                </a:extLst>
              </p:cNvPr>
              <p:cNvSpPr/>
              <p:nvPr/>
            </p:nvSpPr>
            <p:spPr>
              <a:xfrm>
                <a:off x="6430654" y="2114374"/>
                <a:ext cx="702710" cy="520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lang="en-US" altLang="zh-CN" b="1" dirty="0">
                    <a:solidFill>
                      <a:schemeClr val="tx1"/>
                    </a:solidFill>
                    <a:latin typeface="+mj-ea"/>
                    <a:ea typeface="+mj-ea"/>
                  </a:rPr>
                  <a:t>02</a:t>
                </a:r>
                <a:endParaRPr lang="zh-CN" altLang="en-US" b="1" dirty="0">
                  <a:solidFill>
                    <a:schemeClr val="tx1"/>
                  </a:solidFill>
                  <a:latin typeface="+mj-ea"/>
                  <a:ea typeface="+mj-ea"/>
                </a:endParaRPr>
              </a:p>
            </p:txBody>
          </p:sp>
          <p:sp>
            <p:nvSpPr>
              <p:cNvPr id="22" name="Bullet2">
                <a:extLst>
                  <a:ext uri="{FF2B5EF4-FFF2-40B4-BE49-F238E27FC236}">
                    <a16:creationId xmlns:a16="http://schemas.microsoft.com/office/drawing/2014/main" id="{A62B7648-012A-E457-1106-68D8CBC0EA80}"/>
                  </a:ext>
                </a:extLst>
              </p:cNvPr>
              <p:cNvSpPr/>
              <p:nvPr/>
            </p:nvSpPr>
            <p:spPr>
              <a:xfrm>
                <a:off x="6392629" y="2600960"/>
                <a:ext cx="1340656" cy="782797"/>
              </a:xfrm>
              <a:prstGeom prst="rect">
                <a:avLst/>
              </a:prstGeom>
            </p:spPr>
            <p:txBody>
              <a:bodyPr wrap="square" lIns="91440" tIns="45720" rIns="91440" bIns="45720" anchor="ctr" anchorCtr="0">
                <a:normAutofit/>
              </a:bodyPr>
              <a:lstStyle/>
              <a:p>
                <a:pPr marL="0" marR="0" lvl="0" indent="0" defTabSz="609600" rtl="0" eaLnBrk="1" fontAlgn="auto" latinLnBrk="0" hangingPunct="1">
                  <a:lnSpc>
                    <a:spcPct val="120000"/>
                  </a:lnSpc>
                  <a:spcBef>
                    <a:spcPts val="0"/>
                  </a:spcBef>
                  <a:spcAft>
                    <a:spcPts val="0"/>
                  </a:spcAft>
                  <a:buClrTx/>
                  <a:buSzTx/>
                  <a:buFontTx/>
                  <a:buNone/>
                  <a:tabLst/>
                  <a:defRPr/>
                </a:pPr>
                <a:r>
                  <a:rPr kumimoji="0" lang="zh-CN" altLang="en-US" b="1" i="0" u="none" strike="noStrike" kern="1200" cap="none" spc="0" normalizeH="0" baseline="0" noProof="0">
                    <a:ln>
                      <a:noFill/>
                    </a:ln>
                    <a:uLnTx/>
                    <a:uFillTx/>
                    <a:latin typeface="+mj-ea"/>
                    <a:ea typeface="+mj-ea"/>
                    <a:cs typeface="思源黑体 CN Light" panose="020B0300000000000000" charset="-122"/>
                    <a:sym typeface="+mn-lt"/>
                  </a:rPr>
                  <a:t>单击添加小标题</a:t>
                </a:r>
                <a:endParaRPr kumimoji="0" lang="en-US" altLang="en-US" b="1" i="0" u="none" strike="noStrike" kern="1200" cap="none" spc="0" normalizeH="0" baseline="0" noProof="0" dirty="0">
                  <a:ln>
                    <a:noFill/>
                  </a:ln>
                  <a:uLnTx/>
                  <a:uFillTx/>
                  <a:latin typeface="+mj-ea"/>
                  <a:ea typeface="+mj-ea"/>
                  <a:cs typeface="思源黑体 CN Light" panose="020B0300000000000000" charset="-122"/>
                  <a:sym typeface="+mn-lt"/>
                </a:endParaRPr>
              </a:p>
            </p:txBody>
          </p:sp>
        </p:grpSp>
        <p:grpSp>
          <p:nvGrpSpPr>
            <p:cNvPr id="59" name="组合 58">
              <a:extLst>
                <a:ext uri="{FF2B5EF4-FFF2-40B4-BE49-F238E27FC236}">
                  <a16:creationId xmlns:a16="http://schemas.microsoft.com/office/drawing/2014/main" id="{F3C5B223-72F8-B303-F3A5-1F54A59E27D8}"/>
                </a:ext>
              </a:extLst>
            </p:cNvPr>
            <p:cNvGrpSpPr/>
            <p:nvPr/>
          </p:nvGrpSpPr>
          <p:grpSpPr>
            <a:xfrm>
              <a:off x="8272737" y="2317626"/>
              <a:ext cx="1340656" cy="1435778"/>
              <a:chOff x="8298136" y="2114374"/>
              <a:chExt cx="1340656" cy="1435778"/>
            </a:xfrm>
          </p:grpSpPr>
          <p:cxnSp>
            <p:nvCxnSpPr>
              <p:cNvPr id="24" name="PPT">
                <a:extLst>
                  <a:ext uri="{FF2B5EF4-FFF2-40B4-BE49-F238E27FC236}">
                    <a16:creationId xmlns:a16="http://schemas.microsoft.com/office/drawing/2014/main" id="{A4E77951-E3B2-C14A-1D7A-CF6044D05D11}"/>
                  </a:ext>
                </a:extLst>
              </p:cNvPr>
              <p:cNvCxnSpPr>
                <a:cxnSpLocks/>
              </p:cNvCxnSpPr>
              <p:nvPr/>
            </p:nvCxnSpPr>
            <p:spPr>
              <a:xfrm>
                <a:off x="8410117" y="3550152"/>
                <a:ext cx="25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Number3">
                <a:extLst>
                  <a:ext uri="{FF2B5EF4-FFF2-40B4-BE49-F238E27FC236}">
                    <a16:creationId xmlns:a16="http://schemas.microsoft.com/office/drawing/2014/main" id="{8E849CF6-B572-D7C4-829B-B6668F8D647A}"/>
                  </a:ext>
                </a:extLst>
              </p:cNvPr>
              <p:cNvSpPr/>
              <p:nvPr/>
            </p:nvSpPr>
            <p:spPr>
              <a:xfrm>
                <a:off x="8310762" y="2114374"/>
                <a:ext cx="702710" cy="520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lang="en-US" altLang="zh-CN" b="1" dirty="0">
                    <a:solidFill>
                      <a:schemeClr val="tx1"/>
                    </a:solidFill>
                    <a:latin typeface="+mj-ea"/>
                    <a:ea typeface="+mj-ea"/>
                  </a:rPr>
                  <a:t>03</a:t>
                </a:r>
                <a:endParaRPr lang="zh-CN" altLang="en-US" b="1" dirty="0">
                  <a:solidFill>
                    <a:schemeClr val="tx1"/>
                  </a:solidFill>
                  <a:latin typeface="+mj-ea"/>
                  <a:ea typeface="+mj-ea"/>
                </a:endParaRPr>
              </a:p>
            </p:txBody>
          </p:sp>
          <p:sp>
            <p:nvSpPr>
              <p:cNvPr id="26" name="Bullet3">
                <a:extLst>
                  <a:ext uri="{FF2B5EF4-FFF2-40B4-BE49-F238E27FC236}">
                    <a16:creationId xmlns:a16="http://schemas.microsoft.com/office/drawing/2014/main" id="{458A7A2E-FD00-9C9B-383C-CC008E9BC37D}"/>
                  </a:ext>
                </a:extLst>
              </p:cNvPr>
              <p:cNvSpPr/>
              <p:nvPr/>
            </p:nvSpPr>
            <p:spPr>
              <a:xfrm>
                <a:off x="8298136" y="2600960"/>
                <a:ext cx="1340656" cy="782797"/>
              </a:xfrm>
              <a:prstGeom prst="rect">
                <a:avLst/>
              </a:prstGeom>
            </p:spPr>
            <p:txBody>
              <a:bodyPr wrap="square" lIns="91440" tIns="45720" rIns="91440" bIns="45720" anchor="ctr" anchorCtr="0">
                <a:normAutofit/>
              </a:bodyPr>
              <a:lstStyle/>
              <a:p>
                <a:pPr marL="0" marR="0" lvl="0" indent="0" defTabSz="609600" rtl="0" eaLnBrk="1" fontAlgn="auto" latinLnBrk="0" hangingPunct="1">
                  <a:lnSpc>
                    <a:spcPct val="120000"/>
                  </a:lnSpc>
                  <a:spcBef>
                    <a:spcPts val="0"/>
                  </a:spcBef>
                  <a:spcAft>
                    <a:spcPts val="0"/>
                  </a:spcAft>
                  <a:buClrTx/>
                  <a:buSzTx/>
                  <a:buFontTx/>
                  <a:buNone/>
                  <a:tabLst/>
                  <a:defRPr/>
                </a:pPr>
                <a:r>
                  <a:rPr kumimoji="0" lang="zh-CN" altLang="en-US" b="1" i="0" u="none" strike="noStrike" kern="1200" cap="none" spc="0" normalizeH="0" baseline="0" noProof="0">
                    <a:ln>
                      <a:noFill/>
                    </a:ln>
                    <a:uLnTx/>
                    <a:uFillTx/>
                    <a:latin typeface="+mj-ea"/>
                    <a:ea typeface="+mj-ea"/>
                    <a:cs typeface="思源黑体 CN Light" panose="020B0300000000000000" charset="-122"/>
                    <a:sym typeface="+mn-lt"/>
                  </a:rPr>
                  <a:t>单击添加小标题</a:t>
                </a:r>
                <a:endParaRPr kumimoji="0" lang="en-US" altLang="en-US" b="1" i="0" u="none" strike="noStrike" kern="1200" cap="none" spc="0" normalizeH="0" baseline="0" noProof="0" dirty="0">
                  <a:ln>
                    <a:noFill/>
                  </a:ln>
                  <a:uLnTx/>
                  <a:uFillTx/>
                  <a:latin typeface="+mj-ea"/>
                  <a:ea typeface="+mj-ea"/>
                  <a:cs typeface="思源黑体 CN Light" panose="020B0300000000000000" charset="-122"/>
                  <a:sym typeface="+mn-lt"/>
                </a:endParaRPr>
              </a:p>
            </p:txBody>
          </p:sp>
        </p:grpSp>
        <p:grpSp>
          <p:nvGrpSpPr>
            <p:cNvPr id="60" name="组合 59">
              <a:extLst>
                <a:ext uri="{FF2B5EF4-FFF2-40B4-BE49-F238E27FC236}">
                  <a16:creationId xmlns:a16="http://schemas.microsoft.com/office/drawing/2014/main" id="{D0940892-A925-0311-7F9A-9DA1D64A8CE7}"/>
                </a:ext>
              </a:extLst>
            </p:cNvPr>
            <p:cNvGrpSpPr/>
            <p:nvPr/>
          </p:nvGrpSpPr>
          <p:grpSpPr>
            <a:xfrm>
              <a:off x="10152845" y="2317626"/>
              <a:ext cx="1340656" cy="1435778"/>
              <a:chOff x="10152845" y="2114374"/>
              <a:chExt cx="1340656" cy="1435778"/>
            </a:xfrm>
          </p:grpSpPr>
          <p:cxnSp>
            <p:nvCxnSpPr>
              <p:cNvPr id="28" name="PPT">
                <a:extLst>
                  <a:ext uri="{FF2B5EF4-FFF2-40B4-BE49-F238E27FC236}">
                    <a16:creationId xmlns:a16="http://schemas.microsoft.com/office/drawing/2014/main" id="{9D1411CD-251F-7C1F-9420-F8FE5E521F29}"/>
                  </a:ext>
                </a:extLst>
              </p:cNvPr>
              <p:cNvCxnSpPr>
                <a:cxnSpLocks/>
              </p:cNvCxnSpPr>
              <p:nvPr/>
            </p:nvCxnSpPr>
            <p:spPr>
              <a:xfrm>
                <a:off x="10290225" y="3550152"/>
                <a:ext cx="25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Number4">
                <a:extLst>
                  <a:ext uri="{FF2B5EF4-FFF2-40B4-BE49-F238E27FC236}">
                    <a16:creationId xmlns:a16="http://schemas.microsoft.com/office/drawing/2014/main" id="{6D20D471-3CDF-5B10-A01C-FBD69D41F937}"/>
                  </a:ext>
                </a:extLst>
              </p:cNvPr>
              <p:cNvSpPr/>
              <p:nvPr/>
            </p:nvSpPr>
            <p:spPr>
              <a:xfrm>
                <a:off x="10190870" y="2114374"/>
                <a:ext cx="702710" cy="520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lang="en-US" altLang="zh-CN" b="1" dirty="0">
                    <a:solidFill>
                      <a:schemeClr val="tx1"/>
                    </a:solidFill>
                    <a:latin typeface="+mj-ea"/>
                    <a:ea typeface="+mj-ea"/>
                  </a:rPr>
                  <a:t>04</a:t>
                </a:r>
                <a:endParaRPr lang="zh-CN" altLang="en-US" b="1" dirty="0">
                  <a:solidFill>
                    <a:schemeClr val="tx1"/>
                  </a:solidFill>
                  <a:latin typeface="+mj-ea"/>
                  <a:ea typeface="+mj-ea"/>
                </a:endParaRPr>
              </a:p>
            </p:txBody>
          </p:sp>
          <p:sp>
            <p:nvSpPr>
              <p:cNvPr id="30" name="Bullet4">
                <a:extLst>
                  <a:ext uri="{FF2B5EF4-FFF2-40B4-BE49-F238E27FC236}">
                    <a16:creationId xmlns:a16="http://schemas.microsoft.com/office/drawing/2014/main" id="{0874AB4E-5001-43EF-9DC6-5DC5550A6C34}"/>
                  </a:ext>
                </a:extLst>
              </p:cNvPr>
              <p:cNvSpPr/>
              <p:nvPr/>
            </p:nvSpPr>
            <p:spPr>
              <a:xfrm>
                <a:off x="10152845" y="2600960"/>
                <a:ext cx="1340656" cy="782797"/>
              </a:xfrm>
              <a:prstGeom prst="rect">
                <a:avLst/>
              </a:prstGeom>
            </p:spPr>
            <p:txBody>
              <a:bodyPr wrap="square" lIns="91440" tIns="45720" rIns="91440" bIns="45720" anchor="ctr" anchorCtr="0">
                <a:normAutofit/>
              </a:bodyPr>
              <a:lstStyle/>
              <a:p>
                <a:pPr marL="0" marR="0" lvl="0" indent="0" defTabSz="609600" rtl="0" eaLnBrk="1" fontAlgn="auto" latinLnBrk="0" hangingPunct="1">
                  <a:lnSpc>
                    <a:spcPct val="120000"/>
                  </a:lnSpc>
                  <a:spcBef>
                    <a:spcPts val="0"/>
                  </a:spcBef>
                  <a:spcAft>
                    <a:spcPts val="0"/>
                  </a:spcAft>
                  <a:buClrTx/>
                  <a:buSzTx/>
                  <a:buFontTx/>
                  <a:buNone/>
                  <a:tabLst/>
                  <a:defRPr/>
                </a:pPr>
                <a:r>
                  <a:rPr kumimoji="0" lang="zh-CN" altLang="en-US" b="1" i="0" u="none" strike="noStrike" kern="1200" cap="none" spc="0" normalizeH="0" baseline="0" noProof="0">
                    <a:ln>
                      <a:noFill/>
                    </a:ln>
                    <a:uLnTx/>
                    <a:uFillTx/>
                    <a:latin typeface="+mj-ea"/>
                    <a:ea typeface="+mj-ea"/>
                    <a:cs typeface="思源黑体 CN Light" panose="020B0300000000000000" charset="-122"/>
                    <a:sym typeface="+mn-lt"/>
                  </a:rPr>
                  <a:t>单击添加小标题</a:t>
                </a:r>
                <a:endParaRPr kumimoji="0" lang="en-US" altLang="en-US" b="1" i="0" u="none" strike="noStrike" kern="1200" cap="none" spc="0" normalizeH="0" baseline="0" noProof="0" dirty="0">
                  <a:ln>
                    <a:noFill/>
                  </a:ln>
                  <a:uLnTx/>
                  <a:uFillTx/>
                  <a:latin typeface="+mj-ea"/>
                  <a:ea typeface="+mj-ea"/>
                  <a:cs typeface="思源黑体 CN Light" panose="020B0300000000000000" charset="-122"/>
                  <a:sym typeface="+mn-lt"/>
                </a:endParaRPr>
              </a:p>
            </p:txBody>
          </p:sp>
        </p:grpSp>
        <p:grpSp>
          <p:nvGrpSpPr>
            <p:cNvPr id="62" name="组合 61">
              <a:extLst>
                <a:ext uri="{FF2B5EF4-FFF2-40B4-BE49-F238E27FC236}">
                  <a16:creationId xmlns:a16="http://schemas.microsoft.com/office/drawing/2014/main" id="{D33C8DB2-209F-A0C8-1504-6302E56A02ED}"/>
                </a:ext>
              </a:extLst>
            </p:cNvPr>
            <p:cNvGrpSpPr/>
            <p:nvPr/>
          </p:nvGrpSpPr>
          <p:grpSpPr>
            <a:xfrm>
              <a:off x="4512521" y="4065403"/>
              <a:ext cx="1340656" cy="1435778"/>
              <a:chOff x="4512521" y="3862151"/>
              <a:chExt cx="1340656" cy="1435778"/>
            </a:xfrm>
          </p:grpSpPr>
          <p:cxnSp>
            <p:nvCxnSpPr>
              <p:cNvPr id="32" name="PPT">
                <a:extLst>
                  <a:ext uri="{FF2B5EF4-FFF2-40B4-BE49-F238E27FC236}">
                    <a16:creationId xmlns:a16="http://schemas.microsoft.com/office/drawing/2014/main" id="{0C3DF398-D07D-B165-5DC9-54706B80ABC3}"/>
                  </a:ext>
                </a:extLst>
              </p:cNvPr>
              <p:cNvCxnSpPr>
                <a:cxnSpLocks/>
              </p:cNvCxnSpPr>
              <p:nvPr/>
            </p:nvCxnSpPr>
            <p:spPr>
              <a:xfrm>
                <a:off x="4649901" y="5297929"/>
                <a:ext cx="25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Number5">
                <a:extLst>
                  <a:ext uri="{FF2B5EF4-FFF2-40B4-BE49-F238E27FC236}">
                    <a16:creationId xmlns:a16="http://schemas.microsoft.com/office/drawing/2014/main" id="{1AF9DEED-D2B8-E0A3-4C82-2EB14B9E8209}"/>
                  </a:ext>
                </a:extLst>
              </p:cNvPr>
              <p:cNvSpPr/>
              <p:nvPr/>
            </p:nvSpPr>
            <p:spPr>
              <a:xfrm>
                <a:off x="4550546" y="3862151"/>
                <a:ext cx="702710" cy="520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lang="en-US" altLang="zh-CN" b="1" dirty="0">
                    <a:solidFill>
                      <a:schemeClr val="tx1"/>
                    </a:solidFill>
                    <a:latin typeface="+mj-ea"/>
                    <a:ea typeface="+mj-ea"/>
                  </a:rPr>
                  <a:t>05</a:t>
                </a:r>
                <a:endParaRPr lang="zh-CN" altLang="en-US" b="1" dirty="0">
                  <a:solidFill>
                    <a:schemeClr val="tx1"/>
                  </a:solidFill>
                  <a:latin typeface="+mj-ea"/>
                  <a:ea typeface="+mj-ea"/>
                </a:endParaRPr>
              </a:p>
            </p:txBody>
          </p:sp>
          <p:sp>
            <p:nvSpPr>
              <p:cNvPr id="34" name="Bullet5">
                <a:extLst>
                  <a:ext uri="{FF2B5EF4-FFF2-40B4-BE49-F238E27FC236}">
                    <a16:creationId xmlns:a16="http://schemas.microsoft.com/office/drawing/2014/main" id="{5C9938EA-316A-7F6B-6140-7FE8D431B6FB}"/>
                  </a:ext>
                </a:extLst>
              </p:cNvPr>
              <p:cNvSpPr/>
              <p:nvPr/>
            </p:nvSpPr>
            <p:spPr>
              <a:xfrm>
                <a:off x="4512521" y="4348737"/>
                <a:ext cx="1340656" cy="782797"/>
              </a:xfrm>
              <a:prstGeom prst="rect">
                <a:avLst/>
              </a:prstGeom>
            </p:spPr>
            <p:txBody>
              <a:bodyPr wrap="square" lIns="91440" tIns="45720" rIns="91440" bIns="45720" anchor="ctr" anchorCtr="0">
                <a:normAutofit/>
              </a:bodyPr>
              <a:lstStyle/>
              <a:p>
                <a:pPr marL="0" marR="0" lvl="0" indent="0" defTabSz="609600" rtl="0" eaLnBrk="1" fontAlgn="auto" latinLnBrk="0" hangingPunct="1">
                  <a:lnSpc>
                    <a:spcPct val="120000"/>
                  </a:lnSpc>
                  <a:spcBef>
                    <a:spcPts val="0"/>
                  </a:spcBef>
                  <a:spcAft>
                    <a:spcPts val="0"/>
                  </a:spcAft>
                  <a:buClrTx/>
                  <a:buSzTx/>
                  <a:buFontTx/>
                  <a:buNone/>
                  <a:tabLst/>
                  <a:defRPr/>
                </a:pPr>
                <a:r>
                  <a:rPr kumimoji="0" lang="zh-CN" altLang="en-US" b="1" i="0" u="none" strike="noStrike" kern="1200" cap="none" spc="0" normalizeH="0" baseline="0" noProof="0">
                    <a:ln>
                      <a:noFill/>
                    </a:ln>
                    <a:uLnTx/>
                    <a:uFillTx/>
                    <a:latin typeface="+mj-ea"/>
                    <a:ea typeface="+mj-ea"/>
                    <a:cs typeface="思源黑体 CN Light" panose="020B0300000000000000" charset="-122"/>
                    <a:sym typeface="+mn-lt"/>
                  </a:rPr>
                  <a:t>单击添加小标题</a:t>
                </a:r>
                <a:endParaRPr kumimoji="0" lang="en-US" altLang="en-US" b="1" i="0" u="none" strike="noStrike" kern="1200" cap="none" spc="0" normalizeH="0" baseline="0" noProof="0" dirty="0">
                  <a:ln>
                    <a:noFill/>
                  </a:ln>
                  <a:uLnTx/>
                  <a:uFillTx/>
                  <a:latin typeface="+mj-ea"/>
                  <a:ea typeface="+mj-ea"/>
                  <a:cs typeface="思源黑体 CN Light" panose="020B0300000000000000" charset="-122"/>
                  <a:sym typeface="+mn-lt"/>
                </a:endParaRPr>
              </a:p>
            </p:txBody>
          </p:sp>
        </p:grpSp>
        <p:grpSp>
          <p:nvGrpSpPr>
            <p:cNvPr id="63" name="组合 62">
              <a:extLst>
                <a:ext uri="{FF2B5EF4-FFF2-40B4-BE49-F238E27FC236}">
                  <a16:creationId xmlns:a16="http://schemas.microsoft.com/office/drawing/2014/main" id="{4727098E-57BF-FE67-0575-EAA698244664}"/>
                </a:ext>
              </a:extLst>
            </p:cNvPr>
            <p:cNvGrpSpPr/>
            <p:nvPr/>
          </p:nvGrpSpPr>
          <p:grpSpPr>
            <a:xfrm>
              <a:off x="6392629" y="4065403"/>
              <a:ext cx="1340656" cy="1435778"/>
              <a:chOff x="6392629" y="3862151"/>
              <a:chExt cx="1340656" cy="1435778"/>
            </a:xfrm>
          </p:grpSpPr>
          <p:cxnSp>
            <p:nvCxnSpPr>
              <p:cNvPr id="36" name="PPT">
                <a:extLst>
                  <a:ext uri="{FF2B5EF4-FFF2-40B4-BE49-F238E27FC236}">
                    <a16:creationId xmlns:a16="http://schemas.microsoft.com/office/drawing/2014/main" id="{6837C118-2FD6-11F6-78B8-21A80E1021BC}"/>
                  </a:ext>
                </a:extLst>
              </p:cNvPr>
              <p:cNvCxnSpPr>
                <a:cxnSpLocks/>
              </p:cNvCxnSpPr>
              <p:nvPr/>
            </p:nvCxnSpPr>
            <p:spPr>
              <a:xfrm>
                <a:off x="6530009" y="5297929"/>
                <a:ext cx="25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Number6">
                <a:extLst>
                  <a:ext uri="{FF2B5EF4-FFF2-40B4-BE49-F238E27FC236}">
                    <a16:creationId xmlns:a16="http://schemas.microsoft.com/office/drawing/2014/main" id="{1048BF28-6898-4A99-7114-F9647591C906}"/>
                  </a:ext>
                </a:extLst>
              </p:cNvPr>
              <p:cNvSpPr/>
              <p:nvPr/>
            </p:nvSpPr>
            <p:spPr>
              <a:xfrm>
                <a:off x="6430654" y="3862151"/>
                <a:ext cx="702710" cy="520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lang="en-US" altLang="zh-CN" b="1" dirty="0">
                    <a:solidFill>
                      <a:schemeClr val="tx1"/>
                    </a:solidFill>
                    <a:latin typeface="+mj-ea"/>
                    <a:ea typeface="+mj-ea"/>
                  </a:rPr>
                  <a:t>06</a:t>
                </a:r>
                <a:endParaRPr lang="zh-CN" altLang="en-US" b="1" dirty="0">
                  <a:solidFill>
                    <a:schemeClr val="tx1"/>
                  </a:solidFill>
                  <a:latin typeface="+mj-ea"/>
                  <a:ea typeface="+mj-ea"/>
                </a:endParaRPr>
              </a:p>
            </p:txBody>
          </p:sp>
          <p:sp>
            <p:nvSpPr>
              <p:cNvPr id="38" name="Bullet6">
                <a:extLst>
                  <a:ext uri="{FF2B5EF4-FFF2-40B4-BE49-F238E27FC236}">
                    <a16:creationId xmlns:a16="http://schemas.microsoft.com/office/drawing/2014/main" id="{D7FD2E96-4BF0-3B2C-B017-3AA66FC77B81}"/>
                  </a:ext>
                </a:extLst>
              </p:cNvPr>
              <p:cNvSpPr/>
              <p:nvPr/>
            </p:nvSpPr>
            <p:spPr>
              <a:xfrm>
                <a:off x="6392629" y="4348737"/>
                <a:ext cx="1340656" cy="782797"/>
              </a:xfrm>
              <a:prstGeom prst="rect">
                <a:avLst/>
              </a:prstGeom>
            </p:spPr>
            <p:txBody>
              <a:bodyPr wrap="square" lIns="91440" tIns="45720" rIns="91440" bIns="45720" anchor="ctr" anchorCtr="0">
                <a:normAutofit/>
              </a:bodyPr>
              <a:lstStyle/>
              <a:p>
                <a:pPr marL="0" marR="0" lvl="0" indent="0" defTabSz="609600" rtl="0" eaLnBrk="1" fontAlgn="auto" latinLnBrk="0" hangingPunct="1">
                  <a:lnSpc>
                    <a:spcPct val="120000"/>
                  </a:lnSpc>
                  <a:spcBef>
                    <a:spcPts val="0"/>
                  </a:spcBef>
                  <a:spcAft>
                    <a:spcPts val="0"/>
                  </a:spcAft>
                  <a:buClrTx/>
                  <a:buSzTx/>
                  <a:buFontTx/>
                  <a:buNone/>
                  <a:tabLst/>
                  <a:defRPr/>
                </a:pPr>
                <a:r>
                  <a:rPr kumimoji="0" lang="zh-CN" altLang="en-US" b="1" i="0" u="none" strike="noStrike" kern="1200" cap="none" spc="0" normalizeH="0" baseline="0" noProof="0">
                    <a:ln>
                      <a:noFill/>
                    </a:ln>
                    <a:uLnTx/>
                    <a:uFillTx/>
                    <a:latin typeface="+mj-ea"/>
                    <a:ea typeface="+mj-ea"/>
                    <a:cs typeface="思源黑体 CN Light" panose="020B0300000000000000" charset="-122"/>
                    <a:sym typeface="+mn-lt"/>
                  </a:rPr>
                  <a:t>单击添加小标题</a:t>
                </a:r>
                <a:endParaRPr kumimoji="0" lang="en-US" altLang="en-US" b="1" i="0" u="none" strike="noStrike" kern="1200" cap="none" spc="0" normalizeH="0" baseline="0" noProof="0" dirty="0">
                  <a:ln>
                    <a:noFill/>
                  </a:ln>
                  <a:uLnTx/>
                  <a:uFillTx/>
                  <a:latin typeface="+mj-ea"/>
                  <a:ea typeface="+mj-ea"/>
                  <a:cs typeface="思源黑体 CN Light" panose="020B0300000000000000" charset="-122"/>
                  <a:sym typeface="+mn-lt"/>
                </a:endParaRPr>
              </a:p>
            </p:txBody>
          </p:sp>
        </p:grpSp>
        <p:grpSp>
          <p:nvGrpSpPr>
            <p:cNvPr id="64" name="组合 63">
              <a:extLst>
                <a:ext uri="{FF2B5EF4-FFF2-40B4-BE49-F238E27FC236}">
                  <a16:creationId xmlns:a16="http://schemas.microsoft.com/office/drawing/2014/main" id="{B82C1850-8D33-2B01-3D7E-DD3DEAAAA24B}"/>
                </a:ext>
              </a:extLst>
            </p:cNvPr>
            <p:cNvGrpSpPr/>
            <p:nvPr/>
          </p:nvGrpSpPr>
          <p:grpSpPr>
            <a:xfrm>
              <a:off x="8272737" y="4065403"/>
              <a:ext cx="1340656" cy="1435778"/>
              <a:chOff x="8272737" y="3862151"/>
              <a:chExt cx="1340656" cy="1435778"/>
            </a:xfrm>
          </p:grpSpPr>
          <p:cxnSp>
            <p:nvCxnSpPr>
              <p:cNvPr id="40" name="PPT">
                <a:extLst>
                  <a:ext uri="{FF2B5EF4-FFF2-40B4-BE49-F238E27FC236}">
                    <a16:creationId xmlns:a16="http://schemas.microsoft.com/office/drawing/2014/main" id="{EF6248AE-4A2E-A099-24B0-411C71DBF860}"/>
                  </a:ext>
                </a:extLst>
              </p:cNvPr>
              <p:cNvCxnSpPr>
                <a:cxnSpLocks/>
              </p:cNvCxnSpPr>
              <p:nvPr/>
            </p:nvCxnSpPr>
            <p:spPr>
              <a:xfrm>
                <a:off x="8410117" y="5297929"/>
                <a:ext cx="25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Number7">
                <a:extLst>
                  <a:ext uri="{FF2B5EF4-FFF2-40B4-BE49-F238E27FC236}">
                    <a16:creationId xmlns:a16="http://schemas.microsoft.com/office/drawing/2014/main" id="{3BAAA4F0-806D-F827-EEF0-3A87DA22F688}"/>
                  </a:ext>
                </a:extLst>
              </p:cNvPr>
              <p:cNvSpPr/>
              <p:nvPr/>
            </p:nvSpPr>
            <p:spPr>
              <a:xfrm>
                <a:off x="8310762" y="3862151"/>
                <a:ext cx="702710" cy="520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lang="en-US" altLang="zh-CN" b="1" dirty="0">
                    <a:solidFill>
                      <a:schemeClr val="tx1"/>
                    </a:solidFill>
                    <a:latin typeface="+mj-ea"/>
                    <a:ea typeface="+mj-ea"/>
                  </a:rPr>
                  <a:t>07</a:t>
                </a:r>
                <a:endParaRPr lang="zh-CN" altLang="en-US" b="1" dirty="0">
                  <a:solidFill>
                    <a:schemeClr val="tx1"/>
                  </a:solidFill>
                  <a:latin typeface="+mj-ea"/>
                  <a:ea typeface="+mj-ea"/>
                </a:endParaRPr>
              </a:p>
            </p:txBody>
          </p:sp>
          <p:sp>
            <p:nvSpPr>
              <p:cNvPr id="42" name="Bullet7">
                <a:extLst>
                  <a:ext uri="{FF2B5EF4-FFF2-40B4-BE49-F238E27FC236}">
                    <a16:creationId xmlns:a16="http://schemas.microsoft.com/office/drawing/2014/main" id="{114D0AE4-8D17-98FA-7049-05FB65FB7E5A}"/>
                  </a:ext>
                </a:extLst>
              </p:cNvPr>
              <p:cNvSpPr/>
              <p:nvPr/>
            </p:nvSpPr>
            <p:spPr>
              <a:xfrm>
                <a:off x="8272737" y="4348737"/>
                <a:ext cx="1340656" cy="782797"/>
              </a:xfrm>
              <a:prstGeom prst="rect">
                <a:avLst/>
              </a:prstGeom>
            </p:spPr>
            <p:txBody>
              <a:bodyPr wrap="square" lIns="91440" tIns="45720" rIns="91440" bIns="45720" anchor="ctr" anchorCtr="0">
                <a:normAutofit/>
              </a:bodyPr>
              <a:lstStyle/>
              <a:p>
                <a:pPr marL="0" marR="0" lvl="0" indent="0" defTabSz="609600" rtl="0" eaLnBrk="1" fontAlgn="auto" latinLnBrk="0" hangingPunct="1">
                  <a:lnSpc>
                    <a:spcPct val="120000"/>
                  </a:lnSpc>
                  <a:spcBef>
                    <a:spcPts val="0"/>
                  </a:spcBef>
                  <a:spcAft>
                    <a:spcPts val="0"/>
                  </a:spcAft>
                  <a:buClrTx/>
                  <a:buSzTx/>
                  <a:buFontTx/>
                  <a:buNone/>
                  <a:tabLst/>
                  <a:defRPr/>
                </a:pPr>
                <a:r>
                  <a:rPr kumimoji="0" lang="zh-CN" altLang="en-US" b="1" i="0" u="none" strike="noStrike" kern="1200" cap="none" spc="0" normalizeH="0" baseline="0" noProof="0">
                    <a:ln>
                      <a:noFill/>
                    </a:ln>
                    <a:uLnTx/>
                    <a:uFillTx/>
                    <a:latin typeface="+mj-ea"/>
                    <a:ea typeface="+mj-ea"/>
                    <a:cs typeface="思源黑体 CN Light" panose="020B0300000000000000" charset="-122"/>
                    <a:sym typeface="+mn-lt"/>
                  </a:rPr>
                  <a:t>单击添加小标题</a:t>
                </a:r>
                <a:endParaRPr kumimoji="0" lang="en-US" altLang="en-US" b="1" i="0" u="none" strike="noStrike" kern="1200" cap="none" spc="0" normalizeH="0" baseline="0" noProof="0" dirty="0">
                  <a:ln>
                    <a:noFill/>
                  </a:ln>
                  <a:uLnTx/>
                  <a:uFillTx/>
                  <a:latin typeface="+mj-ea"/>
                  <a:ea typeface="+mj-ea"/>
                  <a:cs typeface="思源黑体 CN Light" panose="020B0300000000000000" charset="-122"/>
                  <a:sym typeface="+mn-lt"/>
                </a:endParaRPr>
              </a:p>
            </p:txBody>
          </p:sp>
        </p:grpSp>
        <p:grpSp>
          <p:nvGrpSpPr>
            <p:cNvPr id="65" name="组合 64">
              <a:extLst>
                <a:ext uri="{FF2B5EF4-FFF2-40B4-BE49-F238E27FC236}">
                  <a16:creationId xmlns:a16="http://schemas.microsoft.com/office/drawing/2014/main" id="{24A2398D-0F88-4491-F3DF-4048DE6BDFA0}"/>
                </a:ext>
              </a:extLst>
            </p:cNvPr>
            <p:cNvGrpSpPr/>
            <p:nvPr/>
          </p:nvGrpSpPr>
          <p:grpSpPr>
            <a:xfrm>
              <a:off x="10152845" y="4065403"/>
              <a:ext cx="1340656" cy="1435778"/>
              <a:chOff x="10152845" y="3862151"/>
              <a:chExt cx="1340656" cy="1435778"/>
            </a:xfrm>
          </p:grpSpPr>
          <p:cxnSp>
            <p:nvCxnSpPr>
              <p:cNvPr id="44" name="PPT">
                <a:extLst>
                  <a:ext uri="{FF2B5EF4-FFF2-40B4-BE49-F238E27FC236}">
                    <a16:creationId xmlns:a16="http://schemas.microsoft.com/office/drawing/2014/main" id="{FBF66A1F-1CAE-F6B3-3FF0-0C5005281BF7}"/>
                  </a:ext>
                </a:extLst>
              </p:cNvPr>
              <p:cNvCxnSpPr>
                <a:cxnSpLocks/>
              </p:cNvCxnSpPr>
              <p:nvPr/>
            </p:nvCxnSpPr>
            <p:spPr>
              <a:xfrm>
                <a:off x="10290225" y="5297929"/>
                <a:ext cx="25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Number8">
                <a:extLst>
                  <a:ext uri="{FF2B5EF4-FFF2-40B4-BE49-F238E27FC236}">
                    <a16:creationId xmlns:a16="http://schemas.microsoft.com/office/drawing/2014/main" id="{594BE579-D103-3F7E-19BA-FCBF553C9B18}"/>
                  </a:ext>
                </a:extLst>
              </p:cNvPr>
              <p:cNvSpPr/>
              <p:nvPr/>
            </p:nvSpPr>
            <p:spPr>
              <a:xfrm>
                <a:off x="10178243" y="3862151"/>
                <a:ext cx="702710" cy="520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lang="en-US" altLang="zh-CN" b="1" dirty="0">
                    <a:solidFill>
                      <a:schemeClr val="tx1"/>
                    </a:solidFill>
                    <a:latin typeface="+mj-ea"/>
                    <a:ea typeface="+mj-ea"/>
                  </a:rPr>
                  <a:t>08</a:t>
                </a:r>
                <a:endParaRPr lang="zh-CN" altLang="en-US" b="1" dirty="0">
                  <a:solidFill>
                    <a:schemeClr val="tx1"/>
                  </a:solidFill>
                  <a:latin typeface="+mj-ea"/>
                  <a:ea typeface="+mj-ea"/>
                </a:endParaRPr>
              </a:p>
            </p:txBody>
          </p:sp>
          <p:sp>
            <p:nvSpPr>
              <p:cNvPr id="46" name="Bullet8">
                <a:extLst>
                  <a:ext uri="{FF2B5EF4-FFF2-40B4-BE49-F238E27FC236}">
                    <a16:creationId xmlns:a16="http://schemas.microsoft.com/office/drawing/2014/main" id="{39B7F924-FD79-A2AF-A712-F627B1FAC567}"/>
                  </a:ext>
                </a:extLst>
              </p:cNvPr>
              <p:cNvSpPr/>
              <p:nvPr/>
            </p:nvSpPr>
            <p:spPr>
              <a:xfrm>
                <a:off x="10152845" y="4348737"/>
                <a:ext cx="1340656" cy="782797"/>
              </a:xfrm>
              <a:prstGeom prst="rect">
                <a:avLst/>
              </a:prstGeom>
            </p:spPr>
            <p:txBody>
              <a:bodyPr wrap="square" lIns="91440" tIns="45720" rIns="91440" bIns="45720" anchor="ctr" anchorCtr="0">
                <a:normAutofit/>
              </a:bodyPr>
              <a:lstStyle/>
              <a:p>
                <a:pPr marL="0" marR="0" lvl="0" indent="0" defTabSz="609600" rtl="0" eaLnBrk="1" fontAlgn="auto" latinLnBrk="0" hangingPunct="1">
                  <a:lnSpc>
                    <a:spcPct val="120000"/>
                  </a:lnSpc>
                  <a:spcBef>
                    <a:spcPts val="0"/>
                  </a:spcBef>
                  <a:spcAft>
                    <a:spcPts val="0"/>
                  </a:spcAft>
                  <a:buClrTx/>
                  <a:buSzTx/>
                  <a:buFontTx/>
                  <a:buNone/>
                  <a:tabLst/>
                  <a:defRPr/>
                </a:pPr>
                <a:r>
                  <a:rPr kumimoji="0" lang="zh-CN" altLang="en-US" b="1" i="0" u="none" strike="noStrike" kern="1200" cap="none" spc="0" normalizeH="0" baseline="0" noProof="0">
                    <a:ln>
                      <a:noFill/>
                    </a:ln>
                    <a:uLnTx/>
                    <a:uFillTx/>
                    <a:latin typeface="+mj-ea"/>
                    <a:ea typeface="+mj-ea"/>
                    <a:cs typeface="思源黑体 CN Light" panose="020B0300000000000000" charset="-122"/>
                    <a:sym typeface="+mn-lt"/>
                  </a:rPr>
                  <a:t>单击添加小标题</a:t>
                </a:r>
                <a:endParaRPr kumimoji="0" lang="en-US" altLang="en-US" b="1" i="0" u="none" strike="noStrike" kern="1200" cap="none" spc="0" normalizeH="0" baseline="0" noProof="0" dirty="0">
                  <a:ln>
                    <a:noFill/>
                  </a:ln>
                  <a:uLnTx/>
                  <a:uFillTx/>
                  <a:latin typeface="+mj-ea"/>
                  <a:ea typeface="+mj-ea"/>
                  <a:cs typeface="思源黑体 CN Light" panose="020B0300000000000000" charset="-122"/>
                  <a:sym typeface="+mn-lt"/>
                </a:endParaRPr>
              </a:p>
            </p:txBody>
          </p:sp>
        </p:grpSp>
      </p:grpSp>
      <p:sp>
        <p:nvSpPr>
          <p:cNvPr id="3" name="标题 2">
            <a:extLst>
              <a:ext uri="{FF2B5EF4-FFF2-40B4-BE49-F238E27FC236}">
                <a16:creationId xmlns:a16="http://schemas.microsoft.com/office/drawing/2014/main" id="{F17812BE-7D04-D1DA-AC94-00ACB20FCD4E}"/>
              </a:ext>
            </a:extLst>
          </p:cNvPr>
          <p:cNvSpPr>
            <a:spLocks noGrp="1"/>
          </p:cNvSpPr>
          <p:nvPr>
            <p:ph type="title"/>
          </p:nvPr>
        </p:nvSpPr>
        <p:spPr/>
        <p:txBody>
          <a:bodyPr/>
          <a:lstStyle/>
          <a:p>
            <a:r>
              <a:rPr lang="zh-CN" altLang="en-US"/>
              <a:t>目录</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60400" y="1130300"/>
            <a:ext cx="5288987" cy="2224272"/>
          </a:xfrm>
        </p:spPr>
        <p:txBody>
          <a:bodyPr/>
          <a:lstStyle/>
          <a:p>
            <a:r>
              <a:rPr lang="zh-CN" altLang="en-US" dirty="0"/>
              <a:t>单击添加章节标题</a:t>
            </a:r>
          </a:p>
        </p:txBody>
      </p:sp>
      <p:sp>
        <p:nvSpPr>
          <p:cNvPr id="25" name="文本占位符 24"/>
          <p:cNvSpPr>
            <a:spLocks noGrp="1"/>
          </p:cNvSpPr>
          <p:nvPr>
            <p:ph type="body" sz="quarter" idx="1" hasCustomPrompt="1"/>
          </p:nvPr>
        </p:nvSpPr>
        <p:spPr>
          <a:xfrm>
            <a:off x="660400" y="3403502"/>
            <a:ext cx="5288987" cy="2220550"/>
          </a:xfrm>
        </p:spPr>
        <p:txBody>
          <a:bodyPr/>
          <a:lstStyle/>
          <a:p>
            <a:r>
              <a:rPr lang="zh-CN" altLang="en-US" dirty="0"/>
              <a:t>单击此处添加章节页描述内容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49588-9EA5-E766-0DBD-2BEE81A5D013}"/>
            </a:ext>
          </a:extLst>
        </p:cNvPr>
        <p:cNvGrpSpPr/>
        <p:nvPr/>
      </p:nvGrpSpPr>
      <p:grpSpPr>
        <a:xfrm>
          <a:off x="0" y="0"/>
          <a:ext cx="0" cy="0"/>
          <a:chOff x="0" y="0"/>
          <a:chExt cx="0" cy="0"/>
        </a:xfrm>
      </p:grpSpPr>
      <p:grpSp>
        <p:nvGrpSpPr>
          <p:cNvPr id="45" name="组合 44">
            <a:extLst>
              <a:ext uri="{FF2B5EF4-FFF2-40B4-BE49-F238E27FC236}">
                <a16:creationId xmlns:a16="http://schemas.microsoft.com/office/drawing/2014/main" id="{83C70CD6-9B85-8259-1D2D-3843F6841D3C}"/>
              </a:ext>
            </a:extLst>
          </p:cNvPr>
          <p:cNvGrpSpPr/>
          <p:nvPr/>
        </p:nvGrpSpPr>
        <p:grpSpPr>
          <a:xfrm>
            <a:off x="0" y="1131889"/>
            <a:ext cx="12192000" cy="5726111"/>
            <a:chOff x="0" y="1131889"/>
            <a:chExt cx="12192000" cy="5726111"/>
          </a:xfrm>
        </p:grpSpPr>
        <p:pic>
          <p:nvPicPr>
            <p:cNvPr id="10" name="PPT">
              <a:extLst>
                <a:ext uri="{FF2B5EF4-FFF2-40B4-BE49-F238E27FC236}">
                  <a16:creationId xmlns:a16="http://schemas.microsoft.com/office/drawing/2014/main" id="{2BA5FCF7-3E6D-9A1A-68E6-03B143DF1BA4}"/>
                </a:ext>
              </a:extLst>
            </p:cNvPr>
            <p:cNvPicPr>
              <a:picLocks noChangeAspect="1"/>
            </p:cNvPicPr>
            <p:nvPr/>
          </p:nvPicPr>
          <p:blipFill>
            <a:blip r:embed="rId3" cstate="email">
              <a:extLst>
                <a:ext uri="{28A0092B-C50C-407E-A947-70E740481C1C}">
                  <a14:useLocalDpi xmlns:a14="http://schemas.microsoft.com/office/drawing/2010/main"/>
                </a:ext>
              </a:extLst>
            </a:blip>
            <a:srcRect t="2147"/>
            <a:stretch>
              <a:fillRect/>
            </a:stretch>
          </p:blipFill>
          <p:spPr>
            <a:xfrm rot="5400000">
              <a:off x="5784850" y="450850"/>
              <a:ext cx="622300" cy="12192000"/>
            </a:xfrm>
            <a:custGeom>
              <a:avLst/>
              <a:gdLst>
                <a:gd name="csX0" fmla="*/ 0 w 3429964"/>
                <a:gd name="csY0" fmla="*/ 0 h 6858000"/>
                <a:gd name="csX1" fmla="*/ 3429964 w 3429964"/>
                <a:gd name="csY1" fmla="*/ 0 h 6858000"/>
                <a:gd name="csX2" fmla="*/ 3429964 w 3429964"/>
                <a:gd name="csY2" fmla="*/ 6858000 h 6858000"/>
                <a:gd name="csX3" fmla="*/ 0 w 3429964"/>
                <a:gd name="csY3" fmla="*/ 6858000 h 6858000"/>
              </a:gdLst>
              <a:ahLst/>
              <a:cxnLst>
                <a:cxn ang="0">
                  <a:pos x="csX0" y="csY0"/>
                </a:cxn>
                <a:cxn ang="0">
                  <a:pos x="csX1" y="csY1"/>
                </a:cxn>
                <a:cxn ang="0">
                  <a:pos x="csX2" y="csY2"/>
                </a:cxn>
                <a:cxn ang="0">
                  <a:pos x="csX3" y="csY3"/>
                </a:cxn>
              </a:cxnLst>
              <a:rect l="l" t="t" r="r" b="b"/>
              <a:pathLst>
                <a:path w="3429964" h="6858000">
                  <a:moveTo>
                    <a:pt x="0" y="0"/>
                  </a:moveTo>
                  <a:lnTo>
                    <a:pt x="3429964" y="0"/>
                  </a:lnTo>
                  <a:lnTo>
                    <a:pt x="3429964" y="6858000"/>
                  </a:lnTo>
                  <a:lnTo>
                    <a:pt x="0" y="6858000"/>
                  </a:lnTo>
                  <a:close/>
                </a:path>
              </a:pathLst>
            </a:custGeom>
          </p:spPr>
        </p:pic>
        <p:pic>
          <p:nvPicPr>
            <p:cNvPr id="9" name="图片 8">
              <a:extLst>
                <a:ext uri="{FF2B5EF4-FFF2-40B4-BE49-F238E27FC236}">
                  <a16:creationId xmlns:a16="http://schemas.microsoft.com/office/drawing/2014/main" id="{7F8DA4B4-A753-51A0-6344-EC0D7C2567B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0" y="2295960"/>
              <a:ext cx="6614160" cy="3939739"/>
            </a:xfrm>
            <a:prstGeom prst="rect">
              <a:avLst/>
            </a:prstGeom>
          </p:spPr>
        </p:pic>
        <p:cxnSp>
          <p:nvCxnSpPr>
            <p:cNvPr id="14" name="直接连接符 13">
              <a:extLst>
                <a:ext uri="{FF2B5EF4-FFF2-40B4-BE49-F238E27FC236}">
                  <a16:creationId xmlns:a16="http://schemas.microsoft.com/office/drawing/2014/main" id="{D6875C1C-C18B-C4A5-423C-9C1E3CDC4575}"/>
                </a:ext>
              </a:extLst>
            </p:cNvPr>
            <p:cNvCxnSpPr>
              <a:cxnSpLocks/>
            </p:cNvCxnSpPr>
            <p:nvPr/>
          </p:nvCxnSpPr>
          <p:spPr>
            <a:xfrm>
              <a:off x="2314937" y="3094010"/>
              <a:ext cx="92039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a:extLst>
                <a:ext uri="{FF2B5EF4-FFF2-40B4-BE49-F238E27FC236}">
                  <a16:creationId xmlns:a16="http://schemas.microsoft.com/office/drawing/2014/main" id="{033AF7DF-054E-FBFA-53F8-D1FDD643627D}"/>
                </a:ext>
              </a:extLst>
            </p:cNvPr>
            <p:cNvSpPr/>
            <p:nvPr/>
          </p:nvSpPr>
          <p:spPr>
            <a:xfrm>
              <a:off x="662780" y="1131889"/>
              <a:ext cx="10856119" cy="571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SzPct val="25000"/>
              </a:pPr>
              <a:r>
                <a:rPr lang="zh-CN" altLang="en-US" sz="2400" b="1">
                  <a:solidFill>
                    <a:schemeClr val="tx1"/>
                  </a:solidFill>
                  <a:latin typeface="+mj-ea"/>
                  <a:ea typeface="+mj-ea"/>
                  <a:sym typeface="Arial" panose="020B0604020202020204" pitchFamily="34" charset="0"/>
                </a:rPr>
                <a:t>单击此处添加长一点的副标题</a:t>
              </a:r>
              <a:endParaRPr lang="en-US" altLang="en-US" sz="2400" b="1" dirty="0">
                <a:solidFill>
                  <a:schemeClr val="tx1"/>
                </a:solidFill>
                <a:latin typeface="+mj-ea"/>
                <a:ea typeface="+mj-ea"/>
                <a:sym typeface="Arial" panose="020B0604020202020204" pitchFamily="34" charset="0"/>
              </a:endParaRPr>
            </a:p>
          </p:txBody>
        </p:sp>
        <p:grpSp>
          <p:nvGrpSpPr>
            <p:cNvPr id="42" name="组合 41">
              <a:extLst>
                <a:ext uri="{FF2B5EF4-FFF2-40B4-BE49-F238E27FC236}">
                  <a16:creationId xmlns:a16="http://schemas.microsoft.com/office/drawing/2014/main" id="{954F59EC-1A0F-2F4C-CB75-AF3DB595456F}"/>
                </a:ext>
              </a:extLst>
            </p:cNvPr>
            <p:cNvGrpSpPr/>
            <p:nvPr/>
          </p:nvGrpSpPr>
          <p:grpSpPr>
            <a:xfrm>
              <a:off x="3564728" y="2039630"/>
              <a:ext cx="2232000" cy="2935493"/>
              <a:chOff x="3564728" y="2039630"/>
              <a:chExt cx="2232000" cy="2935493"/>
            </a:xfrm>
          </p:grpSpPr>
          <p:sp>
            <p:nvSpPr>
              <p:cNvPr id="38" name="PPT">
                <a:extLst>
                  <a:ext uri="{FF2B5EF4-FFF2-40B4-BE49-F238E27FC236}">
                    <a16:creationId xmlns:a16="http://schemas.microsoft.com/office/drawing/2014/main" id="{6C005DCD-04E0-386E-AA9A-6B1991D71D20}"/>
                  </a:ext>
                </a:extLst>
              </p:cNvPr>
              <p:cNvSpPr/>
              <p:nvPr/>
            </p:nvSpPr>
            <p:spPr>
              <a:xfrm>
                <a:off x="4305825" y="2039630"/>
                <a:ext cx="749806" cy="749804"/>
              </a:xfrm>
              <a:prstGeom prst="ellipse">
                <a:avLst/>
              </a:prstGeom>
              <a:solidFill>
                <a:schemeClr val="accent1"/>
              </a:solidFill>
              <a:ln w="25400">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marL="0" marR="0" lvl="0" indent="0" algn="ctr" defTabSz="914400" rtl="0" eaLnBrk="1" fontAlgn="auto" latinLnBrk="0" hangingPunct="1">
                  <a:lnSpc>
                    <a:spcPct val="11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tx1"/>
                  </a:solidFill>
                  <a:effectLst/>
                  <a:uLnTx/>
                  <a:uFillTx/>
                  <a:latin typeface="+mj-ea"/>
                  <a:ea typeface="+mj-ea"/>
                  <a:cs typeface="微软雅黑" panose="020B0503020204020204" charset="-122"/>
                </a:endParaRPr>
              </a:p>
            </p:txBody>
          </p:sp>
          <p:sp>
            <p:nvSpPr>
              <p:cNvPr id="21" name="椭圆 20">
                <a:extLst>
                  <a:ext uri="{FF2B5EF4-FFF2-40B4-BE49-F238E27FC236}">
                    <a16:creationId xmlns:a16="http://schemas.microsoft.com/office/drawing/2014/main" id="{AD77D20C-577A-946E-4352-DB2BF2BF7E9F}"/>
                  </a:ext>
                </a:extLst>
              </p:cNvPr>
              <p:cNvSpPr/>
              <p:nvPr/>
            </p:nvSpPr>
            <p:spPr>
              <a:xfrm>
                <a:off x="4614688" y="3027970"/>
                <a:ext cx="132080" cy="1320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p>
            </p:txBody>
          </p:sp>
          <p:cxnSp>
            <p:nvCxnSpPr>
              <p:cNvPr id="23" name="直接连接符 22">
                <a:extLst>
                  <a:ext uri="{FF2B5EF4-FFF2-40B4-BE49-F238E27FC236}">
                    <a16:creationId xmlns:a16="http://schemas.microsoft.com/office/drawing/2014/main" id="{BDD14538-ABCE-0B13-E132-1E27774608F4}"/>
                  </a:ext>
                </a:extLst>
              </p:cNvPr>
              <p:cNvCxnSpPr>
                <a:cxnSpLocks/>
              </p:cNvCxnSpPr>
              <p:nvPr/>
            </p:nvCxnSpPr>
            <p:spPr>
              <a:xfrm>
                <a:off x="4680728" y="3266730"/>
                <a:ext cx="0" cy="180000"/>
              </a:xfrm>
              <a:prstGeom prst="line">
                <a:avLst/>
              </a:prstGeom>
              <a:ln w="12700">
                <a:solidFill>
                  <a:schemeClr val="accent1">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0" name="Number1">
                <a:extLst>
                  <a:ext uri="{FF2B5EF4-FFF2-40B4-BE49-F238E27FC236}">
                    <a16:creationId xmlns:a16="http://schemas.microsoft.com/office/drawing/2014/main" id="{A971082D-3603-EE42-5FE2-F888DE6A8856}"/>
                  </a:ext>
                </a:extLst>
              </p:cNvPr>
              <p:cNvSpPr txBox="1"/>
              <p:nvPr/>
            </p:nvSpPr>
            <p:spPr>
              <a:xfrm>
                <a:off x="4356660" y="2158929"/>
                <a:ext cx="648136" cy="511207"/>
              </a:xfrm>
              <a:prstGeom prst="rect">
                <a:avLst/>
              </a:prstGeom>
              <a:noFill/>
              <a:ln>
                <a:noFill/>
              </a:ln>
            </p:spPr>
            <p:txBody>
              <a:bodyPr wrap="square" lIns="91440" tIns="45720" rIns="91440" bIns="45720" anchor="ctr"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en-US" altLang="zh-CN" dirty="0">
                    <a:solidFill>
                      <a:srgbClr val="FFFFFF"/>
                    </a:solidFill>
                    <a:effectLst/>
                  </a:rPr>
                  <a:t>01</a:t>
                </a:r>
                <a:endParaRPr lang="zh-CN" altLang="en-US" dirty="0">
                  <a:solidFill>
                    <a:srgbClr val="FFFFFF"/>
                  </a:solidFill>
                  <a:effectLst/>
                </a:endParaRPr>
              </a:p>
            </p:txBody>
          </p:sp>
          <p:sp>
            <p:nvSpPr>
              <p:cNvPr id="11" name="Bullet1">
                <a:extLst>
                  <a:ext uri="{FF2B5EF4-FFF2-40B4-BE49-F238E27FC236}">
                    <a16:creationId xmlns:a16="http://schemas.microsoft.com/office/drawing/2014/main" id="{8B187502-47B1-DEFD-F85C-C1DDC93F74D3}"/>
                  </a:ext>
                </a:extLst>
              </p:cNvPr>
              <p:cNvSpPr txBox="1"/>
              <p:nvPr/>
            </p:nvSpPr>
            <p:spPr>
              <a:xfrm>
                <a:off x="3564728" y="3468788"/>
                <a:ext cx="2232000" cy="511207"/>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chemeClr val="tx1"/>
                    </a:solidFill>
                    <a:effectLst/>
                  </a:rPr>
                  <a:t>单击添加小标题</a:t>
                </a:r>
                <a:endParaRPr lang="en-US" altLang="en-US" dirty="0">
                  <a:solidFill>
                    <a:schemeClr val="tx1"/>
                  </a:solidFill>
                  <a:effectLst/>
                </a:endParaRPr>
              </a:p>
            </p:txBody>
          </p:sp>
          <p:sp>
            <p:nvSpPr>
              <p:cNvPr id="12" name="Text1">
                <a:extLst>
                  <a:ext uri="{FF2B5EF4-FFF2-40B4-BE49-F238E27FC236}">
                    <a16:creationId xmlns:a16="http://schemas.microsoft.com/office/drawing/2014/main" id="{EBCD0FF4-50DE-7459-E187-1F166D9665DC}"/>
                  </a:ext>
                </a:extLst>
              </p:cNvPr>
              <p:cNvSpPr txBox="1">
                <a:spLocks noChangeArrowheads="1"/>
              </p:cNvSpPr>
              <p:nvPr/>
            </p:nvSpPr>
            <p:spPr bwMode="auto">
              <a:xfrm>
                <a:off x="3564728" y="4033921"/>
                <a:ext cx="2232000" cy="94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43" name="组合 42">
              <a:extLst>
                <a:ext uri="{FF2B5EF4-FFF2-40B4-BE49-F238E27FC236}">
                  <a16:creationId xmlns:a16="http://schemas.microsoft.com/office/drawing/2014/main" id="{35F0180D-B30A-0231-2E40-29243A444D56}"/>
                </a:ext>
              </a:extLst>
            </p:cNvPr>
            <p:cNvGrpSpPr/>
            <p:nvPr/>
          </p:nvGrpSpPr>
          <p:grpSpPr>
            <a:xfrm>
              <a:off x="6278992" y="2039630"/>
              <a:ext cx="2232000" cy="2935493"/>
              <a:chOff x="6278992" y="2039630"/>
              <a:chExt cx="2232000" cy="2935493"/>
            </a:xfrm>
          </p:grpSpPr>
          <p:sp>
            <p:nvSpPr>
              <p:cNvPr id="39" name="PPT">
                <a:extLst>
                  <a:ext uri="{FF2B5EF4-FFF2-40B4-BE49-F238E27FC236}">
                    <a16:creationId xmlns:a16="http://schemas.microsoft.com/office/drawing/2014/main" id="{AC3331FF-F8C8-8382-31AD-FE605A6F8631}"/>
                  </a:ext>
                </a:extLst>
              </p:cNvPr>
              <p:cNvSpPr/>
              <p:nvPr/>
            </p:nvSpPr>
            <p:spPr>
              <a:xfrm>
                <a:off x="7020089" y="2039630"/>
                <a:ext cx="749806" cy="749804"/>
              </a:xfrm>
              <a:prstGeom prst="ellipse">
                <a:avLst/>
              </a:prstGeom>
              <a:solidFill>
                <a:schemeClr val="accent1"/>
              </a:solidFill>
              <a:ln w="25400">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marL="0" marR="0" lvl="0" indent="0" algn="ctr" defTabSz="914400" rtl="0" eaLnBrk="1" fontAlgn="auto" latinLnBrk="0" hangingPunct="1">
                  <a:lnSpc>
                    <a:spcPct val="11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tx1"/>
                  </a:solidFill>
                  <a:effectLst/>
                  <a:uLnTx/>
                  <a:uFillTx/>
                  <a:latin typeface="+mj-ea"/>
                  <a:ea typeface="+mj-ea"/>
                  <a:cs typeface="微软雅黑" panose="020B0503020204020204" charset="-122"/>
                </a:endParaRPr>
              </a:p>
            </p:txBody>
          </p:sp>
          <p:sp>
            <p:nvSpPr>
              <p:cNvPr id="30" name="椭圆 29">
                <a:extLst>
                  <a:ext uri="{FF2B5EF4-FFF2-40B4-BE49-F238E27FC236}">
                    <a16:creationId xmlns:a16="http://schemas.microsoft.com/office/drawing/2014/main" id="{5D9E2E7C-D99D-5BEB-6007-DFBADFFF3F21}"/>
                  </a:ext>
                </a:extLst>
              </p:cNvPr>
              <p:cNvSpPr/>
              <p:nvPr/>
            </p:nvSpPr>
            <p:spPr>
              <a:xfrm>
                <a:off x="7328952" y="3027970"/>
                <a:ext cx="132080" cy="1320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p>
            </p:txBody>
          </p:sp>
          <p:cxnSp>
            <p:nvCxnSpPr>
              <p:cNvPr id="31" name="直接连接符 30">
                <a:extLst>
                  <a:ext uri="{FF2B5EF4-FFF2-40B4-BE49-F238E27FC236}">
                    <a16:creationId xmlns:a16="http://schemas.microsoft.com/office/drawing/2014/main" id="{E7731306-182C-7B4F-F936-31FE7815E624}"/>
                  </a:ext>
                </a:extLst>
              </p:cNvPr>
              <p:cNvCxnSpPr>
                <a:cxnSpLocks/>
              </p:cNvCxnSpPr>
              <p:nvPr/>
            </p:nvCxnSpPr>
            <p:spPr>
              <a:xfrm>
                <a:off x="7394992" y="3266730"/>
                <a:ext cx="0" cy="180000"/>
              </a:xfrm>
              <a:prstGeom prst="line">
                <a:avLst/>
              </a:prstGeom>
              <a:ln w="12700">
                <a:solidFill>
                  <a:schemeClr val="accent1">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9" name="Number2">
                <a:extLst>
                  <a:ext uri="{FF2B5EF4-FFF2-40B4-BE49-F238E27FC236}">
                    <a16:creationId xmlns:a16="http://schemas.microsoft.com/office/drawing/2014/main" id="{E76D375C-77B8-7451-6756-ECCDAC85CA78}"/>
                  </a:ext>
                </a:extLst>
              </p:cNvPr>
              <p:cNvSpPr txBox="1"/>
              <p:nvPr/>
            </p:nvSpPr>
            <p:spPr>
              <a:xfrm>
                <a:off x="7070924" y="2158929"/>
                <a:ext cx="648136" cy="511207"/>
              </a:xfrm>
              <a:prstGeom prst="rect">
                <a:avLst/>
              </a:prstGeom>
              <a:noFill/>
              <a:ln>
                <a:noFill/>
              </a:ln>
            </p:spPr>
            <p:txBody>
              <a:bodyPr wrap="square" lIns="91440" tIns="45720" rIns="91440" bIns="45720" anchor="ctr"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en-US" altLang="zh-CN" dirty="0">
                    <a:solidFill>
                      <a:srgbClr val="FFFFFF"/>
                    </a:solidFill>
                    <a:effectLst/>
                  </a:rPr>
                  <a:t>02</a:t>
                </a:r>
                <a:endParaRPr lang="zh-CN" altLang="en-US" dirty="0">
                  <a:solidFill>
                    <a:srgbClr val="FFFFFF"/>
                  </a:solidFill>
                  <a:effectLst/>
                </a:endParaRPr>
              </a:p>
            </p:txBody>
          </p:sp>
          <p:sp>
            <p:nvSpPr>
              <p:cNvPr id="27" name="Bullet2">
                <a:extLst>
                  <a:ext uri="{FF2B5EF4-FFF2-40B4-BE49-F238E27FC236}">
                    <a16:creationId xmlns:a16="http://schemas.microsoft.com/office/drawing/2014/main" id="{1FE46F04-9F1A-4714-EE71-3AF4D30AFBD5}"/>
                  </a:ext>
                </a:extLst>
              </p:cNvPr>
              <p:cNvSpPr txBox="1"/>
              <p:nvPr/>
            </p:nvSpPr>
            <p:spPr>
              <a:xfrm>
                <a:off x="6278992" y="3468788"/>
                <a:ext cx="2232000" cy="511207"/>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chemeClr val="tx1"/>
                    </a:solidFill>
                    <a:effectLst/>
                  </a:rPr>
                  <a:t>单击添加小标题</a:t>
                </a:r>
                <a:endParaRPr lang="en-US" altLang="en-US" dirty="0">
                  <a:solidFill>
                    <a:schemeClr val="tx1"/>
                  </a:solidFill>
                  <a:effectLst/>
                </a:endParaRPr>
              </a:p>
            </p:txBody>
          </p:sp>
          <p:sp>
            <p:nvSpPr>
              <p:cNvPr id="28" name="Text2">
                <a:extLst>
                  <a:ext uri="{FF2B5EF4-FFF2-40B4-BE49-F238E27FC236}">
                    <a16:creationId xmlns:a16="http://schemas.microsoft.com/office/drawing/2014/main" id="{F3B6539F-97EE-F6CF-EBE8-C2E37226EA76}"/>
                  </a:ext>
                </a:extLst>
              </p:cNvPr>
              <p:cNvSpPr txBox="1">
                <a:spLocks noChangeArrowheads="1"/>
              </p:cNvSpPr>
              <p:nvPr/>
            </p:nvSpPr>
            <p:spPr bwMode="auto">
              <a:xfrm>
                <a:off x="6278992" y="4033921"/>
                <a:ext cx="2232000" cy="94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44" name="组合 43">
              <a:extLst>
                <a:ext uri="{FF2B5EF4-FFF2-40B4-BE49-F238E27FC236}">
                  <a16:creationId xmlns:a16="http://schemas.microsoft.com/office/drawing/2014/main" id="{59902E15-05AE-9142-2040-03646E0DC577}"/>
                </a:ext>
              </a:extLst>
            </p:cNvPr>
            <p:cNvGrpSpPr/>
            <p:nvPr/>
          </p:nvGrpSpPr>
          <p:grpSpPr>
            <a:xfrm>
              <a:off x="8993255" y="2039630"/>
              <a:ext cx="2232000" cy="2935493"/>
              <a:chOff x="8993255" y="2039630"/>
              <a:chExt cx="2232000" cy="2935493"/>
            </a:xfrm>
          </p:grpSpPr>
          <p:sp>
            <p:nvSpPr>
              <p:cNvPr id="40" name="PPT">
                <a:extLst>
                  <a:ext uri="{FF2B5EF4-FFF2-40B4-BE49-F238E27FC236}">
                    <a16:creationId xmlns:a16="http://schemas.microsoft.com/office/drawing/2014/main" id="{D8894CDC-F6A6-12DA-6681-1474A10B17F6}"/>
                  </a:ext>
                </a:extLst>
              </p:cNvPr>
              <p:cNvSpPr/>
              <p:nvPr/>
            </p:nvSpPr>
            <p:spPr>
              <a:xfrm>
                <a:off x="9734352" y="2039630"/>
                <a:ext cx="749806" cy="749804"/>
              </a:xfrm>
              <a:prstGeom prst="ellipse">
                <a:avLst/>
              </a:prstGeom>
              <a:solidFill>
                <a:schemeClr val="accent1"/>
              </a:solidFill>
              <a:ln w="25400">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marL="0" marR="0" lvl="0" indent="0" algn="ctr" defTabSz="914400" rtl="0" eaLnBrk="1" fontAlgn="auto" latinLnBrk="0" hangingPunct="1">
                  <a:lnSpc>
                    <a:spcPct val="11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tx1"/>
                  </a:solidFill>
                  <a:effectLst/>
                  <a:uLnTx/>
                  <a:uFillTx/>
                  <a:latin typeface="+mj-ea"/>
                  <a:ea typeface="+mj-ea"/>
                  <a:cs typeface="微软雅黑" panose="020B0503020204020204" charset="-122"/>
                </a:endParaRPr>
              </a:p>
            </p:txBody>
          </p:sp>
          <p:sp>
            <p:nvSpPr>
              <p:cNvPr id="36" name="椭圆 35">
                <a:extLst>
                  <a:ext uri="{FF2B5EF4-FFF2-40B4-BE49-F238E27FC236}">
                    <a16:creationId xmlns:a16="http://schemas.microsoft.com/office/drawing/2014/main" id="{E54098B7-92BB-E666-5ED8-762BDDA3D529}"/>
                  </a:ext>
                </a:extLst>
              </p:cNvPr>
              <p:cNvSpPr/>
              <p:nvPr/>
            </p:nvSpPr>
            <p:spPr>
              <a:xfrm>
                <a:off x="10043215" y="3027970"/>
                <a:ext cx="132080" cy="1320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p>
            </p:txBody>
          </p:sp>
          <p:cxnSp>
            <p:nvCxnSpPr>
              <p:cNvPr id="37" name="直接连接符 36">
                <a:extLst>
                  <a:ext uri="{FF2B5EF4-FFF2-40B4-BE49-F238E27FC236}">
                    <a16:creationId xmlns:a16="http://schemas.microsoft.com/office/drawing/2014/main" id="{4F6C1B39-F7D7-1186-CF1C-A72B6CB72B5E}"/>
                  </a:ext>
                </a:extLst>
              </p:cNvPr>
              <p:cNvCxnSpPr>
                <a:cxnSpLocks/>
              </p:cNvCxnSpPr>
              <p:nvPr/>
            </p:nvCxnSpPr>
            <p:spPr>
              <a:xfrm>
                <a:off x="10109255" y="3266730"/>
                <a:ext cx="0" cy="180000"/>
              </a:xfrm>
              <a:prstGeom prst="line">
                <a:avLst/>
              </a:prstGeom>
              <a:ln w="12700">
                <a:solidFill>
                  <a:schemeClr val="accent1">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35" name="Number3">
                <a:extLst>
                  <a:ext uri="{FF2B5EF4-FFF2-40B4-BE49-F238E27FC236}">
                    <a16:creationId xmlns:a16="http://schemas.microsoft.com/office/drawing/2014/main" id="{388A4BD7-89CC-70A9-76C0-C62C13CB4804}"/>
                  </a:ext>
                </a:extLst>
              </p:cNvPr>
              <p:cNvSpPr txBox="1"/>
              <p:nvPr/>
            </p:nvSpPr>
            <p:spPr>
              <a:xfrm>
                <a:off x="9785187" y="2158929"/>
                <a:ext cx="648136" cy="511207"/>
              </a:xfrm>
              <a:prstGeom prst="rect">
                <a:avLst/>
              </a:prstGeom>
              <a:noFill/>
              <a:ln>
                <a:noFill/>
              </a:ln>
            </p:spPr>
            <p:txBody>
              <a:bodyPr wrap="square" lIns="91440" tIns="45720" rIns="91440" bIns="45720" anchor="ctr"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en-US" altLang="zh-CN" dirty="0">
                    <a:solidFill>
                      <a:srgbClr val="FFFFFF"/>
                    </a:solidFill>
                    <a:effectLst/>
                  </a:rPr>
                  <a:t>03</a:t>
                </a:r>
                <a:endParaRPr lang="zh-CN" altLang="en-US" dirty="0">
                  <a:solidFill>
                    <a:srgbClr val="FFFFFF"/>
                  </a:solidFill>
                  <a:effectLst/>
                </a:endParaRPr>
              </a:p>
            </p:txBody>
          </p:sp>
          <p:sp>
            <p:nvSpPr>
              <p:cNvPr id="33" name="Bullet3">
                <a:extLst>
                  <a:ext uri="{FF2B5EF4-FFF2-40B4-BE49-F238E27FC236}">
                    <a16:creationId xmlns:a16="http://schemas.microsoft.com/office/drawing/2014/main" id="{9D62CE52-F9CE-7423-AF6C-04D9DD6AF7BE}"/>
                  </a:ext>
                </a:extLst>
              </p:cNvPr>
              <p:cNvSpPr txBox="1"/>
              <p:nvPr/>
            </p:nvSpPr>
            <p:spPr>
              <a:xfrm>
                <a:off x="8993255" y="3468788"/>
                <a:ext cx="2232000" cy="511207"/>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chemeClr val="tx1"/>
                    </a:solidFill>
                    <a:effectLst/>
                  </a:rPr>
                  <a:t>单击添加小标题</a:t>
                </a:r>
                <a:endParaRPr lang="en-US" altLang="en-US" dirty="0">
                  <a:solidFill>
                    <a:schemeClr val="tx1"/>
                  </a:solidFill>
                  <a:effectLst/>
                </a:endParaRPr>
              </a:p>
            </p:txBody>
          </p:sp>
          <p:sp>
            <p:nvSpPr>
              <p:cNvPr id="34" name="Text3">
                <a:extLst>
                  <a:ext uri="{FF2B5EF4-FFF2-40B4-BE49-F238E27FC236}">
                    <a16:creationId xmlns:a16="http://schemas.microsoft.com/office/drawing/2014/main" id="{CED87308-BBFC-5E29-19AF-7DE2B58BC83D}"/>
                  </a:ext>
                </a:extLst>
              </p:cNvPr>
              <p:cNvSpPr txBox="1">
                <a:spLocks noChangeArrowheads="1"/>
              </p:cNvSpPr>
              <p:nvPr/>
            </p:nvSpPr>
            <p:spPr bwMode="auto">
              <a:xfrm>
                <a:off x="8993255" y="4033921"/>
                <a:ext cx="2232000" cy="94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200" b="0" i="0" u="none" strike="noStrike" kern="1200" cap="none" spc="0" normalizeH="0" baseline="0" noProof="0">
                    <a:ln>
                      <a:noFill/>
                    </a:ln>
                    <a:effectLst/>
                    <a:uLnTx/>
                    <a:uFillTx/>
                    <a:latin typeface="微软雅黑"/>
                    <a:ea typeface="微软雅黑"/>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微软雅黑"/>
                  <a:ea typeface="微软雅黑"/>
                  <a:cs typeface="思源黑体 CN Bold" panose="020B0800000000000000" pitchFamily="34" charset="-122"/>
                </a:endParaRPr>
              </a:p>
            </p:txBody>
          </p:sp>
        </p:grpSp>
      </p:grpSp>
      <p:sp>
        <p:nvSpPr>
          <p:cNvPr id="2" name="标题 1">
            <a:extLst>
              <a:ext uri="{FF2B5EF4-FFF2-40B4-BE49-F238E27FC236}">
                <a16:creationId xmlns:a16="http://schemas.microsoft.com/office/drawing/2014/main" id="{A866E46B-E3FB-365C-2EAC-F9A3F5E4A99A}"/>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2215732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A7751-B228-8915-B9FA-48E0568E3024}"/>
            </a:ext>
          </a:extLst>
        </p:cNvPr>
        <p:cNvGrpSpPr/>
        <p:nvPr/>
      </p:nvGrpSpPr>
      <p:grpSpPr>
        <a:xfrm>
          <a:off x="0" y="0"/>
          <a:ext cx="0" cy="0"/>
          <a:chOff x="0" y="0"/>
          <a:chExt cx="0" cy="0"/>
        </a:xfrm>
      </p:grpSpPr>
      <p:grpSp>
        <p:nvGrpSpPr>
          <p:cNvPr id="47" name="组合 46">
            <a:extLst>
              <a:ext uri="{FF2B5EF4-FFF2-40B4-BE49-F238E27FC236}">
                <a16:creationId xmlns:a16="http://schemas.microsoft.com/office/drawing/2014/main" id="{B3EE6D85-E694-8F1A-56D0-A2D8B51D0DD3}"/>
              </a:ext>
            </a:extLst>
          </p:cNvPr>
          <p:cNvGrpSpPr/>
          <p:nvPr/>
        </p:nvGrpSpPr>
        <p:grpSpPr>
          <a:xfrm>
            <a:off x="0" y="1131889"/>
            <a:ext cx="12192000" cy="5726110"/>
            <a:chOff x="0" y="1131889"/>
            <a:chExt cx="12192000" cy="5726110"/>
          </a:xfrm>
        </p:grpSpPr>
        <p:pic>
          <p:nvPicPr>
            <p:cNvPr id="72" name="PPT">
              <a:extLst>
                <a:ext uri="{FF2B5EF4-FFF2-40B4-BE49-F238E27FC236}">
                  <a16:creationId xmlns:a16="http://schemas.microsoft.com/office/drawing/2014/main" id="{309FDBD1-8966-EB50-17D6-CAEE3F2DAA0B}"/>
                </a:ext>
              </a:extLst>
            </p:cNvPr>
            <p:cNvPicPr>
              <a:picLocks noChangeAspect="1"/>
            </p:cNvPicPr>
            <p:nvPr/>
          </p:nvPicPr>
          <p:blipFill>
            <a:blip r:embed="rId3" cstate="email">
              <a:extLst>
                <a:ext uri="{28A0092B-C50C-407E-A947-70E740481C1C}">
                  <a14:useLocalDpi xmlns:a14="http://schemas.microsoft.com/office/drawing/2010/main"/>
                </a:ext>
              </a:extLst>
            </a:blip>
            <a:srcRect t="2147"/>
            <a:stretch>
              <a:fillRect/>
            </a:stretch>
          </p:blipFill>
          <p:spPr>
            <a:xfrm rot="5400000">
              <a:off x="5929630" y="595629"/>
              <a:ext cx="332740" cy="12192000"/>
            </a:xfrm>
            <a:custGeom>
              <a:avLst/>
              <a:gdLst>
                <a:gd name="csX0" fmla="*/ 0 w 3429964"/>
                <a:gd name="csY0" fmla="*/ 0 h 6858000"/>
                <a:gd name="csX1" fmla="*/ 3429964 w 3429964"/>
                <a:gd name="csY1" fmla="*/ 0 h 6858000"/>
                <a:gd name="csX2" fmla="*/ 3429964 w 3429964"/>
                <a:gd name="csY2" fmla="*/ 6858000 h 6858000"/>
                <a:gd name="csX3" fmla="*/ 0 w 3429964"/>
                <a:gd name="csY3" fmla="*/ 6858000 h 6858000"/>
              </a:gdLst>
              <a:ahLst/>
              <a:cxnLst>
                <a:cxn ang="0">
                  <a:pos x="csX0" y="csY0"/>
                </a:cxn>
                <a:cxn ang="0">
                  <a:pos x="csX1" y="csY1"/>
                </a:cxn>
                <a:cxn ang="0">
                  <a:pos x="csX2" y="csY2"/>
                </a:cxn>
                <a:cxn ang="0">
                  <a:pos x="csX3" y="csY3"/>
                </a:cxn>
              </a:cxnLst>
              <a:rect l="l" t="t" r="r" b="b"/>
              <a:pathLst>
                <a:path w="3429964" h="6858000">
                  <a:moveTo>
                    <a:pt x="0" y="0"/>
                  </a:moveTo>
                  <a:lnTo>
                    <a:pt x="3429964" y="0"/>
                  </a:lnTo>
                  <a:lnTo>
                    <a:pt x="3429964" y="6858000"/>
                  </a:lnTo>
                  <a:lnTo>
                    <a:pt x="0" y="6858000"/>
                  </a:lnTo>
                  <a:close/>
                </a:path>
              </a:pathLst>
            </a:custGeom>
            <a:ln>
              <a:noFill/>
            </a:ln>
          </p:spPr>
        </p:pic>
        <p:sp>
          <p:nvSpPr>
            <p:cNvPr id="5" name="Title">
              <a:extLst>
                <a:ext uri="{FF2B5EF4-FFF2-40B4-BE49-F238E27FC236}">
                  <a16:creationId xmlns:a16="http://schemas.microsoft.com/office/drawing/2014/main" id="{BCC2E82D-C2DB-F8F8-993C-800063EF2208}"/>
                </a:ext>
              </a:extLst>
            </p:cNvPr>
            <p:cNvSpPr/>
            <p:nvPr/>
          </p:nvSpPr>
          <p:spPr>
            <a:xfrm>
              <a:off x="662780" y="1131889"/>
              <a:ext cx="10856119" cy="571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SzPct val="25000"/>
              </a:pPr>
              <a:r>
                <a:rPr lang="zh-CN" altLang="en-US" sz="2400" b="1">
                  <a:solidFill>
                    <a:schemeClr val="tx1"/>
                  </a:solidFill>
                  <a:latin typeface="+mj-ea"/>
                  <a:ea typeface="+mj-ea"/>
                  <a:sym typeface="Arial" panose="020B0604020202020204" pitchFamily="34" charset="0"/>
                </a:rPr>
                <a:t>单击此处添加长一点的副标题</a:t>
              </a:r>
              <a:endParaRPr lang="en-US" altLang="en-US" sz="2400" b="1" dirty="0">
                <a:solidFill>
                  <a:schemeClr val="tx1"/>
                </a:solidFill>
                <a:latin typeface="+mj-ea"/>
                <a:ea typeface="+mj-ea"/>
                <a:sym typeface="Arial" panose="020B0604020202020204" pitchFamily="34" charset="0"/>
              </a:endParaRPr>
            </a:p>
          </p:txBody>
        </p:sp>
        <p:sp>
          <p:nvSpPr>
            <p:cNvPr id="12" name="圆: 空心 11">
              <a:extLst>
                <a:ext uri="{FF2B5EF4-FFF2-40B4-BE49-F238E27FC236}">
                  <a16:creationId xmlns:a16="http://schemas.microsoft.com/office/drawing/2014/main" id="{39997B5F-43CB-0254-E73F-B383C6845B06}"/>
                </a:ext>
              </a:extLst>
            </p:cNvPr>
            <p:cNvSpPr/>
            <p:nvPr/>
          </p:nvSpPr>
          <p:spPr>
            <a:xfrm>
              <a:off x="4836160" y="2778760"/>
              <a:ext cx="2519680" cy="2519680"/>
            </a:xfrm>
            <a:prstGeom prst="donut">
              <a:avLst>
                <a:gd name="adj" fmla="val 6164"/>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solidFill>
                  <a:schemeClr val="tx1"/>
                </a:solidFill>
              </a:endParaRPr>
            </a:p>
          </p:txBody>
        </p:sp>
        <p:grpSp>
          <p:nvGrpSpPr>
            <p:cNvPr id="35" name="组合 34">
              <a:extLst>
                <a:ext uri="{FF2B5EF4-FFF2-40B4-BE49-F238E27FC236}">
                  <a16:creationId xmlns:a16="http://schemas.microsoft.com/office/drawing/2014/main" id="{B17F6855-640D-A4FC-05E9-8CF130BD3C29}"/>
                </a:ext>
              </a:extLst>
            </p:cNvPr>
            <p:cNvGrpSpPr/>
            <p:nvPr/>
          </p:nvGrpSpPr>
          <p:grpSpPr>
            <a:xfrm>
              <a:off x="1120140" y="1935480"/>
              <a:ext cx="4282440" cy="1825625"/>
              <a:chOff x="1120140" y="1935480"/>
              <a:chExt cx="4282440" cy="1825625"/>
            </a:xfrm>
          </p:grpSpPr>
          <p:sp>
            <p:nvSpPr>
              <p:cNvPr id="59" name="任意多边形: 形状 58">
                <a:extLst>
                  <a:ext uri="{FF2B5EF4-FFF2-40B4-BE49-F238E27FC236}">
                    <a16:creationId xmlns:a16="http://schemas.microsoft.com/office/drawing/2014/main" id="{65420629-C097-21F6-A80B-17BAE1FE9D0D}"/>
                  </a:ext>
                </a:extLst>
              </p:cNvPr>
              <p:cNvSpPr/>
              <p:nvPr/>
            </p:nvSpPr>
            <p:spPr>
              <a:xfrm>
                <a:off x="1120140" y="1935480"/>
                <a:ext cx="4282440" cy="1825625"/>
              </a:xfrm>
              <a:custGeom>
                <a:avLst/>
                <a:gdLst>
                  <a:gd name="csX0" fmla="*/ 121714 w 4282440"/>
                  <a:gd name="csY0" fmla="*/ 0 h 1825625"/>
                  <a:gd name="csX1" fmla="*/ 4160726 w 4282440"/>
                  <a:gd name="csY1" fmla="*/ 0 h 1825625"/>
                  <a:gd name="csX2" fmla="*/ 4282440 w 4282440"/>
                  <a:gd name="csY2" fmla="*/ 121714 h 1825625"/>
                  <a:gd name="csX3" fmla="*/ 4282440 w 4282440"/>
                  <a:gd name="csY3" fmla="*/ 938957 h 1825625"/>
                  <a:gd name="csX4" fmla="*/ 4217507 w 4282440"/>
                  <a:gd name="csY4" fmla="*/ 978405 h 1825625"/>
                  <a:gd name="csX5" fmla="*/ 3726090 w 4282440"/>
                  <a:gd name="csY5" fmla="*/ 1575164 h 1825625"/>
                  <a:gd name="csX6" fmla="*/ 3648342 w 4282440"/>
                  <a:gd name="csY6" fmla="*/ 1825625 h 1825625"/>
                  <a:gd name="csX7" fmla="*/ 121714 w 4282440"/>
                  <a:gd name="csY7" fmla="*/ 1825625 h 1825625"/>
                  <a:gd name="csX8" fmla="*/ 0 w 4282440"/>
                  <a:gd name="csY8" fmla="*/ 1703911 h 1825625"/>
                  <a:gd name="csX9" fmla="*/ 0 w 4282440"/>
                  <a:gd name="csY9" fmla="*/ 121714 h 1825625"/>
                  <a:gd name="csX10" fmla="*/ 121714 w 4282440"/>
                  <a:gd name="csY10" fmla="*/ 0 h 1825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282440" h="1825625">
                    <a:moveTo>
                      <a:pt x="121714" y="0"/>
                    </a:moveTo>
                    <a:lnTo>
                      <a:pt x="4160726" y="0"/>
                    </a:lnTo>
                    <a:cubicBezTo>
                      <a:pt x="4227947" y="0"/>
                      <a:pt x="4282440" y="54493"/>
                      <a:pt x="4282440" y="121714"/>
                    </a:cubicBezTo>
                    <a:lnTo>
                      <a:pt x="4282440" y="938957"/>
                    </a:lnTo>
                    <a:lnTo>
                      <a:pt x="4217507" y="978405"/>
                    </a:lnTo>
                    <a:cubicBezTo>
                      <a:pt x="4001030" y="1124654"/>
                      <a:pt x="3829043" y="1331755"/>
                      <a:pt x="3726090" y="1575164"/>
                    </a:cubicBezTo>
                    <a:lnTo>
                      <a:pt x="3648342" y="1825625"/>
                    </a:lnTo>
                    <a:lnTo>
                      <a:pt x="121714" y="1825625"/>
                    </a:lnTo>
                    <a:cubicBezTo>
                      <a:pt x="54493" y="1825625"/>
                      <a:pt x="0" y="1771132"/>
                      <a:pt x="0" y="1703911"/>
                    </a:cubicBezTo>
                    <a:lnTo>
                      <a:pt x="0" y="121714"/>
                    </a:lnTo>
                    <a:cubicBezTo>
                      <a:pt x="0" y="54493"/>
                      <a:pt x="54493" y="0"/>
                      <a:pt x="121714" y="0"/>
                    </a:cubicBezTo>
                    <a:close/>
                  </a:path>
                </a:pathLst>
              </a:custGeom>
              <a:noFill/>
              <a:ln w="12700">
                <a:solidFill>
                  <a:schemeClr val="tx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22" name="PPT">
                <a:extLst>
                  <a:ext uri="{FF2B5EF4-FFF2-40B4-BE49-F238E27FC236}">
                    <a16:creationId xmlns:a16="http://schemas.microsoft.com/office/drawing/2014/main" id="{2897A711-B9AA-02CB-9243-5DF2B0971078}"/>
                  </a:ext>
                </a:extLst>
              </p:cNvPr>
              <p:cNvSpPr/>
              <p:nvPr/>
            </p:nvSpPr>
            <p:spPr>
              <a:xfrm>
                <a:off x="1449299" y="2221191"/>
                <a:ext cx="630772" cy="630772"/>
              </a:xfrm>
              <a:prstGeom prst="ellipse">
                <a:avLst/>
              </a:prstGeom>
              <a:solidFill>
                <a:schemeClr val="accent1"/>
              </a:solidFill>
              <a:ln w="25400">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marL="0" marR="0" lvl="0" indent="0" algn="ctr" defTabSz="914400" rtl="0" eaLnBrk="1" fontAlgn="auto" latinLnBrk="0" hangingPunct="1">
                  <a:lnSpc>
                    <a:spcPct val="11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tx1"/>
                  </a:solidFill>
                  <a:effectLst/>
                  <a:uLnTx/>
                  <a:uFillTx/>
                  <a:latin typeface="+mj-ea"/>
                  <a:ea typeface="+mj-ea"/>
                  <a:cs typeface="微软雅黑" panose="020B0503020204020204" charset="-122"/>
                </a:endParaRPr>
              </a:p>
            </p:txBody>
          </p:sp>
          <p:cxnSp>
            <p:nvCxnSpPr>
              <p:cNvPr id="24" name="直接连接符 23">
                <a:extLst>
                  <a:ext uri="{FF2B5EF4-FFF2-40B4-BE49-F238E27FC236}">
                    <a16:creationId xmlns:a16="http://schemas.microsoft.com/office/drawing/2014/main" id="{CCE292DF-DA5D-9F6D-8CD3-55464502003F}"/>
                  </a:ext>
                </a:extLst>
              </p:cNvPr>
              <p:cNvCxnSpPr>
                <a:cxnSpLocks/>
              </p:cNvCxnSpPr>
              <p:nvPr/>
            </p:nvCxnSpPr>
            <p:spPr>
              <a:xfrm rot="5400000">
                <a:off x="2603927" y="2451731"/>
                <a:ext cx="0" cy="585352"/>
              </a:xfrm>
              <a:prstGeom prst="line">
                <a:avLst/>
              </a:prstGeom>
              <a:ln w="25400">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62" name="Number1">
                <a:extLst>
                  <a:ext uri="{FF2B5EF4-FFF2-40B4-BE49-F238E27FC236}">
                    <a16:creationId xmlns:a16="http://schemas.microsoft.com/office/drawing/2014/main" id="{B28A0DF7-78A2-B0C4-4DCC-E6C6434685FE}"/>
                  </a:ext>
                </a:extLst>
              </p:cNvPr>
              <p:cNvSpPr txBox="1"/>
              <p:nvPr/>
            </p:nvSpPr>
            <p:spPr>
              <a:xfrm>
                <a:off x="1523649" y="2282436"/>
                <a:ext cx="482072" cy="508282"/>
              </a:xfrm>
              <a:prstGeom prst="rect">
                <a:avLst/>
              </a:prstGeom>
              <a:noFill/>
              <a:ln>
                <a:noFill/>
              </a:ln>
            </p:spPr>
            <p:txBody>
              <a:bodyPr wrap="square" lIns="91440" tIns="45720" rIns="91440" bIns="45720" anchor="ctr"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en-US" altLang="zh-CN" dirty="0">
                    <a:solidFill>
                      <a:srgbClr val="FFFFFF"/>
                    </a:solidFill>
                    <a:effectLst/>
                  </a:rPr>
                  <a:t>01</a:t>
                </a:r>
                <a:endParaRPr lang="zh-CN" altLang="en-US" dirty="0">
                  <a:solidFill>
                    <a:srgbClr val="FFFFFF"/>
                  </a:solidFill>
                  <a:effectLst/>
                </a:endParaRPr>
              </a:p>
            </p:txBody>
          </p:sp>
          <p:sp>
            <p:nvSpPr>
              <p:cNvPr id="25" name="Bullet1">
                <a:extLst>
                  <a:ext uri="{FF2B5EF4-FFF2-40B4-BE49-F238E27FC236}">
                    <a16:creationId xmlns:a16="http://schemas.microsoft.com/office/drawing/2014/main" id="{F40FD525-5EA6-BAFB-9BE7-E86CC4B5E6EE}"/>
                  </a:ext>
                </a:extLst>
              </p:cNvPr>
              <p:cNvSpPr txBox="1"/>
              <p:nvPr/>
            </p:nvSpPr>
            <p:spPr>
              <a:xfrm>
                <a:off x="2216161" y="2076053"/>
                <a:ext cx="2530853" cy="50828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chemeClr val="tx1"/>
                    </a:solidFill>
                    <a:effectLst/>
                  </a:rPr>
                  <a:t>单击添加小标题</a:t>
                </a:r>
                <a:endParaRPr lang="en-US" altLang="en-US" dirty="0">
                  <a:solidFill>
                    <a:schemeClr val="tx1"/>
                  </a:solidFill>
                  <a:effectLst/>
                </a:endParaRPr>
              </a:p>
            </p:txBody>
          </p:sp>
          <p:sp>
            <p:nvSpPr>
              <p:cNvPr id="26" name="Text1">
                <a:extLst>
                  <a:ext uri="{FF2B5EF4-FFF2-40B4-BE49-F238E27FC236}">
                    <a16:creationId xmlns:a16="http://schemas.microsoft.com/office/drawing/2014/main" id="{0FD1EBA6-6428-C512-D15A-15B59BE0818D}"/>
                  </a:ext>
                </a:extLst>
              </p:cNvPr>
              <p:cNvSpPr txBox="1">
                <a:spLocks noChangeArrowheads="1"/>
              </p:cNvSpPr>
              <p:nvPr/>
            </p:nvSpPr>
            <p:spPr bwMode="auto">
              <a:xfrm>
                <a:off x="2216162" y="2796323"/>
                <a:ext cx="2530853" cy="900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37" name="组合 36">
              <a:extLst>
                <a:ext uri="{FF2B5EF4-FFF2-40B4-BE49-F238E27FC236}">
                  <a16:creationId xmlns:a16="http://schemas.microsoft.com/office/drawing/2014/main" id="{C0E6B835-5998-BF11-3560-01C9329988A2}"/>
                </a:ext>
              </a:extLst>
            </p:cNvPr>
            <p:cNvGrpSpPr/>
            <p:nvPr/>
          </p:nvGrpSpPr>
          <p:grpSpPr>
            <a:xfrm>
              <a:off x="6789420" y="1935480"/>
              <a:ext cx="4282440" cy="1825625"/>
              <a:chOff x="6789420" y="1935480"/>
              <a:chExt cx="4282440" cy="1825625"/>
            </a:xfrm>
          </p:grpSpPr>
          <p:sp>
            <p:nvSpPr>
              <p:cNvPr id="58" name="任意多边形: 形状 57">
                <a:extLst>
                  <a:ext uri="{FF2B5EF4-FFF2-40B4-BE49-F238E27FC236}">
                    <a16:creationId xmlns:a16="http://schemas.microsoft.com/office/drawing/2014/main" id="{27E01CC9-19D8-B76D-CCB9-AEBE57CC0ED6}"/>
                  </a:ext>
                </a:extLst>
              </p:cNvPr>
              <p:cNvSpPr/>
              <p:nvPr/>
            </p:nvSpPr>
            <p:spPr>
              <a:xfrm>
                <a:off x="6789420" y="1935480"/>
                <a:ext cx="4282440" cy="1825625"/>
              </a:xfrm>
              <a:custGeom>
                <a:avLst/>
                <a:gdLst>
                  <a:gd name="csX0" fmla="*/ 121714 w 4282440"/>
                  <a:gd name="csY0" fmla="*/ 0 h 1825625"/>
                  <a:gd name="csX1" fmla="*/ 4160726 w 4282440"/>
                  <a:gd name="csY1" fmla="*/ 0 h 1825625"/>
                  <a:gd name="csX2" fmla="*/ 4282440 w 4282440"/>
                  <a:gd name="csY2" fmla="*/ 121714 h 1825625"/>
                  <a:gd name="csX3" fmla="*/ 4282440 w 4282440"/>
                  <a:gd name="csY3" fmla="*/ 1703911 h 1825625"/>
                  <a:gd name="csX4" fmla="*/ 4160726 w 4282440"/>
                  <a:gd name="csY4" fmla="*/ 1825625 h 1825625"/>
                  <a:gd name="csX5" fmla="*/ 634098 w 4282440"/>
                  <a:gd name="csY5" fmla="*/ 1825625 h 1825625"/>
                  <a:gd name="csX6" fmla="*/ 556351 w 4282440"/>
                  <a:gd name="csY6" fmla="*/ 1575164 h 1825625"/>
                  <a:gd name="csX7" fmla="*/ 64934 w 4282440"/>
                  <a:gd name="csY7" fmla="*/ 978405 h 1825625"/>
                  <a:gd name="csX8" fmla="*/ 0 w 4282440"/>
                  <a:gd name="csY8" fmla="*/ 938957 h 1825625"/>
                  <a:gd name="csX9" fmla="*/ 0 w 4282440"/>
                  <a:gd name="csY9" fmla="*/ 121714 h 1825625"/>
                  <a:gd name="csX10" fmla="*/ 121714 w 4282440"/>
                  <a:gd name="csY10" fmla="*/ 0 h 1825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282440" h="1825625">
                    <a:moveTo>
                      <a:pt x="121714" y="0"/>
                    </a:moveTo>
                    <a:lnTo>
                      <a:pt x="4160726" y="0"/>
                    </a:lnTo>
                    <a:cubicBezTo>
                      <a:pt x="4227947" y="0"/>
                      <a:pt x="4282440" y="54493"/>
                      <a:pt x="4282440" y="121714"/>
                    </a:cubicBezTo>
                    <a:lnTo>
                      <a:pt x="4282440" y="1703911"/>
                    </a:lnTo>
                    <a:cubicBezTo>
                      <a:pt x="4282440" y="1771132"/>
                      <a:pt x="4227947" y="1825625"/>
                      <a:pt x="4160726" y="1825625"/>
                    </a:cubicBezTo>
                    <a:lnTo>
                      <a:pt x="634098" y="1825625"/>
                    </a:lnTo>
                    <a:lnTo>
                      <a:pt x="556351" y="1575164"/>
                    </a:lnTo>
                    <a:cubicBezTo>
                      <a:pt x="453398" y="1331755"/>
                      <a:pt x="281411" y="1124654"/>
                      <a:pt x="64934" y="978405"/>
                    </a:cubicBezTo>
                    <a:lnTo>
                      <a:pt x="0" y="938957"/>
                    </a:lnTo>
                    <a:lnTo>
                      <a:pt x="0" y="121714"/>
                    </a:lnTo>
                    <a:cubicBezTo>
                      <a:pt x="0" y="54493"/>
                      <a:pt x="54493" y="0"/>
                      <a:pt x="121714" y="0"/>
                    </a:cubicBezTo>
                    <a:close/>
                  </a:path>
                </a:pathLst>
              </a:custGeom>
              <a:noFill/>
              <a:ln w="12700">
                <a:solidFill>
                  <a:schemeClr val="tx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6" name="PPT">
                <a:extLst>
                  <a:ext uri="{FF2B5EF4-FFF2-40B4-BE49-F238E27FC236}">
                    <a16:creationId xmlns:a16="http://schemas.microsoft.com/office/drawing/2014/main" id="{3F6E0478-88BE-03F3-B372-43E627D730EF}"/>
                  </a:ext>
                </a:extLst>
              </p:cNvPr>
              <p:cNvSpPr/>
              <p:nvPr/>
            </p:nvSpPr>
            <p:spPr>
              <a:xfrm>
                <a:off x="10111929" y="2221191"/>
                <a:ext cx="630772" cy="630772"/>
              </a:xfrm>
              <a:prstGeom prst="ellipse">
                <a:avLst/>
              </a:prstGeom>
              <a:solidFill>
                <a:schemeClr val="accent1"/>
              </a:solidFill>
              <a:ln w="25400">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marL="0" marR="0" lvl="0" indent="0" algn="r" defTabSz="914400" rtl="0" eaLnBrk="1" fontAlgn="auto" latinLnBrk="0" hangingPunct="1">
                  <a:lnSpc>
                    <a:spcPct val="11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tx1"/>
                  </a:solidFill>
                  <a:effectLst/>
                  <a:uLnTx/>
                  <a:uFillTx/>
                  <a:latin typeface="+mj-ea"/>
                  <a:ea typeface="+mj-ea"/>
                  <a:cs typeface="微软雅黑" panose="020B0503020204020204" charset="-122"/>
                </a:endParaRPr>
              </a:p>
            </p:txBody>
          </p:sp>
          <p:cxnSp>
            <p:nvCxnSpPr>
              <p:cNvPr id="38" name="直接连接符 37">
                <a:extLst>
                  <a:ext uri="{FF2B5EF4-FFF2-40B4-BE49-F238E27FC236}">
                    <a16:creationId xmlns:a16="http://schemas.microsoft.com/office/drawing/2014/main" id="{7D981742-E713-A9C0-4BC9-6B3F9B38C6AA}"/>
                  </a:ext>
                </a:extLst>
              </p:cNvPr>
              <p:cNvCxnSpPr>
                <a:cxnSpLocks/>
              </p:cNvCxnSpPr>
              <p:nvPr/>
            </p:nvCxnSpPr>
            <p:spPr>
              <a:xfrm rot="5400000">
                <a:off x="9588073" y="2451731"/>
                <a:ext cx="0" cy="585352"/>
              </a:xfrm>
              <a:prstGeom prst="line">
                <a:avLst/>
              </a:prstGeom>
              <a:ln w="25400">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63" name="Number2">
                <a:extLst>
                  <a:ext uri="{FF2B5EF4-FFF2-40B4-BE49-F238E27FC236}">
                    <a16:creationId xmlns:a16="http://schemas.microsoft.com/office/drawing/2014/main" id="{1B78CA52-F8B7-1342-5588-8BD7FE1E10F5}"/>
                  </a:ext>
                </a:extLst>
              </p:cNvPr>
              <p:cNvSpPr txBox="1"/>
              <p:nvPr/>
            </p:nvSpPr>
            <p:spPr>
              <a:xfrm>
                <a:off x="10186279" y="2282436"/>
                <a:ext cx="482072" cy="508282"/>
              </a:xfrm>
              <a:prstGeom prst="rect">
                <a:avLst/>
              </a:prstGeom>
              <a:noFill/>
              <a:ln>
                <a:noFill/>
              </a:ln>
            </p:spPr>
            <p:txBody>
              <a:bodyPr wrap="square" lIns="91440" tIns="45720" rIns="91440" bIns="45720" anchor="ctr"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en-US" altLang="zh-CN" dirty="0">
                    <a:solidFill>
                      <a:srgbClr val="FFFFFF"/>
                    </a:solidFill>
                    <a:effectLst/>
                  </a:rPr>
                  <a:t>02</a:t>
                </a:r>
                <a:endParaRPr lang="zh-CN" altLang="en-US" dirty="0">
                  <a:solidFill>
                    <a:srgbClr val="FFFFFF"/>
                  </a:solidFill>
                  <a:effectLst/>
                </a:endParaRPr>
              </a:p>
            </p:txBody>
          </p:sp>
          <p:sp>
            <p:nvSpPr>
              <p:cNvPr id="39" name="Bullet2">
                <a:extLst>
                  <a:ext uri="{FF2B5EF4-FFF2-40B4-BE49-F238E27FC236}">
                    <a16:creationId xmlns:a16="http://schemas.microsoft.com/office/drawing/2014/main" id="{52A9E77F-4C31-5895-59FD-0EB824C20B22}"/>
                  </a:ext>
                </a:extLst>
              </p:cNvPr>
              <p:cNvSpPr txBox="1"/>
              <p:nvPr/>
            </p:nvSpPr>
            <p:spPr>
              <a:xfrm>
                <a:off x="7444986" y="2076053"/>
                <a:ext cx="2530853" cy="50828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r"/>
                <a:r>
                  <a:rPr lang="zh-CN" altLang="en-US">
                    <a:solidFill>
                      <a:schemeClr val="tx1"/>
                    </a:solidFill>
                    <a:effectLst/>
                  </a:rPr>
                  <a:t>单击添加小标题</a:t>
                </a:r>
                <a:endParaRPr lang="en-US" altLang="en-US" dirty="0">
                  <a:solidFill>
                    <a:schemeClr val="tx1"/>
                  </a:solidFill>
                  <a:effectLst/>
                </a:endParaRPr>
              </a:p>
            </p:txBody>
          </p:sp>
          <p:sp>
            <p:nvSpPr>
              <p:cNvPr id="40" name="Text2">
                <a:extLst>
                  <a:ext uri="{FF2B5EF4-FFF2-40B4-BE49-F238E27FC236}">
                    <a16:creationId xmlns:a16="http://schemas.microsoft.com/office/drawing/2014/main" id="{27B6A4E0-D427-D015-8EE0-147DBD0C54F9}"/>
                  </a:ext>
                </a:extLst>
              </p:cNvPr>
              <p:cNvSpPr txBox="1">
                <a:spLocks noChangeArrowheads="1"/>
              </p:cNvSpPr>
              <p:nvPr/>
            </p:nvSpPr>
            <p:spPr bwMode="auto">
              <a:xfrm>
                <a:off x="7444985" y="2796323"/>
                <a:ext cx="2530853" cy="900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41" name="组合 40">
              <a:extLst>
                <a:ext uri="{FF2B5EF4-FFF2-40B4-BE49-F238E27FC236}">
                  <a16:creationId xmlns:a16="http://schemas.microsoft.com/office/drawing/2014/main" id="{65A1BD83-9672-1B8A-D859-B08251466476}"/>
                </a:ext>
              </a:extLst>
            </p:cNvPr>
            <p:cNvGrpSpPr/>
            <p:nvPr/>
          </p:nvGrpSpPr>
          <p:grpSpPr>
            <a:xfrm>
              <a:off x="1120140" y="4300855"/>
              <a:ext cx="4282440" cy="1825625"/>
              <a:chOff x="1120140" y="4300855"/>
              <a:chExt cx="4282440" cy="1825625"/>
            </a:xfrm>
          </p:grpSpPr>
          <p:sp>
            <p:nvSpPr>
              <p:cNvPr id="60" name="任意多边形: 形状 59">
                <a:extLst>
                  <a:ext uri="{FF2B5EF4-FFF2-40B4-BE49-F238E27FC236}">
                    <a16:creationId xmlns:a16="http://schemas.microsoft.com/office/drawing/2014/main" id="{A3B2C89A-35F1-566A-9F1D-7C851282AE1B}"/>
                  </a:ext>
                </a:extLst>
              </p:cNvPr>
              <p:cNvSpPr/>
              <p:nvPr/>
            </p:nvSpPr>
            <p:spPr>
              <a:xfrm>
                <a:off x="1120140" y="4300855"/>
                <a:ext cx="4282440" cy="1825625"/>
              </a:xfrm>
              <a:custGeom>
                <a:avLst/>
                <a:gdLst>
                  <a:gd name="csX0" fmla="*/ 121714 w 4282440"/>
                  <a:gd name="csY0" fmla="*/ 0 h 1825625"/>
                  <a:gd name="csX1" fmla="*/ 3645363 w 4282440"/>
                  <a:gd name="csY1" fmla="*/ 0 h 1825625"/>
                  <a:gd name="csX2" fmla="*/ 3647057 w 4282440"/>
                  <a:gd name="csY2" fmla="*/ 11099 h 1825625"/>
                  <a:gd name="csX3" fmla="*/ 4217507 w 4282440"/>
                  <a:gd name="csY3" fmla="*/ 862460 h 1825625"/>
                  <a:gd name="csX4" fmla="*/ 4282440 w 4282440"/>
                  <a:gd name="csY4" fmla="*/ 901909 h 1825625"/>
                  <a:gd name="csX5" fmla="*/ 4282440 w 4282440"/>
                  <a:gd name="csY5" fmla="*/ 1703911 h 1825625"/>
                  <a:gd name="csX6" fmla="*/ 4160726 w 4282440"/>
                  <a:gd name="csY6" fmla="*/ 1825625 h 1825625"/>
                  <a:gd name="csX7" fmla="*/ 121714 w 4282440"/>
                  <a:gd name="csY7" fmla="*/ 1825625 h 1825625"/>
                  <a:gd name="csX8" fmla="*/ 0 w 4282440"/>
                  <a:gd name="csY8" fmla="*/ 1703911 h 1825625"/>
                  <a:gd name="csX9" fmla="*/ 0 w 4282440"/>
                  <a:gd name="csY9" fmla="*/ 121714 h 1825625"/>
                  <a:gd name="csX10" fmla="*/ 121714 w 4282440"/>
                  <a:gd name="csY10" fmla="*/ 0 h 1825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282440" h="1825625">
                    <a:moveTo>
                      <a:pt x="121714" y="0"/>
                    </a:moveTo>
                    <a:lnTo>
                      <a:pt x="3645363" y="0"/>
                    </a:lnTo>
                    <a:lnTo>
                      <a:pt x="3647057" y="11099"/>
                    </a:lnTo>
                    <a:cubicBezTo>
                      <a:pt x="3719328" y="364282"/>
                      <a:pt x="3928871" y="667462"/>
                      <a:pt x="4217507" y="862460"/>
                    </a:cubicBezTo>
                    <a:lnTo>
                      <a:pt x="4282440" y="901909"/>
                    </a:lnTo>
                    <a:lnTo>
                      <a:pt x="4282440" y="1703911"/>
                    </a:lnTo>
                    <a:cubicBezTo>
                      <a:pt x="4282440" y="1771132"/>
                      <a:pt x="4227947" y="1825625"/>
                      <a:pt x="4160726" y="1825625"/>
                    </a:cubicBezTo>
                    <a:lnTo>
                      <a:pt x="121714" y="1825625"/>
                    </a:lnTo>
                    <a:cubicBezTo>
                      <a:pt x="54493" y="1825625"/>
                      <a:pt x="0" y="1771132"/>
                      <a:pt x="0" y="1703911"/>
                    </a:cubicBezTo>
                    <a:lnTo>
                      <a:pt x="0" y="121714"/>
                    </a:lnTo>
                    <a:cubicBezTo>
                      <a:pt x="0" y="54493"/>
                      <a:pt x="54493" y="0"/>
                      <a:pt x="121714" y="0"/>
                    </a:cubicBezTo>
                    <a:close/>
                  </a:path>
                </a:pathLst>
              </a:custGeom>
              <a:noFill/>
              <a:ln w="12700">
                <a:solidFill>
                  <a:schemeClr val="tx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PPT">
                <a:extLst>
                  <a:ext uri="{FF2B5EF4-FFF2-40B4-BE49-F238E27FC236}">
                    <a16:creationId xmlns:a16="http://schemas.microsoft.com/office/drawing/2014/main" id="{0691DEC7-AEB3-C63B-78DA-BB2DB093F684}"/>
                  </a:ext>
                </a:extLst>
              </p:cNvPr>
              <p:cNvSpPr/>
              <p:nvPr/>
            </p:nvSpPr>
            <p:spPr>
              <a:xfrm>
                <a:off x="1449299" y="4586566"/>
                <a:ext cx="630772" cy="630772"/>
              </a:xfrm>
              <a:prstGeom prst="ellipse">
                <a:avLst/>
              </a:prstGeom>
              <a:solidFill>
                <a:schemeClr val="accent1"/>
              </a:solidFill>
              <a:ln w="25400">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marL="0" marR="0" lvl="0" indent="0" algn="ctr" defTabSz="914400" rtl="0" eaLnBrk="1" fontAlgn="auto" latinLnBrk="0" hangingPunct="1">
                  <a:lnSpc>
                    <a:spcPct val="11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tx1"/>
                  </a:solidFill>
                  <a:effectLst/>
                  <a:uLnTx/>
                  <a:uFillTx/>
                  <a:latin typeface="+mj-ea"/>
                  <a:ea typeface="+mj-ea"/>
                  <a:cs typeface="微软雅黑" panose="020B0503020204020204" charset="-122"/>
                </a:endParaRPr>
              </a:p>
            </p:txBody>
          </p:sp>
          <p:cxnSp>
            <p:nvCxnSpPr>
              <p:cNvPr id="32" name="直接连接符 31">
                <a:extLst>
                  <a:ext uri="{FF2B5EF4-FFF2-40B4-BE49-F238E27FC236}">
                    <a16:creationId xmlns:a16="http://schemas.microsoft.com/office/drawing/2014/main" id="{AB9673E5-4A8D-88BF-E2AB-FAD1C0D1ADCF}"/>
                  </a:ext>
                </a:extLst>
              </p:cNvPr>
              <p:cNvCxnSpPr>
                <a:cxnSpLocks/>
              </p:cNvCxnSpPr>
              <p:nvPr/>
            </p:nvCxnSpPr>
            <p:spPr>
              <a:xfrm rot="5400000">
                <a:off x="2603927" y="4817106"/>
                <a:ext cx="0" cy="585352"/>
              </a:xfrm>
              <a:prstGeom prst="line">
                <a:avLst/>
              </a:prstGeom>
              <a:ln w="25400">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64" name="Number3">
                <a:extLst>
                  <a:ext uri="{FF2B5EF4-FFF2-40B4-BE49-F238E27FC236}">
                    <a16:creationId xmlns:a16="http://schemas.microsoft.com/office/drawing/2014/main" id="{B33AD425-B860-7642-9E24-EE1A77B7B3B1}"/>
                  </a:ext>
                </a:extLst>
              </p:cNvPr>
              <p:cNvSpPr txBox="1"/>
              <p:nvPr/>
            </p:nvSpPr>
            <p:spPr>
              <a:xfrm>
                <a:off x="1523649" y="4647811"/>
                <a:ext cx="482072" cy="508282"/>
              </a:xfrm>
              <a:prstGeom prst="rect">
                <a:avLst/>
              </a:prstGeom>
              <a:noFill/>
              <a:ln>
                <a:noFill/>
              </a:ln>
            </p:spPr>
            <p:txBody>
              <a:bodyPr wrap="square" lIns="91440" tIns="45720" rIns="91440" bIns="45720" anchor="ctr"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en-US" altLang="zh-CN" dirty="0">
                    <a:solidFill>
                      <a:srgbClr val="FFFFFF"/>
                    </a:solidFill>
                    <a:effectLst/>
                  </a:rPr>
                  <a:t>03</a:t>
                </a:r>
                <a:endParaRPr lang="zh-CN" altLang="en-US" dirty="0">
                  <a:solidFill>
                    <a:srgbClr val="FFFFFF"/>
                  </a:solidFill>
                  <a:effectLst/>
                </a:endParaRPr>
              </a:p>
            </p:txBody>
          </p:sp>
          <p:sp>
            <p:nvSpPr>
              <p:cNvPr id="33" name="Bullet3">
                <a:extLst>
                  <a:ext uri="{FF2B5EF4-FFF2-40B4-BE49-F238E27FC236}">
                    <a16:creationId xmlns:a16="http://schemas.microsoft.com/office/drawing/2014/main" id="{05F8B691-0E2E-D9A1-A385-D576EF25A71F}"/>
                  </a:ext>
                </a:extLst>
              </p:cNvPr>
              <p:cNvSpPr txBox="1"/>
              <p:nvPr/>
            </p:nvSpPr>
            <p:spPr>
              <a:xfrm>
                <a:off x="2216161" y="4441428"/>
                <a:ext cx="2530853" cy="50828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chemeClr val="tx1"/>
                    </a:solidFill>
                    <a:effectLst/>
                  </a:rPr>
                  <a:t>单击添加小标题</a:t>
                </a:r>
                <a:endParaRPr lang="en-US" altLang="en-US" dirty="0">
                  <a:solidFill>
                    <a:schemeClr val="tx1"/>
                  </a:solidFill>
                  <a:effectLst/>
                </a:endParaRPr>
              </a:p>
            </p:txBody>
          </p:sp>
          <p:sp>
            <p:nvSpPr>
              <p:cNvPr id="34" name="Text3">
                <a:extLst>
                  <a:ext uri="{FF2B5EF4-FFF2-40B4-BE49-F238E27FC236}">
                    <a16:creationId xmlns:a16="http://schemas.microsoft.com/office/drawing/2014/main" id="{0D949A39-362F-4E10-6B46-961E8A2AB356}"/>
                  </a:ext>
                </a:extLst>
              </p:cNvPr>
              <p:cNvSpPr txBox="1">
                <a:spLocks noChangeArrowheads="1"/>
              </p:cNvSpPr>
              <p:nvPr/>
            </p:nvSpPr>
            <p:spPr bwMode="auto">
              <a:xfrm>
                <a:off x="2216162" y="5161698"/>
                <a:ext cx="2530853" cy="900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43" name="组合 42">
              <a:extLst>
                <a:ext uri="{FF2B5EF4-FFF2-40B4-BE49-F238E27FC236}">
                  <a16:creationId xmlns:a16="http://schemas.microsoft.com/office/drawing/2014/main" id="{3E50A93F-AAC9-968A-9F9D-449323495309}"/>
                </a:ext>
              </a:extLst>
            </p:cNvPr>
            <p:cNvGrpSpPr/>
            <p:nvPr/>
          </p:nvGrpSpPr>
          <p:grpSpPr>
            <a:xfrm>
              <a:off x="6789420" y="4300855"/>
              <a:ext cx="4282440" cy="1825625"/>
              <a:chOff x="6789420" y="4300855"/>
              <a:chExt cx="4282440" cy="1825625"/>
            </a:xfrm>
          </p:grpSpPr>
          <p:sp>
            <p:nvSpPr>
              <p:cNvPr id="61" name="任意多边形: 形状 60">
                <a:extLst>
                  <a:ext uri="{FF2B5EF4-FFF2-40B4-BE49-F238E27FC236}">
                    <a16:creationId xmlns:a16="http://schemas.microsoft.com/office/drawing/2014/main" id="{0420D841-C7D2-C3C4-0E44-8153BB687DE4}"/>
                  </a:ext>
                </a:extLst>
              </p:cNvPr>
              <p:cNvSpPr/>
              <p:nvPr/>
            </p:nvSpPr>
            <p:spPr>
              <a:xfrm>
                <a:off x="6789420" y="4300855"/>
                <a:ext cx="4282440" cy="1825625"/>
              </a:xfrm>
              <a:custGeom>
                <a:avLst/>
                <a:gdLst>
                  <a:gd name="csX0" fmla="*/ 637078 w 4282440"/>
                  <a:gd name="csY0" fmla="*/ 0 h 1825625"/>
                  <a:gd name="csX1" fmla="*/ 4160726 w 4282440"/>
                  <a:gd name="csY1" fmla="*/ 0 h 1825625"/>
                  <a:gd name="csX2" fmla="*/ 4282440 w 4282440"/>
                  <a:gd name="csY2" fmla="*/ 121714 h 1825625"/>
                  <a:gd name="csX3" fmla="*/ 4282440 w 4282440"/>
                  <a:gd name="csY3" fmla="*/ 1703911 h 1825625"/>
                  <a:gd name="csX4" fmla="*/ 4160726 w 4282440"/>
                  <a:gd name="csY4" fmla="*/ 1825625 h 1825625"/>
                  <a:gd name="csX5" fmla="*/ 121714 w 4282440"/>
                  <a:gd name="csY5" fmla="*/ 1825625 h 1825625"/>
                  <a:gd name="csX6" fmla="*/ 0 w 4282440"/>
                  <a:gd name="csY6" fmla="*/ 1703911 h 1825625"/>
                  <a:gd name="csX7" fmla="*/ 0 w 4282440"/>
                  <a:gd name="csY7" fmla="*/ 901909 h 1825625"/>
                  <a:gd name="csX8" fmla="*/ 64934 w 4282440"/>
                  <a:gd name="csY8" fmla="*/ 862460 h 1825625"/>
                  <a:gd name="csX9" fmla="*/ 635384 w 4282440"/>
                  <a:gd name="csY9" fmla="*/ 11099 h 1825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82440" h="1825625">
                    <a:moveTo>
                      <a:pt x="637078" y="0"/>
                    </a:moveTo>
                    <a:lnTo>
                      <a:pt x="4160726" y="0"/>
                    </a:lnTo>
                    <a:cubicBezTo>
                      <a:pt x="4227947" y="0"/>
                      <a:pt x="4282440" y="54493"/>
                      <a:pt x="4282440" y="121714"/>
                    </a:cubicBezTo>
                    <a:lnTo>
                      <a:pt x="4282440" y="1703911"/>
                    </a:lnTo>
                    <a:cubicBezTo>
                      <a:pt x="4282440" y="1771132"/>
                      <a:pt x="4227947" y="1825625"/>
                      <a:pt x="4160726" y="1825625"/>
                    </a:cubicBezTo>
                    <a:lnTo>
                      <a:pt x="121714" y="1825625"/>
                    </a:lnTo>
                    <a:cubicBezTo>
                      <a:pt x="54493" y="1825625"/>
                      <a:pt x="0" y="1771132"/>
                      <a:pt x="0" y="1703911"/>
                    </a:cubicBezTo>
                    <a:lnTo>
                      <a:pt x="0" y="901909"/>
                    </a:lnTo>
                    <a:lnTo>
                      <a:pt x="64934" y="862460"/>
                    </a:lnTo>
                    <a:cubicBezTo>
                      <a:pt x="353569" y="667462"/>
                      <a:pt x="563112" y="364282"/>
                      <a:pt x="635384" y="11099"/>
                    </a:cubicBezTo>
                    <a:close/>
                  </a:path>
                </a:pathLst>
              </a:custGeom>
              <a:noFill/>
              <a:ln w="12700">
                <a:solidFill>
                  <a:schemeClr val="tx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2" name="PPT">
                <a:extLst>
                  <a:ext uri="{FF2B5EF4-FFF2-40B4-BE49-F238E27FC236}">
                    <a16:creationId xmlns:a16="http://schemas.microsoft.com/office/drawing/2014/main" id="{460696AC-2284-56C9-3370-48A6E175983F}"/>
                  </a:ext>
                </a:extLst>
              </p:cNvPr>
              <p:cNvSpPr/>
              <p:nvPr/>
            </p:nvSpPr>
            <p:spPr>
              <a:xfrm>
                <a:off x="10111929" y="4586566"/>
                <a:ext cx="630772" cy="630772"/>
              </a:xfrm>
              <a:prstGeom prst="ellipse">
                <a:avLst/>
              </a:prstGeom>
              <a:solidFill>
                <a:schemeClr val="accent1"/>
              </a:solidFill>
              <a:ln w="25400">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marL="0" marR="0" lvl="0" indent="0" algn="r" defTabSz="914400" rtl="0" eaLnBrk="1" fontAlgn="auto" latinLnBrk="0" hangingPunct="1">
                  <a:lnSpc>
                    <a:spcPct val="11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tx1"/>
                  </a:solidFill>
                  <a:effectLst/>
                  <a:uLnTx/>
                  <a:uFillTx/>
                  <a:latin typeface="+mj-ea"/>
                  <a:ea typeface="+mj-ea"/>
                  <a:cs typeface="微软雅黑" panose="020B0503020204020204" charset="-122"/>
                </a:endParaRPr>
              </a:p>
            </p:txBody>
          </p:sp>
          <p:cxnSp>
            <p:nvCxnSpPr>
              <p:cNvPr id="44" name="直接连接符 43">
                <a:extLst>
                  <a:ext uri="{FF2B5EF4-FFF2-40B4-BE49-F238E27FC236}">
                    <a16:creationId xmlns:a16="http://schemas.microsoft.com/office/drawing/2014/main" id="{B83AD612-E7D4-0229-D27C-48632012C57A}"/>
                  </a:ext>
                </a:extLst>
              </p:cNvPr>
              <p:cNvCxnSpPr>
                <a:cxnSpLocks/>
              </p:cNvCxnSpPr>
              <p:nvPr/>
            </p:nvCxnSpPr>
            <p:spPr>
              <a:xfrm rot="5400000">
                <a:off x="9588073" y="4817106"/>
                <a:ext cx="0" cy="585352"/>
              </a:xfrm>
              <a:prstGeom prst="line">
                <a:avLst/>
              </a:prstGeom>
              <a:ln w="25400">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65" name="Number4">
                <a:extLst>
                  <a:ext uri="{FF2B5EF4-FFF2-40B4-BE49-F238E27FC236}">
                    <a16:creationId xmlns:a16="http://schemas.microsoft.com/office/drawing/2014/main" id="{9A1F82F1-FF66-7402-4E35-89925D75971C}"/>
                  </a:ext>
                </a:extLst>
              </p:cNvPr>
              <p:cNvSpPr txBox="1"/>
              <p:nvPr/>
            </p:nvSpPr>
            <p:spPr>
              <a:xfrm>
                <a:off x="10186279" y="4647811"/>
                <a:ext cx="482072" cy="508282"/>
              </a:xfrm>
              <a:prstGeom prst="rect">
                <a:avLst/>
              </a:prstGeom>
              <a:noFill/>
              <a:ln>
                <a:noFill/>
              </a:ln>
            </p:spPr>
            <p:txBody>
              <a:bodyPr wrap="square" lIns="91440" tIns="45720" rIns="91440" bIns="45720" anchor="ctr"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en-US" altLang="zh-CN" dirty="0">
                    <a:solidFill>
                      <a:srgbClr val="FFFFFF"/>
                    </a:solidFill>
                    <a:effectLst/>
                  </a:rPr>
                  <a:t>04</a:t>
                </a:r>
                <a:endParaRPr lang="zh-CN" altLang="en-US" dirty="0">
                  <a:solidFill>
                    <a:srgbClr val="FFFFFF"/>
                  </a:solidFill>
                  <a:effectLst/>
                </a:endParaRPr>
              </a:p>
            </p:txBody>
          </p:sp>
          <p:sp>
            <p:nvSpPr>
              <p:cNvPr id="45" name="Bullet4">
                <a:extLst>
                  <a:ext uri="{FF2B5EF4-FFF2-40B4-BE49-F238E27FC236}">
                    <a16:creationId xmlns:a16="http://schemas.microsoft.com/office/drawing/2014/main" id="{9AFB5073-1DBA-75DF-35DA-1A6D226381D5}"/>
                  </a:ext>
                </a:extLst>
              </p:cNvPr>
              <p:cNvSpPr txBox="1"/>
              <p:nvPr/>
            </p:nvSpPr>
            <p:spPr>
              <a:xfrm>
                <a:off x="7444986" y="4441428"/>
                <a:ext cx="2530853" cy="50828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r"/>
                <a:r>
                  <a:rPr lang="zh-CN" altLang="en-US">
                    <a:solidFill>
                      <a:schemeClr val="tx1"/>
                    </a:solidFill>
                    <a:effectLst/>
                  </a:rPr>
                  <a:t>单击添加小标题</a:t>
                </a:r>
                <a:endParaRPr lang="en-US" altLang="en-US" dirty="0">
                  <a:solidFill>
                    <a:schemeClr val="tx1"/>
                  </a:solidFill>
                  <a:effectLst/>
                </a:endParaRPr>
              </a:p>
            </p:txBody>
          </p:sp>
          <p:sp>
            <p:nvSpPr>
              <p:cNvPr id="46" name="Text4">
                <a:extLst>
                  <a:ext uri="{FF2B5EF4-FFF2-40B4-BE49-F238E27FC236}">
                    <a16:creationId xmlns:a16="http://schemas.microsoft.com/office/drawing/2014/main" id="{B2E55FB9-6854-2582-8DF3-2440141DE2A9}"/>
                  </a:ext>
                </a:extLst>
              </p:cNvPr>
              <p:cNvSpPr txBox="1">
                <a:spLocks noChangeArrowheads="1"/>
              </p:cNvSpPr>
              <p:nvPr/>
            </p:nvSpPr>
            <p:spPr bwMode="auto">
              <a:xfrm>
                <a:off x="7444985" y="5161698"/>
                <a:ext cx="2530853" cy="900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pic>
          <p:nvPicPr>
            <p:cNvPr id="31" name="图片 30">
              <a:extLst>
                <a:ext uri="{FF2B5EF4-FFF2-40B4-BE49-F238E27FC236}">
                  <a16:creationId xmlns:a16="http://schemas.microsoft.com/office/drawing/2014/main" id="{DCECFAC1-6585-AFA9-5844-E00DE81C70F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957439" y="1869440"/>
              <a:ext cx="2850248" cy="4366260"/>
            </a:xfrm>
            <a:prstGeom prst="rect">
              <a:avLst/>
            </a:prstGeom>
          </p:spPr>
        </p:pic>
      </p:grpSp>
      <p:sp>
        <p:nvSpPr>
          <p:cNvPr id="2" name="标题 1">
            <a:extLst>
              <a:ext uri="{FF2B5EF4-FFF2-40B4-BE49-F238E27FC236}">
                <a16:creationId xmlns:a16="http://schemas.microsoft.com/office/drawing/2014/main" id="{23449634-A8DD-7490-17B8-D2771158F685}"/>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927540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a:extLst>
              <a:ext uri="{FF2B5EF4-FFF2-40B4-BE49-F238E27FC236}">
                <a16:creationId xmlns:a16="http://schemas.microsoft.com/office/drawing/2014/main" id="{1AA42D4F-F79A-EA9E-7FB3-8AC9C8F2516D}"/>
              </a:ext>
            </a:extLst>
          </p:cNvPr>
          <p:cNvGrpSpPr/>
          <p:nvPr/>
        </p:nvGrpSpPr>
        <p:grpSpPr>
          <a:xfrm>
            <a:off x="662781" y="0"/>
            <a:ext cx="11529220" cy="6858000"/>
            <a:chOff x="662781" y="0"/>
            <a:chExt cx="11529220" cy="6858000"/>
          </a:xfrm>
        </p:grpSpPr>
        <p:cxnSp>
          <p:nvCxnSpPr>
            <p:cNvPr id="34" name="直接连接符 33">
              <a:extLst>
                <a:ext uri="{FF2B5EF4-FFF2-40B4-BE49-F238E27FC236}">
                  <a16:creationId xmlns:a16="http://schemas.microsoft.com/office/drawing/2014/main" id="{025FECDA-8710-DDD6-5E23-C942C57CA138}"/>
                </a:ext>
              </a:extLst>
            </p:cNvPr>
            <p:cNvCxnSpPr/>
            <p:nvPr/>
          </p:nvCxnSpPr>
          <p:spPr>
            <a:xfrm>
              <a:off x="924559" y="3210560"/>
              <a:ext cx="4747035"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4FC90A13-F1CD-B5E5-066B-A82A549AC1F4}"/>
                </a:ext>
              </a:extLst>
            </p:cNvPr>
            <p:cNvCxnSpPr/>
            <p:nvPr/>
          </p:nvCxnSpPr>
          <p:spPr>
            <a:xfrm>
              <a:off x="924559" y="4732020"/>
              <a:ext cx="4747035" cy="0"/>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5" name="Title">
              <a:extLst>
                <a:ext uri="{FF2B5EF4-FFF2-40B4-BE49-F238E27FC236}">
                  <a16:creationId xmlns:a16="http://schemas.microsoft.com/office/drawing/2014/main" id="{0C2446FE-AF24-3E15-5D9A-F1CD1189B464}"/>
                </a:ext>
              </a:extLst>
            </p:cNvPr>
            <p:cNvSpPr/>
            <p:nvPr/>
          </p:nvSpPr>
          <p:spPr>
            <a:xfrm>
              <a:off x="662781" y="1131889"/>
              <a:ext cx="6895488" cy="571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SzPct val="25000"/>
              </a:pPr>
              <a:r>
                <a:rPr lang="zh-CN" altLang="en-US" sz="2400" b="1">
                  <a:solidFill>
                    <a:schemeClr val="tx1"/>
                  </a:solidFill>
                  <a:latin typeface="+mj-ea"/>
                  <a:ea typeface="+mj-ea"/>
                  <a:sym typeface="Arial" panose="020B0604020202020204" pitchFamily="34" charset="0"/>
                </a:rPr>
                <a:t>单击此处添加长一点的副标题</a:t>
              </a:r>
              <a:endParaRPr lang="en-US" altLang="en-US" sz="2400" b="1" dirty="0">
                <a:solidFill>
                  <a:schemeClr val="tx1"/>
                </a:solidFill>
                <a:latin typeface="+mj-ea"/>
                <a:ea typeface="+mj-ea"/>
                <a:sym typeface="Arial" panose="020B0604020202020204" pitchFamily="34" charset="0"/>
              </a:endParaRPr>
            </a:p>
          </p:txBody>
        </p:sp>
        <p:grpSp>
          <p:nvGrpSpPr>
            <p:cNvPr id="22" name="组合 21">
              <a:extLst>
                <a:ext uri="{FF2B5EF4-FFF2-40B4-BE49-F238E27FC236}">
                  <a16:creationId xmlns:a16="http://schemas.microsoft.com/office/drawing/2014/main" id="{A124D977-C268-6393-3C05-5355FDD16C2F}"/>
                </a:ext>
              </a:extLst>
            </p:cNvPr>
            <p:cNvGrpSpPr/>
            <p:nvPr/>
          </p:nvGrpSpPr>
          <p:grpSpPr>
            <a:xfrm>
              <a:off x="822961" y="1808480"/>
              <a:ext cx="4941232" cy="1282700"/>
              <a:chOff x="822961" y="1808480"/>
              <a:chExt cx="4941232" cy="1282700"/>
            </a:xfrm>
          </p:grpSpPr>
          <p:sp>
            <p:nvSpPr>
              <p:cNvPr id="30" name="Number1">
                <a:extLst>
                  <a:ext uri="{FF2B5EF4-FFF2-40B4-BE49-F238E27FC236}">
                    <a16:creationId xmlns:a16="http://schemas.microsoft.com/office/drawing/2014/main" id="{FB2AC5DD-FAE8-38E5-B91D-387B077EBDB6}"/>
                  </a:ext>
                </a:extLst>
              </p:cNvPr>
              <p:cNvSpPr txBox="1"/>
              <p:nvPr/>
            </p:nvSpPr>
            <p:spPr>
              <a:xfrm>
                <a:off x="822961" y="1808480"/>
                <a:ext cx="518159"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en-US" altLang="zh-CN" dirty="0">
                    <a:solidFill>
                      <a:schemeClr val="tx1"/>
                    </a:solidFill>
                    <a:effectLst/>
                  </a:rPr>
                  <a:t>01</a:t>
                </a:r>
                <a:endParaRPr lang="zh-CN" altLang="en-US" dirty="0">
                  <a:solidFill>
                    <a:schemeClr val="tx1"/>
                  </a:solidFill>
                  <a:effectLst/>
                </a:endParaRPr>
              </a:p>
            </p:txBody>
          </p:sp>
          <p:sp>
            <p:nvSpPr>
              <p:cNvPr id="17" name="Bullet1">
                <a:extLst>
                  <a:ext uri="{FF2B5EF4-FFF2-40B4-BE49-F238E27FC236}">
                    <a16:creationId xmlns:a16="http://schemas.microsoft.com/office/drawing/2014/main" id="{6849828E-E39D-C685-0A4B-C3E4BBC83F11}"/>
                  </a:ext>
                </a:extLst>
              </p:cNvPr>
              <p:cNvSpPr txBox="1"/>
              <p:nvPr/>
            </p:nvSpPr>
            <p:spPr>
              <a:xfrm>
                <a:off x="1442720" y="1808480"/>
                <a:ext cx="4321472"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chemeClr val="tx1"/>
                    </a:solidFill>
                    <a:effectLst/>
                  </a:rPr>
                  <a:t>单击添加小标题</a:t>
                </a:r>
                <a:endParaRPr lang="en-US" altLang="en-US" dirty="0">
                  <a:solidFill>
                    <a:schemeClr val="tx1"/>
                  </a:solidFill>
                  <a:effectLst/>
                </a:endParaRPr>
              </a:p>
            </p:txBody>
          </p:sp>
          <p:sp>
            <p:nvSpPr>
              <p:cNvPr id="18" name="Text1">
                <a:extLst>
                  <a:ext uri="{FF2B5EF4-FFF2-40B4-BE49-F238E27FC236}">
                    <a16:creationId xmlns:a16="http://schemas.microsoft.com/office/drawing/2014/main" id="{6B3FECC0-4D3E-2311-5BEE-D1D484568049}"/>
                  </a:ext>
                </a:extLst>
              </p:cNvPr>
              <p:cNvSpPr txBox="1">
                <a:spLocks noChangeArrowheads="1"/>
              </p:cNvSpPr>
              <p:nvPr/>
            </p:nvSpPr>
            <p:spPr bwMode="auto">
              <a:xfrm>
                <a:off x="1442721" y="2410429"/>
                <a:ext cx="4321472" cy="68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23" name="组合 22">
              <a:extLst>
                <a:ext uri="{FF2B5EF4-FFF2-40B4-BE49-F238E27FC236}">
                  <a16:creationId xmlns:a16="http://schemas.microsoft.com/office/drawing/2014/main" id="{C2C52436-D875-1F4C-D8C5-5ABEF16E2A28}"/>
                </a:ext>
              </a:extLst>
            </p:cNvPr>
            <p:cNvGrpSpPr/>
            <p:nvPr/>
          </p:nvGrpSpPr>
          <p:grpSpPr>
            <a:xfrm>
              <a:off x="822961" y="3329940"/>
              <a:ext cx="4941232" cy="1282700"/>
              <a:chOff x="822961" y="3329940"/>
              <a:chExt cx="4941232" cy="1282700"/>
            </a:xfrm>
          </p:grpSpPr>
          <p:sp>
            <p:nvSpPr>
              <p:cNvPr id="31" name="Number2">
                <a:extLst>
                  <a:ext uri="{FF2B5EF4-FFF2-40B4-BE49-F238E27FC236}">
                    <a16:creationId xmlns:a16="http://schemas.microsoft.com/office/drawing/2014/main" id="{6A17FB51-EDD7-3790-FD60-8E8570C65625}"/>
                  </a:ext>
                </a:extLst>
              </p:cNvPr>
              <p:cNvSpPr txBox="1"/>
              <p:nvPr/>
            </p:nvSpPr>
            <p:spPr>
              <a:xfrm>
                <a:off x="822961" y="3329940"/>
                <a:ext cx="518159"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en-US" altLang="zh-CN" dirty="0">
                    <a:solidFill>
                      <a:schemeClr val="tx1"/>
                    </a:solidFill>
                    <a:effectLst/>
                  </a:rPr>
                  <a:t>02</a:t>
                </a:r>
                <a:endParaRPr lang="zh-CN" altLang="en-US" dirty="0">
                  <a:solidFill>
                    <a:schemeClr val="tx1"/>
                  </a:solidFill>
                  <a:effectLst/>
                </a:endParaRPr>
              </a:p>
            </p:txBody>
          </p:sp>
          <p:sp>
            <p:nvSpPr>
              <p:cNvPr id="25" name="Bullet2">
                <a:extLst>
                  <a:ext uri="{FF2B5EF4-FFF2-40B4-BE49-F238E27FC236}">
                    <a16:creationId xmlns:a16="http://schemas.microsoft.com/office/drawing/2014/main" id="{8A74856D-E155-87D7-5204-038E93F71421}"/>
                  </a:ext>
                </a:extLst>
              </p:cNvPr>
              <p:cNvSpPr txBox="1"/>
              <p:nvPr/>
            </p:nvSpPr>
            <p:spPr>
              <a:xfrm>
                <a:off x="1442720" y="3329940"/>
                <a:ext cx="4321472"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chemeClr val="tx1"/>
                    </a:solidFill>
                    <a:effectLst/>
                  </a:rPr>
                  <a:t>单击添加小标题</a:t>
                </a:r>
                <a:endParaRPr lang="en-US" altLang="en-US" dirty="0">
                  <a:solidFill>
                    <a:schemeClr val="tx1"/>
                  </a:solidFill>
                  <a:effectLst/>
                </a:endParaRPr>
              </a:p>
            </p:txBody>
          </p:sp>
          <p:sp>
            <p:nvSpPr>
              <p:cNvPr id="26" name="Text2">
                <a:extLst>
                  <a:ext uri="{FF2B5EF4-FFF2-40B4-BE49-F238E27FC236}">
                    <a16:creationId xmlns:a16="http://schemas.microsoft.com/office/drawing/2014/main" id="{3F10AF85-865F-D14B-11D9-043577C57D52}"/>
                  </a:ext>
                </a:extLst>
              </p:cNvPr>
              <p:cNvSpPr txBox="1">
                <a:spLocks noChangeArrowheads="1"/>
              </p:cNvSpPr>
              <p:nvPr/>
            </p:nvSpPr>
            <p:spPr bwMode="auto">
              <a:xfrm>
                <a:off x="1442721" y="3931889"/>
                <a:ext cx="4321472" cy="68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24" name="组合 23">
              <a:extLst>
                <a:ext uri="{FF2B5EF4-FFF2-40B4-BE49-F238E27FC236}">
                  <a16:creationId xmlns:a16="http://schemas.microsoft.com/office/drawing/2014/main" id="{3A00C157-C040-F93E-1993-D30211F95EAA}"/>
                </a:ext>
              </a:extLst>
            </p:cNvPr>
            <p:cNvGrpSpPr/>
            <p:nvPr/>
          </p:nvGrpSpPr>
          <p:grpSpPr>
            <a:xfrm>
              <a:off x="822961" y="4851400"/>
              <a:ext cx="4941232" cy="1282700"/>
              <a:chOff x="822961" y="4851400"/>
              <a:chExt cx="4941232" cy="1282700"/>
            </a:xfrm>
          </p:grpSpPr>
          <p:sp>
            <p:nvSpPr>
              <p:cNvPr id="32" name="Number3">
                <a:extLst>
                  <a:ext uri="{FF2B5EF4-FFF2-40B4-BE49-F238E27FC236}">
                    <a16:creationId xmlns:a16="http://schemas.microsoft.com/office/drawing/2014/main" id="{44E144E8-5454-6245-1EAF-15D98DAEAFE3}"/>
                  </a:ext>
                </a:extLst>
              </p:cNvPr>
              <p:cNvSpPr txBox="1"/>
              <p:nvPr/>
            </p:nvSpPr>
            <p:spPr>
              <a:xfrm>
                <a:off x="822961" y="4851400"/>
                <a:ext cx="518159"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en-US" altLang="zh-CN" dirty="0">
                    <a:solidFill>
                      <a:schemeClr val="tx1"/>
                    </a:solidFill>
                    <a:effectLst/>
                  </a:rPr>
                  <a:t>03</a:t>
                </a:r>
                <a:endParaRPr lang="zh-CN" altLang="en-US" dirty="0">
                  <a:solidFill>
                    <a:schemeClr val="tx1"/>
                  </a:solidFill>
                  <a:effectLst/>
                </a:endParaRPr>
              </a:p>
            </p:txBody>
          </p:sp>
          <p:sp>
            <p:nvSpPr>
              <p:cNvPr id="28" name="Bullet3">
                <a:extLst>
                  <a:ext uri="{FF2B5EF4-FFF2-40B4-BE49-F238E27FC236}">
                    <a16:creationId xmlns:a16="http://schemas.microsoft.com/office/drawing/2014/main" id="{493BAB09-18DA-A70A-F196-BB35B2AF56C9}"/>
                  </a:ext>
                </a:extLst>
              </p:cNvPr>
              <p:cNvSpPr txBox="1"/>
              <p:nvPr/>
            </p:nvSpPr>
            <p:spPr>
              <a:xfrm>
                <a:off x="1442720" y="4851400"/>
                <a:ext cx="4321472"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chemeClr val="tx1"/>
                    </a:solidFill>
                    <a:effectLst/>
                  </a:rPr>
                  <a:t>单击添加小标题</a:t>
                </a:r>
                <a:endParaRPr lang="en-US" altLang="en-US" dirty="0">
                  <a:solidFill>
                    <a:schemeClr val="tx1"/>
                  </a:solidFill>
                  <a:effectLst/>
                </a:endParaRPr>
              </a:p>
            </p:txBody>
          </p:sp>
          <p:sp>
            <p:nvSpPr>
              <p:cNvPr id="29" name="Text3">
                <a:extLst>
                  <a:ext uri="{FF2B5EF4-FFF2-40B4-BE49-F238E27FC236}">
                    <a16:creationId xmlns:a16="http://schemas.microsoft.com/office/drawing/2014/main" id="{D01E901D-CC50-A744-92B2-7CB1EC59D300}"/>
                  </a:ext>
                </a:extLst>
              </p:cNvPr>
              <p:cNvSpPr txBox="1">
                <a:spLocks noChangeArrowheads="1"/>
              </p:cNvSpPr>
              <p:nvPr/>
            </p:nvSpPr>
            <p:spPr bwMode="auto">
              <a:xfrm>
                <a:off x="1442721" y="5453349"/>
                <a:ext cx="4321472" cy="68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pic>
          <p:nvPicPr>
            <p:cNvPr id="19" name="图片 18">
              <a:extLst>
                <a:ext uri="{FF2B5EF4-FFF2-40B4-BE49-F238E27FC236}">
                  <a16:creationId xmlns:a16="http://schemas.microsoft.com/office/drawing/2014/main" id="{31992E44-1FB0-9A42-F8ED-53789455517B}"/>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4248124" y="0"/>
              <a:ext cx="7943877" cy="6858000"/>
            </a:xfrm>
            <a:custGeom>
              <a:avLst/>
              <a:gdLst>
                <a:gd name="csX0" fmla="*/ 0 w 7943877"/>
                <a:gd name="csY0" fmla="*/ 0 h 6858000"/>
                <a:gd name="csX1" fmla="*/ 7943877 w 7943877"/>
                <a:gd name="csY1" fmla="*/ 0 h 6858000"/>
                <a:gd name="csX2" fmla="*/ 7943877 w 7943877"/>
                <a:gd name="csY2" fmla="*/ 6858000 h 6858000"/>
                <a:gd name="csX3" fmla="*/ 0 w 7943877"/>
                <a:gd name="csY3" fmla="*/ 6858000 h 6858000"/>
              </a:gdLst>
              <a:ahLst/>
              <a:cxnLst>
                <a:cxn ang="0">
                  <a:pos x="csX0" y="csY0"/>
                </a:cxn>
                <a:cxn ang="0">
                  <a:pos x="csX1" y="csY1"/>
                </a:cxn>
                <a:cxn ang="0">
                  <a:pos x="csX2" y="csY2"/>
                </a:cxn>
                <a:cxn ang="0">
                  <a:pos x="csX3" y="csY3"/>
                </a:cxn>
              </a:cxnLst>
              <a:rect l="l" t="t" r="r" b="b"/>
              <a:pathLst>
                <a:path w="7943877" h="6858000">
                  <a:moveTo>
                    <a:pt x="0" y="0"/>
                  </a:moveTo>
                  <a:lnTo>
                    <a:pt x="7943877" y="0"/>
                  </a:lnTo>
                  <a:lnTo>
                    <a:pt x="7943877" y="6858000"/>
                  </a:lnTo>
                  <a:lnTo>
                    <a:pt x="0" y="6858000"/>
                  </a:lnTo>
                  <a:close/>
                </a:path>
              </a:pathLst>
            </a:custGeom>
          </p:spPr>
        </p:pic>
      </p:grpSp>
      <p:sp>
        <p:nvSpPr>
          <p:cNvPr id="2" name="标题 1">
            <a:extLst>
              <a:ext uri="{FF2B5EF4-FFF2-40B4-BE49-F238E27FC236}">
                <a16:creationId xmlns:a16="http://schemas.microsoft.com/office/drawing/2014/main" id="{43FA5578-67CE-B855-C735-314D93C9BB93}"/>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2618520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6E4B4-73B6-4B17-68DE-C8ED5955B736}"/>
            </a:ext>
          </a:extLst>
        </p:cNvPr>
        <p:cNvGrpSpPr/>
        <p:nvPr/>
      </p:nvGrpSpPr>
      <p:grpSpPr>
        <a:xfrm>
          <a:off x="0" y="0"/>
          <a:ext cx="0" cy="0"/>
          <a:chOff x="0" y="0"/>
          <a:chExt cx="0" cy="0"/>
        </a:xfrm>
      </p:grpSpPr>
      <p:grpSp>
        <p:nvGrpSpPr>
          <p:cNvPr id="70" name="组合 69">
            <a:extLst>
              <a:ext uri="{FF2B5EF4-FFF2-40B4-BE49-F238E27FC236}">
                <a16:creationId xmlns:a16="http://schemas.microsoft.com/office/drawing/2014/main" id="{3A9AF95C-7856-A33B-B265-001804A4C184}"/>
              </a:ext>
            </a:extLst>
          </p:cNvPr>
          <p:cNvGrpSpPr/>
          <p:nvPr/>
        </p:nvGrpSpPr>
        <p:grpSpPr>
          <a:xfrm>
            <a:off x="0" y="1131889"/>
            <a:ext cx="12192000" cy="5726110"/>
            <a:chOff x="0" y="1131889"/>
            <a:chExt cx="12192000" cy="5726110"/>
          </a:xfrm>
        </p:grpSpPr>
        <p:pic>
          <p:nvPicPr>
            <p:cNvPr id="65" name="PPT">
              <a:extLst>
                <a:ext uri="{FF2B5EF4-FFF2-40B4-BE49-F238E27FC236}">
                  <a16:creationId xmlns:a16="http://schemas.microsoft.com/office/drawing/2014/main" id="{4F3FDE04-149D-6C9A-64C0-E71157AF9E7D}"/>
                </a:ext>
              </a:extLst>
            </p:cNvPr>
            <p:cNvPicPr>
              <a:picLocks noChangeAspect="1"/>
            </p:cNvPicPr>
            <p:nvPr/>
          </p:nvPicPr>
          <p:blipFill>
            <a:blip r:embed="rId3" cstate="email">
              <a:extLst>
                <a:ext uri="{28A0092B-C50C-407E-A947-70E740481C1C}">
                  <a14:useLocalDpi xmlns:a14="http://schemas.microsoft.com/office/drawing/2010/main"/>
                </a:ext>
              </a:extLst>
            </a:blip>
            <a:srcRect t="2147"/>
            <a:stretch>
              <a:fillRect/>
            </a:stretch>
          </p:blipFill>
          <p:spPr>
            <a:xfrm rot="5400000">
              <a:off x="5795011" y="461010"/>
              <a:ext cx="601978" cy="12192000"/>
            </a:xfrm>
            <a:custGeom>
              <a:avLst/>
              <a:gdLst>
                <a:gd name="csX0" fmla="*/ 0 w 3429964"/>
                <a:gd name="csY0" fmla="*/ 0 h 6858000"/>
                <a:gd name="csX1" fmla="*/ 3429964 w 3429964"/>
                <a:gd name="csY1" fmla="*/ 0 h 6858000"/>
                <a:gd name="csX2" fmla="*/ 3429964 w 3429964"/>
                <a:gd name="csY2" fmla="*/ 6858000 h 6858000"/>
                <a:gd name="csX3" fmla="*/ 0 w 3429964"/>
                <a:gd name="csY3" fmla="*/ 6858000 h 6858000"/>
              </a:gdLst>
              <a:ahLst/>
              <a:cxnLst>
                <a:cxn ang="0">
                  <a:pos x="csX0" y="csY0"/>
                </a:cxn>
                <a:cxn ang="0">
                  <a:pos x="csX1" y="csY1"/>
                </a:cxn>
                <a:cxn ang="0">
                  <a:pos x="csX2" y="csY2"/>
                </a:cxn>
                <a:cxn ang="0">
                  <a:pos x="csX3" y="csY3"/>
                </a:cxn>
              </a:cxnLst>
              <a:rect l="l" t="t" r="r" b="b"/>
              <a:pathLst>
                <a:path w="3429964" h="6858000">
                  <a:moveTo>
                    <a:pt x="0" y="0"/>
                  </a:moveTo>
                  <a:lnTo>
                    <a:pt x="3429964" y="0"/>
                  </a:lnTo>
                  <a:lnTo>
                    <a:pt x="3429964" y="6858000"/>
                  </a:lnTo>
                  <a:lnTo>
                    <a:pt x="0" y="6858000"/>
                  </a:lnTo>
                  <a:close/>
                </a:path>
              </a:pathLst>
            </a:custGeom>
            <a:ln>
              <a:noFill/>
            </a:ln>
          </p:spPr>
        </p:pic>
        <p:sp>
          <p:nvSpPr>
            <p:cNvPr id="5" name="Title">
              <a:extLst>
                <a:ext uri="{FF2B5EF4-FFF2-40B4-BE49-F238E27FC236}">
                  <a16:creationId xmlns:a16="http://schemas.microsoft.com/office/drawing/2014/main" id="{68D56595-A600-CFF4-8C6E-7B44281AA344}"/>
                </a:ext>
              </a:extLst>
            </p:cNvPr>
            <p:cNvSpPr/>
            <p:nvPr/>
          </p:nvSpPr>
          <p:spPr>
            <a:xfrm>
              <a:off x="662780" y="1131889"/>
              <a:ext cx="10856119" cy="571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SzPct val="25000"/>
              </a:pPr>
              <a:r>
                <a:rPr lang="zh-CN" altLang="en-US" sz="2400" b="1">
                  <a:solidFill>
                    <a:schemeClr val="tx1"/>
                  </a:solidFill>
                  <a:latin typeface="+mj-ea"/>
                  <a:ea typeface="+mj-ea"/>
                  <a:sym typeface="Arial" panose="020B0604020202020204" pitchFamily="34" charset="0"/>
                </a:rPr>
                <a:t>单击此处添加长一点的副标题</a:t>
              </a:r>
              <a:endParaRPr lang="en-US" altLang="en-US" sz="2400" b="1" dirty="0">
                <a:solidFill>
                  <a:schemeClr val="tx1"/>
                </a:solidFill>
                <a:latin typeface="+mj-ea"/>
                <a:ea typeface="+mj-ea"/>
                <a:sym typeface="Arial" panose="020B0604020202020204" pitchFamily="34" charset="0"/>
              </a:endParaRPr>
            </a:p>
          </p:txBody>
        </p:sp>
        <p:grpSp>
          <p:nvGrpSpPr>
            <p:cNvPr id="66" name="组合 65">
              <a:extLst>
                <a:ext uri="{FF2B5EF4-FFF2-40B4-BE49-F238E27FC236}">
                  <a16:creationId xmlns:a16="http://schemas.microsoft.com/office/drawing/2014/main" id="{D97BDF6D-A9B6-EFE5-D951-AF0089CF2457}"/>
                </a:ext>
              </a:extLst>
            </p:cNvPr>
            <p:cNvGrpSpPr/>
            <p:nvPr/>
          </p:nvGrpSpPr>
          <p:grpSpPr>
            <a:xfrm>
              <a:off x="660401" y="2159075"/>
              <a:ext cx="2383742" cy="3618434"/>
              <a:chOff x="660401" y="2159075"/>
              <a:chExt cx="2383742" cy="3618434"/>
            </a:xfrm>
          </p:grpSpPr>
          <p:sp>
            <p:nvSpPr>
              <p:cNvPr id="59" name="矩形: 圆角 58">
                <a:extLst>
                  <a:ext uri="{FF2B5EF4-FFF2-40B4-BE49-F238E27FC236}">
                    <a16:creationId xmlns:a16="http://schemas.microsoft.com/office/drawing/2014/main" id="{49414032-CF08-C806-D236-DA44085491F4}"/>
                  </a:ext>
                </a:extLst>
              </p:cNvPr>
              <p:cNvSpPr/>
              <p:nvPr/>
            </p:nvSpPr>
            <p:spPr>
              <a:xfrm>
                <a:off x="660401" y="2536598"/>
                <a:ext cx="2383742" cy="3240911"/>
              </a:xfrm>
              <a:prstGeom prst="roundRect">
                <a:avLst>
                  <a:gd name="adj" fmla="val 6207"/>
                </a:avLst>
              </a:prstGeom>
              <a:solidFill>
                <a:schemeClr val="bg1"/>
              </a:solidFill>
              <a:ln w="12700">
                <a:solidFill>
                  <a:schemeClr val="tx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7" name="PPT">
                <a:extLst>
                  <a:ext uri="{FF2B5EF4-FFF2-40B4-BE49-F238E27FC236}">
                    <a16:creationId xmlns:a16="http://schemas.microsoft.com/office/drawing/2014/main" id="{2CD1377C-B249-9191-1EAB-8CFEFFD8BC19}"/>
                  </a:ext>
                </a:extLst>
              </p:cNvPr>
              <p:cNvSpPr/>
              <p:nvPr/>
            </p:nvSpPr>
            <p:spPr>
              <a:xfrm>
                <a:off x="1395210" y="2159075"/>
                <a:ext cx="958621" cy="958621"/>
              </a:xfrm>
              <a:prstGeom prst="ellipse">
                <a:avLst/>
              </a:prstGeom>
              <a:solidFill>
                <a:schemeClr val="accent1"/>
              </a:solidFill>
              <a:ln w="25400">
                <a:solidFill>
                  <a:schemeClr val="bg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marL="0" marR="0" lvl="0" indent="0" algn="ctr" defTabSz="914400" rtl="0" eaLnBrk="1" fontAlgn="auto" latinLnBrk="0" hangingPunct="1">
                  <a:lnSpc>
                    <a:spcPct val="11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tx1"/>
                  </a:solidFill>
                  <a:effectLst/>
                  <a:uLnTx/>
                  <a:uFillTx/>
                  <a:latin typeface="+mj-ea"/>
                  <a:ea typeface="+mj-ea"/>
                  <a:cs typeface="微软雅黑" panose="020B0503020204020204" charset="-122"/>
                </a:endParaRPr>
              </a:p>
            </p:txBody>
          </p:sp>
          <p:cxnSp>
            <p:nvCxnSpPr>
              <p:cNvPr id="13" name="直接连接符 12">
                <a:extLst>
                  <a:ext uri="{FF2B5EF4-FFF2-40B4-BE49-F238E27FC236}">
                    <a16:creationId xmlns:a16="http://schemas.microsoft.com/office/drawing/2014/main" id="{17F25B3E-0156-17BE-2534-E5BE76D2702B}"/>
                  </a:ext>
                </a:extLst>
              </p:cNvPr>
              <p:cNvCxnSpPr>
                <a:cxnSpLocks/>
              </p:cNvCxnSpPr>
              <p:nvPr/>
            </p:nvCxnSpPr>
            <p:spPr>
              <a:xfrm rot="5400000">
                <a:off x="1874520" y="3710088"/>
                <a:ext cx="0" cy="585352"/>
              </a:xfrm>
              <a:prstGeom prst="line">
                <a:avLst/>
              </a:prstGeom>
              <a:ln w="25400">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8" name="Icon1">
                <a:extLst>
                  <a:ext uri="{FF2B5EF4-FFF2-40B4-BE49-F238E27FC236}">
                    <a16:creationId xmlns:a16="http://schemas.microsoft.com/office/drawing/2014/main" id="{1F1B4541-415F-4C0E-6347-7A010766AFC9}"/>
                  </a:ext>
                </a:extLst>
              </p:cNvPr>
              <p:cNvSpPr/>
              <p:nvPr/>
            </p:nvSpPr>
            <p:spPr>
              <a:xfrm>
                <a:off x="1634636" y="2393326"/>
                <a:ext cx="479771" cy="450791"/>
              </a:xfrm>
              <a:custGeom>
                <a:avLst/>
                <a:gdLst>
                  <a:gd name="csX0" fmla="*/ 34977 w 1677854"/>
                  <a:gd name="csY0" fmla="*/ 491551 h 1576508"/>
                  <a:gd name="csX1" fmla="*/ 815580 w 1677854"/>
                  <a:gd name="csY1" fmla="*/ 854134 h 1576508"/>
                  <a:gd name="csX2" fmla="*/ 840881 w 1677854"/>
                  <a:gd name="csY2" fmla="*/ 859715 h 1576508"/>
                  <a:gd name="csX3" fmla="*/ 866182 w 1677854"/>
                  <a:gd name="csY3" fmla="*/ 854134 h 1576508"/>
                  <a:gd name="csX4" fmla="*/ 1643064 w 1677854"/>
                  <a:gd name="csY4" fmla="*/ 491924 h 1576508"/>
                  <a:gd name="csX5" fmla="*/ 1677853 w 1677854"/>
                  <a:gd name="csY5" fmla="*/ 438159 h 1576508"/>
                  <a:gd name="csX6" fmla="*/ 1643995 w 1677854"/>
                  <a:gd name="csY6" fmla="*/ 383837 h 1576508"/>
                  <a:gd name="csX7" fmla="*/ 867112 w 1677854"/>
                  <a:gd name="csY7" fmla="*/ 6000 h 1576508"/>
                  <a:gd name="csX8" fmla="*/ 814836 w 1677854"/>
                  <a:gd name="csY8" fmla="*/ 6000 h 1576508"/>
                  <a:gd name="csX9" fmla="*/ 34046 w 1677854"/>
                  <a:gd name="csY9" fmla="*/ 383093 h 1576508"/>
                  <a:gd name="csX10" fmla="*/ 2 w 1677854"/>
                  <a:gd name="csY10" fmla="*/ 437787 h 1576508"/>
                  <a:gd name="csX11" fmla="*/ 34977 w 1677854"/>
                  <a:gd name="csY11" fmla="*/ 491551 h 1576508"/>
                  <a:gd name="csX12" fmla="*/ 840695 w 1677854"/>
                  <a:gd name="csY12" fmla="*/ 126922 h 1576508"/>
                  <a:gd name="csX13" fmla="*/ 1477865 w 1677854"/>
                  <a:gd name="csY13" fmla="*/ 436671 h 1576508"/>
                  <a:gd name="csX14" fmla="*/ 840695 w 1677854"/>
                  <a:gd name="csY14" fmla="*/ 733397 h 1576508"/>
                  <a:gd name="csX15" fmla="*/ 200362 w 1677854"/>
                  <a:gd name="csY15" fmla="*/ 436113 h 1576508"/>
                  <a:gd name="csX16" fmla="*/ 840695 w 1677854"/>
                  <a:gd name="csY16" fmla="*/ 126922 h 1576508"/>
                  <a:gd name="csX17" fmla="*/ 1577580 w 1677854"/>
                  <a:gd name="csY17" fmla="*/ 746606 h 1576508"/>
                  <a:gd name="csX18" fmla="*/ 837718 w 1677854"/>
                  <a:gd name="csY18" fmla="*/ 1133931 h 1576508"/>
                  <a:gd name="csX19" fmla="*/ 88369 w 1677854"/>
                  <a:gd name="csY19" fmla="*/ 735444 h 1576508"/>
                  <a:gd name="csX20" fmla="*/ 7071 w 1677854"/>
                  <a:gd name="csY20" fmla="*/ 760186 h 1576508"/>
                  <a:gd name="csX21" fmla="*/ 31814 w 1677854"/>
                  <a:gd name="csY21" fmla="*/ 841484 h 1576508"/>
                  <a:gd name="csX22" fmla="*/ 809255 w 1677854"/>
                  <a:gd name="csY22" fmla="*/ 1254668 h 1576508"/>
                  <a:gd name="csX23" fmla="*/ 837346 w 1677854"/>
                  <a:gd name="csY23" fmla="*/ 1261551 h 1576508"/>
                  <a:gd name="csX24" fmla="*/ 865065 w 1677854"/>
                  <a:gd name="csY24" fmla="*/ 1254668 h 1576508"/>
                  <a:gd name="csX25" fmla="*/ 1633019 w 1677854"/>
                  <a:gd name="csY25" fmla="*/ 852646 h 1576508"/>
                  <a:gd name="csX26" fmla="*/ 1658319 w 1677854"/>
                  <a:gd name="csY26" fmla="*/ 771534 h 1576508"/>
                  <a:gd name="csX27" fmla="*/ 1577580 w 1677854"/>
                  <a:gd name="csY27" fmla="*/ 746606 h 1576508"/>
                  <a:gd name="csX28" fmla="*/ 1577580 w 1677854"/>
                  <a:gd name="csY28" fmla="*/ 1061191 h 1576508"/>
                  <a:gd name="csX29" fmla="*/ 837718 w 1677854"/>
                  <a:gd name="csY29" fmla="*/ 1448702 h 1576508"/>
                  <a:gd name="csX30" fmla="*/ 88369 w 1677854"/>
                  <a:gd name="csY30" fmla="*/ 1050401 h 1576508"/>
                  <a:gd name="csX31" fmla="*/ 7071 w 1677854"/>
                  <a:gd name="csY31" fmla="*/ 1075144 h 1576508"/>
                  <a:gd name="csX32" fmla="*/ 31814 w 1677854"/>
                  <a:gd name="csY32" fmla="*/ 1156441 h 1576508"/>
                  <a:gd name="csX33" fmla="*/ 809255 w 1677854"/>
                  <a:gd name="csY33" fmla="*/ 1569625 h 1576508"/>
                  <a:gd name="csX34" fmla="*/ 837346 w 1677854"/>
                  <a:gd name="csY34" fmla="*/ 1576509 h 1576508"/>
                  <a:gd name="csX35" fmla="*/ 865065 w 1677854"/>
                  <a:gd name="csY35" fmla="*/ 1569625 h 1576508"/>
                  <a:gd name="csX36" fmla="*/ 1633019 w 1677854"/>
                  <a:gd name="csY36" fmla="*/ 1167603 h 1576508"/>
                  <a:gd name="csX37" fmla="*/ 1658319 w 1677854"/>
                  <a:gd name="csY37" fmla="*/ 1086492 h 1576508"/>
                  <a:gd name="csX38" fmla="*/ 1577580 w 1677854"/>
                  <a:gd name="csY38" fmla="*/ 1061191 h 15765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677854" h="1576508">
                    <a:moveTo>
                      <a:pt x="34977" y="491551"/>
                    </a:moveTo>
                    <a:lnTo>
                      <a:pt x="815580" y="854134"/>
                    </a:lnTo>
                    <a:cubicBezTo>
                      <a:pt x="823580" y="857855"/>
                      <a:pt x="832323" y="859715"/>
                      <a:pt x="840881" y="859715"/>
                    </a:cubicBezTo>
                    <a:cubicBezTo>
                      <a:pt x="849439" y="859715"/>
                      <a:pt x="858182" y="857855"/>
                      <a:pt x="866182" y="854134"/>
                    </a:cubicBezTo>
                    <a:lnTo>
                      <a:pt x="1643064" y="491924"/>
                    </a:lnTo>
                    <a:cubicBezTo>
                      <a:pt x="1664086" y="482250"/>
                      <a:pt x="1677667" y="461228"/>
                      <a:pt x="1677853" y="438159"/>
                    </a:cubicBezTo>
                    <a:cubicBezTo>
                      <a:pt x="1678039" y="415091"/>
                      <a:pt x="1664831" y="393883"/>
                      <a:pt x="1643995" y="383837"/>
                    </a:cubicBezTo>
                    <a:lnTo>
                      <a:pt x="867112" y="6000"/>
                    </a:lnTo>
                    <a:cubicBezTo>
                      <a:pt x="850555" y="-2000"/>
                      <a:pt x="831207" y="-2000"/>
                      <a:pt x="814836" y="6000"/>
                    </a:cubicBezTo>
                    <a:lnTo>
                      <a:pt x="34046" y="383093"/>
                    </a:lnTo>
                    <a:cubicBezTo>
                      <a:pt x="13210" y="393139"/>
                      <a:pt x="-184" y="414347"/>
                      <a:pt x="2" y="437787"/>
                    </a:cubicBezTo>
                    <a:cubicBezTo>
                      <a:pt x="374" y="460856"/>
                      <a:pt x="13955" y="481878"/>
                      <a:pt x="34977" y="491551"/>
                    </a:cubicBezTo>
                    <a:close/>
                    <a:moveTo>
                      <a:pt x="840695" y="126922"/>
                    </a:moveTo>
                    <a:lnTo>
                      <a:pt x="1477865" y="436671"/>
                    </a:lnTo>
                    <a:lnTo>
                      <a:pt x="840695" y="733397"/>
                    </a:lnTo>
                    <a:lnTo>
                      <a:pt x="200362" y="436113"/>
                    </a:lnTo>
                    <a:lnTo>
                      <a:pt x="840695" y="126922"/>
                    </a:lnTo>
                    <a:close/>
                    <a:moveTo>
                      <a:pt x="1577580" y="746606"/>
                    </a:moveTo>
                    <a:lnTo>
                      <a:pt x="837718" y="1133931"/>
                    </a:lnTo>
                    <a:lnTo>
                      <a:pt x="88369" y="735444"/>
                    </a:lnTo>
                    <a:cubicBezTo>
                      <a:pt x="59161" y="719817"/>
                      <a:pt x="22698" y="730979"/>
                      <a:pt x="7071" y="760186"/>
                    </a:cubicBezTo>
                    <a:cubicBezTo>
                      <a:pt x="-8556" y="789394"/>
                      <a:pt x="2606" y="825857"/>
                      <a:pt x="31814" y="841484"/>
                    </a:cubicBezTo>
                    <a:lnTo>
                      <a:pt x="809255" y="1254668"/>
                    </a:lnTo>
                    <a:cubicBezTo>
                      <a:pt x="817999" y="1259319"/>
                      <a:pt x="827858" y="1261551"/>
                      <a:pt x="837346" y="1261551"/>
                    </a:cubicBezTo>
                    <a:cubicBezTo>
                      <a:pt x="846834" y="1261551"/>
                      <a:pt x="856508" y="1259319"/>
                      <a:pt x="865065" y="1254668"/>
                    </a:cubicBezTo>
                    <a:lnTo>
                      <a:pt x="1633019" y="852646"/>
                    </a:lnTo>
                    <a:cubicBezTo>
                      <a:pt x="1662412" y="837205"/>
                      <a:pt x="1673760" y="801114"/>
                      <a:pt x="1658319" y="771534"/>
                    </a:cubicBezTo>
                    <a:cubicBezTo>
                      <a:pt x="1643250" y="742513"/>
                      <a:pt x="1606974" y="731165"/>
                      <a:pt x="1577580" y="746606"/>
                    </a:cubicBezTo>
                    <a:close/>
                    <a:moveTo>
                      <a:pt x="1577580" y="1061191"/>
                    </a:moveTo>
                    <a:lnTo>
                      <a:pt x="837718" y="1448702"/>
                    </a:lnTo>
                    <a:lnTo>
                      <a:pt x="88369" y="1050401"/>
                    </a:lnTo>
                    <a:cubicBezTo>
                      <a:pt x="59161" y="1034774"/>
                      <a:pt x="22698" y="1045936"/>
                      <a:pt x="7071" y="1075144"/>
                    </a:cubicBezTo>
                    <a:cubicBezTo>
                      <a:pt x="-8556" y="1104351"/>
                      <a:pt x="2606" y="1140814"/>
                      <a:pt x="31814" y="1156441"/>
                    </a:cubicBezTo>
                    <a:lnTo>
                      <a:pt x="809255" y="1569625"/>
                    </a:lnTo>
                    <a:cubicBezTo>
                      <a:pt x="817999" y="1574276"/>
                      <a:pt x="827858" y="1576509"/>
                      <a:pt x="837346" y="1576509"/>
                    </a:cubicBezTo>
                    <a:cubicBezTo>
                      <a:pt x="846834" y="1576509"/>
                      <a:pt x="856508" y="1574276"/>
                      <a:pt x="865065" y="1569625"/>
                    </a:cubicBezTo>
                    <a:lnTo>
                      <a:pt x="1633019" y="1167603"/>
                    </a:lnTo>
                    <a:cubicBezTo>
                      <a:pt x="1662412" y="1152162"/>
                      <a:pt x="1673760" y="1116072"/>
                      <a:pt x="1658319" y="1086492"/>
                    </a:cubicBezTo>
                    <a:cubicBezTo>
                      <a:pt x="1643250" y="1057284"/>
                      <a:pt x="1606974" y="1045936"/>
                      <a:pt x="1577580" y="1061191"/>
                    </a:cubicBezTo>
                    <a:close/>
                  </a:path>
                </a:pathLst>
              </a:custGeom>
              <a:solidFill>
                <a:srgbClr val="FFFFFF"/>
              </a:solidFill>
              <a:ln w="1860" cap="flat">
                <a:noFill/>
                <a:prstDash val="solid"/>
                <a:miter/>
              </a:ln>
            </p:spPr>
            <p:txBody>
              <a:bodyPr lIns="91440" tIns="45720" rIns="91440" bIns="45720">
                <a:normAutofit/>
              </a:bodyPr>
              <a:lstStyle/>
              <a:p>
                <a:endParaRPr lang="zh-CN" altLang="en-US"/>
              </a:p>
            </p:txBody>
          </p:sp>
          <p:sp>
            <p:nvSpPr>
              <p:cNvPr id="12" name="Number1">
                <a:extLst>
                  <a:ext uri="{FF2B5EF4-FFF2-40B4-BE49-F238E27FC236}">
                    <a16:creationId xmlns:a16="http://schemas.microsoft.com/office/drawing/2014/main" id="{6F4F4CB5-E1EE-C213-21B7-613E756E712F}"/>
                  </a:ext>
                </a:extLst>
              </p:cNvPr>
              <p:cNvSpPr txBox="1"/>
              <p:nvPr/>
            </p:nvSpPr>
            <p:spPr>
              <a:xfrm>
                <a:off x="758520" y="3362608"/>
                <a:ext cx="2232000" cy="511207"/>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en-US" altLang="zh-CN" dirty="0">
                    <a:solidFill>
                      <a:schemeClr val="tx1"/>
                    </a:solidFill>
                    <a:effectLst/>
                  </a:rPr>
                  <a:t>01</a:t>
                </a:r>
                <a:endParaRPr lang="zh-CN" altLang="en-US" dirty="0">
                  <a:solidFill>
                    <a:schemeClr val="tx1"/>
                  </a:solidFill>
                  <a:effectLst/>
                </a:endParaRPr>
              </a:p>
            </p:txBody>
          </p:sp>
          <p:sp>
            <p:nvSpPr>
              <p:cNvPr id="10" name="Bullet1">
                <a:extLst>
                  <a:ext uri="{FF2B5EF4-FFF2-40B4-BE49-F238E27FC236}">
                    <a16:creationId xmlns:a16="http://schemas.microsoft.com/office/drawing/2014/main" id="{CA3A22EA-344B-4D80-85C8-EF25E1E87B48}"/>
                  </a:ext>
                </a:extLst>
              </p:cNvPr>
              <p:cNvSpPr txBox="1"/>
              <p:nvPr/>
            </p:nvSpPr>
            <p:spPr>
              <a:xfrm>
                <a:off x="758520" y="4094642"/>
                <a:ext cx="2232000" cy="511207"/>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chemeClr val="tx1"/>
                    </a:solidFill>
                    <a:effectLst/>
                  </a:rPr>
                  <a:t>单击添加小标题</a:t>
                </a:r>
                <a:endParaRPr lang="en-US" altLang="en-US" dirty="0">
                  <a:solidFill>
                    <a:schemeClr val="tx1"/>
                  </a:solidFill>
                  <a:effectLst/>
                </a:endParaRPr>
              </a:p>
            </p:txBody>
          </p:sp>
          <p:sp>
            <p:nvSpPr>
              <p:cNvPr id="11" name="Text1">
                <a:extLst>
                  <a:ext uri="{FF2B5EF4-FFF2-40B4-BE49-F238E27FC236}">
                    <a16:creationId xmlns:a16="http://schemas.microsoft.com/office/drawing/2014/main" id="{4DF5C4A7-D161-AFB5-7167-F1A853687FD4}"/>
                  </a:ext>
                </a:extLst>
              </p:cNvPr>
              <p:cNvSpPr txBox="1">
                <a:spLocks noChangeArrowheads="1"/>
              </p:cNvSpPr>
              <p:nvPr/>
            </p:nvSpPr>
            <p:spPr bwMode="auto">
              <a:xfrm>
                <a:off x="758520" y="4669412"/>
                <a:ext cx="2232000" cy="925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67" name="组合 66">
              <a:extLst>
                <a:ext uri="{FF2B5EF4-FFF2-40B4-BE49-F238E27FC236}">
                  <a16:creationId xmlns:a16="http://schemas.microsoft.com/office/drawing/2014/main" id="{337C507D-617A-BD83-6A4B-13B001725C10}"/>
                </a:ext>
              </a:extLst>
            </p:cNvPr>
            <p:cNvGrpSpPr/>
            <p:nvPr/>
          </p:nvGrpSpPr>
          <p:grpSpPr>
            <a:xfrm>
              <a:off x="3572840" y="2159075"/>
              <a:ext cx="2232000" cy="3435480"/>
              <a:chOff x="3572840" y="2159075"/>
              <a:chExt cx="2232000" cy="3435480"/>
            </a:xfrm>
          </p:grpSpPr>
          <p:sp>
            <p:nvSpPr>
              <p:cNvPr id="34" name="PPT">
                <a:extLst>
                  <a:ext uri="{FF2B5EF4-FFF2-40B4-BE49-F238E27FC236}">
                    <a16:creationId xmlns:a16="http://schemas.microsoft.com/office/drawing/2014/main" id="{BEAB4EF7-EE53-6C28-D8FC-92E6274ADC98}"/>
                  </a:ext>
                </a:extLst>
              </p:cNvPr>
              <p:cNvSpPr/>
              <p:nvPr/>
            </p:nvSpPr>
            <p:spPr>
              <a:xfrm>
                <a:off x="4209530" y="2159075"/>
                <a:ext cx="958621" cy="958621"/>
              </a:xfrm>
              <a:prstGeom prst="ellipse">
                <a:avLst/>
              </a:prstGeom>
              <a:solidFill>
                <a:schemeClr val="accent1"/>
              </a:solidFill>
              <a:ln w="25400">
                <a:solidFill>
                  <a:schemeClr val="bg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marL="0" marR="0" lvl="0" indent="0" algn="ctr" defTabSz="914400" rtl="0" eaLnBrk="1" fontAlgn="auto" latinLnBrk="0" hangingPunct="1">
                  <a:lnSpc>
                    <a:spcPct val="11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tx1"/>
                  </a:solidFill>
                  <a:effectLst/>
                  <a:uLnTx/>
                  <a:uFillTx/>
                  <a:latin typeface="+mj-ea"/>
                  <a:ea typeface="+mj-ea"/>
                  <a:cs typeface="微软雅黑" panose="020B0503020204020204" charset="-122"/>
                </a:endParaRPr>
              </a:p>
            </p:txBody>
          </p:sp>
          <p:cxnSp>
            <p:nvCxnSpPr>
              <p:cNvPr id="33" name="直接连接符 32">
                <a:extLst>
                  <a:ext uri="{FF2B5EF4-FFF2-40B4-BE49-F238E27FC236}">
                    <a16:creationId xmlns:a16="http://schemas.microsoft.com/office/drawing/2014/main" id="{316A080F-87B4-6251-A911-D3080F4E8CDA}"/>
                  </a:ext>
                </a:extLst>
              </p:cNvPr>
              <p:cNvCxnSpPr>
                <a:cxnSpLocks/>
              </p:cNvCxnSpPr>
              <p:nvPr/>
            </p:nvCxnSpPr>
            <p:spPr>
              <a:xfrm rot="5400000">
                <a:off x="4688840" y="3710088"/>
                <a:ext cx="0" cy="585352"/>
              </a:xfrm>
              <a:prstGeom prst="line">
                <a:avLst/>
              </a:prstGeom>
              <a:ln w="25400">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63" name="Icon2">
                <a:extLst>
                  <a:ext uri="{FF2B5EF4-FFF2-40B4-BE49-F238E27FC236}">
                    <a16:creationId xmlns:a16="http://schemas.microsoft.com/office/drawing/2014/main" id="{BECF36C6-77D1-09A6-D00E-7B7F46570B38}"/>
                  </a:ext>
                </a:extLst>
              </p:cNvPr>
              <p:cNvSpPr/>
              <p:nvPr/>
            </p:nvSpPr>
            <p:spPr>
              <a:xfrm>
                <a:off x="4462497" y="2396281"/>
                <a:ext cx="452687" cy="444880"/>
              </a:xfrm>
              <a:custGeom>
                <a:avLst/>
                <a:gdLst>
                  <a:gd name="csX0" fmla="*/ 1272240 w 1770585"/>
                  <a:gd name="csY0" fmla="*/ 1179876 h 1740052"/>
                  <a:gd name="csX1" fmla="*/ 1382797 w 1770585"/>
                  <a:gd name="csY1" fmla="*/ 1179876 h 1740052"/>
                  <a:gd name="csX2" fmla="*/ 1438579 w 1770585"/>
                  <a:gd name="csY2" fmla="*/ 1235659 h 1740052"/>
                  <a:gd name="csX3" fmla="*/ 1438579 w 1770585"/>
                  <a:gd name="csY3" fmla="*/ 1235995 h 1740052"/>
                  <a:gd name="csX4" fmla="*/ 1438579 w 1770585"/>
                  <a:gd name="csY4" fmla="*/ 1236331 h 1740052"/>
                  <a:gd name="csX5" fmla="*/ 1382797 w 1770585"/>
                  <a:gd name="csY5" fmla="*/ 1292113 h 1740052"/>
                  <a:gd name="csX6" fmla="*/ 1272240 w 1770585"/>
                  <a:gd name="csY6" fmla="*/ 1292113 h 1740052"/>
                  <a:gd name="csX7" fmla="*/ 1216458 w 1770585"/>
                  <a:gd name="csY7" fmla="*/ 1236331 h 1740052"/>
                  <a:gd name="csX8" fmla="*/ 1216458 w 1770585"/>
                  <a:gd name="csY8" fmla="*/ 1235659 h 1740052"/>
                  <a:gd name="csX9" fmla="*/ 1272240 w 1770585"/>
                  <a:gd name="csY9" fmla="*/ 1179876 h 1740052"/>
                  <a:gd name="csX10" fmla="*/ 442562 w 1770585"/>
                  <a:gd name="csY10" fmla="*/ 1179876 h 1740052"/>
                  <a:gd name="csX11" fmla="*/ 773896 w 1770585"/>
                  <a:gd name="csY11" fmla="*/ 1179876 h 1740052"/>
                  <a:gd name="csX12" fmla="*/ 829678 w 1770585"/>
                  <a:gd name="csY12" fmla="*/ 1235659 h 1740052"/>
                  <a:gd name="csX13" fmla="*/ 829678 w 1770585"/>
                  <a:gd name="csY13" fmla="*/ 1235995 h 1740052"/>
                  <a:gd name="csX14" fmla="*/ 829678 w 1770585"/>
                  <a:gd name="csY14" fmla="*/ 1236331 h 1740052"/>
                  <a:gd name="csX15" fmla="*/ 773896 w 1770585"/>
                  <a:gd name="csY15" fmla="*/ 1292113 h 1740052"/>
                  <a:gd name="csX16" fmla="*/ 442562 w 1770585"/>
                  <a:gd name="csY16" fmla="*/ 1292113 h 1740052"/>
                  <a:gd name="csX17" fmla="*/ 386780 w 1770585"/>
                  <a:gd name="csY17" fmla="*/ 1236331 h 1740052"/>
                  <a:gd name="csX18" fmla="*/ 386780 w 1770585"/>
                  <a:gd name="csY18" fmla="*/ 1235659 h 1740052"/>
                  <a:gd name="csX19" fmla="*/ 442562 w 1770585"/>
                  <a:gd name="csY19" fmla="*/ 1179876 h 1740052"/>
                  <a:gd name="csX20" fmla="*/ 442562 w 1770585"/>
                  <a:gd name="csY20" fmla="*/ 847535 h 1740052"/>
                  <a:gd name="csX21" fmla="*/ 773896 w 1770585"/>
                  <a:gd name="csY21" fmla="*/ 847535 h 1740052"/>
                  <a:gd name="csX22" fmla="*/ 829678 w 1770585"/>
                  <a:gd name="csY22" fmla="*/ 903317 h 1740052"/>
                  <a:gd name="csX23" fmla="*/ 829678 w 1770585"/>
                  <a:gd name="csY23" fmla="*/ 903653 h 1740052"/>
                  <a:gd name="csX24" fmla="*/ 829678 w 1770585"/>
                  <a:gd name="csY24" fmla="*/ 903989 h 1740052"/>
                  <a:gd name="csX25" fmla="*/ 773896 w 1770585"/>
                  <a:gd name="csY25" fmla="*/ 959771 h 1740052"/>
                  <a:gd name="csX26" fmla="*/ 442562 w 1770585"/>
                  <a:gd name="csY26" fmla="*/ 959771 h 1740052"/>
                  <a:gd name="csX27" fmla="*/ 386780 w 1770585"/>
                  <a:gd name="csY27" fmla="*/ 903989 h 1740052"/>
                  <a:gd name="csX28" fmla="*/ 386780 w 1770585"/>
                  <a:gd name="csY28" fmla="*/ 903317 h 1740052"/>
                  <a:gd name="csX29" fmla="*/ 442562 w 1770585"/>
                  <a:gd name="csY29" fmla="*/ 847535 h 1740052"/>
                  <a:gd name="csX30" fmla="*/ 1106910 w 1770585"/>
                  <a:gd name="csY30" fmla="*/ 722193 h 1740052"/>
                  <a:gd name="csX31" fmla="*/ 1106910 w 1770585"/>
                  <a:gd name="csY31" fmla="*/ 1628487 h 1740052"/>
                  <a:gd name="csX32" fmla="*/ 1548800 w 1770585"/>
                  <a:gd name="csY32" fmla="*/ 1628487 h 1740052"/>
                  <a:gd name="csX33" fmla="*/ 1548800 w 1770585"/>
                  <a:gd name="csY33" fmla="*/ 1008497 h 1740052"/>
                  <a:gd name="csX34" fmla="*/ 442562 w 1770585"/>
                  <a:gd name="csY34" fmla="*/ 516537 h 1740052"/>
                  <a:gd name="csX35" fmla="*/ 773896 w 1770585"/>
                  <a:gd name="csY35" fmla="*/ 516537 h 1740052"/>
                  <a:gd name="csX36" fmla="*/ 829678 w 1770585"/>
                  <a:gd name="csY36" fmla="*/ 572319 h 1740052"/>
                  <a:gd name="csX37" fmla="*/ 773896 w 1770585"/>
                  <a:gd name="csY37" fmla="*/ 628102 h 1740052"/>
                  <a:gd name="csX38" fmla="*/ 442562 w 1770585"/>
                  <a:gd name="csY38" fmla="*/ 628102 h 1740052"/>
                  <a:gd name="csX39" fmla="*/ 386780 w 1770585"/>
                  <a:gd name="csY39" fmla="*/ 572319 h 1740052"/>
                  <a:gd name="csX40" fmla="*/ 442562 w 1770585"/>
                  <a:gd name="csY40" fmla="*/ 516537 h 1740052"/>
                  <a:gd name="csX41" fmla="*/ 994673 w 1770585"/>
                  <a:gd name="csY41" fmla="*/ 112956 h 1740052"/>
                  <a:gd name="csX42" fmla="*/ 220777 w 1770585"/>
                  <a:gd name="csY42" fmla="*/ 345158 h 1740052"/>
                  <a:gd name="csX43" fmla="*/ 220777 w 1770585"/>
                  <a:gd name="csY43" fmla="*/ 1628487 h 1740052"/>
                  <a:gd name="csX44" fmla="*/ 994673 w 1770585"/>
                  <a:gd name="csY44" fmla="*/ 1628487 h 1740052"/>
                  <a:gd name="csX45" fmla="*/ 1012032 w 1770585"/>
                  <a:gd name="csY45" fmla="*/ 1212 h 1740052"/>
                  <a:gd name="csX46" fmla="*/ 1101533 w 1770585"/>
                  <a:gd name="csY46" fmla="*/ 74647 h 1740052"/>
                  <a:gd name="csX47" fmla="*/ 1106910 w 1770585"/>
                  <a:gd name="csY47" fmla="*/ 86072 h 1740052"/>
                  <a:gd name="csX48" fmla="*/ 1106910 w 1770585"/>
                  <a:gd name="csY48" fmla="*/ 595506 h 1740052"/>
                  <a:gd name="csX49" fmla="*/ 1604246 w 1770585"/>
                  <a:gd name="csY49" fmla="*/ 920791 h 1740052"/>
                  <a:gd name="csX50" fmla="*/ 1660028 w 1770585"/>
                  <a:gd name="csY50" fmla="*/ 1014546 h 1740052"/>
                  <a:gd name="csX51" fmla="*/ 1660028 w 1770585"/>
                  <a:gd name="csY51" fmla="*/ 1628487 h 1740052"/>
                  <a:gd name="csX52" fmla="*/ 1714802 w 1770585"/>
                  <a:gd name="csY52" fmla="*/ 1628487 h 1740052"/>
                  <a:gd name="csX53" fmla="*/ 1770585 w 1770585"/>
                  <a:gd name="csY53" fmla="*/ 1684270 h 1740052"/>
                  <a:gd name="csX54" fmla="*/ 1714802 w 1770585"/>
                  <a:gd name="csY54" fmla="*/ 1740052 h 1740052"/>
                  <a:gd name="csX55" fmla="*/ 55782 w 1770585"/>
                  <a:gd name="csY55" fmla="*/ 1740052 h 1740052"/>
                  <a:gd name="csX56" fmla="*/ 0 w 1770585"/>
                  <a:gd name="csY56" fmla="*/ 1684270 h 1740052"/>
                  <a:gd name="csX57" fmla="*/ 55782 w 1770585"/>
                  <a:gd name="csY57" fmla="*/ 1628487 h 1740052"/>
                  <a:gd name="csX58" fmla="*/ 111565 w 1770585"/>
                  <a:gd name="csY58" fmla="*/ 1628487 h 1740052"/>
                  <a:gd name="csX59" fmla="*/ 111565 w 1770585"/>
                  <a:gd name="csY59" fmla="*/ 345158 h 1740052"/>
                  <a:gd name="csX60" fmla="*/ 188853 w 1770585"/>
                  <a:gd name="csY60" fmla="*/ 234601 h 1740052"/>
                  <a:gd name="csX61" fmla="*/ 968798 w 1770585"/>
                  <a:gd name="csY61" fmla="*/ 2399 h 1740052"/>
                  <a:gd name="csX62" fmla="*/ 1012032 w 1770585"/>
                  <a:gd name="csY62" fmla="*/ 1212 h 1740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1770585" h="1740052">
                    <a:moveTo>
                      <a:pt x="1272240" y="1179876"/>
                    </a:moveTo>
                    <a:lnTo>
                      <a:pt x="1382797" y="1179876"/>
                    </a:lnTo>
                    <a:cubicBezTo>
                      <a:pt x="1416065" y="1179876"/>
                      <a:pt x="1438579" y="1201719"/>
                      <a:pt x="1438579" y="1235659"/>
                    </a:cubicBezTo>
                    <a:lnTo>
                      <a:pt x="1438579" y="1235995"/>
                    </a:lnTo>
                    <a:lnTo>
                      <a:pt x="1438579" y="1236331"/>
                    </a:lnTo>
                    <a:cubicBezTo>
                      <a:pt x="1438579" y="1270270"/>
                      <a:pt x="1416737" y="1292113"/>
                      <a:pt x="1382797" y="1292113"/>
                    </a:cubicBezTo>
                    <a:lnTo>
                      <a:pt x="1272240" y="1292113"/>
                    </a:lnTo>
                    <a:cubicBezTo>
                      <a:pt x="1238973" y="1292113"/>
                      <a:pt x="1216458" y="1270270"/>
                      <a:pt x="1216458" y="1236331"/>
                    </a:cubicBezTo>
                    <a:lnTo>
                      <a:pt x="1216458" y="1235659"/>
                    </a:lnTo>
                    <a:cubicBezTo>
                      <a:pt x="1216458" y="1201719"/>
                      <a:pt x="1238301" y="1179876"/>
                      <a:pt x="1272240" y="1179876"/>
                    </a:cubicBezTo>
                    <a:close/>
                    <a:moveTo>
                      <a:pt x="442562" y="1179876"/>
                    </a:moveTo>
                    <a:lnTo>
                      <a:pt x="773896" y="1179876"/>
                    </a:lnTo>
                    <a:cubicBezTo>
                      <a:pt x="806828" y="1179876"/>
                      <a:pt x="829678" y="1201719"/>
                      <a:pt x="829678" y="1235659"/>
                    </a:cubicBezTo>
                    <a:lnTo>
                      <a:pt x="829678" y="1235995"/>
                    </a:lnTo>
                    <a:lnTo>
                      <a:pt x="829678" y="1236331"/>
                    </a:lnTo>
                    <a:cubicBezTo>
                      <a:pt x="829678" y="1270270"/>
                      <a:pt x="807836" y="1292113"/>
                      <a:pt x="773896" y="1292113"/>
                    </a:cubicBezTo>
                    <a:lnTo>
                      <a:pt x="442562" y="1292113"/>
                    </a:lnTo>
                    <a:cubicBezTo>
                      <a:pt x="409295" y="1292113"/>
                      <a:pt x="386780" y="1270270"/>
                      <a:pt x="386780" y="1236331"/>
                    </a:cubicBezTo>
                    <a:lnTo>
                      <a:pt x="386780" y="1235659"/>
                    </a:lnTo>
                    <a:cubicBezTo>
                      <a:pt x="386780" y="1201719"/>
                      <a:pt x="408622" y="1179876"/>
                      <a:pt x="442562" y="1179876"/>
                    </a:cubicBezTo>
                    <a:close/>
                    <a:moveTo>
                      <a:pt x="442562" y="847535"/>
                    </a:moveTo>
                    <a:lnTo>
                      <a:pt x="773896" y="847535"/>
                    </a:lnTo>
                    <a:cubicBezTo>
                      <a:pt x="806828" y="847535"/>
                      <a:pt x="829678" y="869377"/>
                      <a:pt x="829678" y="903317"/>
                    </a:cubicBezTo>
                    <a:lnTo>
                      <a:pt x="829678" y="903653"/>
                    </a:lnTo>
                    <a:lnTo>
                      <a:pt x="829678" y="903989"/>
                    </a:lnTo>
                    <a:cubicBezTo>
                      <a:pt x="829678" y="937257"/>
                      <a:pt x="807836" y="959771"/>
                      <a:pt x="773896" y="959771"/>
                    </a:cubicBezTo>
                    <a:lnTo>
                      <a:pt x="442562" y="959771"/>
                    </a:lnTo>
                    <a:cubicBezTo>
                      <a:pt x="409295" y="959771"/>
                      <a:pt x="386780" y="937929"/>
                      <a:pt x="386780" y="903989"/>
                    </a:cubicBezTo>
                    <a:lnTo>
                      <a:pt x="386780" y="903317"/>
                    </a:lnTo>
                    <a:cubicBezTo>
                      <a:pt x="386780" y="870049"/>
                      <a:pt x="408622" y="847535"/>
                      <a:pt x="442562" y="847535"/>
                    </a:cubicBezTo>
                    <a:close/>
                    <a:moveTo>
                      <a:pt x="1106910" y="722193"/>
                    </a:moveTo>
                    <a:lnTo>
                      <a:pt x="1106910" y="1628487"/>
                    </a:lnTo>
                    <a:lnTo>
                      <a:pt x="1548800" y="1628487"/>
                    </a:lnTo>
                    <a:lnTo>
                      <a:pt x="1548800" y="1008497"/>
                    </a:lnTo>
                    <a:close/>
                    <a:moveTo>
                      <a:pt x="442562" y="516537"/>
                    </a:moveTo>
                    <a:lnTo>
                      <a:pt x="773896" y="516537"/>
                    </a:lnTo>
                    <a:cubicBezTo>
                      <a:pt x="806828" y="516537"/>
                      <a:pt x="829678" y="538043"/>
                      <a:pt x="829678" y="572319"/>
                    </a:cubicBezTo>
                    <a:cubicBezTo>
                      <a:pt x="829678" y="606259"/>
                      <a:pt x="807836" y="628102"/>
                      <a:pt x="773896" y="628102"/>
                    </a:cubicBezTo>
                    <a:lnTo>
                      <a:pt x="442562" y="628102"/>
                    </a:lnTo>
                    <a:cubicBezTo>
                      <a:pt x="409295" y="628102"/>
                      <a:pt x="386780" y="606259"/>
                      <a:pt x="386780" y="572319"/>
                    </a:cubicBezTo>
                    <a:cubicBezTo>
                      <a:pt x="386780" y="538379"/>
                      <a:pt x="408622" y="516537"/>
                      <a:pt x="442562" y="516537"/>
                    </a:cubicBezTo>
                    <a:close/>
                    <a:moveTo>
                      <a:pt x="994673" y="112956"/>
                    </a:moveTo>
                    <a:lnTo>
                      <a:pt x="220777" y="345158"/>
                    </a:lnTo>
                    <a:lnTo>
                      <a:pt x="220777" y="1628487"/>
                    </a:lnTo>
                    <a:lnTo>
                      <a:pt x="994673" y="1628487"/>
                    </a:lnTo>
                    <a:close/>
                    <a:moveTo>
                      <a:pt x="1012032" y="1212"/>
                    </a:moveTo>
                    <a:cubicBezTo>
                      <a:pt x="1052640" y="6978"/>
                      <a:pt x="1084647" y="33062"/>
                      <a:pt x="1101533" y="74647"/>
                    </a:cubicBezTo>
                    <a:lnTo>
                      <a:pt x="1106910" y="86072"/>
                    </a:lnTo>
                    <a:lnTo>
                      <a:pt x="1106910" y="595506"/>
                    </a:lnTo>
                    <a:lnTo>
                      <a:pt x="1604246" y="920791"/>
                    </a:lnTo>
                    <a:cubicBezTo>
                      <a:pt x="1643562" y="937257"/>
                      <a:pt x="1660028" y="981614"/>
                      <a:pt x="1660028" y="1014546"/>
                    </a:cubicBezTo>
                    <a:lnTo>
                      <a:pt x="1660028" y="1628487"/>
                    </a:lnTo>
                    <a:lnTo>
                      <a:pt x="1714802" y="1628487"/>
                    </a:lnTo>
                    <a:cubicBezTo>
                      <a:pt x="1747734" y="1628487"/>
                      <a:pt x="1770249" y="1650330"/>
                      <a:pt x="1770585" y="1684270"/>
                    </a:cubicBezTo>
                    <a:cubicBezTo>
                      <a:pt x="1770585" y="1717537"/>
                      <a:pt x="1748742" y="1740052"/>
                      <a:pt x="1714802" y="1740052"/>
                    </a:cubicBezTo>
                    <a:lnTo>
                      <a:pt x="55782" y="1740052"/>
                    </a:lnTo>
                    <a:cubicBezTo>
                      <a:pt x="22515" y="1740052"/>
                      <a:pt x="0" y="1718210"/>
                      <a:pt x="0" y="1684270"/>
                    </a:cubicBezTo>
                    <a:cubicBezTo>
                      <a:pt x="0" y="1656379"/>
                      <a:pt x="21842" y="1628487"/>
                      <a:pt x="55782" y="1628487"/>
                    </a:cubicBezTo>
                    <a:lnTo>
                      <a:pt x="111565" y="1628487"/>
                    </a:lnTo>
                    <a:lnTo>
                      <a:pt x="111565" y="345158"/>
                    </a:lnTo>
                    <a:cubicBezTo>
                      <a:pt x="111565" y="295424"/>
                      <a:pt x="144496" y="251067"/>
                      <a:pt x="188853" y="234601"/>
                    </a:cubicBezTo>
                    <a:lnTo>
                      <a:pt x="968798" y="2399"/>
                    </a:lnTo>
                    <a:cubicBezTo>
                      <a:pt x="984004" y="-373"/>
                      <a:pt x="998496" y="-709"/>
                      <a:pt x="1012032" y="1212"/>
                    </a:cubicBezTo>
                    <a:close/>
                  </a:path>
                </a:pathLst>
              </a:custGeom>
              <a:solidFill>
                <a:srgbClr val="FFFFFF"/>
              </a:solidFill>
              <a:ln w="1860" cap="flat">
                <a:noFill/>
                <a:prstDash val="solid"/>
                <a:miter/>
              </a:ln>
            </p:spPr>
            <p:txBody>
              <a:bodyPr wrap="square" lIns="91440" tIns="45720" rIns="91440" bIns="45720">
                <a:normAutofit/>
              </a:bodyPr>
              <a:lstStyle/>
              <a:p>
                <a:endParaRPr lang="zh-CN" altLang="en-US"/>
              </a:p>
            </p:txBody>
          </p:sp>
          <p:sp>
            <p:nvSpPr>
              <p:cNvPr id="32" name="Number2">
                <a:extLst>
                  <a:ext uri="{FF2B5EF4-FFF2-40B4-BE49-F238E27FC236}">
                    <a16:creationId xmlns:a16="http://schemas.microsoft.com/office/drawing/2014/main" id="{A851E7B5-8028-CA17-D4E0-01AA90DC2843}"/>
                  </a:ext>
                </a:extLst>
              </p:cNvPr>
              <p:cNvSpPr txBox="1"/>
              <p:nvPr/>
            </p:nvSpPr>
            <p:spPr>
              <a:xfrm>
                <a:off x="3572840" y="3362608"/>
                <a:ext cx="2232000" cy="511207"/>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en-US" altLang="zh-CN" dirty="0">
                    <a:solidFill>
                      <a:schemeClr val="tx1"/>
                    </a:solidFill>
                    <a:effectLst/>
                  </a:rPr>
                  <a:t>02</a:t>
                </a:r>
                <a:endParaRPr lang="zh-CN" altLang="en-US" dirty="0">
                  <a:solidFill>
                    <a:schemeClr val="tx1"/>
                  </a:solidFill>
                  <a:effectLst/>
                </a:endParaRPr>
              </a:p>
            </p:txBody>
          </p:sp>
          <p:sp>
            <p:nvSpPr>
              <p:cNvPr id="30" name="Bullet2">
                <a:extLst>
                  <a:ext uri="{FF2B5EF4-FFF2-40B4-BE49-F238E27FC236}">
                    <a16:creationId xmlns:a16="http://schemas.microsoft.com/office/drawing/2014/main" id="{F3D074EE-7D88-0C1A-2154-D87228920DA2}"/>
                  </a:ext>
                </a:extLst>
              </p:cNvPr>
              <p:cNvSpPr txBox="1"/>
              <p:nvPr/>
            </p:nvSpPr>
            <p:spPr>
              <a:xfrm>
                <a:off x="3572840" y="4094642"/>
                <a:ext cx="2232000" cy="511207"/>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chemeClr val="tx1"/>
                    </a:solidFill>
                    <a:effectLst/>
                  </a:rPr>
                  <a:t>单击添加小标题</a:t>
                </a:r>
                <a:endParaRPr lang="en-US" altLang="en-US" dirty="0">
                  <a:solidFill>
                    <a:schemeClr val="tx1"/>
                  </a:solidFill>
                  <a:effectLst/>
                </a:endParaRPr>
              </a:p>
            </p:txBody>
          </p:sp>
          <p:sp>
            <p:nvSpPr>
              <p:cNvPr id="31" name="Text2">
                <a:extLst>
                  <a:ext uri="{FF2B5EF4-FFF2-40B4-BE49-F238E27FC236}">
                    <a16:creationId xmlns:a16="http://schemas.microsoft.com/office/drawing/2014/main" id="{7BBB35F5-6604-0CC2-6CE1-BFEAC8AE6371}"/>
                  </a:ext>
                </a:extLst>
              </p:cNvPr>
              <p:cNvSpPr txBox="1">
                <a:spLocks noChangeArrowheads="1"/>
              </p:cNvSpPr>
              <p:nvPr/>
            </p:nvSpPr>
            <p:spPr bwMode="auto">
              <a:xfrm>
                <a:off x="3572840" y="4669412"/>
                <a:ext cx="2232000" cy="925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68" name="组合 67">
              <a:extLst>
                <a:ext uri="{FF2B5EF4-FFF2-40B4-BE49-F238E27FC236}">
                  <a16:creationId xmlns:a16="http://schemas.microsoft.com/office/drawing/2014/main" id="{F00CBE88-95D8-9322-64F2-51B987A3D850}"/>
                </a:ext>
              </a:extLst>
            </p:cNvPr>
            <p:cNvGrpSpPr/>
            <p:nvPr/>
          </p:nvGrpSpPr>
          <p:grpSpPr>
            <a:xfrm>
              <a:off x="6312511" y="2159075"/>
              <a:ext cx="2383742" cy="3618434"/>
              <a:chOff x="6312511" y="2159075"/>
              <a:chExt cx="2383742" cy="3618434"/>
            </a:xfrm>
          </p:grpSpPr>
          <p:sp>
            <p:nvSpPr>
              <p:cNvPr id="60" name="矩形: 圆角 59">
                <a:extLst>
                  <a:ext uri="{FF2B5EF4-FFF2-40B4-BE49-F238E27FC236}">
                    <a16:creationId xmlns:a16="http://schemas.microsoft.com/office/drawing/2014/main" id="{334A209B-866B-471F-FAEA-CF8170DB6D6E}"/>
                  </a:ext>
                </a:extLst>
              </p:cNvPr>
              <p:cNvSpPr/>
              <p:nvPr/>
            </p:nvSpPr>
            <p:spPr>
              <a:xfrm>
                <a:off x="6312511" y="2536598"/>
                <a:ext cx="2383742" cy="3240911"/>
              </a:xfrm>
              <a:prstGeom prst="roundRect">
                <a:avLst>
                  <a:gd name="adj" fmla="val 4502"/>
                </a:avLst>
              </a:prstGeom>
              <a:solidFill>
                <a:schemeClr val="bg1"/>
              </a:solidFill>
              <a:ln w="12700">
                <a:solidFill>
                  <a:schemeClr val="tx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4" name="PPT">
                <a:extLst>
                  <a:ext uri="{FF2B5EF4-FFF2-40B4-BE49-F238E27FC236}">
                    <a16:creationId xmlns:a16="http://schemas.microsoft.com/office/drawing/2014/main" id="{AC621739-F507-124F-EC44-E10D5DD7C9FA}"/>
                  </a:ext>
                </a:extLst>
              </p:cNvPr>
              <p:cNvSpPr/>
              <p:nvPr/>
            </p:nvSpPr>
            <p:spPr>
              <a:xfrm>
                <a:off x="7023850" y="2159075"/>
                <a:ext cx="958621" cy="958621"/>
              </a:xfrm>
              <a:prstGeom prst="ellipse">
                <a:avLst/>
              </a:prstGeom>
              <a:solidFill>
                <a:schemeClr val="accent1"/>
              </a:solidFill>
              <a:ln w="25400">
                <a:solidFill>
                  <a:schemeClr val="bg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marL="0" marR="0" lvl="0" indent="0" algn="ctr" defTabSz="914400" rtl="0" eaLnBrk="1" fontAlgn="auto" latinLnBrk="0" hangingPunct="1">
                  <a:lnSpc>
                    <a:spcPct val="11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tx1"/>
                  </a:solidFill>
                  <a:effectLst/>
                  <a:uLnTx/>
                  <a:uFillTx/>
                  <a:latin typeface="+mj-ea"/>
                  <a:ea typeface="+mj-ea"/>
                  <a:cs typeface="微软雅黑" panose="020B0503020204020204" charset="-122"/>
                </a:endParaRPr>
              </a:p>
            </p:txBody>
          </p:sp>
          <p:cxnSp>
            <p:nvCxnSpPr>
              <p:cNvPr id="43" name="直接连接符 42">
                <a:extLst>
                  <a:ext uri="{FF2B5EF4-FFF2-40B4-BE49-F238E27FC236}">
                    <a16:creationId xmlns:a16="http://schemas.microsoft.com/office/drawing/2014/main" id="{EB3CECF0-7DA0-DAE8-1981-624EC476BD10}"/>
                  </a:ext>
                </a:extLst>
              </p:cNvPr>
              <p:cNvCxnSpPr>
                <a:cxnSpLocks/>
              </p:cNvCxnSpPr>
              <p:nvPr/>
            </p:nvCxnSpPr>
            <p:spPr>
              <a:xfrm rot="5400000">
                <a:off x="7503160" y="3710088"/>
                <a:ext cx="0" cy="585352"/>
              </a:xfrm>
              <a:prstGeom prst="line">
                <a:avLst/>
              </a:prstGeom>
              <a:ln w="25400">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64" name="Icon3">
                <a:extLst>
                  <a:ext uri="{FF2B5EF4-FFF2-40B4-BE49-F238E27FC236}">
                    <a16:creationId xmlns:a16="http://schemas.microsoft.com/office/drawing/2014/main" id="{CEA5CA29-19C4-0D03-0556-E984A22E913A}"/>
                  </a:ext>
                </a:extLst>
              </p:cNvPr>
              <p:cNvSpPr/>
              <p:nvPr/>
            </p:nvSpPr>
            <p:spPr>
              <a:xfrm>
                <a:off x="7318293" y="2405453"/>
                <a:ext cx="369735" cy="426536"/>
              </a:xfrm>
              <a:custGeom>
                <a:avLst/>
                <a:gdLst>
                  <a:gd name="csX0" fmla="*/ 297141 w 1446139"/>
                  <a:gd name="csY0" fmla="*/ 947959 h 1668296"/>
                  <a:gd name="csX1" fmla="*/ 968856 w 1446139"/>
                  <a:gd name="csY1" fmla="*/ 947959 h 1668296"/>
                  <a:gd name="csX2" fmla="*/ 990927 w 1446139"/>
                  <a:gd name="csY2" fmla="*/ 984934 h 1668296"/>
                  <a:gd name="csX3" fmla="*/ 968856 w 1446139"/>
                  <a:gd name="csY3" fmla="*/ 1021793 h 1668296"/>
                  <a:gd name="csX4" fmla="*/ 297141 w 1446139"/>
                  <a:gd name="csY4" fmla="*/ 1021793 h 1668296"/>
                  <a:gd name="csX5" fmla="*/ 275049 w 1446139"/>
                  <a:gd name="csY5" fmla="*/ 984934 h 1668296"/>
                  <a:gd name="csX6" fmla="*/ 297141 w 1446139"/>
                  <a:gd name="csY6" fmla="*/ 947959 h 1668296"/>
                  <a:gd name="csX7" fmla="*/ 297141 w 1446139"/>
                  <a:gd name="csY7" fmla="*/ 777504 h 1668296"/>
                  <a:gd name="csX8" fmla="*/ 968856 w 1446139"/>
                  <a:gd name="csY8" fmla="*/ 777504 h 1668296"/>
                  <a:gd name="csX9" fmla="*/ 990927 w 1446139"/>
                  <a:gd name="csY9" fmla="*/ 814492 h 1668296"/>
                  <a:gd name="csX10" fmla="*/ 968856 w 1446139"/>
                  <a:gd name="csY10" fmla="*/ 851353 h 1668296"/>
                  <a:gd name="csX11" fmla="*/ 297141 w 1446139"/>
                  <a:gd name="csY11" fmla="*/ 851353 h 1668296"/>
                  <a:gd name="csX12" fmla="*/ 275049 w 1446139"/>
                  <a:gd name="csY12" fmla="*/ 814492 h 1668296"/>
                  <a:gd name="csX13" fmla="*/ 297141 w 1446139"/>
                  <a:gd name="csY13" fmla="*/ 777504 h 1668296"/>
                  <a:gd name="csX14" fmla="*/ 297141 w 1446139"/>
                  <a:gd name="csY14" fmla="*/ 607165 h 1668296"/>
                  <a:gd name="csX15" fmla="*/ 968856 w 1446139"/>
                  <a:gd name="csY15" fmla="*/ 607165 h 1668296"/>
                  <a:gd name="csX16" fmla="*/ 990927 w 1446139"/>
                  <a:gd name="csY16" fmla="*/ 644041 h 1668296"/>
                  <a:gd name="csX17" fmla="*/ 968856 w 1446139"/>
                  <a:gd name="csY17" fmla="*/ 680969 h 1668296"/>
                  <a:gd name="csX18" fmla="*/ 297141 w 1446139"/>
                  <a:gd name="csY18" fmla="*/ 680969 h 1668296"/>
                  <a:gd name="csX19" fmla="*/ 275049 w 1446139"/>
                  <a:gd name="csY19" fmla="*/ 644043 h 1668296"/>
                  <a:gd name="csX20" fmla="*/ 297141 w 1446139"/>
                  <a:gd name="csY20" fmla="*/ 607165 h 1668296"/>
                  <a:gd name="csX21" fmla="*/ 1446139 w 1446139"/>
                  <a:gd name="csY21" fmla="*/ 210249 h 1668296"/>
                  <a:gd name="csX22" fmla="*/ 1446139 w 1446139"/>
                  <a:gd name="csY22" fmla="*/ 210251 h 1668296"/>
                  <a:gd name="csX23" fmla="*/ 1446139 w 1446139"/>
                  <a:gd name="csY23" fmla="*/ 210250 h 1668296"/>
                  <a:gd name="csX24" fmla="*/ 1243411 w 1446139"/>
                  <a:gd name="csY24" fmla="*/ 101158 h 1668296"/>
                  <a:gd name="csX25" fmla="*/ 361556 w 1446139"/>
                  <a:gd name="csY25" fmla="*/ 102643 h 1668296"/>
                  <a:gd name="csX26" fmla="*/ 385815 w 1446139"/>
                  <a:gd name="csY26" fmla="*/ 217423 h 1668296"/>
                  <a:gd name="csX27" fmla="*/ 332173 w 1446139"/>
                  <a:gd name="csY27" fmla="*/ 312452 h 1668296"/>
                  <a:gd name="csX28" fmla="*/ 1213007 w 1446139"/>
                  <a:gd name="csY28" fmla="*/ 318085 h 1668296"/>
                  <a:gd name="csX29" fmla="*/ 1242717 w 1446139"/>
                  <a:gd name="csY29" fmla="*/ 315339 h 1668296"/>
                  <a:gd name="csX30" fmla="*/ 1356455 w 1446139"/>
                  <a:gd name="csY30" fmla="*/ 212938 h 1668296"/>
                  <a:gd name="csX31" fmla="*/ 1243411 w 1446139"/>
                  <a:gd name="csY31" fmla="*/ 101158 h 1668296"/>
                  <a:gd name="csX32" fmla="*/ 195104 w 1446139"/>
                  <a:gd name="csY32" fmla="*/ 96456 h 1668296"/>
                  <a:gd name="csX33" fmla="*/ 193769 w 1446139"/>
                  <a:gd name="csY33" fmla="*/ 96597 h 1668296"/>
                  <a:gd name="csX34" fmla="*/ 97626 w 1446139"/>
                  <a:gd name="csY34" fmla="*/ 195530 h 1668296"/>
                  <a:gd name="csX35" fmla="*/ 97626 w 1446139"/>
                  <a:gd name="csY35" fmla="*/ 1429533 h 1668296"/>
                  <a:gd name="csX36" fmla="*/ 212048 w 1446139"/>
                  <a:gd name="csY36" fmla="*/ 1543015 h 1668296"/>
                  <a:gd name="csX37" fmla="*/ 386484 w 1446139"/>
                  <a:gd name="csY37" fmla="*/ 1369983 h 1668296"/>
                  <a:gd name="csX38" fmla="*/ 465034 w 1446139"/>
                  <a:gd name="csY38" fmla="*/ 1369983 h 1668296"/>
                  <a:gd name="csX39" fmla="*/ 646033 w 1446139"/>
                  <a:gd name="csY39" fmla="*/ 1549580 h 1668296"/>
                  <a:gd name="csX40" fmla="*/ 827008 w 1446139"/>
                  <a:gd name="csY40" fmla="*/ 1369983 h 1668296"/>
                  <a:gd name="csX41" fmla="*/ 905515 w 1446139"/>
                  <a:gd name="csY41" fmla="*/ 1369983 h 1668296"/>
                  <a:gd name="csX42" fmla="*/ 1086533 w 1446139"/>
                  <a:gd name="csY42" fmla="*/ 1549580 h 1668296"/>
                  <a:gd name="csX43" fmla="*/ 1086531 w 1446139"/>
                  <a:gd name="csY43" fmla="*/ 1549578 h 1668296"/>
                  <a:gd name="csX44" fmla="*/ 1193847 w 1446139"/>
                  <a:gd name="csY44" fmla="*/ 1443064 h 1668296"/>
                  <a:gd name="csX45" fmla="*/ 1193847 w 1446139"/>
                  <a:gd name="csY45" fmla="*/ 410887 h 1668296"/>
                  <a:gd name="csX46" fmla="*/ 196699 w 1446139"/>
                  <a:gd name="csY46" fmla="*/ 410887 h 1668296"/>
                  <a:gd name="csX47" fmla="*/ 140155 w 1446139"/>
                  <a:gd name="csY47" fmla="*/ 352632 h 1668296"/>
                  <a:gd name="csX48" fmla="*/ 196699 w 1446139"/>
                  <a:gd name="csY48" fmla="*/ 294488 h 1668296"/>
                  <a:gd name="csX49" fmla="*/ 298501 w 1446139"/>
                  <a:gd name="csY49" fmla="*/ 195530 h 1668296"/>
                  <a:gd name="csX50" fmla="*/ 196896 w 1446139"/>
                  <a:gd name="csY50" fmla="*/ 96599 h 1668296"/>
                  <a:gd name="csX51" fmla="*/ 196699 w 1446139"/>
                  <a:gd name="csY51" fmla="*/ 96599 h 1668296"/>
                  <a:gd name="csX52" fmla="*/ 195104 w 1446139"/>
                  <a:gd name="csY52" fmla="*/ 96456 h 1668296"/>
                  <a:gd name="csX53" fmla="*/ 204371 w 1446139"/>
                  <a:gd name="csY53" fmla="*/ 0 h 1668296"/>
                  <a:gd name="csX54" fmla="*/ 205805 w 1446139"/>
                  <a:gd name="csY54" fmla="*/ 102 h 1668296"/>
                  <a:gd name="csX55" fmla="*/ 207226 w 1446139"/>
                  <a:gd name="csY55" fmla="*/ 0 h 1668296"/>
                  <a:gd name="csX56" fmla="*/ 1236237 w 1446139"/>
                  <a:gd name="csY56" fmla="*/ 0 h 1668296"/>
                  <a:gd name="csX57" fmla="*/ 1441867 w 1446139"/>
                  <a:gd name="csY57" fmla="*/ 167937 h 1668296"/>
                  <a:gd name="csX58" fmla="*/ 1446139 w 1446139"/>
                  <a:gd name="csY58" fmla="*/ 210250 h 1668296"/>
                  <a:gd name="csX59" fmla="*/ 1434487 w 1446139"/>
                  <a:gd name="csY59" fmla="*/ 279295 h 1668296"/>
                  <a:gd name="csX60" fmla="*/ 1291462 w 1446139"/>
                  <a:gd name="csY60" fmla="*/ 412955 h 1668296"/>
                  <a:gd name="csX61" fmla="*/ 1291462 w 1446139"/>
                  <a:gd name="csY61" fmla="*/ 1452696 h 1668296"/>
                  <a:gd name="csX62" fmla="*/ 1274564 w 1446139"/>
                  <a:gd name="csY62" fmla="*/ 1493621 h 1668296"/>
                  <a:gd name="csX63" fmla="*/ 1114574 w 1446139"/>
                  <a:gd name="csY63" fmla="*/ 1652323 h 1668296"/>
                  <a:gd name="csX64" fmla="*/ 1076189 w 1446139"/>
                  <a:gd name="csY64" fmla="*/ 1668285 h 1668296"/>
                  <a:gd name="csX65" fmla="*/ 1037870 w 1446139"/>
                  <a:gd name="csY65" fmla="*/ 1652323 h 1668296"/>
                  <a:gd name="csX66" fmla="*/ 861114 w 1446139"/>
                  <a:gd name="csY66" fmla="*/ 1476996 h 1668296"/>
                  <a:gd name="csX67" fmla="*/ 684373 w 1446139"/>
                  <a:gd name="csY67" fmla="*/ 1652323 h 1668296"/>
                  <a:gd name="csX68" fmla="*/ 607639 w 1446139"/>
                  <a:gd name="csY68" fmla="*/ 1652323 h 1668296"/>
                  <a:gd name="csX69" fmla="*/ 430910 w 1446139"/>
                  <a:gd name="csY69" fmla="*/ 1476998 h 1668296"/>
                  <a:gd name="csX70" fmla="*/ 260566 w 1446139"/>
                  <a:gd name="csY70" fmla="*/ 1646011 h 1668296"/>
                  <a:gd name="csX71" fmla="*/ 183872 w 1446139"/>
                  <a:gd name="csY71" fmla="*/ 1646011 h 1668296"/>
                  <a:gd name="csX72" fmla="*/ 16901 w 1446139"/>
                  <a:gd name="csY72" fmla="*/ 1480336 h 1668296"/>
                  <a:gd name="csX73" fmla="*/ 0 w 1446139"/>
                  <a:gd name="csY73" fmla="*/ 1439402 h 1668296"/>
                  <a:gd name="csX74" fmla="*/ 0 w 1446139"/>
                  <a:gd name="csY74" fmla="*/ 210251 h 1668296"/>
                  <a:gd name="csX75" fmla="*/ 204371 w 1446139"/>
                  <a:gd name="csY75" fmla="*/ 0 h 1668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1446139" h="1668296">
                    <a:moveTo>
                      <a:pt x="297141" y="947959"/>
                    </a:moveTo>
                    <a:lnTo>
                      <a:pt x="968856" y="947959"/>
                    </a:lnTo>
                    <a:cubicBezTo>
                      <a:pt x="981058" y="947959"/>
                      <a:pt x="990927" y="964540"/>
                      <a:pt x="990927" y="984934"/>
                    </a:cubicBezTo>
                    <a:cubicBezTo>
                      <a:pt x="990927" y="1005325"/>
                      <a:pt x="981060" y="1021793"/>
                      <a:pt x="968856" y="1021793"/>
                    </a:cubicBezTo>
                    <a:lnTo>
                      <a:pt x="297141" y="1021793"/>
                    </a:lnTo>
                    <a:cubicBezTo>
                      <a:pt x="284909" y="1021793"/>
                      <a:pt x="275049" y="1005323"/>
                      <a:pt x="275049" y="984934"/>
                    </a:cubicBezTo>
                    <a:cubicBezTo>
                      <a:pt x="275049" y="964559"/>
                      <a:pt x="284909" y="947959"/>
                      <a:pt x="297141" y="947959"/>
                    </a:cubicBezTo>
                    <a:close/>
                    <a:moveTo>
                      <a:pt x="297141" y="777504"/>
                    </a:moveTo>
                    <a:lnTo>
                      <a:pt x="968856" y="777504"/>
                    </a:lnTo>
                    <a:cubicBezTo>
                      <a:pt x="981058" y="777504"/>
                      <a:pt x="990927" y="794037"/>
                      <a:pt x="990927" y="814492"/>
                    </a:cubicBezTo>
                    <a:cubicBezTo>
                      <a:pt x="990927" y="834874"/>
                      <a:pt x="981060" y="851353"/>
                      <a:pt x="968856" y="851353"/>
                    </a:cubicBezTo>
                    <a:lnTo>
                      <a:pt x="297141" y="851353"/>
                    </a:lnTo>
                    <a:cubicBezTo>
                      <a:pt x="284909" y="851353"/>
                      <a:pt x="275049" y="834876"/>
                      <a:pt x="275049" y="814492"/>
                    </a:cubicBezTo>
                    <a:cubicBezTo>
                      <a:pt x="275049" y="794037"/>
                      <a:pt x="284909" y="777504"/>
                      <a:pt x="297141" y="777504"/>
                    </a:cubicBezTo>
                    <a:close/>
                    <a:moveTo>
                      <a:pt x="297141" y="607165"/>
                    </a:moveTo>
                    <a:lnTo>
                      <a:pt x="968856" y="607165"/>
                    </a:lnTo>
                    <a:cubicBezTo>
                      <a:pt x="981058" y="607165"/>
                      <a:pt x="990927" y="623651"/>
                      <a:pt x="990927" y="644041"/>
                    </a:cubicBezTo>
                    <a:cubicBezTo>
                      <a:pt x="990927" y="664425"/>
                      <a:pt x="981060" y="680969"/>
                      <a:pt x="968856" y="680969"/>
                    </a:cubicBezTo>
                    <a:lnTo>
                      <a:pt x="297141" y="680969"/>
                    </a:lnTo>
                    <a:cubicBezTo>
                      <a:pt x="284909" y="680969"/>
                      <a:pt x="275049" y="664425"/>
                      <a:pt x="275049" y="644043"/>
                    </a:cubicBezTo>
                    <a:cubicBezTo>
                      <a:pt x="275049" y="623651"/>
                      <a:pt x="284909" y="607165"/>
                      <a:pt x="297141" y="607165"/>
                    </a:cubicBezTo>
                    <a:close/>
                    <a:moveTo>
                      <a:pt x="1446139" y="210249"/>
                    </a:moveTo>
                    <a:lnTo>
                      <a:pt x="1446139" y="210251"/>
                    </a:lnTo>
                    <a:lnTo>
                      <a:pt x="1446139" y="210250"/>
                    </a:lnTo>
                    <a:close/>
                    <a:moveTo>
                      <a:pt x="1243411" y="101158"/>
                    </a:moveTo>
                    <a:lnTo>
                      <a:pt x="361556" y="102643"/>
                    </a:lnTo>
                    <a:cubicBezTo>
                      <a:pt x="376680" y="131877"/>
                      <a:pt x="385679" y="158108"/>
                      <a:pt x="385815" y="217423"/>
                    </a:cubicBezTo>
                    <a:cubicBezTo>
                      <a:pt x="385852" y="233312"/>
                      <a:pt x="385815" y="286157"/>
                      <a:pt x="332173" y="312452"/>
                    </a:cubicBezTo>
                    <a:lnTo>
                      <a:pt x="1213007" y="318085"/>
                    </a:lnTo>
                    <a:lnTo>
                      <a:pt x="1242717" y="315339"/>
                    </a:lnTo>
                    <a:cubicBezTo>
                      <a:pt x="1298040" y="315339"/>
                      <a:pt x="1356455" y="266683"/>
                      <a:pt x="1356455" y="212938"/>
                    </a:cubicBezTo>
                    <a:cubicBezTo>
                      <a:pt x="1356455" y="159177"/>
                      <a:pt x="1298738" y="101158"/>
                      <a:pt x="1243411" y="101158"/>
                    </a:cubicBezTo>
                    <a:close/>
                    <a:moveTo>
                      <a:pt x="195104" y="96456"/>
                    </a:moveTo>
                    <a:cubicBezTo>
                      <a:pt x="194669" y="96456"/>
                      <a:pt x="194245" y="96597"/>
                      <a:pt x="193769" y="96597"/>
                    </a:cubicBezTo>
                    <a:cubicBezTo>
                      <a:pt x="140756" y="96597"/>
                      <a:pt x="97626" y="140964"/>
                      <a:pt x="97626" y="195530"/>
                    </a:cubicBezTo>
                    <a:lnTo>
                      <a:pt x="97626" y="1429533"/>
                    </a:lnTo>
                    <a:lnTo>
                      <a:pt x="212048" y="1543015"/>
                    </a:lnTo>
                    <a:lnTo>
                      <a:pt x="386484" y="1369983"/>
                    </a:lnTo>
                    <a:cubicBezTo>
                      <a:pt x="408422" y="1348206"/>
                      <a:pt x="443104" y="1348206"/>
                      <a:pt x="465034" y="1369983"/>
                    </a:cubicBezTo>
                    <a:lnTo>
                      <a:pt x="646033" y="1549580"/>
                    </a:lnTo>
                    <a:lnTo>
                      <a:pt x="827008" y="1369983"/>
                    </a:lnTo>
                    <a:cubicBezTo>
                      <a:pt x="848942" y="1348206"/>
                      <a:pt x="883626" y="1348206"/>
                      <a:pt x="905515" y="1369983"/>
                    </a:cubicBezTo>
                    <a:lnTo>
                      <a:pt x="1086533" y="1549580"/>
                    </a:lnTo>
                    <a:lnTo>
                      <a:pt x="1086531" y="1549578"/>
                    </a:lnTo>
                    <a:lnTo>
                      <a:pt x="1193847" y="1443064"/>
                    </a:lnTo>
                    <a:lnTo>
                      <a:pt x="1193847" y="410887"/>
                    </a:lnTo>
                    <a:lnTo>
                      <a:pt x="196699" y="410887"/>
                    </a:lnTo>
                    <a:cubicBezTo>
                      <a:pt x="165437" y="410887"/>
                      <a:pt x="140155" y="384806"/>
                      <a:pt x="140155" y="352632"/>
                    </a:cubicBezTo>
                    <a:cubicBezTo>
                      <a:pt x="140155" y="320496"/>
                      <a:pt x="165437" y="294488"/>
                      <a:pt x="196699" y="294488"/>
                    </a:cubicBezTo>
                    <a:cubicBezTo>
                      <a:pt x="252846" y="294488"/>
                      <a:pt x="298501" y="250081"/>
                      <a:pt x="298501" y="195530"/>
                    </a:cubicBezTo>
                    <a:cubicBezTo>
                      <a:pt x="298501" y="141069"/>
                      <a:pt x="252948" y="96723"/>
                      <a:pt x="196896" y="96599"/>
                    </a:cubicBezTo>
                    <a:lnTo>
                      <a:pt x="196699" y="96599"/>
                    </a:lnTo>
                    <a:cubicBezTo>
                      <a:pt x="196176" y="96599"/>
                      <a:pt x="195670" y="96456"/>
                      <a:pt x="195104" y="96456"/>
                    </a:cubicBezTo>
                    <a:close/>
                    <a:moveTo>
                      <a:pt x="204371" y="0"/>
                    </a:moveTo>
                    <a:cubicBezTo>
                      <a:pt x="204860" y="0"/>
                      <a:pt x="205316" y="73"/>
                      <a:pt x="205805" y="102"/>
                    </a:cubicBezTo>
                    <a:cubicBezTo>
                      <a:pt x="206328" y="73"/>
                      <a:pt x="206746" y="0"/>
                      <a:pt x="207226" y="0"/>
                    </a:cubicBezTo>
                    <a:lnTo>
                      <a:pt x="1236237" y="0"/>
                    </a:lnTo>
                    <a:cubicBezTo>
                      <a:pt x="1337511" y="0"/>
                      <a:pt x="1422262" y="72227"/>
                      <a:pt x="1441867" y="167937"/>
                    </a:cubicBezTo>
                    <a:lnTo>
                      <a:pt x="1446139" y="210250"/>
                    </a:lnTo>
                    <a:lnTo>
                      <a:pt x="1434487" y="279295"/>
                    </a:lnTo>
                    <a:cubicBezTo>
                      <a:pt x="1411846" y="344181"/>
                      <a:pt x="1358218" y="394624"/>
                      <a:pt x="1291462" y="412955"/>
                    </a:cubicBezTo>
                    <a:lnTo>
                      <a:pt x="1291462" y="1452696"/>
                    </a:lnTo>
                    <a:cubicBezTo>
                      <a:pt x="1291462" y="1468122"/>
                      <a:pt x="1285365" y="1482871"/>
                      <a:pt x="1274564" y="1493621"/>
                    </a:cubicBezTo>
                    <a:lnTo>
                      <a:pt x="1114574" y="1652323"/>
                    </a:lnTo>
                    <a:cubicBezTo>
                      <a:pt x="1103869" y="1662946"/>
                      <a:pt x="1090010" y="1668285"/>
                      <a:pt x="1076189" y="1668285"/>
                    </a:cubicBezTo>
                    <a:cubicBezTo>
                      <a:pt x="1062410" y="1668285"/>
                      <a:pt x="1048574" y="1662946"/>
                      <a:pt x="1037870" y="1652323"/>
                    </a:cubicBezTo>
                    <a:lnTo>
                      <a:pt x="861114" y="1476996"/>
                    </a:lnTo>
                    <a:lnTo>
                      <a:pt x="684373" y="1652323"/>
                    </a:lnTo>
                    <a:cubicBezTo>
                      <a:pt x="662959" y="1673621"/>
                      <a:pt x="629056" y="1673621"/>
                      <a:pt x="607639" y="1652323"/>
                    </a:cubicBezTo>
                    <a:lnTo>
                      <a:pt x="430910" y="1476998"/>
                    </a:lnTo>
                    <a:lnTo>
                      <a:pt x="260566" y="1646011"/>
                    </a:lnTo>
                    <a:cubicBezTo>
                      <a:pt x="239158" y="1667216"/>
                      <a:pt x="205284" y="1667216"/>
                      <a:pt x="183872" y="1646011"/>
                    </a:cubicBezTo>
                    <a:lnTo>
                      <a:pt x="16901" y="1480336"/>
                    </a:lnTo>
                    <a:cubicBezTo>
                      <a:pt x="6072" y="1469652"/>
                      <a:pt x="0" y="1454895"/>
                      <a:pt x="0" y="1439402"/>
                    </a:cubicBezTo>
                    <a:lnTo>
                      <a:pt x="0" y="210251"/>
                    </a:lnTo>
                    <a:cubicBezTo>
                      <a:pt x="0" y="94337"/>
                      <a:pt x="91689" y="0"/>
                      <a:pt x="204371" y="0"/>
                    </a:cubicBezTo>
                    <a:close/>
                  </a:path>
                </a:pathLst>
              </a:custGeom>
              <a:solidFill>
                <a:srgbClr val="FFFFFF"/>
              </a:solidFill>
              <a:ln w="1860" cap="flat">
                <a:noFill/>
                <a:prstDash val="solid"/>
                <a:miter/>
              </a:ln>
            </p:spPr>
            <p:txBody>
              <a:bodyPr wrap="square" lIns="91440" tIns="45720" rIns="91440" bIns="45720">
                <a:normAutofit/>
              </a:bodyPr>
              <a:lstStyle/>
              <a:p>
                <a:endParaRPr lang="zh-CN" altLang="en-US"/>
              </a:p>
            </p:txBody>
          </p:sp>
          <p:sp>
            <p:nvSpPr>
              <p:cNvPr id="42" name="Number3">
                <a:extLst>
                  <a:ext uri="{FF2B5EF4-FFF2-40B4-BE49-F238E27FC236}">
                    <a16:creationId xmlns:a16="http://schemas.microsoft.com/office/drawing/2014/main" id="{ACE27421-3A20-9B1E-A717-85ACFD260727}"/>
                  </a:ext>
                </a:extLst>
              </p:cNvPr>
              <p:cNvSpPr txBox="1"/>
              <p:nvPr/>
            </p:nvSpPr>
            <p:spPr>
              <a:xfrm>
                <a:off x="6387160" y="3362608"/>
                <a:ext cx="2232000" cy="511207"/>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en-US" altLang="zh-CN" dirty="0">
                    <a:solidFill>
                      <a:schemeClr val="tx1"/>
                    </a:solidFill>
                    <a:effectLst/>
                  </a:rPr>
                  <a:t>03</a:t>
                </a:r>
                <a:endParaRPr lang="zh-CN" altLang="en-US" dirty="0">
                  <a:solidFill>
                    <a:schemeClr val="tx1"/>
                  </a:solidFill>
                  <a:effectLst/>
                </a:endParaRPr>
              </a:p>
            </p:txBody>
          </p:sp>
          <p:sp>
            <p:nvSpPr>
              <p:cNvPr id="40" name="Bullet3">
                <a:extLst>
                  <a:ext uri="{FF2B5EF4-FFF2-40B4-BE49-F238E27FC236}">
                    <a16:creationId xmlns:a16="http://schemas.microsoft.com/office/drawing/2014/main" id="{E242A782-5BB2-2F08-EB93-97A153B81C4A}"/>
                  </a:ext>
                </a:extLst>
              </p:cNvPr>
              <p:cNvSpPr txBox="1"/>
              <p:nvPr/>
            </p:nvSpPr>
            <p:spPr>
              <a:xfrm>
                <a:off x="6387160" y="4094642"/>
                <a:ext cx="2232000" cy="511207"/>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chemeClr val="tx1"/>
                    </a:solidFill>
                    <a:effectLst/>
                  </a:rPr>
                  <a:t>单击添加小标题</a:t>
                </a:r>
                <a:endParaRPr lang="en-US" altLang="en-US" dirty="0">
                  <a:solidFill>
                    <a:schemeClr val="tx1"/>
                  </a:solidFill>
                  <a:effectLst/>
                </a:endParaRPr>
              </a:p>
            </p:txBody>
          </p:sp>
          <p:sp>
            <p:nvSpPr>
              <p:cNvPr id="41" name="Text3">
                <a:extLst>
                  <a:ext uri="{FF2B5EF4-FFF2-40B4-BE49-F238E27FC236}">
                    <a16:creationId xmlns:a16="http://schemas.microsoft.com/office/drawing/2014/main" id="{4C0FA5EA-D271-8D14-FC2D-2F256201CC84}"/>
                  </a:ext>
                </a:extLst>
              </p:cNvPr>
              <p:cNvSpPr txBox="1">
                <a:spLocks noChangeArrowheads="1"/>
              </p:cNvSpPr>
              <p:nvPr/>
            </p:nvSpPr>
            <p:spPr bwMode="auto">
              <a:xfrm>
                <a:off x="6387160" y="4669412"/>
                <a:ext cx="2232000" cy="925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69" name="组合 68">
              <a:extLst>
                <a:ext uri="{FF2B5EF4-FFF2-40B4-BE49-F238E27FC236}">
                  <a16:creationId xmlns:a16="http://schemas.microsoft.com/office/drawing/2014/main" id="{58190567-7144-93F8-3E1E-6F3E12DC492B}"/>
                </a:ext>
              </a:extLst>
            </p:cNvPr>
            <p:cNvGrpSpPr/>
            <p:nvPr/>
          </p:nvGrpSpPr>
          <p:grpSpPr>
            <a:xfrm>
              <a:off x="9201480" y="2159075"/>
              <a:ext cx="2232000" cy="3435480"/>
              <a:chOff x="9201480" y="2159075"/>
              <a:chExt cx="2232000" cy="3435480"/>
            </a:xfrm>
          </p:grpSpPr>
          <p:sp>
            <p:nvSpPr>
              <p:cNvPr id="54" name="PPT">
                <a:extLst>
                  <a:ext uri="{FF2B5EF4-FFF2-40B4-BE49-F238E27FC236}">
                    <a16:creationId xmlns:a16="http://schemas.microsoft.com/office/drawing/2014/main" id="{B58BA182-AF97-ABA7-3468-7D76E0D96A14}"/>
                  </a:ext>
                </a:extLst>
              </p:cNvPr>
              <p:cNvSpPr/>
              <p:nvPr/>
            </p:nvSpPr>
            <p:spPr>
              <a:xfrm>
                <a:off x="9838170" y="2159075"/>
                <a:ext cx="958621" cy="958621"/>
              </a:xfrm>
              <a:prstGeom prst="ellipse">
                <a:avLst/>
              </a:prstGeom>
              <a:solidFill>
                <a:schemeClr val="accent1"/>
              </a:solidFill>
              <a:ln w="25400">
                <a:solidFill>
                  <a:schemeClr val="bg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marL="0" marR="0" lvl="0" indent="0" algn="ctr" defTabSz="914400" rtl="0" eaLnBrk="1" fontAlgn="auto" latinLnBrk="0" hangingPunct="1">
                  <a:lnSpc>
                    <a:spcPct val="11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tx1"/>
                  </a:solidFill>
                  <a:effectLst/>
                  <a:uLnTx/>
                  <a:uFillTx/>
                  <a:latin typeface="+mj-ea"/>
                  <a:ea typeface="+mj-ea"/>
                  <a:cs typeface="微软雅黑" panose="020B0503020204020204" charset="-122"/>
                </a:endParaRPr>
              </a:p>
            </p:txBody>
          </p:sp>
          <p:cxnSp>
            <p:nvCxnSpPr>
              <p:cNvPr id="53" name="直接连接符 52">
                <a:extLst>
                  <a:ext uri="{FF2B5EF4-FFF2-40B4-BE49-F238E27FC236}">
                    <a16:creationId xmlns:a16="http://schemas.microsoft.com/office/drawing/2014/main" id="{206F48AA-FE5A-9F46-19F4-60FFD708889B}"/>
                  </a:ext>
                </a:extLst>
              </p:cNvPr>
              <p:cNvCxnSpPr>
                <a:cxnSpLocks/>
              </p:cNvCxnSpPr>
              <p:nvPr/>
            </p:nvCxnSpPr>
            <p:spPr>
              <a:xfrm rot="5400000">
                <a:off x="10317480" y="3710088"/>
                <a:ext cx="0" cy="585352"/>
              </a:xfrm>
              <a:prstGeom prst="line">
                <a:avLst/>
              </a:prstGeom>
              <a:ln w="25400">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62" name="Icon4">
                <a:extLst>
                  <a:ext uri="{FF2B5EF4-FFF2-40B4-BE49-F238E27FC236}">
                    <a16:creationId xmlns:a16="http://schemas.microsoft.com/office/drawing/2014/main" id="{4063D004-7590-BABB-347E-9C8CED1BA9C7}"/>
                  </a:ext>
                </a:extLst>
              </p:cNvPr>
              <p:cNvSpPr/>
              <p:nvPr/>
            </p:nvSpPr>
            <p:spPr>
              <a:xfrm>
                <a:off x="10119615" y="2420856"/>
                <a:ext cx="395730" cy="395730"/>
              </a:xfrm>
              <a:custGeom>
                <a:avLst/>
                <a:gdLst>
                  <a:gd name="csX0" fmla="*/ 1369219 w 1547812"/>
                  <a:gd name="csY0" fmla="*/ 1547813 h 1547812"/>
                  <a:gd name="csX1" fmla="*/ 178594 w 1547812"/>
                  <a:gd name="csY1" fmla="*/ 1547813 h 1547812"/>
                  <a:gd name="csX2" fmla="*/ 0 w 1547812"/>
                  <a:gd name="csY2" fmla="*/ 1369219 h 1547812"/>
                  <a:gd name="csX3" fmla="*/ 0 w 1547812"/>
                  <a:gd name="csY3" fmla="*/ 476250 h 1547812"/>
                  <a:gd name="csX4" fmla="*/ 178594 w 1547812"/>
                  <a:gd name="csY4" fmla="*/ 297656 h 1547812"/>
                  <a:gd name="csX5" fmla="*/ 357188 w 1547812"/>
                  <a:gd name="csY5" fmla="*/ 297656 h 1547812"/>
                  <a:gd name="csX6" fmla="*/ 357188 w 1547812"/>
                  <a:gd name="csY6" fmla="*/ 178594 h 1547812"/>
                  <a:gd name="csX7" fmla="*/ 535781 w 1547812"/>
                  <a:gd name="csY7" fmla="*/ 0 h 1547812"/>
                  <a:gd name="csX8" fmla="*/ 1369219 w 1547812"/>
                  <a:gd name="csY8" fmla="*/ 0 h 1547812"/>
                  <a:gd name="csX9" fmla="*/ 1547813 w 1547812"/>
                  <a:gd name="csY9" fmla="*/ 178594 h 1547812"/>
                  <a:gd name="csX10" fmla="*/ 1547813 w 1547812"/>
                  <a:gd name="csY10" fmla="*/ 1369219 h 1547812"/>
                  <a:gd name="csX11" fmla="*/ 1369219 w 1547812"/>
                  <a:gd name="csY11" fmla="*/ 1547813 h 1547812"/>
                  <a:gd name="csX12" fmla="*/ 178594 w 1547812"/>
                  <a:gd name="csY12" fmla="*/ 416719 h 1547812"/>
                  <a:gd name="csX13" fmla="*/ 119063 w 1547812"/>
                  <a:gd name="csY13" fmla="*/ 476250 h 1547812"/>
                  <a:gd name="csX14" fmla="*/ 119063 w 1547812"/>
                  <a:gd name="csY14" fmla="*/ 1369219 h 1547812"/>
                  <a:gd name="csX15" fmla="*/ 178594 w 1547812"/>
                  <a:gd name="csY15" fmla="*/ 1428750 h 1547812"/>
                  <a:gd name="csX16" fmla="*/ 1369219 w 1547812"/>
                  <a:gd name="csY16" fmla="*/ 1428750 h 1547812"/>
                  <a:gd name="csX17" fmla="*/ 1428750 w 1547812"/>
                  <a:gd name="csY17" fmla="*/ 1369219 h 1547812"/>
                  <a:gd name="csX18" fmla="*/ 1428750 w 1547812"/>
                  <a:gd name="csY18" fmla="*/ 178594 h 1547812"/>
                  <a:gd name="csX19" fmla="*/ 1369219 w 1547812"/>
                  <a:gd name="csY19" fmla="*/ 119063 h 1547812"/>
                  <a:gd name="csX20" fmla="*/ 535781 w 1547812"/>
                  <a:gd name="csY20" fmla="*/ 119063 h 1547812"/>
                  <a:gd name="csX21" fmla="*/ 476250 w 1547812"/>
                  <a:gd name="csY21" fmla="*/ 178594 h 1547812"/>
                  <a:gd name="csX22" fmla="*/ 476250 w 1547812"/>
                  <a:gd name="csY22" fmla="*/ 1190625 h 1547812"/>
                  <a:gd name="csX23" fmla="*/ 416719 w 1547812"/>
                  <a:gd name="csY23" fmla="*/ 1250156 h 1547812"/>
                  <a:gd name="csX24" fmla="*/ 357188 w 1547812"/>
                  <a:gd name="csY24" fmla="*/ 1190625 h 1547812"/>
                  <a:gd name="csX25" fmla="*/ 357188 w 1547812"/>
                  <a:gd name="csY25" fmla="*/ 416719 h 1547812"/>
                  <a:gd name="csX26" fmla="*/ 178594 w 1547812"/>
                  <a:gd name="csY26" fmla="*/ 416719 h 1547812"/>
                  <a:gd name="csX27" fmla="*/ 1190625 w 1547812"/>
                  <a:gd name="csY27" fmla="*/ 1071563 h 1547812"/>
                  <a:gd name="csX28" fmla="*/ 714375 w 1547812"/>
                  <a:gd name="csY28" fmla="*/ 1071563 h 1547812"/>
                  <a:gd name="csX29" fmla="*/ 654844 w 1547812"/>
                  <a:gd name="csY29" fmla="*/ 1012031 h 1547812"/>
                  <a:gd name="csX30" fmla="*/ 714375 w 1547812"/>
                  <a:gd name="csY30" fmla="*/ 952500 h 1547812"/>
                  <a:gd name="csX31" fmla="*/ 1190625 w 1547812"/>
                  <a:gd name="csY31" fmla="*/ 952500 h 1547812"/>
                  <a:gd name="csX32" fmla="*/ 1250156 w 1547812"/>
                  <a:gd name="csY32" fmla="*/ 1012031 h 1547812"/>
                  <a:gd name="csX33" fmla="*/ 1190625 w 1547812"/>
                  <a:gd name="csY33" fmla="*/ 1071563 h 1547812"/>
                  <a:gd name="csX34" fmla="*/ 1190625 w 1547812"/>
                  <a:gd name="csY34" fmla="*/ 595313 h 1547812"/>
                  <a:gd name="csX35" fmla="*/ 714375 w 1547812"/>
                  <a:gd name="csY35" fmla="*/ 595313 h 1547812"/>
                  <a:gd name="csX36" fmla="*/ 654844 w 1547812"/>
                  <a:gd name="csY36" fmla="*/ 535781 h 1547812"/>
                  <a:gd name="csX37" fmla="*/ 714375 w 1547812"/>
                  <a:gd name="csY37" fmla="*/ 476250 h 1547812"/>
                  <a:gd name="csX38" fmla="*/ 1190625 w 1547812"/>
                  <a:gd name="csY38" fmla="*/ 476250 h 1547812"/>
                  <a:gd name="csX39" fmla="*/ 1250156 w 1547812"/>
                  <a:gd name="csY39" fmla="*/ 535781 h 1547812"/>
                  <a:gd name="csX40" fmla="*/ 1190625 w 1547812"/>
                  <a:gd name="csY40" fmla="*/ 595313 h 1547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547812" h="1547812">
                    <a:moveTo>
                      <a:pt x="1369219" y="1547813"/>
                    </a:moveTo>
                    <a:lnTo>
                      <a:pt x="178594" y="1547813"/>
                    </a:lnTo>
                    <a:cubicBezTo>
                      <a:pt x="80367" y="1547813"/>
                      <a:pt x="0" y="1467445"/>
                      <a:pt x="0" y="1369219"/>
                    </a:cubicBezTo>
                    <a:lnTo>
                      <a:pt x="0" y="476250"/>
                    </a:lnTo>
                    <a:cubicBezTo>
                      <a:pt x="0" y="378023"/>
                      <a:pt x="80367" y="297656"/>
                      <a:pt x="178594" y="297656"/>
                    </a:cubicBezTo>
                    <a:lnTo>
                      <a:pt x="357188" y="297656"/>
                    </a:lnTo>
                    <a:lnTo>
                      <a:pt x="357188" y="178594"/>
                    </a:lnTo>
                    <a:cubicBezTo>
                      <a:pt x="357188" y="80367"/>
                      <a:pt x="437555" y="0"/>
                      <a:pt x="535781" y="0"/>
                    </a:cubicBezTo>
                    <a:lnTo>
                      <a:pt x="1369219" y="0"/>
                    </a:lnTo>
                    <a:cubicBezTo>
                      <a:pt x="1467445" y="0"/>
                      <a:pt x="1547813" y="80367"/>
                      <a:pt x="1547813" y="178594"/>
                    </a:cubicBezTo>
                    <a:lnTo>
                      <a:pt x="1547813" y="1369219"/>
                    </a:lnTo>
                    <a:cubicBezTo>
                      <a:pt x="1547813" y="1467445"/>
                      <a:pt x="1467445" y="1547813"/>
                      <a:pt x="1369219" y="1547813"/>
                    </a:cubicBezTo>
                    <a:close/>
                    <a:moveTo>
                      <a:pt x="178594" y="416719"/>
                    </a:moveTo>
                    <a:cubicBezTo>
                      <a:pt x="145852" y="416719"/>
                      <a:pt x="119063" y="443508"/>
                      <a:pt x="119063" y="476250"/>
                    </a:cubicBezTo>
                    <a:lnTo>
                      <a:pt x="119063" y="1369219"/>
                    </a:lnTo>
                    <a:cubicBezTo>
                      <a:pt x="119063" y="1401961"/>
                      <a:pt x="145852" y="1428750"/>
                      <a:pt x="178594" y="1428750"/>
                    </a:cubicBezTo>
                    <a:lnTo>
                      <a:pt x="1369219" y="1428750"/>
                    </a:lnTo>
                    <a:cubicBezTo>
                      <a:pt x="1401961" y="1428750"/>
                      <a:pt x="1428750" y="1401961"/>
                      <a:pt x="1428750" y="1369219"/>
                    </a:cubicBezTo>
                    <a:lnTo>
                      <a:pt x="1428750" y="178594"/>
                    </a:lnTo>
                    <a:cubicBezTo>
                      <a:pt x="1428750" y="145852"/>
                      <a:pt x="1401961" y="119063"/>
                      <a:pt x="1369219" y="119063"/>
                    </a:cubicBezTo>
                    <a:lnTo>
                      <a:pt x="535781" y="119063"/>
                    </a:lnTo>
                    <a:cubicBezTo>
                      <a:pt x="503039" y="119063"/>
                      <a:pt x="476250" y="145852"/>
                      <a:pt x="476250" y="178594"/>
                    </a:cubicBezTo>
                    <a:lnTo>
                      <a:pt x="476250" y="1190625"/>
                    </a:lnTo>
                    <a:cubicBezTo>
                      <a:pt x="476250" y="1223367"/>
                      <a:pt x="449461" y="1250156"/>
                      <a:pt x="416719" y="1250156"/>
                    </a:cubicBezTo>
                    <a:cubicBezTo>
                      <a:pt x="383977" y="1250156"/>
                      <a:pt x="357188" y="1223367"/>
                      <a:pt x="357188" y="1190625"/>
                    </a:cubicBezTo>
                    <a:lnTo>
                      <a:pt x="357188" y="416719"/>
                    </a:lnTo>
                    <a:lnTo>
                      <a:pt x="178594" y="416719"/>
                    </a:lnTo>
                    <a:close/>
                    <a:moveTo>
                      <a:pt x="1190625" y="1071563"/>
                    </a:moveTo>
                    <a:lnTo>
                      <a:pt x="714375" y="1071563"/>
                    </a:lnTo>
                    <a:cubicBezTo>
                      <a:pt x="681633" y="1071563"/>
                      <a:pt x="654844" y="1044773"/>
                      <a:pt x="654844" y="1012031"/>
                    </a:cubicBezTo>
                    <a:cubicBezTo>
                      <a:pt x="654844" y="979289"/>
                      <a:pt x="681633" y="952500"/>
                      <a:pt x="714375" y="952500"/>
                    </a:cubicBezTo>
                    <a:lnTo>
                      <a:pt x="1190625" y="952500"/>
                    </a:lnTo>
                    <a:cubicBezTo>
                      <a:pt x="1223367" y="952500"/>
                      <a:pt x="1250156" y="979289"/>
                      <a:pt x="1250156" y="1012031"/>
                    </a:cubicBezTo>
                    <a:cubicBezTo>
                      <a:pt x="1250156" y="1044773"/>
                      <a:pt x="1223367" y="1071563"/>
                      <a:pt x="1190625" y="1071563"/>
                    </a:cubicBezTo>
                    <a:close/>
                    <a:moveTo>
                      <a:pt x="1190625" y="595313"/>
                    </a:moveTo>
                    <a:lnTo>
                      <a:pt x="714375" y="595313"/>
                    </a:lnTo>
                    <a:cubicBezTo>
                      <a:pt x="681633" y="595313"/>
                      <a:pt x="654844" y="568523"/>
                      <a:pt x="654844" y="535781"/>
                    </a:cubicBezTo>
                    <a:cubicBezTo>
                      <a:pt x="654844" y="503039"/>
                      <a:pt x="681633" y="476250"/>
                      <a:pt x="714375" y="476250"/>
                    </a:cubicBezTo>
                    <a:lnTo>
                      <a:pt x="1190625" y="476250"/>
                    </a:lnTo>
                    <a:cubicBezTo>
                      <a:pt x="1223367" y="476250"/>
                      <a:pt x="1250156" y="503039"/>
                      <a:pt x="1250156" y="535781"/>
                    </a:cubicBezTo>
                    <a:cubicBezTo>
                      <a:pt x="1250156" y="568523"/>
                      <a:pt x="1223367" y="595313"/>
                      <a:pt x="1190625" y="595313"/>
                    </a:cubicBezTo>
                    <a:close/>
                  </a:path>
                </a:pathLst>
              </a:custGeom>
              <a:solidFill>
                <a:srgbClr val="FFFFFF"/>
              </a:solidFill>
              <a:ln w="1860" cap="flat">
                <a:noFill/>
                <a:prstDash val="solid"/>
                <a:miter/>
              </a:ln>
            </p:spPr>
            <p:txBody>
              <a:bodyPr lIns="91440" tIns="45720" rIns="91440" bIns="45720">
                <a:normAutofit/>
              </a:bodyPr>
              <a:lstStyle/>
              <a:p>
                <a:endParaRPr lang="zh-CN" altLang="en-US"/>
              </a:p>
            </p:txBody>
          </p:sp>
          <p:sp>
            <p:nvSpPr>
              <p:cNvPr id="52" name="Number4">
                <a:extLst>
                  <a:ext uri="{FF2B5EF4-FFF2-40B4-BE49-F238E27FC236}">
                    <a16:creationId xmlns:a16="http://schemas.microsoft.com/office/drawing/2014/main" id="{1DAF2CD7-8EF3-6542-BC63-CBE9993B59E1}"/>
                  </a:ext>
                </a:extLst>
              </p:cNvPr>
              <p:cNvSpPr txBox="1"/>
              <p:nvPr/>
            </p:nvSpPr>
            <p:spPr>
              <a:xfrm>
                <a:off x="9201480" y="3362608"/>
                <a:ext cx="2232000" cy="511207"/>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en-US" altLang="zh-CN" dirty="0">
                    <a:solidFill>
                      <a:schemeClr val="tx1"/>
                    </a:solidFill>
                    <a:effectLst/>
                  </a:rPr>
                  <a:t>04</a:t>
                </a:r>
                <a:endParaRPr lang="zh-CN" altLang="en-US" dirty="0">
                  <a:solidFill>
                    <a:schemeClr val="tx1"/>
                  </a:solidFill>
                  <a:effectLst/>
                </a:endParaRPr>
              </a:p>
            </p:txBody>
          </p:sp>
          <p:sp>
            <p:nvSpPr>
              <p:cNvPr id="50" name="Bullet4">
                <a:extLst>
                  <a:ext uri="{FF2B5EF4-FFF2-40B4-BE49-F238E27FC236}">
                    <a16:creationId xmlns:a16="http://schemas.microsoft.com/office/drawing/2014/main" id="{E8BA7DA5-86D0-7220-84F8-6D687E93A1A9}"/>
                  </a:ext>
                </a:extLst>
              </p:cNvPr>
              <p:cNvSpPr txBox="1"/>
              <p:nvPr/>
            </p:nvSpPr>
            <p:spPr>
              <a:xfrm>
                <a:off x="9201480" y="4094642"/>
                <a:ext cx="2232000" cy="511207"/>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chemeClr val="tx1"/>
                    </a:solidFill>
                    <a:effectLst/>
                  </a:rPr>
                  <a:t>单击添加小标题</a:t>
                </a:r>
                <a:endParaRPr lang="en-US" altLang="en-US" dirty="0">
                  <a:solidFill>
                    <a:schemeClr val="tx1"/>
                  </a:solidFill>
                  <a:effectLst/>
                </a:endParaRPr>
              </a:p>
            </p:txBody>
          </p:sp>
          <p:sp>
            <p:nvSpPr>
              <p:cNvPr id="51" name="Text4">
                <a:extLst>
                  <a:ext uri="{FF2B5EF4-FFF2-40B4-BE49-F238E27FC236}">
                    <a16:creationId xmlns:a16="http://schemas.microsoft.com/office/drawing/2014/main" id="{EA687B22-74C8-64BE-8A0D-015916EEF838}"/>
                  </a:ext>
                </a:extLst>
              </p:cNvPr>
              <p:cNvSpPr txBox="1">
                <a:spLocks noChangeArrowheads="1"/>
              </p:cNvSpPr>
              <p:nvPr/>
            </p:nvSpPr>
            <p:spPr bwMode="auto">
              <a:xfrm>
                <a:off x="9201480" y="4669412"/>
                <a:ext cx="2232000" cy="925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sp>
        <p:nvSpPr>
          <p:cNvPr id="2" name="标题 1">
            <a:extLst>
              <a:ext uri="{FF2B5EF4-FFF2-40B4-BE49-F238E27FC236}">
                <a16:creationId xmlns:a16="http://schemas.microsoft.com/office/drawing/2014/main" id="{7F4E9E0B-0A1E-50FB-E9F9-DD26041D3740}"/>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2530711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19C41-902F-78E9-4270-9E4EFA4FE237}"/>
            </a:ext>
          </a:extLst>
        </p:cNvPr>
        <p:cNvGrpSpPr/>
        <p:nvPr/>
      </p:nvGrpSpPr>
      <p:grpSpPr>
        <a:xfrm>
          <a:off x="0" y="0"/>
          <a:ext cx="0" cy="0"/>
          <a:chOff x="0" y="0"/>
          <a:chExt cx="0" cy="0"/>
        </a:xfrm>
      </p:grpSpPr>
      <p:grpSp>
        <p:nvGrpSpPr>
          <p:cNvPr id="23" name="组合 22">
            <a:extLst>
              <a:ext uri="{FF2B5EF4-FFF2-40B4-BE49-F238E27FC236}">
                <a16:creationId xmlns:a16="http://schemas.microsoft.com/office/drawing/2014/main" id="{73D5329F-1696-616A-8235-BAD1EE3A2ADD}"/>
              </a:ext>
            </a:extLst>
          </p:cNvPr>
          <p:cNvGrpSpPr/>
          <p:nvPr/>
        </p:nvGrpSpPr>
        <p:grpSpPr>
          <a:xfrm>
            <a:off x="0" y="1165025"/>
            <a:ext cx="12192000" cy="4969075"/>
            <a:chOff x="0" y="1165025"/>
            <a:chExt cx="12192000" cy="4969075"/>
          </a:xfrm>
        </p:grpSpPr>
        <p:sp>
          <p:nvSpPr>
            <p:cNvPr id="24" name="PictureMisc1">
              <a:extLst>
                <a:ext uri="{FF2B5EF4-FFF2-40B4-BE49-F238E27FC236}">
                  <a16:creationId xmlns:a16="http://schemas.microsoft.com/office/drawing/2014/main" id="{3AFABDBB-484D-1593-F741-962ADB26CC7A}"/>
                </a:ext>
              </a:extLst>
            </p:cNvPr>
            <p:cNvSpPr/>
            <p:nvPr/>
          </p:nvSpPr>
          <p:spPr>
            <a:xfrm>
              <a:off x="0" y="1165025"/>
              <a:ext cx="12192000" cy="2460124"/>
            </a:xfrm>
            <a:custGeom>
              <a:avLst/>
              <a:gdLst>
                <a:gd name="csX0" fmla="*/ 0 w 12192000"/>
                <a:gd name="csY0" fmla="*/ 0 h 2460124"/>
                <a:gd name="csX1" fmla="*/ 12192000 w 12192000"/>
                <a:gd name="csY1" fmla="*/ 0 h 2460124"/>
                <a:gd name="csX2" fmla="*/ 12192000 w 12192000"/>
                <a:gd name="csY2" fmla="*/ 2460124 h 2460124"/>
                <a:gd name="csX3" fmla="*/ 0 w 12192000"/>
                <a:gd name="csY3" fmla="*/ 2460124 h 2460124"/>
              </a:gdLst>
              <a:ahLst/>
              <a:cxnLst>
                <a:cxn ang="0">
                  <a:pos x="csX0" y="csY0"/>
                </a:cxn>
                <a:cxn ang="0">
                  <a:pos x="csX1" y="csY1"/>
                </a:cxn>
                <a:cxn ang="0">
                  <a:pos x="csX2" y="csY2"/>
                </a:cxn>
                <a:cxn ang="0">
                  <a:pos x="csX3" y="csY3"/>
                </a:cxn>
              </a:cxnLst>
              <a:rect l="l" t="t" r="r" b="b"/>
              <a:pathLst>
                <a:path w="12192000" h="2460124">
                  <a:moveTo>
                    <a:pt x="0" y="0"/>
                  </a:moveTo>
                  <a:lnTo>
                    <a:pt x="12192000" y="0"/>
                  </a:lnTo>
                  <a:lnTo>
                    <a:pt x="12192000" y="2460124"/>
                  </a:lnTo>
                  <a:lnTo>
                    <a:pt x="0" y="2460124"/>
                  </a:lnTo>
                  <a:close/>
                </a:path>
              </a:pathLst>
            </a:custGeom>
            <a:blipFill dpi="0" rotWithShape="1">
              <a:blip r:embed="rId3"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5" name="Title">
              <a:extLst>
                <a:ext uri="{FF2B5EF4-FFF2-40B4-BE49-F238E27FC236}">
                  <a16:creationId xmlns:a16="http://schemas.microsoft.com/office/drawing/2014/main" id="{9AF1E49E-A4BA-71C0-9635-1A1870BAADF6}"/>
                </a:ext>
              </a:extLst>
            </p:cNvPr>
            <p:cNvSpPr/>
            <p:nvPr/>
          </p:nvSpPr>
          <p:spPr>
            <a:xfrm>
              <a:off x="662780" y="3836345"/>
              <a:ext cx="10856119" cy="571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SzPct val="25000"/>
              </a:pPr>
              <a:r>
                <a:rPr lang="zh-CN" altLang="en-US" sz="2400" b="1">
                  <a:solidFill>
                    <a:schemeClr val="tx1"/>
                  </a:solidFill>
                  <a:latin typeface="+mj-ea"/>
                  <a:ea typeface="+mj-ea"/>
                  <a:sym typeface="Arial" panose="020B0604020202020204" pitchFamily="34" charset="0"/>
                </a:rPr>
                <a:t>单击此处添加长一点的副标题</a:t>
              </a:r>
              <a:endParaRPr lang="en-US" altLang="en-US" sz="2400" b="1" dirty="0">
                <a:solidFill>
                  <a:schemeClr val="tx1"/>
                </a:solidFill>
                <a:latin typeface="+mj-ea"/>
                <a:ea typeface="+mj-ea"/>
                <a:sym typeface="Arial" panose="020B0604020202020204" pitchFamily="34" charset="0"/>
              </a:endParaRPr>
            </a:p>
          </p:txBody>
        </p:sp>
        <p:grpSp>
          <p:nvGrpSpPr>
            <p:cNvPr id="14" name="组合 13">
              <a:extLst>
                <a:ext uri="{FF2B5EF4-FFF2-40B4-BE49-F238E27FC236}">
                  <a16:creationId xmlns:a16="http://schemas.microsoft.com/office/drawing/2014/main" id="{FBBF7A78-96A2-F480-1940-C30DCBADAFEA}"/>
                </a:ext>
              </a:extLst>
            </p:cNvPr>
            <p:cNvGrpSpPr/>
            <p:nvPr/>
          </p:nvGrpSpPr>
          <p:grpSpPr>
            <a:xfrm>
              <a:off x="1084522" y="4565280"/>
              <a:ext cx="2823581" cy="1568820"/>
              <a:chOff x="1084522" y="4565280"/>
              <a:chExt cx="2823581" cy="1568820"/>
            </a:xfrm>
          </p:grpSpPr>
          <p:sp>
            <p:nvSpPr>
              <p:cNvPr id="12" name="Number1">
                <a:extLst>
                  <a:ext uri="{FF2B5EF4-FFF2-40B4-BE49-F238E27FC236}">
                    <a16:creationId xmlns:a16="http://schemas.microsoft.com/office/drawing/2014/main" id="{FCD04EFC-3E46-4426-A728-80C3AA79B65B}"/>
                  </a:ext>
                </a:extLst>
              </p:cNvPr>
              <p:cNvSpPr txBox="1"/>
              <p:nvPr/>
            </p:nvSpPr>
            <p:spPr>
              <a:xfrm>
                <a:off x="1084522" y="4565280"/>
                <a:ext cx="518159"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en-US" altLang="zh-CN" dirty="0">
                    <a:solidFill>
                      <a:schemeClr val="tx1"/>
                    </a:solidFill>
                    <a:effectLst/>
                  </a:rPr>
                  <a:t>01</a:t>
                </a:r>
                <a:endParaRPr lang="zh-CN" altLang="en-US" dirty="0">
                  <a:solidFill>
                    <a:schemeClr val="tx1"/>
                  </a:solidFill>
                  <a:effectLst/>
                </a:endParaRPr>
              </a:p>
            </p:txBody>
          </p:sp>
          <p:sp>
            <p:nvSpPr>
              <p:cNvPr id="10" name="Bullet1">
                <a:extLst>
                  <a:ext uri="{FF2B5EF4-FFF2-40B4-BE49-F238E27FC236}">
                    <a16:creationId xmlns:a16="http://schemas.microsoft.com/office/drawing/2014/main" id="{141BC767-9A39-789E-FFBB-3AA557720279}"/>
                  </a:ext>
                </a:extLst>
              </p:cNvPr>
              <p:cNvSpPr txBox="1"/>
              <p:nvPr/>
            </p:nvSpPr>
            <p:spPr>
              <a:xfrm>
                <a:off x="1704281" y="4565280"/>
                <a:ext cx="2203821"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chemeClr val="tx1"/>
                    </a:solidFill>
                    <a:effectLst/>
                  </a:rPr>
                  <a:t>单击添加小标题</a:t>
                </a:r>
                <a:endParaRPr lang="en-US" altLang="en-US" dirty="0">
                  <a:solidFill>
                    <a:schemeClr val="tx1"/>
                  </a:solidFill>
                  <a:effectLst/>
                </a:endParaRPr>
              </a:p>
            </p:txBody>
          </p:sp>
          <p:sp>
            <p:nvSpPr>
              <p:cNvPr id="11" name="Text1">
                <a:extLst>
                  <a:ext uri="{FF2B5EF4-FFF2-40B4-BE49-F238E27FC236}">
                    <a16:creationId xmlns:a16="http://schemas.microsoft.com/office/drawing/2014/main" id="{F5A6EC8D-228C-7B7E-86E4-46CF6CDE7C89}"/>
                  </a:ext>
                </a:extLst>
              </p:cNvPr>
              <p:cNvSpPr txBox="1">
                <a:spLocks noChangeArrowheads="1"/>
              </p:cNvSpPr>
              <p:nvPr/>
            </p:nvSpPr>
            <p:spPr bwMode="auto">
              <a:xfrm>
                <a:off x="1704282" y="5167229"/>
                <a:ext cx="2203821" cy="966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18" name="组合 17">
              <a:extLst>
                <a:ext uri="{FF2B5EF4-FFF2-40B4-BE49-F238E27FC236}">
                  <a16:creationId xmlns:a16="http://schemas.microsoft.com/office/drawing/2014/main" id="{4E086418-A210-19F8-BF33-F6DB728FE9A0}"/>
                </a:ext>
              </a:extLst>
            </p:cNvPr>
            <p:cNvGrpSpPr/>
            <p:nvPr/>
          </p:nvGrpSpPr>
          <p:grpSpPr>
            <a:xfrm>
              <a:off x="4684210" y="4565280"/>
              <a:ext cx="2823581" cy="1568820"/>
              <a:chOff x="4684210" y="4565280"/>
              <a:chExt cx="2823581" cy="1568820"/>
            </a:xfrm>
          </p:grpSpPr>
          <p:sp>
            <p:nvSpPr>
              <p:cNvPr id="17" name="Number2">
                <a:extLst>
                  <a:ext uri="{FF2B5EF4-FFF2-40B4-BE49-F238E27FC236}">
                    <a16:creationId xmlns:a16="http://schemas.microsoft.com/office/drawing/2014/main" id="{0D6A475D-700A-5A59-29F2-E1C5A9EA2FCF}"/>
                  </a:ext>
                </a:extLst>
              </p:cNvPr>
              <p:cNvSpPr txBox="1"/>
              <p:nvPr/>
            </p:nvSpPr>
            <p:spPr>
              <a:xfrm>
                <a:off x="4684210" y="4565280"/>
                <a:ext cx="518159"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en-US" altLang="zh-CN" dirty="0">
                    <a:solidFill>
                      <a:schemeClr val="tx1"/>
                    </a:solidFill>
                    <a:effectLst/>
                  </a:rPr>
                  <a:t>02</a:t>
                </a:r>
                <a:endParaRPr lang="zh-CN" altLang="en-US" dirty="0">
                  <a:solidFill>
                    <a:schemeClr val="tx1"/>
                  </a:solidFill>
                  <a:effectLst/>
                </a:endParaRPr>
              </a:p>
            </p:txBody>
          </p:sp>
          <p:sp>
            <p:nvSpPr>
              <p:cNvPr id="15" name="Bullet2">
                <a:extLst>
                  <a:ext uri="{FF2B5EF4-FFF2-40B4-BE49-F238E27FC236}">
                    <a16:creationId xmlns:a16="http://schemas.microsoft.com/office/drawing/2014/main" id="{64CA026B-9AFD-9DE1-FAC1-EB5F58A6C4A5}"/>
                  </a:ext>
                </a:extLst>
              </p:cNvPr>
              <p:cNvSpPr txBox="1"/>
              <p:nvPr/>
            </p:nvSpPr>
            <p:spPr>
              <a:xfrm>
                <a:off x="5303969" y="4565280"/>
                <a:ext cx="2203821"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chemeClr val="tx1"/>
                    </a:solidFill>
                    <a:effectLst/>
                  </a:rPr>
                  <a:t>单击添加小标题</a:t>
                </a:r>
                <a:endParaRPr lang="en-US" altLang="en-US" dirty="0">
                  <a:solidFill>
                    <a:schemeClr val="tx1"/>
                  </a:solidFill>
                  <a:effectLst/>
                </a:endParaRPr>
              </a:p>
            </p:txBody>
          </p:sp>
          <p:sp>
            <p:nvSpPr>
              <p:cNvPr id="16" name="Text2">
                <a:extLst>
                  <a:ext uri="{FF2B5EF4-FFF2-40B4-BE49-F238E27FC236}">
                    <a16:creationId xmlns:a16="http://schemas.microsoft.com/office/drawing/2014/main" id="{0BC7F1DE-27A0-5C26-5630-CC77956048A7}"/>
                  </a:ext>
                </a:extLst>
              </p:cNvPr>
              <p:cNvSpPr txBox="1">
                <a:spLocks noChangeArrowheads="1"/>
              </p:cNvSpPr>
              <p:nvPr/>
            </p:nvSpPr>
            <p:spPr bwMode="auto">
              <a:xfrm>
                <a:off x="5303970" y="5167229"/>
                <a:ext cx="2203821" cy="966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22" name="组合 21">
              <a:extLst>
                <a:ext uri="{FF2B5EF4-FFF2-40B4-BE49-F238E27FC236}">
                  <a16:creationId xmlns:a16="http://schemas.microsoft.com/office/drawing/2014/main" id="{71AAE4E4-E9C2-A34C-4A4E-31FB28C3309F}"/>
                </a:ext>
              </a:extLst>
            </p:cNvPr>
            <p:cNvGrpSpPr/>
            <p:nvPr/>
          </p:nvGrpSpPr>
          <p:grpSpPr>
            <a:xfrm>
              <a:off x="8283898" y="4565280"/>
              <a:ext cx="2823581" cy="1568820"/>
              <a:chOff x="8283898" y="4565280"/>
              <a:chExt cx="2823581" cy="1568820"/>
            </a:xfrm>
          </p:grpSpPr>
          <p:sp>
            <p:nvSpPr>
              <p:cNvPr id="21" name="Number3">
                <a:extLst>
                  <a:ext uri="{FF2B5EF4-FFF2-40B4-BE49-F238E27FC236}">
                    <a16:creationId xmlns:a16="http://schemas.microsoft.com/office/drawing/2014/main" id="{A3396A43-5EAB-90F1-5274-549547B434C9}"/>
                  </a:ext>
                </a:extLst>
              </p:cNvPr>
              <p:cNvSpPr txBox="1"/>
              <p:nvPr/>
            </p:nvSpPr>
            <p:spPr>
              <a:xfrm>
                <a:off x="8283898" y="4565280"/>
                <a:ext cx="518159"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en-US" altLang="zh-CN" dirty="0">
                    <a:solidFill>
                      <a:schemeClr val="tx1"/>
                    </a:solidFill>
                    <a:effectLst/>
                  </a:rPr>
                  <a:t>03</a:t>
                </a:r>
                <a:endParaRPr lang="zh-CN" altLang="en-US" dirty="0">
                  <a:solidFill>
                    <a:schemeClr val="tx1"/>
                  </a:solidFill>
                  <a:effectLst/>
                </a:endParaRPr>
              </a:p>
            </p:txBody>
          </p:sp>
          <p:sp>
            <p:nvSpPr>
              <p:cNvPr id="19" name="Bullet3">
                <a:extLst>
                  <a:ext uri="{FF2B5EF4-FFF2-40B4-BE49-F238E27FC236}">
                    <a16:creationId xmlns:a16="http://schemas.microsoft.com/office/drawing/2014/main" id="{03D5E2CD-F05B-C46C-A296-5947B1F5AF1C}"/>
                  </a:ext>
                </a:extLst>
              </p:cNvPr>
              <p:cNvSpPr txBox="1"/>
              <p:nvPr/>
            </p:nvSpPr>
            <p:spPr>
              <a:xfrm>
                <a:off x="8903657" y="4565280"/>
                <a:ext cx="2203821"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chemeClr val="tx1"/>
                    </a:solidFill>
                    <a:effectLst/>
                  </a:rPr>
                  <a:t>单击添加小标题</a:t>
                </a:r>
                <a:endParaRPr lang="en-US" altLang="en-US" dirty="0">
                  <a:solidFill>
                    <a:schemeClr val="tx1"/>
                  </a:solidFill>
                  <a:effectLst/>
                </a:endParaRPr>
              </a:p>
            </p:txBody>
          </p:sp>
          <p:sp>
            <p:nvSpPr>
              <p:cNvPr id="20" name="Text3">
                <a:extLst>
                  <a:ext uri="{FF2B5EF4-FFF2-40B4-BE49-F238E27FC236}">
                    <a16:creationId xmlns:a16="http://schemas.microsoft.com/office/drawing/2014/main" id="{36D2A1A9-9D17-7BE3-F93F-0A7D16C006C6}"/>
                  </a:ext>
                </a:extLst>
              </p:cNvPr>
              <p:cNvSpPr txBox="1">
                <a:spLocks noChangeArrowheads="1"/>
              </p:cNvSpPr>
              <p:nvPr/>
            </p:nvSpPr>
            <p:spPr bwMode="auto">
              <a:xfrm>
                <a:off x="8903658" y="5167229"/>
                <a:ext cx="2203821" cy="966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sp>
        <p:nvSpPr>
          <p:cNvPr id="2" name="标题 1">
            <a:extLst>
              <a:ext uri="{FF2B5EF4-FFF2-40B4-BE49-F238E27FC236}">
                <a16:creationId xmlns:a16="http://schemas.microsoft.com/office/drawing/2014/main" id="{E54F0D2E-180A-B355-0347-E6A97B5DB358}"/>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279910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EB25D-BDA9-586F-DA4D-5E88278B2DBA}"/>
            </a:ext>
          </a:extLst>
        </p:cNvPr>
        <p:cNvGrpSpPr/>
        <p:nvPr/>
      </p:nvGrpSpPr>
      <p:grpSpPr>
        <a:xfrm>
          <a:off x="0" y="0"/>
          <a:ext cx="0" cy="0"/>
          <a:chOff x="0" y="0"/>
          <a:chExt cx="0" cy="0"/>
        </a:xfrm>
      </p:grpSpPr>
      <p:grpSp>
        <p:nvGrpSpPr>
          <p:cNvPr id="60" name="组合 59">
            <a:extLst>
              <a:ext uri="{FF2B5EF4-FFF2-40B4-BE49-F238E27FC236}">
                <a16:creationId xmlns:a16="http://schemas.microsoft.com/office/drawing/2014/main" id="{703F3518-735A-4CCB-D472-57966A694660}"/>
              </a:ext>
            </a:extLst>
          </p:cNvPr>
          <p:cNvGrpSpPr/>
          <p:nvPr/>
        </p:nvGrpSpPr>
        <p:grpSpPr>
          <a:xfrm>
            <a:off x="0" y="1131889"/>
            <a:ext cx="12192000" cy="5726109"/>
            <a:chOff x="0" y="1131889"/>
            <a:chExt cx="12192000" cy="5726109"/>
          </a:xfrm>
        </p:grpSpPr>
        <p:pic>
          <p:nvPicPr>
            <p:cNvPr id="45" name="PPT">
              <a:extLst>
                <a:ext uri="{FF2B5EF4-FFF2-40B4-BE49-F238E27FC236}">
                  <a16:creationId xmlns:a16="http://schemas.microsoft.com/office/drawing/2014/main" id="{4C266F93-FB85-ADCB-4A06-3B8910797D05}"/>
                </a:ext>
              </a:extLst>
            </p:cNvPr>
            <p:cNvPicPr>
              <a:picLocks noChangeAspect="1"/>
            </p:cNvPicPr>
            <p:nvPr/>
          </p:nvPicPr>
          <p:blipFill>
            <a:blip r:embed="rId3" cstate="email">
              <a:extLst>
                <a:ext uri="{28A0092B-C50C-407E-A947-70E740481C1C}">
                  <a14:useLocalDpi xmlns:a14="http://schemas.microsoft.com/office/drawing/2010/main"/>
                </a:ext>
              </a:extLst>
            </a:blip>
            <a:srcRect t="2147"/>
            <a:stretch>
              <a:fillRect/>
            </a:stretch>
          </p:blipFill>
          <p:spPr>
            <a:xfrm rot="5400000">
              <a:off x="5887720" y="553719"/>
              <a:ext cx="416559" cy="12192000"/>
            </a:xfrm>
            <a:custGeom>
              <a:avLst/>
              <a:gdLst>
                <a:gd name="csX0" fmla="*/ 0 w 3429964"/>
                <a:gd name="csY0" fmla="*/ 0 h 6858000"/>
                <a:gd name="csX1" fmla="*/ 3429964 w 3429964"/>
                <a:gd name="csY1" fmla="*/ 0 h 6858000"/>
                <a:gd name="csX2" fmla="*/ 3429964 w 3429964"/>
                <a:gd name="csY2" fmla="*/ 6858000 h 6858000"/>
                <a:gd name="csX3" fmla="*/ 0 w 3429964"/>
                <a:gd name="csY3" fmla="*/ 6858000 h 6858000"/>
              </a:gdLst>
              <a:ahLst/>
              <a:cxnLst>
                <a:cxn ang="0">
                  <a:pos x="csX0" y="csY0"/>
                </a:cxn>
                <a:cxn ang="0">
                  <a:pos x="csX1" y="csY1"/>
                </a:cxn>
                <a:cxn ang="0">
                  <a:pos x="csX2" y="csY2"/>
                </a:cxn>
                <a:cxn ang="0">
                  <a:pos x="csX3" y="csY3"/>
                </a:cxn>
              </a:cxnLst>
              <a:rect l="l" t="t" r="r" b="b"/>
              <a:pathLst>
                <a:path w="3429964" h="6858000">
                  <a:moveTo>
                    <a:pt x="0" y="0"/>
                  </a:moveTo>
                  <a:lnTo>
                    <a:pt x="3429964" y="0"/>
                  </a:lnTo>
                  <a:lnTo>
                    <a:pt x="3429964" y="6858000"/>
                  </a:lnTo>
                  <a:lnTo>
                    <a:pt x="0" y="6858000"/>
                  </a:lnTo>
                  <a:close/>
                </a:path>
              </a:pathLst>
            </a:custGeom>
            <a:ln>
              <a:noFill/>
            </a:ln>
          </p:spPr>
        </p:pic>
        <p:pic>
          <p:nvPicPr>
            <p:cNvPr id="44" name="图片 43">
              <a:extLst>
                <a:ext uri="{FF2B5EF4-FFF2-40B4-BE49-F238E27FC236}">
                  <a16:creationId xmlns:a16="http://schemas.microsoft.com/office/drawing/2014/main" id="{C781B255-C56A-149C-9D04-CA35D449E2E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995920" y="1135463"/>
              <a:ext cx="4196080" cy="5366936"/>
            </a:xfrm>
            <a:prstGeom prst="rect">
              <a:avLst/>
            </a:prstGeom>
          </p:spPr>
        </p:pic>
        <p:pic>
          <p:nvPicPr>
            <p:cNvPr id="23" name="图片 22">
              <a:extLst>
                <a:ext uri="{FF2B5EF4-FFF2-40B4-BE49-F238E27FC236}">
                  <a16:creationId xmlns:a16="http://schemas.microsoft.com/office/drawing/2014/main" id="{5F2CC7DF-FF95-3CC2-AAE0-91C2F0BDF16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094052" y="4483628"/>
              <a:ext cx="3900730" cy="1756468"/>
            </a:xfrm>
            <a:prstGeom prst="rect">
              <a:avLst/>
            </a:prstGeom>
          </p:spPr>
        </p:pic>
        <p:pic>
          <p:nvPicPr>
            <p:cNvPr id="24" name="图片 23">
              <a:extLst>
                <a:ext uri="{FF2B5EF4-FFF2-40B4-BE49-F238E27FC236}">
                  <a16:creationId xmlns:a16="http://schemas.microsoft.com/office/drawing/2014/main" id="{A69E1F05-2F34-AF1A-03B0-862071C9ACDB}"/>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252154" y="2223373"/>
              <a:ext cx="2831815" cy="1217588"/>
            </a:xfrm>
            <a:prstGeom prst="rect">
              <a:avLst/>
            </a:prstGeom>
          </p:spPr>
        </p:pic>
        <p:sp>
          <p:nvSpPr>
            <p:cNvPr id="5" name="Title">
              <a:extLst>
                <a:ext uri="{FF2B5EF4-FFF2-40B4-BE49-F238E27FC236}">
                  <a16:creationId xmlns:a16="http://schemas.microsoft.com/office/drawing/2014/main" id="{1F08334F-D687-6DD1-206E-2D18D5970005}"/>
                </a:ext>
              </a:extLst>
            </p:cNvPr>
            <p:cNvSpPr/>
            <p:nvPr/>
          </p:nvSpPr>
          <p:spPr>
            <a:xfrm>
              <a:off x="662781" y="1131889"/>
              <a:ext cx="8958740" cy="571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SzPct val="25000"/>
              </a:pPr>
              <a:r>
                <a:rPr lang="zh-CN" altLang="en-US" sz="2400" b="1">
                  <a:solidFill>
                    <a:schemeClr val="tx1"/>
                  </a:solidFill>
                  <a:latin typeface="+mj-ea"/>
                  <a:ea typeface="+mj-ea"/>
                  <a:sym typeface="Arial" panose="020B0604020202020204" pitchFamily="34" charset="0"/>
                </a:rPr>
                <a:t>单击此处添加长一点的副标题</a:t>
              </a:r>
              <a:endParaRPr lang="en-US" altLang="en-US" sz="2400" b="1" dirty="0">
                <a:solidFill>
                  <a:schemeClr val="tx1"/>
                </a:solidFill>
                <a:latin typeface="+mj-ea"/>
                <a:ea typeface="+mj-ea"/>
                <a:sym typeface="Arial" panose="020B0604020202020204" pitchFamily="34" charset="0"/>
              </a:endParaRPr>
            </a:p>
          </p:txBody>
        </p:sp>
        <p:grpSp>
          <p:nvGrpSpPr>
            <p:cNvPr id="39" name="组合 38">
              <a:extLst>
                <a:ext uri="{FF2B5EF4-FFF2-40B4-BE49-F238E27FC236}">
                  <a16:creationId xmlns:a16="http://schemas.microsoft.com/office/drawing/2014/main" id="{27A72E48-A884-83D5-5BAF-2C2559D7A3F7}"/>
                </a:ext>
              </a:extLst>
            </p:cNvPr>
            <p:cNvGrpSpPr/>
            <p:nvPr/>
          </p:nvGrpSpPr>
          <p:grpSpPr>
            <a:xfrm>
              <a:off x="660400" y="2003160"/>
              <a:ext cx="3627120" cy="1847480"/>
              <a:chOff x="660400" y="2003160"/>
              <a:chExt cx="3627120" cy="1847480"/>
            </a:xfrm>
          </p:grpSpPr>
          <p:sp>
            <p:nvSpPr>
              <p:cNvPr id="3" name="矩形: 圆角 2">
                <a:extLst>
                  <a:ext uri="{FF2B5EF4-FFF2-40B4-BE49-F238E27FC236}">
                    <a16:creationId xmlns:a16="http://schemas.microsoft.com/office/drawing/2014/main" id="{4259678E-81C7-9524-29BA-52DF1CA07100}"/>
                  </a:ext>
                </a:extLst>
              </p:cNvPr>
              <p:cNvSpPr/>
              <p:nvPr/>
            </p:nvSpPr>
            <p:spPr>
              <a:xfrm>
                <a:off x="660400" y="2003160"/>
                <a:ext cx="3627120" cy="1847480"/>
              </a:xfrm>
              <a:prstGeom prst="roundRect">
                <a:avLst>
                  <a:gd name="adj" fmla="val 4599"/>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HarmonyOS Sans SC"/>
                  <a:ea typeface="HarmonyOS Sans SC"/>
                  <a:cs typeface="+mn-cs"/>
                </a:endParaRPr>
              </a:p>
            </p:txBody>
          </p:sp>
          <p:sp>
            <p:nvSpPr>
              <p:cNvPr id="46" name="Number1">
                <a:extLst>
                  <a:ext uri="{FF2B5EF4-FFF2-40B4-BE49-F238E27FC236}">
                    <a16:creationId xmlns:a16="http://schemas.microsoft.com/office/drawing/2014/main" id="{490F6EF9-7CA5-3E7C-FC1A-33ABC1554080}"/>
                  </a:ext>
                </a:extLst>
              </p:cNvPr>
              <p:cNvSpPr txBox="1"/>
              <p:nvPr/>
            </p:nvSpPr>
            <p:spPr>
              <a:xfrm>
                <a:off x="871071" y="2128656"/>
                <a:ext cx="632609"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en-US" altLang="zh-CN" dirty="0">
                    <a:solidFill>
                      <a:srgbClr val="FFFFFF"/>
                    </a:solidFill>
                    <a:effectLst/>
                  </a:rPr>
                  <a:t>01</a:t>
                </a:r>
                <a:endParaRPr lang="zh-CN" altLang="en-US" dirty="0">
                  <a:solidFill>
                    <a:srgbClr val="FFFFFF"/>
                  </a:solidFill>
                  <a:effectLst/>
                </a:endParaRPr>
              </a:p>
            </p:txBody>
          </p:sp>
          <p:sp>
            <p:nvSpPr>
              <p:cNvPr id="25" name="Bullet1">
                <a:extLst>
                  <a:ext uri="{FF2B5EF4-FFF2-40B4-BE49-F238E27FC236}">
                    <a16:creationId xmlns:a16="http://schemas.microsoft.com/office/drawing/2014/main" id="{C8FBCE56-3510-7FA1-D084-340F905FF15D}"/>
                  </a:ext>
                </a:extLst>
              </p:cNvPr>
              <p:cNvSpPr txBox="1"/>
              <p:nvPr/>
            </p:nvSpPr>
            <p:spPr>
              <a:xfrm>
                <a:off x="1613647" y="2128656"/>
                <a:ext cx="2369072"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rgbClr val="FFFFFF"/>
                    </a:solidFill>
                    <a:effectLst/>
                  </a:rPr>
                  <a:t>单击添加小标题</a:t>
                </a:r>
                <a:endParaRPr lang="en-US" altLang="en-US" dirty="0">
                  <a:solidFill>
                    <a:srgbClr val="FFFFFF"/>
                  </a:solidFill>
                  <a:effectLst/>
                </a:endParaRPr>
              </a:p>
            </p:txBody>
          </p:sp>
          <p:sp>
            <p:nvSpPr>
              <p:cNvPr id="26" name="Text1">
                <a:extLst>
                  <a:ext uri="{FF2B5EF4-FFF2-40B4-BE49-F238E27FC236}">
                    <a16:creationId xmlns:a16="http://schemas.microsoft.com/office/drawing/2014/main" id="{5033C89B-DABB-9549-04DD-177000C61692}"/>
                  </a:ext>
                </a:extLst>
              </p:cNvPr>
              <p:cNvSpPr txBox="1">
                <a:spLocks noChangeArrowheads="1"/>
              </p:cNvSpPr>
              <p:nvPr/>
            </p:nvSpPr>
            <p:spPr bwMode="auto">
              <a:xfrm>
                <a:off x="1613648" y="2730605"/>
                <a:ext cx="2369072" cy="951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solidFill>
                      <a:srgbClr val="FFFFFF"/>
                    </a:solidFill>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solidFill>
                    <a:srgbClr val="FFFFFF"/>
                  </a:solidFill>
                  <a:effectLst/>
                  <a:uLnTx/>
                  <a:uFillTx/>
                  <a:latin typeface="+mn-ea"/>
                  <a:ea typeface="+mn-ea"/>
                  <a:cs typeface="思源黑体 CN Bold" panose="020B0800000000000000" pitchFamily="34" charset="-122"/>
                </a:endParaRPr>
              </a:p>
            </p:txBody>
          </p:sp>
        </p:grpSp>
        <p:grpSp>
          <p:nvGrpSpPr>
            <p:cNvPr id="42" name="组合 41">
              <a:extLst>
                <a:ext uri="{FF2B5EF4-FFF2-40B4-BE49-F238E27FC236}">
                  <a16:creationId xmlns:a16="http://schemas.microsoft.com/office/drawing/2014/main" id="{14589417-D126-4817-1BBF-CBBE057FB425}"/>
                </a:ext>
              </a:extLst>
            </p:cNvPr>
            <p:cNvGrpSpPr/>
            <p:nvPr/>
          </p:nvGrpSpPr>
          <p:grpSpPr>
            <a:xfrm>
              <a:off x="4429760" y="2003160"/>
              <a:ext cx="3627120" cy="1847480"/>
              <a:chOff x="4429760" y="2003160"/>
              <a:chExt cx="3627120" cy="1847480"/>
            </a:xfrm>
          </p:grpSpPr>
          <p:sp>
            <p:nvSpPr>
              <p:cNvPr id="11" name="矩形: 圆角 10">
                <a:extLst>
                  <a:ext uri="{FF2B5EF4-FFF2-40B4-BE49-F238E27FC236}">
                    <a16:creationId xmlns:a16="http://schemas.microsoft.com/office/drawing/2014/main" id="{D9B81EF7-95E0-3BD1-B0F7-492F49103B27}"/>
                  </a:ext>
                </a:extLst>
              </p:cNvPr>
              <p:cNvSpPr/>
              <p:nvPr/>
            </p:nvSpPr>
            <p:spPr>
              <a:xfrm>
                <a:off x="4429760" y="2003160"/>
                <a:ext cx="3627120" cy="1847480"/>
              </a:xfrm>
              <a:prstGeom prst="roundRect">
                <a:avLst>
                  <a:gd name="adj" fmla="val 4599"/>
                </a:avLst>
              </a:prstGeom>
              <a:noFill/>
              <a:ln w="9525">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dirty="0">
                  <a:solidFill>
                    <a:schemeClr val="tx1"/>
                  </a:solidFill>
                  <a:latin typeface="HarmonyOS Sans SC"/>
                  <a:ea typeface="HarmonyOS Sans SC"/>
                </a:endParaRPr>
              </a:p>
            </p:txBody>
          </p:sp>
          <p:sp>
            <p:nvSpPr>
              <p:cNvPr id="12" name="Number2">
                <a:extLst>
                  <a:ext uri="{FF2B5EF4-FFF2-40B4-BE49-F238E27FC236}">
                    <a16:creationId xmlns:a16="http://schemas.microsoft.com/office/drawing/2014/main" id="{B806F9F1-558B-5317-51B2-E232BAB391C1}"/>
                  </a:ext>
                </a:extLst>
              </p:cNvPr>
              <p:cNvSpPr txBox="1"/>
              <p:nvPr/>
            </p:nvSpPr>
            <p:spPr>
              <a:xfrm>
                <a:off x="4640431" y="2128656"/>
                <a:ext cx="632609"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en-US" altLang="zh-CN" dirty="0">
                    <a:solidFill>
                      <a:schemeClr val="tx1"/>
                    </a:solidFill>
                    <a:effectLst/>
                  </a:rPr>
                  <a:t>02</a:t>
                </a:r>
                <a:endParaRPr lang="zh-CN" altLang="en-US" dirty="0">
                  <a:solidFill>
                    <a:schemeClr val="tx1"/>
                  </a:solidFill>
                  <a:effectLst/>
                </a:endParaRPr>
              </a:p>
            </p:txBody>
          </p:sp>
          <p:sp>
            <p:nvSpPr>
              <p:cNvPr id="14" name="Bullet2">
                <a:extLst>
                  <a:ext uri="{FF2B5EF4-FFF2-40B4-BE49-F238E27FC236}">
                    <a16:creationId xmlns:a16="http://schemas.microsoft.com/office/drawing/2014/main" id="{8C905B0A-FCF5-9DD3-980F-4153629EB137}"/>
                  </a:ext>
                </a:extLst>
              </p:cNvPr>
              <p:cNvSpPr txBox="1"/>
              <p:nvPr/>
            </p:nvSpPr>
            <p:spPr>
              <a:xfrm>
                <a:off x="5383007" y="2128656"/>
                <a:ext cx="2369072"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chemeClr val="tx1"/>
                    </a:solidFill>
                    <a:effectLst/>
                  </a:rPr>
                  <a:t>单击添加小标题</a:t>
                </a:r>
                <a:endParaRPr lang="en-US" altLang="en-US" dirty="0">
                  <a:solidFill>
                    <a:schemeClr val="tx1"/>
                  </a:solidFill>
                  <a:effectLst/>
                </a:endParaRPr>
              </a:p>
            </p:txBody>
          </p:sp>
          <p:sp>
            <p:nvSpPr>
              <p:cNvPr id="15" name="Text2">
                <a:extLst>
                  <a:ext uri="{FF2B5EF4-FFF2-40B4-BE49-F238E27FC236}">
                    <a16:creationId xmlns:a16="http://schemas.microsoft.com/office/drawing/2014/main" id="{19EA9E0D-F77B-B772-E8B7-A9CF31787BD9}"/>
                  </a:ext>
                </a:extLst>
              </p:cNvPr>
              <p:cNvSpPr txBox="1">
                <a:spLocks noChangeArrowheads="1"/>
              </p:cNvSpPr>
              <p:nvPr/>
            </p:nvSpPr>
            <p:spPr bwMode="auto">
              <a:xfrm>
                <a:off x="5383008" y="2730605"/>
                <a:ext cx="2369072" cy="951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51" name="组合 50">
              <a:extLst>
                <a:ext uri="{FF2B5EF4-FFF2-40B4-BE49-F238E27FC236}">
                  <a16:creationId xmlns:a16="http://schemas.microsoft.com/office/drawing/2014/main" id="{ABC50BE6-F63F-DC15-3D83-0B3286963FD9}"/>
                </a:ext>
              </a:extLst>
            </p:cNvPr>
            <p:cNvGrpSpPr/>
            <p:nvPr/>
          </p:nvGrpSpPr>
          <p:grpSpPr>
            <a:xfrm>
              <a:off x="660400" y="3984360"/>
              <a:ext cx="3627120" cy="1847480"/>
              <a:chOff x="660400" y="3984360"/>
              <a:chExt cx="3627120" cy="1847480"/>
            </a:xfrm>
          </p:grpSpPr>
          <p:sp>
            <p:nvSpPr>
              <p:cNvPr id="18" name="矩形: 圆角 17">
                <a:extLst>
                  <a:ext uri="{FF2B5EF4-FFF2-40B4-BE49-F238E27FC236}">
                    <a16:creationId xmlns:a16="http://schemas.microsoft.com/office/drawing/2014/main" id="{F8D0A1A3-1E75-5AE5-27A9-AFB1F1350182}"/>
                  </a:ext>
                </a:extLst>
              </p:cNvPr>
              <p:cNvSpPr/>
              <p:nvPr/>
            </p:nvSpPr>
            <p:spPr>
              <a:xfrm>
                <a:off x="660400" y="3984360"/>
                <a:ext cx="3627120" cy="1847480"/>
              </a:xfrm>
              <a:prstGeom prst="roundRect">
                <a:avLst>
                  <a:gd name="adj" fmla="val 4599"/>
                </a:avLst>
              </a:prstGeom>
              <a:noFill/>
              <a:ln w="9525">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chemeClr val="tx1"/>
                  </a:solidFill>
                  <a:effectLst/>
                  <a:uLnTx/>
                  <a:uFillTx/>
                  <a:latin typeface="HarmonyOS Sans SC"/>
                  <a:ea typeface="HarmonyOS Sans SC"/>
                  <a:cs typeface="+mn-cs"/>
                </a:endParaRPr>
              </a:p>
            </p:txBody>
          </p:sp>
          <p:sp>
            <p:nvSpPr>
              <p:cNvPr id="19" name="Number3">
                <a:extLst>
                  <a:ext uri="{FF2B5EF4-FFF2-40B4-BE49-F238E27FC236}">
                    <a16:creationId xmlns:a16="http://schemas.microsoft.com/office/drawing/2014/main" id="{A82284B8-4D0A-88E9-B62F-CD21A55953C6}"/>
                  </a:ext>
                </a:extLst>
              </p:cNvPr>
              <p:cNvSpPr txBox="1"/>
              <p:nvPr/>
            </p:nvSpPr>
            <p:spPr>
              <a:xfrm>
                <a:off x="871071" y="4109856"/>
                <a:ext cx="632609"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en-US" altLang="zh-CN" dirty="0">
                    <a:solidFill>
                      <a:schemeClr val="tx1"/>
                    </a:solidFill>
                    <a:effectLst/>
                  </a:rPr>
                  <a:t>03</a:t>
                </a:r>
                <a:endParaRPr lang="zh-CN" altLang="en-US" dirty="0">
                  <a:solidFill>
                    <a:schemeClr val="tx1"/>
                  </a:solidFill>
                  <a:effectLst/>
                </a:endParaRPr>
              </a:p>
            </p:txBody>
          </p:sp>
          <p:sp>
            <p:nvSpPr>
              <p:cNvPr id="20" name="Bullet3">
                <a:extLst>
                  <a:ext uri="{FF2B5EF4-FFF2-40B4-BE49-F238E27FC236}">
                    <a16:creationId xmlns:a16="http://schemas.microsoft.com/office/drawing/2014/main" id="{7AFFB12D-5FD5-3C1E-96A4-6F4005A3CAD9}"/>
                  </a:ext>
                </a:extLst>
              </p:cNvPr>
              <p:cNvSpPr txBox="1"/>
              <p:nvPr/>
            </p:nvSpPr>
            <p:spPr>
              <a:xfrm>
                <a:off x="1613647" y="4109856"/>
                <a:ext cx="2369072"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chemeClr val="tx1"/>
                    </a:solidFill>
                    <a:effectLst/>
                  </a:rPr>
                  <a:t>单击添加小标题</a:t>
                </a:r>
                <a:endParaRPr lang="en-US" altLang="en-US" dirty="0">
                  <a:solidFill>
                    <a:schemeClr val="tx1"/>
                  </a:solidFill>
                  <a:effectLst/>
                </a:endParaRPr>
              </a:p>
            </p:txBody>
          </p:sp>
          <p:sp>
            <p:nvSpPr>
              <p:cNvPr id="21" name="Text3">
                <a:extLst>
                  <a:ext uri="{FF2B5EF4-FFF2-40B4-BE49-F238E27FC236}">
                    <a16:creationId xmlns:a16="http://schemas.microsoft.com/office/drawing/2014/main" id="{77805C5A-C85B-0DD1-6712-E0325E15D8C4}"/>
                  </a:ext>
                </a:extLst>
              </p:cNvPr>
              <p:cNvSpPr txBox="1">
                <a:spLocks noChangeArrowheads="1"/>
              </p:cNvSpPr>
              <p:nvPr/>
            </p:nvSpPr>
            <p:spPr bwMode="auto">
              <a:xfrm>
                <a:off x="1613648" y="4711805"/>
                <a:ext cx="2369072" cy="951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grpSp>
          <p:nvGrpSpPr>
            <p:cNvPr id="59" name="组合 58">
              <a:extLst>
                <a:ext uri="{FF2B5EF4-FFF2-40B4-BE49-F238E27FC236}">
                  <a16:creationId xmlns:a16="http://schemas.microsoft.com/office/drawing/2014/main" id="{4EC9686E-1506-4811-F1E8-239F4608C511}"/>
                </a:ext>
              </a:extLst>
            </p:cNvPr>
            <p:cNvGrpSpPr/>
            <p:nvPr/>
          </p:nvGrpSpPr>
          <p:grpSpPr>
            <a:xfrm>
              <a:off x="4429760" y="3984360"/>
              <a:ext cx="3627120" cy="1847480"/>
              <a:chOff x="4429760" y="3984360"/>
              <a:chExt cx="3627120" cy="1847480"/>
            </a:xfrm>
          </p:grpSpPr>
          <p:sp>
            <p:nvSpPr>
              <p:cNvPr id="27" name="矩形: 圆角 26">
                <a:extLst>
                  <a:ext uri="{FF2B5EF4-FFF2-40B4-BE49-F238E27FC236}">
                    <a16:creationId xmlns:a16="http://schemas.microsoft.com/office/drawing/2014/main" id="{C8B14F03-828A-5E12-5598-22A8F6F639BE}"/>
                  </a:ext>
                </a:extLst>
              </p:cNvPr>
              <p:cNvSpPr/>
              <p:nvPr/>
            </p:nvSpPr>
            <p:spPr>
              <a:xfrm>
                <a:off x="4429760" y="3984360"/>
                <a:ext cx="3627120" cy="1847480"/>
              </a:xfrm>
              <a:prstGeom prst="roundRect">
                <a:avLst>
                  <a:gd name="adj" fmla="val 4599"/>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dirty="0">
                  <a:solidFill>
                    <a:srgbClr val="FFFFFF"/>
                  </a:solidFill>
                  <a:latin typeface="HarmonyOS Sans SC"/>
                  <a:ea typeface="HarmonyOS Sans SC"/>
                </a:endParaRPr>
              </a:p>
            </p:txBody>
          </p:sp>
          <p:sp>
            <p:nvSpPr>
              <p:cNvPr id="30" name="Number4">
                <a:extLst>
                  <a:ext uri="{FF2B5EF4-FFF2-40B4-BE49-F238E27FC236}">
                    <a16:creationId xmlns:a16="http://schemas.microsoft.com/office/drawing/2014/main" id="{104B2B38-0104-9793-D25F-8874CE1FFC99}"/>
                  </a:ext>
                </a:extLst>
              </p:cNvPr>
              <p:cNvSpPr txBox="1"/>
              <p:nvPr/>
            </p:nvSpPr>
            <p:spPr>
              <a:xfrm>
                <a:off x="4640431" y="4109856"/>
                <a:ext cx="632609"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en-US" altLang="zh-CN" dirty="0">
                    <a:solidFill>
                      <a:srgbClr val="FFFFFF"/>
                    </a:solidFill>
                    <a:effectLst/>
                  </a:rPr>
                  <a:t>04</a:t>
                </a:r>
                <a:endParaRPr lang="zh-CN" altLang="en-US" dirty="0">
                  <a:solidFill>
                    <a:srgbClr val="FFFFFF"/>
                  </a:solidFill>
                  <a:effectLst/>
                </a:endParaRPr>
              </a:p>
            </p:txBody>
          </p:sp>
          <p:sp>
            <p:nvSpPr>
              <p:cNvPr id="31" name="Bullet4">
                <a:extLst>
                  <a:ext uri="{FF2B5EF4-FFF2-40B4-BE49-F238E27FC236}">
                    <a16:creationId xmlns:a16="http://schemas.microsoft.com/office/drawing/2014/main" id="{D781289A-7F76-2016-FCF3-EF6F42EE99D9}"/>
                  </a:ext>
                </a:extLst>
              </p:cNvPr>
              <p:cNvSpPr txBox="1"/>
              <p:nvPr/>
            </p:nvSpPr>
            <p:spPr>
              <a:xfrm>
                <a:off x="5383007" y="4109856"/>
                <a:ext cx="2369072"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rgbClr val="FFFFFF"/>
                    </a:solidFill>
                    <a:effectLst/>
                  </a:rPr>
                  <a:t>单击添加小标题</a:t>
                </a:r>
                <a:endParaRPr lang="en-US" altLang="en-US" dirty="0">
                  <a:solidFill>
                    <a:srgbClr val="FFFFFF"/>
                  </a:solidFill>
                  <a:effectLst/>
                </a:endParaRPr>
              </a:p>
            </p:txBody>
          </p:sp>
          <p:sp>
            <p:nvSpPr>
              <p:cNvPr id="34" name="Text4">
                <a:extLst>
                  <a:ext uri="{FF2B5EF4-FFF2-40B4-BE49-F238E27FC236}">
                    <a16:creationId xmlns:a16="http://schemas.microsoft.com/office/drawing/2014/main" id="{E6ED51C1-2C35-7750-831C-F00ACD1E4BBB}"/>
                  </a:ext>
                </a:extLst>
              </p:cNvPr>
              <p:cNvSpPr txBox="1">
                <a:spLocks noChangeArrowheads="1"/>
              </p:cNvSpPr>
              <p:nvPr/>
            </p:nvSpPr>
            <p:spPr bwMode="auto">
              <a:xfrm>
                <a:off x="5383008" y="4711805"/>
                <a:ext cx="2369072" cy="951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solidFill>
                      <a:srgbClr val="FFFFFF"/>
                    </a:solidFill>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solidFill>
                    <a:srgbClr val="FFFFFF"/>
                  </a:solidFill>
                  <a:effectLst/>
                  <a:uLnTx/>
                  <a:uFillTx/>
                  <a:latin typeface="+mn-ea"/>
                  <a:ea typeface="+mn-ea"/>
                  <a:cs typeface="思源黑体 CN Bold" panose="020B0800000000000000" pitchFamily="34" charset="-122"/>
                </a:endParaRPr>
              </a:p>
            </p:txBody>
          </p:sp>
        </p:grpSp>
      </p:grpSp>
      <p:sp>
        <p:nvSpPr>
          <p:cNvPr id="2" name="标题 1">
            <a:extLst>
              <a:ext uri="{FF2B5EF4-FFF2-40B4-BE49-F238E27FC236}">
                <a16:creationId xmlns:a16="http://schemas.microsoft.com/office/drawing/2014/main" id="{348BC2B3-0AEE-772C-1758-BE8B63EE0590}"/>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370528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7179F-7C3C-09C0-82BC-A42ADC87EB5E}"/>
            </a:ext>
          </a:extLst>
        </p:cNvPr>
        <p:cNvGrpSpPr/>
        <p:nvPr/>
      </p:nvGrpSpPr>
      <p:grpSpPr>
        <a:xfrm>
          <a:off x="0" y="0"/>
          <a:ext cx="0" cy="0"/>
          <a:chOff x="0" y="0"/>
          <a:chExt cx="0" cy="0"/>
        </a:xfrm>
      </p:grpSpPr>
      <p:grpSp>
        <p:nvGrpSpPr>
          <p:cNvPr id="9" name="组合 8">
            <a:extLst>
              <a:ext uri="{FF2B5EF4-FFF2-40B4-BE49-F238E27FC236}">
                <a16:creationId xmlns:a16="http://schemas.microsoft.com/office/drawing/2014/main" id="{114B577C-E0DE-59BE-039D-FA9ED70188EE}"/>
              </a:ext>
            </a:extLst>
          </p:cNvPr>
          <p:cNvGrpSpPr/>
          <p:nvPr/>
        </p:nvGrpSpPr>
        <p:grpSpPr>
          <a:xfrm>
            <a:off x="660400" y="1131889"/>
            <a:ext cx="10858500" cy="4886463"/>
            <a:chOff x="660400" y="1131889"/>
            <a:chExt cx="10858500" cy="4886463"/>
          </a:xfrm>
        </p:grpSpPr>
        <p:sp>
          <p:nvSpPr>
            <p:cNvPr id="5" name="Title">
              <a:extLst>
                <a:ext uri="{FF2B5EF4-FFF2-40B4-BE49-F238E27FC236}">
                  <a16:creationId xmlns:a16="http://schemas.microsoft.com/office/drawing/2014/main" id="{DB0A9F85-70F7-3FA8-3EFA-2FADDE3B66B8}"/>
                </a:ext>
              </a:extLst>
            </p:cNvPr>
            <p:cNvSpPr/>
            <p:nvPr/>
          </p:nvSpPr>
          <p:spPr>
            <a:xfrm>
              <a:off x="662780" y="1131889"/>
              <a:ext cx="10856119" cy="571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SzPct val="25000"/>
              </a:pPr>
              <a:r>
                <a:rPr lang="zh-CN" altLang="en-US" sz="2400" b="1">
                  <a:solidFill>
                    <a:schemeClr val="tx1"/>
                  </a:solidFill>
                  <a:latin typeface="+mj-ea"/>
                  <a:ea typeface="+mj-ea"/>
                  <a:sym typeface="Arial" panose="020B0604020202020204" pitchFamily="34" charset="0"/>
                </a:rPr>
                <a:t>单击此处添加长一点的副标题</a:t>
              </a:r>
              <a:endParaRPr lang="en-US" altLang="en-US" sz="2400" b="1" dirty="0">
                <a:solidFill>
                  <a:schemeClr val="tx1"/>
                </a:solidFill>
                <a:latin typeface="+mj-ea"/>
                <a:ea typeface="+mj-ea"/>
                <a:sym typeface="Arial" panose="020B0604020202020204" pitchFamily="34" charset="0"/>
              </a:endParaRPr>
            </a:p>
          </p:txBody>
        </p:sp>
        <p:grpSp>
          <p:nvGrpSpPr>
            <p:cNvPr id="8" name="组合 7">
              <a:extLst>
                <a:ext uri="{FF2B5EF4-FFF2-40B4-BE49-F238E27FC236}">
                  <a16:creationId xmlns:a16="http://schemas.microsoft.com/office/drawing/2014/main" id="{548ACC75-4297-42C5-FCEB-3A34F9A4936D}"/>
                </a:ext>
              </a:extLst>
            </p:cNvPr>
            <p:cNvGrpSpPr/>
            <p:nvPr/>
          </p:nvGrpSpPr>
          <p:grpSpPr>
            <a:xfrm>
              <a:off x="660400" y="1895933"/>
              <a:ext cx="3434400" cy="4122419"/>
              <a:chOff x="660400" y="1895933"/>
              <a:chExt cx="3434400" cy="4122419"/>
            </a:xfrm>
          </p:grpSpPr>
          <p:sp>
            <p:nvSpPr>
              <p:cNvPr id="17" name="矩形: 圆角 16">
                <a:extLst>
                  <a:ext uri="{FF2B5EF4-FFF2-40B4-BE49-F238E27FC236}">
                    <a16:creationId xmlns:a16="http://schemas.microsoft.com/office/drawing/2014/main" id="{148A8F1F-64D7-2FB7-2021-27FFA981B473}"/>
                  </a:ext>
                </a:extLst>
              </p:cNvPr>
              <p:cNvSpPr/>
              <p:nvPr/>
            </p:nvSpPr>
            <p:spPr>
              <a:xfrm>
                <a:off x="660400" y="3952239"/>
                <a:ext cx="3434400" cy="2066113"/>
              </a:xfrm>
              <a:prstGeom prst="roundRect">
                <a:avLst>
                  <a:gd name="adj" fmla="val 5649"/>
                </a:avLst>
              </a:prstGeom>
              <a:noFill/>
              <a:ln w="9525">
                <a:solidFill>
                  <a:schemeClr val="tx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p>
            </p:txBody>
          </p:sp>
          <p:sp>
            <p:nvSpPr>
              <p:cNvPr id="15" name="Picture1">
                <a:extLst>
                  <a:ext uri="{FF2B5EF4-FFF2-40B4-BE49-F238E27FC236}">
                    <a16:creationId xmlns:a16="http://schemas.microsoft.com/office/drawing/2014/main" id="{867B17C7-4056-07DD-2D2C-C45FD13287EA}"/>
                  </a:ext>
                </a:extLst>
              </p:cNvPr>
              <p:cNvSpPr/>
              <p:nvPr/>
            </p:nvSpPr>
            <p:spPr>
              <a:xfrm>
                <a:off x="660400" y="1916253"/>
                <a:ext cx="3434400" cy="1956817"/>
              </a:xfrm>
              <a:prstGeom prst="roundRect">
                <a:avLst>
                  <a:gd name="adj" fmla="val 5634"/>
                </a:avLst>
              </a:prstGeom>
              <a:blipFill dpi="0" rotWithShape="1">
                <a:blip r:embed="rId3"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solidFill>
                    <a:schemeClr val="lt1"/>
                  </a:solidFill>
                </a:endParaRPr>
              </a:p>
            </p:txBody>
          </p:sp>
          <p:grpSp>
            <p:nvGrpSpPr>
              <p:cNvPr id="4" name="组合 3">
                <a:extLst>
                  <a:ext uri="{FF2B5EF4-FFF2-40B4-BE49-F238E27FC236}">
                    <a16:creationId xmlns:a16="http://schemas.microsoft.com/office/drawing/2014/main" id="{EC93E004-5C28-2E89-8B2E-8A409018C442}"/>
                  </a:ext>
                </a:extLst>
              </p:cNvPr>
              <p:cNvGrpSpPr/>
              <p:nvPr/>
            </p:nvGrpSpPr>
            <p:grpSpPr>
              <a:xfrm>
                <a:off x="965810" y="4200885"/>
                <a:ext cx="2823581" cy="1568820"/>
                <a:chOff x="965810" y="4200885"/>
                <a:chExt cx="2823581" cy="1568820"/>
              </a:xfrm>
            </p:grpSpPr>
            <p:sp>
              <p:nvSpPr>
                <p:cNvPr id="32" name="Number1">
                  <a:extLst>
                    <a:ext uri="{FF2B5EF4-FFF2-40B4-BE49-F238E27FC236}">
                      <a16:creationId xmlns:a16="http://schemas.microsoft.com/office/drawing/2014/main" id="{0CE791C0-D9AD-B669-F1C8-2318112B56F0}"/>
                    </a:ext>
                  </a:extLst>
                </p:cNvPr>
                <p:cNvSpPr txBox="1"/>
                <p:nvPr/>
              </p:nvSpPr>
              <p:spPr>
                <a:xfrm>
                  <a:off x="965810" y="4200885"/>
                  <a:ext cx="518159"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en-US" altLang="zh-CN" dirty="0">
                      <a:solidFill>
                        <a:schemeClr val="tx1"/>
                      </a:solidFill>
                      <a:effectLst/>
                    </a:rPr>
                    <a:t>01</a:t>
                  </a:r>
                  <a:endParaRPr lang="zh-CN" altLang="en-US" dirty="0">
                    <a:solidFill>
                      <a:schemeClr val="tx1"/>
                    </a:solidFill>
                    <a:effectLst/>
                  </a:endParaRPr>
                </a:p>
              </p:txBody>
            </p:sp>
            <p:sp>
              <p:nvSpPr>
                <p:cNvPr id="30" name="Bullet1">
                  <a:extLst>
                    <a:ext uri="{FF2B5EF4-FFF2-40B4-BE49-F238E27FC236}">
                      <a16:creationId xmlns:a16="http://schemas.microsoft.com/office/drawing/2014/main" id="{093A3278-B064-38ED-B96D-09111A0FA2CB}"/>
                    </a:ext>
                  </a:extLst>
                </p:cNvPr>
                <p:cNvSpPr txBox="1"/>
                <p:nvPr/>
              </p:nvSpPr>
              <p:spPr>
                <a:xfrm>
                  <a:off x="1585569" y="4200885"/>
                  <a:ext cx="2203821"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chemeClr val="tx1"/>
                      </a:solidFill>
                      <a:effectLst/>
                    </a:rPr>
                    <a:t>单击添加小标题</a:t>
                  </a:r>
                  <a:endParaRPr lang="en-US" altLang="en-US" dirty="0">
                    <a:solidFill>
                      <a:schemeClr val="tx1"/>
                    </a:solidFill>
                    <a:effectLst/>
                  </a:endParaRPr>
                </a:p>
              </p:txBody>
            </p:sp>
            <p:sp>
              <p:nvSpPr>
                <p:cNvPr id="31" name="Text1">
                  <a:extLst>
                    <a:ext uri="{FF2B5EF4-FFF2-40B4-BE49-F238E27FC236}">
                      <a16:creationId xmlns:a16="http://schemas.microsoft.com/office/drawing/2014/main" id="{BA52D041-91F9-E37E-3F02-9F863122B0CF}"/>
                    </a:ext>
                  </a:extLst>
                </p:cNvPr>
                <p:cNvSpPr txBox="1">
                  <a:spLocks noChangeArrowheads="1"/>
                </p:cNvSpPr>
                <p:nvPr/>
              </p:nvSpPr>
              <p:spPr bwMode="auto">
                <a:xfrm>
                  <a:off x="1585570" y="4802834"/>
                  <a:ext cx="2203821" cy="966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sp>
            <p:nvSpPr>
              <p:cNvPr id="16" name="流程图: 手动输入 7">
                <a:extLst>
                  <a:ext uri="{FF2B5EF4-FFF2-40B4-BE49-F238E27FC236}">
                    <a16:creationId xmlns:a16="http://schemas.microsoft.com/office/drawing/2014/main" id="{EF0A037C-2F71-11CA-D4D6-A4A6DA7DCFA7}"/>
                  </a:ext>
                </a:extLst>
              </p:cNvPr>
              <p:cNvSpPr/>
              <p:nvPr/>
            </p:nvSpPr>
            <p:spPr>
              <a:xfrm>
                <a:off x="660400" y="1895933"/>
                <a:ext cx="632608" cy="361950"/>
              </a:xfrm>
              <a:custGeom>
                <a:avLst/>
                <a:gdLst>
                  <a:gd name="csX0" fmla="*/ 526703 w 632608"/>
                  <a:gd name="csY0" fmla="*/ 338081 h 361950"/>
                  <a:gd name="csX1" fmla="*/ 630474 w 632608"/>
                  <a:gd name="csY1" fmla="*/ 48131 h 361950"/>
                  <a:gd name="csX2" fmla="*/ 596580 w 632608"/>
                  <a:gd name="csY2" fmla="*/ 0 h 361950"/>
                  <a:gd name="csX3" fmla="*/ 36000 w 632608"/>
                  <a:gd name="csY3" fmla="*/ 0 h 361950"/>
                  <a:gd name="csX4" fmla="*/ 0 w 632608"/>
                  <a:gd name="csY4" fmla="*/ 36000 h 361950"/>
                  <a:gd name="csX5" fmla="*/ 0 w 632608"/>
                  <a:gd name="csY5" fmla="*/ 325950 h 361950"/>
                  <a:gd name="csX6" fmla="*/ 36000 w 632608"/>
                  <a:gd name="csY6" fmla="*/ 361950 h 361950"/>
                  <a:gd name="csX7" fmla="*/ 492808 w 632608"/>
                  <a:gd name="csY7" fmla="*/ 361950 h 361950"/>
                  <a:gd name="csX8" fmla="*/ 526703 w 632608"/>
                  <a:gd name="csY8" fmla="*/ 338081 h 361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2608" h="361950">
                    <a:moveTo>
                      <a:pt x="526703" y="338081"/>
                    </a:moveTo>
                    <a:lnTo>
                      <a:pt x="630474" y="48131"/>
                    </a:lnTo>
                    <a:cubicBezTo>
                      <a:pt x="638863" y="24691"/>
                      <a:pt x="621475" y="0"/>
                      <a:pt x="596580" y="0"/>
                    </a:cubicBezTo>
                    <a:lnTo>
                      <a:pt x="36000" y="0"/>
                    </a:lnTo>
                    <a:cubicBezTo>
                      <a:pt x="16128" y="0"/>
                      <a:pt x="0" y="16128"/>
                      <a:pt x="0" y="36000"/>
                    </a:cubicBezTo>
                    <a:lnTo>
                      <a:pt x="0" y="325950"/>
                    </a:lnTo>
                    <a:cubicBezTo>
                      <a:pt x="0" y="345822"/>
                      <a:pt x="16128" y="361950"/>
                      <a:pt x="36000" y="361950"/>
                    </a:cubicBezTo>
                    <a:lnTo>
                      <a:pt x="492808" y="361950"/>
                    </a:lnTo>
                    <a:cubicBezTo>
                      <a:pt x="508019" y="361950"/>
                      <a:pt x="521577" y="352402"/>
                      <a:pt x="526703" y="338081"/>
                    </a:cubicBezTo>
                  </a:path>
                </a:pathLst>
              </a:cu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lnSpcReduction="10000"/>
              </a:bodyPr>
              <a:lstStyle/>
              <a:p>
                <a:pPr algn="ctr"/>
                <a:endParaRPr lang="zh-CN" altLang="en-US">
                  <a:solidFill>
                    <a:schemeClr val="lt1"/>
                  </a:solidFill>
                </a:endParaRPr>
              </a:p>
            </p:txBody>
          </p:sp>
          <p:sp>
            <p:nvSpPr>
              <p:cNvPr id="20" name="Icon1">
                <a:extLst>
                  <a:ext uri="{FF2B5EF4-FFF2-40B4-BE49-F238E27FC236}">
                    <a16:creationId xmlns:a16="http://schemas.microsoft.com/office/drawing/2014/main" id="{136EDA14-ADBC-923E-C77F-2BEFAC6C49CB}"/>
                  </a:ext>
                </a:extLst>
              </p:cNvPr>
              <p:cNvSpPr/>
              <p:nvPr/>
            </p:nvSpPr>
            <p:spPr>
              <a:xfrm>
                <a:off x="829702" y="1978430"/>
                <a:ext cx="196941" cy="196956"/>
              </a:xfrm>
              <a:custGeom>
                <a:avLst/>
                <a:gdLst>
                  <a:gd name="csX0" fmla="*/ 780841 w 1665783"/>
                  <a:gd name="csY0" fmla="*/ 109 h 1665909"/>
                  <a:gd name="csX1" fmla="*/ 321283 w 1665783"/>
                  <a:gd name="csY1" fmla="*/ 109 h 1665909"/>
                  <a:gd name="csX2" fmla="*/ 0 w 1665783"/>
                  <a:gd name="csY2" fmla="*/ 183552 h 1665909"/>
                  <a:gd name="csX3" fmla="*/ 0 w 1665783"/>
                  <a:gd name="csY3" fmla="*/ 231779 h 1665909"/>
                  <a:gd name="csX4" fmla="*/ 0 w 1665783"/>
                  <a:gd name="csY4" fmla="*/ 1457686 h 1665909"/>
                  <a:gd name="csX5" fmla="*/ 0 w 1665783"/>
                  <a:gd name="csY5" fmla="*/ 1459317 h 1665909"/>
                  <a:gd name="csX6" fmla="*/ 321283 w 1665783"/>
                  <a:gd name="csY6" fmla="*/ 1665910 h 1665909"/>
                  <a:gd name="csX7" fmla="*/ 1665784 w 1665783"/>
                  <a:gd name="csY7" fmla="*/ 1665910 h 1665909"/>
                  <a:gd name="csX8" fmla="*/ 1665784 w 1665783"/>
                  <a:gd name="csY8" fmla="*/ 1457684 h 1665909"/>
                  <a:gd name="csX9" fmla="*/ 1665784 w 1665783"/>
                  <a:gd name="csY9" fmla="*/ 1197405 h 1665909"/>
                  <a:gd name="csX10" fmla="*/ 1665784 w 1665783"/>
                  <a:gd name="csY10" fmla="*/ 109 h 1665909"/>
                  <a:gd name="csX11" fmla="*/ 780841 w 1665783"/>
                  <a:gd name="csY11" fmla="*/ 109 h 1665909"/>
                  <a:gd name="csX12" fmla="*/ 713053 w 1665783"/>
                  <a:gd name="csY12" fmla="*/ 119464 h 1665909"/>
                  <a:gd name="csX13" fmla="*/ 713910 w 1665783"/>
                  <a:gd name="csY13" fmla="*/ 595035 h 1665909"/>
                  <a:gd name="csX14" fmla="*/ 595459 w 1665783"/>
                  <a:gd name="csY14" fmla="*/ 520671 h 1665909"/>
                  <a:gd name="csX15" fmla="*/ 475939 w 1665783"/>
                  <a:gd name="csY15" fmla="*/ 595035 h 1665909"/>
                  <a:gd name="csX16" fmla="*/ 475939 w 1665783"/>
                  <a:gd name="csY16" fmla="*/ 119095 h 1665909"/>
                  <a:gd name="csX17" fmla="*/ 713053 w 1665783"/>
                  <a:gd name="csY17" fmla="*/ 119464 h 1665909"/>
                  <a:gd name="csX18" fmla="*/ 1546440 w 1665783"/>
                  <a:gd name="csY18" fmla="*/ 1546568 h 1665909"/>
                  <a:gd name="csX19" fmla="*/ 321283 w 1665783"/>
                  <a:gd name="csY19" fmla="*/ 1546568 h 1665909"/>
                  <a:gd name="csX20" fmla="*/ 119342 w 1665783"/>
                  <a:gd name="csY20" fmla="*/ 1433560 h 1665909"/>
                  <a:gd name="csX21" fmla="*/ 321283 w 1665783"/>
                  <a:gd name="csY21" fmla="*/ 1309132 h 1665909"/>
                  <a:gd name="csX22" fmla="*/ 1546440 w 1665783"/>
                  <a:gd name="csY22" fmla="*/ 1309132 h 1665909"/>
                  <a:gd name="csX23" fmla="*/ 1546440 w 1665783"/>
                  <a:gd name="csY23" fmla="*/ 1546568 h 1665909"/>
                  <a:gd name="csX24" fmla="*/ 321283 w 1665783"/>
                  <a:gd name="csY24" fmla="*/ 1190935 h 1665909"/>
                  <a:gd name="csX25" fmla="*/ 119342 w 1665783"/>
                  <a:gd name="csY25" fmla="*/ 1259078 h 1665909"/>
                  <a:gd name="csX26" fmla="*/ 119342 w 1665783"/>
                  <a:gd name="csY26" fmla="*/ 231541 h 1665909"/>
                  <a:gd name="csX27" fmla="*/ 122131 w 1665783"/>
                  <a:gd name="csY27" fmla="*/ 218876 h 1665909"/>
                  <a:gd name="csX28" fmla="*/ 356955 w 1665783"/>
                  <a:gd name="csY28" fmla="*/ 119097 h 1665909"/>
                  <a:gd name="csX29" fmla="*/ 356955 w 1665783"/>
                  <a:gd name="csY29" fmla="*/ 787318 h 1665909"/>
                  <a:gd name="csX30" fmla="*/ 595461 w 1665783"/>
                  <a:gd name="csY30" fmla="*/ 632955 h 1665909"/>
                  <a:gd name="csX31" fmla="*/ 832884 w 1665783"/>
                  <a:gd name="csY31" fmla="*/ 786663 h 1665909"/>
                  <a:gd name="csX32" fmla="*/ 832884 w 1665783"/>
                  <a:gd name="csY32" fmla="*/ 118689 h 1665909"/>
                  <a:gd name="csX33" fmla="*/ 1546440 w 1665783"/>
                  <a:gd name="csY33" fmla="*/ 118689 h 1665909"/>
                  <a:gd name="csX34" fmla="*/ 1546440 w 1665783"/>
                  <a:gd name="csY34" fmla="*/ 1190935 h 1665909"/>
                  <a:gd name="csX35" fmla="*/ 321283 w 1665783"/>
                  <a:gd name="csY35" fmla="*/ 1190935 h 1665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65783" h="1665909">
                    <a:moveTo>
                      <a:pt x="780841" y="109"/>
                    </a:moveTo>
                    <a:lnTo>
                      <a:pt x="321283" y="109"/>
                    </a:lnTo>
                    <a:cubicBezTo>
                      <a:pt x="100626" y="-3609"/>
                      <a:pt x="0" y="88367"/>
                      <a:pt x="0" y="183552"/>
                    </a:cubicBezTo>
                    <a:lnTo>
                      <a:pt x="0" y="231779"/>
                    </a:lnTo>
                    <a:lnTo>
                      <a:pt x="0" y="1457686"/>
                    </a:lnTo>
                    <a:lnTo>
                      <a:pt x="0" y="1459317"/>
                    </a:lnTo>
                    <a:cubicBezTo>
                      <a:pt x="17893" y="1576213"/>
                      <a:pt x="156287" y="1665910"/>
                      <a:pt x="321283" y="1665910"/>
                    </a:cubicBezTo>
                    <a:lnTo>
                      <a:pt x="1665784" y="1665910"/>
                    </a:lnTo>
                    <a:lnTo>
                      <a:pt x="1665784" y="1457684"/>
                    </a:lnTo>
                    <a:lnTo>
                      <a:pt x="1665784" y="1197405"/>
                    </a:lnTo>
                    <a:lnTo>
                      <a:pt x="1665784" y="109"/>
                    </a:lnTo>
                    <a:lnTo>
                      <a:pt x="780841" y="109"/>
                    </a:lnTo>
                    <a:close/>
                    <a:moveTo>
                      <a:pt x="713053" y="119464"/>
                    </a:moveTo>
                    <a:lnTo>
                      <a:pt x="713910" y="595035"/>
                    </a:lnTo>
                    <a:lnTo>
                      <a:pt x="595459" y="520671"/>
                    </a:lnTo>
                    <a:lnTo>
                      <a:pt x="475939" y="595035"/>
                    </a:lnTo>
                    <a:lnTo>
                      <a:pt x="475939" y="119095"/>
                    </a:lnTo>
                    <a:lnTo>
                      <a:pt x="713053" y="119464"/>
                    </a:lnTo>
                    <a:close/>
                    <a:moveTo>
                      <a:pt x="1546440" y="1546568"/>
                    </a:moveTo>
                    <a:lnTo>
                      <a:pt x="321283" y="1546568"/>
                    </a:lnTo>
                    <a:cubicBezTo>
                      <a:pt x="205553" y="1546568"/>
                      <a:pt x="119342" y="1502928"/>
                      <a:pt x="119342" y="1433560"/>
                    </a:cubicBezTo>
                    <a:cubicBezTo>
                      <a:pt x="119342" y="1364193"/>
                      <a:pt x="205553" y="1309132"/>
                      <a:pt x="321283" y="1309132"/>
                    </a:cubicBezTo>
                    <a:lnTo>
                      <a:pt x="1546440" y="1309132"/>
                    </a:lnTo>
                    <a:lnTo>
                      <a:pt x="1546440" y="1546568"/>
                    </a:lnTo>
                    <a:close/>
                    <a:moveTo>
                      <a:pt x="321283" y="1190935"/>
                    </a:moveTo>
                    <a:cubicBezTo>
                      <a:pt x="237507" y="1190935"/>
                      <a:pt x="176626" y="1220726"/>
                      <a:pt x="119342" y="1259078"/>
                    </a:cubicBezTo>
                    <a:lnTo>
                      <a:pt x="119342" y="231541"/>
                    </a:lnTo>
                    <a:lnTo>
                      <a:pt x="122131" y="218876"/>
                    </a:lnTo>
                    <a:cubicBezTo>
                      <a:pt x="133983" y="163799"/>
                      <a:pt x="159708" y="119097"/>
                      <a:pt x="356955" y="119097"/>
                    </a:cubicBezTo>
                    <a:lnTo>
                      <a:pt x="356955" y="787318"/>
                    </a:lnTo>
                    <a:lnTo>
                      <a:pt x="595461" y="632955"/>
                    </a:lnTo>
                    <a:lnTo>
                      <a:pt x="832884" y="786663"/>
                    </a:lnTo>
                    <a:lnTo>
                      <a:pt x="832884" y="118689"/>
                    </a:lnTo>
                    <a:lnTo>
                      <a:pt x="1546440" y="118689"/>
                    </a:lnTo>
                    <a:lnTo>
                      <a:pt x="1546440" y="1190935"/>
                    </a:lnTo>
                    <a:lnTo>
                      <a:pt x="321283" y="1190935"/>
                    </a:lnTo>
                    <a:close/>
                  </a:path>
                </a:pathLst>
              </a:custGeom>
              <a:solidFill>
                <a:srgbClr val="FFFFFF"/>
              </a:solidFill>
              <a:ln w="1860" cap="flat">
                <a:noFill/>
                <a:prstDash val="solid"/>
                <a:miter/>
              </a:ln>
            </p:spPr>
            <p:txBody>
              <a:bodyPr lIns="91440" tIns="45720" rIns="91440" bIns="45720">
                <a:normAutofit fontScale="40000" lnSpcReduction="20000"/>
              </a:bodyPr>
              <a:lstStyle/>
              <a:p>
                <a:endParaRPr lang="zh-CN" altLang="en-US"/>
              </a:p>
            </p:txBody>
          </p:sp>
        </p:grpSp>
        <p:grpSp>
          <p:nvGrpSpPr>
            <p:cNvPr id="7" name="组合 6">
              <a:extLst>
                <a:ext uri="{FF2B5EF4-FFF2-40B4-BE49-F238E27FC236}">
                  <a16:creationId xmlns:a16="http://schemas.microsoft.com/office/drawing/2014/main" id="{2A3885F0-60D6-CC93-49FB-9DF0567D3B0D}"/>
                </a:ext>
              </a:extLst>
            </p:cNvPr>
            <p:cNvGrpSpPr/>
            <p:nvPr/>
          </p:nvGrpSpPr>
          <p:grpSpPr>
            <a:xfrm>
              <a:off x="4372450" y="1895933"/>
              <a:ext cx="3434400" cy="4122419"/>
              <a:chOff x="4372450" y="1895933"/>
              <a:chExt cx="3434400" cy="4122419"/>
            </a:xfrm>
          </p:grpSpPr>
          <p:sp>
            <p:nvSpPr>
              <p:cNvPr id="23" name="矩形: 圆角 22">
                <a:extLst>
                  <a:ext uri="{FF2B5EF4-FFF2-40B4-BE49-F238E27FC236}">
                    <a16:creationId xmlns:a16="http://schemas.microsoft.com/office/drawing/2014/main" id="{8ADE181F-D96E-505A-9C48-4F1CC22C7818}"/>
                  </a:ext>
                </a:extLst>
              </p:cNvPr>
              <p:cNvSpPr/>
              <p:nvPr/>
            </p:nvSpPr>
            <p:spPr>
              <a:xfrm>
                <a:off x="4372450" y="3952239"/>
                <a:ext cx="3434400" cy="2066113"/>
              </a:xfrm>
              <a:prstGeom prst="roundRect">
                <a:avLst>
                  <a:gd name="adj" fmla="val 4927"/>
                </a:avLst>
              </a:prstGeom>
              <a:noFill/>
              <a:ln w="9525">
                <a:solidFill>
                  <a:schemeClr val="tx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p>
            </p:txBody>
          </p:sp>
          <p:sp>
            <p:nvSpPr>
              <p:cNvPr id="21" name="Picture2">
                <a:extLst>
                  <a:ext uri="{FF2B5EF4-FFF2-40B4-BE49-F238E27FC236}">
                    <a16:creationId xmlns:a16="http://schemas.microsoft.com/office/drawing/2014/main" id="{C311AADF-36E3-966F-191D-FEB01B89052A}"/>
                  </a:ext>
                </a:extLst>
              </p:cNvPr>
              <p:cNvSpPr/>
              <p:nvPr/>
            </p:nvSpPr>
            <p:spPr>
              <a:xfrm>
                <a:off x="4372450" y="1916253"/>
                <a:ext cx="3434400" cy="1956817"/>
              </a:xfrm>
              <a:prstGeom prst="roundRect">
                <a:avLst>
                  <a:gd name="adj" fmla="val 5877"/>
                </a:avLst>
              </a:prstGeom>
              <a:blipFill dpi="0" rotWithShape="1">
                <a:blip r:embed="rId4"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solidFill>
                    <a:schemeClr val="lt1"/>
                  </a:solidFill>
                </a:endParaRPr>
              </a:p>
            </p:txBody>
          </p:sp>
          <p:grpSp>
            <p:nvGrpSpPr>
              <p:cNvPr id="3" name="组合 2">
                <a:extLst>
                  <a:ext uri="{FF2B5EF4-FFF2-40B4-BE49-F238E27FC236}">
                    <a16:creationId xmlns:a16="http://schemas.microsoft.com/office/drawing/2014/main" id="{B0988A95-5A8E-097C-086F-51DC98D68C0A}"/>
                  </a:ext>
                </a:extLst>
              </p:cNvPr>
              <p:cNvGrpSpPr/>
              <p:nvPr/>
            </p:nvGrpSpPr>
            <p:grpSpPr>
              <a:xfrm>
                <a:off x="4677860" y="4200885"/>
                <a:ext cx="2823581" cy="1568820"/>
                <a:chOff x="4677860" y="4200885"/>
                <a:chExt cx="2823581" cy="1568820"/>
              </a:xfrm>
            </p:grpSpPr>
            <p:sp>
              <p:nvSpPr>
                <p:cNvPr id="36" name="Number2">
                  <a:extLst>
                    <a:ext uri="{FF2B5EF4-FFF2-40B4-BE49-F238E27FC236}">
                      <a16:creationId xmlns:a16="http://schemas.microsoft.com/office/drawing/2014/main" id="{ADC3FCAA-B596-327D-703D-E762BB529F69}"/>
                    </a:ext>
                  </a:extLst>
                </p:cNvPr>
                <p:cNvSpPr txBox="1"/>
                <p:nvPr/>
              </p:nvSpPr>
              <p:spPr>
                <a:xfrm>
                  <a:off x="4677860" y="4200885"/>
                  <a:ext cx="518159"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en-US" altLang="zh-CN" dirty="0">
                      <a:solidFill>
                        <a:schemeClr val="tx1"/>
                      </a:solidFill>
                      <a:effectLst/>
                    </a:rPr>
                    <a:t>02</a:t>
                  </a:r>
                  <a:endParaRPr lang="zh-CN" altLang="en-US" dirty="0">
                    <a:solidFill>
                      <a:schemeClr val="tx1"/>
                    </a:solidFill>
                    <a:effectLst/>
                  </a:endParaRPr>
                </a:p>
              </p:txBody>
            </p:sp>
            <p:sp>
              <p:nvSpPr>
                <p:cNvPr id="34" name="Bullet2">
                  <a:extLst>
                    <a:ext uri="{FF2B5EF4-FFF2-40B4-BE49-F238E27FC236}">
                      <a16:creationId xmlns:a16="http://schemas.microsoft.com/office/drawing/2014/main" id="{1A2F133D-A025-EAAF-94E7-E32D1E1AA532}"/>
                    </a:ext>
                  </a:extLst>
                </p:cNvPr>
                <p:cNvSpPr txBox="1"/>
                <p:nvPr/>
              </p:nvSpPr>
              <p:spPr>
                <a:xfrm>
                  <a:off x="5297619" y="4200885"/>
                  <a:ext cx="2203821"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chemeClr val="tx1"/>
                      </a:solidFill>
                      <a:effectLst/>
                    </a:rPr>
                    <a:t>单击添加小标题</a:t>
                  </a:r>
                  <a:endParaRPr lang="en-US" altLang="en-US" dirty="0">
                    <a:solidFill>
                      <a:schemeClr val="tx1"/>
                    </a:solidFill>
                    <a:effectLst/>
                  </a:endParaRPr>
                </a:p>
              </p:txBody>
            </p:sp>
            <p:sp>
              <p:nvSpPr>
                <p:cNvPr id="35" name="Text2">
                  <a:extLst>
                    <a:ext uri="{FF2B5EF4-FFF2-40B4-BE49-F238E27FC236}">
                      <a16:creationId xmlns:a16="http://schemas.microsoft.com/office/drawing/2014/main" id="{F1685AED-94CA-40F2-2F24-C522D9FF539B}"/>
                    </a:ext>
                  </a:extLst>
                </p:cNvPr>
                <p:cNvSpPr txBox="1">
                  <a:spLocks noChangeArrowheads="1"/>
                </p:cNvSpPr>
                <p:nvPr/>
              </p:nvSpPr>
              <p:spPr bwMode="auto">
                <a:xfrm>
                  <a:off x="5297620" y="4802834"/>
                  <a:ext cx="2203821" cy="966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sp>
            <p:nvSpPr>
              <p:cNvPr id="22" name="流程图: 手动输入 7">
                <a:extLst>
                  <a:ext uri="{FF2B5EF4-FFF2-40B4-BE49-F238E27FC236}">
                    <a16:creationId xmlns:a16="http://schemas.microsoft.com/office/drawing/2014/main" id="{5D2EC1E6-6EF9-F433-BB92-8F64771C519E}"/>
                  </a:ext>
                </a:extLst>
              </p:cNvPr>
              <p:cNvSpPr/>
              <p:nvPr/>
            </p:nvSpPr>
            <p:spPr>
              <a:xfrm>
                <a:off x="4372450" y="1895933"/>
                <a:ext cx="632608" cy="361950"/>
              </a:xfrm>
              <a:custGeom>
                <a:avLst/>
                <a:gdLst>
                  <a:gd name="csX0" fmla="*/ 526703 w 632608"/>
                  <a:gd name="csY0" fmla="*/ 338081 h 361950"/>
                  <a:gd name="csX1" fmla="*/ 630474 w 632608"/>
                  <a:gd name="csY1" fmla="*/ 48131 h 361950"/>
                  <a:gd name="csX2" fmla="*/ 596580 w 632608"/>
                  <a:gd name="csY2" fmla="*/ 0 h 361950"/>
                  <a:gd name="csX3" fmla="*/ 36000 w 632608"/>
                  <a:gd name="csY3" fmla="*/ 0 h 361950"/>
                  <a:gd name="csX4" fmla="*/ 0 w 632608"/>
                  <a:gd name="csY4" fmla="*/ 36000 h 361950"/>
                  <a:gd name="csX5" fmla="*/ 0 w 632608"/>
                  <a:gd name="csY5" fmla="*/ 325950 h 361950"/>
                  <a:gd name="csX6" fmla="*/ 36000 w 632608"/>
                  <a:gd name="csY6" fmla="*/ 361950 h 361950"/>
                  <a:gd name="csX7" fmla="*/ 492808 w 632608"/>
                  <a:gd name="csY7" fmla="*/ 361950 h 361950"/>
                  <a:gd name="csX8" fmla="*/ 526703 w 632608"/>
                  <a:gd name="csY8" fmla="*/ 338081 h 361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2608" h="361950">
                    <a:moveTo>
                      <a:pt x="526703" y="338081"/>
                    </a:moveTo>
                    <a:lnTo>
                      <a:pt x="630474" y="48131"/>
                    </a:lnTo>
                    <a:cubicBezTo>
                      <a:pt x="638863" y="24691"/>
                      <a:pt x="621475" y="0"/>
                      <a:pt x="596580" y="0"/>
                    </a:cubicBezTo>
                    <a:lnTo>
                      <a:pt x="36000" y="0"/>
                    </a:lnTo>
                    <a:cubicBezTo>
                      <a:pt x="16128" y="0"/>
                      <a:pt x="0" y="16128"/>
                      <a:pt x="0" y="36000"/>
                    </a:cubicBezTo>
                    <a:lnTo>
                      <a:pt x="0" y="325950"/>
                    </a:lnTo>
                    <a:cubicBezTo>
                      <a:pt x="0" y="345822"/>
                      <a:pt x="16128" y="361950"/>
                      <a:pt x="36000" y="361950"/>
                    </a:cubicBezTo>
                    <a:lnTo>
                      <a:pt x="492808" y="361950"/>
                    </a:lnTo>
                    <a:cubicBezTo>
                      <a:pt x="508019" y="361950"/>
                      <a:pt x="521577" y="352402"/>
                      <a:pt x="526703" y="338081"/>
                    </a:cubicBezTo>
                  </a:path>
                </a:pathLst>
              </a:cu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lnSpcReduction="10000"/>
              </a:bodyPr>
              <a:lstStyle/>
              <a:p>
                <a:pPr algn="ctr"/>
                <a:endParaRPr lang="zh-CN" altLang="en-US">
                  <a:solidFill>
                    <a:schemeClr val="lt1"/>
                  </a:solidFill>
                </a:endParaRPr>
              </a:p>
            </p:txBody>
          </p:sp>
          <p:sp>
            <p:nvSpPr>
              <p:cNvPr id="24" name="Icon2">
                <a:extLst>
                  <a:ext uri="{FF2B5EF4-FFF2-40B4-BE49-F238E27FC236}">
                    <a16:creationId xmlns:a16="http://schemas.microsoft.com/office/drawing/2014/main" id="{0662D5DD-BEE8-4853-685B-C760189E4E7B}"/>
                  </a:ext>
                </a:extLst>
              </p:cNvPr>
              <p:cNvSpPr/>
              <p:nvPr/>
            </p:nvSpPr>
            <p:spPr>
              <a:xfrm>
                <a:off x="4541947" y="1993741"/>
                <a:ext cx="207478" cy="166335"/>
              </a:xfrm>
              <a:custGeom>
                <a:avLst/>
                <a:gdLst>
                  <a:gd name="csX0" fmla="*/ 1243372 w 1754907"/>
                  <a:gd name="csY0" fmla="*/ 1073478 h 1406909"/>
                  <a:gd name="csX1" fmla="*/ 1311326 w 1754907"/>
                  <a:gd name="csY1" fmla="*/ 1141434 h 1406909"/>
                  <a:gd name="csX2" fmla="*/ 1243372 w 1754907"/>
                  <a:gd name="csY2" fmla="*/ 1209389 h 1406909"/>
                  <a:gd name="csX3" fmla="*/ 1175416 w 1754907"/>
                  <a:gd name="csY3" fmla="*/ 1141434 h 1406909"/>
                  <a:gd name="csX4" fmla="*/ 1243372 w 1754907"/>
                  <a:gd name="csY4" fmla="*/ 1073478 h 1406909"/>
                  <a:gd name="csX5" fmla="*/ 1452466 w 1754907"/>
                  <a:gd name="csY5" fmla="*/ 1073477 h 1406909"/>
                  <a:gd name="csX6" fmla="*/ 1520422 w 1754907"/>
                  <a:gd name="csY6" fmla="*/ 1141434 h 1406909"/>
                  <a:gd name="csX7" fmla="*/ 1520422 w 1754907"/>
                  <a:gd name="csY7" fmla="*/ 1141806 h 1406909"/>
                  <a:gd name="csX8" fmla="*/ 1452094 w 1754907"/>
                  <a:gd name="csY8" fmla="*/ 1210136 h 1406909"/>
                  <a:gd name="csX9" fmla="*/ 1383766 w 1754907"/>
                  <a:gd name="csY9" fmla="*/ 1141808 h 1406909"/>
                  <a:gd name="csX10" fmla="*/ 1452094 w 1754907"/>
                  <a:gd name="csY10" fmla="*/ 1073478 h 1406909"/>
                  <a:gd name="csX11" fmla="*/ 1452466 w 1754907"/>
                  <a:gd name="csY11" fmla="*/ 1073477 h 1406909"/>
                  <a:gd name="csX12" fmla="*/ 164668 w 1754907"/>
                  <a:gd name="csY12" fmla="*/ 987973 h 1406909"/>
                  <a:gd name="csX13" fmla="*/ 141518 w 1754907"/>
                  <a:gd name="csY13" fmla="*/ 997681 h 1406909"/>
                  <a:gd name="csX14" fmla="*/ 131810 w 1754907"/>
                  <a:gd name="csY14" fmla="*/ 1021204 h 1406909"/>
                  <a:gd name="csX15" fmla="*/ 131810 w 1754907"/>
                  <a:gd name="csY15" fmla="*/ 1240380 h 1406909"/>
                  <a:gd name="csX16" fmla="*/ 141518 w 1754907"/>
                  <a:gd name="csY16" fmla="*/ 1263530 h 1406909"/>
                  <a:gd name="csX17" fmla="*/ 164668 w 1754907"/>
                  <a:gd name="csY17" fmla="*/ 1273238 h 1406909"/>
                  <a:gd name="csX18" fmla="*/ 1590990 w 1754907"/>
                  <a:gd name="csY18" fmla="*/ 1273237 h 1406909"/>
                  <a:gd name="csX19" fmla="*/ 1614142 w 1754907"/>
                  <a:gd name="csY19" fmla="*/ 1263530 h 1406909"/>
                  <a:gd name="csX20" fmla="*/ 1623850 w 1754907"/>
                  <a:gd name="csY20" fmla="*/ 1240380 h 1406909"/>
                  <a:gd name="csX21" fmla="*/ 1623850 w 1754907"/>
                  <a:gd name="csY21" fmla="*/ 1021204 h 1406909"/>
                  <a:gd name="csX22" fmla="*/ 1590990 w 1754907"/>
                  <a:gd name="csY22" fmla="*/ 987973 h 1406909"/>
                  <a:gd name="csX23" fmla="*/ 448066 w 1754907"/>
                  <a:gd name="csY23" fmla="*/ 129939 h 1406909"/>
                  <a:gd name="csX24" fmla="*/ 429398 w 1754907"/>
                  <a:gd name="csY24" fmla="*/ 136286 h 1406909"/>
                  <a:gd name="csX25" fmla="*/ 417074 w 1754907"/>
                  <a:gd name="csY25" fmla="*/ 152715 h 1406909"/>
                  <a:gd name="csX26" fmla="*/ 186698 w 1754907"/>
                  <a:gd name="csY26" fmla="*/ 853928 h 1406909"/>
                  <a:gd name="csX27" fmla="*/ 1570082 w 1754907"/>
                  <a:gd name="csY27" fmla="*/ 853928 h 1406909"/>
                  <a:gd name="csX28" fmla="*/ 1341198 w 1754907"/>
                  <a:gd name="csY28" fmla="*/ 152715 h 1406909"/>
                  <a:gd name="csX29" fmla="*/ 1329622 w 1754907"/>
                  <a:gd name="csY29" fmla="*/ 136286 h 1406909"/>
                  <a:gd name="csX30" fmla="*/ 1310206 w 1754907"/>
                  <a:gd name="csY30" fmla="*/ 129939 h 1406909"/>
                  <a:gd name="csX31" fmla="*/ 448066 w 1754907"/>
                  <a:gd name="csY31" fmla="*/ 1 h 1406909"/>
                  <a:gd name="csX32" fmla="*/ 1310206 w 1754907"/>
                  <a:gd name="csY32" fmla="*/ 1 h 1406909"/>
                  <a:gd name="csX33" fmla="*/ 1466282 w 1754907"/>
                  <a:gd name="csY33" fmla="*/ 112016 h 1406909"/>
                  <a:gd name="csX34" fmla="*/ 1741838 w 1754907"/>
                  <a:gd name="csY34" fmla="*/ 956609 h 1406909"/>
                  <a:gd name="csX35" fmla="*/ 1746692 w 1754907"/>
                  <a:gd name="csY35" fmla="*/ 971544 h 1406909"/>
                  <a:gd name="csX36" fmla="*/ 1751546 w 1754907"/>
                  <a:gd name="csY36" fmla="*/ 985733 h 1406909"/>
                  <a:gd name="csX37" fmla="*/ 1754906 w 1754907"/>
                  <a:gd name="csY37" fmla="*/ 1021204 h 1406909"/>
                  <a:gd name="csX38" fmla="*/ 1754906 w 1754907"/>
                  <a:gd name="csY38" fmla="*/ 1240380 h 1406909"/>
                  <a:gd name="csX39" fmla="*/ 1590618 w 1754907"/>
                  <a:gd name="csY39" fmla="*/ 1406909 h 1406909"/>
                  <a:gd name="csX40" fmla="*/ 164294 w 1754907"/>
                  <a:gd name="csY40" fmla="*/ 1406909 h 1406909"/>
                  <a:gd name="csX41" fmla="*/ 6 w 1754907"/>
                  <a:gd name="csY41" fmla="*/ 1242247 h 1406909"/>
                  <a:gd name="csX42" fmla="*/ 6 w 1754907"/>
                  <a:gd name="csY42" fmla="*/ 1023071 h 1406909"/>
                  <a:gd name="csX43" fmla="*/ 4114 w 1754907"/>
                  <a:gd name="csY43" fmla="*/ 985733 h 1406909"/>
                  <a:gd name="csX44" fmla="*/ 7100 w 1754907"/>
                  <a:gd name="csY44" fmla="*/ 977145 h 1406909"/>
                  <a:gd name="csX45" fmla="*/ 14194 w 1754907"/>
                  <a:gd name="csY45" fmla="*/ 955489 h 1406909"/>
                  <a:gd name="csX46" fmla="*/ 291618 w 1754907"/>
                  <a:gd name="csY46" fmla="*/ 112016 h 1406909"/>
                  <a:gd name="csX47" fmla="*/ 448066 w 1754907"/>
                  <a:gd name="csY47" fmla="*/ 1 h 1406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1754907" h="1406909">
                    <a:moveTo>
                      <a:pt x="1243372" y="1073478"/>
                    </a:moveTo>
                    <a:cubicBezTo>
                      <a:pt x="1280902" y="1073478"/>
                      <a:pt x="1311326" y="1103903"/>
                      <a:pt x="1311326" y="1141434"/>
                    </a:cubicBezTo>
                    <a:cubicBezTo>
                      <a:pt x="1311326" y="1178965"/>
                      <a:pt x="1280902" y="1209389"/>
                      <a:pt x="1243372" y="1209389"/>
                    </a:cubicBezTo>
                    <a:cubicBezTo>
                      <a:pt x="1205842" y="1209389"/>
                      <a:pt x="1175416" y="1178965"/>
                      <a:pt x="1175416" y="1141434"/>
                    </a:cubicBezTo>
                    <a:cubicBezTo>
                      <a:pt x="1175416" y="1103903"/>
                      <a:pt x="1205842" y="1073478"/>
                      <a:pt x="1243372" y="1073478"/>
                    </a:cubicBezTo>
                    <a:close/>
                    <a:moveTo>
                      <a:pt x="1452466" y="1073477"/>
                    </a:moveTo>
                    <a:cubicBezTo>
                      <a:pt x="1489998" y="1073478"/>
                      <a:pt x="1520422" y="1103903"/>
                      <a:pt x="1520422" y="1141434"/>
                    </a:cubicBezTo>
                    <a:cubicBezTo>
                      <a:pt x="1520422" y="1141558"/>
                      <a:pt x="1520422" y="1141682"/>
                      <a:pt x="1520422" y="1141806"/>
                    </a:cubicBezTo>
                    <a:cubicBezTo>
                      <a:pt x="1520424" y="1179543"/>
                      <a:pt x="1489832" y="1210136"/>
                      <a:pt x="1452094" y="1210136"/>
                    </a:cubicBezTo>
                    <a:cubicBezTo>
                      <a:pt x="1414358" y="1210137"/>
                      <a:pt x="1383766" y="1179545"/>
                      <a:pt x="1383766" y="1141808"/>
                    </a:cubicBezTo>
                    <a:cubicBezTo>
                      <a:pt x="1383764" y="1104071"/>
                      <a:pt x="1414356" y="1073479"/>
                      <a:pt x="1452094" y="1073478"/>
                    </a:cubicBezTo>
                    <a:cubicBezTo>
                      <a:pt x="1452218" y="1073477"/>
                      <a:pt x="1452342" y="1073477"/>
                      <a:pt x="1452466" y="1073477"/>
                    </a:cubicBezTo>
                    <a:close/>
                    <a:moveTo>
                      <a:pt x="164668" y="987973"/>
                    </a:moveTo>
                    <a:cubicBezTo>
                      <a:pt x="155962" y="987976"/>
                      <a:pt x="147622" y="991474"/>
                      <a:pt x="141518" y="997681"/>
                    </a:cubicBezTo>
                    <a:cubicBezTo>
                      <a:pt x="135390" y="1003990"/>
                      <a:pt x="131916" y="1012409"/>
                      <a:pt x="131810" y="1021204"/>
                    </a:cubicBezTo>
                    <a:lnTo>
                      <a:pt x="131810" y="1240380"/>
                    </a:lnTo>
                    <a:cubicBezTo>
                      <a:pt x="131726" y="1249103"/>
                      <a:pt x="135238" y="1257475"/>
                      <a:pt x="141518" y="1263530"/>
                    </a:cubicBezTo>
                    <a:cubicBezTo>
                      <a:pt x="147622" y="1269737"/>
                      <a:pt x="155962" y="1273234"/>
                      <a:pt x="164668" y="1273238"/>
                    </a:cubicBezTo>
                    <a:lnTo>
                      <a:pt x="1590990" y="1273237"/>
                    </a:lnTo>
                    <a:cubicBezTo>
                      <a:pt x="1599698" y="1273234"/>
                      <a:pt x="1608038" y="1269737"/>
                      <a:pt x="1614142" y="1263530"/>
                    </a:cubicBezTo>
                    <a:cubicBezTo>
                      <a:pt x="1620458" y="1257501"/>
                      <a:pt x="1623978" y="1249111"/>
                      <a:pt x="1623850" y="1240380"/>
                    </a:cubicBezTo>
                    <a:lnTo>
                      <a:pt x="1623850" y="1021204"/>
                    </a:lnTo>
                    <a:cubicBezTo>
                      <a:pt x="1623850" y="1002996"/>
                      <a:pt x="1609198" y="988178"/>
                      <a:pt x="1590990" y="987973"/>
                    </a:cubicBezTo>
                    <a:close/>
                    <a:moveTo>
                      <a:pt x="448066" y="129939"/>
                    </a:moveTo>
                    <a:cubicBezTo>
                      <a:pt x="441326" y="130019"/>
                      <a:pt x="434788" y="132242"/>
                      <a:pt x="429398" y="136286"/>
                    </a:cubicBezTo>
                    <a:cubicBezTo>
                      <a:pt x="423742" y="140412"/>
                      <a:pt x="419452" y="146133"/>
                      <a:pt x="417074" y="152715"/>
                    </a:cubicBezTo>
                    <a:lnTo>
                      <a:pt x="186698" y="853928"/>
                    </a:lnTo>
                    <a:lnTo>
                      <a:pt x="1570082" y="853928"/>
                    </a:lnTo>
                    <a:lnTo>
                      <a:pt x="1341198" y="152715"/>
                    </a:lnTo>
                    <a:cubicBezTo>
                      <a:pt x="1339174" y="146153"/>
                      <a:pt x="1335122" y="140401"/>
                      <a:pt x="1329622" y="136286"/>
                    </a:cubicBezTo>
                    <a:cubicBezTo>
                      <a:pt x="1323946" y="132251"/>
                      <a:pt x="1317174" y="130037"/>
                      <a:pt x="1310206" y="129939"/>
                    </a:cubicBezTo>
                    <a:close/>
                    <a:moveTo>
                      <a:pt x="448066" y="1"/>
                    </a:moveTo>
                    <a:lnTo>
                      <a:pt x="1310206" y="1"/>
                    </a:lnTo>
                    <a:cubicBezTo>
                      <a:pt x="1380916" y="-138"/>
                      <a:pt x="1443782" y="44982"/>
                      <a:pt x="1466282" y="112016"/>
                    </a:cubicBezTo>
                    <a:lnTo>
                      <a:pt x="1741838" y="956609"/>
                    </a:lnTo>
                    <a:cubicBezTo>
                      <a:pt x="1743792" y="961472"/>
                      <a:pt x="1745414" y="966462"/>
                      <a:pt x="1746692" y="971544"/>
                    </a:cubicBezTo>
                    <a:lnTo>
                      <a:pt x="1751546" y="985733"/>
                    </a:lnTo>
                    <a:cubicBezTo>
                      <a:pt x="1753808" y="997420"/>
                      <a:pt x="1754934" y="1009300"/>
                      <a:pt x="1754906" y="1021204"/>
                    </a:cubicBezTo>
                    <a:lnTo>
                      <a:pt x="1754906" y="1240380"/>
                    </a:lnTo>
                    <a:cubicBezTo>
                      <a:pt x="1755322" y="1331650"/>
                      <a:pt x="1681886" y="1406087"/>
                      <a:pt x="1590618" y="1406909"/>
                    </a:cubicBezTo>
                    <a:lnTo>
                      <a:pt x="164294" y="1406909"/>
                    </a:lnTo>
                    <a:cubicBezTo>
                      <a:pt x="73586" y="1406498"/>
                      <a:pt x="210" y="1332957"/>
                      <a:pt x="6" y="1242247"/>
                    </a:cubicBezTo>
                    <a:lnTo>
                      <a:pt x="6" y="1023071"/>
                    </a:lnTo>
                    <a:cubicBezTo>
                      <a:pt x="-104" y="1010506"/>
                      <a:pt x="1274" y="997973"/>
                      <a:pt x="4114" y="985733"/>
                    </a:cubicBezTo>
                    <a:lnTo>
                      <a:pt x="7100" y="977145"/>
                    </a:lnTo>
                    <a:cubicBezTo>
                      <a:pt x="8956" y="969769"/>
                      <a:pt x="11326" y="962533"/>
                      <a:pt x="14194" y="955489"/>
                    </a:cubicBezTo>
                    <a:lnTo>
                      <a:pt x="291618" y="112016"/>
                    </a:lnTo>
                    <a:cubicBezTo>
                      <a:pt x="314160" y="44851"/>
                      <a:pt x="377218" y="-299"/>
                      <a:pt x="448066" y="1"/>
                    </a:cubicBezTo>
                    <a:close/>
                  </a:path>
                </a:pathLst>
              </a:custGeom>
              <a:solidFill>
                <a:srgbClr val="FFFFFF"/>
              </a:solidFill>
              <a:ln w="1860" cap="flat">
                <a:noFill/>
                <a:prstDash val="solid"/>
                <a:miter/>
              </a:ln>
            </p:spPr>
            <p:txBody>
              <a:bodyPr wrap="square" lIns="91440" tIns="45720" rIns="91440" bIns="45720">
                <a:normAutofit fontScale="32500" lnSpcReduction="20000"/>
              </a:bodyPr>
              <a:lstStyle/>
              <a:p>
                <a:endParaRPr lang="zh-CN" altLang="en-US"/>
              </a:p>
            </p:txBody>
          </p:sp>
        </p:grpSp>
        <p:grpSp>
          <p:nvGrpSpPr>
            <p:cNvPr id="6" name="组合 5">
              <a:extLst>
                <a:ext uri="{FF2B5EF4-FFF2-40B4-BE49-F238E27FC236}">
                  <a16:creationId xmlns:a16="http://schemas.microsoft.com/office/drawing/2014/main" id="{32BDFADF-501E-FA69-1194-1204D4D98A61}"/>
                </a:ext>
              </a:extLst>
            </p:cNvPr>
            <p:cNvGrpSpPr/>
            <p:nvPr/>
          </p:nvGrpSpPr>
          <p:grpSpPr>
            <a:xfrm>
              <a:off x="8084500" y="1895933"/>
              <a:ext cx="3434400" cy="4122419"/>
              <a:chOff x="8084500" y="1895933"/>
              <a:chExt cx="3434400" cy="4122419"/>
            </a:xfrm>
          </p:grpSpPr>
          <p:sp>
            <p:nvSpPr>
              <p:cNvPr id="27" name="矩形: 圆角 26">
                <a:extLst>
                  <a:ext uri="{FF2B5EF4-FFF2-40B4-BE49-F238E27FC236}">
                    <a16:creationId xmlns:a16="http://schemas.microsoft.com/office/drawing/2014/main" id="{95C79BB5-4CD1-AF4B-DF12-023C7183D630}"/>
                  </a:ext>
                </a:extLst>
              </p:cNvPr>
              <p:cNvSpPr/>
              <p:nvPr/>
            </p:nvSpPr>
            <p:spPr>
              <a:xfrm>
                <a:off x="8084500" y="3952239"/>
                <a:ext cx="3434400" cy="2066113"/>
              </a:xfrm>
              <a:prstGeom prst="roundRect">
                <a:avLst>
                  <a:gd name="adj" fmla="val 4927"/>
                </a:avLst>
              </a:prstGeom>
              <a:noFill/>
              <a:ln w="9525">
                <a:solidFill>
                  <a:schemeClr val="tx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p>
            </p:txBody>
          </p:sp>
          <p:sp>
            <p:nvSpPr>
              <p:cNvPr id="25" name="Picture3">
                <a:extLst>
                  <a:ext uri="{FF2B5EF4-FFF2-40B4-BE49-F238E27FC236}">
                    <a16:creationId xmlns:a16="http://schemas.microsoft.com/office/drawing/2014/main" id="{3B61E358-FF04-5444-5E01-D0952488978D}"/>
                  </a:ext>
                </a:extLst>
              </p:cNvPr>
              <p:cNvSpPr/>
              <p:nvPr/>
            </p:nvSpPr>
            <p:spPr>
              <a:xfrm>
                <a:off x="8084500" y="1916253"/>
                <a:ext cx="3434400" cy="1956817"/>
              </a:xfrm>
              <a:prstGeom prst="roundRect">
                <a:avLst>
                  <a:gd name="adj" fmla="val 5526"/>
                </a:avLst>
              </a:prstGeom>
              <a:blipFill dpi="0" rotWithShape="1">
                <a:blip r:embed="rId5" cstate="email">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solidFill>
                    <a:schemeClr val="lt1"/>
                  </a:solidFill>
                </a:endParaRPr>
              </a:p>
            </p:txBody>
          </p:sp>
          <p:grpSp>
            <p:nvGrpSpPr>
              <p:cNvPr id="2" name="组合 1">
                <a:extLst>
                  <a:ext uri="{FF2B5EF4-FFF2-40B4-BE49-F238E27FC236}">
                    <a16:creationId xmlns:a16="http://schemas.microsoft.com/office/drawing/2014/main" id="{DFE4C634-D7E6-D3B4-E42D-775CE17DA7B2}"/>
                  </a:ext>
                </a:extLst>
              </p:cNvPr>
              <p:cNvGrpSpPr/>
              <p:nvPr/>
            </p:nvGrpSpPr>
            <p:grpSpPr>
              <a:xfrm>
                <a:off x="8389910" y="4200885"/>
                <a:ext cx="2823581" cy="1568820"/>
                <a:chOff x="8389910" y="4200885"/>
                <a:chExt cx="2823581" cy="1568820"/>
              </a:xfrm>
            </p:grpSpPr>
            <p:sp>
              <p:nvSpPr>
                <p:cNvPr id="40" name="Number3">
                  <a:extLst>
                    <a:ext uri="{FF2B5EF4-FFF2-40B4-BE49-F238E27FC236}">
                      <a16:creationId xmlns:a16="http://schemas.microsoft.com/office/drawing/2014/main" id="{2E628D3E-59CC-8494-C5A5-10978F37D195}"/>
                    </a:ext>
                  </a:extLst>
                </p:cNvPr>
                <p:cNvSpPr txBox="1"/>
                <p:nvPr/>
              </p:nvSpPr>
              <p:spPr>
                <a:xfrm>
                  <a:off x="8389910" y="4200885"/>
                  <a:ext cx="518159"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en-US" altLang="zh-CN" dirty="0">
                      <a:solidFill>
                        <a:schemeClr val="tx1"/>
                      </a:solidFill>
                      <a:effectLst/>
                    </a:rPr>
                    <a:t>03</a:t>
                  </a:r>
                  <a:endParaRPr lang="zh-CN" altLang="en-US" dirty="0">
                    <a:solidFill>
                      <a:schemeClr val="tx1"/>
                    </a:solidFill>
                    <a:effectLst/>
                  </a:endParaRPr>
                </a:p>
              </p:txBody>
            </p:sp>
            <p:sp>
              <p:nvSpPr>
                <p:cNvPr id="38" name="Bullet3">
                  <a:extLst>
                    <a:ext uri="{FF2B5EF4-FFF2-40B4-BE49-F238E27FC236}">
                      <a16:creationId xmlns:a16="http://schemas.microsoft.com/office/drawing/2014/main" id="{8B36C77E-AD19-4DE3-9953-4617D11E2584}"/>
                    </a:ext>
                  </a:extLst>
                </p:cNvPr>
                <p:cNvSpPr txBox="1"/>
                <p:nvPr/>
              </p:nvSpPr>
              <p:spPr>
                <a:xfrm>
                  <a:off x="9009669" y="4200885"/>
                  <a:ext cx="2203821" cy="548022"/>
                </a:xfrm>
                <a:prstGeom prst="rect">
                  <a:avLst/>
                </a:prstGeom>
                <a:noFill/>
                <a:ln>
                  <a:noFill/>
                </a:ln>
              </p:spPr>
              <p:txBody>
                <a:bodyPr wrap="square" lIns="91440" tIns="45720" rIns="91440" bIns="45720" anchor="b" anchorCtr="0">
                  <a:normAutofit/>
                </a:bodyPr>
                <a:lstStyle>
                  <a:defPPr>
                    <a:defRPr lang="zh-CN"/>
                  </a:defPPr>
                  <a:lvl1pPr algn="ctr" eaLnBrk="0" hangingPunct="0">
                    <a:defRPr b="1">
                      <a:solidFill>
                        <a:schemeClr val="bg1"/>
                      </a:solidFill>
                      <a:effectLst>
                        <a:outerShdw blurRad="38100" dist="38100" dir="2700000" algn="tl">
                          <a:srgbClr val="000000">
                            <a:alpha val="43137"/>
                          </a:srgbClr>
                        </a:outerShdw>
                      </a:effectLst>
                      <a:latin typeface="+mj-ea"/>
                      <a:ea typeface="+mj-ea"/>
                    </a:defRPr>
                  </a:lvl1pPr>
                  <a:lvl2pPr marL="400050" eaLnBrk="0" hangingPunct="0">
                    <a:defRPr>
                      <a:latin typeface="Calibri" panose="020F0502020204030204" pitchFamily="34" charset="0"/>
                      <a:ea typeface="宋体" panose="02010600030101010101" pitchFamily="2" charset="-122"/>
                    </a:defRPr>
                  </a:lvl2pPr>
                  <a:lvl3pPr marL="1143000" indent="-228600" eaLnBrk="0" hangingPunct="0">
                    <a:defRPr>
                      <a:latin typeface="Calibri" panose="020F0502020204030204" pitchFamily="34" charset="0"/>
                      <a:ea typeface="宋体" panose="02010600030101010101" pitchFamily="2" charset="-122"/>
                    </a:defRPr>
                  </a:lvl3pPr>
                  <a:lvl4pPr marL="1600200" indent="-228600" eaLnBrk="0" hangingPunct="0">
                    <a:defRPr>
                      <a:latin typeface="Calibri" panose="020F0502020204030204" pitchFamily="34" charset="0"/>
                      <a:ea typeface="宋体" panose="02010600030101010101" pitchFamily="2" charset="-122"/>
                    </a:defRPr>
                  </a:lvl4pPr>
                  <a:lvl5pPr marL="2057400" indent="-228600" eaLnBrk="0" hangingPunct="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a:solidFill>
                        <a:schemeClr val="tx1"/>
                      </a:solidFill>
                      <a:effectLst/>
                    </a:rPr>
                    <a:t>单击添加小标题</a:t>
                  </a:r>
                  <a:endParaRPr lang="en-US" altLang="en-US" dirty="0">
                    <a:solidFill>
                      <a:schemeClr val="tx1"/>
                    </a:solidFill>
                    <a:effectLst/>
                  </a:endParaRPr>
                </a:p>
              </p:txBody>
            </p:sp>
            <p:sp>
              <p:nvSpPr>
                <p:cNvPr id="39" name="Text3">
                  <a:extLst>
                    <a:ext uri="{FF2B5EF4-FFF2-40B4-BE49-F238E27FC236}">
                      <a16:creationId xmlns:a16="http://schemas.microsoft.com/office/drawing/2014/main" id="{5EA89ECA-4CDE-3FCB-21AB-34842507302C}"/>
                    </a:ext>
                  </a:extLst>
                </p:cNvPr>
                <p:cNvSpPr txBox="1">
                  <a:spLocks noChangeArrowheads="1"/>
                </p:cNvSpPr>
                <p:nvPr/>
              </p:nvSpPr>
              <p:spPr bwMode="auto">
                <a:xfrm>
                  <a:off x="9009670" y="4802834"/>
                  <a:ext cx="2203821" cy="966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lvl1pPr eaLnBrk="0" hangingPunct="0">
                    <a:defRPr>
                      <a:solidFill>
                        <a:schemeClr val="tx1"/>
                      </a:solidFill>
                      <a:latin typeface="Calibri" panose="020F0502020204030204" pitchFamily="34" charset="0"/>
                      <a:ea typeface="宋体" panose="02010600030101010101" pitchFamily="2" charset="-122"/>
                    </a:defRPr>
                  </a:lvl1pPr>
                  <a:lvl2pPr marL="4000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rtl="0" eaLnBrk="1" fontAlgn="auto" latinLnBrk="0" hangingPunct="1">
                    <a:lnSpc>
                      <a:spcPct val="120000"/>
                    </a:lnSpc>
                    <a:spcAft>
                      <a:spcPts val="0"/>
                    </a:spcAft>
                    <a:buClrTx/>
                    <a:buSzTx/>
                    <a:buFontTx/>
                    <a:buNone/>
                    <a:defRPr/>
                  </a:pPr>
                  <a:r>
                    <a:rPr kumimoji="0" lang="zh-CN" altLang="en-US" sz="1200" b="0" i="0" u="none" strike="noStrike" kern="1200" cap="none" spc="0" normalizeH="0" baseline="0" noProof="0">
                      <a:ln>
                        <a:noFill/>
                      </a:ln>
                      <a:effectLst/>
                      <a:uLnTx/>
                      <a:uFillTx/>
                      <a:latin typeface="+mn-ea"/>
                      <a:ea typeface="+mn-ea"/>
                      <a:cs typeface="思源黑体 CN Bold" panose="020B0800000000000000" pitchFamily="34" charset="-122"/>
                    </a:rPr>
                    <a:t>单击此处添加文本单击此处添加文本单击此处添加文本单击此处添加文本</a:t>
                  </a:r>
                  <a:endParaRPr kumimoji="0" lang="en-US" altLang="en-US" sz="1200" b="0" i="0" u="none" strike="noStrike" kern="1200" cap="none" spc="0" normalizeH="0" baseline="0" noProof="0" dirty="0">
                    <a:ln>
                      <a:noFill/>
                    </a:ln>
                    <a:effectLst/>
                    <a:uLnTx/>
                    <a:uFillTx/>
                    <a:latin typeface="+mn-ea"/>
                    <a:ea typeface="+mn-ea"/>
                    <a:cs typeface="思源黑体 CN Bold" panose="020B0800000000000000" pitchFamily="34" charset="-122"/>
                  </a:endParaRPr>
                </a:p>
              </p:txBody>
            </p:sp>
          </p:grpSp>
          <p:sp>
            <p:nvSpPr>
              <p:cNvPr id="26" name="流程图: 手动输入 7">
                <a:extLst>
                  <a:ext uri="{FF2B5EF4-FFF2-40B4-BE49-F238E27FC236}">
                    <a16:creationId xmlns:a16="http://schemas.microsoft.com/office/drawing/2014/main" id="{9283EAFD-BA89-695D-C923-D80D8FECCCBE}"/>
                  </a:ext>
                </a:extLst>
              </p:cNvPr>
              <p:cNvSpPr/>
              <p:nvPr/>
            </p:nvSpPr>
            <p:spPr>
              <a:xfrm>
                <a:off x="8084500" y="1895933"/>
                <a:ext cx="632608" cy="361950"/>
              </a:xfrm>
              <a:custGeom>
                <a:avLst/>
                <a:gdLst>
                  <a:gd name="csX0" fmla="*/ 526703 w 632608"/>
                  <a:gd name="csY0" fmla="*/ 338081 h 361950"/>
                  <a:gd name="csX1" fmla="*/ 630474 w 632608"/>
                  <a:gd name="csY1" fmla="*/ 48131 h 361950"/>
                  <a:gd name="csX2" fmla="*/ 596580 w 632608"/>
                  <a:gd name="csY2" fmla="*/ 0 h 361950"/>
                  <a:gd name="csX3" fmla="*/ 36000 w 632608"/>
                  <a:gd name="csY3" fmla="*/ 0 h 361950"/>
                  <a:gd name="csX4" fmla="*/ 0 w 632608"/>
                  <a:gd name="csY4" fmla="*/ 36000 h 361950"/>
                  <a:gd name="csX5" fmla="*/ 0 w 632608"/>
                  <a:gd name="csY5" fmla="*/ 325950 h 361950"/>
                  <a:gd name="csX6" fmla="*/ 36000 w 632608"/>
                  <a:gd name="csY6" fmla="*/ 361950 h 361950"/>
                  <a:gd name="csX7" fmla="*/ 492808 w 632608"/>
                  <a:gd name="csY7" fmla="*/ 361950 h 361950"/>
                  <a:gd name="csX8" fmla="*/ 526703 w 632608"/>
                  <a:gd name="csY8" fmla="*/ 338081 h 361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2608" h="361950">
                    <a:moveTo>
                      <a:pt x="526703" y="338081"/>
                    </a:moveTo>
                    <a:lnTo>
                      <a:pt x="630474" y="48131"/>
                    </a:lnTo>
                    <a:cubicBezTo>
                      <a:pt x="638863" y="24691"/>
                      <a:pt x="621475" y="0"/>
                      <a:pt x="596580" y="0"/>
                    </a:cubicBezTo>
                    <a:lnTo>
                      <a:pt x="36000" y="0"/>
                    </a:lnTo>
                    <a:cubicBezTo>
                      <a:pt x="16128" y="0"/>
                      <a:pt x="0" y="16128"/>
                      <a:pt x="0" y="36000"/>
                    </a:cubicBezTo>
                    <a:lnTo>
                      <a:pt x="0" y="325950"/>
                    </a:lnTo>
                    <a:cubicBezTo>
                      <a:pt x="0" y="345822"/>
                      <a:pt x="16128" y="361950"/>
                      <a:pt x="36000" y="361950"/>
                    </a:cubicBezTo>
                    <a:lnTo>
                      <a:pt x="492808" y="361950"/>
                    </a:lnTo>
                    <a:cubicBezTo>
                      <a:pt x="508019" y="361950"/>
                      <a:pt x="521577" y="352402"/>
                      <a:pt x="526703" y="338081"/>
                    </a:cubicBezTo>
                  </a:path>
                </a:pathLst>
              </a:cu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lnSpcReduction="10000"/>
              </a:bodyPr>
              <a:lstStyle/>
              <a:p>
                <a:pPr algn="ctr"/>
                <a:endParaRPr lang="zh-CN" altLang="en-US">
                  <a:solidFill>
                    <a:schemeClr val="lt1"/>
                  </a:solidFill>
                </a:endParaRPr>
              </a:p>
            </p:txBody>
          </p:sp>
          <p:sp>
            <p:nvSpPr>
              <p:cNvPr id="28" name="Icon3">
                <a:extLst>
                  <a:ext uri="{FF2B5EF4-FFF2-40B4-BE49-F238E27FC236}">
                    <a16:creationId xmlns:a16="http://schemas.microsoft.com/office/drawing/2014/main" id="{2B2C947F-0819-3F73-B106-3928DF23FFE0}"/>
                  </a:ext>
                </a:extLst>
              </p:cNvPr>
              <p:cNvSpPr/>
              <p:nvPr/>
            </p:nvSpPr>
            <p:spPr>
              <a:xfrm>
                <a:off x="8254677" y="1987463"/>
                <a:ext cx="178549" cy="178890"/>
              </a:xfrm>
              <a:custGeom>
                <a:avLst/>
                <a:gdLst>
                  <a:gd name="csX0" fmla="*/ 178100 w 1510211"/>
                  <a:gd name="csY0" fmla="*/ 969370 h 1513103"/>
                  <a:gd name="csX1" fmla="*/ 110631 w 1510211"/>
                  <a:gd name="csY1" fmla="*/ 1036839 h 1513103"/>
                  <a:gd name="csX2" fmla="*/ 110631 w 1510211"/>
                  <a:gd name="csY2" fmla="*/ 1440461 h 1513103"/>
                  <a:gd name="csX3" fmla="*/ 172731 w 1510211"/>
                  <a:gd name="csY3" fmla="*/ 1512902 h 1513103"/>
                  <a:gd name="csX4" fmla="*/ 245172 w 1510211"/>
                  <a:gd name="csY4" fmla="*/ 1450803 h 1513103"/>
                  <a:gd name="csX5" fmla="*/ 245172 w 1510211"/>
                  <a:gd name="csY5" fmla="*/ 1440461 h 1513103"/>
                  <a:gd name="csX6" fmla="*/ 245172 w 1510211"/>
                  <a:gd name="csY6" fmla="*/ 1036839 h 1513103"/>
                  <a:gd name="csX7" fmla="*/ 178100 w 1510211"/>
                  <a:gd name="csY7" fmla="*/ 969370 h 1513103"/>
                  <a:gd name="csX8" fmla="*/ 563863 w 1510211"/>
                  <a:gd name="csY8" fmla="*/ 538761 h 1513103"/>
                  <a:gd name="csX9" fmla="*/ 496394 w 1510211"/>
                  <a:gd name="csY9" fmla="*/ 605833 h 1513103"/>
                  <a:gd name="csX10" fmla="*/ 496394 w 1510211"/>
                  <a:gd name="csY10" fmla="*/ 1439270 h 1513103"/>
                  <a:gd name="csX11" fmla="*/ 563874 w 1510211"/>
                  <a:gd name="csY11" fmla="*/ 1506728 h 1513103"/>
                  <a:gd name="csX12" fmla="*/ 631331 w 1510211"/>
                  <a:gd name="csY12" fmla="*/ 1439270 h 1513103"/>
                  <a:gd name="csX13" fmla="*/ 631331 w 1510211"/>
                  <a:gd name="csY13" fmla="*/ 605833 h 1513103"/>
                  <a:gd name="csX14" fmla="*/ 563863 w 1510211"/>
                  <a:gd name="csY14" fmla="*/ 538761 h 1513103"/>
                  <a:gd name="csX15" fmla="*/ 1335785 w 1510211"/>
                  <a:gd name="csY15" fmla="*/ 538761 h 1513103"/>
                  <a:gd name="csX16" fmla="*/ 1268316 w 1510211"/>
                  <a:gd name="csY16" fmla="*/ 605833 h 1513103"/>
                  <a:gd name="csX17" fmla="*/ 1268316 w 1510211"/>
                  <a:gd name="csY17" fmla="*/ 1439270 h 1513103"/>
                  <a:gd name="csX18" fmla="*/ 1330415 w 1510211"/>
                  <a:gd name="csY18" fmla="*/ 1511712 h 1513103"/>
                  <a:gd name="csX19" fmla="*/ 1402856 w 1510211"/>
                  <a:gd name="csY19" fmla="*/ 1449612 h 1513103"/>
                  <a:gd name="csX20" fmla="*/ 1402856 w 1510211"/>
                  <a:gd name="csY20" fmla="*/ 1439271 h 1513103"/>
                  <a:gd name="csX21" fmla="*/ 1402856 w 1510211"/>
                  <a:gd name="csY21" fmla="*/ 605833 h 1513103"/>
                  <a:gd name="csX22" fmla="*/ 1335785 w 1510211"/>
                  <a:gd name="csY22" fmla="*/ 538761 h 1513103"/>
                  <a:gd name="csX23" fmla="*/ 949625 w 1510211"/>
                  <a:gd name="csY23" fmla="*/ 861817 h 1513103"/>
                  <a:gd name="csX24" fmla="*/ 882553 w 1510211"/>
                  <a:gd name="csY24" fmla="*/ 928889 h 1513103"/>
                  <a:gd name="csX25" fmla="*/ 882553 w 1510211"/>
                  <a:gd name="csY25" fmla="*/ 1440461 h 1513103"/>
                  <a:gd name="csX26" fmla="*/ 949623 w 1510211"/>
                  <a:gd name="csY26" fmla="*/ 1508327 h 1513103"/>
                  <a:gd name="csX27" fmla="*/ 949625 w 1510211"/>
                  <a:gd name="csY27" fmla="*/ 1508327 h 1513103"/>
                  <a:gd name="csX28" fmla="*/ 997250 w 1510211"/>
                  <a:gd name="csY28" fmla="*/ 1488483 h 1513103"/>
                  <a:gd name="csX29" fmla="*/ 1017094 w 1510211"/>
                  <a:gd name="csY29" fmla="*/ 1440858 h 1513103"/>
                  <a:gd name="csX30" fmla="*/ 1017094 w 1510211"/>
                  <a:gd name="csY30" fmla="*/ 928889 h 1513103"/>
                  <a:gd name="csX31" fmla="*/ 949625 w 1510211"/>
                  <a:gd name="csY31" fmla="*/ 861817 h 1513103"/>
                  <a:gd name="csX32" fmla="*/ 1443735 w 1510211"/>
                  <a:gd name="csY32" fmla="*/ 202 h 1513103"/>
                  <a:gd name="csX33" fmla="*/ 1201244 w 1510211"/>
                  <a:gd name="csY33" fmla="*/ 202 h 1513103"/>
                  <a:gd name="csX34" fmla="*/ 1128803 w 1510211"/>
                  <a:gd name="csY34" fmla="*/ 62301 h 1513103"/>
                  <a:gd name="csX35" fmla="*/ 1190902 w 1510211"/>
                  <a:gd name="csY35" fmla="*/ 134742 h 1513103"/>
                  <a:gd name="csX36" fmla="*/ 1201244 w 1510211"/>
                  <a:gd name="csY36" fmla="*/ 134742 h 1513103"/>
                  <a:gd name="csX37" fmla="*/ 1280619 w 1510211"/>
                  <a:gd name="csY37" fmla="*/ 134742 h 1513103"/>
                  <a:gd name="csX38" fmla="*/ 955578 w 1510211"/>
                  <a:gd name="csY38" fmla="*/ 454624 h 1513103"/>
                  <a:gd name="csX39" fmla="*/ 629347 w 1510211"/>
                  <a:gd name="csY39" fmla="*/ 126408 h 1513103"/>
                  <a:gd name="csX40" fmla="*/ 537669 w 1510211"/>
                  <a:gd name="csY40" fmla="*/ 126408 h 1513103"/>
                  <a:gd name="csX41" fmla="*/ 534891 w 1510211"/>
                  <a:gd name="csY41" fmla="*/ 129186 h 1513103"/>
                  <a:gd name="csX42" fmla="*/ 22922 w 1510211"/>
                  <a:gd name="csY42" fmla="*/ 639170 h 1513103"/>
                  <a:gd name="csX43" fmla="*/ 16582 w 1510211"/>
                  <a:gd name="csY43" fmla="*/ 733812 h 1513103"/>
                  <a:gd name="csX44" fmla="*/ 111224 w 1510211"/>
                  <a:gd name="csY44" fmla="*/ 740153 h 1513103"/>
                  <a:gd name="csX45" fmla="*/ 117378 w 1510211"/>
                  <a:gd name="csY45" fmla="*/ 734024 h 1513103"/>
                  <a:gd name="csX46" fmla="*/ 582119 w 1510211"/>
                  <a:gd name="csY46" fmla="*/ 269283 h 1513103"/>
                  <a:gd name="csX47" fmla="*/ 905572 w 1510211"/>
                  <a:gd name="csY47" fmla="*/ 592339 h 1513103"/>
                  <a:gd name="csX48" fmla="*/ 909144 w 1510211"/>
                  <a:gd name="csY48" fmla="*/ 596308 h 1513103"/>
                  <a:gd name="csX49" fmla="*/ 944069 w 1510211"/>
                  <a:gd name="csY49" fmla="*/ 615358 h 1513103"/>
                  <a:gd name="csX50" fmla="*/ 946847 w 1510211"/>
                  <a:gd name="csY50" fmla="*/ 615358 h 1513103"/>
                  <a:gd name="csX51" fmla="*/ 1002806 w 1510211"/>
                  <a:gd name="csY51" fmla="*/ 597499 h 1513103"/>
                  <a:gd name="csX52" fmla="*/ 1375472 w 1510211"/>
                  <a:gd name="csY52" fmla="*/ 229199 h 1513103"/>
                  <a:gd name="csX53" fmla="*/ 1375472 w 1510211"/>
                  <a:gd name="csY53" fmla="*/ 308574 h 1513103"/>
                  <a:gd name="csX54" fmla="*/ 1437572 w 1510211"/>
                  <a:gd name="csY54" fmla="*/ 381015 h 1513103"/>
                  <a:gd name="csX55" fmla="*/ 1510013 w 1510211"/>
                  <a:gd name="csY55" fmla="*/ 318915 h 1513103"/>
                  <a:gd name="csX56" fmla="*/ 1510013 w 1510211"/>
                  <a:gd name="csY56" fmla="*/ 308574 h 1513103"/>
                  <a:gd name="csX57" fmla="*/ 1510013 w 1510211"/>
                  <a:gd name="csY57" fmla="*/ 67670 h 1513103"/>
                  <a:gd name="csX58" fmla="*/ 1443735 w 1510211"/>
                  <a:gd name="csY58" fmla="*/ 202 h 15131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Lst>
                <a:rect l="l" t="t" r="r" b="b"/>
                <a:pathLst>
                  <a:path w="1510211" h="1513103">
                    <a:moveTo>
                      <a:pt x="178100" y="969370"/>
                    </a:moveTo>
                    <a:cubicBezTo>
                      <a:pt x="140838" y="969370"/>
                      <a:pt x="110631" y="999577"/>
                      <a:pt x="110631" y="1036839"/>
                    </a:cubicBezTo>
                    <a:lnTo>
                      <a:pt x="110631" y="1440461"/>
                    </a:lnTo>
                    <a:cubicBezTo>
                      <a:pt x="107776" y="1477614"/>
                      <a:pt x="135579" y="1510047"/>
                      <a:pt x="172731" y="1512902"/>
                    </a:cubicBezTo>
                    <a:cubicBezTo>
                      <a:pt x="209883" y="1515758"/>
                      <a:pt x="242316" y="1487955"/>
                      <a:pt x="245172" y="1450803"/>
                    </a:cubicBezTo>
                    <a:cubicBezTo>
                      <a:pt x="245437" y="1447361"/>
                      <a:pt x="245437" y="1443903"/>
                      <a:pt x="245172" y="1440461"/>
                    </a:cubicBezTo>
                    <a:lnTo>
                      <a:pt x="245172" y="1036839"/>
                    </a:lnTo>
                    <a:cubicBezTo>
                      <a:pt x="245173" y="999732"/>
                      <a:pt x="215207" y="969589"/>
                      <a:pt x="178100" y="969370"/>
                    </a:cubicBezTo>
                    <a:close/>
                    <a:moveTo>
                      <a:pt x="563863" y="538761"/>
                    </a:moveTo>
                    <a:cubicBezTo>
                      <a:pt x="526755" y="538761"/>
                      <a:pt x="496612" y="568726"/>
                      <a:pt x="496394" y="605833"/>
                    </a:cubicBezTo>
                    <a:lnTo>
                      <a:pt x="496394" y="1439270"/>
                    </a:lnTo>
                    <a:cubicBezTo>
                      <a:pt x="496400" y="1476532"/>
                      <a:pt x="526612" y="1506734"/>
                      <a:pt x="563874" y="1506728"/>
                    </a:cubicBezTo>
                    <a:cubicBezTo>
                      <a:pt x="601127" y="1506722"/>
                      <a:pt x="631325" y="1476524"/>
                      <a:pt x="631331" y="1439270"/>
                    </a:cubicBezTo>
                    <a:lnTo>
                      <a:pt x="631331" y="605833"/>
                    </a:lnTo>
                    <a:cubicBezTo>
                      <a:pt x="631113" y="568726"/>
                      <a:pt x="600970" y="538760"/>
                      <a:pt x="563863" y="538761"/>
                    </a:cubicBezTo>
                    <a:close/>
                    <a:moveTo>
                      <a:pt x="1335785" y="538761"/>
                    </a:moveTo>
                    <a:cubicBezTo>
                      <a:pt x="1298677" y="538761"/>
                      <a:pt x="1268534" y="568726"/>
                      <a:pt x="1268316" y="605833"/>
                    </a:cubicBezTo>
                    <a:lnTo>
                      <a:pt x="1268316" y="1439270"/>
                    </a:lnTo>
                    <a:cubicBezTo>
                      <a:pt x="1265460" y="1476423"/>
                      <a:pt x="1293263" y="1508856"/>
                      <a:pt x="1330415" y="1511712"/>
                    </a:cubicBezTo>
                    <a:cubicBezTo>
                      <a:pt x="1367568" y="1514568"/>
                      <a:pt x="1400001" y="1486765"/>
                      <a:pt x="1402856" y="1449612"/>
                    </a:cubicBezTo>
                    <a:cubicBezTo>
                      <a:pt x="1403121" y="1446170"/>
                      <a:pt x="1403121" y="1442713"/>
                      <a:pt x="1402856" y="1439271"/>
                    </a:cubicBezTo>
                    <a:lnTo>
                      <a:pt x="1402856" y="605833"/>
                    </a:lnTo>
                    <a:cubicBezTo>
                      <a:pt x="1402856" y="568790"/>
                      <a:pt x="1372827" y="538761"/>
                      <a:pt x="1335785" y="538761"/>
                    </a:cubicBezTo>
                    <a:close/>
                    <a:moveTo>
                      <a:pt x="949625" y="861817"/>
                    </a:moveTo>
                    <a:cubicBezTo>
                      <a:pt x="912583" y="861817"/>
                      <a:pt x="882553" y="891846"/>
                      <a:pt x="882553" y="928889"/>
                    </a:cubicBezTo>
                    <a:lnTo>
                      <a:pt x="882553" y="1440461"/>
                    </a:lnTo>
                    <a:cubicBezTo>
                      <a:pt x="882334" y="1477722"/>
                      <a:pt x="912362" y="1508107"/>
                      <a:pt x="949623" y="1508327"/>
                    </a:cubicBezTo>
                    <a:cubicBezTo>
                      <a:pt x="949624" y="1508327"/>
                      <a:pt x="949624" y="1508327"/>
                      <a:pt x="949625" y="1508327"/>
                    </a:cubicBezTo>
                    <a:cubicBezTo>
                      <a:pt x="967520" y="1508371"/>
                      <a:pt x="984681" y="1501221"/>
                      <a:pt x="997250" y="1488483"/>
                    </a:cubicBezTo>
                    <a:cubicBezTo>
                      <a:pt x="1009913" y="1475864"/>
                      <a:pt x="1017050" y="1458735"/>
                      <a:pt x="1017094" y="1440858"/>
                    </a:cubicBezTo>
                    <a:lnTo>
                      <a:pt x="1017094" y="928889"/>
                    </a:lnTo>
                    <a:cubicBezTo>
                      <a:pt x="1016876" y="891782"/>
                      <a:pt x="986733" y="861817"/>
                      <a:pt x="949625" y="861817"/>
                    </a:cubicBezTo>
                    <a:close/>
                    <a:moveTo>
                      <a:pt x="1443735" y="202"/>
                    </a:moveTo>
                    <a:lnTo>
                      <a:pt x="1201244" y="202"/>
                    </a:lnTo>
                    <a:cubicBezTo>
                      <a:pt x="1164092" y="-2654"/>
                      <a:pt x="1131659" y="25149"/>
                      <a:pt x="1128803" y="62301"/>
                    </a:cubicBezTo>
                    <a:cubicBezTo>
                      <a:pt x="1125947" y="99454"/>
                      <a:pt x="1153750" y="131887"/>
                      <a:pt x="1190902" y="134742"/>
                    </a:cubicBezTo>
                    <a:cubicBezTo>
                      <a:pt x="1194344" y="135007"/>
                      <a:pt x="1197802" y="135007"/>
                      <a:pt x="1201244" y="134742"/>
                    </a:cubicBezTo>
                    <a:lnTo>
                      <a:pt x="1280619" y="134742"/>
                    </a:lnTo>
                    <a:lnTo>
                      <a:pt x="955578" y="454624"/>
                    </a:lnTo>
                    <a:lnTo>
                      <a:pt x="629347" y="126408"/>
                    </a:lnTo>
                    <a:cubicBezTo>
                      <a:pt x="603635" y="102066"/>
                      <a:pt x="563381" y="102066"/>
                      <a:pt x="537669" y="126408"/>
                    </a:cubicBezTo>
                    <a:lnTo>
                      <a:pt x="534891" y="129186"/>
                    </a:lnTo>
                    <a:lnTo>
                      <a:pt x="22922" y="639170"/>
                    </a:lnTo>
                    <a:cubicBezTo>
                      <a:pt x="-4963" y="663554"/>
                      <a:pt x="-7802" y="705927"/>
                      <a:pt x="16582" y="733812"/>
                    </a:cubicBezTo>
                    <a:cubicBezTo>
                      <a:pt x="40966" y="761698"/>
                      <a:pt x="83338" y="764536"/>
                      <a:pt x="111224" y="740153"/>
                    </a:cubicBezTo>
                    <a:cubicBezTo>
                      <a:pt x="113405" y="738245"/>
                      <a:pt x="115461" y="736197"/>
                      <a:pt x="117378" y="734024"/>
                    </a:cubicBezTo>
                    <a:lnTo>
                      <a:pt x="582119" y="269283"/>
                    </a:lnTo>
                    <a:lnTo>
                      <a:pt x="905572" y="592339"/>
                    </a:lnTo>
                    <a:lnTo>
                      <a:pt x="909144" y="596308"/>
                    </a:lnTo>
                    <a:cubicBezTo>
                      <a:pt x="918606" y="606024"/>
                      <a:pt x="930777" y="612663"/>
                      <a:pt x="944069" y="615358"/>
                    </a:cubicBezTo>
                    <a:lnTo>
                      <a:pt x="946847" y="615358"/>
                    </a:lnTo>
                    <a:cubicBezTo>
                      <a:pt x="967269" y="618510"/>
                      <a:pt x="987986" y="611898"/>
                      <a:pt x="1002806" y="597499"/>
                    </a:cubicBezTo>
                    <a:lnTo>
                      <a:pt x="1375472" y="229199"/>
                    </a:lnTo>
                    <a:lnTo>
                      <a:pt x="1375472" y="308574"/>
                    </a:lnTo>
                    <a:cubicBezTo>
                      <a:pt x="1372616" y="345726"/>
                      <a:pt x="1400419" y="378159"/>
                      <a:pt x="1437572" y="381015"/>
                    </a:cubicBezTo>
                    <a:cubicBezTo>
                      <a:pt x="1474724" y="383870"/>
                      <a:pt x="1507157" y="356068"/>
                      <a:pt x="1510013" y="318915"/>
                    </a:cubicBezTo>
                    <a:cubicBezTo>
                      <a:pt x="1510277" y="315473"/>
                      <a:pt x="1510277" y="312016"/>
                      <a:pt x="1510013" y="308574"/>
                    </a:cubicBezTo>
                    <a:lnTo>
                      <a:pt x="1510013" y="67670"/>
                    </a:lnTo>
                    <a:cubicBezTo>
                      <a:pt x="1510018" y="30869"/>
                      <a:pt x="1480531" y="851"/>
                      <a:pt x="1443735" y="202"/>
                    </a:cubicBezTo>
                    <a:close/>
                  </a:path>
                </a:pathLst>
              </a:custGeom>
              <a:solidFill>
                <a:srgbClr val="FFFFFF"/>
              </a:solidFill>
              <a:ln w="1860" cap="flat">
                <a:noFill/>
                <a:prstDash val="solid"/>
                <a:miter/>
              </a:ln>
            </p:spPr>
            <p:txBody>
              <a:bodyPr lIns="91440" tIns="45720" rIns="91440" bIns="45720">
                <a:normAutofit fontScale="40000" lnSpcReduction="20000"/>
              </a:bodyPr>
              <a:lstStyle/>
              <a:p>
                <a:endParaRPr lang="zh-CN" altLang="en-US"/>
              </a:p>
            </p:txBody>
          </p:sp>
        </p:grpSp>
      </p:grpSp>
      <p:sp>
        <p:nvSpPr>
          <p:cNvPr id="10" name="标题 9">
            <a:extLst>
              <a:ext uri="{FF2B5EF4-FFF2-40B4-BE49-F238E27FC236}">
                <a16:creationId xmlns:a16="http://schemas.microsoft.com/office/drawing/2014/main" id="{500474EE-8B83-9517-CA3F-08B31F7B75E8}"/>
              </a:ext>
            </a:extLst>
          </p:cNvPr>
          <p:cNvSpPr>
            <a:spLocks noGrp="1"/>
          </p:cNvSpPr>
          <p:nvPr>
            <p:ph type="title"/>
          </p:nvPr>
        </p:nvSpPr>
        <p:spPr/>
        <p:txBody>
          <a:bodyPr/>
          <a:lstStyle/>
          <a:p>
            <a:r>
              <a:rPr lang="zh-CN" altLang="en-US"/>
              <a:t>单击此处添加页面标题</a:t>
            </a:r>
          </a:p>
        </p:txBody>
      </p:sp>
    </p:spTree>
    <p:extLst>
      <p:ext uri="{BB962C8B-B14F-4D97-AF65-F5344CB8AC3E}">
        <p14:creationId xmlns:p14="http://schemas.microsoft.com/office/powerpoint/2010/main" val="3086510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1130300"/>
            <a:ext cx="7754400" cy="1353820"/>
          </a:xfrm>
        </p:spPr>
        <p:txBody>
          <a:bodyPr/>
          <a:lstStyle/>
          <a:p>
            <a:r>
              <a:rPr lang="zh-CN" altLang="en-US" dirty="0"/>
              <a:t>谢谢观看</a:t>
            </a:r>
            <a:endParaRPr lang="en-US" dirty="0"/>
          </a:p>
        </p:txBody>
      </p:sp>
      <p:sp>
        <p:nvSpPr>
          <p:cNvPr id="4" name="文本占位符 3"/>
          <p:cNvSpPr>
            <a:spLocks noGrp="1"/>
          </p:cNvSpPr>
          <p:nvPr>
            <p:ph type="body" sz="quarter" idx="13" hasCustomPrompt="1"/>
          </p:nvPr>
        </p:nvSpPr>
        <p:spPr>
          <a:xfrm>
            <a:off x="660400" y="3425645"/>
            <a:ext cx="2541600" cy="288000"/>
          </a:xfrm>
        </p:spPr>
        <p:txBody>
          <a:bodyPr>
            <a:normAutofit/>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660400" y="3773460"/>
            <a:ext cx="2541600" cy="288000"/>
          </a:xfrm>
        </p:spPr>
        <p:txBody>
          <a:bodyPr>
            <a:normAutofit/>
          </a:bodyPr>
          <a:lstStyle/>
          <a:p>
            <a:r>
              <a:rPr lang="zh-CN" altLang="en-US" dirty="0"/>
              <a:t>20XX.XX.XX</a:t>
            </a:r>
            <a:endParaRPr lang="en-US" dirty="0"/>
          </a:p>
        </p:txBody>
      </p:sp>
    </p:spTree>
  </p:cSld>
  <p:clrMapOvr>
    <a:masterClrMapping/>
  </p:clrMapOvr>
</p:sld>
</file>

<file path=ppt/slides/slide1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3.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056-夸克">
      <a:dk1>
        <a:srgbClr val="000000"/>
      </a:dk1>
      <a:lt1>
        <a:srgbClr val="FFFFFF"/>
      </a:lt1>
      <a:dk2>
        <a:srgbClr val="778495"/>
      </a:dk2>
      <a:lt2>
        <a:srgbClr val="F0F0F0"/>
      </a:lt2>
      <a:accent1>
        <a:srgbClr val="1364A3"/>
      </a:accent1>
      <a:accent2>
        <a:srgbClr val="1994E2"/>
      </a:accent2>
      <a:accent3>
        <a:srgbClr val="FFC000"/>
      </a:accent3>
      <a:accent4>
        <a:srgbClr val="FF7C00"/>
      </a:accent4>
      <a:accent5>
        <a:srgbClr val="7F7F7F"/>
      </a:accent5>
      <a:accent6>
        <a:srgbClr val="404040"/>
      </a:accent6>
      <a:hlink>
        <a:srgbClr val="564EF8"/>
      </a:hlink>
      <a:folHlink>
        <a:srgbClr val="BFBFBF"/>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1833</TotalTime>
  <Words>646</Words>
  <Application>Microsoft Office PowerPoint</Application>
  <PresentationFormat>宽屏</PresentationFormat>
  <Paragraphs>121</Paragraphs>
  <Slides>11</Slides>
  <Notes>8</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HarmonyOS Sans SC</vt:lpstr>
      <vt:lpstr>等线</vt:lpstr>
      <vt:lpstr>微软雅黑</vt:lpstr>
      <vt:lpstr>Arial</vt:lpstr>
      <vt:lpstr>Designed by iSlide</vt:lpstr>
      <vt:lpstr>蓝色商务风公司产品介绍</vt:lpstr>
      <vt:lpstr>目录</vt:lpstr>
      <vt:lpstr>单击添加章节标题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谢谢观看</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陈乐-MC</cp:lastModifiedBy>
  <cp:revision>159</cp:revision>
  <dcterms:created xsi:type="dcterms:W3CDTF">2023-06-05T05:58:43Z</dcterms:created>
  <dcterms:modified xsi:type="dcterms:W3CDTF">2026-06-30T06:54:17Z</dcterms:modified>
</cp:coreProperties>
</file>