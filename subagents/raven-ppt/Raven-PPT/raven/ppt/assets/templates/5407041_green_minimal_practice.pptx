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67" r:id="rId5"/>
    <p:sldId id="271" r:id="rId6"/>
    <p:sldId id="288" r:id="rId7"/>
    <p:sldId id="277" r:id="rId8"/>
    <p:sldId id="301" r:id="rId9"/>
    <p:sldId id="296" r:id="rId10"/>
    <p:sldId id="279" r:id="rId11"/>
    <p:sldId id="302" r:id="rId12"/>
    <p:sldId id="303" r:id="Rdbcc6834364646fa"/>
    <p:sldId id="304" r:id="R6018548160ac481f"/>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varScale="1">
        <p:scale>
          <a:sx n="145" d="100"/>
          <a:sy n="145" d="100"/>
        </p:scale>
        <p:origin x="128" y="32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3524"/>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dbcc6834364646fa" /><Relationship Type="http://schemas.openxmlformats.org/officeDocument/2006/relationships/slide" Target="/ppt/slides/slide13.xml" Id="R6018548160ac481f"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08248F-C8EF-4ED0-9B92-59BDEA385760}"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529E3A-B09F-44CB-BAE6-56686B90EA07}" type="slidenum">
              <a:rPr lang="zh-CN" altLang="en-US" smtClean="0"/>
              <a:t>‹#›</a:t>
            </a:fld>
            <a:endParaRPr lang="zh-CN" altLang="en-US"/>
          </a:p>
        </p:txBody>
      </p:sp>
    </p:spTree>
    <p:extLst>
      <p:ext uri="{BB962C8B-B14F-4D97-AF65-F5344CB8AC3E}">
        <p14:creationId xmlns:p14="http://schemas.microsoft.com/office/powerpoint/2010/main" val="998412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6eded7d2-fa38-45e5-be77-a095bd74e971.source.8.zh-Hans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6ab611e3-427f-40a2-9a88-83769a2a4377.source.3.zh-Hans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90981dd6-984d-4ff9-8d1e-351328c2caed.source.1.zh-Hans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58460e75-49b1-4c2f-8509-f0738f49f028.source.4.zh-Hans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64764111-1891-456f-9d14-ed341656cfd1.source.4.zh-Hans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7a1216ba-ec2c-4b7c-a0fb-2750d12635db.source.6.zh-Hans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9231f2a8-ca69-487d-b149-4b6cc2f68f36.source.4.zh-Hans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t>d9d3257a-32b9-4384-a672-0cd067488c61.source.5.zh-Hans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type="title" preserve="1">
  <p:cSld name="Title Slide">
    <p:bg>
      <p:bgRef idx="1001">
        <a:schemeClr val="bg1"/>
      </p:bgRef>
    </p:bg>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D0B2030B-5A42-89A1-C0E4-B09B736F4F99}"/>
              </a:ext>
            </a:extLst>
          </p:cNvPr>
          <p:cNvGrpSpPr/>
          <p:nvPr userDrawn="1"/>
        </p:nvGrpSpPr>
        <p:grpSpPr>
          <a:xfrm>
            <a:off x="0" y="0"/>
            <a:ext cx="12192000" cy="6858000"/>
            <a:chOff x="0" y="0"/>
            <a:chExt cx="12192000" cy="6858000"/>
          </a:xfrm>
        </p:grpSpPr>
        <p:sp>
          <p:nvSpPr>
            <p:cNvPr id="2" name="矩形 1">
              <a:extLst>
                <a:ext uri="{FF2B5EF4-FFF2-40B4-BE49-F238E27FC236}">
                  <a16:creationId xmlns:a16="http://schemas.microsoft.com/office/drawing/2014/main" id="{7EADF5F3-81DE-720B-99A7-62954FD77C88}"/>
                </a:ext>
              </a:extLst>
            </p:cNvPr>
            <p:cNvSpPr/>
            <p:nvPr userDrawn="1"/>
          </p:nvSpPr>
          <p:spPr>
            <a:xfrm>
              <a:off x="0" y="0"/>
              <a:ext cx="12192000" cy="43243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a:extLst>
                <a:ext uri="{FF2B5EF4-FFF2-40B4-BE49-F238E27FC236}">
                  <a16:creationId xmlns:a16="http://schemas.microsoft.com/office/drawing/2014/main" id="{60539EF6-DA22-6BDC-7703-40D1CC656E5A}"/>
                </a:ext>
              </a:extLst>
            </p:cNvPr>
            <p:cNvSpPr/>
            <p:nvPr userDrawn="1"/>
          </p:nvSpPr>
          <p:spPr>
            <a:xfrm>
              <a:off x="2400300" y="1130300"/>
              <a:ext cx="7391400" cy="3528000"/>
            </a:xfrm>
            <a:prstGeom prst="rect">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651F5025-ACBA-CB48-429B-06D29E8BFC88}"/>
                </a:ext>
              </a:extLst>
            </p:cNvPr>
            <p:cNvSpPr/>
            <p:nvPr userDrawn="1"/>
          </p:nvSpPr>
          <p:spPr>
            <a:xfrm>
              <a:off x="9951511" y="1"/>
              <a:ext cx="2240488" cy="2407409"/>
            </a:xfrm>
            <a:custGeom>
              <a:avLst/>
              <a:gdLst>
                <a:gd name="csX0" fmla="*/ 299098 w 3321698"/>
                <a:gd name="csY0" fmla="*/ 0 h 3551239"/>
                <a:gd name="csX1" fmla="*/ 121298 w 3321698"/>
                <a:gd name="csY1" fmla="*/ 1346200 h 3551239"/>
                <a:gd name="csX2" fmla="*/ 1892948 w 3321698"/>
                <a:gd name="csY2" fmla="*/ 2273300 h 3551239"/>
                <a:gd name="csX3" fmla="*/ 2331098 w 3321698"/>
                <a:gd name="csY3" fmla="*/ 3422650 h 3551239"/>
                <a:gd name="csX4" fmla="*/ 3321698 w 3321698"/>
                <a:gd name="csY4" fmla="*/ 3536950 h 3551239"/>
              </a:gdLst>
              <a:ahLst/>
              <a:cxnLst>
                <a:cxn ang="0">
                  <a:pos x="csX0" y="csY0"/>
                </a:cxn>
                <a:cxn ang="0">
                  <a:pos x="csX1" y="csY1"/>
                </a:cxn>
                <a:cxn ang="0">
                  <a:pos x="csX2" y="csY2"/>
                </a:cxn>
                <a:cxn ang="0">
                  <a:pos x="csX3" y="csY3"/>
                </a:cxn>
                <a:cxn ang="0">
                  <a:pos x="csX4" y="csY4"/>
                </a:cxn>
              </a:cxnLst>
              <a:rect l="l" t="t" r="r" b="b"/>
              <a:pathLst>
                <a:path w="3321698" h="3551239">
                  <a:moveTo>
                    <a:pt x="299098" y="0"/>
                  </a:moveTo>
                  <a:cubicBezTo>
                    <a:pt x="77377" y="483658"/>
                    <a:pt x="-144344" y="967317"/>
                    <a:pt x="121298" y="1346200"/>
                  </a:cubicBezTo>
                  <a:cubicBezTo>
                    <a:pt x="386940" y="1725083"/>
                    <a:pt x="1524648" y="1927225"/>
                    <a:pt x="1892948" y="2273300"/>
                  </a:cubicBezTo>
                  <a:cubicBezTo>
                    <a:pt x="2261248" y="2619375"/>
                    <a:pt x="2092973" y="3212042"/>
                    <a:pt x="2331098" y="3422650"/>
                  </a:cubicBezTo>
                  <a:cubicBezTo>
                    <a:pt x="2569223" y="3633258"/>
                    <a:pt x="3147073" y="3516842"/>
                    <a:pt x="3321698" y="3536950"/>
                  </a:cubicBezTo>
                </a:path>
              </a:pathLst>
            </a:cu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F38341E4-78B6-CFF4-90BB-9D1FD93554C9}"/>
                </a:ext>
              </a:extLst>
            </p:cNvPr>
            <p:cNvSpPr/>
            <p:nvPr userDrawn="1"/>
          </p:nvSpPr>
          <p:spPr>
            <a:xfrm>
              <a:off x="1" y="4638125"/>
              <a:ext cx="3007359" cy="2219875"/>
            </a:xfrm>
            <a:custGeom>
              <a:avLst/>
              <a:gdLst>
                <a:gd name="csX0" fmla="*/ 0 w 3109952"/>
                <a:gd name="csY0" fmla="*/ 321323 h 3070873"/>
                <a:gd name="csX1" fmla="*/ 1028700 w 3109952"/>
                <a:gd name="csY1" fmla="*/ 60973 h 3070873"/>
                <a:gd name="csX2" fmla="*/ 1479550 w 3109952"/>
                <a:gd name="csY2" fmla="*/ 1337323 h 3070873"/>
                <a:gd name="csX3" fmla="*/ 2901950 w 3109952"/>
                <a:gd name="csY3" fmla="*/ 1781823 h 3070873"/>
                <a:gd name="csX4" fmla="*/ 3073400 w 3109952"/>
                <a:gd name="csY4" fmla="*/ 3070873 h 3070873"/>
              </a:gdLst>
              <a:ahLst/>
              <a:cxnLst>
                <a:cxn ang="0">
                  <a:pos x="csX0" y="csY0"/>
                </a:cxn>
                <a:cxn ang="0">
                  <a:pos x="csX1" y="csY1"/>
                </a:cxn>
                <a:cxn ang="0">
                  <a:pos x="csX2" y="csY2"/>
                </a:cxn>
                <a:cxn ang="0">
                  <a:pos x="csX3" y="csY3"/>
                </a:cxn>
                <a:cxn ang="0">
                  <a:pos x="csX4" y="csY4"/>
                </a:cxn>
              </a:cxnLst>
              <a:rect l="l" t="t" r="r" b="b"/>
              <a:pathLst>
                <a:path w="3109952" h="3070873">
                  <a:moveTo>
                    <a:pt x="0" y="321323"/>
                  </a:moveTo>
                  <a:cubicBezTo>
                    <a:pt x="391054" y="106481"/>
                    <a:pt x="782108" y="-108360"/>
                    <a:pt x="1028700" y="60973"/>
                  </a:cubicBezTo>
                  <a:cubicBezTo>
                    <a:pt x="1275292" y="230306"/>
                    <a:pt x="1167342" y="1050515"/>
                    <a:pt x="1479550" y="1337323"/>
                  </a:cubicBezTo>
                  <a:cubicBezTo>
                    <a:pt x="1791758" y="1624131"/>
                    <a:pt x="2636308" y="1492898"/>
                    <a:pt x="2901950" y="1781823"/>
                  </a:cubicBezTo>
                  <a:cubicBezTo>
                    <a:pt x="3167592" y="2070748"/>
                    <a:pt x="3120496" y="2570810"/>
                    <a:pt x="3073400" y="3070873"/>
                  </a:cubicBez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任意多边形: 形状 13">
              <a:extLst>
                <a:ext uri="{FF2B5EF4-FFF2-40B4-BE49-F238E27FC236}">
                  <a16:creationId xmlns:a16="http://schemas.microsoft.com/office/drawing/2014/main" id="{31F19759-43D0-861D-F54D-98A3E8C2C073}"/>
                </a:ext>
              </a:extLst>
            </p:cNvPr>
            <p:cNvSpPr/>
            <p:nvPr userDrawn="1"/>
          </p:nvSpPr>
          <p:spPr>
            <a:xfrm>
              <a:off x="9607550" y="4544379"/>
              <a:ext cx="1691324" cy="1691321"/>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6" name="组合 15">
              <a:extLst>
                <a:ext uri="{FF2B5EF4-FFF2-40B4-BE49-F238E27FC236}">
                  <a16:creationId xmlns:a16="http://schemas.microsoft.com/office/drawing/2014/main" id="{607F0D12-A5CC-6D2E-2333-5A6FC3ECE383}"/>
                </a:ext>
              </a:extLst>
            </p:cNvPr>
            <p:cNvGrpSpPr>
              <a:grpSpLocks noChangeAspect="1"/>
            </p:cNvGrpSpPr>
            <p:nvPr userDrawn="1"/>
          </p:nvGrpSpPr>
          <p:grpSpPr>
            <a:xfrm flipH="1">
              <a:off x="660400" y="770300"/>
              <a:ext cx="1284058" cy="360000"/>
              <a:chOff x="6320794" y="1984629"/>
              <a:chExt cx="1540869" cy="432000"/>
            </a:xfrm>
          </p:grpSpPr>
          <p:sp>
            <p:nvSpPr>
              <p:cNvPr id="17" name="箭头: V 形 16">
                <a:extLst>
                  <a:ext uri="{FF2B5EF4-FFF2-40B4-BE49-F238E27FC236}">
                    <a16:creationId xmlns:a16="http://schemas.microsoft.com/office/drawing/2014/main" id="{C0643AD8-8FC3-8E80-104F-53FA12D79838}"/>
                  </a:ext>
                </a:extLst>
              </p:cNvPr>
              <p:cNvSpPr>
                <a:spLocks noChangeAspect="1"/>
              </p:cNvSpPr>
              <p:nvPr/>
            </p:nvSpPr>
            <p:spPr>
              <a:xfrm flipH="1">
                <a:off x="7501663"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8" name="箭头: V 形 17">
                <a:extLst>
                  <a:ext uri="{FF2B5EF4-FFF2-40B4-BE49-F238E27FC236}">
                    <a16:creationId xmlns:a16="http://schemas.microsoft.com/office/drawing/2014/main" id="{1D8B04E0-6260-C5A6-8502-D6960E03AA3D}"/>
                  </a:ext>
                </a:extLst>
              </p:cNvPr>
              <p:cNvSpPr>
                <a:spLocks noChangeAspect="1"/>
              </p:cNvSpPr>
              <p:nvPr/>
            </p:nvSpPr>
            <p:spPr>
              <a:xfrm flipH="1">
                <a:off x="7108040"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9" name="箭头: V 形 18">
                <a:extLst>
                  <a:ext uri="{FF2B5EF4-FFF2-40B4-BE49-F238E27FC236}">
                    <a16:creationId xmlns:a16="http://schemas.microsoft.com/office/drawing/2014/main" id="{FDA0C0AF-5C42-A6EA-C1A3-CCE1E41AC2DD}"/>
                  </a:ext>
                </a:extLst>
              </p:cNvPr>
              <p:cNvSpPr>
                <a:spLocks noChangeAspect="1"/>
              </p:cNvSpPr>
              <p:nvPr/>
            </p:nvSpPr>
            <p:spPr>
              <a:xfrm flipH="1">
                <a:off x="6714417"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20" name="箭头: V 形 19">
                <a:extLst>
                  <a:ext uri="{FF2B5EF4-FFF2-40B4-BE49-F238E27FC236}">
                    <a16:creationId xmlns:a16="http://schemas.microsoft.com/office/drawing/2014/main" id="{EDFE6F5E-BA80-743B-5D72-DEAD39A59003}"/>
                  </a:ext>
                </a:extLst>
              </p:cNvPr>
              <p:cNvSpPr>
                <a:spLocks noChangeAspect="1"/>
              </p:cNvSpPr>
              <p:nvPr/>
            </p:nvSpPr>
            <p:spPr>
              <a:xfrm flipH="1">
                <a:off x="6320794"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grpSp>
        <p:sp>
          <p:nvSpPr>
            <p:cNvPr id="21" name="任意多边形: 形状 20">
              <a:extLst>
                <a:ext uri="{FF2B5EF4-FFF2-40B4-BE49-F238E27FC236}">
                  <a16:creationId xmlns:a16="http://schemas.microsoft.com/office/drawing/2014/main" id="{F027BE8A-457C-8CED-78DA-1220FAD0DA6D}"/>
                </a:ext>
              </a:extLst>
            </p:cNvPr>
            <p:cNvSpPr/>
            <p:nvPr userDrawn="1"/>
          </p:nvSpPr>
          <p:spPr>
            <a:xfrm>
              <a:off x="2064810" y="2068385"/>
              <a:ext cx="670979" cy="670978"/>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5" name="7850604b-0e1d-4ec9-a4d3-030a0eb33f20"/>
          <p:cNvSpPr>
            <a:spLocks noGrp="1"/>
          </p:cNvSpPr>
          <p:nvPr userDrawn="1">
            <p:ph type="ctrTitle" hasCustomPrompt="1"/>
          </p:nvPr>
        </p:nvSpPr>
        <p:spPr>
          <a:xfrm>
            <a:off x="2895600" y="1352550"/>
            <a:ext cx="6388100" cy="1980000"/>
          </a:xfrm>
          <a:prstGeom prst="rect">
            <a:avLst/>
          </a:prstGeom>
        </p:spPr>
        <p:txBody>
          <a:bodyPr wrap="square" anchor="b">
            <a:normAutofit/>
          </a:bodyPr>
          <a:lstStyle>
            <a:lvl1pPr algn="ctr">
              <a:lnSpc>
                <a:spcPct val="100000"/>
              </a:lnSpc>
              <a:defRPr sz="4800">
                <a:ln w="19050">
                  <a:noFill/>
                </a:ln>
                <a:solidFill>
                  <a:srgbClr val="000000"/>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2895600" y="3401528"/>
            <a:ext cx="6388100" cy="640600"/>
          </a:xfrm>
          <a:prstGeom prst="rect">
            <a:avLst/>
          </a:prstGeom>
          <a:noFill/>
          <a:ln>
            <a:noFill/>
          </a:ln>
          <a:effectLst/>
        </p:spPr>
        <p:txBody>
          <a:bodyPr vert="horz" wrap="square" lIns="91440" tIns="45720" rIns="91440" bIns="45720" rtlCol="0" anchor="t" anchorCtr="0">
            <a:normAutofit/>
          </a:bodyPr>
          <a:lstStyle>
            <a:lvl1pPr marL="0" indent="0" algn="ctr">
              <a:lnSpc>
                <a:spcPct val="100000"/>
              </a:lnSpc>
              <a:buNone/>
              <a:defRPr lang="en-US" sz="2000" b="0" dirty="0">
                <a:solidFill>
                  <a:srgbClr val="000000"/>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4381500" y="4932435"/>
            <a:ext cx="3416300" cy="432000"/>
          </a:xfrm>
          <a:prstGeom prst="rect">
            <a:avLst/>
          </a:prstGeom>
          <a:solidFill>
            <a:schemeClr val="accent1"/>
          </a:solidFill>
          <a:ln>
            <a:noFill/>
          </a:ln>
        </p:spPr>
        <p:txBody>
          <a:bodyPr wrap="square" lIns="90000" anchor="ctr">
            <a:normAutofit/>
          </a:bodyPr>
          <a:lstStyle>
            <a:lvl1pPr marL="0" indent="0" algn="ctr">
              <a:lnSpc>
                <a:spcPct val="100000"/>
              </a:lnSpc>
              <a:buNone/>
              <a:defRPr sz="1200">
                <a:solidFill>
                  <a:srgbClr val="000000"/>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4381500" y="5519220"/>
            <a:ext cx="3416300" cy="432000"/>
          </a:xfrm>
          <a:prstGeom prst="rect">
            <a:avLst/>
          </a:prstGeom>
          <a:noFill/>
          <a:ln>
            <a:noFill/>
          </a:ln>
        </p:spPr>
        <p:txBody>
          <a:bodyPr wrap="none" anchor="ctr">
            <a:normAutofit/>
          </a:bodyPr>
          <a:lstStyle>
            <a:lvl1pPr marL="0" indent="0" algn="ctr">
              <a:lnSpc>
                <a:spcPct val="100000"/>
              </a:lnSpc>
              <a:buNone/>
              <a:defRPr sz="1200">
                <a:solidFill>
                  <a:schemeClr val="tx1"/>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68" name="组合 67">
            <a:extLst>
              <a:ext uri="{FF2B5EF4-FFF2-40B4-BE49-F238E27FC236}">
                <a16:creationId xmlns:a16="http://schemas.microsoft.com/office/drawing/2014/main" id="{F2F85933-356B-5377-9F57-C80B02D9E519}"/>
              </a:ext>
            </a:extLst>
          </p:cNvPr>
          <p:cNvGrpSpPr/>
          <p:nvPr userDrawn="1"/>
        </p:nvGrpSpPr>
        <p:grpSpPr>
          <a:xfrm>
            <a:off x="608084" y="0"/>
            <a:ext cx="11583916" cy="6134100"/>
            <a:chOff x="608084" y="0"/>
            <a:chExt cx="11583916" cy="6134100"/>
          </a:xfrm>
        </p:grpSpPr>
        <p:sp>
          <p:nvSpPr>
            <p:cNvPr id="9" name="任意多边形: 形状 8">
              <a:extLst>
                <a:ext uri="{FF2B5EF4-FFF2-40B4-BE49-F238E27FC236}">
                  <a16:creationId xmlns:a16="http://schemas.microsoft.com/office/drawing/2014/main" id="{F9F01ADC-CCC9-73BA-4F4C-D9CCB29AB3E0}"/>
                </a:ext>
              </a:extLst>
            </p:cNvPr>
            <p:cNvSpPr/>
            <p:nvPr userDrawn="1"/>
          </p:nvSpPr>
          <p:spPr>
            <a:xfrm>
              <a:off x="3419725" y="1130300"/>
              <a:ext cx="8099175" cy="50038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cs typeface="+mn-ea"/>
                <a:sym typeface="+mn-lt"/>
              </a:endParaRPr>
            </a:p>
          </p:txBody>
        </p:sp>
        <p:grpSp>
          <p:nvGrpSpPr>
            <p:cNvPr id="22" name="组合 21">
              <a:extLst>
                <a:ext uri="{FF2B5EF4-FFF2-40B4-BE49-F238E27FC236}">
                  <a16:creationId xmlns:a16="http://schemas.microsoft.com/office/drawing/2014/main" id="{3291B997-2CB2-E896-6254-B8A59A45EB25}"/>
                </a:ext>
              </a:extLst>
            </p:cNvPr>
            <p:cNvGrpSpPr/>
            <p:nvPr/>
          </p:nvGrpSpPr>
          <p:grpSpPr>
            <a:xfrm flipH="1">
              <a:off x="608084" y="2583333"/>
              <a:ext cx="3388505" cy="3452945"/>
              <a:chOff x="4428900" y="1595779"/>
              <a:chExt cx="3991452" cy="4067357"/>
            </a:xfrm>
          </p:grpSpPr>
          <p:sp>
            <p:nvSpPr>
              <p:cNvPr id="24" name="任意多边形: 形状 23">
                <a:extLst>
                  <a:ext uri="{FF2B5EF4-FFF2-40B4-BE49-F238E27FC236}">
                    <a16:creationId xmlns:a16="http://schemas.microsoft.com/office/drawing/2014/main" id="{E98747AF-0148-722F-C275-D59797B3F8DE}"/>
                  </a:ext>
                </a:extLst>
              </p:cNvPr>
              <p:cNvSpPr/>
              <p:nvPr/>
            </p:nvSpPr>
            <p:spPr>
              <a:xfrm>
                <a:off x="4660086" y="3051488"/>
                <a:ext cx="3760266" cy="2611648"/>
              </a:xfrm>
              <a:custGeom>
                <a:avLst/>
                <a:gdLst>
                  <a:gd name="connsiteX0" fmla="*/ 11177 w 3760266"/>
                  <a:gd name="connsiteY0" fmla="*/ 1650382 h 2611648"/>
                  <a:gd name="connsiteX1" fmla="*/ 52594 w 3760266"/>
                  <a:gd name="connsiteY1" fmla="*/ 1472956 h 2611648"/>
                  <a:gd name="connsiteX2" fmla="*/ 458066 w 3760266"/>
                  <a:gd name="connsiteY2" fmla="*/ 835858 h 2611648"/>
                  <a:gd name="connsiteX3" fmla="*/ 1156863 w 3760266"/>
                  <a:gd name="connsiteY3" fmla="*/ 88997 h 2611648"/>
                  <a:gd name="connsiteX4" fmla="*/ 1156863 w 3760266"/>
                  <a:gd name="connsiteY4" fmla="*/ 88997 h 2611648"/>
                  <a:gd name="connsiteX5" fmla="*/ 1654713 w 3760266"/>
                  <a:gd name="connsiteY5" fmla="*/ 710 h 2611648"/>
                  <a:gd name="connsiteX6" fmla="*/ 2015019 w 3760266"/>
                  <a:gd name="connsiteY6" fmla="*/ 12811 h 2611648"/>
                  <a:gd name="connsiteX7" fmla="*/ 3036115 w 3760266"/>
                  <a:gd name="connsiteY7" fmla="*/ 637297 h 2611648"/>
                  <a:gd name="connsiteX8" fmla="*/ 3704062 w 3760266"/>
                  <a:gd name="connsiteY8" fmla="*/ 1840079 h 2611648"/>
                  <a:gd name="connsiteX9" fmla="*/ 3753830 w 3760266"/>
                  <a:gd name="connsiteY9" fmla="*/ 2132211 h 2611648"/>
                  <a:gd name="connsiteX10" fmla="*/ 3734911 w 3760266"/>
                  <a:gd name="connsiteY10" fmla="*/ 2241291 h 2611648"/>
                  <a:gd name="connsiteX11" fmla="*/ 3283421 w 3760266"/>
                  <a:gd name="connsiteY11" fmla="*/ 2611483 h 2611648"/>
                  <a:gd name="connsiteX12" fmla="*/ 3283421 w 3760266"/>
                  <a:gd name="connsiteY12" fmla="*/ 2611483 h 2611648"/>
                  <a:gd name="connsiteX13" fmla="*/ 2941522 w 3760266"/>
                  <a:gd name="connsiteY13" fmla="*/ 2436784 h 2611648"/>
                  <a:gd name="connsiteX14" fmla="*/ 2174550 w 3760266"/>
                  <a:gd name="connsiteY14" fmla="*/ 1435118 h 2611648"/>
                  <a:gd name="connsiteX15" fmla="*/ 698725 w 3760266"/>
                  <a:gd name="connsiteY15" fmla="*/ 2039833 h 2611648"/>
                  <a:gd name="connsiteX16" fmla="*/ 600212 w 3760266"/>
                  <a:gd name="connsiteY16" fmla="*/ 2094714 h 2611648"/>
                  <a:gd name="connsiteX17" fmla="*/ 11177 w 3760266"/>
                  <a:gd name="connsiteY17" fmla="*/ 1650382 h 261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60266" h="2611648">
                    <a:moveTo>
                      <a:pt x="11177" y="1650382"/>
                    </a:moveTo>
                    <a:lnTo>
                      <a:pt x="52594" y="1472956"/>
                    </a:lnTo>
                    <a:lnTo>
                      <a:pt x="458066" y="835858"/>
                    </a:lnTo>
                    <a:cubicBezTo>
                      <a:pt x="569770" y="496208"/>
                      <a:pt x="825395" y="223013"/>
                      <a:pt x="1156863" y="88997"/>
                    </a:cubicBezTo>
                    <a:lnTo>
                      <a:pt x="1156863" y="88997"/>
                    </a:lnTo>
                    <a:cubicBezTo>
                      <a:pt x="1314774" y="24964"/>
                      <a:pt x="1484411" y="-5117"/>
                      <a:pt x="1654713" y="710"/>
                    </a:cubicBezTo>
                    <a:lnTo>
                      <a:pt x="2015019" y="12811"/>
                    </a:lnTo>
                    <a:cubicBezTo>
                      <a:pt x="2441405" y="27302"/>
                      <a:pt x="2828964" y="264327"/>
                      <a:pt x="3036115" y="637297"/>
                    </a:cubicBezTo>
                    <a:lnTo>
                      <a:pt x="3704062" y="1840079"/>
                    </a:lnTo>
                    <a:cubicBezTo>
                      <a:pt x="3753489" y="1928929"/>
                      <a:pt x="3771044" y="2032010"/>
                      <a:pt x="3753830" y="2132211"/>
                    </a:cubicBezTo>
                    <a:lnTo>
                      <a:pt x="3734911" y="2241291"/>
                    </a:lnTo>
                    <a:cubicBezTo>
                      <a:pt x="3697364" y="2459776"/>
                      <a:pt x="3505024" y="2617482"/>
                      <a:pt x="3283421" y="2611483"/>
                    </a:cubicBezTo>
                    <a:lnTo>
                      <a:pt x="3283421" y="2611483"/>
                    </a:lnTo>
                    <a:cubicBezTo>
                      <a:pt x="3148945" y="2607784"/>
                      <a:pt x="3023315" y="2543597"/>
                      <a:pt x="2941522" y="2436784"/>
                    </a:cubicBezTo>
                    <a:lnTo>
                      <a:pt x="2174550" y="1435118"/>
                    </a:lnTo>
                    <a:lnTo>
                      <a:pt x="698725" y="2039833"/>
                    </a:lnTo>
                    <a:lnTo>
                      <a:pt x="600212" y="2094714"/>
                    </a:lnTo>
                    <a:cubicBezTo>
                      <a:pt x="294275" y="2265152"/>
                      <a:pt x="-68588" y="1991429"/>
                      <a:pt x="11177" y="1650382"/>
                    </a:cubicBezTo>
                    <a:close/>
                  </a:path>
                </a:pathLst>
              </a:custGeom>
              <a:solidFill>
                <a:schemeClr val="accent1"/>
              </a:solidFill>
              <a:ln w="17026" cap="flat">
                <a:noFill/>
                <a:prstDash val="solid"/>
                <a:miter/>
              </a:ln>
            </p:spPr>
            <p:txBody>
              <a:bodyPr rtlCol="0" anchor="ctr"/>
              <a:lstStyle/>
              <a:p>
                <a:endParaRPr lang="zh-CN" altLang="en-US">
                  <a:cs typeface="+mn-ea"/>
                  <a:sym typeface="+mn-lt"/>
                </a:endParaRPr>
              </a:p>
            </p:txBody>
          </p:sp>
          <p:sp>
            <p:nvSpPr>
              <p:cNvPr id="25" name="任意多边形: 形状 24">
                <a:extLst>
                  <a:ext uri="{FF2B5EF4-FFF2-40B4-BE49-F238E27FC236}">
                    <a16:creationId xmlns:a16="http://schemas.microsoft.com/office/drawing/2014/main" id="{F603FBE4-0D4B-BD70-4A22-B4B3881DB166}"/>
                  </a:ext>
                </a:extLst>
              </p:cNvPr>
              <p:cNvSpPr/>
              <p:nvPr/>
            </p:nvSpPr>
            <p:spPr>
              <a:xfrm>
                <a:off x="6030814" y="2650049"/>
                <a:ext cx="612930" cy="721365"/>
              </a:xfrm>
              <a:custGeom>
                <a:avLst/>
                <a:gdLst>
                  <a:gd name="connsiteX0" fmla="*/ 231831 w 612930"/>
                  <a:gd name="connsiteY0" fmla="*/ 717970 h 721365"/>
                  <a:gd name="connsiteX1" fmla="*/ 612931 w 612930"/>
                  <a:gd name="connsiteY1" fmla="*/ 445269 h 721365"/>
                  <a:gd name="connsiteX2" fmla="*/ 432778 w 612930"/>
                  <a:gd name="connsiteY2" fmla="*/ 117857 h 721365"/>
                  <a:gd name="connsiteX3" fmla="*/ 161440 w 612930"/>
                  <a:gd name="connsiteY3" fmla="*/ 76782 h 721365"/>
                  <a:gd name="connsiteX4" fmla="*/ 21169 w 612930"/>
                  <a:gd name="connsiteY4" fmla="*/ 436918 h 721365"/>
                  <a:gd name="connsiteX5" fmla="*/ 8727 w 612930"/>
                  <a:gd name="connsiteY5" fmla="*/ 513445 h 721365"/>
                  <a:gd name="connsiteX6" fmla="*/ 231831 w 612930"/>
                  <a:gd name="connsiteY6" fmla="*/ 717970 h 72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0" h="721365">
                    <a:moveTo>
                      <a:pt x="231831" y="717970"/>
                    </a:moveTo>
                    <a:cubicBezTo>
                      <a:pt x="374147" y="742684"/>
                      <a:pt x="519190" y="630536"/>
                      <a:pt x="612931" y="445269"/>
                    </a:cubicBezTo>
                    <a:cubicBezTo>
                      <a:pt x="497527" y="377280"/>
                      <a:pt x="428449" y="251725"/>
                      <a:pt x="432778" y="117857"/>
                    </a:cubicBezTo>
                    <a:cubicBezTo>
                      <a:pt x="443174" y="-120756"/>
                      <a:pt x="161440" y="76782"/>
                      <a:pt x="161440" y="76782"/>
                    </a:cubicBezTo>
                    <a:cubicBezTo>
                      <a:pt x="161440" y="76782"/>
                      <a:pt x="237796" y="407773"/>
                      <a:pt x="21169" y="436918"/>
                    </a:cubicBezTo>
                    <a:cubicBezTo>
                      <a:pt x="-6612" y="440838"/>
                      <a:pt x="-2862" y="488049"/>
                      <a:pt x="8727" y="513445"/>
                    </a:cubicBezTo>
                    <a:cubicBezTo>
                      <a:pt x="58154" y="624570"/>
                      <a:pt x="135533" y="700927"/>
                      <a:pt x="231831" y="717970"/>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26" name="任意多边形: 形状 25">
                <a:extLst>
                  <a:ext uri="{FF2B5EF4-FFF2-40B4-BE49-F238E27FC236}">
                    <a16:creationId xmlns:a16="http://schemas.microsoft.com/office/drawing/2014/main" id="{9D5D7223-59EB-EF42-71F4-4C0B042EB904}"/>
                  </a:ext>
                </a:extLst>
              </p:cNvPr>
              <p:cNvSpPr/>
              <p:nvPr/>
            </p:nvSpPr>
            <p:spPr>
              <a:xfrm>
                <a:off x="6014092" y="2633732"/>
                <a:ext cx="646976" cy="753887"/>
              </a:xfrm>
              <a:custGeom>
                <a:avLst/>
                <a:gdLst>
                  <a:gd name="connsiteX0" fmla="*/ 288606 w 646976"/>
                  <a:gd name="connsiteY0" fmla="*/ 753888 h 753887"/>
                  <a:gd name="connsiteX1" fmla="*/ 246337 w 646976"/>
                  <a:gd name="connsiteY1" fmla="*/ 750309 h 753887"/>
                  <a:gd name="connsiteX2" fmla="*/ 246337 w 646976"/>
                  <a:gd name="connsiteY2" fmla="*/ 750309 h 753887"/>
                  <a:gd name="connsiteX3" fmla="*/ 10450 w 646976"/>
                  <a:gd name="connsiteY3" fmla="*/ 536750 h 753887"/>
                  <a:gd name="connsiteX4" fmla="*/ 7553 w 646976"/>
                  <a:gd name="connsiteY4" fmla="*/ 456303 h 753887"/>
                  <a:gd name="connsiteX5" fmla="*/ 36357 w 646976"/>
                  <a:gd name="connsiteY5" fmla="*/ 436361 h 753887"/>
                  <a:gd name="connsiteX6" fmla="*/ 135211 w 646976"/>
                  <a:gd name="connsiteY6" fmla="*/ 378072 h 753887"/>
                  <a:gd name="connsiteX7" fmla="*/ 161799 w 646976"/>
                  <a:gd name="connsiteY7" fmla="*/ 96849 h 753887"/>
                  <a:gd name="connsiteX8" fmla="*/ 168787 w 646976"/>
                  <a:gd name="connsiteY8" fmla="*/ 79805 h 753887"/>
                  <a:gd name="connsiteX9" fmla="*/ 417798 w 646976"/>
                  <a:gd name="connsiteY9" fmla="*/ 11629 h 753887"/>
                  <a:gd name="connsiteX10" fmla="*/ 466713 w 646976"/>
                  <a:gd name="connsiteY10" fmla="*/ 135708 h 753887"/>
                  <a:gd name="connsiteX11" fmla="*/ 638856 w 646976"/>
                  <a:gd name="connsiteY11" fmla="*/ 447781 h 753887"/>
                  <a:gd name="connsiteX12" fmla="*/ 645162 w 646976"/>
                  <a:gd name="connsiteY12" fmla="*/ 469938 h 753887"/>
                  <a:gd name="connsiteX13" fmla="*/ 288606 w 646976"/>
                  <a:gd name="connsiteY13" fmla="*/ 753888 h 753887"/>
                  <a:gd name="connsiteX14" fmla="*/ 251450 w 646976"/>
                  <a:gd name="connsiteY14" fmla="*/ 717244 h 753887"/>
                  <a:gd name="connsiteX15" fmla="*/ 607325 w 646976"/>
                  <a:gd name="connsiteY15" fmla="*/ 467893 h 753887"/>
                  <a:gd name="connsiteX16" fmla="*/ 432455 w 646976"/>
                  <a:gd name="connsiteY16" fmla="*/ 133834 h 753887"/>
                  <a:gd name="connsiteX17" fmla="*/ 400924 w 646976"/>
                  <a:gd name="connsiteY17" fmla="*/ 41115 h 753887"/>
                  <a:gd name="connsiteX18" fmla="*/ 196398 w 646976"/>
                  <a:gd name="connsiteY18" fmla="*/ 101280 h 753887"/>
                  <a:gd name="connsiteX19" fmla="*/ 162311 w 646976"/>
                  <a:gd name="connsiteY19" fmla="*/ 397842 h 753887"/>
                  <a:gd name="connsiteX20" fmla="*/ 39595 w 646976"/>
                  <a:gd name="connsiteY20" fmla="*/ 470790 h 753887"/>
                  <a:gd name="connsiteX21" fmla="*/ 36016 w 646976"/>
                  <a:gd name="connsiteY21" fmla="*/ 473347 h 753887"/>
                  <a:gd name="connsiteX22" fmla="*/ 40277 w 646976"/>
                  <a:gd name="connsiteY22" fmla="*/ 523455 h 753887"/>
                  <a:gd name="connsiteX23" fmla="*/ 250768 w 646976"/>
                  <a:gd name="connsiteY23" fmla="*/ 717244 h 75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6976" h="753887">
                    <a:moveTo>
                      <a:pt x="288606" y="753888"/>
                    </a:moveTo>
                    <a:cubicBezTo>
                      <a:pt x="274442" y="753888"/>
                      <a:pt x="260296" y="752695"/>
                      <a:pt x="246337" y="750309"/>
                    </a:cubicBezTo>
                    <a:lnTo>
                      <a:pt x="246337" y="750309"/>
                    </a:lnTo>
                    <a:cubicBezTo>
                      <a:pt x="148164" y="733265"/>
                      <a:pt x="64309" y="657249"/>
                      <a:pt x="10450" y="536750"/>
                    </a:cubicBezTo>
                    <a:cubicBezTo>
                      <a:pt x="1928" y="517660"/>
                      <a:pt x="-6594" y="480505"/>
                      <a:pt x="7553" y="456303"/>
                    </a:cubicBezTo>
                    <a:cubicBezTo>
                      <a:pt x="13450" y="445459"/>
                      <a:pt x="24137" y="438057"/>
                      <a:pt x="36357" y="436361"/>
                    </a:cubicBezTo>
                    <a:cubicBezTo>
                      <a:pt x="76274" y="432419"/>
                      <a:pt x="112441" y="411097"/>
                      <a:pt x="135211" y="378072"/>
                    </a:cubicBezTo>
                    <a:cubicBezTo>
                      <a:pt x="203386" y="280751"/>
                      <a:pt x="162311" y="98553"/>
                      <a:pt x="161799" y="96849"/>
                    </a:cubicBezTo>
                    <a:cubicBezTo>
                      <a:pt x="160589" y="90290"/>
                      <a:pt x="163316" y="83629"/>
                      <a:pt x="168787" y="79805"/>
                    </a:cubicBezTo>
                    <a:cubicBezTo>
                      <a:pt x="185831" y="68045"/>
                      <a:pt x="335135" y="-33878"/>
                      <a:pt x="417798" y="11629"/>
                    </a:cubicBezTo>
                    <a:cubicBezTo>
                      <a:pt x="453078" y="31059"/>
                      <a:pt x="468929" y="72817"/>
                      <a:pt x="466713" y="135708"/>
                    </a:cubicBezTo>
                    <a:cubicBezTo>
                      <a:pt x="460237" y="284671"/>
                      <a:pt x="551933" y="394604"/>
                      <a:pt x="638856" y="447781"/>
                    </a:cubicBezTo>
                    <a:cubicBezTo>
                      <a:pt x="646389" y="452413"/>
                      <a:pt x="649133" y="462035"/>
                      <a:pt x="645162" y="469938"/>
                    </a:cubicBezTo>
                    <a:cubicBezTo>
                      <a:pt x="553637" y="649068"/>
                      <a:pt x="420013" y="753888"/>
                      <a:pt x="288606" y="753888"/>
                    </a:cubicBezTo>
                    <a:close/>
                    <a:moveTo>
                      <a:pt x="251450" y="717244"/>
                    </a:moveTo>
                    <a:cubicBezTo>
                      <a:pt x="378256" y="739401"/>
                      <a:pt x="513755" y="644126"/>
                      <a:pt x="607325" y="467893"/>
                    </a:cubicBezTo>
                    <a:cubicBezTo>
                      <a:pt x="494529" y="394865"/>
                      <a:pt x="428194" y="268132"/>
                      <a:pt x="432455" y="133834"/>
                    </a:cubicBezTo>
                    <a:cubicBezTo>
                      <a:pt x="434501" y="84918"/>
                      <a:pt x="423933" y="53898"/>
                      <a:pt x="400924" y="41115"/>
                    </a:cubicBezTo>
                    <a:cubicBezTo>
                      <a:pt x="349793" y="13334"/>
                      <a:pt x="244291" y="70260"/>
                      <a:pt x="196398" y="101280"/>
                    </a:cubicBezTo>
                    <a:cubicBezTo>
                      <a:pt x="204920" y="145253"/>
                      <a:pt x="228611" y="302227"/>
                      <a:pt x="162311" y="397842"/>
                    </a:cubicBezTo>
                    <a:cubicBezTo>
                      <a:pt x="134052" y="438944"/>
                      <a:pt x="89210" y="465602"/>
                      <a:pt x="39595" y="470790"/>
                    </a:cubicBezTo>
                    <a:cubicBezTo>
                      <a:pt x="37993" y="470829"/>
                      <a:pt x="36578" y="471842"/>
                      <a:pt x="36016" y="473347"/>
                    </a:cubicBezTo>
                    <a:cubicBezTo>
                      <a:pt x="31261" y="490009"/>
                      <a:pt x="32778" y="507835"/>
                      <a:pt x="40277" y="523455"/>
                    </a:cubicBezTo>
                    <a:cubicBezTo>
                      <a:pt x="89363" y="633218"/>
                      <a:pt x="164186" y="702075"/>
                      <a:pt x="250768" y="717244"/>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27" name="任意多边形: 形状 26">
                <a:extLst>
                  <a:ext uri="{FF2B5EF4-FFF2-40B4-BE49-F238E27FC236}">
                    <a16:creationId xmlns:a16="http://schemas.microsoft.com/office/drawing/2014/main" id="{AE954758-592B-023C-39E6-5087235C97AB}"/>
                  </a:ext>
                </a:extLst>
              </p:cNvPr>
              <p:cNvSpPr/>
              <p:nvPr/>
            </p:nvSpPr>
            <p:spPr>
              <a:xfrm>
                <a:off x="5723767" y="1595779"/>
                <a:ext cx="1170267" cy="911698"/>
              </a:xfrm>
              <a:custGeom>
                <a:avLst/>
                <a:gdLst>
                  <a:gd name="connsiteX0" fmla="*/ 265666 w 1170267"/>
                  <a:gd name="connsiteY0" fmla="*/ 858011 h 911698"/>
                  <a:gd name="connsiteX1" fmla="*/ 22791 w 1170267"/>
                  <a:gd name="connsiteY1" fmla="*/ 525997 h 911698"/>
                  <a:gd name="connsiteX2" fmla="*/ 147552 w 1170267"/>
                  <a:gd name="connsiteY2" fmla="*/ 361695 h 911698"/>
                  <a:gd name="connsiteX3" fmla="*/ 247088 w 1170267"/>
                  <a:gd name="connsiteY3" fmla="*/ 92232 h 911698"/>
                  <a:gd name="connsiteX4" fmla="*/ 601088 w 1170267"/>
                  <a:gd name="connsiteY4" fmla="*/ 62064 h 911698"/>
                  <a:gd name="connsiteX5" fmla="*/ 837827 w 1170267"/>
                  <a:gd name="connsiteY5" fmla="*/ 93595 h 911698"/>
                  <a:gd name="connsiteX6" fmla="*/ 1014571 w 1170267"/>
                  <a:gd name="connsiteY6" fmla="*/ 242558 h 911698"/>
                  <a:gd name="connsiteX7" fmla="*/ 1145638 w 1170267"/>
                  <a:gd name="connsiteY7" fmla="*/ 374137 h 911698"/>
                  <a:gd name="connsiteX8" fmla="*/ 1075758 w 1170267"/>
                  <a:gd name="connsiteY8" fmla="*/ 556676 h 911698"/>
                  <a:gd name="connsiteX9" fmla="*/ 1088030 w 1170267"/>
                  <a:gd name="connsiteY9" fmla="*/ 773303 h 911698"/>
                  <a:gd name="connsiteX10" fmla="*/ 770504 w 1170267"/>
                  <a:gd name="connsiteY10" fmla="*/ 911699 h 911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0267" h="911698">
                    <a:moveTo>
                      <a:pt x="265666" y="858011"/>
                    </a:moveTo>
                    <a:cubicBezTo>
                      <a:pt x="265666" y="858011"/>
                      <a:pt x="-92254" y="742624"/>
                      <a:pt x="22791" y="525997"/>
                    </a:cubicBezTo>
                    <a:cubicBezTo>
                      <a:pt x="137837" y="309370"/>
                      <a:pt x="135962" y="454584"/>
                      <a:pt x="147552" y="361695"/>
                    </a:cubicBezTo>
                    <a:cubicBezTo>
                      <a:pt x="159142" y="268806"/>
                      <a:pt x="123179" y="54906"/>
                      <a:pt x="247088" y="92232"/>
                    </a:cubicBezTo>
                    <a:cubicBezTo>
                      <a:pt x="370997" y="129558"/>
                      <a:pt x="464908" y="126320"/>
                      <a:pt x="601088" y="62064"/>
                    </a:cubicBezTo>
                    <a:cubicBezTo>
                      <a:pt x="737268" y="-2191"/>
                      <a:pt x="805614" y="-49402"/>
                      <a:pt x="837827" y="93595"/>
                    </a:cubicBezTo>
                    <a:cubicBezTo>
                      <a:pt x="870040" y="236593"/>
                      <a:pt x="866290" y="217674"/>
                      <a:pt x="1014571" y="242558"/>
                    </a:cubicBezTo>
                    <a:cubicBezTo>
                      <a:pt x="1162852" y="267442"/>
                      <a:pt x="1202053" y="298633"/>
                      <a:pt x="1145638" y="374137"/>
                    </a:cubicBezTo>
                    <a:cubicBezTo>
                      <a:pt x="1089223" y="449641"/>
                      <a:pt x="1011503" y="472139"/>
                      <a:pt x="1075758" y="556676"/>
                    </a:cubicBezTo>
                    <a:cubicBezTo>
                      <a:pt x="1140014" y="641213"/>
                      <a:pt x="1148024" y="721490"/>
                      <a:pt x="1088030" y="773303"/>
                    </a:cubicBezTo>
                    <a:cubicBezTo>
                      <a:pt x="1028036" y="825116"/>
                      <a:pt x="770504" y="911699"/>
                      <a:pt x="770504" y="911699"/>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28" name="任意多边形: 形状 27">
                <a:extLst>
                  <a:ext uri="{FF2B5EF4-FFF2-40B4-BE49-F238E27FC236}">
                    <a16:creationId xmlns:a16="http://schemas.microsoft.com/office/drawing/2014/main" id="{8E08F541-8A20-57F8-CCDF-4CBB3B1867FA}"/>
                  </a:ext>
                </a:extLst>
              </p:cNvPr>
              <p:cNvSpPr/>
              <p:nvPr/>
            </p:nvSpPr>
            <p:spPr>
              <a:xfrm>
                <a:off x="6530613" y="2287306"/>
                <a:ext cx="193753" cy="290638"/>
              </a:xfrm>
              <a:custGeom>
                <a:avLst/>
                <a:gdLst>
                  <a:gd name="connsiteX0" fmla="*/ 35923 w 193753"/>
                  <a:gd name="connsiteY0" fmla="*/ 33883 h 290638"/>
                  <a:gd name="connsiteX1" fmla="*/ 183863 w 193753"/>
                  <a:gd name="connsiteY1" fmla="*/ 24509 h 290638"/>
                  <a:gd name="connsiteX2" fmla="*/ 138697 w 193753"/>
                  <a:gd name="connsiteY2" fmla="*/ 230739 h 290638"/>
                  <a:gd name="connsiteX3" fmla="*/ 6948 w 193753"/>
                  <a:gd name="connsiteY3" fmla="*/ 224774 h 290638"/>
                  <a:gd name="connsiteX4" fmla="*/ 35923 w 193753"/>
                  <a:gd name="connsiteY4" fmla="*/ 33883 h 290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53" h="290638">
                    <a:moveTo>
                      <a:pt x="35923" y="33883"/>
                    </a:moveTo>
                    <a:cubicBezTo>
                      <a:pt x="35923" y="33883"/>
                      <a:pt x="160002" y="-35656"/>
                      <a:pt x="183863" y="24509"/>
                    </a:cubicBezTo>
                    <a:cubicBezTo>
                      <a:pt x="207724" y="84673"/>
                      <a:pt x="186761" y="184550"/>
                      <a:pt x="138697" y="230739"/>
                    </a:cubicBezTo>
                    <a:cubicBezTo>
                      <a:pt x="90633" y="276928"/>
                      <a:pt x="32855" y="341353"/>
                      <a:pt x="6948" y="224774"/>
                    </a:cubicBezTo>
                    <a:cubicBezTo>
                      <a:pt x="-18958" y="108194"/>
                      <a:pt x="35923" y="33883"/>
                      <a:pt x="35923" y="33883"/>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29" name="任意多边形: 形状 28">
                <a:extLst>
                  <a:ext uri="{FF2B5EF4-FFF2-40B4-BE49-F238E27FC236}">
                    <a16:creationId xmlns:a16="http://schemas.microsoft.com/office/drawing/2014/main" id="{A520A908-C558-809B-B7EA-0556C71AD25F}"/>
                  </a:ext>
                </a:extLst>
              </p:cNvPr>
              <p:cNvSpPr/>
              <p:nvPr/>
            </p:nvSpPr>
            <p:spPr>
              <a:xfrm>
                <a:off x="6513634" y="2270397"/>
                <a:ext cx="227709" cy="324685"/>
              </a:xfrm>
              <a:custGeom>
                <a:avLst/>
                <a:gdLst>
                  <a:gd name="connsiteX0" fmla="*/ 70286 w 227709"/>
                  <a:gd name="connsiteY0" fmla="*/ 324685 h 324685"/>
                  <a:gd name="connsiteX1" fmla="*/ 56822 w 227709"/>
                  <a:gd name="connsiteY1" fmla="*/ 322640 h 324685"/>
                  <a:gd name="connsiteX2" fmla="*/ 7395 w 227709"/>
                  <a:gd name="connsiteY2" fmla="*/ 245261 h 324685"/>
                  <a:gd name="connsiteX3" fmla="*/ 39266 w 227709"/>
                  <a:gd name="connsiteY3" fmla="*/ 40735 h 324685"/>
                  <a:gd name="connsiteX4" fmla="*/ 44550 w 227709"/>
                  <a:gd name="connsiteY4" fmla="*/ 35963 h 324685"/>
                  <a:gd name="connsiteX5" fmla="*/ 184480 w 227709"/>
                  <a:gd name="connsiteY5" fmla="*/ 4091 h 324685"/>
                  <a:gd name="connsiteX6" fmla="*/ 216693 w 227709"/>
                  <a:gd name="connsiteY6" fmla="*/ 35111 h 324685"/>
                  <a:gd name="connsiteX7" fmla="*/ 167436 w 227709"/>
                  <a:gd name="connsiteY7" fmla="*/ 259919 h 324685"/>
                  <a:gd name="connsiteX8" fmla="*/ 158914 w 227709"/>
                  <a:gd name="connsiteY8" fmla="*/ 268100 h 324685"/>
                  <a:gd name="connsiteX9" fmla="*/ 70286 w 227709"/>
                  <a:gd name="connsiteY9" fmla="*/ 324685 h 324685"/>
                  <a:gd name="connsiteX10" fmla="*/ 64662 w 227709"/>
                  <a:gd name="connsiteY10" fmla="*/ 63915 h 324685"/>
                  <a:gd name="connsiteX11" fmla="*/ 40630 w 227709"/>
                  <a:gd name="connsiteY11" fmla="*/ 237932 h 324685"/>
                  <a:gd name="connsiteX12" fmla="*/ 66707 w 227709"/>
                  <a:gd name="connsiteY12" fmla="*/ 289064 h 324685"/>
                  <a:gd name="connsiteX13" fmla="*/ 134882 w 227709"/>
                  <a:gd name="connsiteY13" fmla="*/ 242704 h 324685"/>
                  <a:gd name="connsiteX14" fmla="*/ 143575 w 227709"/>
                  <a:gd name="connsiteY14" fmla="*/ 234353 h 324685"/>
                  <a:gd name="connsiteX15" fmla="*/ 184651 w 227709"/>
                  <a:gd name="connsiteY15" fmla="*/ 46871 h 324685"/>
                  <a:gd name="connsiteX16" fmla="*/ 172720 w 227709"/>
                  <a:gd name="connsiteY16" fmla="*/ 35451 h 324685"/>
                  <a:gd name="connsiteX17" fmla="*/ 64662 w 227709"/>
                  <a:gd name="connsiteY17" fmla="*/ 63915 h 32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709" h="324685">
                    <a:moveTo>
                      <a:pt x="70286" y="324685"/>
                    </a:moveTo>
                    <a:cubicBezTo>
                      <a:pt x="65719" y="324660"/>
                      <a:pt x="61185" y="323971"/>
                      <a:pt x="56822" y="322640"/>
                    </a:cubicBezTo>
                    <a:cubicBezTo>
                      <a:pt x="33131" y="315481"/>
                      <a:pt x="17450" y="290938"/>
                      <a:pt x="7395" y="245261"/>
                    </a:cubicBezTo>
                    <a:cubicBezTo>
                      <a:pt x="-19875" y="122545"/>
                      <a:pt x="36880" y="43973"/>
                      <a:pt x="39266" y="40735"/>
                    </a:cubicBezTo>
                    <a:cubicBezTo>
                      <a:pt x="40664" y="38790"/>
                      <a:pt x="42471" y="37164"/>
                      <a:pt x="44550" y="35963"/>
                    </a:cubicBezTo>
                    <a:cubicBezTo>
                      <a:pt x="53754" y="30850"/>
                      <a:pt x="135223" y="-13464"/>
                      <a:pt x="184480" y="4091"/>
                    </a:cubicBezTo>
                    <a:cubicBezTo>
                      <a:pt x="199325" y="9090"/>
                      <a:pt x="211137" y="20472"/>
                      <a:pt x="216693" y="35111"/>
                    </a:cubicBezTo>
                    <a:cubicBezTo>
                      <a:pt x="243281" y="103286"/>
                      <a:pt x="219761" y="209639"/>
                      <a:pt x="167436" y="259919"/>
                    </a:cubicBezTo>
                    <a:lnTo>
                      <a:pt x="158914" y="268100"/>
                    </a:lnTo>
                    <a:cubicBezTo>
                      <a:pt x="129940" y="296563"/>
                      <a:pt x="100624" y="324685"/>
                      <a:pt x="70286" y="324685"/>
                    </a:cubicBezTo>
                    <a:close/>
                    <a:moveTo>
                      <a:pt x="64662" y="63915"/>
                    </a:moveTo>
                    <a:cubicBezTo>
                      <a:pt x="34170" y="116532"/>
                      <a:pt x="25529" y="179018"/>
                      <a:pt x="40630" y="237932"/>
                    </a:cubicBezTo>
                    <a:cubicBezTo>
                      <a:pt x="50175" y="280712"/>
                      <a:pt x="61935" y="289064"/>
                      <a:pt x="66707" y="289064"/>
                    </a:cubicBezTo>
                    <a:cubicBezTo>
                      <a:pt x="82388" y="293836"/>
                      <a:pt x="112896" y="264350"/>
                      <a:pt x="134882" y="242704"/>
                    </a:cubicBezTo>
                    <a:lnTo>
                      <a:pt x="143575" y="234353"/>
                    </a:lnTo>
                    <a:cubicBezTo>
                      <a:pt x="185673" y="193959"/>
                      <a:pt x="205955" y="101070"/>
                      <a:pt x="184651" y="46871"/>
                    </a:cubicBezTo>
                    <a:cubicBezTo>
                      <a:pt x="182673" y="41408"/>
                      <a:pt x="178259" y="37183"/>
                      <a:pt x="172720" y="35451"/>
                    </a:cubicBezTo>
                    <a:cubicBezTo>
                      <a:pt x="147836" y="27100"/>
                      <a:pt x="94830" y="47723"/>
                      <a:pt x="64662" y="63915"/>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0" name="任意多边形: 形状 29">
                <a:extLst>
                  <a:ext uri="{FF2B5EF4-FFF2-40B4-BE49-F238E27FC236}">
                    <a16:creationId xmlns:a16="http://schemas.microsoft.com/office/drawing/2014/main" id="{F3785BF6-9527-40F3-E5BD-5991E686FCCE}"/>
                  </a:ext>
                </a:extLst>
              </p:cNvPr>
              <p:cNvSpPr/>
              <p:nvPr/>
            </p:nvSpPr>
            <p:spPr>
              <a:xfrm>
                <a:off x="5897295" y="2363765"/>
                <a:ext cx="241555" cy="269357"/>
              </a:xfrm>
              <a:custGeom>
                <a:avLst/>
                <a:gdLst>
                  <a:gd name="connsiteX0" fmla="*/ 8282 w 241555"/>
                  <a:gd name="connsiteY0" fmla="*/ 132463 h 269357"/>
                  <a:gd name="connsiteX1" fmla="*/ 79014 w 241555"/>
                  <a:gd name="connsiteY1" fmla="*/ 2419 h 269357"/>
                  <a:gd name="connsiteX2" fmla="*/ 229510 w 241555"/>
                  <a:gd name="connsiteY2" fmla="*/ 150530 h 269357"/>
                  <a:gd name="connsiteX3" fmla="*/ 154177 w 241555"/>
                  <a:gd name="connsiteY3" fmla="*/ 258758 h 269357"/>
                  <a:gd name="connsiteX4" fmla="*/ 8282 w 241555"/>
                  <a:gd name="connsiteY4" fmla="*/ 132463 h 269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55" h="269357">
                    <a:moveTo>
                      <a:pt x="8282" y="132463"/>
                    </a:moveTo>
                    <a:cubicBezTo>
                      <a:pt x="8282" y="132463"/>
                      <a:pt x="-35691" y="-20931"/>
                      <a:pt x="79014" y="2419"/>
                    </a:cubicBezTo>
                    <a:cubicBezTo>
                      <a:pt x="142757" y="15031"/>
                      <a:pt x="215364" y="85422"/>
                      <a:pt x="229510" y="150530"/>
                    </a:cubicBezTo>
                    <a:cubicBezTo>
                      <a:pt x="243657" y="215637"/>
                      <a:pt x="266666" y="299152"/>
                      <a:pt x="154177" y="258758"/>
                    </a:cubicBezTo>
                    <a:cubicBezTo>
                      <a:pt x="41688" y="218364"/>
                      <a:pt x="8282" y="132463"/>
                      <a:pt x="8282" y="132463"/>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31" name="任意多边形: 形状 30">
                <a:extLst>
                  <a:ext uri="{FF2B5EF4-FFF2-40B4-BE49-F238E27FC236}">
                    <a16:creationId xmlns:a16="http://schemas.microsoft.com/office/drawing/2014/main" id="{EF2B0803-9DDA-5A78-B435-9EC73758C9F3}"/>
                  </a:ext>
                </a:extLst>
              </p:cNvPr>
              <p:cNvSpPr/>
              <p:nvPr/>
            </p:nvSpPr>
            <p:spPr>
              <a:xfrm>
                <a:off x="5880707" y="2346721"/>
                <a:ext cx="275378" cy="303665"/>
              </a:xfrm>
              <a:custGeom>
                <a:avLst/>
                <a:gdLst>
                  <a:gd name="connsiteX0" fmla="*/ 219851 w 275378"/>
                  <a:gd name="connsiteY0" fmla="*/ 303583 h 303665"/>
                  <a:gd name="connsiteX1" fmla="*/ 164970 w 275378"/>
                  <a:gd name="connsiteY1" fmla="*/ 291823 h 303665"/>
                  <a:gd name="connsiteX2" fmla="*/ 9019 w 275378"/>
                  <a:gd name="connsiteY2" fmla="*/ 155472 h 303665"/>
                  <a:gd name="connsiteX3" fmla="*/ 9019 w 275378"/>
                  <a:gd name="connsiteY3" fmla="*/ 154109 h 303665"/>
                  <a:gd name="connsiteX4" fmla="*/ 21461 w 275378"/>
                  <a:gd name="connsiteY4" fmla="*/ 21167 h 303665"/>
                  <a:gd name="connsiteX5" fmla="*/ 99351 w 275378"/>
                  <a:gd name="connsiteY5" fmla="*/ 2589 h 303665"/>
                  <a:gd name="connsiteX6" fmla="*/ 263313 w 275378"/>
                  <a:gd name="connsiteY6" fmla="*/ 163994 h 303665"/>
                  <a:gd name="connsiteX7" fmla="*/ 265528 w 275378"/>
                  <a:gd name="connsiteY7" fmla="*/ 175073 h 303665"/>
                  <a:gd name="connsiteX8" fmla="*/ 257347 w 275378"/>
                  <a:gd name="connsiteY8" fmla="*/ 290971 h 303665"/>
                  <a:gd name="connsiteX9" fmla="*/ 219851 w 275378"/>
                  <a:gd name="connsiteY9" fmla="*/ 303583 h 303665"/>
                  <a:gd name="connsiteX10" fmla="*/ 41061 w 275378"/>
                  <a:gd name="connsiteY10" fmla="*/ 143883 h 303665"/>
                  <a:gd name="connsiteX11" fmla="*/ 176560 w 275378"/>
                  <a:gd name="connsiteY11" fmla="*/ 259781 h 303665"/>
                  <a:gd name="connsiteX12" fmla="*/ 234509 w 275378"/>
                  <a:gd name="connsiteY12" fmla="*/ 265576 h 303665"/>
                  <a:gd name="connsiteX13" fmla="*/ 231781 w 275378"/>
                  <a:gd name="connsiteY13" fmla="*/ 182231 h 303665"/>
                  <a:gd name="connsiteX14" fmla="*/ 229395 w 275378"/>
                  <a:gd name="connsiteY14" fmla="*/ 170982 h 303665"/>
                  <a:gd name="connsiteX15" fmla="*/ 93045 w 275378"/>
                  <a:gd name="connsiteY15" fmla="*/ 36336 h 303665"/>
                  <a:gd name="connsiteX16" fmla="*/ 46856 w 275378"/>
                  <a:gd name="connsiteY16" fmla="*/ 44517 h 303665"/>
                  <a:gd name="connsiteX17" fmla="*/ 41061 w 275378"/>
                  <a:gd name="connsiteY17" fmla="*/ 143883 h 303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378" h="303665">
                    <a:moveTo>
                      <a:pt x="219851" y="303583"/>
                    </a:moveTo>
                    <a:cubicBezTo>
                      <a:pt x="201034" y="302777"/>
                      <a:pt x="182474" y="298801"/>
                      <a:pt x="164970" y="291823"/>
                    </a:cubicBezTo>
                    <a:cubicBezTo>
                      <a:pt x="46686" y="249384"/>
                      <a:pt x="10553" y="159563"/>
                      <a:pt x="9019" y="155472"/>
                    </a:cubicBezTo>
                    <a:lnTo>
                      <a:pt x="9019" y="154109"/>
                    </a:lnTo>
                    <a:cubicBezTo>
                      <a:pt x="6462" y="144735"/>
                      <a:pt x="-16036" y="62072"/>
                      <a:pt x="21461" y="21167"/>
                    </a:cubicBezTo>
                    <a:cubicBezTo>
                      <a:pt x="38505" y="2078"/>
                      <a:pt x="65263" y="-4058"/>
                      <a:pt x="99351" y="2589"/>
                    </a:cubicBezTo>
                    <a:cubicBezTo>
                      <a:pt x="170765" y="16736"/>
                      <a:pt x="248825" y="93603"/>
                      <a:pt x="263313" y="163994"/>
                    </a:cubicBezTo>
                    <a:lnTo>
                      <a:pt x="265528" y="175073"/>
                    </a:lnTo>
                    <a:cubicBezTo>
                      <a:pt x="275073" y="220239"/>
                      <a:pt x="284958" y="266939"/>
                      <a:pt x="257347" y="290971"/>
                    </a:cubicBezTo>
                    <a:cubicBezTo>
                      <a:pt x="246934" y="299825"/>
                      <a:pt x="233503" y="304340"/>
                      <a:pt x="219851" y="303583"/>
                    </a:cubicBezTo>
                    <a:close/>
                    <a:moveTo>
                      <a:pt x="41061" y="143883"/>
                    </a:moveTo>
                    <a:cubicBezTo>
                      <a:pt x="68723" y="199229"/>
                      <a:pt x="117588" y="241032"/>
                      <a:pt x="176560" y="259781"/>
                    </a:cubicBezTo>
                    <a:cubicBezTo>
                      <a:pt x="217806" y="274609"/>
                      <a:pt x="230759" y="268814"/>
                      <a:pt x="234509" y="265576"/>
                    </a:cubicBezTo>
                    <a:cubicBezTo>
                      <a:pt x="246950" y="254667"/>
                      <a:pt x="238088" y="212740"/>
                      <a:pt x="231781" y="182231"/>
                    </a:cubicBezTo>
                    <a:lnTo>
                      <a:pt x="229395" y="170982"/>
                    </a:lnTo>
                    <a:cubicBezTo>
                      <a:pt x="217465" y="113204"/>
                      <a:pt x="150823" y="47756"/>
                      <a:pt x="93045" y="36336"/>
                    </a:cubicBezTo>
                    <a:cubicBezTo>
                      <a:pt x="71229" y="31905"/>
                      <a:pt x="55719" y="34632"/>
                      <a:pt x="46856" y="44517"/>
                    </a:cubicBezTo>
                    <a:cubicBezTo>
                      <a:pt x="25551" y="66845"/>
                      <a:pt x="35607" y="124282"/>
                      <a:pt x="41061" y="143883"/>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2" name="任意多边形: 形状 31">
                <a:extLst>
                  <a:ext uri="{FF2B5EF4-FFF2-40B4-BE49-F238E27FC236}">
                    <a16:creationId xmlns:a16="http://schemas.microsoft.com/office/drawing/2014/main" id="{54124CE1-9579-8AE5-07FF-B36727111C78}"/>
                  </a:ext>
                </a:extLst>
              </p:cNvPr>
              <p:cNvSpPr/>
              <p:nvPr/>
            </p:nvSpPr>
            <p:spPr>
              <a:xfrm>
                <a:off x="6132430" y="2649879"/>
                <a:ext cx="343092" cy="427714"/>
              </a:xfrm>
              <a:custGeom>
                <a:avLst/>
                <a:gdLst>
                  <a:gd name="connsiteX0" fmla="*/ 343092 w 343092"/>
                  <a:gd name="connsiteY0" fmla="*/ 225745 h 427714"/>
                  <a:gd name="connsiteX1" fmla="*/ 331162 w 343092"/>
                  <a:gd name="connsiteY1" fmla="*/ 117857 h 427714"/>
                  <a:gd name="connsiteX2" fmla="*/ 59824 w 343092"/>
                  <a:gd name="connsiteY2" fmla="*/ 76782 h 427714"/>
                  <a:gd name="connsiteX3" fmla="*/ 13465 w 343092"/>
                  <a:gd name="connsiteY3" fmla="*/ 417658 h 427714"/>
                  <a:gd name="connsiteX4" fmla="*/ 0 w 343092"/>
                  <a:gd name="connsiteY4" fmla="*/ 427714 h 427714"/>
                  <a:gd name="connsiteX5" fmla="*/ 343092 w 343092"/>
                  <a:gd name="connsiteY5" fmla="*/ 225745 h 4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092" h="427714">
                    <a:moveTo>
                      <a:pt x="343092" y="225745"/>
                    </a:moveTo>
                    <a:cubicBezTo>
                      <a:pt x="333326" y="190662"/>
                      <a:pt x="329287" y="154227"/>
                      <a:pt x="331162" y="117857"/>
                    </a:cubicBezTo>
                    <a:cubicBezTo>
                      <a:pt x="341558" y="-120756"/>
                      <a:pt x="59824" y="76782"/>
                      <a:pt x="59824" y="76782"/>
                    </a:cubicBezTo>
                    <a:cubicBezTo>
                      <a:pt x="59824" y="76782"/>
                      <a:pt x="117603" y="341472"/>
                      <a:pt x="13465" y="417658"/>
                    </a:cubicBezTo>
                    <a:cubicBezTo>
                      <a:pt x="8522" y="421237"/>
                      <a:pt x="4091" y="424476"/>
                      <a:pt x="0" y="427714"/>
                    </a:cubicBezTo>
                    <a:cubicBezTo>
                      <a:pt x="141413" y="423632"/>
                      <a:pt x="270895" y="347412"/>
                      <a:pt x="343092" y="225745"/>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33" name="任意多边形: 形状 32">
                <a:extLst>
                  <a:ext uri="{FF2B5EF4-FFF2-40B4-BE49-F238E27FC236}">
                    <a16:creationId xmlns:a16="http://schemas.microsoft.com/office/drawing/2014/main" id="{054DF1F9-6CA6-522A-3FD6-23926F53FAB5}"/>
                  </a:ext>
                </a:extLst>
              </p:cNvPr>
              <p:cNvSpPr/>
              <p:nvPr/>
            </p:nvSpPr>
            <p:spPr>
              <a:xfrm>
                <a:off x="5966935" y="1937861"/>
                <a:ext cx="653001" cy="915181"/>
              </a:xfrm>
              <a:custGeom>
                <a:avLst/>
                <a:gdLst>
                  <a:gd name="connsiteX0" fmla="*/ 0 w 653001"/>
                  <a:gd name="connsiteY0" fmla="*/ 406507 h 915181"/>
                  <a:gd name="connsiteX1" fmla="*/ 212025 w 653001"/>
                  <a:gd name="connsiteY1" fmla="*/ 872315 h 915181"/>
                  <a:gd name="connsiteX2" fmla="*/ 580342 w 653001"/>
                  <a:gd name="connsiteY2" fmla="*/ 742271 h 915181"/>
                  <a:gd name="connsiteX3" fmla="*/ 503304 w 653001"/>
                  <a:gd name="connsiteY3" fmla="*/ 70744 h 915181"/>
                  <a:gd name="connsiteX4" fmla="*/ 380929 w 653001"/>
                  <a:gd name="connsiteY4" fmla="*/ 12454 h 915181"/>
                  <a:gd name="connsiteX5" fmla="*/ 0 w 653001"/>
                  <a:gd name="connsiteY5" fmla="*/ 406507 h 91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001" h="915181">
                    <a:moveTo>
                      <a:pt x="0" y="406507"/>
                    </a:moveTo>
                    <a:cubicBezTo>
                      <a:pt x="0" y="406507"/>
                      <a:pt x="65278" y="739714"/>
                      <a:pt x="212025" y="872315"/>
                    </a:cubicBezTo>
                    <a:cubicBezTo>
                      <a:pt x="311050" y="961625"/>
                      <a:pt x="474330" y="908107"/>
                      <a:pt x="580342" y="742271"/>
                    </a:cubicBezTo>
                    <a:cubicBezTo>
                      <a:pt x="684139" y="580013"/>
                      <a:pt x="691809" y="-6805"/>
                      <a:pt x="503304" y="70744"/>
                    </a:cubicBezTo>
                    <a:cubicBezTo>
                      <a:pt x="314799" y="148293"/>
                      <a:pt x="484044" y="-50267"/>
                      <a:pt x="380929" y="12454"/>
                    </a:cubicBezTo>
                    <a:cubicBezTo>
                      <a:pt x="277814" y="75175"/>
                      <a:pt x="418596" y="359978"/>
                      <a:pt x="0" y="406507"/>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34" name="任意多边形: 形状 33">
                <a:extLst>
                  <a:ext uri="{FF2B5EF4-FFF2-40B4-BE49-F238E27FC236}">
                    <a16:creationId xmlns:a16="http://schemas.microsoft.com/office/drawing/2014/main" id="{45C05F74-3BAC-AA84-F3C0-5AC17E8F3722}"/>
                  </a:ext>
                </a:extLst>
              </p:cNvPr>
              <p:cNvSpPr/>
              <p:nvPr/>
            </p:nvSpPr>
            <p:spPr>
              <a:xfrm>
                <a:off x="5949942" y="1920602"/>
                <a:ext cx="686398" cy="949572"/>
              </a:xfrm>
              <a:custGeom>
                <a:avLst/>
                <a:gdLst>
                  <a:gd name="connsiteX0" fmla="*/ 340995 w 686398"/>
                  <a:gd name="connsiteY0" fmla="*/ 949567 h 949572"/>
                  <a:gd name="connsiteX1" fmla="*/ 217598 w 686398"/>
                  <a:gd name="connsiteY1" fmla="*/ 902015 h 949572"/>
                  <a:gd name="connsiteX2" fmla="*/ 289 w 686398"/>
                  <a:gd name="connsiteY2" fmla="*/ 426833 h 949572"/>
                  <a:gd name="connsiteX3" fmla="*/ 3357 w 686398"/>
                  <a:gd name="connsiteY3" fmla="*/ 413539 h 949572"/>
                  <a:gd name="connsiteX4" fmla="*/ 15118 w 686398"/>
                  <a:gd name="connsiteY4" fmla="*/ 406551 h 949572"/>
                  <a:gd name="connsiteX5" fmla="*/ 330769 w 686398"/>
                  <a:gd name="connsiteY5" fmla="*/ 140156 h 949572"/>
                  <a:gd name="connsiteX6" fmla="*/ 389059 w 686398"/>
                  <a:gd name="connsiteY6" fmla="*/ 14884 h 949572"/>
                  <a:gd name="connsiteX7" fmla="*/ 441383 w 686398"/>
                  <a:gd name="connsiteY7" fmla="*/ 4488 h 949572"/>
                  <a:gd name="connsiteX8" fmla="*/ 447008 w 686398"/>
                  <a:gd name="connsiteY8" fmla="*/ 52551 h 949572"/>
                  <a:gd name="connsiteX9" fmla="*/ 443770 w 686398"/>
                  <a:gd name="connsiteY9" fmla="*/ 86639 h 949572"/>
                  <a:gd name="connsiteX10" fmla="*/ 513820 w 686398"/>
                  <a:gd name="connsiteY10" fmla="*/ 71299 h 949572"/>
                  <a:gd name="connsiteX11" fmla="*/ 621537 w 686398"/>
                  <a:gd name="connsiteY11" fmla="*/ 98058 h 949572"/>
                  <a:gd name="connsiteX12" fmla="*/ 611651 w 686398"/>
                  <a:gd name="connsiteY12" fmla="*/ 767880 h 949572"/>
                  <a:gd name="connsiteX13" fmla="*/ 369458 w 686398"/>
                  <a:gd name="connsiteY13" fmla="*/ 946670 h 949572"/>
                  <a:gd name="connsiteX14" fmla="*/ 340995 w 686398"/>
                  <a:gd name="connsiteY14" fmla="*/ 949567 h 949572"/>
                  <a:gd name="connsiteX15" fmla="*/ 37615 w 686398"/>
                  <a:gd name="connsiteY15" fmla="*/ 438253 h 949572"/>
                  <a:gd name="connsiteX16" fmla="*/ 240437 w 686398"/>
                  <a:gd name="connsiteY16" fmla="*/ 876790 h 949572"/>
                  <a:gd name="connsiteX17" fmla="*/ 364857 w 686398"/>
                  <a:gd name="connsiteY17" fmla="*/ 913605 h 949572"/>
                  <a:gd name="connsiteX18" fmla="*/ 583018 w 686398"/>
                  <a:gd name="connsiteY18" fmla="*/ 750155 h 949572"/>
                  <a:gd name="connsiteX19" fmla="*/ 652386 w 686398"/>
                  <a:gd name="connsiteY19" fmla="*/ 426322 h 949572"/>
                  <a:gd name="connsiteX20" fmla="*/ 595460 w 686398"/>
                  <a:gd name="connsiteY20" fmla="*/ 119533 h 949572"/>
                  <a:gd name="connsiteX21" fmla="*/ 527284 w 686398"/>
                  <a:gd name="connsiteY21" fmla="*/ 102490 h 949572"/>
                  <a:gd name="connsiteX22" fmla="*/ 422124 w 686398"/>
                  <a:gd name="connsiteY22" fmla="*/ 112205 h 949572"/>
                  <a:gd name="connsiteX23" fmla="*/ 414284 w 686398"/>
                  <a:gd name="connsiteY23" fmla="*/ 44029 h 949572"/>
                  <a:gd name="connsiteX24" fmla="*/ 415477 w 686398"/>
                  <a:gd name="connsiteY24" fmla="*/ 38575 h 949572"/>
                  <a:gd name="connsiteX25" fmla="*/ 407296 w 686398"/>
                  <a:gd name="connsiteY25" fmla="*/ 43348 h 949572"/>
                  <a:gd name="connsiteX26" fmla="*/ 364686 w 686398"/>
                  <a:gd name="connsiteY26" fmla="*/ 145610 h 949572"/>
                  <a:gd name="connsiteX27" fmla="*/ 37615 w 686398"/>
                  <a:gd name="connsiteY27" fmla="*/ 438423 h 94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86398" h="949572">
                    <a:moveTo>
                      <a:pt x="340995" y="949567"/>
                    </a:moveTo>
                    <a:cubicBezTo>
                      <a:pt x="295318" y="949915"/>
                      <a:pt x="251226" y="932921"/>
                      <a:pt x="217598" y="902015"/>
                    </a:cubicBezTo>
                    <a:cubicBezTo>
                      <a:pt x="68294" y="767199"/>
                      <a:pt x="3016" y="440639"/>
                      <a:pt x="289" y="426833"/>
                    </a:cubicBezTo>
                    <a:cubicBezTo>
                      <a:pt x="-580" y="422169"/>
                      <a:pt x="528" y="417350"/>
                      <a:pt x="3357" y="413539"/>
                    </a:cubicBezTo>
                    <a:cubicBezTo>
                      <a:pt x="6135" y="409670"/>
                      <a:pt x="10396" y="407136"/>
                      <a:pt x="15118" y="406551"/>
                    </a:cubicBezTo>
                    <a:cubicBezTo>
                      <a:pt x="286796" y="376384"/>
                      <a:pt x="311169" y="245317"/>
                      <a:pt x="330769" y="140156"/>
                    </a:cubicBezTo>
                    <a:cubicBezTo>
                      <a:pt x="340314" y="89025"/>
                      <a:pt x="349517" y="39087"/>
                      <a:pt x="389059" y="14884"/>
                    </a:cubicBezTo>
                    <a:cubicBezTo>
                      <a:pt x="406103" y="4317"/>
                      <a:pt x="426555" y="-6250"/>
                      <a:pt x="441383" y="4488"/>
                    </a:cubicBezTo>
                    <a:cubicBezTo>
                      <a:pt x="456212" y="15225"/>
                      <a:pt x="451269" y="33973"/>
                      <a:pt x="447008" y="52551"/>
                    </a:cubicBezTo>
                    <a:cubicBezTo>
                      <a:pt x="444963" y="61073"/>
                      <a:pt x="439509" y="83741"/>
                      <a:pt x="443770" y="86639"/>
                    </a:cubicBezTo>
                    <a:cubicBezTo>
                      <a:pt x="443770" y="86639"/>
                      <a:pt x="455189" y="95502"/>
                      <a:pt x="513820" y="71299"/>
                    </a:cubicBezTo>
                    <a:cubicBezTo>
                      <a:pt x="551504" y="53223"/>
                      <a:pt x="596704" y="64453"/>
                      <a:pt x="621537" y="98058"/>
                    </a:cubicBezTo>
                    <a:cubicBezTo>
                      <a:pt x="719198" y="214979"/>
                      <a:pt x="698916" y="631530"/>
                      <a:pt x="611651" y="767880"/>
                    </a:cubicBezTo>
                    <a:cubicBezTo>
                      <a:pt x="546714" y="870143"/>
                      <a:pt x="458257" y="934739"/>
                      <a:pt x="369458" y="946670"/>
                    </a:cubicBezTo>
                    <a:cubicBezTo>
                      <a:pt x="360050" y="948299"/>
                      <a:pt x="350540" y="949267"/>
                      <a:pt x="340995" y="949567"/>
                    </a:cubicBezTo>
                    <a:close/>
                    <a:moveTo>
                      <a:pt x="37615" y="438253"/>
                    </a:moveTo>
                    <a:cubicBezTo>
                      <a:pt x="53636" y="508473"/>
                      <a:pt x="118744" y="766858"/>
                      <a:pt x="240437" y="876790"/>
                    </a:cubicBezTo>
                    <a:cubicBezTo>
                      <a:pt x="274167" y="907316"/>
                      <a:pt x="319946" y="920861"/>
                      <a:pt x="364857" y="913605"/>
                    </a:cubicBezTo>
                    <a:cubicBezTo>
                      <a:pt x="442747" y="903208"/>
                      <a:pt x="524216" y="842021"/>
                      <a:pt x="583018" y="750155"/>
                    </a:cubicBezTo>
                    <a:cubicBezTo>
                      <a:pt x="620855" y="690842"/>
                      <a:pt x="648125" y="564036"/>
                      <a:pt x="652386" y="426322"/>
                    </a:cubicBezTo>
                    <a:cubicBezTo>
                      <a:pt x="656817" y="284518"/>
                      <a:pt x="635342" y="167086"/>
                      <a:pt x="595460" y="119533"/>
                    </a:cubicBezTo>
                    <a:cubicBezTo>
                      <a:pt x="580120" y="97704"/>
                      <a:pt x="551094" y="90443"/>
                      <a:pt x="527284" y="102490"/>
                    </a:cubicBezTo>
                    <a:cubicBezTo>
                      <a:pt x="472915" y="124817"/>
                      <a:pt x="440531" y="127885"/>
                      <a:pt x="422124" y="112205"/>
                    </a:cubicBezTo>
                    <a:cubicBezTo>
                      <a:pt x="403717" y="96524"/>
                      <a:pt x="409171" y="65334"/>
                      <a:pt x="414284" y="44029"/>
                    </a:cubicBezTo>
                    <a:cubicBezTo>
                      <a:pt x="414284" y="42325"/>
                      <a:pt x="414284" y="40450"/>
                      <a:pt x="415477" y="38575"/>
                    </a:cubicBezTo>
                    <a:lnTo>
                      <a:pt x="407296" y="43348"/>
                    </a:lnTo>
                    <a:cubicBezTo>
                      <a:pt x="380707" y="59539"/>
                      <a:pt x="373208" y="97547"/>
                      <a:pt x="364686" y="145610"/>
                    </a:cubicBezTo>
                    <a:cubicBezTo>
                      <a:pt x="344234" y="254350"/>
                      <a:pt x="316963" y="401097"/>
                      <a:pt x="37615" y="438423"/>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5" name="任意多边形: 形状 34">
                <a:extLst>
                  <a:ext uri="{FF2B5EF4-FFF2-40B4-BE49-F238E27FC236}">
                    <a16:creationId xmlns:a16="http://schemas.microsoft.com/office/drawing/2014/main" id="{313BA5C8-E91E-6720-DF3C-E0E87B476486}"/>
                  </a:ext>
                </a:extLst>
              </p:cNvPr>
              <p:cNvSpPr/>
              <p:nvPr/>
            </p:nvSpPr>
            <p:spPr>
              <a:xfrm>
                <a:off x="6200451" y="2463163"/>
                <a:ext cx="176034" cy="169586"/>
              </a:xfrm>
              <a:custGeom>
                <a:avLst/>
                <a:gdLst>
                  <a:gd name="connsiteX0" fmla="*/ 99861 w 176034"/>
                  <a:gd name="connsiteY0" fmla="*/ 169586 h 169586"/>
                  <a:gd name="connsiteX1" fmla="*/ 3222 w 176034"/>
                  <a:gd name="connsiteY1" fmla="*/ 92718 h 169586"/>
                  <a:gd name="connsiteX2" fmla="*/ 325 w 176034"/>
                  <a:gd name="connsiteY2" fmla="*/ 79424 h 169586"/>
                  <a:gd name="connsiteX3" fmla="*/ 8165 w 176034"/>
                  <a:gd name="connsiteY3" fmla="*/ 68175 h 169586"/>
                  <a:gd name="connsiteX4" fmla="*/ 149288 w 176034"/>
                  <a:gd name="connsiteY4" fmla="*/ 0 h 169586"/>
                  <a:gd name="connsiteX5" fmla="*/ 173661 w 176034"/>
                  <a:gd name="connsiteY5" fmla="*/ 25225 h 169586"/>
                  <a:gd name="connsiteX6" fmla="*/ 136846 w 176034"/>
                  <a:gd name="connsiteY6" fmla="*/ 156974 h 169586"/>
                  <a:gd name="connsiteX7" fmla="*/ 99861 w 176034"/>
                  <a:gd name="connsiteY7" fmla="*/ 169586 h 169586"/>
                  <a:gd name="connsiteX8" fmla="*/ 42082 w 176034"/>
                  <a:gd name="connsiteY8" fmla="*/ 87605 h 169586"/>
                  <a:gd name="connsiteX9" fmla="*/ 118609 w 176034"/>
                  <a:gd name="connsiteY9" fmla="*/ 128851 h 169586"/>
                  <a:gd name="connsiteX10" fmla="*/ 141277 w 176034"/>
                  <a:gd name="connsiteY10" fmla="*/ 35962 h 169586"/>
                  <a:gd name="connsiteX11" fmla="*/ 42082 w 176034"/>
                  <a:gd name="connsiteY11" fmla="*/ 87605 h 16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034" h="169586">
                    <a:moveTo>
                      <a:pt x="99861" y="169586"/>
                    </a:moveTo>
                    <a:cubicBezTo>
                      <a:pt x="66796" y="169586"/>
                      <a:pt x="36969" y="139418"/>
                      <a:pt x="3222" y="92718"/>
                    </a:cubicBezTo>
                    <a:cubicBezTo>
                      <a:pt x="461" y="88882"/>
                      <a:pt x="-596" y="84065"/>
                      <a:pt x="325" y="79424"/>
                    </a:cubicBezTo>
                    <a:cubicBezTo>
                      <a:pt x="1245" y="74742"/>
                      <a:pt x="4091" y="70662"/>
                      <a:pt x="8165" y="68175"/>
                    </a:cubicBezTo>
                    <a:cubicBezTo>
                      <a:pt x="50945" y="42269"/>
                      <a:pt x="126449" y="0"/>
                      <a:pt x="149288" y="0"/>
                    </a:cubicBezTo>
                    <a:cubicBezTo>
                      <a:pt x="156105" y="0"/>
                      <a:pt x="168547" y="4602"/>
                      <a:pt x="173661" y="25225"/>
                    </a:cubicBezTo>
                    <a:cubicBezTo>
                      <a:pt x="181330" y="56585"/>
                      <a:pt x="170763" y="135669"/>
                      <a:pt x="136846" y="156974"/>
                    </a:cubicBezTo>
                    <a:cubicBezTo>
                      <a:pt x="126006" y="164696"/>
                      <a:pt x="113155" y="169081"/>
                      <a:pt x="99861" y="169586"/>
                    </a:cubicBezTo>
                    <a:close/>
                    <a:moveTo>
                      <a:pt x="42082" y="87605"/>
                    </a:moveTo>
                    <a:cubicBezTo>
                      <a:pt x="88612" y="147599"/>
                      <a:pt x="104463" y="137714"/>
                      <a:pt x="118609" y="128851"/>
                    </a:cubicBezTo>
                    <a:cubicBezTo>
                      <a:pt x="135653" y="118114"/>
                      <a:pt x="145879" y="57267"/>
                      <a:pt x="141277" y="35962"/>
                    </a:cubicBezTo>
                    <a:cubicBezTo>
                      <a:pt x="107002" y="50736"/>
                      <a:pt x="73852" y="67996"/>
                      <a:pt x="42082" y="87605"/>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6" name="任意多边形: 形状 35">
                <a:extLst>
                  <a:ext uri="{FF2B5EF4-FFF2-40B4-BE49-F238E27FC236}">
                    <a16:creationId xmlns:a16="http://schemas.microsoft.com/office/drawing/2014/main" id="{3A8C6AD2-8DB9-FC0F-F9FC-D1681BEFC895}"/>
                  </a:ext>
                </a:extLst>
              </p:cNvPr>
              <p:cNvSpPr/>
              <p:nvPr/>
            </p:nvSpPr>
            <p:spPr>
              <a:xfrm>
                <a:off x="6179722" y="2209040"/>
                <a:ext cx="109571" cy="240488"/>
              </a:xfrm>
              <a:custGeom>
                <a:avLst/>
                <a:gdLst>
                  <a:gd name="connsiteX0" fmla="*/ 83264 w 109571"/>
                  <a:gd name="connsiteY0" fmla="*/ 240488 h 240488"/>
                  <a:gd name="connsiteX1" fmla="*/ 8953 w 109571"/>
                  <a:gd name="connsiteY1" fmla="*/ 213389 h 240488"/>
                  <a:gd name="connsiteX2" fmla="*/ 6225 w 109571"/>
                  <a:gd name="connsiteY2" fmla="*/ 158337 h 240488"/>
                  <a:gd name="connsiteX3" fmla="*/ 33325 w 109571"/>
                  <a:gd name="connsiteY3" fmla="*/ 17044 h 240488"/>
                  <a:gd name="connsiteX4" fmla="*/ 50369 w 109571"/>
                  <a:gd name="connsiteY4" fmla="*/ 0 h 240488"/>
                  <a:gd name="connsiteX5" fmla="*/ 67413 w 109571"/>
                  <a:gd name="connsiteY5" fmla="*/ 17044 h 240488"/>
                  <a:gd name="connsiteX6" fmla="*/ 37757 w 109571"/>
                  <a:gd name="connsiteY6" fmla="*/ 170438 h 240488"/>
                  <a:gd name="connsiteX7" fmla="*/ 36563 w 109571"/>
                  <a:gd name="connsiteY7" fmla="*/ 192425 h 240488"/>
                  <a:gd name="connsiteX8" fmla="*/ 91274 w 109571"/>
                  <a:gd name="connsiteY8" fmla="*/ 205208 h 240488"/>
                  <a:gd name="connsiteX9" fmla="*/ 109511 w 109571"/>
                  <a:gd name="connsiteY9" fmla="*/ 220888 h 240488"/>
                  <a:gd name="connsiteX10" fmla="*/ 93933 w 109571"/>
                  <a:gd name="connsiteY10" fmla="*/ 239287 h 240488"/>
                  <a:gd name="connsiteX11" fmla="*/ 93831 w 109571"/>
                  <a:gd name="connsiteY11" fmla="*/ 239295 h 240488"/>
                  <a:gd name="connsiteX12" fmla="*/ 83264 w 109571"/>
                  <a:gd name="connsiteY12" fmla="*/ 240488 h 24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571" h="240488">
                    <a:moveTo>
                      <a:pt x="83264" y="240488"/>
                    </a:moveTo>
                    <a:cubicBezTo>
                      <a:pt x="64516" y="240488"/>
                      <a:pt x="26337" y="237250"/>
                      <a:pt x="8953" y="213389"/>
                    </a:cubicBezTo>
                    <a:cubicBezTo>
                      <a:pt x="-1921" y="196904"/>
                      <a:pt x="-2961" y="175814"/>
                      <a:pt x="6225" y="158337"/>
                    </a:cubicBezTo>
                    <a:cubicBezTo>
                      <a:pt x="22639" y="112961"/>
                      <a:pt x="31791" y="65274"/>
                      <a:pt x="33325" y="17044"/>
                    </a:cubicBezTo>
                    <a:cubicBezTo>
                      <a:pt x="33325" y="7631"/>
                      <a:pt x="40961" y="0"/>
                      <a:pt x="50369" y="0"/>
                    </a:cubicBezTo>
                    <a:cubicBezTo>
                      <a:pt x="59777" y="0"/>
                      <a:pt x="67413" y="7631"/>
                      <a:pt x="67413" y="17044"/>
                    </a:cubicBezTo>
                    <a:cubicBezTo>
                      <a:pt x="65862" y="69440"/>
                      <a:pt x="55840" y="121238"/>
                      <a:pt x="37757" y="170438"/>
                    </a:cubicBezTo>
                    <a:cubicBezTo>
                      <a:pt x="33666" y="180494"/>
                      <a:pt x="33155" y="187482"/>
                      <a:pt x="36563" y="192425"/>
                    </a:cubicBezTo>
                    <a:cubicBezTo>
                      <a:pt x="44404" y="203333"/>
                      <a:pt x="73889" y="206571"/>
                      <a:pt x="91274" y="205208"/>
                    </a:cubicBezTo>
                    <a:cubicBezTo>
                      <a:pt x="100631" y="204522"/>
                      <a:pt x="108778" y="211533"/>
                      <a:pt x="109511" y="220888"/>
                    </a:cubicBezTo>
                    <a:cubicBezTo>
                      <a:pt x="110295" y="230269"/>
                      <a:pt x="103324" y="238506"/>
                      <a:pt x="93933" y="239287"/>
                    </a:cubicBezTo>
                    <a:cubicBezTo>
                      <a:pt x="93899" y="239290"/>
                      <a:pt x="93865" y="239292"/>
                      <a:pt x="93831" y="239295"/>
                    </a:cubicBezTo>
                    <a:cubicBezTo>
                      <a:pt x="92467" y="240147"/>
                      <a:pt x="88888" y="240488"/>
                      <a:pt x="83264" y="240488"/>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7" name="任意多边形: 形状 36">
                <a:extLst>
                  <a:ext uri="{FF2B5EF4-FFF2-40B4-BE49-F238E27FC236}">
                    <a16:creationId xmlns:a16="http://schemas.microsoft.com/office/drawing/2014/main" id="{55636ADB-754F-98A0-82DA-DB1D0F95F7EA}"/>
                  </a:ext>
                </a:extLst>
              </p:cNvPr>
              <p:cNvSpPr/>
              <p:nvPr/>
            </p:nvSpPr>
            <p:spPr>
              <a:xfrm>
                <a:off x="6324991" y="2215541"/>
                <a:ext cx="177054" cy="74968"/>
              </a:xfrm>
              <a:custGeom>
                <a:avLst/>
                <a:gdLst>
                  <a:gd name="connsiteX0" fmla="*/ 17078 w 177054"/>
                  <a:gd name="connsiteY0" fmla="*/ 74969 h 74968"/>
                  <a:gd name="connsiteX1" fmla="*/ 0 w 177054"/>
                  <a:gd name="connsiteY1" fmla="*/ 57951 h 74968"/>
                  <a:gd name="connsiteX2" fmla="*/ 2931 w 177054"/>
                  <a:gd name="connsiteY2" fmla="*/ 48380 h 74968"/>
                  <a:gd name="connsiteX3" fmla="*/ 71107 w 177054"/>
                  <a:gd name="connsiteY3" fmla="*/ 5260 h 74968"/>
                  <a:gd name="connsiteX4" fmla="*/ 174392 w 177054"/>
                  <a:gd name="connsiteY4" fmla="*/ 41393 h 74968"/>
                  <a:gd name="connsiteX5" fmla="*/ 169160 w 177054"/>
                  <a:gd name="connsiteY5" fmla="*/ 64920 h 74968"/>
                  <a:gd name="connsiteX6" fmla="*/ 145623 w 177054"/>
                  <a:gd name="connsiteY6" fmla="*/ 59679 h 74968"/>
                  <a:gd name="connsiteX7" fmla="*/ 144907 w 177054"/>
                  <a:gd name="connsiteY7" fmla="*/ 58436 h 74968"/>
                  <a:gd name="connsiteX8" fmla="*/ 79970 w 177054"/>
                  <a:gd name="connsiteY8" fmla="*/ 37643 h 74968"/>
                  <a:gd name="connsiteX9" fmla="*/ 30202 w 177054"/>
                  <a:gd name="connsiteY9" fmla="*/ 67810 h 74968"/>
                  <a:gd name="connsiteX10" fmla="*/ 17078 w 177054"/>
                  <a:gd name="connsiteY10" fmla="*/ 74969 h 7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054" h="74968">
                    <a:moveTo>
                      <a:pt x="17078" y="74969"/>
                    </a:moveTo>
                    <a:cubicBezTo>
                      <a:pt x="7670" y="74982"/>
                      <a:pt x="17" y="67364"/>
                      <a:pt x="0" y="57951"/>
                    </a:cubicBezTo>
                    <a:cubicBezTo>
                      <a:pt x="0" y="54540"/>
                      <a:pt x="1023" y="51206"/>
                      <a:pt x="2931" y="48380"/>
                    </a:cubicBezTo>
                    <a:cubicBezTo>
                      <a:pt x="20436" y="27054"/>
                      <a:pt x="44331" y="11932"/>
                      <a:pt x="71107" y="5260"/>
                    </a:cubicBezTo>
                    <a:cubicBezTo>
                      <a:pt x="109745" y="-8877"/>
                      <a:pt x="152985" y="6253"/>
                      <a:pt x="174392" y="41393"/>
                    </a:cubicBezTo>
                    <a:cubicBezTo>
                      <a:pt x="179437" y="49337"/>
                      <a:pt x="177102" y="59870"/>
                      <a:pt x="169160" y="64920"/>
                    </a:cubicBezTo>
                    <a:cubicBezTo>
                      <a:pt x="161201" y="69970"/>
                      <a:pt x="150667" y="67623"/>
                      <a:pt x="145623" y="59679"/>
                    </a:cubicBezTo>
                    <a:cubicBezTo>
                      <a:pt x="145367" y="59275"/>
                      <a:pt x="145128" y="58861"/>
                      <a:pt x="144907" y="58436"/>
                    </a:cubicBezTo>
                    <a:cubicBezTo>
                      <a:pt x="131459" y="36295"/>
                      <a:pt x="103780" y="27427"/>
                      <a:pt x="79970" y="37643"/>
                    </a:cubicBezTo>
                    <a:cubicBezTo>
                      <a:pt x="60778" y="42601"/>
                      <a:pt x="43479" y="53093"/>
                      <a:pt x="30202" y="67810"/>
                    </a:cubicBezTo>
                    <a:cubicBezTo>
                      <a:pt x="27168" y="72090"/>
                      <a:pt x="22327" y="74730"/>
                      <a:pt x="17078" y="74969"/>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8" name="任意多边形: 形状 37">
                <a:extLst>
                  <a:ext uri="{FF2B5EF4-FFF2-40B4-BE49-F238E27FC236}">
                    <a16:creationId xmlns:a16="http://schemas.microsoft.com/office/drawing/2014/main" id="{92FCC6A6-BF86-7082-E0A4-3469DC13672C}"/>
                  </a:ext>
                </a:extLst>
              </p:cNvPr>
              <p:cNvSpPr/>
              <p:nvPr/>
            </p:nvSpPr>
            <p:spPr>
              <a:xfrm>
                <a:off x="6399691" y="2233001"/>
                <a:ext cx="62324" cy="86538"/>
              </a:xfrm>
              <a:custGeom>
                <a:avLst/>
                <a:gdLst>
                  <a:gd name="connsiteX0" fmla="*/ 156 w 62324"/>
                  <a:gd name="connsiteY0" fmla="*/ 40976 h 86538"/>
                  <a:gd name="connsiteX1" fmla="*/ 28108 w 62324"/>
                  <a:gd name="connsiteY1" fmla="*/ 86483 h 86538"/>
                  <a:gd name="connsiteX2" fmla="*/ 62196 w 62324"/>
                  <a:gd name="connsiteY2" fmla="*/ 45578 h 86538"/>
                  <a:gd name="connsiteX3" fmla="*/ 34244 w 62324"/>
                  <a:gd name="connsiteY3" fmla="*/ 71 h 86538"/>
                  <a:gd name="connsiteX4" fmla="*/ 156 w 62324"/>
                  <a:gd name="connsiteY4" fmla="*/ 40976 h 86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324" h="86538">
                    <a:moveTo>
                      <a:pt x="156" y="40976"/>
                    </a:moveTo>
                    <a:cubicBezTo>
                      <a:pt x="-1548" y="64838"/>
                      <a:pt x="10894" y="85290"/>
                      <a:pt x="28108" y="86483"/>
                    </a:cubicBezTo>
                    <a:cubicBezTo>
                      <a:pt x="45322" y="87676"/>
                      <a:pt x="60662" y="69439"/>
                      <a:pt x="62196" y="45578"/>
                    </a:cubicBezTo>
                    <a:cubicBezTo>
                      <a:pt x="63729" y="21717"/>
                      <a:pt x="51458" y="1435"/>
                      <a:pt x="34244" y="71"/>
                    </a:cubicBezTo>
                    <a:cubicBezTo>
                      <a:pt x="17030" y="-1292"/>
                      <a:pt x="1861" y="17115"/>
                      <a:pt x="156" y="40976"/>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39" name="任意多边形: 形状 38">
                <a:extLst>
                  <a:ext uri="{FF2B5EF4-FFF2-40B4-BE49-F238E27FC236}">
                    <a16:creationId xmlns:a16="http://schemas.microsoft.com/office/drawing/2014/main" id="{EF772C95-EC7F-D14F-0DE7-5AAAC7ED57A1}"/>
                  </a:ext>
                </a:extLst>
              </p:cNvPr>
              <p:cNvSpPr/>
              <p:nvPr/>
            </p:nvSpPr>
            <p:spPr>
              <a:xfrm>
                <a:off x="7030079" y="4075800"/>
                <a:ext cx="285187" cy="579880"/>
              </a:xfrm>
              <a:custGeom>
                <a:avLst/>
                <a:gdLst>
                  <a:gd name="connsiteX0" fmla="*/ 267126 w 285187"/>
                  <a:gd name="connsiteY0" fmla="*/ 579880 h 579880"/>
                  <a:gd name="connsiteX1" fmla="*/ 250934 w 285187"/>
                  <a:gd name="connsiteY1" fmla="*/ 569483 h 579880"/>
                  <a:gd name="connsiteX2" fmla="*/ 1583 w 285187"/>
                  <a:gd name="connsiteY2" fmla="*/ 25104 h 579880"/>
                  <a:gd name="connsiteX3" fmla="*/ 10446 w 285187"/>
                  <a:gd name="connsiteY3" fmla="*/ 1583 h 579880"/>
                  <a:gd name="connsiteX4" fmla="*/ 33966 w 285187"/>
                  <a:gd name="connsiteY4" fmla="*/ 10446 h 579880"/>
                  <a:gd name="connsiteX5" fmla="*/ 283317 w 285187"/>
                  <a:gd name="connsiteY5" fmla="*/ 554485 h 579880"/>
                  <a:gd name="connsiteX6" fmla="*/ 275903 w 285187"/>
                  <a:gd name="connsiteY6" fmla="*/ 577426 h 579880"/>
                  <a:gd name="connsiteX7" fmla="*/ 274625 w 285187"/>
                  <a:gd name="connsiteY7" fmla="*/ 578005 h 579880"/>
                  <a:gd name="connsiteX8" fmla="*/ 267126 w 285187"/>
                  <a:gd name="connsiteY8" fmla="*/ 579880 h 57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187" h="579880">
                    <a:moveTo>
                      <a:pt x="267126" y="579880"/>
                    </a:moveTo>
                    <a:cubicBezTo>
                      <a:pt x="260172" y="579812"/>
                      <a:pt x="253883" y="575773"/>
                      <a:pt x="250934" y="569483"/>
                    </a:cubicBezTo>
                    <a:lnTo>
                      <a:pt x="1583" y="25104"/>
                    </a:lnTo>
                    <a:cubicBezTo>
                      <a:pt x="-2456" y="16156"/>
                      <a:pt x="1498" y="5622"/>
                      <a:pt x="10446" y="1583"/>
                    </a:cubicBezTo>
                    <a:cubicBezTo>
                      <a:pt x="19394" y="-2456"/>
                      <a:pt x="29927" y="1498"/>
                      <a:pt x="33966" y="10446"/>
                    </a:cubicBezTo>
                    <a:lnTo>
                      <a:pt x="283317" y="554485"/>
                    </a:lnTo>
                    <a:cubicBezTo>
                      <a:pt x="287595" y="562870"/>
                      <a:pt x="284289" y="573131"/>
                      <a:pt x="275903" y="577426"/>
                    </a:cubicBezTo>
                    <a:cubicBezTo>
                      <a:pt x="275477" y="577630"/>
                      <a:pt x="275051" y="577835"/>
                      <a:pt x="274625" y="578005"/>
                    </a:cubicBezTo>
                    <a:cubicBezTo>
                      <a:pt x="272307" y="579198"/>
                      <a:pt x="269734" y="579846"/>
                      <a:pt x="267126" y="579880"/>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0" name="任意多边形: 形状 39">
                <a:extLst>
                  <a:ext uri="{FF2B5EF4-FFF2-40B4-BE49-F238E27FC236}">
                    <a16:creationId xmlns:a16="http://schemas.microsoft.com/office/drawing/2014/main" id="{8DDBCA82-EAF2-194D-EE9D-7B131B6759F2}"/>
                  </a:ext>
                </a:extLst>
              </p:cNvPr>
              <p:cNvSpPr/>
              <p:nvPr/>
            </p:nvSpPr>
            <p:spPr>
              <a:xfrm>
                <a:off x="4428900" y="2894202"/>
                <a:ext cx="2720364" cy="2720364"/>
              </a:xfrm>
              <a:custGeom>
                <a:avLst/>
                <a:gdLst>
                  <a:gd name="connsiteX0" fmla="*/ 2720364 w 2720364"/>
                  <a:gd name="connsiteY0" fmla="*/ 883893 h 2720364"/>
                  <a:gd name="connsiteX1" fmla="*/ 1360267 w 2720364"/>
                  <a:gd name="connsiteY1" fmla="*/ 441946 h 2720364"/>
                  <a:gd name="connsiteX2" fmla="*/ 0 w 2720364"/>
                  <a:gd name="connsiteY2" fmla="*/ 0 h 2720364"/>
                  <a:gd name="connsiteX3" fmla="*/ 442117 w 2720364"/>
                  <a:gd name="connsiteY3" fmla="*/ 1360097 h 2720364"/>
                  <a:gd name="connsiteX4" fmla="*/ 884063 w 2720364"/>
                  <a:gd name="connsiteY4" fmla="*/ 2720364 h 2720364"/>
                  <a:gd name="connsiteX5" fmla="*/ 1361972 w 2720364"/>
                  <a:gd name="connsiteY5" fmla="*/ 1789942 h 2720364"/>
                  <a:gd name="connsiteX6" fmla="*/ 2088209 w 2720364"/>
                  <a:gd name="connsiteY6" fmla="*/ 2516179 h 2720364"/>
                  <a:gd name="connsiteX7" fmla="*/ 2516179 w 2720364"/>
                  <a:gd name="connsiteY7" fmla="*/ 2088209 h 2720364"/>
                  <a:gd name="connsiteX8" fmla="*/ 1789942 w 2720364"/>
                  <a:gd name="connsiteY8" fmla="*/ 1361972 h 2720364"/>
                  <a:gd name="connsiteX9" fmla="*/ 2720364 w 2720364"/>
                  <a:gd name="connsiteY9" fmla="*/ 883893 h 272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0364" h="2720364">
                    <a:moveTo>
                      <a:pt x="2720364" y="883893"/>
                    </a:moveTo>
                    <a:lnTo>
                      <a:pt x="1360267" y="441946"/>
                    </a:lnTo>
                    <a:lnTo>
                      <a:pt x="0" y="0"/>
                    </a:lnTo>
                    <a:lnTo>
                      <a:pt x="442117" y="1360097"/>
                    </a:lnTo>
                    <a:lnTo>
                      <a:pt x="884063" y="2720364"/>
                    </a:lnTo>
                    <a:lnTo>
                      <a:pt x="1361972" y="1789942"/>
                    </a:lnTo>
                    <a:lnTo>
                      <a:pt x="2088209" y="2516179"/>
                    </a:lnTo>
                    <a:lnTo>
                      <a:pt x="2516179" y="2088209"/>
                    </a:lnTo>
                    <a:lnTo>
                      <a:pt x="1789942" y="1361972"/>
                    </a:lnTo>
                    <a:lnTo>
                      <a:pt x="2720364" y="883893"/>
                    </a:lnTo>
                    <a:close/>
                  </a:path>
                </a:pathLst>
              </a:custGeom>
              <a:solidFill>
                <a:srgbClr val="1D1D1B"/>
              </a:solidFill>
              <a:ln w="17026" cap="flat">
                <a:noFill/>
                <a:prstDash val="solid"/>
                <a:miter/>
              </a:ln>
            </p:spPr>
            <p:txBody>
              <a:bodyPr rtlCol="0" anchor="ctr"/>
              <a:lstStyle/>
              <a:p>
                <a:endParaRPr lang="zh-CN" altLang="en-US">
                  <a:cs typeface="+mn-ea"/>
                  <a:sym typeface="+mn-lt"/>
                </a:endParaRPr>
              </a:p>
            </p:txBody>
          </p:sp>
          <p:sp>
            <p:nvSpPr>
              <p:cNvPr id="41" name="任意多边形: 形状 40">
                <a:extLst>
                  <a:ext uri="{FF2B5EF4-FFF2-40B4-BE49-F238E27FC236}">
                    <a16:creationId xmlns:a16="http://schemas.microsoft.com/office/drawing/2014/main" id="{6EB190D3-87EB-A26A-ECED-6290818EDA60}"/>
                  </a:ext>
                </a:extLst>
              </p:cNvPr>
              <p:cNvSpPr/>
              <p:nvPr/>
            </p:nvSpPr>
            <p:spPr>
              <a:xfrm>
                <a:off x="5739488" y="4220211"/>
                <a:ext cx="2308686" cy="1224849"/>
              </a:xfrm>
              <a:custGeom>
                <a:avLst/>
                <a:gdLst>
                  <a:gd name="connsiteX0" fmla="*/ 2207257 w 2308686"/>
                  <a:gd name="connsiteY0" fmla="*/ 693343 h 1224849"/>
                  <a:gd name="connsiteX1" fmla="*/ 1077081 w 2308686"/>
                  <a:gd name="connsiteY1" fmla="*/ 124420 h 1224849"/>
                  <a:gd name="connsiteX2" fmla="*/ 592184 w 2308686"/>
                  <a:gd name="connsiteY2" fmla="*/ 0 h 1224849"/>
                  <a:gd name="connsiteX3" fmla="*/ 26159 w 2308686"/>
                  <a:gd name="connsiteY3" fmla="*/ 146066 h 1224849"/>
                  <a:gd name="connsiteX4" fmla="*/ 1292 w 2308686"/>
                  <a:gd name="connsiteY4" fmla="*/ 189885 h 1224849"/>
                  <a:gd name="connsiteX5" fmla="*/ 9115 w 2308686"/>
                  <a:gd name="connsiteY5" fmla="*/ 204185 h 1224849"/>
                  <a:gd name="connsiteX6" fmla="*/ 9115 w 2308686"/>
                  <a:gd name="connsiteY6" fmla="*/ 204185 h 1224849"/>
                  <a:gd name="connsiteX7" fmla="*/ 156204 w 2308686"/>
                  <a:gd name="connsiteY7" fmla="*/ 256680 h 1224849"/>
                  <a:gd name="connsiteX8" fmla="*/ 539519 w 2308686"/>
                  <a:gd name="connsiteY8" fmla="*/ 194470 h 1224849"/>
                  <a:gd name="connsiteX9" fmla="*/ 54111 w 2308686"/>
                  <a:gd name="connsiteY9" fmla="*/ 344796 h 1224849"/>
                  <a:gd name="connsiteX10" fmla="*/ 18864 w 2308686"/>
                  <a:gd name="connsiteY10" fmla="*/ 411233 h 1224849"/>
                  <a:gd name="connsiteX11" fmla="*/ 32124 w 2308686"/>
                  <a:gd name="connsiteY11" fmla="*/ 433254 h 1224849"/>
                  <a:gd name="connsiteX12" fmla="*/ 32124 w 2308686"/>
                  <a:gd name="connsiteY12" fmla="*/ 433254 h 1224849"/>
                  <a:gd name="connsiteX13" fmla="*/ 134387 w 2308686"/>
                  <a:gd name="connsiteY13" fmla="*/ 464955 h 1224849"/>
                  <a:gd name="connsiteX14" fmla="*/ 631385 w 2308686"/>
                  <a:gd name="connsiteY14" fmla="*/ 372067 h 1224849"/>
                  <a:gd name="connsiteX15" fmla="*/ 273465 w 2308686"/>
                  <a:gd name="connsiteY15" fmla="*/ 488817 h 1224849"/>
                  <a:gd name="connsiteX16" fmla="*/ 235236 w 2308686"/>
                  <a:gd name="connsiteY16" fmla="*/ 564559 h 1224849"/>
                  <a:gd name="connsiteX17" fmla="*/ 250626 w 2308686"/>
                  <a:gd name="connsiteY17" fmla="*/ 589034 h 1224849"/>
                  <a:gd name="connsiteX18" fmla="*/ 250626 w 2308686"/>
                  <a:gd name="connsiteY18" fmla="*/ 589034 h 1224849"/>
                  <a:gd name="connsiteX19" fmla="*/ 304314 w 2308686"/>
                  <a:gd name="connsiteY19" fmla="*/ 604544 h 1224849"/>
                  <a:gd name="connsiteX20" fmla="*/ 594059 w 2308686"/>
                  <a:gd name="connsiteY20" fmla="*/ 544891 h 1224849"/>
                  <a:gd name="connsiteX21" fmla="*/ 491796 w 2308686"/>
                  <a:gd name="connsiteY21" fmla="*/ 610169 h 1224849"/>
                  <a:gd name="connsiteX22" fmla="*/ 471548 w 2308686"/>
                  <a:gd name="connsiteY22" fmla="*/ 702461 h 1224849"/>
                  <a:gd name="connsiteX23" fmla="*/ 490944 w 2308686"/>
                  <a:gd name="connsiteY23" fmla="*/ 722147 h 1224849"/>
                  <a:gd name="connsiteX24" fmla="*/ 490944 w 2308686"/>
                  <a:gd name="connsiteY24" fmla="*/ 722147 h 1224849"/>
                  <a:gd name="connsiteX25" fmla="*/ 554347 w 2308686"/>
                  <a:gd name="connsiteY25" fmla="*/ 727601 h 1224849"/>
                  <a:gd name="connsiteX26" fmla="*/ 803017 w 2308686"/>
                  <a:gd name="connsiteY26" fmla="*/ 619372 h 1224849"/>
                  <a:gd name="connsiteX27" fmla="*/ 1101454 w 2308686"/>
                  <a:gd name="connsiteY27" fmla="*/ 770040 h 1224849"/>
                  <a:gd name="connsiteX28" fmla="*/ 1392562 w 2308686"/>
                  <a:gd name="connsiteY28" fmla="*/ 864122 h 1224849"/>
                  <a:gd name="connsiteX29" fmla="*/ 1534708 w 2308686"/>
                  <a:gd name="connsiteY29" fmla="*/ 886279 h 1224849"/>
                  <a:gd name="connsiteX30" fmla="*/ 1838088 w 2308686"/>
                  <a:gd name="connsiteY30" fmla="*/ 1212497 h 1224849"/>
                  <a:gd name="connsiteX31" fmla="*/ 1978188 w 2308686"/>
                  <a:gd name="connsiteY31" fmla="*/ 1223746 h 1224849"/>
                  <a:gd name="connsiteX32" fmla="*/ 2207768 w 2308686"/>
                  <a:gd name="connsiteY32" fmla="*/ 693172 h 122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08686" h="1224849">
                    <a:moveTo>
                      <a:pt x="2207257" y="693343"/>
                    </a:moveTo>
                    <a:lnTo>
                      <a:pt x="1077081" y="124420"/>
                    </a:lnTo>
                    <a:lnTo>
                      <a:pt x="592184" y="0"/>
                    </a:lnTo>
                    <a:lnTo>
                      <a:pt x="26159" y="146066"/>
                    </a:lnTo>
                    <a:cubicBezTo>
                      <a:pt x="7189" y="151298"/>
                      <a:pt x="-3940" y="170915"/>
                      <a:pt x="1292" y="189885"/>
                    </a:cubicBezTo>
                    <a:cubicBezTo>
                      <a:pt x="2758" y="195186"/>
                      <a:pt x="5434" y="200077"/>
                      <a:pt x="9115" y="204185"/>
                    </a:cubicBezTo>
                    <a:lnTo>
                      <a:pt x="9115" y="204185"/>
                    </a:lnTo>
                    <a:cubicBezTo>
                      <a:pt x="45913" y="245738"/>
                      <a:pt x="101425" y="265543"/>
                      <a:pt x="156204" y="256680"/>
                    </a:cubicBezTo>
                    <a:lnTo>
                      <a:pt x="539519" y="194470"/>
                    </a:lnTo>
                    <a:lnTo>
                      <a:pt x="54111" y="344796"/>
                    </a:lnTo>
                    <a:cubicBezTo>
                      <a:pt x="26040" y="353404"/>
                      <a:pt x="10257" y="383162"/>
                      <a:pt x="18864" y="411233"/>
                    </a:cubicBezTo>
                    <a:cubicBezTo>
                      <a:pt x="21421" y="419551"/>
                      <a:pt x="25972" y="427101"/>
                      <a:pt x="32124" y="433254"/>
                    </a:cubicBezTo>
                    <a:lnTo>
                      <a:pt x="32124" y="433254"/>
                    </a:lnTo>
                    <a:cubicBezTo>
                      <a:pt x="58883" y="460064"/>
                      <a:pt x="97164" y="471926"/>
                      <a:pt x="134387" y="464955"/>
                    </a:cubicBezTo>
                    <a:lnTo>
                      <a:pt x="631385" y="372067"/>
                    </a:lnTo>
                    <a:lnTo>
                      <a:pt x="273465" y="488817"/>
                    </a:lnTo>
                    <a:cubicBezTo>
                      <a:pt x="241985" y="499179"/>
                      <a:pt x="224873" y="533097"/>
                      <a:pt x="235236" y="564559"/>
                    </a:cubicBezTo>
                    <a:cubicBezTo>
                      <a:pt x="238304" y="573849"/>
                      <a:pt x="243570" y="582251"/>
                      <a:pt x="250626" y="589034"/>
                    </a:cubicBezTo>
                    <a:lnTo>
                      <a:pt x="250626" y="589034"/>
                    </a:lnTo>
                    <a:cubicBezTo>
                      <a:pt x="264807" y="602840"/>
                      <a:pt x="284952" y="608652"/>
                      <a:pt x="304314" y="604544"/>
                    </a:cubicBezTo>
                    <a:lnTo>
                      <a:pt x="594059" y="544891"/>
                    </a:lnTo>
                    <a:lnTo>
                      <a:pt x="491796" y="610169"/>
                    </a:lnTo>
                    <a:cubicBezTo>
                      <a:pt x="460725" y="630059"/>
                      <a:pt x="451658" y="671390"/>
                      <a:pt x="471548" y="702461"/>
                    </a:cubicBezTo>
                    <a:cubicBezTo>
                      <a:pt x="476576" y="710301"/>
                      <a:pt x="483172" y="716999"/>
                      <a:pt x="490944" y="722147"/>
                    </a:cubicBezTo>
                    <a:lnTo>
                      <a:pt x="490944" y="722147"/>
                    </a:lnTo>
                    <a:cubicBezTo>
                      <a:pt x="509795" y="734589"/>
                      <a:pt x="533656" y="736651"/>
                      <a:pt x="554347" y="727601"/>
                    </a:cubicBezTo>
                    <a:lnTo>
                      <a:pt x="803017" y="619372"/>
                    </a:lnTo>
                    <a:lnTo>
                      <a:pt x="1101454" y="770040"/>
                    </a:lnTo>
                    <a:cubicBezTo>
                      <a:pt x="1192996" y="816365"/>
                      <a:pt x="1291220" y="848100"/>
                      <a:pt x="1392562" y="864122"/>
                    </a:cubicBezTo>
                    <a:lnTo>
                      <a:pt x="1534708" y="886279"/>
                    </a:lnTo>
                    <a:lnTo>
                      <a:pt x="1838088" y="1212497"/>
                    </a:lnTo>
                    <a:lnTo>
                      <a:pt x="1978188" y="1223746"/>
                    </a:lnTo>
                    <a:cubicBezTo>
                      <a:pt x="2267933" y="1247267"/>
                      <a:pt x="2423714" y="889006"/>
                      <a:pt x="2207768" y="693172"/>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2" name="任意多边形: 形状 41">
                <a:extLst>
                  <a:ext uri="{FF2B5EF4-FFF2-40B4-BE49-F238E27FC236}">
                    <a16:creationId xmlns:a16="http://schemas.microsoft.com/office/drawing/2014/main" id="{AC8FCBD9-D570-6FA6-92E2-F487B1336AFD}"/>
                  </a:ext>
                </a:extLst>
              </p:cNvPr>
              <p:cNvSpPr/>
              <p:nvPr/>
            </p:nvSpPr>
            <p:spPr>
              <a:xfrm>
                <a:off x="5723584" y="4204347"/>
                <a:ext cx="2341711" cy="1258869"/>
              </a:xfrm>
              <a:custGeom>
                <a:avLst/>
                <a:gdLst>
                  <a:gd name="connsiteX0" fmla="*/ 2019316 w 2341711"/>
                  <a:gd name="connsiteY0" fmla="*/ 1258017 h 1258869"/>
                  <a:gd name="connsiteX1" fmla="*/ 1992217 w 2341711"/>
                  <a:gd name="connsiteY1" fmla="*/ 1256824 h 1258869"/>
                  <a:gd name="connsiteX2" fmla="*/ 1852117 w 2341711"/>
                  <a:gd name="connsiteY2" fmla="*/ 1245575 h 1258869"/>
                  <a:gd name="connsiteX3" fmla="*/ 1841038 w 2341711"/>
                  <a:gd name="connsiteY3" fmla="*/ 1240121 h 1258869"/>
                  <a:gd name="connsiteX4" fmla="*/ 1541578 w 2341711"/>
                  <a:gd name="connsiteY4" fmla="*/ 919186 h 1258869"/>
                  <a:gd name="connsiteX5" fmla="*/ 1405228 w 2341711"/>
                  <a:gd name="connsiteY5" fmla="*/ 897540 h 1258869"/>
                  <a:gd name="connsiteX6" fmla="*/ 1108836 w 2341711"/>
                  <a:gd name="connsiteY6" fmla="*/ 801924 h 1258869"/>
                  <a:gd name="connsiteX7" fmla="*/ 817727 w 2341711"/>
                  <a:gd name="connsiteY7" fmla="*/ 654154 h 1258869"/>
                  <a:gd name="connsiteX8" fmla="*/ 576387 w 2341711"/>
                  <a:gd name="connsiteY8" fmla="*/ 759144 h 1258869"/>
                  <a:gd name="connsiteX9" fmla="*/ 466437 w 2341711"/>
                  <a:gd name="connsiteY9" fmla="*/ 714728 h 1258869"/>
                  <a:gd name="connsiteX10" fmla="*/ 497814 w 2341711"/>
                  <a:gd name="connsiteY10" fmla="*/ 611716 h 1258869"/>
                  <a:gd name="connsiteX11" fmla="*/ 522358 w 2341711"/>
                  <a:gd name="connsiteY11" fmla="*/ 595865 h 1258869"/>
                  <a:gd name="connsiteX12" fmla="*/ 323456 w 2341711"/>
                  <a:gd name="connsiteY12" fmla="*/ 637111 h 1258869"/>
                  <a:gd name="connsiteX13" fmla="*/ 231437 w 2341711"/>
                  <a:gd name="connsiteY13" fmla="*/ 578787 h 1258869"/>
                  <a:gd name="connsiteX14" fmla="*/ 283914 w 2341711"/>
                  <a:gd name="connsiteY14" fmla="*/ 488318 h 1258869"/>
                  <a:gd name="connsiteX15" fmla="*/ 392313 w 2341711"/>
                  <a:gd name="connsiteY15" fmla="*/ 453037 h 1258869"/>
                  <a:gd name="connsiteX16" fmla="*/ 153700 w 2341711"/>
                  <a:gd name="connsiteY16" fmla="*/ 497863 h 1258869"/>
                  <a:gd name="connsiteX17" fmla="*/ 36268 w 2341711"/>
                  <a:gd name="connsiteY17" fmla="*/ 461389 h 1258869"/>
                  <a:gd name="connsiteX18" fmla="*/ 36677 w 2341711"/>
                  <a:gd name="connsiteY18" fmla="*/ 361836 h 1258869"/>
                  <a:gd name="connsiteX19" fmla="*/ 65242 w 2341711"/>
                  <a:gd name="connsiteY19" fmla="*/ 344639 h 1258869"/>
                  <a:gd name="connsiteX20" fmla="*/ 317661 w 2341711"/>
                  <a:gd name="connsiteY20" fmla="*/ 266578 h 1258869"/>
                  <a:gd name="connsiteX21" fmla="*/ 175175 w 2341711"/>
                  <a:gd name="connsiteY21" fmla="*/ 289587 h 1258869"/>
                  <a:gd name="connsiteX22" fmla="*/ 12747 w 2341711"/>
                  <a:gd name="connsiteY22" fmla="*/ 231809 h 1258869"/>
                  <a:gd name="connsiteX23" fmla="*/ 18304 w 2341711"/>
                  <a:gd name="connsiteY23" fmla="*/ 157532 h 1258869"/>
                  <a:gd name="connsiteX24" fmla="*/ 38995 w 2341711"/>
                  <a:gd name="connsiteY24" fmla="*/ 146590 h 1258869"/>
                  <a:gd name="connsiteX25" fmla="*/ 605020 w 2341711"/>
                  <a:gd name="connsiteY25" fmla="*/ 524 h 1258869"/>
                  <a:gd name="connsiteX26" fmla="*/ 613372 w 2341711"/>
                  <a:gd name="connsiteY26" fmla="*/ 524 h 1258869"/>
                  <a:gd name="connsiteX27" fmla="*/ 1098268 w 2341711"/>
                  <a:gd name="connsiteY27" fmla="*/ 124603 h 1258869"/>
                  <a:gd name="connsiteX28" fmla="*/ 1101677 w 2341711"/>
                  <a:gd name="connsiteY28" fmla="*/ 125796 h 1258869"/>
                  <a:gd name="connsiteX29" fmla="*/ 2232023 w 2341711"/>
                  <a:gd name="connsiteY29" fmla="*/ 694719 h 1258869"/>
                  <a:gd name="connsiteX30" fmla="*/ 2235773 w 2341711"/>
                  <a:gd name="connsiteY30" fmla="*/ 697446 h 1258869"/>
                  <a:gd name="connsiteX31" fmla="*/ 2258203 w 2341711"/>
                  <a:gd name="connsiteY31" fmla="*/ 1152942 h 1258869"/>
                  <a:gd name="connsiteX32" fmla="*/ 2020510 w 2341711"/>
                  <a:gd name="connsiteY32" fmla="*/ 1258869 h 1258869"/>
                  <a:gd name="connsiteX33" fmla="*/ 1861491 w 2341711"/>
                  <a:gd name="connsiteY33" fmla="*/ 1212169 h 1258869"/>
                  <a:gd name="connsiteX34" fmla="*/ 1994944 w 2341711"/>
                  <a:gd name="connsiteY34" fmla="*/ 1222907 h 1258869"/>
                  <a:gd name="connsiteX35" fmla="*/ 2305516 w 2341711"/>
                  <a:gd name="connsiteY35" fmla="*/ 958557 h 1258869"/>
                  <a:gd name="connsiteX36" fmla="*/ 2213446 w 2341711"/>
                  <a:gd name="connsiteY36" fmla="*/ 723352 h 1258869"/>
                  <a:gd name="connsiteX37" fmla="*/ 1086849 w 2341711"/>
                  <a:gd name="connsiteY37" fmla="*/ 156305 h 1258869"/>
                  <a:gd name="connsiteX38" fmla="*/ 608088 w 2341711"/>
                  <a:gd name="connsiteY38" fmla="*/ 33760 h 1258869"/>
                  <a:gd name="connsiteX39" fmla="*/ 45642 w 2341711"/>
                  <a:gd name="connsiteY39" fmla="*/ 178802 h 1258869"/>
                  <a:gd name="connsiteX40" fmla="*/ 32365 w 2341711"/>
                  <a:gd name="connsiteY40" fmla="*/ 201760 h 1258869"/>
                  <a:gd name="connsiteX41" fmla="*/ 36268 w 2341711"/>
                  <a:gd name="connsiteY41" fmla="*/ 209140 h 1258869"/>
                  <a:gd name="connsiteX42" fmla="*/ 167846 w 2341711"/>
                  <a:gd name="connsiteY42" fmla="*/ 256011 h 1258869"/>
                  <a:gd name="connsiteX43" fmla="*/ 551162 w 2341711"/>
                  <a:gd name="connsiteY43" fmla="*/ 193971 h 1258869"/>
                  <a:gd name="connsiteX44" fmla="*/ 570592 w 2341711"/>
                  <a:gd name="connsiteY44" fmla="*/ 206925 h 1258869"/>
                  <a:gd name="connsiteX45" fmla="*/ 559002 w 2341711"/>
                  <a:gd name="connsiteY45" fmla="*/ 227036 h 1258869"/>
                  <a:gd name="connsiteX46" fmla="*/ 73423 w 2341711"/>
                  <a:gd name="connsiteY46" fmla="*/ 377192 h 1258869"/>
                  <a:gd name="connsiteX47" fmla="*/ 49528 w 2341711"/>
                  <a:gd name="connsiteY47" fmla="*/ 422359 h 1258869"/>
                  <a:gd name="connsiteX48" fmla="*/ 58595 w 2341711"/>
                  <a:gd name="connsiteY48" fmla="*/ 437357 h 1258869"/>
                  <a:gd name="connsiteX49" fmla="*/ 145519 w 2341711"/>
                  <a:gd name="connsiteY49" fmla="*/ 464457 h 1258869"/>
                  <a:gd name="connsiteX50" fmla="*/ 642687 w 2341711"/>
                  <a:gd name="connsiteY50" fmla="*/ 371227 h 1258869"/>
                  <a:gd name="connsiteX51" fmla="*/ 662424 w 2341711"/>
                  <a:gd name="connsiteY51" fmla="*/ 385067 h 1258869"/>
                  <a:gd name="connsiteX52" fmla="*/ 651209 w 2341711"/>
                  <a:gd name="connsiteY52" fmla="*/ 404122 h 1258869"/>
                  <a:gd name="connsiteX53" fmla="*/ 293289 w 2341711"/>
                  <a:gd name="connsiteY53" fmla="*/ 520872 h 1258869"/>
                  <a:gd name="connsiteX54" fmla="*/ 266445 w 2341711"/>
                  <a:gd name="connsiteY54" fmla="*/ 575361 h 1258869"/>
                  <a:gd name="connsiteX55" fmla="*/ 315275 w 2341711"/>
                  <a:gd name="connsiteY55" fmla="*/ 603705 h 1258869"/>
                  <a:gd name="connsiteX56" fmla="*/ 605020 w 2341711"/>
                  <a:gd name="connsiteY56" fmla="*/ 544052 h 1258869"/>
                  <a:gd name="connsiteX57" fmla="*/ 624109 w 2341711"/>
                  <a:gd name="connsiteY57" fmla="*/ 554278 h 1258869"/>
                  <a:gd name="connsiteX58" fmla="*/ 617633 w 2341711"/>
                  <a:gd name="connsiteY58" fmla="*/ 575071 h 1258869"/>
                  <a:gd name="connsiteX59" fmla="*/ 515370 w 2341711"/>
                  <a:gd name="connsiteY59" fmla="*/ 640349 h 1258869"/>
                  <a:gd name="connsiteX60" fmla="*/ 500695 w 2341711"/>
                  <a:gd name="connsiteY60" fmla="*/ 709189 h 1258869"/>
                  <a:gd name="connsiteX61" fmla="*/ 515370 w 2341711"/>
                  <a:gd name="connsiteY61" fmla="*/ 723864 h 1258869"/>
                  <a:gd name="connsiteX62" fmla="*/ 562751 w 2341711"/>
                  <a:gd name="connsiteY62" fmla="*/ 727954 h 1258869"/>
                  <a:gd name="connsiteX63" fmla="*/ 811250 w 2341711"/>
                  <a:gd name="connsiteY63" fmla="*/ 619556 h 1258869"/>
                  <a:gd name="connsiteX64" fmla="*/ 825738 w 2341711"/>
                  <a:gd name="connsiteY64" fmla="*/ 619556 h 1258869"/>
                  <a:gd name="connsiteX65" fmla="*/ 1124516 w 2341711"/>
                  <a:gd name="connsiteY65" fmla="*/ 770734 h 1258869"/>
                  <a:gd name="connsiteX66" fmla="*/ 1410681 w 2341711"/>
                  <a:gd name="connsiteY66" fmla="*/ 863112 h 1258869"/>
                  <a:gd name="connsiteX67" fmla="*/ 1552316 w 2341711"/>
                  <a:gd name="connsiteY67" fmla="*/ 885439 h 1258869"/>
                  <a:gd name="connsiteX68" fmla="*/ 1562201 w 2341711"/>
                  <a:gd name="connsiteY68" fmla="*/ 890723 h 1258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341711" h="1258869">
                    <a:moveTo>
                      <a:pt x="2019316" y="1258017"/>
                    </a:moveTo>
                    <a:cubicBezTo>
                      <a:pt x="2010283" y="1258017"/>
                      <a:pt x="2001250" y="1258017"/>
                      <a:pt x="1992217" y="1256824"/>
                    </a:cubicBezTo>
                    <a:lnTo>
                      <a:pt x="1852117" y="1245575"/>
                    </a:lnTo>
                    <a:cubicBezTo>
                      <a:pt x="1847873" y="1245200"/>
                      <a:pt x="1843918" y="1243257"/>
                      <a:pt x="1841038" y="1240121"/>
                    </a:cubicBezTo>
                    <a:lnTo>
                      <a:pt x="1541578" y="919186"/>
                    </a:lnTo>
                    <a:lnTo>
                      <a:pt x="1405228" y="897540"/>
                    </a:lnTo>
                    <a:cubicBezTo>
                      <a:pt x="1302044" y="881349"/>
                      <a:pt x="1202031" y="849085"/>
                      <a:pt x="1108836" y="801924"/>
                    </a:cubicBezTo>
                    <a:lnTo>
                      <a:pt x="817727" y="654154"/>
                    </a:lnTo>
                    <a:lnTo>
                      <a:pt x="576387" y="759144"/>
                    </a:lnTo>
                    <a:cubicBezTo>
                      <a:pt x="533760" y="777245"/>
                      <a:pt x="484520" y="757355"/>
                      <a:pt x="466437" y="714728"/>
                    </a:cubicBezTo>
                    <a:cubicBezTo>
                      <a:pt x="450552" y="677317"/>
                      <a:pt x="463778" y="633906"/>
                      <a:pt x="497814" y="611716"/>
                    </a:cubicBezTo>
                    <a:lnTo>
                      <a:pt x="522358" y="595865"/>
                    </a:lnTo>
                    <a:lnTo>
                      <a:pt x="323456" y="637111"/>
                    </a:lnTo>
                    <a:cubicBezTo>
                      <a:pt x="281937" y="646417"/>
                      <a:pt x="240743" y="620306"/>
                      <a:pt x="231437" y="578787"/>
                    </a:cubicBezTo>
                    <a:cubicBezTo>
                      <a:pt x="222642" y="539552"/>
                      <a:pt x="245498" y="500163"/>
                      <a:pt x="283914" y="488318"/>
                    </a:cubicBezTo>
                    <a:lnTo>
                      <a:pt x="392313" y="453037"/>
                    </a:lnTo>
                    <a:lnTo>
                      <a:pt x="153700" y="497863"/>
                    </a:lnTo>
                    <a:cubicBezTo>
                      <a:pt x="110937" y="505907"/>
                      <a:pt x="66964" y="492238"/>
                      <a:pt x="36268" y="461389"/>
                    </a:cubicBezTo>
                    <a:cubicBezTo>
                      <a:pt x="8895" y="433778"/>
                      <a:pt x="9083" y="389208"/>
                      <a:pt x="36677" y="361836"/>
                    </a:cubicBezTo>
                    <a:cubicBezTo>
                      <a:pt x="44687" y="353911"/>
                      <a:pt x="54488" y="347996"/>
                      <a:pt x="65242" y="344639"/>
                    </a:cubicBezTo>
                    <a:lnTo>
                      <a:pt x="317661" y="266578"/>
                    </a:lnTo>
                    <a:lnTo>
                      <a:pt x="175175" y="289587"/>
                    </a:lnTo>
                    <a:cubicBezTo>
                      <a:pt x="114704" y="299558"/>
                      <a:pt x="53346" y="277742"/>
                      <a:pt x="12747" y="231809"/>
                    </a:cubicBezTo>
                    <a:cubicBezTo>
                      <a:pt x="-6222" y="209771"/>
                      <a:pt x="-3734" y="176518"/>
                      <a:pt x="18304" y="157532"/>
                    </a:cubicBezTo>
                    <a:cubicBezTo>
                      <a:pt x="24286" y="152384"/>
                      <a:pt x="31359" y="148635"/>
                      <a:pt x="38995" y="146590"/>
                    </a:cubicBezTo>
                    <a:lnTo>
                      <a:pt x="605020" y="524"/>
                    </a:lnTo>
                    <a:cubicBezTo>
                      <a:pt x="607764" y="-175"/>
                      <a:pt x="610628" y="-175"/>
                      <a:pt x="613372" y="524"/>
                    </a:cubicBezTo>
                    <a:lnTo>
                      <a:pt x="1098268" y="124603"/>
                    </a:lnTo>
                    <a:cubicBezTo>
                      <a:pt x="1099461" y="124825"/>
                      <a:pt x="1100603" y="125217"/>
                      <a:pt x="1101677" y="125796"/>
                    </a:cubicBezTo>
                    <a:lnTo>
                      <a:pt x="2232023" y="694719"/>
                    </a:lnTo>
                    <a:cubicBezTo>
                      <a:pt x="2233438" y="695366"/>
                      <a:pt x="2234716" y="696304"/>
                      <a:pt x="2235773" y="697446"/>
                    </a:cubicBezTo>
                    <a:cubicBezTo>
                      <a:pt x="2367743" y="817025"/>
                      <a:pt x="2377782" y="1020954"/>
                      <a:pt x="2258203" y="1152942"/>
                    </a:cubicBezTo>
                    <a:cubicBezTo>
                      <a:pt x="2197373" y="1220061"/>
                      <a:pt x="2111097" y="1258511"/>
                      <a:pt x="2020510" y="1258869"/>
                    </a:cubicBezTo>
                    <a:close/>
                    <a:moveTo>
                      <a:pt x="1861491" y="1212169"/>
                    </a:moveTo>
                    <a:lnTo>
                      <a:pt x="1994944" y="1222907"/>
                    </a:lnTo>
                    <a:cubicBezTo>
                      <a:pt x="2153707" y="1235673"/>
                      <a:pt x="2292751" y="1117320"/>
                      <a:pt x="2305516" y="958557"/>
                    </a:cubicBezTo>
                    <a:cubicBezTo>
                      <a:pt x="2312624" y="870168"/>
                      <a:pt x="2278672" y="783432"/>
                      <a:pt x="2213446" y="723352"/>
                    </a:cubicBezTo>
                    <a:lnTo>
                      <a:pt x="1086849" y="156305"/>
                    </a:lnTo>
                    <a:lnTo>
                      <a:pt x="608088" y="33760"/>
                    </a:lnTo>
                    <a:lnTo>
                      <a:pt x="45642" y="178802"/>
                    </a:lnTo>
                    <a:cubicBezTo>
                      <a:pt x="35637" y="181478"/>
                      <a:pt x="29689" y="191756"/>
                      <a:pt x="32365" y="201760"/>
                    </a:cubicBezTo>
                    <a:cubicBezTo>
                      <a:pt x="33098" y="204470"/>
                      <a:pt x="34427" y="207010"/>
                      <a:pt x="36268" y="209140"/>
                    </a:cubicBezTo>
                    <a:cubicBezTo>
                      <a:pt x="69128" y="246381"/>
                      <a:pt x="118845" y="264090"/>
                      <a:pt x="167846" y="256011"/>
                    </a:cubicBezTo>
                    <a:lnTo>
                      <a:pt x="551162" y="193971"/>
                    </a:lnTo>
                    <a:cubicBezTo>
                      <a:pt x="560041" y="192471"/>
                      <a:pt x="568546" y="198147"/>
                      <a:pt x="570592" y="206925"/>
                    </a:cubicBezTo>
                    <a:cubicBezTo>
                      <a:pt x="572603" y="215634"/>
                      <a:pt x="567541" y="224411"/>
                      <a:pt x="559002" y="227036"/>
                    </a:cubicBezTo>
                    <a:lnTo>
                      <a:pt x="73423" y="377192"/>
                    </a:lnTo>
                    <a:cubicBezTo>
                      <a:pt x="54351" y="383073"/>
                      <a:pt x="43648" y="403287"/>
                      <a:pt x="49528" y="422359"/>
                    </a:cubicBezTo>
                    <a:cubicBezTo>
                      <a:pt x="51283" y="428034"/>
                      <a:pt x="54385" y="433181"/>
                      <a:pt x="58595" y="437357"/>
                    </a:cubicBezTo>
                    <a:cubicBezTo>
                      <a:pt x="81281" y="460247"/>
                      <a:pt x="113834" y="470405"/>
                      <a:pt x="145519" y="464457"/>
                    </a:cubicBezTo>
                    <a:lnTo>
                      <a:pt x="642687" y="371227"/>
                    </a:lnTo>
                    <a:cubicBezTo>
                      <a:pt x="651959" y="369591"/>
                      <a:pt x="660788" y="375795"/>
                      <a:pt x="662424" y="385067"/>
                    </a:cubicBezTo>
                    <a:cubicBezTo>
                      <a:pt x="663873" y="393299"/>
                      <a:pt x="659117" y="401395"/>
                      <a:pt x="651209" y="404122"/>
                    </a:cubicBezTo>
                    <a:lnTo>
                      <a:pt x="293289" y="520872"/>
                    </a:lnTo>
                    <a:cubicBezTo>
                      <a:pt x="270825" y="528508"/>
                      <a:pt x="258809" y="552897"/>
                      <a:pt x="266445" y="575361"/>
                    </a:cubicBezTo>
                    <a:cubicBezTo>
                      <a:pt x="273347" y="595677"/>
                      <a:pt x="294209" y="607778"/>
                      <a:pt x="315275" y="603705"/>
                    </a:cubicBezTo>
                    <a:lnTo>
                      <a:pt x="605020" y="544052"/>
                    </a:lnTo>
                    <a:cubicBezTo>
                      <a:pt x="613014" y="542466"/>
                      <a:pt x="621007" y="546744"/>
                      <a:pt x="624109" y="554278"/>
                    </a:cubicBezTo>
                    <a:cubicBezTo>
                      <a:pt x="627245" y="561862"/>
                      <a:pt x="624518" y="570606"/>
                      <a:pt x="617633" y="575071"/>
                    </a:cubicBezTo>
                    <a:lnTo>
                      <a:pt x="515370" y="640349"/>
                    </a:lnTo>
                    <a:cubicBezTo>
                      <a:pt x="492309" y="655296"/>
                      <a:pt x="485730" y="686129"/>
                      <a:pt x="500695" y="709189"/>
                    </a:cubicBezTo>
                    <a:cubicBezTo>
                      <a:pt x="504496" y="715052"/>
                      <a:pt x="509507" y="720063"/>
                      <a:pt x="515370" y="723864"/>
                    </a:cubicBezTo>
                    <a:cubicBezTo>
                      <a:pt x="529533" y="732931"/>
                      <a:pt x="547242" y="734465"/>
                      <a:pt x="562751" y="727954"/>
                    </a:cubicBezTo>
                    <a:lnTo>
                      <a:pt x="811250" y="619556"/>
                    </a:lnTo>
                    <a:cubicBezTo>
                      <a:pt x="815835" y="617408"/>
                      <a:pt x="821153" y="617408"/>
                      <a:pt x="825738" y="619556"/>
                    </a:cubicBezTo>
                    <a:lnTo>
                      <a:pt x="1124516" y="770734"/>
                    </a:lnTo>
                    <a:cubicBezTo>
                      <a:pt x="1214524" y="816190"/>
                      <a:pt x="1311078" y="847363"/>
                      <a:pt x="1410681" y="863112"/>
                    </a:cubicBezTo>
                    <a:lnTo>
                      <a:pt x="1552316" y="885439"/>
                    </a:lnTo>
                    <a:cubicBezTo>
                      <a:pt x="1556082" y="886104"/>
                      <a:pt x="1559542" y="887962"/>
                      <a:pt x="1562201" y="890723"/>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43" name="任意多边形: 形状 42">
                <a:extLst>
                  <a:ext uri="{FF2B5EF4-FFF2-40B4-BE49-F238E27FC236}">
                    <a16:creationId xmlns:a16="http://schemas.microsoft.com/office/drawing/2014/main" id="{362314E9-03B8-1AD0-4D96-00DEE722F0DB}"/>
                  </a:ext>
                </a:extLst>
              </p:cNvPr>
              <p:cNvSpPr/>
              <p:nvPr/>
            </p:nvSpPr>
            <p:spPr>
              <a:xfrm>
                <a:off x="6333036" y="4697438"/>
                <a:ext cx="160041" cy="68175"/>
              </a:xfrm>
              <a:custGeom>
                <a:avLst/>
                <a:gdLst>
                  <a:gd name="connsiteX0" fmla="*/ 160041 w 160041"/>
                  <a:gd name="connsiteY0" fmla="*/ 0 h 68175"/>
                  <a:gd name="connsiteX1" fmla="*/ 0 w 160041"/>
                  <a:gd name="connsiteY1" fmla="*/ 68175 h 68175"/>
                </a:gdLst>
                <a:ahLst/>
                <a:cxnLst>
                  <a:cxn ang="0">
                    <a:pos x="connsiteX0" y="connsiteY0"/>
                  </a:cxn>
                  <a:cxn ang="0">
                    <a:pos x="connsiteX1" y="connsiteY1"/>
                  </a:cxn>
                </a:cxnLst>
                <a:rect l="l" t="t" r="r" b="b"/>
                <a:pathLst>
                  <a:path w="160041" h="68175">
                    <a:moveTo>
                      <a:pt x="160041" y="0"/>
                    </a:moveTo>
                    <a:lnTo>
                      <a:pt x="0" y="68175"/>
                    </a:ln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4" name="任意多边形: 形状 43">
                <a:extLst>
                  <a:ext uri="{FF2B5EF4-FFF2-40B4-BE49-F238E27FC236}">
                    <a16:creationId xmlns:a16="http://schemas.microsoft.com/office/drawing/2014/main" id="{DA7041FA-A5FB-9905-4CE9-F19649FBBA79}"/>
                  </a:ext>
                </a:extLst>
              </p:cNvPr>
              <p:cNvSpPr/>
              <p:nvPr/>
            </p:nvSpPr>
            <p:spPr>
              <a:xfrm>
                <a:off x="6315595" y="4680474"/>
                <a:ext cx="193922" cy="102187"/>
              </a:xfrm>
              <a:custGeom>
                <a:avLst/>
                <a:gdLst>
                  <a:gd name="connsiteX0" fmla="*/ 17441 w 193922"/>
                  <a:gd name="connsiteY0" fmla="*/ 102183 h 102187"/>
                  <a:gd name="connsiteX1" fmla="*/ 5 w 193922"/>
                  <a:gd name="connsiteY1" fmla="*/ 85531 h 102187"/>
                  <a:gd name="connsiteX2" fmla="*/ 10794 w 193922"/>
                  <a:gd name="connsiteY2" fmla="*/ 69289 h 102187"/>
                  <a:gd name="connsiteX3" fmla="*/ 170835 w 193922"/>
                  <a:gd name="connsiteY3" fmla="*/ 1113 h 102187"/>
                  <a:gd name="connsiteX4" fmla="*/ 192805 w 193922"/>
                  <a:gd name="connsiteY4" fmla="*/ 11016 h 102187"/>
                  <a:gd name="connsiteX5" fmla="*/ 184129 w 193922"/>
                  <a:gd name="connsiteY5" fmla="*/ 32474 h 102187"/>
                  <a:gd name="connsiteX6" fmla="*/ 24088 w 193922"/>
                  <a:gd name="connsiteY6" fmla="*/ 100649 h 102187"/>
                  <a:gd name="connsiteX7" fmla="*/ 17441 w 193922"/>
                  <a:gd name="connsiteY7" fmla="*/ 102183 h 10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922" h="102187">
                    <a:moveTo>
                      <a:pt x="17441" y="102183"/>
                    </a:moveTo>
                    <a:cubicBezTo>
                      <a:pt x="8032" y="102405"/>
                      <a:pt x="226" y="94957"/>
                      <a:pt x="5" y="85531"/>
                    </a:cubicBezTo>
                    <a:cubicBezTo>
                      <a:pt x="-166" y="78390"/>
                      <a:pt x="4146" y="71913"/>
                      <a:pt x="10794" y="69289"/>
                    </a:cubicBezTo>
                    <a:lnTo>
                      <a:pt x="170835" y="1113"/>
                    </a:lnTo>
                    <a:cubicBezTo>
                      <a:pt x="179630" y="-2228"/>
                      <a:pt x="189481" y="2204"/>
                      <a:pt x="192805" y="11016"/>
                    </a:cubicBezTo>
                    <a:cubicBezTo>
                      <a:pt x="195975" y="19333"/>
                      <a:pt x="192191" y="28690"/>
                      <a:pt x="184129" y="32474"/>
                    </a:cubicBezTo>
                    <a:lnTo>
                      <a:pt x="24088" y="100649"/>
                    </a:lnTo>
                    <a:cubicBezTo>
                      <a:pt x="21991" y="101570"/>
                      <a:pt x="19725" y="102081"/>
                      <a:pt x="17441" y="102183"/>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45" name="任意多边形: 形状 44">
                <a:extLst>
                  <a:ext uri="{FF2B5EF4-FFF2-40B4-BE49-F238E27FC236}">
                    <a16:creationId xmlns:a16="http://schemas.microsoft.com/office/drawing/2014/main" id="{FCFD92D2-6938-D693-6CB7-76012E5CC302}"/>
                  </a:ext>
                </a:extLst>
              </p:cNvPr>
              <p:cNvSpPr/>
              <p:nvPr/>
            </p:nvSpPr>
            <p:spPr>
              <a:xfrm>
                <a:off x="4614337" y="3445419"/>
                <a:ext cx="469183" cy="1030449"/>
              </a:xfrm>
              <a:custGeom>
                <a:avLst/>
                <a:gdLst>
                  <a:gd name="connsiteX0" fmla="*/ 340194 w 469183"/>
                  <a:gd name="connsiteY0" fmla="*/ 1030449 h 1030449"/>
                  <a:gd name="connsiteX1" fmla="*/ 1022 w 469183"/>
                  <a:gd name="connsiteY1" fmla="*/ 367956 h 1030449"/>
                  <a:gd name="connsiteX2" fmla="*/ 301164 w 469183"/>
                  <a:gd name="connsiteY2" fmla="*/ 32193 h 1030449"/>
                  <a:gd name="connsiteX3" fmla="*/ 296221 w 469183"/>
                  <a:gd name="connsiteY3" fmla="*/ 191893 h 1030449"/>
                  <a:gd name="connsiteX4" fmla="*/ 350421 w 469183"/>
                  <a:gd name="connsiteY4" fmla="*/ 263477 h 1030449"/>
                  <a:gd name="connsiteX5" fmla="*/ 445184 w 469183"/>
                  <a:gd name="connsiteY5" fmla="*/ 346140 h 1030449"/>
                  <a:gd name="connsiteX6" fmla="*/ 450983 w 469183"/>
                  <a:gd name="connsiteY6" fmla="*/ 447448 h 1030449"/>
                  <a:gd name="connsiteX7" fmla="*/ 439560 w 469183"/>
                  <a:gd name="connsiteY7" fmla="*/ 457777 h 1030449"/>
                  <a:gd name="connsiteX8" fmla="*/ 313436 w 469183"/>
                  <a:gd name="connsiteY8" fmla="*/ 581345 h 1030449"/>
                  <a:gd name="connsiteX9" fmla="*/ 442798 w 469183"/>
                  <a:gd name="connsiteY9" fmla="*/ 609808 h 1030449"/>
                  <a:gd name="connsiteX10" fmla="*/ 413824 w 469183"/>
                  <a:gd name="connsiteY10" fmla="*/ 751953 h 1030449"/>
                  <a:gd name="connsiteX11" fmla="*/ 340194 w 469183"/>
                  <a:gd name="connsiteY11" fmla="*/ 1030449 h 103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183" h="1030449">
                    <a:moveTo>
                      <a:pt x="340194" y="1030449"/>
                    </a:moveTo>
                    <a:cubicBezTo>
                      <a:pt x="340194" y="1030449"/>
                      <a:pt x="-21646" y="795245"/>
                      <a:pt x="1022" y="367956"/>
                    </a:cubicBezTo>
                    <a:cubicBezTo>
                      <a:pt x="19770" y="24864"/>
                      <a:pt x="227705" y="-54049"/>
                      <a:pt x="301164" y="32193"/>
                    </a:cubicBezTo>
                    <a:cubicBezTo>
                      <a:pt x="330479" y="66280"/>
                      <a:pt x="296221" y="191893"/>
                      <a:pt x="296221" y="191893"/>
                    </a:cubicBezTo>
                    <a:cubicBezTo>
                      <a:pt x="328942" y="199938"/>
                      <a:pt x="351556" y="229799"/>
                      <a:pt x="350421" y="263477"/>
                    </a:cubicBezTo>
                    <a:cubicBezTo>
                      <a:pt x="348887" y="328755"/>
                      <a:pt x="412460" y="317336"/>
                      <a:pt x="445184" y="346140"/>
                    </a:cubicBezTo>
                    <a:cubicBezTo>
                      <a:pt x="474762" y="372507"/>
                      <a:pt x="477358" y="417877"/>
                      <a:pt x="450983" y="447448"/>
                    </a:cubicBezTo>
                    <a:cubicBezTo>
                      <a:pt x="447557" y="451300"/>
                      <a:pt x="443727" y="454760"/>
                      <a:pt x="439560" y="457777"/>
                    </a:cubicBezTo>
                    <a:cubicBezTo>
                      <a:pt x="403086" y="482491"/>
                      <a:pt x="313436" y="581345"/>
                      <a:pt x="313436" y="581345"/>
                    </a:cubicBezTo>
                    <a:cubicBezTo>
                      <a:pt x="357773" y="584055"/>
                      <a:pt x="401417" y="593650"/>
                      <a:pt x="442798" y="609808"/>
                    </a:cubicBezTo>
                    <a:cubicBezTo>
                      <a:pt x="476886" y="626852"/>
                      <a:pt x="469557" y="712071"/>
                      <a:pt x="413824" y="751953"/>
                    </a:cubicBezTo>
                    <a:cubicBezTo>
                      <a:pt x="358090" y="791836"/>
                      <a:pt x="262474" y="839559"/>
                      <a:pt x="340194" y="1030449"/>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6" name="任意多边形: 形状 45">
                <a:extLst>
                  <a:ext uri="{FF2B5EF4-FFF2-40B4-BE49-F238E27FC236}">
                    <a16:creationId xmlns:a16="http://schemas.microsoft.com/office/drawing/2014/main" id="{32DABB4D-CD44-F2B6-970E-5F1541E17786}"/>
                  </a:ext>
                </a:extLst>
              </p:cNvPr>
              <p:cNvSpPr/>
              <p:nvPr/>
            </p:nvSpPr>
            <p:spPr>
              <a:xfrm>
                <a:off x="4618087" y="3644418"/>
                <a:ext cx="351311" cy="240199"/>
              </a:xfrm>
              <a:custGeom>
                <a:avLst/>
                <a:gdLst>
                  <a:gd name="connsiteX0" fmla="*/ 0 w 351311"/>
                  <a:gd name="connsiteY0" fmla="*/ 240200 h 240199"/>
                  <a:gd name="connsiteX1" fmla="*/ 272701 w 351311"/>
                  <a:gd name="connsiteY1" fmla="*/ 223 h 240199"/>
                  <a:gd name="connsiteX2" fmla="*/ 349739 w 351311"/>
                  <a:gd name="connsiteY2" fmla="*/ 110155 h 240199"/>
                </a:gdLst>
                <a:ahLst/>
                <a:cxnLst>
                  <a:cxn ang="0">
                    <a:pos x="connsiteX0" y="connsiteY0"/>
                  </a:cxn>
                  <a:cxn ang="0">
                    <a:pos x="connsiteX1" y="connsiteY1"/>
                  </a:cxn>
                  <a:cxn ang="0">
                    <a:pos x="connsiteX2" y="connsiteY2"/>
                  </a:cxn>
                </a:cxnLst>
                <a:rect l="l" t="t" r="r" b="b"/>
                <a:pathLst>
                  <a:path w="351311" h="240199">
                    <a:moveTo>
                      <a:pt x="0" y="240200"/>
                    </a:moveTo>
                    <a:cubicBezTo>
                      <a:pt x="0" y="240200"/>
                      <a:pt x="139418" y="8574"/>
                      <a:pt x="272701" y="223"/>
                    </a:cubicBezTo>
                    <a:cubicBezTo>
                      <a:pt x="368999" y="-5743"/>
                      <a:pt x="349739" y="110155"/>
                      <a:pt x="349739" y="110155"/>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7" name="任意多边形: 形状 46">
                <a:extLst>
                  <a:ext uri="{FF2B5EF4-FFF2-40B4-BE49-F238E27FC236}">
                    <a16:creationId xmlns:a16="http://schemas.microsoft.com/office/drawing/2014/main" id="{AD0D4443-3E21-356F-25A7-A6343596DDF2}"/>
                  </a:ext>
                </a:extLst>
              </p:cNvPr>
              <p:cNvSpPr/>
              <p:nvPr/>
            </p:nvSpPr>
            <p:spPr>
              <a:xfrm>
                <a:off x="4605534" y="3631880"/>
                <a:ext cx="377437" cy="265355"/>
              </a:xfrm>
              <a:custGeom>
                <a:avLst/>
                <a:gdLst>
                  <a:gd name="connsiteX0" fmla="*/ 12553 w 377437"/>
                  <a:gd name="connsiteY0" fmla="*/ 265350 h 265355"/>
                  <a:gd name="connsiteX1" fmla="*/ 5906 w 377437"/>
                  <a:gd name="connsiteY1" fmla="*/ 263646 h 265355"/>
                  <a:gd name="connsiteX2" fmla="*/ 1645 w 377437"/>
                  <a:gd name="connsiteY2" fmla="*/ 246602 h 265355"/>
                  <a:gd name="connsiteX3" fmla="*/ 285424 w 377437"/>
                  <a:gd name="connsiteY3" fmla="*/ 660 h 265355"/>
                  <a:gd name="connsiteX4" fmla="*/ 353600 w 377437"/>
                  <a:gd name="connsiteY4" fmla="*/ 24692 h 265355"/>
                  <a:gd name="connsiteX5" fmla="*/ 375757 w 377437"/>
                  <a:gd name="connsiteY5" fmla="*/ 125250 h 265355"/>
                  <a:gd name="connsiteX6" fmla="*/ 361184 w 377437"/>
                  <a:gd name="connsiteY6" fmla="*/ 135732 h 265355"/>
                  <a:gd name="connsiteX7" fmla="*/ 350702 w 377437"/>
                  <a:gd name="connsiteY7" fmla="*/ 121160 h 265355"/>
                  <a:gd name="connsiteX8" fmla="*/ 334681 w 377437"/>
                  <a:gd name="connsiteY8" fmla="*/ 41565 h 265355"/>
                  <a:gd name="connsiteX9" fmla="*/ 286958 w 377437"/>
                  <a:gd name="connsiteY9" fmla="*/ 26055 h 265355"/>
                  <a:gd name="connsiteX10" fmla="*/ 23290 w 377437"/>
                  <a:gd name="connsiteY10" fmla="*/ 259726 h 265355"/>
                  <a:gd name="connsiteX11" fmla="*/ 12553 w 377437"/>
                  <a:gd name="connsiteY11" fmla="*/ 265350 h 26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7437" h="265355">
                    <a:moveTo>
                      <a:pt x="12553" y="265350"/>
                    </a:moveTo>
                    <a:cubicBezTo>
                      <a:pt x="10225" y="265384"/>
                      <a:pt x="7927" y="264805"/>
                      <a:pt x="5906" y="263646"/>
                    </a:cubicBezTo>
                    <a:cubicBezTo>
                      <a:pt x="187" y="259998"/>
                      <a:pt x="-1682" y="252516"/>
                      <a:pt x="1645" y="246602"/>
                    </a:cubicBezTo>
                    <a:cubicBezTo>
                      <a:pt x="7440" y="236887"/>
                      <a:pt x="146006" y="9352"/>
                      <a:pt x="285424" y="660"/>
                    </a:cubicBezTo>
                    <a:cubicBezTo>
                      <a:pt x="310675" y="-2596"/>
                      <a:pt x="335971" y="6318"/>
                      <a:pt x="353600" y="24692"/>
                    </a:cubicBezTo>
                    <a:cubicBezTo>
                      <a:pt x="385983" y="60484"/>
                      <a:pt x="376097" y="122694"/>
                      <a:pt x="375757" y="125250"/>
                    </a:cubicBezTo>
                    <a:cubicBezTo>
                      <a:pt x="374627" y="132170"/>
                      <a:pt x="368102" y="136857"/>
                      <a:pt x="361184" y="135732"/>
                    </a:cubicBezTo>
                    <a:cubicBezTo>
                      <a:pt x="354266" y="134607"/>
                      <a:pt x="349572" y="128079"/>
                      <a:pt x="350702" y="121160"/>
                    </a:cubicBezTo>
                    <a:cubicBezTo>
                      <a:pt x="350702" y="121160"/>
                      <a:pt x="358883" y="68324"/>
                      <a:pt x="334681" y="41565"/>
                    </a:cubicBezTo>
                    <a:cubicBezTo>
                      <a:pt x="322162" y="29072"/>
                      <a:pt x="304430" y="23311"/>
                      <a:pt x="286958" y="26055"/>
                    </a:cubicBezTo>
                    <a:cubicBezTo>
                      <a:pt x="161004" y="33895"/>
                      <a:pt x="24824" y="257510"/>
                      <a:pt x="23290" y="259726"/>
                    </a:cubicBezTo>
                    <a:cubicBezTo>
                      <a:pt x="20928" y="263339"/>
                      <a:pt x="16865" y="265470"/>
                      <a:pt x="12553" y="265350"/>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48" name="任意多边形: 形状 47">
                <a:extLst>
                  <a:ext uri="{FF2B5EF4-FFF2-40B4-BE49-F238E27FC236}">
                    <a16:creationId xmlns:a16="http://schemas.microsoft.com/office/drawing/2014/main" id="{2313637E-EF6A-D136-21BE-BB7E0D92CB12}"/>
                  </a:ext>
                </a:extLst>
              </p:cNvPr>
              <p:cNvSpPr/>
              <p:nvPr/>
            </p:nvSpPr>
            <p:spPr>
              <a:xfrm>
                <a:off x="4664616" y="3762817"/>
                <a:ext cx="409191" cy="310305"/>
              </a:xfrm>
              <a:custGeom>
                <a:avLst/>
                <a:gdLst>
                  <a:gd name="connsiteX0" fmla="*/ 0 w 409191"/>
                  <a:gd name="connsiteY0" fmla="*/ 310306 h 310305"/>
                  <a:gd name="connsiteX1" fmla="*/ 373601 w 409191"/>
                  <a:gd name="connsiteY1" fmla="*/ 13232 h 310305"/>
                  <a:gd name="connsiteX2" fmla="*/ 337127 w 409191"/>
                  <a:gd name="connsiteY2" fmla="*/ 183670 h 310305"/>
                  <a:gd name="connsiteX3" fmla="*/ 249522 w 409191"/>
                  <a:gd name="connsiteY3" fmla="*/ 294455 h 310305"/>
                </a:gdLst>
                <a:ahLst/>
                <a:cxnLst>
                  <a:cxn ang="0">
                    <a:pos x="connsiteX0" y="connsiteY0"/>
                  </a:cxn>
                  <a:cxn ang="0">
                    <a:pos x="connsiteX1" y="connsiteY1"/>
                  </a:cxn>
                  <a:cxn ang="0">
                    <a:pos x="connsiteX2" y="connsiteY2"/>
                  </a:cxn>
                  <a:cxn ang="0">
                    <a:pos x="connsiteX3" y="connsiteY3"/>
                  </a:cxn>
                </a:cxnLst>
                <a:rect l="l" t="t" r="r" b="b"/>
                <a:pathLst>
                  <a:path w="409191" h="310305">
                    <a:moveTo>
                      <a:pt x="0" y="310306"/>
                    </a:moveTo>
                    <a:cubicBezTo>
                      <a:pt x="73970" y="154866"/>
                      <a:pt x="290768" y="-54943"/>
                      <a:pt x="373601" y="13232"/>
                    </a:cubicBezTo>
                    <a:cubicBezTo>
                      <a:pt x="456434" y="81407"/>
                      <a:pt x="373601" y="145833"/>
                      <a:pt x="337127" y="183670"/>
                    </a:cubicBezTo>
                    <a:cubicBezTo>
                      <a:pt x="304684" y="217911"/>
                      <a:pt x="275365" y="254999"/>
                      <a:pt x="249522" y="294455"/>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CB471AE5-5EEC-8CE2-E276-7DDA04079CF6}"/>
                  </a:ext>
                </a:extLst>
              </p:cNvPr>
              <p:cNvSpPr/>
              <p:nvPr/>
            </p:nvSpPr>
            <p:spPr>
              <a:xfrm>
                <a:off x="4651737" y="3749679"/>
                <a:ext cx="434769" cy="336057"/>
              </a:xfrm>
              <a:custGeom>
                <a:avLst/>
                <a:gdLst>
                  <a:gd name="connsiteX0" fmla="*/ 12879 w 434769"/>
                  <a:gd name="connsiteY0" fmla="*/ 336056 h 336057"/>
                  <a:gd name="connsiteX1" fmla="*/ 7425 w 434769"/>
                  <a:gd name="connsiteY1" fmla="*/ 334863 h 336057"/>
                  <a:gd name="connsiteX2" fmla="*/ 1121 w 434769"/>
                  <a:gd name="connsiteY2" fmla="*/ 318177 h 336057"/>
                  <a:gd name="connsiteX3" fmla="*/ 1289 w 434769"/>
                  <a:gd name="connsiteY3" fmla="*/ 317819 h 336057"/>
                  <a:gd name="connsiteX4" fmla="*/ 321543 w 434769"/>
                  <a:gd name="connsiteY4" fmla="*/ 3361 h 336057"/>
                  <a:gd name="connsiteX5" fmla="*/ 393979 w 434769"/>
                  <a:gd name="connsiteY5" fmla="*/ 16655 h 336057"/>
                  <a:gd name="connsiteX6" fmla="*/ 434714 w 434769"/>
                  <a:gd name="connsiteY6" fmla="*/ 86023 h 336057"/>
                  <a:gd name="connsiteX7" fmla="*/ 371481 w 434769"/>
                  <a:gd name="connsiteY7" fmla="*/ 192547 h 336057"/>
                  <a:gd name="connsiteX8" fmla="*/ 358698 w 434769"/>
                  <a:gd name="connsiteY8" fmla="*/ 205330 h 336057"/>
                  <a:gd name="connsiteX9" fmla="*/ 273479 w 434769"/>
                  <a:gd name="connsiteY9" fmla="*/ 314070 h 336057"/>
                  <a:gd name="connsiteX10" fmla="*/ 256318 w 434769"/>
                  <a:gd name="connsiteY10" fmla="*/ 319745 h 336057"/>
                  <a:gd name="connsiteX11" fmla="*/ 250637 w 434769"/>
                  <a:gd name="connsiteY11" fmla="*/ 302582 h 336057"/>
                  <a:gd name="connsiteX12" fmla="*/ 252004 w 434769"/>
                  <a:gd name="connsiteY12" fmla="*/ 300434 h 336057"/>
                  <a:gd name="connsiteX13" fmla="*/ 341143 w 434769"/>
                  <a:gd name="connsiteY13" fmla="*/ 187604 h 336057"/>
                  <a:gd name="connsiteX14" fmla="*/ 354608 w 434769"/>
                  <a:gd name="connsiteY14" fmla="*/ 174310 h 336057"/>
                  <a:gd name="connsiteX15" fmla="*/ 410171 w 434769"/>
                  <a:gd name="connsiteY15" fmla="*/ 87046 h 336057"/>
                  <a:gd name="connsiteX16" fmla="*/ 378640 w 434769"/>
                  <a:gd name="connsiteY16" fmla="*/ 35914 h 336057"/>
                  <a:gd name="connsiteX17" fmla="*/ 327508 w 434769"/>
                  <a:gd name="connsiteY17" fmla="*/ 27904 h 336057"/>
                  <a:gd name="connsiteX18" fmla="*/ 24299 w 434769"/>
                  <a:gd name="connsiteY18" fmla="*/ 328557 h 336057"/>
                  <a:gd name="connsiteX19" fmla="*/ 12879 w 434769"/>
                  <a:gd name="connsiteY19" fmla="*/ 336056 h 33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4769" h="336057">
                    <a:moveTo>
                      <a:pt x="12879" y="336056"/>
                    </a:moveTo>
                    <a:cubicBezTo>
                      <a:pt x="10993" y="336090"/>
                      <a:pt x="9126" y="335681"/>
                      <a:pt x="7425" y="334863"/>
                    </a:cubicBezTo>
                    <a:cubicBezTo>
                      <a:pt x="1076" y="331999"/>
                      <a:pt x="-1746" y="324534"/>
                      <a:pt x="1121" y="318177"/>
                    </a:cubicBezTo>
                    <a:cubicBezTo>
                      <a:pt x="1175" y="318058"/>
                      <a:pt x="1232" y="317938"/>
                      <a:pt x="1289" y="317819"/>
                    </a:cubicBezTo>
                    <a:cubicBezTo>
                      <a:pt x="61284" y="192036"/>
                      <a:pt x="214508" y="27392"/>
                      <a:pt x="321543" y="3361"/>
                    </a:cubicBezTo>
                    <a:cubicBezTo>
                      <a:pt x="346427" y="-4019"/>
                      <a:pt x="373341" y="906"/>
                      <a:pt x="393979" y="16655"/>
                    </a:cubicBezTo>
                    <a:cubicBezTo>
                      <a:pt x="417011" y="32744"/>
                      <a:pt x="431885" y="58071"/>
                      <a:pt x="434714" y="86023"/>
                    </a:cubicBezTo>
                    <a:cubicBezTo>
                      <a:pt x="436418" y="129655"/>
                      <a:pt x="398922" y="165959"/>
                      <a:pt x="371481" y="192547"/>
                    </a:cubicBezTo>
                    <a:cubicBezTo>
                      <a:pt x="366880" y="197149"/>
                      <a:pt x="362448" y="201239"/>
                      <a:pt x="358698" y="205330"/>
                    </a:cubicBezTo>
                    <a:cubicBezTo>
                      <a:pt x="327084" y="238940"/>
                      <a:pt x="298563" y="275346"/>
                      <a:pt x="273479" y="314070"/>
                    </a:cubicBezTo>
                    <a:cubicBezTo>
                      <a:pt x="270309" y="320376"/>
                      <a:pt x="262626" y="322915"/>
                      <a:pt x="256318" y="319745"/>
                    </a:cubicBezTo>
                    <a:cubicBezTo>
                      <a:pt x="250010" y="316575"/>
                      <a:pt x="247467" y="308888"/>
                      <a:pt x="250637" y="302582"/>
                    </a:cubicBezTo>
                    <a:cubicBezTo>
                      <a:pt x="251019" y="301832"/>
                      <a:pt x="251477" y="301099"/>
                      <a:pt x="252004" y="300434"/>
                    </a:cubicBezTo>
                    <a:cubicBezTo>
                      <a:pt x="278243" y="260211"/>
                      <a:pt x="308080" y="222442"/>
                      <a:pt x="341143" y="187604"/>
                    </a:cubicBezTo>
                    <a:cubicBezTo>
                      <a:pt x="345234" y="183343"/>
                      <a:pt x="349836" y="179082"/>
                      <a:pt x="354608" y="174310"/>
                    </a:cubicBezTo>
                    <a:cubicBezTo>
                      <a:pt x="378640" y="151130"/>
                      <a:pt x="411364" y="119259"/>
                      <a:pt x="410171" y="87046"/>
                    </a:cubicBezTo>
                    <a:cubicBezTo>
                      <a:pt x="407621" y="66218"/>
                      <a:pt x="396105" y="47538"/>
                      <a:pt x="378640" y="35914"/>
                    </a:cubicBezTo>
                    <a:cubicBezTo>
                      <a:pt x="363844" y="25262"/>
                      <a:pt x="344855" y="22279"/>
                      <a:pt x="327508" y="27904"/>
                    </a:cubicBezTo>
                    <a:cubicBezTo>
                      <a:pt x="228484" y="49890"/>
                      <a:pt x="80714" y="210273"/>
                      <a:pt x="24299" y="328557"/>
                    </a:cubicBezTo>
                    <a:cubicBezTo>
                      <a:pt x="22328" y="333107"/>
                      <a:pt x="17841" y="336056"/>
                      <a:pt x="12879" y="336056"/>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50" name="任意多边形: 形状 49">
                <a:extLst>
                  <a:ext uri="{FF2B5EF4-FFF2-40B4-BE49-F238E27FC236}">
                    <a16:creationId xmlns:a16="http://schemas.microsoft.com/office/drawing/2014/main" id="{FC889BA6-52A8-5F0A-7297-19AD6519B1A3}"/>
                  </a:ext>
                </a:extLst>
              </p:cNvPr>
              <p:cNvSpPr/>
              <p:nvPr/>
            </p:nvSpPr>
            <p:spPr>
              <a:xfrm>
                <a:off x="4603830" y="3429942"/>
                <a:ext cx="484495" cy="1075070"/>
              </a:xfrm>
              <a:custGeom>
                <a:avLst/>
                <a:gdLst>
                  <a:gd name="connsiteX0" fmla="*/ 352406 w 484495"/>
                  <a:gd name="connsiteY0" fmla="*/ 1073878 h 1075070"/>
                  <a:gd name="connsiteX1" fmla="*/ 345759 w 484495"/>
                  <a:gd name="connsiteY1" fmla="*/ 1072003 h 1075070"/>
                  <a:gd name="connsiteX2" fmla="*/ 36754 w 484495"/>
                  <a:gd name="connsiteY2" fmla="*/ 208563 h 1075070"/>
                  <a:gd name="connsiteX3" fmla="*/ 184865 w 484495"/>
                  <a:gd name="connsiteY3" fmla="*/ 2503 h 1075070"/>
                  <a:gd name="connsiteX4" fmla="*/ 308944 w 484495"/>
                  <a:gd name="connsiteY4" fmla="*/ 48351 h 1075070"/>
                  <a:gd name="connsiteX5" fmla="*/ 311501 w 484495"/>
                  <a:gd name="connsiteY5" fmla="*/ 52783 h 1075070"/>
                  <a:gd name="connsiteX6" fmla="*/ 298547 w 484495"/>
                  <a:gd name="connsiteY6" fmla="*/ 221175 h 1075070"/>
                  <a:gd name="connsiteX7" fmla="*/ 281522 w 484495"/>
                  <a:gd name="connsiteY7" fmla="*/ 225624 h 1075070"/>
                  <a:gd name="connsiteX8" fmla="*/ 281503 w 484495"/>
                  <a:gd name="connsiteY8" fmla="*/ 225607 h 1075070"/>
                  <a:gd name="connsiteX9" fmla="*/ 277072 w 484495"/>
                  <a:gd name="connsiteY9" fmla="*/ 208563 h 1075070"/>
                  <a:gd name="connsiteX10" fmla="*/ 288662 w 484495"/>
                  <a:gd name="connsiteY10" fmla="*/ 64031 h 1075070"/>
                  <a:gd name="connsiteX11" fmla="*/ 190660 w 484495"/>
                  <a:gd name="connsiteY11" fmla="*/ 27728 h 1075070"/>
                  <a:gd name="connsiteX12" fmla="*/ 61468 w 484495"/>
                  <a:gd name="connsiteY12" fmla="*/ 216233 h 1075070"/>
                  <a:gd name="connsiteX13" fmla="*/ 335362 w 484495"/>
                  <a:gd name="connsiteY13" fmla="*/ 1034336 h 1075070"/>
                  <a:gd name="connsiteX14" fmla="*/ 307580 w 484495"/>
                  <a:gd name="connsiteY14" fmla="*/ 865773 h 1075070"/>
                  <a:gd name="connsiteX15" fmla="*/ 311501 w 484495"/>
                  <a:gd name="connsiteY15" fmla="*/ 854353 h 1075070"/>
                  <a:gd name="connsiteX16" fmla="*/ 425694 w 484495"/>
                  <a:gd name="connsiteY16" fmla="*/ 747318 h 1075070"/>
                  <a:gd name="connsiteX17" fmla="*/ 459782 w 484495"/>
                  <a:gd name="connsiteY17" fmla="*/ 685279 h 1075070"/>
                  <a:gd name="connsiteX18" fmla="*/ 431148 w 484495"/>
                  <a:gd name="connsiteY18" fmla="*/ 634147 h 1075070"/>
                  <a:gd name="connsiteX19" fmla="*/ 380017 w 484495"/>
                  <a:gd name="connsiteY19" fmla="*/ 619660 h 1075070"/>
                  <a:gd name="connsiteX20" fmla="*/ 198159 w 484495"/>
                  <a:gd name="connsiteY20" fmla="*/ 761464 h 1075070"/>
                  <a:gd name="connsiteX21" fmla="*/ 180111 w 484495"/>
                  <a:gd name="connsiteY21" fmla="*/ 762504 h 1075070"/>
                  <a:gd name="connsiteX22" fmla="*/ 177707 w 484495"/>
                  <a:gd name="connsiteY22" fmla="*/ 746295 h 1075070"/>
                  <a:gd name="connsiteX23" fmla="*/ 377119 w 484495"/>
                  <a:gd name="connsiteY23" fmla="*/ 594265 h 1075070"/>
                  <a:gd name="connsiteX24" fmla="*/ 446828 w 484495"/>
                  <a:gd name="connsiteY24" fmla="*/ 614717 h 1075070"/>
                  <a:gd name="connsiteX25" fmla="*/ 484495 w 484495"/>
                  <a:gd name="connsiteY25" fmla="*/ 685790 h 1075070"/>
                  <a:gd name="connsiteX26" fmla="*/ 442568 w 484495"/>
                  <a:gd name="connsiteY26" fmla="*/ 766748 h 1075070"/>
                  <a:gd name="connsiteX27" fmla="*/ 333828 w 484495"/>
                  <a:gd name="connsiteY27" fmla="*/ 869011 h 1075070"/>
                  <a:gd name="connsiteX28" fmla="*/ 365189 w 484495"/>
                  <a:gd name="connsiteY28" fmla="*/ 1060243 h 1075070"/>
                  <a:gd name="connsiteX29" fmla="*/ 354988 w 484495"/>
                  <a:gd name="connsiteY29" fmla="*/ 1074866 h 1075070"/>
                  <a:gd name="connsiteX30" fmla="*/ 352747 w 484495"/>
                  <a:gd name="connsiteY30" fmla="*/ 1075071 h 107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4495" h="1075070">
                    <a:moveTo>
                      <a:pt x="352406" y="1073878"/>
                    </a:moveTo>
                    <a:cubicBezTo>
                      <a:pt x="350050" y="1073946"/>
                      <a:pt x="347732" y="1073281"/>
                      <a:pt x="345759" y="1072003"/>
                    </a:cubicBezTo>
                    <a:cubicBezTo>
                      <a:pt x="340986" y="1069106"/>
                      <a:pt x="-133173" y="774759"/>
                      <a:pt x="36754" y="208563"/>
                    </a:cubicBezTo>
                    <a:cubicBezTo>
                      <a:pt x="73569" y="85677"/>
                      <a:pt x="123507" y="16479"/>
                      <a:pt x="184865" y="2503"/>
                    </a:cubicBezTo>
                    <a:cubicBezTo>
                      <a:pt x="253040" y="-12666"/>
                      <a:pt x="306728" y="45965"/>
                      <a:pt x="308944" y="48351"/>
                    </a:cubicBezTo>
                    <a:cubicBezTo>
                      <a:pt x="310055" y="49663"/>
                      <a:pt x="310921" y="51163"/>
                      <a:pt x="311501" y="52783"/>
                    </a:cubicBezTo>
                    <a:cubicBezTo>
                      <a:pt x="312864" y="56532"/>
                      <a:pt x="343032" y="146012"/>
                      <a:pt x="298547" y="221175"/>
                    </a:cubicBezTo>
                    <a:cubicBezTo>
                      <a:pt x="295072" y="227107"/>
                      <a:pt x="287450" y="229101"/>
                      <a:pt x="281522" y="225624"/>
                    </a:cubicBezTo>
                    <a:cubicBezTo>
                      <a:pt x="281515" y="225607"/>
                      <a:pt x="281509" y="225607"/>
                      <a:pt x="281503" y="225607"/>
                    </a:cubicBezTo>
                    <a:cubicBezTo>
                      <a:pt x="275647" y="222062"/>
                      <a:pt x="273682" y="214511"/>
                      <a:pt x="277072" y="208563"/>
                    </a:cubicBezTo>
                    <a:cubicBezTo>
                      <a:pt x="311160" y="150103"/>
                      <a:pt x="292923" y="78178"/>
                      <a:pt x="288662" y="64031"/>
                    </a:cubicBezTo>
                    <a:cubicBezTo>
                      <a:pt x="279629" y="54998"/>
                      <a:pt x="237530" y="16990"/>
                      <a:pt x="190660" y="27728"/>
                    </a:cubicBezTo>
                    <a:cubicBezTo>
                      <a:pt x="139528" y="39318"/>
                      <a:pt x="95044" y="104596"/>
                      <a:pt x="61468" y="216233"/>
                    </a:cubicBezTo>
                    <a:cubicBezTo>
                      <a:pt x="-80507" y="689369"/>
                      <a:pt x="242473" y="966161"/>
                      <a:pt x="335362" y="1034336"/>
                    </a:cubicBezTo>
                    <a:lnTo>
                      <a:pt x="307580" y="865773"/>
                    </a:lnTo>
                    <a:cubicBezTo>
                      <a:pt x="306924" y="861546"/>
                      <a:pt x="308392" y="857285"/>
                      <a:pt x="311501" y="854353"/>
                    </a:cubicBezTo>
                    <a:lnTo>
                      <a:pt x="425694" y="747318"/>
                    </a:lnTo>
                    <a:cubicBezTo>
                      <a:pt x="425694" y="747318"/>
                      <a:pt x="459782" y="718855"/>
                      <a:pt x="459782" y="685279"/>
                    </a:cubicBezTo>
                    <a:cubicBezTo>
                      <a:pt x="458423" y="664792"/>
                      <a:pt x="447906" y="646010"/>
                      <a:pt x="431148" y="634147"/>
                    </a:cubicBezTo>
                    <a:cubicBezTo>
                      <a:pt x="417094" y="621978"/>
                      <a:pt x="398366" y="616677"/>
                      <a:pt x="380017" y="619660"/>
                    </a:cubicBezTo>
                    <a:cubicBezTo>
                      <a:pt x="297354" y="629205"/>
                      <a:pt x="199182" y="760101"/>
                      <a:pt x="198159" y="761464"/>
                    </a:cubicBezTo>
                    <a:cubicBezTo>
                      <a:pt x="193465" y="766731"/>
                      <a:pt x="185385" y="767208"/>
                      <a:pt x="180111" y="762504"/>
                    </a:cubicBezTo>
                    <a:cubicBezTo>
                      <a:pt x="175493" y="758397"/>
                      <a:pt x="174480" y="751579"/>
                      <a:pt x="177707" y="746295"/>
                    </a:cubicBezTo>
                    <a:cubicBezTo>
                      <a:pt x="181967" y="740501"/>
                      <a:pt x="283549" y="605343"/>
                      <a:pt x="377119" y="594265"/>
                    </a:cubicBezTo>
                    <a:cubicBezTo>
                      <a:pt x="402213" y="590788"/>
                      <a:pt x="427593" y="598236"/>
                      <a:pt x="446828" y="614717"/>
                    </a:cubicBezTo>
                    <a:cubicBezTo>
                      <a:pt x="469640" y="631352"/>
                      <a:pt x="483531" y="657565"/>
                      <a:pt x="484495" y="685790"/>
                    </a:cubicBezTo>
                    <a:cubicBezTo>
                      <a:pt x="484495" y="731297"/>
                      <a:pt x="444272" y="765384"/>
                      <a:pt x="442568" y="766748"/>
                    </a:cubicBezTo>
                    <a:lnTo>
                      <a:pt x="333828" y="869011"/>
                    </a:lnTo>
                    <a:lnTo>
                      <a:pt x="365189" y="1060243"/>
                    </a:lnTo>
                    <a:cubicBezTo>
                      <a:pt x="366412" y="1067094"/>
                      <a:pt x="361845" y="1073656"/>
                      <a:pt x="354988" y="1074866"/>
                    </a:cubicBezTo>
                    <a:cubicBezTo>
                      <a:pt x="354248" y="1075003"/>
                      <a:pt x="353498" y="1075071"/>
                      <a:pt x="352747" y="1075071"/>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51" name="任意多边形: 形状 50">
                <a:extLst>
                  <a:ext uri="{FF2B5EF4-FFF2-40B4-BE49-F238E27FC236}">
                    <a16:creationId xmlns:a16="http://schemas.microsoft.com/office/drawing/2014/main" id="{A58B648E-3ABA-0DBF-E286-3E16278657CF}"/>
                  </a:ext>
                </a:extLst>
              </p:cNvPr>
              <p:cNvSpPr/>
              <p:nvPr/>
            </p:nvSpPr>
            <p:spPr>
              <a:xfrm rot="18514199">
                <a:off x="4664277" y="2920508"/>
                <a:ext cx="34087" cy="294517"/>
              </a:xfrm>
              <a:custGeom>
                <a:avLst/>
                <a:gdLst>
                  <a:gd name="connsiteX0" fmla="*/ 0 w 34087"/>
                  <a:gd name="connsiteY0" fmla="*/ 0 h 294517"/>
                  <a:gd name="connsiteX1" fmla="*/ 34088 w 34087"/>
                  <a:gd name="connsiteY1" fmla="*/ 0 h 294517"/>
                  <a:gd name="connsiteX2" fmla="*/ 34088 w 34087"/>
                  <a:gd name="connsiteY2" fmla="*/ 294517 h 294517"/>
                  <a:gd name="connsiteX3" fmla="*/ 0 w 34087"/>
                  <a:gd name="connsiteY3" fmla="*/ 294517 h 294517"/>
                </a:gdLst>
                <a:ahLst/>
                <a:cxnLst>
                  <a:cxn ang="0">
                    <a:pos x="connsiteX0" y="connsiteY0"/>
                  </a:cxn>
                  <a:cxn ang="0">
                    <a:pos x="connsiteX1" y="connsiteY1"/>
                  </a:cxn>
                  <a:cxn ang="0">
                    <a:pos x="connsiteX2" y="connsiteY2"/>
                  </a:cxn>
                  <a:cxn ang="0">
                    <a:pos x="connsiteX3" y="connsiteY3"/>
                  </a:cxn>
                </a:cxnLst>
                <a:rect l="l" t="t" r="r" b="b"/>
                <a:pathLst>
                  <a:path w="34087" h="294517">
                    <a:moveTo>
                      <a:pt x="0" y="0"/>
                    </a:moveTo>
                    <a:lnTo>
                      <a:pt x="34088" y="0"/>
                    </a:lnTo>
                    <a:lnTo>
                      <a:pt x="34088" y="294517"/>
                    </a:lnTo>
                    <a:lnTo>
                      <a:pt x="0" y="294517"/>
                    </a:ln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grpSp>
        <p:sp>
          <p:nvSpPr>
            <p:cNvPr id="23" name="任意多边形: 形状 22">
              <a:extLst>
                <a:ext uri="{FF2B5EF4-FFF2-40B4-BE49-F238E27FC236}">
                  <a16:creationId xmlns:a16="http://schemas.microsoft.com/office/drawing/2014/main" id="{887B4CDE-C90F-870E-5EC2-5168113A4EEC}"/>
                </a:ext>
              </a:extLst>
            </p:cNvPr>
            <p:cNvSpPr/>
            <p:nvPr/>
          </p:nvSpPr>
          <p:spPr>
            <a:xfrm>
              <a:off x="10143460" y="0"/>
              <a:ext cx="2048540" cy="2190101"/>
            </a:xfrm>
            <a:custGeom>
              <a:avLst/>
              <a:gdLst>
                <a:gd name="csX0" fmla="*/ 299098 w 3321698"/>
                <a:gd name="csY0" fmla="*/ 0 h 3551239"/>
                <a:gd name="csX1" fmla="*/ 121298 w 3321698"/>
                <a:gd name="csY1" fmla="*/ 1346200 h 3551239"/>
                <a:gd name="csX2" fmla="*/ 1892948 w 3321698"/>
                <a:gd name="csY2" fmla="*/ 2273300 h 3551239"/>
                <a:gd name="csX3" fmla="*/ 2331098 w 3321698"/>
                <a:gd name="csY3" fmla="*/ 3422650 h 3551239"/>
                <a:gd name="csX4" fmla="*/ 3321698 w 3321698"/>
                <a:gd name="csY4" fmla="*/ 3536950 h 3551239"/>
              </a:gdLst>
              <a:ahLst/>
              <a:cxnLst>
                <a:cxn ang="0">
                  <a:pos x="csX0" y="csY0"/>
                </a:cxn>
                <a:cxn ang="0">
                  <a:pos x="csX1" y="csY1"/>
                </a:cxn>
                <a:cxn ang="0">
                  <a:pos x="csX2" y="csY2"/>
                </a:cxn>
                <a:cxn ang="0">
                  <a:pos x="csX3" y="csY3"/>
                </a:cxn>
                <a:cxn ang="0">
                  <a:pos x="csX4" y="csY4"/>
                </a:cxn>
              </a:cxnLst>
              <a:rect l="l" t="t" r="r" b="b"/>
              <a:pathLst>
                <a:path w="3321698" h="3551239">
                  <a:moveTo>
                    <a:pt x="299098" y="0"/>
                  </a:moveTo>
                  <a:cubicBezTo>
                    <a:pt x="77377" y="483658"/>
                    <a:pt x="-144344" y="967317"/>
                    <a:pt x="121298" y="1346200"/>
                  </a:cubicBezTo>
                  <a:cubicBezTo>
                    <a:pt x="386940" y="1725083"/>
                    <a:pt x="1524648" y="1927225"/>
                    <a:pt x="1892948" y="2273300"/>
                  </a:cubicBezTo>
                  <a:cubicBezTo>
                    <a:pt x="2261248" y="2619375"/>
                    <a:pt x="2092973" y="3212042"/>
                    <a:pt x="2331098" y="3422650"/>
                  </a:cubicBezTo>
                  <a:cubicBezTo>
                    <a:pt x="2569223" y="3633258"/>
                    <a:pt x="3147073" y="3516842"/>
                    <a:pt x="3321698" y="3536950"/>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c474ab12-dce0-4db3-a3ad-b8db9fd01ef7"/>
          <p:cNvSpPr>
            <a:spLocks noGrp="1"/>
          </p:cNvSpPr>
          <p:nvPr userDrawn="1">
            <p:ph type="title" hasCustomPrompt="1"/>
          </p:nvPr>
        </p:nvSpPr>
        <p:spPr>
          <a:xfrm>
            <a:off x="660399" y="1130301"/>
            <a:ext cx="2544397" cy="1246047"/>
          </a:xfrm>
          <a:prstGeom prst="rect">
            <a:avLst/>
          </a:prstGeom>
          <a:noFill/>
        </p:spPr>
        <p:txBody>
          <a:bodyPr anchor="t" anchorCtr="0">
            <a:normAutofit/>
          </a:bodyPr>
          <a:lstStyle>
            <a:lvl1pPr algn="l">
              <a:defRPr sz="40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235124" y="1516673"/>
            <a:ext cx="6829996" cy="4231054"/>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319E4AFC-FAD3-A053-5ECA-B4BBADE358A3}"/>
              </a:ext>
            </a:extLst>
          </p:cNvPr>
          <p:cNvGrpSpPr/>
          <p:nvPr userDrawn="1"/>
        </p:nvGrpSpPr>
        <p:grpSpPr>
          <a:xfrm>
            <a:off x="0" y="0"/>
            <a:ext cx="12191999" cy="6858000"/>
            <a:chOff x="0" y="0"/>
            <a:chExt cx="12191999" cy="6858000"/>
          </a:xfrm>
        </p:grpSpPr>
        <p:sp>
          <p:nvSpPr>
            <p:cNvPr id="18" name="矩形 17">
              <a:extLst>
                <a:ext uri="{FF2B5EF4-FFF2-40B4-BE49-F238E27FC236}">
                  <a16:creationId xmlns:a16="http://schemas.microsoft.com/office/drawing/2014/main" id="{60D1258B-9CDA-D7FD-B768-4D28CD061EF8}"/>
                </a:ext>
              </a:extLst>
            </p:cNvPr>
            <p:cNvSpPr/>
            <p:nvPr userDrawn="1"/>
          </p:nvSpPr>
          <p:spPr>
            <a:xfrm>
              <a:off x="10812229" y="4076700"/>
              <a:ext cx="706671" cy="27813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A927471-E7FF-F085-1D15-224AF1259640}"/>
                </a:ext>
              </a:extLst>
            </p:cNvPr>
            <p:cNvSpPr/>
            <p:nvPr userDrawn="1"/>
          </p:nvSpPr>
          <p:spPr>
            <a:xfrm>
              <a:off x="0" y="0"/>
              <a:ext cx="894715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E9545279-581B-D33C-D003-F27BE922DECD}"/>
                </a:ext>
              </a:extLst>
            </p:cNvPr>
            <p:cNvSpPr/>
            <p:nvPr userDrawn="1"/>
          </p:nvSpPr>
          <p:spPr>
            <a:xfrm>
              <a:off x="1054022" y="1533636"/>
              <a:ext cx="8553527" cy="3790728"/>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85049A16-45D7-12C0-C651-AA898DBF50B9}"/>
                </a:ext>
              </a:extLst>
            </p:cNvPr>
            <p:cNvSpPr/>
            <p:nvPr userDrawn="1"/>
          </p:nvSpPr>
          <p:spPr>
            <a:xfrm flipV="1">
              <a:off x="0" y="0"/>
              <a:ext cx="1752600" cy="1730577"/>
            </a:xfrm>
            <a:custGeom>
              <a:avLst/>
              <a:gdLst>
                <a:gd name="csX0" fmla="*/ 0 w 3109952"/>
                <a:gd name="csY0" fmla="*/ 321323 h 3070873"/>
                <a:gd name="csX1" fmla="*/ 1028700 w 3109952"/>
                <a:gd name="csY1" fmla="*/ 60973 h 3070873"/>
                <a:gd name="csX2" fmla="*/ 1479550 w 3109952"/>
                <a:gd name="csY2" fmla="*/ 1337323 h 3070873"/>
                <a:gd name="csX3" fmla="*/ 2901950 w 3109952"/>
                <a:gd name="csY3" fmla="*/ 1781823 h 3070873"/>
                <a:gd name="csX4" fmla="*/ 3073400 w 3109952"/>
                <a:gd name="csY4" fmla="*/ 3070873 h 3070873"/>
              </a:gdLst>
              <a:ahLst/>
              <a:cxnLst>
                <a:cxn ang="0">
                  <a:pos x="csX0" y="csY0"/>
                </a:cxn>
                <a:cxn ang="0">
                  <a:pos x="csX1" y="csY1"/>
                </a:cxn>
                <a:cxn ang="0">
                  <a:pos x="csX2" y="csY2"/>
                </a:cxn>
                <a:cxn ang="0">
                  <a:pos x="csX3" y="csY3"/>
                </a:cxn>
                <a:cxn ang="0">
                  <a:pos x="csX4" y="csY4"/>
                </a:cxn>
              </a:cxnLst>
              <a:rect l="l" t="t" r="r" b="b"/>
              <a:pathLst>
                <a:path w="3109952" h="3070873">
                  <a:moveTo>
                    <a:pt x="0" y="321323"/>
                  </a:moveTo>
                  <a:cubicBezTo>
                    <a:pt x="391054" y="106481"/>
                    <a:pt x="782108" y="-108360"/>
                    <a:pt x="1028700" y="60973"/>
                  </a:cubicBezTo>
                  <a:cubicBezTo>
                    <a:pt x="1275292" y="230306"/>
                    <a:pt x="1167342" y="1050515"/>
                    <a:pt x="1479550" y="1337323"/>
                  </a:cubicBezTo>
                  <a:cubicBezTo>
                    <a:pt x="1791758" y="1624131"/>
                    <a:pt x="2636308" y="1492898"/>
                    <a:pt x="2901950" y="1781823"/>
                  </a:cubicBezTo>
                  <a:cubicBezTo>
                    <a:pt x="3167592" y="2070748"/>
                    <a:pt x="3120496" y="2570810"/>
                    <a:pt x="3073400" y="3070873"/>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73B743E5-F925-7347-8D23-39D70304BFB1}"/>
                </a:ext>
              </a:extLst>
            </p:cNvPr>
            <p:cNvSpPr/>
            <p:nvPr userDrawn="1"/>
          </p:nvSpPr>
          <p:spPr>
            <a:xfrm>
              <a:off x="9950450" y="4800600"/>
              <a:ext cx="1333502" cy="1333500"/>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7FC6088E-AB22-8618-507E-31C2E51FB7B7}"/>
                </a:ext>
              </a:extLst>
            </p:cNvPr>
            <p:cNvGrpSpPr/>
            <p:nvPr userDrawn="1"/>
          </p:nvGrpSpPr>
          <p:grpSpPr>
            <a:xfrm flipH="1">
              <a:off x="1054022" y="5581177"/>
              <a:ext cx="1540869" cy="432000"/>
              <a:chOff x="6320794" y="1984629"/>
              <a:chExt cx="1540869" cy="432000"/>
            </a:xfrm>
          </p:grpSpPr>
          <p:sp>
            <p:nvSpPr>
              <p:cNvPr id="13" name="箭头: V 形 12">
                <a:extLst>
                  <a:ext uri="{FF2B5EF4-FFF2-40B4-BE49-F238E27FC236}">
                    <a16:creationId xmlns:a16="http://schemas.microsoft.com/office/drawing/2014/main" id="{4E612422-2C6D-E2AD-60E3-D3AE21BD7E49}"/>
                  </a:ext>
                </a:extLst>
              </p:cNvPr>
              <p:cNvSpPr>
                <a:spLocks noChangeAspect="1"/>
              </p:cNvSpPr>
              <p:nvPr/>
            </p:nvSpPr>
            <p:spPr>
              <a:xfrm flipH="1">
                <a:off x="7501663" y="1984629"/>
                <a:ext cx="360000" cy="432000"/>
              </a:xfrm>
              <a:prstGeom prst="chevron">
                <a:avLst>
                  <a:gd name="adj" fmla="val 5219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4" name="箭头: V 形 13">
                <a:extLst>
                  <a:ext uri="{FF2B5EF4-FFF2-40B4-BE49-F238E27FC236}">
                    <a16:creationId xmlns:a16="http://schemas.microsoft.com/office/drawing/2014/main" id="{C8121FC7-37B6-062A-29C3-7CA2BCE272C6}"/>
                  </a:ext>
                </a:extLst>
              </p:cNvPr>
              <p:cNvSpPr>
                <a:spLocks noChangeAspect="1"/>
              </p:cNvSpPr>
              <p:nvPr/>
            </p:nvSpPr>
            <p:spPr>
              <a:xfrm flipH="1">
                <a:off x="7108040" y="1984629"/>
                <a:ext cx="360000" cy="432000"/>
              </a:xfrm>
              <a:prstGeom prst="chevron">
                <a:avLst>
                  <a:gd name="adj" fmla="val 5219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5" name="箭头: V 形 14">
                <a:extLst>
                  <a:ext uri="{FF2B5EF4-FFF2-40B4-BE49-F238E27FC236}">
                    <a16:creationId xmlns:a16="http://schemas.microsoft.com/office/drawing/2014/main" id="{73010D7C-D344-0DB0-60DC-976E2BE70F79}"/>
                  </a:ext>
                </a:extLst>
              </p:cNvPr>
              <p:cNvSpPr>
                <a:spLocks noChangeAspect="1"/>
              </p:cNvSpPr>
              <p:nvPr/>
            </p:nvSpPr>
            <p:spPr>
              <a:xfrm flipH="1">
                <a:off x="6714417" y="1984629"/>
                <a:ext cx="360000" cy="432000"/>
              </a:xfrm>
              <a:prstGeom prst="chevron">
                <a:avLst>
                  <a:gd name="adj" fmla="val 5219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6" name="箭头: V 形 15">
                <a:extLst>
                  <a:ext uri="{FF2B5EF4-FFF2-40B4-BE49-F238E27FC236}">
                    <a16:creationId xmlns:a16="http://schemas.microsoft.com/office/drawing/2014/main" id="{4CDD8C74-A496-2F0D-BAE4-9C789E1A14DF}"/>
                  </a:ext>
                </a:extLst>
              </p:cNvPr>
              <p:cNvSpPr>
                <a:spLocks noChangeAspect="1"/>
              </p:cNvSpPr>
              <p:nvPr/>
            </p:nvSpPr>
            <p:spPr>
              <a:xfrm flipH="1">
                <a:off x="6320794" y="1984629"/>
                <a:ext cx="360000" cy="432000"/>
              </a:xfrm>
              <a:prstGeom prst="chevron">
                <a:avLst>
                  <a:gd name="adj" fmla="val 52191"/>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grpSp>
        <p:sp>
          <p:nvSpPr>
            <p:cNvPr id="17" name="任意多边形: 形状 16">
              <a:extLst>
                <a:ext uri="{FF2B5EF4-FFF2-40B4-BE49-F238E27FC236}">
                  <a16:creationId xmlns:a16="http://schemas.microsoft.com/office/drawing/2014/main" id="{18A0515E-C681-6DDC-0FF5-16C984341457}"/>
                </a:ext>
              </a:extLst>
            </p:cNvPr>
            <p:cNvSpPr/>
            <p:nvPr userDrawn="1"/>
          </p:nvSpPr>
          <p:spPr>
            <a:xfrm>
              <a:off x="7956550" y="1459640"/>
              <a:ext cx="4235449" cy="5398360"/>
            </a:xfrm>
            <a:custGeom>
              <a:avLst/>
              <a:gdLst>
                <a:gd name="csX0" fmla="*/ 4394200 w 4394200"/>
                <a:gd name="csY0" fmla="*/ 0 h 5600700"/>
                <a:gd name="csX1" fmla="*/ 3206750 w 4394200"/>
                <a:gd name="csY1" fmla="*/ 482600 h 5600700"/>
                <a:gd name="csX2" fmla="*/ 3257550 w 4394200"/>
                <a:gd name="csY2" fmla="*/ 1968500 h 5600700"/>
                <a:gd name="csX3" fmla="*/ 2590800 w 4394200"/>
                <a:gd name="csY3" fmla="*/ 2616200 h 5600700"/>
                <a:gd name="csX4" fmla="*/ 2260600 w 4394200"/>
                <a:gd name="csY4" fmla="*/ 3505200 h 5600700"/>
                <a:gd name="csX5" fmla="*/ 812800 w 4394200"/>
                <a:gd name="csY5" fmla="*/ 3867150 h 5600700"/>
                <a:gd name="csX6" fmla="*/ 0 w 4394200"/>
                <a:gd name="csY6" fmla="*/ 5600700 h 56007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94200" h="5600700">
                  <a:moveTo>
                    <a:pt x="4394200" y="0"/>
                  </a:moveTo>
                  <a:cubicBezTo>
                    <a:pt x="3895196" y="77258"/>
                    <a:pt x="3396192" y="154517"/>
                    <a:pt x="3206750" y="482600"/>
                  </a:cubicBezTo>
                  <a:cubicBezTo>
                    <a:pt x="3017308" y="810683"/>
                    <a:pt x="3360208" y="1612900"/>
                    <a:pt x="3257550" y="1968500"/>
                  </a:cubicBezTo>
                  <a:cubicBezTo>
                    <a:pt x="3154892" y="2324100"/>
                    <a:pt x="2756958" y="2360083"/>
                    <a:pt x="2590800" y="2616200"/>
                  </a:cubicBezTo>
                  <a:cubicBezTo>
                    <a:pt x="2424642" y="2872317"/>
                    <a:pt x="2556933" y="3296708"/>
                    <a:pt x="2260600" y="3505200"/>
                  </a:cubicBezTo>
                  <a:cubicBezTo>
                    <a:pt x="1964267" y="3713692"/>
                    <a:pt x="1189567" y="3517900"/>
                    <a:pt x="812800" y="3867150"/>
                  </a:cubicBezTo>
                  <a:cubicBezTo>
                    <a:pt x="436033" y="4216400"/>
                    <a:pt x="132292" y="5323417"/>
                    <a:pt x="0" y="5600700"/>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7850604b-0e1d-4ec9-a4d3-030a0eb33f20"/>
          <p:cNvSpPr>
            <a:spLocks noGrp="1"/>
          </p:cNvSpPr>
          <p:nvPr userDrawn="1">
            <p:ph type="title" hasCustomPrompt="1"/>
          </p:nvPr>
        </p:nvSpPr>
        <p:spPr>
          <a:xfrm>
            <a:off x="1524000" y="1816101"/>
            <a:ext cx="6927850" cy="1798932"/>
          </a:xfrm>
          <a:prstGeom prst="rect">
            <a:avLst/>
          </a:prstGeom>
        </p:spPr>
        <p:txBody>
          <a:bodyPr>
            <a:normAutofit/>
          </a:bodyPr>
          <a:lstStyle>
            <a:lvl1pPr algn="l">
              <a:lnSpc>
                <a:spcPct val="100000"/>
              </a:lnSpc>
              <a:defRPr sz="4000"/>
            </a:lvl1pPr>
          </a:lstStyle>
          <a:p>
            <a:pPr lvl="0"/>
            <a:r>
              <a:rPr lang="zh-CN" altLang="en-US" dirty="0"/>
              <a:t>Click to add title</a:t>
            </a:r>
            <a:endParaRPr lang="en-US" dirty="0"/>
          </a:p>
        </p:txBody>
      </p:sp>
      <p:sp>
        <p:nvSpPr>
          <p:cNvPr id="25" name="文本占位符 24"/>
          <p:cNvSpPr>
            <a:spLocks noGrp="1"/>
          </p:cNvSpPr>
          <p:nvPr userDrawn="1">
            <p:ph type="body" sz="quarter" idx="1" hasCustomPrompt="1"/>
          </p:nvPr>
        </p:nvSpPr>
        <p:spPr>
          <a:xfrm>
            <a:off x="1524000" y="3663963"/>
            <a:ext cx="6927850" cy="1440000"/>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4" name="日期占位符 3"/>
          <p:cNvSpPr>
            <a:spLocks noGrp="1"/>
          </p:cNvSpPr>
          <p:nvPr userDrawn="1">
            <p:ph type="dt" sz="half" idx="10"/>
          </p:nvPr>
        </p:nvSpPr>
        <p:spPr/>
        <p:txBody>
          <a:bodyPr/>
          <a:lstStyle/>
          <a:p>
            <a:fld id="{2A27A813-B2FD-42E1-9222-83B574E99074}" type="datetime1">
              <a:rPr lang="zh-CN" altLang="en-US" smtClean="0"/>
              <a:t>2026/6/29</a:t>
            </a:fld>
            <a:endParaRPr lang="en-US" altLang="zh-CN"/>
          </a:p>
        </p:txBody>
      </p:sp>
      <p:sp>
        <p:nvSpPr>
          <p:cNvPr id="6" name="页脚占位符 5"/>
          <p:cNvSpPr>
            <a:spLocks noGrp="1"/>
          </p:cNvSpPr>
          <p:nvPr userDrawn="1">
            <p:ph type="ftr" sz="quarter" idx="11"/>
          </p:nvPr>
        </p:nvSpPr>
        <p:spPr/>
        <p:txBody>
          <a:bodyPr/>
          <a:lstStyle/>
          <a:p>
            <a:r>
              <a:rPr lang="af-ZA" altLang="zh-CN" dirty="0"/>
              <a:t>iSlide</a:t>
            </a:r>
            <a:endParaRPr lang="zh-CN" altLang="en-US" dirty="0"/>
          </a:p>
        </p:txBody>
      </p:sp>
      <p:sp>
        <p:nvSpPr>
          <p:cNvPr id="8" name="灯片编号占位符 7"/>
          <p:cNvSpPr>
            <a:spLocks noGrp="1"/>
          </p:cNvSpPr>
          <p:nvPr userDrawn="1">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bg>
      <p:bgRef idx="1001">
        <a:schemeClr val="bg1"/>
      </p:bgRef>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FF0684A-85AD-47D9-74EE-700BB0235E1D}"/>
              </a:ext>
            </a:extLst>
          </p:cNvPr>
          <p:cNvGrpSpPr/>
          <p:nvPr userDrawn="1"/>
        </p:nvGrpSpPr>
        <p:grpSpPr>
          <a:xfrm>
            <a:off x="0" y="0"/>
            <a:ext cx="12192000" cy="6858000"/>
            <a:chOff x="0" y="0"/>
            <a:chExt cx="12192000" cy="6858000"/>
          </a:xfrm>
        </p:grpSpPr>
        <p:sp>
          <p:nvSpPr>
            <p:cNvPr id="5" name="矩形 4">
              <a:extLst>
                <a:ext uri="{FF2B5EF4-FFF2-40B4-BE49-F238E27FC236}">
                  <a16:creationId xmlns:a16="http://schemas.microsoft.com/office/drawing/2014/main" id="{7715D427-1DEF-BE30-7DC4-BBEFC8241E9A}"/>
                </a:ext>
              </a:extLst>
            </p:cNvPr>
            <p:cNvSpPr/>
            <p:nvPr userDrawn="1"/>
          </p:nvSpPr>
          <p:spPr>
            <a:xfrm>
              <a:off x="0" y="0"/>
              <a:ext cx="12192000" cy="43243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a:extLst>
                <a:ext uri="{FF2B5EF4-FFF2-40B4-BE49-F238E27FC236}">
                  <a16:creationId xmlns:a16="http://schemas.microsoft.com/office/drawing/2014/main" id="{8BD19255-6E24-71C2-E50C-379BE8027732}"/>
                </a:ext>
              </a:extLst>
            </p:cNvPr>
            <p:cNvSpPr/>
            <p:nvPr userDrawn="1"/>
          </p:nvSpPr>
          <p:spPr>
            <a:xfrm>
              <a:off x="2400300" y="1130300"/>
              <a:ext cx="7391400" cy="3528000"/>
            </a:xfrm>
            <a:prstGeom prst="rect">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id="{FFD8A445-137F-FA60-9395-6C4678475A8B}"/>
                </a:ext>
              </a:extLst>
            </p:cNvPr>
            <p:cNvSpPr/>
            <p:nvPr userDrawn="1"/>
          </p:nvSpPr>
          <p:spPr>
            <a:xfrm>
              <a:off x="9951511" y="1"/>
              <a:ext cx="2240488" cy="2407409"/>
            </a:xfrm>
            <a:custGeom>
              <a:avLst/>
              <a:gdLst>
                <a:gd name="csX0" fmla="*/ 299098 w 3321698"/>
                <a:gd name="csY0" fmla="*/ 0 h 3551239"/>
                <a:gd name="csX1" fmla="*/ 121298 w 3321698"/>
                <a:gd name="csY1" fmla="*/ 1346200 h 3551239"/>
                <a:gd name="csX2" fmla="*/ 1892948 w 3321698"/>
                <a:gd name="csY2" fmla="*/ 2273300 h 3551239"/>
                <a:gd name="csX3" fmla="*/ 2331098 w 3321698"/>
                <a:gd name="csY3" fmla="*/ 3422650 h 3551239"/>
                <a:gd name="csX4" fmla="*/ 3321698 w 3321698"/>
                <a:gd name="csY4" fmla="*/ 3536950 h 3551239"/>
              </a:gdLst>
              <a:ahLst/>
              <a:cxnLst>
                <a:cxn ang="0">
                  <a:pos x="csX0" y="csY0"/>
                </a:cxn>
                <a:cxn ang="0">
                  <a:pos x="csX1" y="csY1"/>
                </a:cxn>
                <a:cxn ang="0">
                  <a:pos x="csX2" y="csY2"/>
                </a:cxn>
                <a:cxn ang="0">
                  <a:pos x="csX3" y="csY3"/>
                </a:cxn>
                <a:cxn ang="0">
                  <a:pos x="csX4" y="csY4"/>
                </a:cxn>
              </a:cxnLst>
              <a:rect l="l" t="t" r="r" b="b"/>
              <a:pathLst>
                <a:path w="3321698" h="3551239">
                  <a:moveTo>
                    <a:pt x="299098" y="0"/>
                  </a:moveTo>
                  <a:cubicBezTo>
                    <a:pt x="77377" y="483658"/>
                    <a:pt x="-144344" y="967317"/>
                    <a:pt x="121298" y="1346200"/>
                  </a:cubicBezTo>
                  <a:cubicBezTo>
                    <a:pt x="386940" y="1725083"/>
                    <a:pt x="1524648" y="1927225"/>
                    <a:pt x="1892948" y="2273300"/>
                  </a:cubicBezTo>
                  <a:cubicBezTo>
                    <a:pt x="2261248" y="2619375"/>
                    <a:pt x="2092973" y="3212042"/>
                    <a:pt x="2331098" y="3422650"/>
                  </a:cubicBezTo>
                  <a:cubicBezTo>
                    <a:pt x="2569223" y="3633258"/>
                    <a:pt x="3147073" y="3516842"/>
                    <a:pt x="3321698" y="3536950"/>
                  </a:cubicBezTo>
                </a:path>
              </a:pathLst>
            </a:cu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1F924E4D-17E0-A5C7-1EF4-7403E84A468B}"/>
                </a:ext>
              </a:extLst>
            </p:cNvPr>
            <p:cNvSpPr/>
            <p:nvPr userDrawn="1"/>
          </p:nvSpPr>
          <p:spPr>
            <a:xfrm>
              <a:off x="1" y="4638125"/>
              <a:ext cx="3007359" cy="2219875"/>
            </a:xfrm>
            <a:custGeom>
              <a:avLst/>
              <a:gdLst>
                <a:gd name="csX0" fmla="*/ 0 w 3109952"/>
                <a:gd name="csY0" fmla="*/ 321323 h 3070873"/>
                <a:gd name="csX1" fmla="*/ 1028700 w 3109952"/>
                <a:gd name="csY1" fmla="*/ 60973 h 3070873"/>
                <a:gd name="csX2" fmla="*/ 1479550 w 3109952"/>
                <a:gd name="csY2" fmla="*/ 1337323 h 3070873"/>
                <a:gd name="csX3" fmla="*/ 2901950 w 3109952"/>
                <a:gd name="csY3" fmla="*/ 1781823 h 3070873"/>
                <a:gd name="csX4" fmla="*/ 3073400 w 3109952"/>
                <a:gd name="csY4" fmla="*/ 3070873 h 3070873"/>
              </a:gdLst>
              <a:ahLst/>
              <a:cxnLst>
                <a:cxn ang="0">
                  <a:pos x="csX0" y="csY0"/>
                </a:cxn>
                <a:cxn ang="0">
                  <a:pos x="csX1" y="csY1"/>
                </a:cxn>
                <a:cxn ang="0">
                  <a:pos x="csX2" y="csY2"/>
                </a:cxn>
                <a:cxn ang="0">
                  <a:pos x="csX3" y="csY3"/>
                </a:cxn>
                <a:cxn ang="0">
                  <a:pos x="csX4" y="csY4"/>
                </a:cxn>
              </a:cxnLst>
              <a:rect l="l" t="t" r="r" b="b"/>
              <a:pathLst>
                <a:path w="3109952" h="3070873">
                  <a:moveTo>
                    <a:pt x="0" y="321323"/>
                  </a:moveTo>
                  <a:cubicBezTo>
                    <a:pt x="391054" y="106481"/>
                    <a:pt x="782108" y="-108360"/>
                    <a:pt x="1028700" y="60973"/>
                  </a:cubicBezTo>
                  <a:cubicBezTo>
                    <a:pt x="1275292" y="230306"/>
                    <a:pt x="1167342" y="1050515"/>
                    <a:pt x="1479550" y="1337323"/>
                  </a:cubicBezTo>
                  <a:cubicBezTo>
                    <a:pt x="1791758" y="1624131"/>
                    <a:pt x="2636308" y="1492898"/>
                    <a:pt x="2901950" y="1781823"/>
                  </a:cubicBezTo>
                  <a:cubicBezTo>
                    <a:pt x="3167592" y="2070748"/>
                    <a:pt x="3120496" y="2570810"/>
                    <a:pt x="3073400" y="3070873"/>
                  </a:cubicBezTo>
                </a:path>
              </a:pathLst>
            </a:cu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a:extLst>
                <a:ext uri="{FF2B5EF4-FFF2-40B4-BE49-F238E27FC236}">
                  <a16:creationId xmlns:a16="http://schemas.microsoft.com/office/drawing/2014/main" id="{387EF2D9-2BD7-E7A2-1F85-E580D5794C91}"/>
                </a:ext>
              </a:extLst>
            </p:cNvPr>
            <p:cNvSpPr/>
            <p:nvPr userDrawn="1"/>
          </p:nvSpPr>
          <p:spPr>
            <a:xfrm>
              <a:off x="9607550" y="4544379"/>
              <a:ext cx="1691324" cy="1691321"/>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DD7EB5C4-B014-6978-E3BF-C88D19DAFEB4}"/>
                </a:ext>
              </a:extLst>
            </p:cNvPr>
            <p:cNvGrpSpPr>
              <a:grpSpLocks noChangeAspect="1"/>
            </p:cNvGrpSpPr>
            <p:nvPr userDrawn="1"/>
          </p:nvGrpSpPr>
          <p:grpSpPr>
            <a:xfrm flipH="1">
              <a:off x="660400" y="770300"/>
              <a:ext cx="1284058" cy="360000"/>
              <a:chOff x="6320794" y="1984629"/>
              <a:chExt cx="1540869" cy="432000"/>
            </a:xfrm>
          </p:grpSpPr>
          <p:sp>
            <p:nvSpPr>
              <p:cNvPr id="12" name="箭头: V 形 11">
                <a:extLst>
                  <a:ext uri="{FF2B5EF4-FFF2-40B4-BE49-F238E27FC236}">
                    <a16:creationId xmlns:a16="http://schemas.microsoft.com/office/drawing/2014/main" id="{FB78B063-F543-C30F-654E-100A62FAA17A}"/>
                  </a:ext>
                </a:extLst>
              </p:cNvPr>
              <p:cNvSpPr>
                <a:spLocks noChangeAspect="1"/>
              </p:cNvSpPr>
              <p:nvPr/>
            </p:nvSpPr>
            <p:spPr>
              <a:xfrm flipH="1">
                <a:off x="7501663"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3" name="箭头: V 形 12">
                <a:extLst>
                  <a:ext uri="{FF2B5EF4-FFF2-40B4-BE49-F238E27FC236}">
                    <a16:creationId xmlns:a16="http://schemas.microsoft.com/office/drawing/2014/main" id="{0E2274EC-43CD-3969-814F-665E0F6664AB}"/>
                  </a:ext>
                </a:extLst>
              </p:cNvPr>
              <p:cNvSpPr>
                <a:spLocks noChangeAspect="1"/>
              </p:cNvSpPr>
              <p:nvPr/>
            </p:nvSpPr>
            <p:spPr>
              <a:xfrm flipH="1">
                <a:off x="7108040"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4" name="箭头: V 形 13">
                <a:extLst>
                  <a:ext uri="{FF2B5EF4-FFF2-40B4-BE49-F238E27FC236}">
                    <a16:creationId xmlns:a16="http://schemas.microsoft.com/office/drawing/2014/main" id="{1D0352CA-7CCB-161A-9C31-B0A094709D3F}"/>
                  </a:ext>
                </a:extLst>
              </p:cNvPr>
              <p:cNvSpPr>
                <a:spLocks noChangeAspect="1"/>
              </p:cNvSpPr>
              <p:nvPr/>
            </p:nvSpPr>
            <p:spPr>
              <a:xfrm flipH="1">
                <a:off x="6714417"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sp>
            <p:nvSpPr>
              <p:cNvPr id="15" name="箭头: V 形 14">
                <a:extLst>
                  <a:ext uri="{FF2B5EF4-FFF2-40B4-BE49-F238E27FC236}">
                    <a16:creationId xmlns:a16="http://schemas.microsoft.com/office/drawing/2014/main" id="{989E252E-6B9F-0498-9D6F-BDA552EDBBE4}"/>
                  </a:ext>
                </a:extLst>
              </p:cNvPr>
              <p:cNvSpPr>
                <a:spLocks noChangeAspect="1"/>
              </p:cNvSpPr>
              <p:nvPr/>
            </p:nvSpPr>
            <p:spPr>
              <a:xfrm flipH="1">
                <a:off x="6320794" y="1984629"/>
                <a:ext cx="360000" cy="432000"/>
              </a:xfrm>
              <a:prstGeom prst="chevron">
                <a:avLst>
                  <a:gd name="adj" fmla="val 52191"/>
                </a:avLst>
              </a:prstGeom>
              <a:noFill/>
              <a:ln w="1905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cs typeface="+mn-ea"/>
                  <a:sym typeface="+mn-lt"/>
                </a:endParaRPr>
              </a:p>
            </p:txBody>
          </p:sp>
        </p:grpSp>
        <p:sp>
          <p:nvSpPr>
            <p:cNvPr id="11" name="任意多边形: 形状 10">
              <a:extLst>
                <a:ext uri="{FF2B5EF4-FFF2-40B4-BE49-F238E27FC236}">
                  <a16:creationId xmlns:a16="http://schemas.microsoft.com/office/drawing/2014/main" id="{D2C56343-FD9B-EA64-DDE0-FFFBAEEC314C}"/>
                </a:ext>
              </a:extLst>
            </p:cNvPr>
            <p:cNvSpPr/>
            <p:nvPr userDrawn="1"/>
          </p:nvSpPr>
          <p:spPr>
            <a:xfrm>
              <a:off x="2064810" y="2068385"/>
              <a:ext cx="670979" cy="670978"/>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6" name="7850604b-0e1d-4ec9-a4d3-030a0eb33f20">
            <a:extLst>
              <a:ext uri="{FF2B5EF4-FFF2-40B4-BE49-F238E27FC236}">
                <a16:creationId xmlns:a16="http://schemas.microsoft.com/office/drawing/2014/main" id="{092AFAB4-205B-9A60-BE35-67F9D78F2284}"/>
              </a:ext>
            </a:extLst>
          </p:cNvPr>
          <p:cNvSpPr>
            <a:spLocks noGrp="1"/>
          </p:cNvSpPr>
          <p:nvPr>
            <p:ph type="ctrTitle" hasCustomPrompt="1"/>
          </p:nvPr>
        </p:nvSpPr>
        <p:spPr>
          <a:xfrm>
            <a:off x="2895600" y="1412240"/>
            <a:ext cx="6388100" cy="2636520"/>
          </a:xfrm>
          <a:prstGeom prst="rect">
            <a:avLst/>
          </a:prstGeom>
        </p:spPr>
        <p:txBody>
          <a:bodyPr wrap="square" anchor="ctr">
            <a:normAutofit/>
          </a:bodyPr>
          <a:lstStyle>
            <a:lvl1pPr algn="ctr">
              <a:lnSpc>
                <a:spcPct val="100000"/>
              </a:lnSpc>
              <a:defRPr sz="4800">
                <a:ln w="19050">
                  <a:noFill/>
                </a:ln>
                <a:solidFill>
                  <a:srgbClr val="000000"/>
                </a:solidFill>
              </a:defRPr>
            </a:lvl1pPr>
          </a:lstStyle>
          <a:p>
            <a:pPr lvl="0"/>
            <a:r>
              <a:rPr lang="zh-CN" altLang="en-US" dirty="0"/>
              <a:t>Click to add title</a:t>
            </a:r>
            <a:endParaRPr lang="en-US" dirty="0"/>
          </a:p>
        </p:txBody>
      </p:sp>
      <p:sp>
        <p:nvSpPr>
          <p:cNvPr id="27" name="文本占位符 3">
            <a:extLst>
              <a:ext uri="{FF2B5EF4-FFF2-40B4-BE49-F238E27FC236}">
                <a16:creationId xmlns:a16="http://schemas.microsoft.com/office/drawing/2014/main" id="{093DE896-48E4-081D-FB58-C5B5E6EC36B0}"/>
              </a:ext>
            </a:extLst>
          </p:cNvPr>
          <p:cNvSpPr>
            <a:spLocks noGrp="1"/>
          </p:cNvSpPr>
          <p:nvPr>
            <p:ph type="body" sz="quarter" idx="13" hasCustomPrompt="1"/>
          </p:nvPr>
        </p:nvSpPr>
        <p:spPr>
          <a:xfrm>
            <a:off x="4381500" y="4932435"/>
            <a:ext cx="3416300" cy="432000"/>
          </a:xfrm>
          <a:prstGeom prst="rect">
            <a:avLst/>
          </a:prstGeom>
          <a:solidFill>
            <a:schemeClr val="accent1"/>
          </a:solidFill>
          <a:ln>
            <a:noFill/>
          </a:ln>
        </p:spPr>
        <p:txBody>
          <a:bodyPr wrap="square" lIns="90000" anchor="ctr">
            <a:normAutofit/>
          </a:bodyPr>
          <a:lstStyle>
            <a:lvl1pPr marL="0" indent="0" algn="ctr">
              <a:lnSpc>
                <a:spcPct val="100000"/>
              </a:lnSpc>
              <a:buNone/>
              <a:defRPr sz="1200">
                <a:solidFill>
                  <a:srgbClr val="000000"/>
                </a:solidFill>
              </a:defRPr>
            </a:lvl1pPr>
          </a:lstStyle>
          <a:p>
            <a:pPr lvl="0"/>
            <a:r>
              <a:rPr lang="zh-CN" altLang="en-US" dirty="0"/>
              <a:t>Presenter name</a:t>
            </a:r>
            <a:endParaRPr lang="en-US" dirty="0"/>
          </a:p>
        </p:txBody>
      </p:sp>
      <p:sp>
        <p:nvSpPr>
          <p:cNvPr id="31" name="文本占位符 6">
            <a:extLst>
              <a:ext uri="{FF2B5EF4-FFF2-40B4-BE49-F238E27FC236}">
                <a16:creationId xmlns:a16="http://schemas.microsoft.com/office/drawing/2014/main" id="{71FC0FE6-3882-B00A-3216-41D31B8DF316}"/>
              </a:ext>
            </a:extLst>
          </p:cNvPr>
          <p:cNvSpPr>
            <a:spLocks noGrp="1"/>
          </p:cNvSpPr>
          <p:nvPr>
            <p:ph type="body" sz="quarter" idx="14" hasCustomPrompt="1"/>
          </p:nvPr>
        </p:nvSpPr>
        <p:spPr>
          <a:xfrm>
            <a:off x="4381500" y="5519220"/>
            <a:ext cx="3416300" cy="432000"/>
          </a:xfrm>
          <a:prstGeom prst="rect">
            <a:avLst/>
          </a:prstGeom>
          <a:noFill/>
          <a:ln>
            <a:noFill/>
          </a:ln>
        </p:spPr>
        <p:txBody>
          <a:bodyPr wrap="none" anchor="ctr">
            <a:normAutofit/>
          </a:bodyPr>
          <a:lstStyle>
            <a:lvl1pPr marL="0" indent="0" algn="ctr">
              <a:lnSpc>
                <a:spcPct val="100000"/>
              </a:lnSpc>
              <a:buNone/>
              <a:defRPr sz="1200">
                <a:solidFill>
                  <a:schemeClr val="tx1"/>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2.png" Id="rId8" /><Relationship Type="http://schemas.openxmlformats.org/officeDocument/2006/relationships/image" Target="/ppt/media/image63.png" Id="rId13" /><Relationship Type="http://schemas.openxmlformats.org/officeDocument/2006/relationships/image" Target="/ppt/media/image54.png" Id="rId12" /><Relationship Type="http://schemas.openxmlformats.org/officeDocument/2006/relationships/image" Target="/ppt/media/image45.png" Id="rId11" /><Relationship Type="http://schemas.openxmlformats.org/officeDocument/2006/relationships/image" Target="/ppt/media/image36.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eedf31b0f463497c" /></Relationships>
</file>

<file path=ppt/slides/_rels/slide13.xml.rels>&#65279;<?xml version="1.0" encoding="utf-8"?><Relationships xmlns="http://schemas.openxmlformats.org/package/2006/relationships"><Relationship Type="http://schemas.openxmlformats.org/officeDocument/2006/relationships/image" Target="/ppt/media/image17.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3d17a27f5c25461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2895600" y="1352550"/>
            <a:ext cx="6388100" cy="1980000"/>
          </a:xfrm>
        </p:spPr>
        <p:txBody>
          <a:bodyPr/>
          <a:lstStyle/>
          <a:p>
            <a:r>
              <a:rPr lang="zh-CN" altLang="en-US" dirty="0">
                <a:sym typeface="+mn-lt"/>
              </a:rPr>
              <a:t>绿色简约风</a:t>
            </a:r>
            <a:br>
              <a:rPr lang="en-US" altLang="zh-CN" dirty="0">
                <a:sym typeface="+mn-lt"/>
              </a:rPr>
            </a:br>
            <a:r>
              <a:rPr lang="zh-CN" altLang="en-US" dirty="0">
                <a:sym typeface="+mn-lt"/>
              </a:rPr>
              <a:t>实习实践通用模板</a:t>
            </a:r>
            <a:endParaRPr lang="en-US" dirty="0">
              <a:sym typeface="+mn-lt"/>
            </a:endParaRPr>
          </a:p>
        </p:txBody>
      </p:sp>
      <p:sp>
        <p:nvSpPr>
          <p:cNvPr id="9" name="副标题 8"/>
          <p:cNvSpPr>
            <a:spLocks noGrp="1"/>
          </p:cNvSpPr>
          <p:nvPr>
            <p:ph type="subTitle" sz="quarter" idx="1" hasCustomPrompt="1"/>
          </p:nvPr>
        </p:nvSpPr>
        <p:spPr>
          <a:xfrm>
            <a:off x="2895600" y="3401528"/>
            <a:ext cx="6388100" cy="640600"/>
          </a:xfrm>
        </p:spPr>
        <p:txBody>
          <a:bodyPr>
            <a:normAutofit/>
          </a:bodyPr>
          <a:lstStyle/>
          <a:p>
            <a:r>
              <a:rPr lang="zh-CN" altLang="en-US" dirty="0">
                <a:sym typeface="+mn-lt"/>
              </a:rPr>
              <a:t>通用行业各领域实习成果与心得分享</a:t>
            </a:r>
          </a:p>
        </p:txBody>
      </p:sp>
      <p:sp>
        <p:nvSpPr>
          <p:cNvPr id="4" name="文本占位符 3"/>
          <p:cNvSpPr>
            <a:spLocks noGrp="1"/>
          </p:cNvSpPr>
          <p:nvPr>
            <p:ph type="body" sz="quarter" idx="13" hasCustomPrompt="1"/>
          </p:nvPr>
        </p:nvSpPr>
        <p:spPr>
          <a:xfrm>
            <a:off x="4381500" y="4932435"/>
            <a:ext cx="3416300" cy="432000"/>
          </a:xfrm>
        </p:spPr>
        <p:txBody>
          <a:bodyPr/>
          <a:lstStyle/>
          <a:p>
            <a:r>
              <a:rPr lang="zh-CN" altLang="en-US" dirty="0">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4381500" y="5519220"/>
            <a:ext cx="3416300" cy="432000"/>
          </a:xfrm>
        </p:spPr>
        <p:txBody>
          <a:bodyPr/>
          <a:lstStyle/>
          <a:p>
            <a:r>
              <a:rPr lang="zh-CN" altLang="en-US" dirty="0">
                <a:sym typeface="+mn-lt"/>
              </a:rPr>
              <a:t>20XX.XX.XX</a:t>
            </a:r>
            <a:endParaRPr lang="en-US" dirty="0">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3F222-5EC8-9322-7F9F-EFBCEDD8AFBB}"/>
            </a:ext>
          </a:extLst>
        </p:cNvPr>
        <p:cNvGrpSpPr/>
        <p:nvPr/>
      </p:nvGrpSpPr>
      <p:grpSpPr>
        <a:xfrm>
          <a:off x="0" y="0"/>
          <a:ext cx="0" cy="0"/>
          <a:chOff x="0" y="0"/>
          <a:chExt cx="0" cy="0"/>
        </a:xfrm>
      </p:grpSpPr>
      <p:grpSp>
        <p:nvGrpSpPr>
          <p:cNvPr id="70" name="组合 69">
            <a:extLst>
              <a:ext uri="{FF2B5EF4-FFF2-40B4-BE49-F238E27FC236}">
                <a16:creationId xmlns:a16="http://schemas.microsoft.com/office/drawing/2014/main" id="{1CEE7333-F85E-6CFE-F9B0-071DD1FDF0EE}"/>
              </a:ext>
            </a:extLst>
          </p:cNvPr>
          <p:cNvGrpSpPr/>
          <p:nvPr/>
        </p:nvGrpSpPr>
        <p:grpSpPr>
          <a:xfrm>
            <a:off x="608084" y="0"/>
            <a:ext cx="11583916" cy="6134100"/>
            <a:chOff x="608084" y="0"/>
            <a:chExt cx="11583916" cy="6134100"/>
          </a:xfrm>
        </p:grpSpPr>
        <p:sp>
          <p:nvSpPr>
            <p:cNvPr id="80" name="Title">
              <a:extLst>
                <a:ext uri="{FF2B5EF4-FFF2-40B4-BE49-F238E27FC236}">
                  <a16:creationId xmlns:a16="http://schemas.microsoft.com/office/drawing/2014/main" id="{18662023-7217-C804-47E0-34BE58059374}"/>
                </a:ext>
              </a:extLst>
            </p:cNvPr>
            <p:cNvSpPr txBox="1"/>
            <p:nvPr/>
          </p:nvSpPr>
          <p:spPr>
            <a:xfrm>
              <a:off x="660400" y="1130300"/>
              <a:ext cx="3204535" cy="1270589"/>
            </a:xfrm>
            <a:prstGeom prst="rect">
              <a:avLst/>
            </a:prstGeom>
            <a:noFill/>
          </p:spPr>
          <p:txBody>
            <a:bodyPr wrap="square">
              <a:normAutofit/>
            </a:bodyPr>
            <a:lstStyle/>
            <a:p>
              <a:r>
                <a:rPr lang="zh-CN" altLang="en-US" sz="2400" b="1" dirty="0">
                  <a:cs typeface="+mn-ea"/>
                  <a:sym typeface="+mn-lt"/>
                </a:rPr>
                <a:t>Agenda</a:t>
              </a:r>
              <a:endParaRPr lang="en-US" dirty="0">
                <a:cs typeface="+mn-ea"/>
                <a:sym typeface="+mn-lt"/>
              </a:endParaRPr>
            </a:p>
          </p:txBody>
        </p:sp>
        <p:sp>
          <p:nvSpPr>
            <p:cNvPr id="36" name="任意多边形: 形状 35">
              <a:extLst>
                <a:ext uri="{FF2B5EF4-FFF2-40B4-BE49-F238E27FC236}">
                  <a16:creationId xmlns:a16="http://schemas.microsoft.com/office/drawing/2014/main" id="{21939CB3-4751-CBD4-3A39-D6BBEC120B7C}"/>
                </a:ext>
              </a:extLst>
            </p:cNvPr>
            <p:cNvSpPr/>
            <p:nvPr userDrawn="1"/>
          </p:nvSpPr>
          <p:spPr>
            <a:xfrm>
              <a:off x="3419725" y="1130300"/>
              <a:ext cx="8099175" cy="50038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cs typeface="+mn-ea"/>
                <a:sym typeface="+mn-lt"/>
              </a:endParaRPr>
            </a:p>
          </p:txBody>
        </p:sp>
        <p:cxnSp>
          <p:nvCxnSpPr>
            <p:cNvPr id="9" name="直接连接符 8">
              <a:extLst>
                <a:ext uri="{FF2B5EF4-FFF2-40B4-BE49-F238E27FC236}">
                  <a16:creationId xmlns:a16="http://schemas.microsoft.com/office/drawing/2014/main" id="{296C3F37-72CD-3E56-AAE3-D4781F3561E0}"/>
                </a:ext>
              </a:extLst>
            </p:cNvPr>
            <p:cNvCxnSpPr/>
            <p:nvPr/>
          </p:nvCxnSpPr>
          <p:spPr>
            <a:xfrm>
              <a:off x="4289277" y="2475190"/>
              <a:ext cx="68516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2FA77EBF-38E1-7F59-A846-621C2FED37DE}"/>
                </a:ext>
              </a:extLst>
            </p:cNvPr>
            <p:cNvCxnSpPr/>
            <p:nvPr/>
          </p:nvCxnSpPr>
          <p:spPr>
            <a:xfrm>
              <a:off x="4289277" y="3541990"/>
              <a:ext cx="68516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F634022-6C79-04AD-56B9-BDDCC9621562}"/>
                </a:ext>
              </a:extLst>
            </p:cNvPr>
            <p:cNvCxnSpPr>
              <a:cxnSpLocks/>
            </p:cNvCxnSpPr>
            <p:nvPr/>
          </p:nvCxnSpPr>
          <p:spPr>
            <a:xfrm>
              <a:off x="4289277" y="4634190"/>
              <a:ext cx="68516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63450801-F4F8-59C7-AAED-0A3D31ECC1D0}"/>
                </a:ext>
              </a:extLst>
            </p:cNvPr>
            <p:cNvGrpSpPr/>
            <p:nvPr/>
          </p:nvGrpSpPr>
          <p:grpSpPr>
            <a:xfrm>
              <a:off x="4300127" y="1563223"/>
              <a:ext cx="3284211" cy="730568"/>
              <a:chOff x="4577090" y="2159000"/>
              <a:chExt cx="3284211" cy="730568"/>
            </a:xfrm>
          </p:grpSpPr>
          <p:sp>
            <p:nvSpPr>
              <p:cNvPr id="58" name="Bullet1">
                <a:extLst>
                  <a:ext uri="{FF2B5EF4-FFF2-40B4-BE49-F238E27FC236}">
                    <a16:creationId xmlns:a16="http://schemas.microsoft.com/office/drawing/2014/main" id="{AE72B533-F8D2-D43C-B7D0-BAD632908219}"/>
                  </a:ext>
                </a:extLst>
              </p:cNvPr>
              <p:cNvSpPr txBox="1">
                <a:spLocks/>
              </p:cNvSpPr>
              <p:nvPr/>
            </p:nvSpPr>
            <p:spPr>
              <a:xfrm>
                <a:off x="5316797" y="2159000"/>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59" name="Number1">
                <a:extLst>
                  <a:ext uri="{FF2B5EF4-FFF2-40B4-BE49-F238E27FC236}">
                    <a16:creationId xmlns:a16="http://schemas.microsoft.com/office/drawing/2014/main" id="{23787476-7FF4-63D0-13EB-236095C9A4FA}"/>
                  </a:ext>
                </a:extLst>
              </p:cNvPr>
              <p:cNvSpPr txBox="1">
                <a:spLocks/>
              </p:cNvSpPr>
              <p:nvPr/>
            </p:nvSpPr>
            <p:spPr>
              <a:xfrm>
                <a:off x="4577090" y="2159000"/>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01.</a:t>
                </a:r>
                <a:endParaRPr lang="en-US" sz="2800" b="1" dirty="0">
                  <a:cs typeface="+mn-ea"/>
                  <a:sym typeface="+mn-lt"/>
                </a:endParaRPr>
              </a:p>
            </p:txBody>
          </p:sp>
        </p:grpSp>
        <p:grpSp>
          <p:nvGrpSpPr>
            <p:cNvPr id="16" name="组合 15">
              <a:extLst>
                <a:ext uri="{FF2B5EF4-FFF2-40B4-BE49-F238E27FC236}">
                  <a16:creationId xmlns:a16="http://schemas.microsoft.com/office/drawing/2014/main" id="{5DB16F98-AE95-9506-0C2E-E51110504232}"/>
                </a:ext>
              </a:extLst>
            </p:cNvPr>
            <p:cNvGrpSpPr/>
            <p:nvPr/>
          </p:nvGrpSpPr>
          <p:grpSpPr>
            <a:xfrm>
              <a:off x="7856716" y="1563223"/>
              <a:ext cx="3284211" cy="730568"/>
              <a:chOff x="8234689" y="2159000"/>
              <a:chExt cx="3284211" cy="730568"/>
            </a:xfrm>
          </p:grpSpPr>
          <p:sp>
            <p:nvSpPr>
              <p:cNvPr id="40" name="Bullet2">
                <a:extLst>
                  <a:ext uri="{FF2B5EF4-FFF2-40B4-BE49-F238E27FC236}">
                    <a16:creationId xmlns:a16="http://schemas.microsoft.com/office/drawing/2014/main" id="{BACC2C83-6D34-AF63-B402-2F2F46C9A681}"/>
                  </a:ext>
                </a:extLst>
              </p:cNvPr>
              <p:cNvSpPr txBox="1">
                <a:spLocks/>
              </p:cNvSpPr>
              <p:nvPr/>
            </p:nvSpPr>
            <p:spPr>
              <a:xfrm>
                <a:off x="8974396" y="2159000"/>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42" name="Number2">
                <a:extLst>
                  <a:ext uri="{FF2B5EF4-FFF2-40B4-BE49-F238E27FC236}">
                    <a16:creationId xmlns:a16="http://schemas.microsoft.com/office/drawing/2014/main" id="{31557338-D0B9-E5F1-8B19-4DBFEA071403}"/>
                  </a:ext>
                </a:extLst>
              </p:cNvPr>
              <p:cNvSpPr txBox="1">
                <a:spLocks/>
              </p:cNvSpPr>
              <p:nvPr/>
            </p:nvSpPr>
            <p:spPr>
              <a:xfrm>
                <a:off x="8234689" y="2159000"/>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02.</a:t>
                </a:r>
                <a:endParaRPr lang="en-US" sz="2800" b="1" dirty="0">
                  <a:cs typeface="+mn-ea"/>
                  <a:sym typeface="+mn-lt"/>
                </a:endParaRPr>
              </a:p>
            </p:txBody>
          </p:sp>
        </p:grpSp>
        <p:grpSp>
          <p:nvGrpSpPr>
            <p:cNvPr id="17" name="组合 16">
              <a:extLst>
                <a:ext uri="{FF2B5EF4-FFF2-40B4-BE49-F238E27FC236}">
                  <a16:creationId xmlns:a16="http://schemas.microsoft.com/office/drawing/2014/main" id="{44E1D8B7-82E9-40C7-F47B-7AE167051513}"/>
                </a:ext>
              </a:extLst>
            </p:cNvPr>
            <p:cNvGrpSpPr/>
            <p:nvPr/>
          </p:nvGrpSpPr>
          <p:grpSpPr>
            <a:xfrm>
              <a:off x="4300127" y="2644735"/>
              <a:ext cx="3284211" cy="730568"/>
              <a:chOff x="4577090" y="3240511"/>
              <a:chExt cx="3284211" cy="730568"/>
            </a:xfrm>
          </p:grpSpPr>
          <p:sp>
            <p:nvSpPr>
              <p:cNvPr id="35" name="Bullet3">
                <a:extLst>
                  <a:ext uri="{FF2B5EF4-FFF2-40B4-BE49-F238E27FC236}">
                    <a16:creationId xmlns:a16="http://schemas.microsoft.com/office/drawing/2014/main" id="{B577434E-1785-0FE8-2B16-AF2CA1569B75}"/>
                  </a:ext>
                </a:extLst>
              </p:cNvPr>
              <p:cNvSpPr txBox="1">
                <a:spLocks/>
              </p:cNvSpPr>
              <p:nvPr/>
            </p:nvSpPr>
            <p:spPr>
              <a:xfrm>
                <a:off x="5316797" y="3240511"/>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39" name="Number3">
                <a:extLst>
                  <a:ext uri="{FF2B5EF4-FFF2-40B4-BE49-F238E27FC236}">
                    <a16:creationId xmlns:a16="http://schemas.microsoft.com/office/drawing/2014/main" id="{12FFAA0F-5440-B6F2-1ADA-BBE9062C32C8}"/>
                  </a:ext>
                </a:extLst>
              </p:cNvPr>
              <p:cNvSpPr txBox="1">
                <a:spLocks/>
              </p:cNvSpPr>
              <p:nvPr/>
            </p:nvSpPr>
            <p:spPr>
              <a:xfrm>
                <a:off x="4577090" y="3240511"/>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03.</a:t>
                </a:r>
                <a:endParaRPr lang="en-US" sz="2800" b="1" dirty="0">
                  <a:cs typeface="+mn-ea"/>
                  <a:sym typeface="+mn-lt"/>
                </a:endParaRPr>
              </a:p>
            </p:txBody>
          </p:sp>
        </p:grpSp>
        <p:grpSp>
          <p:nvGrpSpPr>
            <p:cNvPr id="18" name="组合 17">
              <a:extLst>
                <a:ext uri="{FF2B5EF4-FFF2-40B4-BE49-F238E27FC236}">
                  <a16:creationId xmlns:a16="http://schemas.microsoft.com/office/drawing/2014/main" id="{1F6CC40B-D56F-14F0-2E18-A33C5179421A}"/>
                </a:ext>
              </a:extLst>
            </p:cNvPr>
            <p:cNvGrpSpPr/>
            <p:nvPr/>
          </p:nvGrpSpPr>
          <p:grpSpPr>
            <a:xfrm>
              <a:off x="7856716" y="2644735"/>
              <a:ext cx="3284211" cy="730568"/>
              <a:chOff x="8234689" y="3240511"/>
              <a:chExt cx="3284211" cy="730568"/>
            </a:xfrm>
          </p:grpSpPr>
          <p:sp>
            <p:nvSpPr>
              <p:cNvPr id="33" name="Bullet4">
                <a:extLst>
                  <a:ext uri="{FF2B5EF4-FFF2-40B4-BE49-F238E27FC236}">
                    <a16:creationId xmlns:a16="http://schemas.microsoft.com/office/drawing/2014/main" id="{DA5CFED0-75E1-FD46-3546-9A203E4AE8A2}"/>
                  </a:ext>
                </a:extLst>
              </p:cNvPr>
              <p:cNvSpPr txBox="1">
                <a:spLocks/>
              </p:cNvSpPr>
              <p:nvPr/>
            </p:nvSpPr>
            <p:spPr>
              <a:xfrm>
                <a:off x="8974396" y="3240511"/>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34" name="Number4">
                <a:extLst>
                  <a:ext uri="{FF2B5EF4-FFF2-40B4-BE49-F238E27FC236}">
                    <a16:creationId xmlns:a16="http://schemas.microsoft.com/office/drawing/2014/main" id="{E27E8092-C31B-225A-3EAE-C6020E318680}"/>
                  </a:ext>
                </a:extLst>
              </p:cNvPr>
              <p:cNvSpPr txBox="1">
                <a:spLocks/>
              </p:cNvSpPr>
              <p:nvPr/>
            </p:nvSpPr>
            <p:spPr>
              <a:xfrm>
                <a:off x="8234689" y="3240511"/>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04.</a:t>
                </a:r>
                <a:endParaRPr lang="en-US" sz="2800" b="1" dirty="0">
                  <a:cs typeface="+mn-ea"/>
                  <a:sym typeface="+mn-lt"/>
                </a:endParaRPr>
              </a:p>
            </p:txBody>
          </p:sp>
        </p:grpSp>
        <p:grpSp>
          <p:nvGrpSpPr>
            <p:cNvPr id="19" name="组合 18">
              <a:extLst>
                <a:ext uri="{FF2B5EF4-FFF2-40B4-BE49-F238E27FC236}">
                  <a16:creationId xmlns:a16="http://schemas.microsoft.com/office/drawing/2014/main" id="{79BCDEDF-50C1-AA7D-42A8-497487D31760}"/>
                </a:ext>
              </a:extLst>
            </p:cNvPr>
            <p:cNvGrpSpPr/>
            <p:nvPr/>
          </p:nvGrpSpPr>
          <p:grpSpPr>
            <a:xfrm>
              <a:off x="4300127" y="3726245"/>
              <a:ext cx="3284211" cy="730568"/>
              <a:chOff x="4577090" y="4322022"/>
              <a:chExt cx="3284211" cy="730568"/>
            </a:xfrm>
          </p:grpSpPr>
          <p:sp>
            <p:nvSpPr>
              <p:cNvPr id="31" name="Bullet5">
                <a:extLst>
                  <a:ext uri="{FF2B5EF4-FFF2-40B4-BE49-F238E27FC236}">
                    <a16:creationId xmlns:a16="http://schemas.microsoft.com/office/drawing/2014/main" id="{4E7A95C1-3EA1-5A07-614A-00686E1727F7}"/>
                  </a:ext>
                </a:extLst>
              </p:cNvPr>
              <p:cNvSpPr txBox="1">
                <a:spLocks/>
              </p:cNvSpPr>
              <p:nvPr/>
            </p:nvSpPr>
            <p:spPr>
              <a:xfrm>
                <a:off x="5316797" y="4322022"/>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32" name="Number5">
                <a:extLst>
                  <a:ext uri="{FF2B5EF4-FFF2-40B4-BE49-F238E27FC236}">
                    <a16:creationId xmlns:a16="http://schemas.microsoft.com/office/drawing/2014/main" id="{6F97840C-464E-68FD-F6CA-18A706EAC138}"/>
                  </a:ext>
                </a:extLst>
              </p:cNvPr>
              <p:cNvSpPr txBox="1">
                <a:spLocks/>
              </p:cNvSpPr>
              <p:nvPr/>
            </p:nvSpPr>
            <p:spPr>
              <a:xfrm>
                <a:off x="4577090" y="4322022"/>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05.</a:t>
                </a:r>
                <a:endParaRPr lang="en-US" sz="2800" b="1" dirty="0">
                  <a:cs typeface="+mn-ea"/>
                  <a:sym typeface="+mn-lt"/>
                </a:endParaRPr>
              </a:p>
            </p:txBody>
          </p:sp>
        </p:grpSp>
        <p:grpSp>
          <p:nvGrpSpPr>
            <p:cNvPr id="20" name="组合 19">
              <a:extLst>
                <a:ext uri="{FF2B5EF4-FFF2-40B4-BE49-F238E27FC236}">
                  <a16:creationId xmlns:a16="http://schemas.microsoft.com/office/drawing/2014/main" id="{ED751913-72CD-7511-10A1-68613483F545}"/>
                </a:ext>
              </a:extLst>
            </p:cNvPr>
            <p:cNvGrpSpPr/>
            <p:nvPr/>
          </p:nvGrpSpPr>
          <p:grpSpPr>
            <a:xfrm>
              <a:off x="7856716" y="3726245"/>
              <a:ext cx="3284211" cy="730568"/>
              <a:chOff x="8234689" y="4322022"/>
              <a:chExt cx="3284211" cy="730568"/>
            </a:xfrm>
          </p:grpSpPr>
          <p:sp>
            <p:nvSpPr>
              <p:cNvPr id="29" name="Bullet6">
                <a:extLst>
                  <a:ext uri="{FF2B5EF4-FFF2-40B4-BE49-F238E27FC236}">
                    <a16:creationId xmlns:a16="http://schemas.microsoft.com/office/drawing/2014/main" id="{76673759-7768-2DEF-4EA4-1973ECDA0B9C}"/>
                  </a:ext>
                </a:extLst>
              </p:cNvPr>
              <p:cNvSpPr txBox="1">
                <a:spLocks/>
              </p:cNvSpPr>
              <p:nvPr/>
            </p:nvSpPr>
            <p:spPr>
              <a:xfrm>
                <a:off x="8974396" y="4322022"/>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30" name="Number6">
                <a:extLst>
                  <a:ext uri="{FF2B5EF4-FFF2-40B4-BE49-F238E27FC236}">
                    <a16:creationId xmlns:a16="http://schemas.microsoft.com/office/drawing/2014/main" id="{B0885179-CE23-9C88-9C8A-860A04DBB897}"/>
                  </a:ext>
                </a:extLst>
              </p:cNvPr>
              <p:cNvSpPr txBox="1">
                <a:spLocks/>
              </p:cNvSpPr>
              <p:nvPr/>
            </p:nvSpPr>
            <p:spPr>
              <a:xfrm>
                <a:off x="8234689" y="4322022"/>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06.</a:t>
                </a:r>
                <a:endParaRPr lang="en-US" sz="2800" b="1" dirty="0">
                  <a:cs typeface="+mn-ea"/>
                  <a:sym typeface="+mn-lt"/>
                </a:endParaRPr>
              </a:p>
            </p:txBody>
          </p:sp>
        </p:grpSp>
        <p:grpSp>
          <p:nvGrpSpPr>
            <p:cNvPr id="21" name="组合 20">
              <a:extLst>
                <a:ext uri="{FF2B5EF4-FFF2-40B4-BE49-F238E27FC236}">
                  <a16:creationId xmlns:a16="http://schemas.microsoft.com/office/drawing/2014/main" id="{EE5EBD9D-4EE1-54D0-A2F6-A5AB2DE0AD36}"/>
                </a:ext>
              </a:extLst>
            </p:cNvPr>
            <p:cNvGrpSpPr/>
            <p:nvPr/>
          </p:nvGrpSpPr>
          <p:grpSpPr>
            <a:xfrm>
              <a:off x="4300127" y="4807755"/>
              <a:ext cx="3284211" cy="730568"/>
              <a:chOff x="4577090" y="5403532"/>
              <a:chExt cx="3284211" cy="730568"/>
            </a:xfrm>
          </p:grpSpPr>
          <p:sp>
            <p:nvSpPr>
              <p:cNvPr id="27" name="Bullet7">
                <a:extLst>
                  <a:ext uri="{FF2B5EF4-FFF2-40B4-BE49-F238E27FC236}">
                    <a16:creationId xmlns:a16="http://schemas.microsoft.com/office/drawing/2014/main" id="{FE691CC3-B0DC-A588-7FDC-45A3669F5CEC}"/>
                  </a:ext>
                </a:extLst>
              </p:cNvPr>
              <p:cNvSpPr txBox="1">
                <a:spLocks/>
              </p:cNvSpPr>
              <p:nvPr/>
            </p:nvSpPr>
            <p:spPr>
              <a:xfrm>
                <a:off x="5316797" y="5403532"/>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28" name="Number7">
                <a:extLst>
                  <a:ext uri="{FF2B5EF4-FFF2-40B4-BE49-F238E27FC236}">
                    <a16:creationId xmlns:a16="http://schemas.microsoft.com/office/drawing/2014/main" id="{B0E4FBFC-0B68-5C95-D601-C6AE99106D62}"/>
                  </a:ext>
                </a:extLst>
              </p:cNvPr>
              <p:cNvSpPr txBox="1">
                <a:spLocks/>
              </p:cNvSpPr>
              <p:nvPr/>
            </p:nvSpPr>
            <p:spPr>
              <a:xfrm>
                <a:off x="4577090" y="5403532"/>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07.</a:t>
                </a:r>
                <a:endParaRPr lang="en-US" sz="2800" b="1" dirty="0">
                  <a:cs typeface="+mn-ea"/>
                  <a:sym typeface="+mn-lt"/>
                </a:endParaRPr>
              </a:p>
            </p:txBody>
          </p:sp>
        </p:grpSp>
        <p:grpSp>
          <p:nvGrpSpPr>
            <p:cNvPr id="22" name="组合 21">
              <a:extLst>
                <a:ext uri="{FF2B5EF4-FFF2-40B4-BE49-F238E27FC236}">
                  <a16:creationId xmlns:a16="http://schemas.microsoft.com/office/drawing/2014/main" id="{E890BDA0-7F7A-8A3E-3F2D-3C15287311A1}"/>
                </a:ext>
              </a:extLst>
            </p:cNvPr>
            <p:cNvGrpSpPr/>
            <p:nvPr/>
          </p:nvGrpSpPr>
          <p:grpSpPr>
            <a:xfrm>
              <a:off x="7856716" y="4807755"/>
              <a:ext cx="3284211" cy="730568"/>
              <a:chOff x="8234689" y="5403532"/>
              <a:chExt cx="3284211" cy="730568"/>
            </a:xfrm>
          </p:grpSpPr>
          <p:sp>
            <p:nvSpPr>
              <p:cNvPr id="23" name="Bullet8">
                <a:extLst>
                  <a:ext uri="{FF2B5EF4-FFF2-40B4-BE49-F238E27FC236}">
                    <a16:creationId xmlns:a16="http://schemas.microsoft.com/office/drawing/2014/main" id="{A82B6246-79D8-E048-F43C-03BC444EB0AE}"/>
                  </a:ext>
                </a:extLst>
              </p:cNvPr>
              <p:cNvSpPr txBox="1">
                <a:spLocks/>
              </p:cNvSpPr>
              <p:nvPr/>
            </p:nvSpPr>
            <p:spPr>
              <a:xfrm>
                <a:off x="8974396" y="5403532"/>
                <a:ext cx="2544504" cy="730568"/>
              </a:xfrm>
              <a:prstGeom prst="rect">
                <a:avLst/>
              </a:prstGeom>
            </p:spPr>
            <p:txBody>
              <a:bodyPr vert="horz" wrap="squar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zh-CN" altLang="en-US" b="1">
                    <a:cs typeface="+mn-ea"/>
                    <a:sym typeface="+mn-lt"/>
                  </a:rPr>
                  <a:t>单击添加小标题</a:t>
                </a:r>
                <a:endParaRPr lang="en-US" dirty="0">
                  <a:cs typeface="+mn-ea"/>
                  <a:sym typeface="+mn-lt"/>
                </a:endParaRPr>
              </a:p>
            </p:txBody>
          </p:sp>
          <p:sp>
            <p:nvSpPr>
              <p:cNvPr id="24" name="Number8">
                <a:extLst>
                  <a:ext uri="{FF2B5EF4-FFF2-40B4-BE49-F238E27FC236}">
                    <a16:creationId xmlns:a16="http://schemas.microsoft.com/office/drawing/2014/main" id="{317A69F4-08C3-A858-FA34-38D906BAB62B}"/>
                  </a:ext>
                </a:extLst>
              </p:cNvPr>
              <p:cNvSpPr txBox="1">
                <a:spLocks/>
              </p:cNvSpPr>
              <p:nvPr/>
            </p:nvSpPr>
            <p:spPr>
              <a:xfrm>
                <a:off x="8234689" y="5403532"/>
                <a:ext cx="693411" cy="730568"/>
              </a:xfrm>
              <a:prstGeom prst="rect">
                <a:avLst/>
              </a:prstGeom>
            </p:spPr>
            <p:txBody>
              <a:bodyPr vert="horz" wrap="none" lIns="91440" tIns="45720" rIns="91440" bIns="45720" rtlCol="0" anchor="ctr" anchorCtr="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800" b="1" dirty="0">
                    <a:cs typeface="+mn-ea"/>
                    <a:sym typeface="+mn-lt"/>
                  </a:rPr>
                  <a:t>08.</a:t>
                </a:r>
                <a:endParaRPr lang="en-US" sz="2800" b="1" dirty="0">
                  <a:cs typeface="+mn-ea"/>
                  <a:sym typeface="+mn-lt"/>
                </a:endParaRPr>
              </a:p>
            </p:txBody>
          </p:sp>
        </p:grpSp>
        <p:grpSp>
          <p:nvGrpSpPr>
            <p:cNvPr id="3" name="组合 2">
              <a:extLst>
                <a:ext uri="{FF2B5EF4-FFF2-40B4-BE49-F238E27FC236}">
                  <a16:creationId xmlns:a16="http://schemas.microsoft.com/office/drawing/2014/main" id="{29CFC56E-C648-29AA-9498-94055B72C61E}"/>
                </a:ext>
              </a:extLst>
            </p:cNvPr>
            <p:cNvGrpSpPr/>
            <p:nvPr/>
          </p:nvGrpSpPr>
          <p:grpSpPr>
            <a:xfrm flipH="1">
              <a:off x="608084" y="2583333"/>
              <a:ext cx="3388505" cy="3452945"/>
              <a:chOff x="4428900" y="1595779"/>
              <a:chExt cx="3991452" cy="4067357"/>
            </a:xfrm>
          </p:grpSpPr>
          <p:sp>
            <p:nvSpPr>
              <p:cNvPr id="4" name="任意多边形: 形状 3">
                <a:extLst>
                  <a:ext uri="{FF2B5EF4-FFF2-40B4-BE49-F238E27FC236}">
                    <a16:creationId xmlns:a16="http://schemas.microsoft.com/office/drawing/2014/main" id="{EA3EF120-6D2C-BFF6-0950-18BE7A1B10D8}"/>
                  </a:ext>
                </a:extLst>
              </p:cNvPr>
              <p:cNvSpPr/>
              <p:nvPr/>
            </p:nvSpPr>
            <p:spPr>
              <a:xfrm>
                <a:off x="4660086" y="3051488"/>
                <a:ext cx="3760266" cy="2611648"/>
              </a:xfrm>
              <a:custGeom>
                <a:avLst/>
                <a:gdLst>
                  <a:gd name="connsiteX0" fmla="*/ 11177 w 3760266"/>
                  <a:gd name="connsiteY0" fmla="*/ 1650382 h 2611648"/>
                  <a:gd name="connsiteX1" fmla="*/ 52594 w 3760266"/>
                  <a:gd name="connsiteY1" fmla="*/ 1472956 h 2611648"/>
                  <a:gd name="connsiteX2" fmla="*/ 458066 w 3760266"/>
                  <a:gd name="connsiteY2" fmla="*/ 835858 h 2611648"/>
                  <a:gd name="connsiteX3" fmla="*/ 1156863 w 3760266"/>
                  <a:gd name="connsiteY3" fmla="*/ 88997 h 2611648"/>
                  <a:gd name="connsiteX4" fmla="*/ 1156863 w 3760266"/>
                  <a:gd name="connsiteY4" fmla="*/ 88997 h 2611648"/>
                  <a:gd name="connsiteX5" fmla="*/ 1654713 w 3760266"/>
                  <a:gd name="connsiteY5" fmla="*/ 710 h 2611648"/>
                  <a:gd name="connsiteX6" fmla="*/ 2015019 w 3760266"/>
                  <a:gd name="connsiteY6" fmla="*/ 12811 h 2611648"/>
                  <a:gd name="connsiteX7" fmla="*/ 3036115 w 3760266"/>
                  <a:gd name="connsiteY7" fmla="*/ 637297 h 2611648"/>
                  <a:gd name="connsiteX8" fmla="*/ 3704062 w 3760266"/>
                  <a:gd name="connsiteY8" fmla="*/ 1840079 h 2611648"/>
                  <a:gd name="connsiteX9" fmla="*/ 3753830 w 3760266"/>
                  <a:gd name="connsiteY9" fmla="*/ 2132211 h 2611648"/>
                  <a:gd name="connsiteX10" fmla="*/ 3734911 w 3760266"/>
                  <a:gd name="connsiteY10" fmla="*/ 2241291 h 2611648"/>
                  <a:gd name="connsiteX11" fmla="*/ 3283421 w 3760266"/>
                  <a:gd name="connsiteY11" fmla="*/ 2611483 h 2611648"/>
                  <a:gd name="connsiteX12" fmla="*/ 3283421 w 3760266"/>
                  <a:gd name="connsiteY12" fmla="*/ 2611483 h 2611648"/>
                  <a:gd name="connsiteX13" fmla="*/ 2941522 w 3760266"/>
                  <a:gd name="connsiteY13" fmla="*/ 2436784 h 2611648"/>
                  <a:gd name="connsiteX14" fmla="*/ 2174550 w 3760266"/>
                  <a:gd name="connsiteY14" fmla="*/ 1435118 h 2611648"/>
                  <a:gd name="connsiteX15" fmla="*/ 698725 w 3760266"/>
                  <a:gd name="connsiteY15" fmla="*/ 2039833 h 2611648"/>
                  <a:gd name="connsiteX16" fmla="*/ 600212 w 3760266"/>
                  <a:gd name="connsiteY16" fmla="*/ 2094714 h 2611648"/>
                  <a:gd name="connsiteX17" fmla="*/ 11177 w 3760266"/>
                  <a:gd name="connsiteY17" fmla="*/ 1650382 h 261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60266" h="2611648">
                    <a:moveTo>
                      <a:pt x="11177" y="1650382"/>
                    </a:moveTo>
                    <a:lnTo>
                      <a:pt x="52594" y="1472956"/>
                    </a:lnTo>
                    <a:lnTo>
                      <a:pt x="458066" y="835858"/>
                    </a:lnTo>
                    <a:cubicBezTo>
                      <a:pt x="569770" y="496208"/>
                      <a:pt x="825395" y="223013"/>
                      <a:pt x="1156863" y="88997"/>
                    </a:cubicBezTo>
                    <a:lnTo>
                      <a:pt x="1156863" y="88997"/>
                    </a:lnTo>
                    <a:cubicBezTo>
                      <a:pt x="1314774" y="24964"/>
                      <a:pt x="1484411" y="-5117"/>
                      <a:pt x="1654713" y="710"/>
                    </a:cubicBezTo>
                    <a:lnTo>
                      <a:pt x="2015019" y="12811"/>
                    </a:lnTo>
                    <a:cubicBezTo>
                      <a:pt x="2441405" y="27302"/>
                      <a:pt x="2828964" y="264327"/>
                      <a:pt x="3036115" y="637297"/>
                    </a:cubicBezTo>
                    <a:lnTo>
                      <a:pt x="3704062" y="1840079"/>
                    </a:lnTo>
                    <a:cubicBezTo>
                      <a:pt x="3753489" y="1928929"/>
                      <a:pt x="3771044" y="2032010"/>
                      <a:pt x="3753830" y="2132211"/>
                    </a:cubicBezTo>
                    <a:lnTo>
                      <a:pt x="3734911" y="2241291"/>
                    </a:lnTo>
                    <a:cubicBezTo>
                      <a:pt x="3697364" y="2459776"/>
                      <a:pt x="3505024" y="2617482"/>
                      <a:pt x="3283421" y="2611483"/>
                    </a:cubicBezTo>
                    <a:lnTo>
                      <a:pt x="3283421" y="2611483"/>
                    </a:lnTo>
                    <a:cubicBezTo>
                      <a:pt x="3148945" y="2607784"/>
                      <a:pt x="3023315" y="2543597"/>
                      <a:pt x="2941522" y="2436784"/>
                    </a:cubicBezTo>
                    <a:lnTo>
                      <a:pt x="2174550" y="1435118"/>
                    </a:lnTo>
                    <a:lnTo>
                      <a:pt x="698725" y="2039833"/>
                    </a:lnTo>
                    <a:lnTo>
                      <a:pt x="600212" y="2094714"/>
                    </a:lnTo>
                    <a:cubicBezTo>
                      <a:pt x="294275" y="2265152"/>
                      <a:pt x="-68588" y="1991429"/>
                      <a:pt x="11177" y="1650382"/>
                    </a:cubicBezTo>
                    <a:close/>
                  </a:path>
                </a:pathLst>
              </a:custGeom>
              <a:solidFill>
                <a:schemeClr val="accent1"/>
              </a:solidFill>
              <a:ln w="17026" cap="flat">
                <a:noFill/>
                <a:prstDash val="solid"/>
                <a:miter/>
              </a:ln>
            </p:spPr>
            <p:txBody>
              <a:bodyPr rtlCol="0" anchor="ctr"/>
              <a:lstStyle/>
              <a:p>
                <a:endParaRPr lang="zh-CN" altLang="en-US">
                  <a:cs typeface="+mn-ea"/>
                  <a:sym typeface="+mn-lt"/>
                </a:endParaRPr>
              </a:p>
            </p:txBody>
          </p:sp>
          <p:sp>
            <p:nvSpPr>
              <p:cNvPr id="5" name="任意多边形: 形状 4">
                <a:extLst>
                  <a:ext uri="{FF2B5EF4-FFF2-40B4-BE49-F238E27FC236}">
                    <a16:creationId xmlns:a16="http://schemas.microsoft.com/office/drawing/2014/main" id="{5378677B-0B4B-C635-72FB-39269DECBC31}"/>
                  </a:ext>
                </a:extLst>
              </p:cNvPr>
              <p:cNvSpPr/>
              <p:nvPr/>
            </p:nvSpPr>
            <p:spPr>
              <a:xfrm>
                <a:off x="6030814" y="2650049"/>
                <a:ext cx="612930" cy="721365"/>
              </a:xfrm>
              <a:custGeom>
                <a:avLst/>
                <a:gdLst>
                  <a:gd name="connsiteX0" fmla="*/ 231831 w 612930"/>
                  <a:gd name="connsiteY0" fmla="*/ 717970 h 721365"/>
                  <a:gd name="connsiteX1" fmla="*/ 612931 w 612930"/>
                  <a:gd name="connsiteY1" fmla="*/ 445269 h 721365"/>
                  <a:gd name="connsiteX2" fmla="*/ 432778 w 612930"/>
                  <a:gd name="connsiteY2" fmla="*/ 117857 h 721365"/>
                  <a:gd name="connsiteX3" fmla="*/ 161440 w 612930"/>
                  <a:gd name="connsiteY3" fmla="*/ 76782 h 721365"/>
                  <a:gd name="connsiteX4" fmla="*/ 21169 w 612930"/>
                  <a:gd name="connsiteY4" fmla="*/ 436918 h 721365"/>
                  <a:gd name="connsiteX5" fmla="*/ 8727 w 612930"/>
                  <a:gd name="connsiteY5" fmla="*/ 513445 h 721365"/>
                  <a:gd name="connsiteX6" fmla="*/ 231831 w 612930"/>
                  <a:gd name="connsiteY6" fmla="*/ 717970 h 721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0" h="721365">
                    <a:moveTo>
                      <a:pt x="231831" y="717970"/>
                    </a:moveTo>
                    <a:cubicBezTo>
                      <a:pt x="374147" y="742684"/>
                      <a:pt x="519190" y="630536"/>
                      <a:pt x="612931" y="445269"/>
                    </a:cubicBezTo>
                    <a:cubicBezTo>
                      <a:pt x="497527" y="377280"/>
                      <a:pt x="428449" y="251725"/>
                      <a:pt x="432778" y="117857"/>
                    </a:cubicBezTo>
                    <a:cubicBezTo>
                      <a:pt x="443174" y="-120756"/>
                      <a:pt x="161440" y="76782"/>
                      <a:pt x="161440" y="76782"/>
                    </a:cubicBezTo>
                    <a:cubicBezTo>
                      <a:pt x="161440" y="76782"/>
                      <a:pt x="237796" y="407773"/>
                      <a:pt x="21169" y="436918"/>
                    </a:cubicBezTo>
                    <a:cubicBezTo>
                      <a:pt x="-6612" y="440838"/>
                      <a:pt x="-2862" y="488049"/>
                      <a:pt x="8727" y="513445"/>
                    </a:cubicBezTo>
                    <a:cubicBezTo>
                      <a:pt x="58154" y="624570"/>
                      <a:pt x="135533" y="700927"/>
                      <a:pt x="231831" y="717970"/>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6" name="任意多边形: 形状 5">
                <a:extLst>
                  <a:ext uri="{FF2B5EF4-FFF2-40B4-BE49-F238E27FC236}">
                    <a16:creationId xmlns:a16="http://schemas.microsoft.com/office/drawing/2014/main" id="{0DE580BA-E608-04BC-5D9D-1891FCEA41F3}"/>
                  </a:ext>
                </a:extLst>
              </p:cNvPr>
              <p:cNvSpPr/>
              <p:nvPr/>
            </p:nvSpPr>
            <p:spPr>
              <a:xfrm>
                <a:off x="6014092" y="2633732"/>
                <a:ext cx="646976" cy="753887"/>
              </a:xfrm>
              <a:custGeom>
                <a:avLst/>
                <a:gdLst>
                  <a:gd name="connsiteX0" fmla="*/ 288606 w 646976"/>
                  <a:gd name="connsiteY0" fmla="*/ 753888 h 753887"/>
                  <a:gd name="connsiteX1" fmla="*/ 246337 w 646976"/>
                  <a:gd name="connsiteY1" fmla="*/ 750309 h 753887"/>
                  <a:gd name="connsiteX2" fmla="*/ 246337 w 646976"/>
                  <a:gd name="connsiteY2" fmla="*/ 750309 h 753887"/>
                  <a:gd name="connsiteX3" fmla="*/ 10450 w 646976"/>
                  <a:gd name="connsiteY3" fmla="*/ 536750 h 753887"/>
                  <a:gd name="connsiteX4" fmla="*/ 7553 w 646976"/>
                  <a:gd name="connsiteY4" fmla="*/ 456303 h 753887"/>
                  <a:gd name="connsiteX5" fmla="*/ 36357 w 646976"/>
                  <a:gd name="connsiteY5" fmla="*/ 436361 h 753887"/>
                  <a:gd name="connsiteX6" fmla="*/ 135211 w 646976"/>
                  <a:gd name="connsiteY6" fmla="*/ 378072 h 753887"/>
                  <a:gd name="connsiteX7" fmla="*/ 161799 w 646976"/>
                  <a:gd name="connsiteY7" fmla="*/ 96849 h 753887"/>
                  <a:gd name="connsiteX8" fmla="*/ 168787 w 646976"/>
                  <a:gd name="connsiteY8" fmla="*/ 79805 h 753887"/>
                  <a:gd name="connsiteX9" fmla="*/ 417798 w 646976"/>
                  <a:gd name="connsiteY9" fmla="*/ 11629 h 753887"/>
                  <a:gd name="connsiteX10" fmla="*/ 466713 w 646976"/>
                  <a:gd name="connsiteY10" fmla="*/ 135708 h 753887"/>
                  <a:gd name="connsiteX11" fmla="*/ 638856 w 646976"/>
                  <a:gd name="connsiteY11" fmla="*/ 447781 h 753887"/>
                  <a:gd name="connsiteX12" fmla="*/ 645162 w 646976"/>
                  <a:gd name="connsiteY12" fmla="*/ 469938 h 753887"/>
                  <a:gd name="connsiteX13" fmla="*/ 288606 w 646976"/>
                  <a:gd name="connsiteY13" fmla="*/ 753888 h 753887"/>
                  <a:gd name="connsiteX14" fmla="*/ 251450 w 646976"/>
                  <a:gd name="connsiteY14" fmla="*/ 717244 h 753887"/>
                  <a:gd name="connsiteX15" fmla="*/ 607325 w 646976"/>
                  <a:gd name="connsiteY15" fmla="*/ 467893 h 753887"/>
                  <a:gd name="connsiteX16" fmla="*/ 432455 w 646976"/>
                  <a:gd name="connsiteY16" fmla="*/ 133834 h 753887"/>
                  <a:gd name="connsiteX17" fmla="*/ 400924 w 646976"/>
                  <a:gd name="connsiteY17" fmla="*/ 41115 h 753887"/>
                  <a:gd name="connsiteX18" fmla="*/ 196398 w 646976"/>
                  <a:gd name="connsiteY18" fmla="*/ 101280 h 753887"/>
                  <a:gd name="connsiteX19" fmla="*/ 162311 w 646976"/>
                  <a:gd name="connsiteY19" fmla="*/ 397842 h 753887"/>
                  <a:gd name="connsiteX20" fmla="*/ 39595 w 646976"/>
                  <a:gd name="connsiteY20" fmla="*/ 470790 h 753887"/>
                  <a:gd name="connsiteX21" fmla="*/ 36016 w 646976"/>
                  <a:gd name="connsiteY21" fmla="*/ 473347 h 753887"/>
                  <a:gd name="connsiteX22" fmla="*/ 40277 w 646976"/>
                  <a:gd name="connsiteY22" fmla="*/ 523455 h 753887"/>
                  <a:gd name="connsiteX23" fmla="*/ 250768 w 646976"/>
                  <a:gd name="connsiteY23" fmla="*/ 717244 h 75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46976" h="753887">
                    <a:moveTo>
                      <a:pt x="288606" y="753888"/>
                    </a:moveTo>
                    <a:cubicBezTo>
                      <a:pt x="274442" y="753888"/>
                      <a:pt x="260296" y="752695"/>
                      <a:pt x="246337" y="750309"/>
                    </a:cubicBezTo>
                    <a:lnTo>
                      <a:pt x="246337" y="750309"/>
                    </a:lnTo>
                    <a:cubicBezTo>
                      <a:pt x="148164" y="733265"/>
                      <a:pt x="64309" y="657249"/>
                      <a:pt x="10450" y="536750"/>
                    </a:cubicBezTo>
                    <a:cubicBezTo>
                      <a:pt x="1928" y="517660"/>
                      <a:pt x="-6594" y="480505"/>
                      <a:pt x="7553" y="456303"/>
                    </a:cubicBezTo>
                    <a:cubicBezTo>
                      <a:pt x="13450" y="445459"/>
                      <a:pt x="24137" y="438057"/>
                      <a:pt x="36357" y="436361"/>
                    </a:cubicBezTo>
                    <a:cubicBezTo>
                      <a:pt x="76274" y="432419"/>
                      <a:pt x="112441" y="411097"/>
                      <a:pt x="135211" y="378072"/>
                    </a:cubicBezTo>
                    <a:cubicBezTo>
                      <a:pt x="203386" y="280751"/>
                      <a:pt x="162311" y="98553"/>
                      <a:pt x="161799" y="96849"/>
                    </a:cubicBezTo>
                    <a:cubicBezTo>
                      <a:pt x="160589" y="90290"/>
                      <a:pt x="163316" y="83629"/>
                      <a:pt x="168787" y="79805"/>
                    </a:cubicBezTo>
                    <a:cubicBezTo>
                      <a:pt x="185831" y="68045"/>
                      <a:pt x="335135" y="-33878"/>
                      <a:pt x="417798" y="11629"/>
                    </a:cubicBezTo>
                    <a:cubicBezTo>
                      <a:pt x="453078" y="31059"/>
                      <a:pt x="468929" y="72817"/>
                      <a:pt x="466713" y="135708"/>
                    </a:cubicBezTo>
                    <a:cubicBezTo>
                      <a:pt x="460237" y="284671"/>
                      <a:pt x="551933" y="394604"/>
                      <a:pt x="638856" y="447781"/>
                    </a:cubicBezTo>
                    <a:cubicBezTo>
                      <a:pt x="646389" y="452413"/>
                      <a:pt x="649133" y="462035"/>
                      <a:pt x="645162" y="469938"/>
                    </a:cubicBezTo>
                    <a:cubicBezTo>
                      <a:pt x="553637" y="649068"/>
                      <a:pt x="420013" y="753888"/>
                      <a:pt x="288606" y="753888"/>
                    </a:cubicBezTo>
                    <a:close/>
                    <a:moveTo>
                      <a:pt x="251450" y="717244"/>
                    </a:moveTo>
                    <a:cubicBezTo>
                      <a:pt x="378256" y="739401"/>
                      <a:pt x="513755" y="644126"/>
                      <a:pt x="607325" y="467893"/>
                    </a:cubicBezTo>
                    <a:cubicBezTo>
                      <a:pt x="494529" y="394865"/>
                      <a:pt x="428194" y="268132"/>
                      <a:pt x="432455" y="133834"/>
                    </a:cubicBezTo>
                    <a:cubicBezTo>
                      <a:pt x="434501" y="84918"/>
                      <a:pt x="423933" y="53898"/>
                      <a:pt x="400924" y="41115"/>
                    </a:cubicBezTo>
                    <a:cubicBezTo>
                      <a:pt x="349793" y="13334"/>
                      <a:pt x="244291" y="70260"/>
                      <a:pt x="196398" y="101280"/>
                    </a:cubicBezTo>
                    <a:cubicBezTo>
                      <a:pt x="204920" y="145253"/>
                      <a:pt x="228611" y="302227"/>
                      <a:pt x="162311" y="397842"/>
                    </a:cubicBezTo>
                    <a:cubicBezTo>
                      <a:pt x="134052" y="438944"/>
                      <a:pt x="89210" y="465602"/>
                      <a:pt x="39595" y="470790"/>
                    </a:cubicBezTo>
                    <a:cubicBezTo>
                      <a:pt x="37993" y="470829"/>
                      <a:pt x="36578" y="471842"/>
                      <a:pt x="36016" y="473347"/>
                    </a:cubicBezTo>
                    <a:cubicBezTo>
                      <a:pt x="31261" y="490009"/>
                      <a:pt x="32778" y="507835"/>
                      <a:pt x="40277" y="523455"/>
                    </a:cubicBezTo>
                    <a:cubicBezTo>
                      <a:pt x="89363" y="633218"/>
                      <a:pt x="164186" y="702075"/>
                      <a:pt x="250768" y="717244"/>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8" name="任意多边形: 形状 7">
                <a:extLst>
                  <a:ext uri="{FF2B5EF4-FFF2-40B4-BE49-F238E27FC236}">
                    <a16:creationId xmlns:a16="http://schemas.microsoft.com/office/drawing/2014/main" id="{D66DD8E0-0999-E664-0398-788F5BD521F7}"/>
                  </a:ext>
                </a:extLst>
              </p:cNvPr>
              <p:cNvSpPr/>
              <p:nvPr/>
            </p:nvSpPr>
            <p:spPr>
              <a:xfrm>
                <a:off x="5723767" y="1595779"/>
                <a:ext cx="1170267" cy="911698"/>
              </a:xfrm>
              <a:custGeom>
                <a:avLst/>
                <a:gdLst>
                  <a:gd name="connsiteX0" fmla="*/ 265666 w 1170267"/>
                  <a:gd name="connsiteY0" fmla="*/ 858011 h 911698"/>
                  <a:gd name="connsiteX1" fmla="*/ 22791 w 1170267"/>
                  <a:gd name="connsiteY1" fmla="*/ 525997 h 911698"/>
                  <a:gd name="connsiteX2" fmla="*/ 147552 w 1170267"/>
                  <a:gd name="connsiteY2" fmla="*/ 361695 h 911698"/>
                  <a:gd name="connsiteX3" fmla="*/ 247088 w 1170267"/>
                  <a:gd name="connsiteY3" fmla="*/ 92232 h 911698"/>
                  <a:gd name="connsiteX4" fmla="*/ 601088 w 1170267"/>
                  <a:gd name="connsiteY4" fmla="*/ 62064 h 911698"/>
                  <a:gd name="connsiteX5" fmla="*/ 837827 w 1170267"/>
                  <a:gd name="connsiteY5" fmla="*/ 93595 h 911698"/>
                  <a:gd name="connsiteX6" fmla="*/ 1014571 w 1170267"/>
                  <a:gd name="connsiteY6" fmla="*/ 242558 h 911698"/>
                  <a:gd name="connsiteX7" fmla="*/ 1145638 w 1170267"/>
                  <a:gd name="connsiteY7" fmla="*/ 374137 h 911698"/>
                  <a:gd name="connsiteX8" fmla="*/ 1075758 w 1170267"/>
                  <a:gd name="connsiteY8" fmla="*/ 556676 h 911698"/>
                  <a:gd name="connsiteX9" fmla="*/ 1088030 w 1170267"/>
                  <a:gd name="connsiteY9" fmla="*/ 773303 h 911698"/>
                  <a:gd name="connsiteX10" fmla="*/ 770504 w 1170267"/>
                  <a:gd name="connsiteY10" fmla="*/ 911699 h 911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0267" h="911698">
                    <a:moveTo>
                      <a:pt x="265666" y="858011"/>
                    </a:moveTo>
                    <a:cubicBezTo>
                      <a:pt x="265666" y="858011"/>
                      <a:pt x="-92254" y="742624"/>
                      <a:pt x="22791" y="525997"/>
                    </a:cubicBezTo>
                    <a:cubicBezTo>
                      <a:pt x="137837" y="309370"/>
                      <a:pt x="135962" y="454584"/>
                      <a:pt x="147552" y="361695"/>
                    </a:cubicBezTo>
                    <a:cubicBezTo>
                      <a:pt x="159142" y="268806"/>
                      <a:pt x="123179" y="54906"/>
                      <a:pt x="247088" y="92232"/>
                    </a:cubicBezTo>
                    <a:cubicBezTo>
                      <a:pt x="370997" y="129558"/>
                      <a:pt x="464908" y="126320"/>
                      <a:pt x="601088" y="62064"/>
                    </a:cubicBezTo>
                    <a:cubicBezTo>
                      <a:pt x="737268" y="-2191"/>
                      <a:pt x="805614" y="-49402"/>
                      <a:pt x="837827" y="93595"/>
                    </a:cubicBezTo>
                    <a:cubicBezTo>
                      <a:pt x="870040" y="236593"/>
                      <a:pt x="866290" y="217674"/>
                      <a:pt x="1014571" y="242558"/>
                    </a:cubicBezTo>
                    <a:cubicBezTo>
                      <a:pt x="1162852" y="267442"/>
                      <a:pt x="1202053" y="298633"/>
                      <a:pt x="1145638" y="374137"/>
                    </a:cubicBezTo>
                    <a:cubicBezTo>
                      <a:pt x="1089223" y="449641"/>
                      <a:pt x="1011503" y="472139"/>
                      <a:pt x="1075758" y="556676"/>
                    </a:cubicBezTo>
                    <a:cubicBezTo>
                      <a:pt x="1140014" y="641213"/>
                      <a:pt x="1148024" y="721490"/>
                      <a:pt x="1088030" y="773303"/>
                    </a:cubicBezTo>
                    <a:cubicBezTo>
                      <a:pt x="1028036" y="825116"/>
                      <a:pt x="770504" y="911699"/>
                      <a:pt x="770504" y="911699"/>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12" name="任意多边形: 形状 11">
                <a:extLst>
                  <a:ext uri="{FF2B5EF4-FFF2-40B4-BE49-F238E27FC236}">
                    <a16:creationId xmlns:a16="http://schemas.microsoft.com/office/drawing/2014/main" id="{789F447A-35AC-F6AF-F7BE-578CE4C5E9A2}"/>
                  </a:ext>
                </a:extLst>
              </p:cNvPr>
              <p:cNvSpPr/>
              <p:nvPr/>
            </p:nvSpPr>
            <p:spPr>
              <a:xfrm>
                <a:off x="6530613" y="2287306"/>
                <a:ext cx="193753" cy="290638"/>
              </a:xfrm>
              <a:custGeom>
                <a:avLst/>
                <a:gdLst>
                  <a:gd name="connsiteX0" fmla="*/ 35923 w 193753"/>
                  <a:gd name="connsiteY0" fmla="*/ 33883 h 290638"/>
                  <a:gd name="connsiteX1" fmla="*/ 183863 w 193753"/>
                  <a:gd name="connsiteY1" fmla="*/ 24509 h 290638"/>
                  <a:gd name="connsiteX2" fmla="*/ 138697 w 193753"/>
                  <a:gd name="connsiteY2" fmla="*/ 230739 h 290638"/>
                  <a:gd name="connsiteX3" fmla="*/ 6948 w 193753"/>
                  <a:gd name="connsiteY3" fmla="*/ 224774 h 290638"/>
                  <a:gd name="connsiteX4" fmla="*/ 35923 w 193753"/>
                  <a:gd name="connsiteY4" fmla="*/ 33883 h 290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53" h="290638">
                    <a:moveTo>
                      <a:pt x="35923" y="33883"/>
                    </a:moveTo>
                    <a:cubicBezTo>
                      <a:pt x="35923" y="33883"/>
                      <a:pt x="160002" y="-35656"/>
                      <a:pt x="183863" y="24509"/>
                    </a:cubicBezTo>
                    <a:cubicBezTo>
                      <a:pt x="207724" y="84673"/>
                      <a:pt x="186761" y="184550"/>
                      <a:pt x="138697" y="230739"/>
                    </a:cubicBezTo>
                    <a:cubicBezTo>
                      <a:pt x="90633" y="276928"/>
                      <a:pt x="32855" y="341353"/>
                      <a:pt x="6948" y="224774"/>
                    </a:cubicBezTo>
                    <a:cubicBezTo>
                      <a:pt x="-18958" y="108194"/>
                      <a:pt x="35923" y="33883"/>
                      <a:pt x="35923" y="33883"/>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13" name="任意多边形: 形状 12">
                <a:extLst>
                  <a:ext uri="{FF2B5EF4-FFF2-40B4-BE49-F238E27FC236}">
                    <a16:creationId xmlns:a16="http://schemas.microsoft.com/office/drawing/2014/main" id="{EBE96A98-6EC6-A4C1-8560-7E7655A4A7DD}"/>
                  </a:ext>
                </a:extLst>
              </p:cNvPr>
              <p:cNvSpPr/>
              <p:nvPr/>
            </p:nvSpPr>
            <p:spPr>
              <a:xfrm>
                <a:off x="6513634" y="2270397"/>
                <a:ext cx="227709" cy="324685"/>
              </a:xfrm>
              <a:custGeom>
                <a:avLst/>
                <a:gdLst>
                  <a:gd name="connsiteX0" fmla="*/ 70286 w 227709"/>
                  <a:gd name="connsiteY0" fmla="*/ 324685 h 324685"/>
                  <a:gd name="connsiteX1" fmla="*/ 56822 w 227709"/>
                  <a:gd name="connsiteY1" fmla="*/ 322640 h 324685"/>
                  <a:gd name="connsiteX2" fmla="*/ 7395 w 227709"/>
                  <a:gd name="connsiteY2" fmla="*/ 245261 h 324685"/>
                  <a:gd name="connsiteX3" fmla="*/ 39266 w 227709"/>
                  <a:gd name="connsiteY3" fmla="*/ 40735 h 324685"/>
                  <a:gd name="connsiteX4" fmla="*/ 44550 w 227709"/>
                  <a:gd name="connsiteY4" fmla="*/ 35963 h 324685"/>
                  <a:gd name="connsiteX5" fmla="*/ 184480 w 227709"/>
                  <a:gd name="connsiteY5" fmla="*/ 4091 h 324685"/>
                  <a:gd name="connsiteX6" fmla="*/ 216693 w 227709"/>
                  <a:gd name="connsiteY6" fmla="*/ 35111 h 324685"/>
                  <a:gd name="connsiteX7" fmla="*/ 167436 w 227709"/>
                  <a:gd name="connsiteY7" fmla="*/ 259919 h 324685"/>
                  <a:gd name="connsiteX8" fmla="*/ 158914 w 227709"/>
                  <a:gd name="connsiteY8" fmla="*/ 268100 h 324685"/>
                  <a:gd name="connsiteX9" fmla="*/ 70286 w 227709"/>
                  <a:gd name="connsiteY9" fmla="*/ 324685 h 324685"/>
                  <a:gd name="connsiteX10" fmla="*/ 64662 w 227709"/>
                  <a:gd name="connsiteY10" fmla="*/ 63915 h 324685"/>
                  <a:gd name="connsiteX11" fmla="*/ 40630 w 227709"/>
                  <a:gd name="connsiteY11" fmla="*/ 237932 h 324685"/>
                  <a:gd name="connsiteX12" fmla="*/ 66707 w 227709"/>
                  <a:gd name="connsiteY12" fmla="*/ 289064 h 324685"/>
                  <a:gd name="connsiteX13" fmla="*/ 134882 w 227709"/>
                  <a:gd name="connsiteY13" fmla="*/ 242704 h 324685"/>
                  <a:gd name="connsiteX14" fmla="*/ 143575 w 227709"/>
                  <a:gd name="connsiteY14" fmla="*/ 234353 h 324685"/>
                  <a:gd name="connsiteX15" fmla="*/ 184651 w 227709"/>
                  <a:gd name="connsiteY15" fmla="*/ 46871 h 324685"/>
                  <a:gd name="connsiteX16" fmla="*/ 172720 w 227709"/>
                  <a:gd name="connsiteY16" fmla="*/ 35451 h 324685"/>
                  <a:gd name="connsiteX17" fmla="*/ 64662 w 227709"/>
                  <a:gd name="connsiteY17" fmla="*/ 63915 h 324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27709" h="324685">
                    <a:moveTo>
                      <a:pt x="70286" y="324685"/>
                    </a:moveTo>
                    <a:cubicBezTo>
                      <a:pt x="65719" y="324660"/>
                      <a:pt x="61185" y="323971"/>
                      <a:pt x="56822" y="322640"/>
                    </a:cubicBezTo>
                    <a:cubicBezTo>
                      <a:pt x="33131" y="315481"/>
                      <a:pt x="17450" y="290938"/>
                      <a:pt x="7395" y="245261"/>
                    </a:cubicBezTo>
                    <a:cubicBezTo>
                      <a:pt x="-19875" y="122545"/>
                      <a:pt x="36880" y="43973"/>
                      <a:pt x="39266" y="40735"/>
                    </a:cubicBezTo>
                    <a:cubicBezTo>
                      <a:pt x="40664" y="38790"/>
                      <a:pt x="42471" y="37164"/>
                      <a:pt x="44550" y="35963"/>
                    </a:cubicBezTo>
                    <a:cubicBezTo>
                      <a:pt x="53754" y="30850"/>
                      <a:pt x="135223" y="-13464"/>
                      <a:pt x="184480" y="4091"/>
                    </a:cubicBezTo>
                    <a:cubicBezTo>
                      <a:pt x="199325" y="9090"/>
                      <a:pt x="211137" y="20472"/>
                      <a:pt x="216693" y="35111"/>
                    </a:cubicBezTo>
                    <a:cubicBezTo>
                      <a:pt x="243281" y="103286"/>
                      <a:pt x="219761" y="209639"/>
                      <a:pt x="167436" y="259919"/>
                    </a:cubicBezTo>
                    <a:lnTo>
                      <a:pt x="158914" y="268100"/>
                    </a:lnTo>
                    <a:cubicBezTo>
                      <a:pt x="129940" y="296563"/>
                      <a:pt x="100624" y="324685"/>
                      <a:pt x="70286" y="324685"/>
                    </a:cubicBezTo>
                    <a:close/>
                    <a:moveTo>
                      <a:pt x="64662" y="63915"/>
                    </a:moveTo>
                    <a:cubicBezTo>
                      <a:pt x="34170" y="116532"/>
                      <a:pt x="25529" y="179018"/>
                      <a:pt x="40630" y="237932"/>
                    </a:cubicBezTo>
                    <a:cubicBezTo>
                      <a:pt x="50175" y="280712"/>
                      <a:pt x="61935" y="289064"/>
                      <a:pt x="66707" y="289064"/>
                    </a:cubicBezTo>
                    <a:cubicBezTo>
                      <a:pt x="82388" y="293836"/>
                      <a:pt x="112896" y="264350"/>
                      <a:pt x="134882" y="242704"/>
                    </a:cubicBezTo>
                    <a:lnTo>
                      <a:pt x="143575" y="234353"/>
                    </a:lnTo>
                    <a:cubicBezTo>
                      <a:pt x="185673" y="193959"/>
                      <a:pt x="205955" y="101070"/>
                      <a:pt x="184651" y="46871"/>
                    </a:cubicBezTo>
                    <a:cubicBezTo>
                      <a:pt x="182673" y="41408"/>
                      <a:pt x="178259" y="37183"/>
                      <a:pt x="172720" y="35451"/>
                    </a:cubicBezTo>
                    <a:cubicBezTo>
                      <a:pt x="147836" y="27100"/>
                      <a:pt x="94830" y="47723"/>
                      <a:pt x="64662" y="63915"/>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14" name="任意多边形: 形状 13">
                <a:extLst>
                  <a:ext uri="{FF2B5EF4-FFF2-40B4-BE49-F238E27FC236}">
                    <a16:creationId xmlns:a16="http://schemas.microsoft.com/office/drawing/2014/main" id="{CAEEC074-1881-A022-C153-4EF01D7860FF}"/>
                  </a:ext>
                </a:extLst>
              </p:cNvPr>
              <p:cNvSpPr/>
              <p:nvPr/>
            </p:nvSpPr>
            <p:spPr>
              <a:xfrm>
                <a:off x="5897295" y="2363765"/>
                <a:ext cx="241555" cy="269357"/>
              </a:xfrm>
              <a:custGeom>
                <a:avLst/>
                <a:gdLst>
                  <a:gd name="connsiteX0" fmla="*/ 8282 w 241555"/>
                  <a:gd name="connsiteY0" fmla="*/ 132463 h 269357"/>
                  <a:gd name="connsiteX1" fmla="*/ 79014 w 241555"/>
                  <a:gd name="connsiteY1" fmla="*/ 2419 h 269357"/>
                  <a:gd name="connsiteX2" fmla="*/ 229510 w 241555"/>
                  <a:gd name="connsiteY2" fmla="*/ 150530 h 269357"/>
                  <a:gd name="connsiteX3" fmla="*/ 154177 w 241555"/>
                  <a:gd name="connsiteY3" fmla="*/ 258758 h 269357"/>
                  <a:gd name="connsiteX4" fmla="*/ 8282 w 241555"/>
                  <a:gd name="connsiteY4" fmla="*/ 132463 h 269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55" h="269357">
                    <a:moveTo>
                      <a:pt x="8282" y="132463"/>
                    </a:moveTo>
                    <a:cubicBezTo>
                      <a:pt x="8282" y="132463"/>
                      <a:pt x="-35691" y="-20931"/>
                      <a:pt x="79014" y="2419"/>
                    </a:cubicBezTo>
                    <a:cubicBezTo>
                      <a:pt x="142757" y="15031"/>
                      <a:pt x="215364" y="85422"/>
                      <a:pt x="229510" y="150530"/>
                    </a:cubicBezTo>
                    <a:cubicBezTo>
                      <a:pt x="243657" y="215637"/>
                      <a:pt x="266666" y="299152"/>
                      <a:pt x="154177" y="258758"/>
                    </a:cubicBezTo>
                    <a:cubicBezTo>
                      <a:pt x="41688" y="218364"/>
                      <a:pt x="8282" y="132463"/>
                      <a:pt x="8282" y="132463"/>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25" name="任意多边形: 形状 24">
                <a:extLst>
                  <a:ext uri="{FF2B5EF4-FFF2-40B4-BE49-F238E27FC236}">
                    <a16:creationId xmlns:a16="http://schemas.microsoft.com/office/drawing/2014/main" id="{7B4C5C4B-4D8D-F58D-8552-082A22760B87}"/>
                  </a:ext>
                </a:extLst>
              </p:cNvPr>
              <p:cNvSpPr/>
              <p:nvPr/>
            </p:nvSpPr>
            <p:spPr>
              <a:xfrm>
                <a:off x="5880707" y="2346721"/>
                <a:ext cx="275378" cy="303665"/>
              </a:xfrm>
              <a:custGeom>
                <a:avLst/>
                <a:gdLst>
                  <a:gd name="connsiteX0" fmla="*/ 219851 w 275378"/>
                  <a:gd name="connsiteY0" fmla="*/ 303583 h 303665"/>
                  <a:gd name="connsiteX1" fmla="*/ 164970 w 275378"/>
                  <a:gd name="connsiteY1" fmla="*/ 291823 h 303665"/>
                  <a:gd name="connsiteX2" fmla="*/ 9019 w 275378"/>
                  <a:gd name="connsiteY2" fmla="*/ 155472 h 303665"/>
                  <a:gd name="connsiteX3" fmla="*/ 9019 w 275378"/>
                  <a:gd name="connsiteY3" fmla="*/ 154109 h 303665"/>
                  <a:gd name="connsiteX4" fmla="*/ 21461 w 275378"/>
                  <a:gd name="connsiteY4" fmla="*/ 21167 h 303665"/>
                  <a:gd name="connsiteX5" fmla="*/ 99351 w 275378"/>
                  <a:gd name="connsiteY5" fmla="*/ 2589 h 303665"/>
                  <a:gd name="connsiteX6" fmla="*/ 263313 w 275378"/>
                  <a:gd name="connsiteY6" fmla="*/ 163994 h 303665"/>
                  <a:gd name="connsiteX7" fmla="*/ 265528 w 275378"/>
                  <a:gd name="connsiteY7" fmla="*/ 175073 h 303665"/>
                  <a:gd name="connsiteX8" fmla="*/ 257347 w 275378"/>
                  <a:gd name="connsiteY8" fmla="*/ 290971 h 303665"/>
                  <a:gd name="connsiteX9" fmla="*/ 219851 w 275378"/>
                  <a:gd name="connsiteY9" fmla="*/ 303583 h 303665"/>
                  <a:gd name="connsiteX10" fmla="*/ 41061 w 275378"/>
                  <a:gd name="connsiteY10" fmla="*/ 143883 h 303665"/>
                  <a:gd name="connsiteX11" fmla="*/ 176560 w 275378"/>
                  <a:gd name="connsiteY11" fmla="*/ 259781 h 303665"/>
                  <a:gd name="connsiteX12" fmla="*/ 234509 w 275378"/>
                  <a:gd name="connsiteY12" fmla="*/ 265576 h 303665"/>
                  <a:gd name="connsiteX13" fmla="*/ 231781 w 275378"/>
                  <a:gd name="connsiteY13" fmla="*/ 182231 h 303665"/>
                  <a:gd name="connsiteX14" fmla="*/ 229395 w 275378"/>
                  <a:gd name="connsiteY14" fmla="*/ 170982 h 303665"/>
                  <a:gd name="connsiteX15" fmla="*/ 93045 w 275378"/>
                  <a:gd name="connsiteY15" fmla="*/ 36336 h 303665"/>
                  <a:gd name="connsiteX16" fmla="*/ 46856 w 275378"/>
                  <a:gd name="connsiteY16" fmla="*/ 44517 h 303665"/>
                  <a:gd name="connsiteX17" fmla="*/ 41061 w 275378"/>
                  <a:gd name="connsiteY17" fmla="*/ 143883 h 303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378" h="303665">
                    <a:moveTo>
                      <a:pt x="219851" y="303583"/>
                    </a:moveTo>
                    <a:cubicBezTo>
                      <a:pt x="201034" y="302777"/>
                      <a:pt x="182474" y="298801"/>
                      <a:pt x="164970" y="291823"/>
                    </a:cubicBezTo>
                    <a:cubicBezTo>
                      <a:pt x="46686" y="249384"/>
                      <a:pt x="10553" y="159563"/>
                      <a:pt x="9019" y="155472"/>
                    </a:cubicBezTo>
                    <a:lnTo>
                      <a:pt x="9019" y="154109"/>
                    </a:lnTo>
                    <a:cubicBezTo>
                      <a:pt x="6462" y="144735"/>
                      <a:pt x="-16036" y="62072"/>
                      <a:pt x="21461" y="21167"/>
                    </a:cubicBezTo>
                    <a:cubicBezTo>
                      <a:pt x="38505" y="2078"/>
                      <a:pt x="65263" y="-4058"/>
                      <a:pt x="99351" y="2589"/>
                    </a:cubicBezTo>
                    <a:cubicBezTo>
                      <a:pt x="170765" y="16736"/>
                      <a:pt x="248825" y="93603"/>
                      <a:pt x="263313" y="163994"/>
                    </a:cubicBezTo>
                    <a:lnTo>
                      <a:pt x="265528" y="175073"/>
                    </a:lnTo>
                    <a:cubicBezTo>
                      <a:pt x="275073" y="220239"/>
                      <a:pt x="284958" y="266939"/>
                      <a:pt x="257347" y="290971"/>
                    </a:cubicBezTo>
                    <a:cubicBezTo>
                      <a:pt x="246934" y="299825"/>
                      <a:pt x="233503" y="304340"/>
                      <a:pt x="219851" y="303583"/>
                    </a:cubicBezTo>
                    <a:close/>
                    <a:moveTo>
                      <a:pt x="41061" y="143883"/>
                    </a:moveTo>
                    <a:cubicBezTo>
                      <a:pt x="68723" y="199229"/>
                      <a:pt x="117588" y="241032"/>
                      <a:pt x="176560" y="259781"/>
                    </a:cubicBezTo>
                    <a:cubicBezTo>
                      <a:pt x="217806" y="274609"/>
                      <a:pt x="230759" y="268814"/>
                      <a:pt x="234509" y="265576"/>
                    </a:cubicBezTo>
                    <a:cubicBezTo>
                      <a:pt x="246950" y="254667"/>
                      <a:pt x="238088" y="212740"/>
                      <a:pt x="231781" y="182231"/>
                    </a:cubicBezTo>
                    <a:lnTo>
                      <a:pt x="229395" y="170982"/>
                    </a:lnTo>
                    <a:cubicBezTo>
                      <a:pt x="217465" y="113204"/>
                      <a:pt x="150823" y="47756"/>
                      <a:pt x="93045" y="36336"/>
                    </a:cubicBezTo>
                    <a:cubicBezTo>
                      <a:pt x="71229" y="31905"/>
                      <a:pt x="55719" y="34632"/>
                      <a:pt x="46856" y="44517"/>
                    </a:cubicBezTo>
                    <a:cubicBezTo>
                      <a:pt x="25551" y="66845"/>
                      <a:pt x="35607" y="124282"/>
                      <a:pt x="41061" y="143883"/>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26" name="任意多边形: 形状 25">
                <a:extLst>
                  <a:ext uri="{FF2B5EF4-FFF2-40B4-BE49-F238E27FC236}">
                    <a16:creationId xmlns:a16="http://schemas.microsoft.com/office/drawing/2014/main" id="{CA5FF905-9C40-7EE6-7B35-D78B7EA4DBB7}"/>
                  </a:ext>
                </a:extLst>
              </p:cNvPr>
              <p:cNvSpPr/>
              <p:nvPr/>
            </p:nvSpPr>
            <p:spPr>
              <a:xfrm>
                <a:off x="6132430" y="2649879"/>
                <a:ext cx="343092" cy="427714"/>
              </a:xfrm>
              <a:custGeom>
                <a:avLst/>
                <a:gdLst>
                  <a:gd name="connsiteX0" fmla="*/ 343092 w 343092"/>
                  <a:gd name="connsiteY0" fmla="*/ 225745 h 427714"/>
                  <a:gd name="connsiteX1" fmla="*/ 331162 w 343092"/>
                  <a:gd name="connsiteY1" fmla="*/ 117857 h 427714"/>
                  <a:gd name="connsiteX2" fmla="*/ 59824 w 343092"/>
                  <a:gd name="connsiteY2" fmla="*/ 76782 h 427714"/>
                  <a:gd name="connsiteX3" fmla="*/ 13465 w 343092"/>
                  <a:gd name="connsiteY3" fmla="*/ 417658 h 427714"/>
                  <a:gd name="connsiteX4" fmla="*/ 0 w 343092"/>
                  <a:gd name="connsiteY4" fmla="*/ 427714 h 427714"/>
                  <a:gd name="connsiteX5" fmla="*/ 343092 w 343092"/>
                  <a:gd name="connsiteY5" fmla="*/ 225745 h 4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092" h="427714">
                    <a:moveTo>
                      <a:pt x="343092" y="225745"/>
                    </a:moveTo>
                    <a:cubicBezTo>
                      <a:pt x="333326" y="190662"/>
                      <a:pt x="329287" y="154227"/>
                      <a:pt x="331162" y="117857"/>
                    </a:cubicBezTo>
                    <a:cubicBezTo>
                      <a:pt x="341558" y="-120756"/>
                      <a:pt x="59824" y="76782"/>
                      <a:pt x="59824" y="76782"/>
                    </a:cubicBezTo>
                    <a:cubicBezTo>
                      <a:pt x="59824" y="76782"/>
                      <a:pt x="117603" y="341472"/>
                      <a:pt x="13465" y="417658"/>
                    </a:cubicBezTo>
                    <a:cubicBezTo>
                      <a:pt x="8522" y="421237"/>
                      <a:pt x="4091" y="424476"/>
                      <a:pt x="0" y="427714"/>
                    </a:cubicBezTo>
                    <a:cubicBezTo>
                      <a:pt x="141413" y="423632"/>
                      <a:pt x="270895" y="347412"/>
                      <a:pt x="343092" y="225745"/>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37" name="任意多边形: 形状 36">
                <a:extLst>
                  <a:ext uri="{FF2B5EF4-FFF2-40B4-BE49-F238E27FC236}">
                    <a16:creationId xmlns:a16="http://schemas.microsoft.com/office/drawing/2014/main" id="{0659ADDF-B5EB-0B0C-18A9-F397BD605A08}"/>
                  </a:ext>
                </a:extLst>
              </p:cNvPr>
              <p:cNvSpPr/>
              <p:nvPr/>
            </p:nvSpPr>
            <p:spPr>
              <a:xfrm>
                <a:off x="5966935" y="1937861"/>
                <a:ext cx="653001" cy="915181"/>
              </a:xfrm>
              <a:custGeom>
                <a:avLst/>
                <a:gdLst>
                  <a:gd name="connsiteX0" fmla="*/ 0 w 653001"/>
                  <a:gd name="connsiteY0" fmla="*/ 406507 h 915181"/>
                  <a:gd name="connsiteX1" fmla="*/ 212025 w 653001"/>
                  <a:gd name="connsiteY1" fmla="*/ 872315 h 915181"/>
                  <a:gd name="connsiteX2" fmla="*/ 580342 w 653001"/>
                  <a:gd name="connsiteY2" fmla="*/ 742271 h 915181"/>
                  <a:gd name="connsiteX3" fmla="*/ 503304 w 653001"/>
                  <a:gd name="connsiteY3" fmla="*/ 70744 h 915181"/>
                  <a:gd name="connsiteX4" fmla="*/ 380929 w 653001"/>
                  <a:gd name="connsiteY4" fmla="*/ 12454 h 915181"/>
                  <a:gd name="connsiteX5" fmla="*/ 0 w 653001"/>
                  <a:gd name="connsiteY5" fmla="*/ 406507 h 915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3001" h="915181">
                    <a:moveTo>
                      <a:pt x="0" y="406507"/>
                    </a:moveTo>
                    <a:cubicBezTo>
                      <a:pt x="0" y="406507"/>
                      <a:pt x="65278" y="739714"/>
                      <a:pt x="212025" y="872315"/>
                    </a:cubicBezTo>
                    <a:cubicBezTo>
                      <a:pt x="311050" y="961625"/>
                      <a:pt x="474330" y="908107"/>
                      <a:pt x="580342" y="742271"/>
                    </a:cubicBezTo>
                    <a:cubicBezTo>
                      <a:pt x="684139" y="580013"/>
                      <a:pt x="691809" y="-6805"/>
                      <a:pt x="503304" y="70744"/>
                    </a:cubicBezTo>
                    <a:cubicBezTo>
                      <a:pt x="314799" y="148293"/>
                      <a:pt x="484044" y="-50267"/>
                      <a:pt x="380929" y="12454"/>
                    </a:cubicBezTo>
                    <a:cubicBezTo>
                      <a:pt x="277814" y="75175"/>
                      <a:pt x="418596" y="359978"/>
                      <a:pt x="0" y="406507"/>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38" name="任意多边形: 形状 37">
                <a:extLst>
                  <a:ext uri="{FF2B5EF4-FFF2-40B4-BE49-F238E27FC236}">
                    <a16:creationId xmlns:a16="http://schemas.microsoft.com/office/drawing/2014/main" id="{8395CA71-12B6-6F3E-EED3-4AE3C1F21665}"/>
                  </a:ext>
                </a:extLst>
              </p:cNvPr>
              <p:cNvSpPr/>
              <p:nvPr/>
            </p:nvSpPr>
            <p:spPr>
              <a:xfrm>
                <a:off x="5949942" y="1920602"/>
                <a:ext cx="686398" cy="949572"/>
              </a:xfrm>
              <a:custGeom>
                <a:avLst/>
                <a:gdLst>
                  <a:gd name="connsiteX0" fmla="*/ 340995 w 686398"/>
                  <a:gd name="connsiteY0" fmla="*/ 949567 h 949572"/>
                  <a:gd name="connsiteX1" fmla="*/ 217598 w 686398"/>
                  <a:gd name="connsiteY1" fmla="*/ 902015 h 949572"/>
                  <a:gd name="connsiteX2" fmla="*/ 289 w 686398"/>
                  <a:gd name="connsiteY2" fmla="*/ 426833 h 949572"/>
                  <a:gd name="connsiteX3" fmla="*/ 3357 w 686398"/>
                  <a:gd name="connsiteY3" fmla="*/ 413539 h 949572"/>
                  <a:gd name="connsiteX4" fmla="*/ 15118 w 686398"/>
                  <a:gd name="connsiteY4" fmla="*/ 406551 h 949572"/>
                  <a:gd name="connsiteX5" fmla="*/ 330769 w 686398"/>
                  <a:gd name="connsiteY5" fmla="*/ 140156 h 949572"/>
                  <a:gd name="connsiteX6" fmla="*/ 389059 w 686398"/>
                  <a:gd name="connsiteY6" fmla="*/ 14884 h 949572"/>
                  <a:gd name="connsiteX7" fmla="*/ 441383 w 686398"/>
                  <a:gd name="connsiteY7" fmla="*/ 4488 h 949572"/>
                  <a:gd name="connsiteX8" fmla="*/ 447008 w 686398"/>
                  <a:gd name="connsiteY8" fmla="*/ 52551 h 949572"/>
                  <a:gd name="connsiteX9" fmla="*/ 443770 w 686398"/>
                  <a:gd name="connsiteY9" fmla="*/ 86639 h 949572"/>
                  <a:gd name="connsiteX10" fmla="*/ 513820 w 686398"/>
                  <a:gd name="connsiteY10" fmla="*/ 71299 h 949572"/>
                  <a:gd name="connsiteX11" fmla="*/ 621537 w 686398"/>
                  <a:gd name="connsiteY11" fmla="*/ 98058 h 949572"/>
                  <a:gd name="connsiteX12" fmla="*/ 611651 w 686398"/>
                  <a:gd name="connsiteY12" fmla="*/ 767880 h 949572"/>
                  <a:gd name="connsiteX13" fmla="*/ 369458 w 686398"/>
                  <a:gd name="connsiteY13" fmla="*/ 946670 h 949572"/>
                  <a:gd name="connsiteX14" fmla="*/ 340995 w 686398"/>
                  <a:gd name="connsiteY14" fmla="*/ 949567 h 949572"/>
                  <a:gd name="connsiteX15" fmla="*/ 37615 w 686398"/>
                  <a:gd name="connsiteY15" fmla="*/ 438253 h 949572"/>
                  <a:gd name="connsiteX16" fmla="*/ 240437 w 686398"/>
                  <a:gd name="connsiteY16" fmla="*/ 876790 h 949572"/>
                  <a:gd name="connsiteX17" fmla="*/ 364857 w 686398"/>
                  <a:gd name="connsiteY17" fmla="*/ 913605 h 949572"/>
                  <a:gd name="connsiteX18" fmla="*/ 583018 w 686398"/>
                  <a:gd name="connsiteY18" fmla="*/ 750155 h 949572"/>
                  <a:gd name="connsiteX19" fmla="*/ 652386 w 686398"/>
                  <a:gd name="connsiteY19" fmla="*/ 426322 h 949572"/>
                  <a:gd name="connsiteX20" fmla="*/ 595460 w 686398"/>
                  <a:gd name="connsiteY20" fmla="*/ 119533 h 949572"/>
                  <a:gd name="connsiteX21" fmla="*/ 527284 w 686398"/>
                  <a:gd name="connsiteY21" fmla="*/ 102490 h 949572"/>
                  <a:gd name="connsiteX22" fmla="*/ 422124 w 686398"/>
                  <a:gd name="connsiteY22" fmla="*/ 112205 h 949572"/>
                  <a:gd name="connsiteX23" fmla="*/ 414284 w 686398"/>
                  <a:gd name="connsiteY23" fmla="*/ 44029 h 949572"/>
                  <a:gd name="connsiteX24" fmla="*/ 415477 w 686398"/>
                  <a:gd name="connsiteY24" fmla="*/ 38575 h 949572"/>
                  <a:gd name="connsiteX25" fmla="*/ 407296 w 686398"/>
                  <a:gd name="connsiteY25" fmla="*/ 43348 h 949572"/>
                  <a:gd name="connsiteX26" fmla="*/ 364686 w 686398"/>
                  <a:gd name="connsiteY26" fmla="*/ 145610 h 949572"/>
                  <a:gd name="connsiteX27" fmla="*/ 37615 w 686398"/>
                  <a:gd name="connsiteY27" fmla="*/ 438423 h 94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86398" h="949572">
                    <a:moveTo>
                      <a:pt x="340995" y="949567"/>
                    </a:moveTo>
                    <a:cubicBezTo>
                      <a:pt x="295318" y="949915"/>
                      <a:pt x="251226" y="932921"/>
                      <a:pt x="217598" y="902015"/>
                    </a:cubicBezTo>
                    <a:cubicBezTo>
                      <a:pt x="68294" y="767199"/>
                      <a:pt x="3016" y="440639"/>
                      <a:pt x="289" y="426833"/>
                    </a:cubicBezTo>
                    <a:cubicBezTo>
                      <a:pt x="-580" y="422169"/>
                      <a:pt x="528" y="417350"/>
                      <a:pt x="3357" y="413539"/>
                    </a:cubicBezTo>
                    <a:cubicBezTo>
                      <a:pt x="6135" y="409670"/>
                      <a:pt x="10396" y="407136"/>
                      <a:pt x="15118" y="406551"/>
                    </a:cubicBezTo>
                    <a:cubicBezTo>
                      <a:pt x="286796" y="376384"/>
                      <a:pt x="311169" y="245317"/>
                      <a:pt x="330769" y="140156"/>
                    </a:cubicBezTo>
                    <a:cubicBezTo>
                      <a:pt x="340314" y="89025"/>
                      <a:pt x="349517" y="39087"/>
                      <a:pt x="389059" y="14884"/>
                    </a:cubicBezTo>
                    <a:cubicBezTo>
                      <a:pt x="406103" y="4317"/>
                      <a:pt x="426555" y="-6250"/>
                      <a:pt x="441383" y="4488"/>
                    </a:cubicBezTo>
                    <a:cubicBezTo>
                      <a:pt x="456212" y="15225"/>
                      <a:pt x="451269" y="33973"/>
                      <a:pt x="447008" y="52551"/>
                    </a:cubicBezTo>
                    <a:cubicBezTo>
                      <a:pt x="444963" y="61073"/>
                      <a:pt x="439509" y="83741"/>
                      <a:pt x="443770" y="86639"/>
                    </a:cubicBezTo>
                    <a:cubicBezTo>
                      <a:pt x="443770" y="86639"/>
                      <a:pt x="455189" y="95502"/>
                      <a:pt x="513820" y="71299"/>
                    </a:cubicBezTo>
                    <a:cubicBezTo>
                      <a:pt x="551504" y="53223"/>
                      <a:pt x="596704" y="64453"/>
                      <a:pt x="621537" y="98058"/>
                    </a:cubicBezTo>
                    <a:cubicBezTo>
                      <a:pt x="719198" y="214979"/>
                      <a:pt x="698916" y="631530"/>
                      <a:pt x="611651" y="767880"/>
                    </a:cubicBezTo>
                    <a:cubicBezTo>
                      <a:pt x="546714" y="870143"/>
                      <a:pt x="458257" y="934739"/>
                      <a:pt x="369458" y="946670"/>
                    </a:cubicBezTo>
                    <a:cubicBezTo>
                      <a:pt x="360050" y="948299"/>
                      <a:pt x="350540" y="949267"/>
                      <a:pt x="340995" y="949567"/>
                    </a:cubicBezTo>
                    <a:close/>
                    <a:moveTo>
                      <a:pt x="37615" y="438253"/>
                    </a:moveTo>
                    <a:cubicBezTo>
                      <a:pt x="53636" y="508473"/>
                      <a:pt x="118744" y="766858"/>
                      <a:pt x="240437" y="876790"/>
                    </a:cubicBezTo>
                    <a:cubicBezTo>
                      <a:pt x="274167" y="907316"/>
                      <a:pt x="319946" y="920861"/>
                      <a:pt x="364857" y="913605"/>
                    </a:cubicBezTo>
                    <a:cubicBezTo>
                      <a:pt x="442747" y="903208"/>
                      <a:pt x="524216" y="842021"/>
                      <a:pt x="583018" y="750155"/>
                    </a:cubicBezTo>
                    <a:cubicBezTo>
                      <a:pt x="620855" y="690842"/>
                      <a:pt x="648125" y="564036"/>
                      <a:pt x="652386" y="426322"/>
                    </a:cubicBezTo>
                    <a:cubicBezTo>
                      <a:pt x="656817" y="284518"/>
                      <a:pt x="635342" y="167086"/>
                      <a:pt x="595460" y="119533"/>
                    </a:cubicBezTo>
                    <a:cubicBezTo>
                      <a:pt x="580120" y="97704"/>
                      <a:pt x="551094" y="90443"/>
                      <a:pt x="527284" y="102490"/>
                    </a:cubicBezTo>
                    <a:cubicBezTo>
                      <a:pt x="472915" y="124817"/>
                      <a:pt x="440531" y="127885"/>
                      <a:pt x="422124" y="112205"/>
                    </a:cubicBezTo>
                    <a:cubicBezTo>
                      <a:pt x="403717" y="96524"/>
                      <a:pt x="409171" y="65334"/>
                      <a:pt x="414284" y="44029"/>
                    </a:cubicBezTo>
                    <a:cubicBezTo>
                      <a:pt x="414284" y="42325"/>
                      <a:pt x="414284" y="40450"/>
                      <a:pt x="415477" y="38575"/>
                    </a:cubicBezTo>
                    <a:lnTo>
                      <a:pt x="407296" y="43348"/>
                    </a:lnTo>
                    <a:cubicBezTo>
                      <a:pt x="380707" y="59539"/>
                      <a:pt x="373208" y="97547"/>
                      <a:pt x="364686" y="145610"/>
                    </a:cubicBezTo>
                    <a:cubicBezTo>
                      <a:pt x="344234" y="254350"/>
                      <a:pt x="316963" y="401097"/>
                      <a:pt x="37615" y="438423"/>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41" name="任意多边形: 形状 40">
                <a:extLst>
                  <a:ext uri="{FF2B5EF4-FFF2-40B4-BE49-F238E27FC236}">
                    <a16:creationId xmlns:a16="http://schemas.microsoft.com/office/drawing/2014/main" id="{C5A477A2-F5F9-F3D3-540D-7B204089115B}"/>
                  </a:ext>
                </a:extLst>
              </p:cNvPr>
              <p:cNvSpPr/>
              <p:nvPr/>
            </p:nvSpPr>
            <p:spPr>
              <a:xfrm>
                <a:off x="6200451" y="2463163"/>
                <a:ext cx="176034" cy="169586"/>
              </a:xfrm>
              <a:custGeom>
                <a:avLst/>
                <a:gdLst>
                  <a:gd name="connsiteX0" fmla="*/ 99861 w 176034"/>
                  <a:gd name="connsiteY0" fmla="*/ 169586 h 169586"/>
                  <a:gd name="connsiteX1" fmla="*/ 3222 w 176034"/>
                  <a:gd name="connsiteY1" fmla="*/ 92718 h 169586"/>
                  <a:gd name="connsiteX2" fmla="*/ 325 w 176034"/>
                  <a:gd name="connsiteY2" fmla="*/ 79424 h 169586"/>
                  <a:gd name="connsiteX3" fmla="*/ 8165 w 176034"/>
                  <a:gd name="connsiteY3" fmla="*/ 68175 h 169586"/>
                  <a:gd name="connsiteX4" fmla="*/ 149288 w 176034"/>
                  <a:gd name="connsiteY4" fmla="*/ 0 h 169586"/>
                  <a:gd name="connsiteX5" fmla="*/ 173661 w 176034"/>
                  <a:gd name="connsiteY5" fmla="*/ 25225 h 169586"/>
                  <a:gd name="connsiteX6" fmla="*/ 136846 w 176034"/>
                  <a:gd name="connsiteY6" fmla="*/ 156974 h 169586"/>
                  <a:gd name="connsiteX7" fmla="*/ 99861 w 176034"/>
                  <a:gd name="connsiteY7" fmla="*/ 169586 h 169586"/>
                  <a:gd name="connsiteX8" fmla="*/ 42082 w 176034"/>
                  <a:gd name="connsiteY8" fmla="*/ 87605 h 169586"/>
                  <a:gd name="connsiteX9" fmla="*/ 118609 w 176034"/>
                  <a:gd name="connsiteY9" fmla="*/ 128851 h 169586"/>
                  <a:gd name="connsiteX10" fmla="*/ 141277 w 176034"/>
                  <a:gd name="connsiteY10" fmla="*/ 35962 h 169586"/>
                  <a:gd name="connsiteX11" fmla="*/ 42082 w 176034"/>
                  <a:gd name="connsiteY11" fmla="*/ 87605 h 16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6034" h="169586">
                    <a:moveTo>
                      <a:pt x="99861" y="169586"/>
                    </a:moveTo>
                    <a:cubicBezTo>
                      <a:pt x="66796" y="169586"/>
                      <a:pt x="36969" y="139418"/>
                      <a:pt x="3222" y="92718"/>
                    </a:cubicBezTo>
                    <a:cubicBezTo>
                      <a:pt x="461" y="88882"/>
                      <a:pt x="-596" y="84065"/>
                      <a:pt x="325" y="79424"/>
                    </a:cubicBezTo>
                    <a:cubicBezTo>
                      <a:pt x="1245" y="74742"/>
                      <a:pt x="4091" y="70662"/>
                      <a:pt x="8165" y="68175"/>
                    </a:cubicBezTo>
                    <a:cubicBezTo>
                      <a:pt x="50945" y="42269"/>
                      <a:pt x="126449" y="0"/>
                      <a:pt x="149288" y="0"/>
                    </a:cubicBezTo>
                    <a:cubicBezTo>
                      <a:pt x="156105" y="0"/>
                      <a:pt x="168547" y="4602"/>
                      <a:pt x="173661" y="25225"/>
                    </a:cubicBezTo>
                    <a:cubicBezTo>
                      <a:pt x="181330" y="56585"/>
                      <a:pt x="170763" y="135669"/>
                      <a:pt x="136846" y="156974"/>
                    </a:cubicBezTo>
                    <a:cubicBezTo>
                      <a:pt x="126006" y="164696"/>
                      <a:pt x="113155" y="169081"/>
                      <a:pt x="99861" y="169586"/>
                    </a:cubicBezTo>
                    <a:close/>
                    <a:moveTo>
                      <a:pt x="42082" y="87605"/>
                    </a:moveTo>
                    <a:cubicBezTo>
                      <a:pt x="88612" y="147599"/>
                      <a:pt x="104463" y="137714"/>
                      <a:pt x="118609" y="128851"/>
                    </a:cubicBezTo>
                    <a:cubicBezTo>
                      <a:pt x="135653" y="118114"/>
                      <a:pt x="145879" y="57267"/>
                      <a:pt x="141277" y="35962"/>
                    </a:cubicBezTo>
                    <a:cubicBezTo>
                      <a:pt x="107002" y="50736"/>
                      <a:pt x="73852" y="67996"/>
                      <a:pt x="42082" y="87605"/>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43" name="任意多边形: 形状 42">
                <a:extLst>
                  <a:ext uri="{FF2B5EF4-FFF2-40B4-BE49-F238E27FC236}">
                    <a16:creationId xmlns:a16="http://schemas.microsoft.com/office/drawing/2014/main" id="{6854D207-7BBD-6253-8338-A2067466AB88}"/>
                  </a:ext>
                </a:extLst>
              </p:cNvPr>
              <p:cNvSpPr/>
              <p:nvPr/>
            </p:nvSpPr>
            <p:spPr>
              <a:xfrm>
                <a:off x="6179722" y="2209040"/>
                <a:ext cx="109571" cy="240488"/>
              </a:xfrm>
              <a:custGeom>
                <a:avLst/>
                <a:gdLst>
                  <a:gd name="connsiteX0" fmla="*/ 83264 w 109571"/>
                  <a:gd name="connsiteY0" fmla="*/ 240488 h 240488"/>
                  <a:gd name="connsiteX1" fmla="*/ 8953 w 109571"/>
                  <a:gd name="connsiteY1" fmla="*/ 213389 h 240488"/>
                  <a:gd name="connsiteX2" fmla="*/ 6225 w 109571"/>
                  <a:gd name="connsiteY2" fmla="*/ 158337 h 240488"/>
                  <a:gd name="connsiteX3" fmla="*/ 33325 w 109571"/>
                  <a:gd name="connsiteY3" fmla="*/ 17044 h 240488"/>
                  <a:gd name="connsiteX4" fmla="*/ 50369 w 109571"/>
                  <a:gd name="connsiteY4" fmla="*/ 0 h 240488"/>
                  <a:gd name="connsiteX5" fmla="*/ 67413 w 109571"/>
                  <a:gd name="connsiteY5" fmla="*/ 17044 h 240488"/>
                  <a:gd name="connsiteX6" fmla="*/ 37757 w 109571"/>
                  <a:gd name="connsiteY6" fmla="*/ 170438 h 240488"/>
                  <a:gd name="connsiteX7" fmla="*/ 36563 w 109571"/>
                  <a:gd name="connsiteY7" fmla="*/ 192425 h 240488"/>
                  <a:gd name="connsiteX8" fmla="*/ 91274 w 109571"/>
                  <a:gd name="connsiteY8" fmla="*/ 205208 h 240488"/>
                  <a:gd name="connsiteX9" fmla="*/ 109511 w 109571"/>
                  <a:gd name="connsiteY9" fmla="*/ 220888 h 240488"/>
                  <a:gd name="connsiteX10" fmla="*/ 93933 w 109571"/>
                  <a:gd name="connsiteY10" fmla="*/ 239287 h 240488"/>
                  <a:gd name="connsiteX11" fmla="*/ 93831 w 109571"/>
                  <a:gd name="connsiteY11" fmla="*/ 239295 h 240488"/>
                  <a:gd name="connsiteX12" fmla="*/ 83264 w 109571"/>
                  <a:gd name="connsiteY12" fmla="*/ 240488 h 24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571" h="240488">
                    <a:moveTo>
                      <a:pt x="83264" y="240488"/>
                    </a:moveTo>
                    <a:cubicBezTo>
                      <a:pt x="64516" y="240488"/>
                      <a:pt x="26337" y="237250"/>
                      <a:pt x="8953" y="213389"/>
                    </a:cubicBezTo>
                    <a:cubicBezTo>
                      <a:pt x="-1921" y="196904"/>
                      <a:pt x="-2961" y="175814"/>
                      <a:pt x="6225" y="158337"/>
                    </a:cubicBezTo>
                    <a:cubicBezTo>
                      <a:pt x="22639" y="112961"/>
                      <a:pt x="31791" y="65274"/>
                      <a:pt x="33325" y="17044"/>
                    </a:cubicBezTo>
                    <a:cubicBezTo>
                      <a:pt x="33325" y="7631"/>
                      <a:pt x="40961" y="0"/>
                      <a:pt x="50369" y="0"/>
                    </a:cubicBezTo>
                    <a:cubicBezTo>
                      <a:pt x="59777" y="0"/>
                      <a:pt x="67413" y="7631"/>
                      <a:pt x="67413" y="17044"/>
                    </a:cubicBezTo>
                    <a:cubicBezTo>
                      <a:pt x="65862" y="69440"/>
                      <a:pt x="55840" y="121238"/>
                      <a:pt x="37757" y="170438"/>
                    </a:cubicBezTo>
                    <a:cubicBezTo>
                      <a:pt x="33666" y="180494"/>
                      <a:pt x="33155" y="187482"/>
                      <a:pt x="36563" y="192425"/>
                    </a:cubicBezTo>
                    <a:cubicBezTo>
                      <a:pt x="44404" y="203333"/>
                      <a:pt x="73889" y="206571"/>
                      <a:pt x="91274" y="205208"/>
                    </a:cubicBezTo>
                    <a:cubicBezTo>
                      <a:pt x="100631" y="204522"/>
                      <a:pt x="108778" y="211533"/>
                      <a:pt x="109511" y="220888"/>
                    </a:cubicBezTo>
                    <a:cubicBezTo>
                      <a:pt x="110295" y="230269"/>
                      <a:pt x="103324" y="238506"/>
                      <a:pt x="93933" y="239287"/>
                    </a:cubicBezTo>
                    <a:cubicBezTo>
                      <a:pt x="93899" y="239290"/>
                      <a:pt x="93865" y="239292"/>
                      <a:pt x="93831" y="239295"/>
                    </a:cubicBezTo>
                    <a:cubicBezTo>
                      <a:pt x="92467" y="240147"/>
                      <a:pt x="88888" y="240488"/>
                      <a:pt x="83264" y="240488"/>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44" name="任意多边形: 形状 43">
                <a:extLst>
                  <a:ext uri="{FF2B5EF4-FFF2-40B4-BE49-F238E27FC236}">
                    <a16:creationId xmlns:a16="http://schemas.microsoft.com/office/drawing/2014/main" id="{8DDCC618-2689-423D-86D4-4337CB036573}"/>
                  </a:ext>
                </a:extLst>
              </p:cNvPr>
              <p:cNvSpPr/>
              <p:nvPr/>
            </p:nvSpPr>
            <p:spPr>
              <a:xfrm>
                <a:off x="6324991" y="2215541"/>
                <a:ext cx="177054" cy="74968"/>
              </a:xfrm>
              <a:custGeom>
                <a:avLst/>
                <a:gdLst>
                  <a:gd name="connsiteX0" fmla="*/ 17078 w 177054"/>
                  <a:gd name="connsiteY0" fmla="*/ 74969 h 74968"/>
                  <a:gd name="connsiteX1" fmla="*/ 0 w 177054"/>
                  <a:gd name="connsiteY1" fmla="*/ 57951 h 74968"/>
                  <a:gd name="connsiteX2" fmla="*/ 2931 w 177054"/>
                  <a:gd name="connsiteY2" fmla="*/ 48380 h 74968"/>
                  <a:gd name="connsiteX3" fmla="*/ 71107 w 177054"/>
                  <a:gd name="connsiteY3" fmla="*/ 5260 h 74968"/>
                  <a:gd name="connsiteX4" fmla="*/ 174392 w 177054"/>
                  <a:gd name="connsiteY4" fmla="*/ 41393 h 74968"/>
                  <a:gd name="connsiteX5" fmla="*/ 169160 w 177054"/>
                  <a:gd name="connsiteY5" fmla="*/ 64920 h 74968"/>
                  <a:gd name="connsiteX6" fmla="*/ 145623 w 177054"/>
                  <a:gd name="connsiteY6" fmla="*/ 59679 h 74968"/>
                  <a:gd name="connsiteX7" fmla="*/ 144907 w 177054"/>
                  <a:gd name="connsiteY7" fmla="*/ 58436 h 74968"/>
                  <a:gd name="connsiteX8" fmla="*/ 79970 w 177054"/>
                  <a:gd name="connsiteY8" fmla="*/ 37643 h 74968"/>
                  <a:gd name="connsiteX9" fmla="*/ 30202 w 177054"/>
                  <a:gd name="connsiteY9" fmla="*/ 67810 h 74968"/>
                  <a:gd name="connsiteX10" fmla="*/ 17078 w 177054"/>
                  <a:gd name="connsiteY10" fmla="*/ 74969 h 7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054" h="74968">
                    <a:moveTo>
                      <a:pt x="17078" y="74969"/>
                    </a:moveTo>
                    <a:cubicBezTo>
                      <a:pt x="7670" y="74982"/>
                      <a:pt x="17" y="67364"/>
                      <a:pt x="0" y="57951"/>
                    </a:cubicBezTo>
                    <a:cubicBezTo>
                      <a:pt x="0" y="54540"/>
                      <a:pt x="1023" y="51206"/>
                      <a:pt x="2931" y="48380"/>
                    </a:cubicBezTo>
                    <a:cubicBezTo>
                      <a:pt x="20436" y="27054"/>
                      <a:pt x="44331" y="11932"/>
                      <a:pt x="71107" y="5260"/>
                    </a:cubicBezTo>
                    <a:cubicBezTo>
                      <a:pt x="109745" y="-8877"/>
                      <a:pt x="152985" y="6253"/>
                      <a:pt x="174392" y="41393"/>
                    </a:cubicBezTo>
                    <a:cubicBezTo>
                      <a:pt x="179437" y="49337"/>
                      <a:pt x="177102" y="59870"/>
                      <a:pt x="169160" y="64920"/>
                    </a:cubicBezTo>
                    <a:cubicBezTo>
                      <a:pt x="161201" y="69970"/>
                      <a:pt x="150667" y="67623"/>
                      <a:pt x="145623" y="59679"/>
                    </a:cubicBezTo>
                    <a:cubicBezTo>
                      <a:pt x="145367" y="59275"/>
                      <a:pt x="145128" y="58861"/>
                      <a:pt x="144907" y="58436"/>
                    </a:cubicBezTo>
                    <a:cubicBezTo>
                      <a:pt x="131459" y="36295"/>
                      <a:pt x="103780" y="27427"/>
                      <a:pt x="79970" y="37643"/>
                    </a:cubicBezTo>
                    <a:cubicBezTo>
                      <a:pt x="60778" y="42601"/>
                      <a:pt x="43479" y="53093"/>
                      <a:pt x="30202" y="67810"/>
                    </a:cubicBezTo>
                    <a:cubicBezTo>
                      <a:pt x="27168" y="72090"/>
                      <a:pt x="22327" y="74730"/>
                      <a:pt x="17078" y="74969"/>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45" name="任意多边形: 形状 44">
                <a:extLst>
                  <a:ext uri="{FF2B5EF4-FFF2-40B4-BE49-F238E27FC236}">
                    <a16:creationId xmlns:a16="http://schemas.microsoft.com/office/drawing/2014/main" id="{27937461-36DF-D20B-0954-8A145F207DD1}"/>
                  </a:ext>
                </a:extLst>
              </p:cNvPr>
              <p:cNvSpPr/>
              <p:nvPr/>
            </p:nvSpPr>
            <p:spPr>
              <a:xfrm>
                <a:off x="6399691" y="2233001"/>
                <a:ext cx="62324" cy="86538"/>
              </a:xfrm>
              <a:custGeom>
                <a:avLst/>
                <a:gdLst>
                  <a:gd name="connsiteX0" fmla="*/ 156 w 62324"/>
                  <a:gd name="connsiteY0" fmla="*/ 40976 h 86538"/>
                  <a:gd name="connsiteX1" fmla="*/ 28108 w 62324"/>
                  <a:gd name="connsiteY1" fmla="*/ 86483 h 86538"/>
                  <a:gd name="connsiteX2" fmla="*/ 62196 w 62324"/>
                  <a:gd name="connsiteY2" fmla="*/ 45578 h 86538"/>
                  <a:gd name="connsiteX3" fmla="*/ 34244 w 62324"/>
                  <a:gd name="connsiteY3" fmla="*/ 71 h 86538"/>
                  <a:gd name="connsiteX4" fmla="*/ 156 w 62324"/>
                  <a:gd name="connsiteY4" fmla="*/ 40976 h 865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324" h="86538">
                    <a:moveTo>
                      <a:pt x="156" y="40976"/>
                    </a:moveTo>
                    <a:cubicBezTo>
                      <a:pt x="-1548" y="64838"/>
                      <a:pt x="10894" y="85290"/>
                      <a:pt x="28108" y="86483"/>
                    </a:cubicBezTo>
                    <a:cubicBezTo>
                      <a:pt x="45322" y="87676"/>
                      <a:pt x="60662" y="69439"/>
                      <a:pt x="62196" y="45578"/>
                    </a:cubicBezTo>
                    <a:cubicBezTo>
                      <a:pt x="63729" y="21717"/>
                      <a:pt x="51458" y="1435"/>
                      <a:pt x="34244" y="71"/>
                    </a:cubicBezTo>
                    <a:cubicBezTo>
                      <a:pt x="17030" y="-1292"/>
                      <a:pt x="1861" y="17115"/>
                      <a:pt x="156" y="40976"/>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46" name="任意多边形: 形状 45">
                <a:extLst>
                  <a:ext uri="{FF2B5EF4-FFF2-40B4-BE49-F238E27FC236}">
                    <a16:creationId xmlns:a16="http://schemas.microsoft.com/office/drawing/2014/main" id="{D7EBFA36-9B28-BD8E-A922-DD7CBBE5B3DC}"/>
                  </a:ext>
                </a:extLst>
              </p:cNvPr>
              <p:cNvSpPr/>
              <p:nvPr/>
            </p:nvSpPr>
            <p:spPr>
              <a:xfrm>
                <a:off x="7030079" y="4075800"/>
                <a:ext cx="285187" cy="579880"/>
              </a:xfrm>
              <a:custGeom>
                <a:avLst/>
                <a:gdLst>
                  <a:gd name="connsiteX0" fmla="*/ 267126 w 285187"/>
                  <a:gd name="connsiteY0" fmla="*/ 579880 h 579880"/>
                  <a:gd name="connsiteX1" fmla="*/ 250934 w 285187"/>
                  <a:gd name="connsiteY1" fmla="*/ 569483 h 579880"/>
                  <a:gd name="connsiteX2" fmla="*/ 1583 w 285187"/>
                  <a:gd name="connsiteY2" fmla="*/ 25104 h 579880"/>
                  <a:gd name="connsiteX3" fmla="*/ 10446 w 285187"/>
                  <a:gd name="connsiteY3" fmla="*/ 1583 h 579880"/>
                  <a:gd name="connsiteX4" fmla="*/ 33966 w 285187"/>
                  <a:gd name="connsiteY4" fmla="*/ 10446 h 579880"/>
                  <a:gd name="connsiteX5" fmla="*/ 283317 w 285187"/>
                  <a:gd name="connsiteY5" fmla="*/ 554485 h 579880"/>
                  <a:gd name="connsiteX6" fmla="*/ 275903 w 285187"/>
                  <a:gd name="connsiteY6" fmla="*/ 577426 h 579880"/>
                  <a:gd name="connsiteX7" fmla="*/ 274625 w 285187"/>
                  <a:gd name="connsiteY7" fmla="*/ 578005 h 579880"/>
                  <a:gd name="connsiteX8" fmla="*/ 267126 w 285187"/>
                  <a:gd name="connsiteY8" fmla="*/ 579880 h 579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187" h="579880">
                    <a:moveTo>
                      <a:pt x="267126" y="579880"/>
                    </a:moveTo>
                    <a:cubicBezTo>
                      <a:pt x="260172" y="579812"/>
                      <a:pt x="253883" y="575773"/>
                      <a:pt x="250934" y="569483"/>
                    </a:cubicBezTo>
                    <a:lnTo>
                      <a:pt x="1583" y="25104"/>
                    </a:lnTo>
                    <a:cubicBezTo>
                      <a:pt x="-2456" y="16156"/>
                      <a:pt x="1498" y="5622"/>
                      <a:pt x="10446" y="1583"/>
                    </a:cubicBezTo>
                    <a:cubicBezTo>
                      <a:pt x="19394" y="-2456"/>
                      <a:pt x="29927" y="1498"/>
                      <a:pt x="33966" y="10446"/>
                    </a:cubicBezTo>
                    <a:lnTo>
                      <a:pt x="283317" y="554485"/>
                    </a:lnTo>
                    <a:cubicBezTo>
                      <a:pt x="287595" y="562870"/>
                      <a:pt x="284289" y="573131"/>
                      <a:pt x="275903" y="577426"/>
                    </a:cubicBezTo>
                    <a:cubicBezTo>
                      <a:pt x="275477" y="577630"/>
                      <a:pt x="275051" y="577835"/>
                      <a:pt x="274625" y="578005"/>
                    </a:cubicBezTo>
                    <a:cubicBezTo>
                      <a:pt x="272307" y="579198"/>
                      <a:pt x="269734" y="579846"/>
                      <a:pt x="267126" y="579880"/>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7" name="任意多边形: 形状 46">
                <a:extLst>
                  <a:ext uri="{FF2B5EF4-FFF2-40B4-BE49-F238E27FC236}">
                    <a16:creationId xmlns:a16="http://schemas.microsoft.com/office/drawing/2014/main" id="{C180ADAA-7BE1-97E5-4308-C481AAF111A3}"/>
                  </a:ext>
                </a:extLst>
              </p:cNvPr>
              <p:cNvSpPr/>
              <p:nvPr/>
            </p:nvSpPr>
            <p:spPr>
              <a:xfrm>
                <a:off x="4428900" y="2894202"/>
                <a:ext cx="2720364" cy="2720364"/>
              </a:xfrm>
              <a:custGeom>
                <a:avLst/>
                <a:gdLst>
                  <a:gd name="connsiteX0" fmla="*/ 2720364 w 2720364"/>
                  <a:gd name="connsiteY0" fmla="*/ 883893 h 2720364"/>
                  <a:gd name="connsiteX1" fmla="*/ 1360267 w 2720364"/>
                  <a:gd name="connsiteY1" fmla="*/ 441946 h 2720364"/>
                  <a:gd name="connsiteX2" fmla="*/ 0 w 2720364"/>
                  <a:gd name="connsiteY2" fmla="*/ 0 h 2720364"/>
                  <a:gd name="connsiteX3" fmla="*/ 442117 w 2720364"/>
                  <a:gd name="connsiteY3" fmla="*/ 1360097 h 2720364"/>
                  <a:gd name="connsiteX4" fmla="*/ 884063 w 2720364"/>
                  <a:gd name="connsiteY4" fmla="*/ 2720364 h 2720364"/>
                  <a:gd name="connsiteX5" fmla="*/ 1361972 w 2720364"/>
                  <a:gd name="connsiteY5" fmla="*/ 1789942 h 2720364"/>
                  <a:gd name="connsiteX6" fmla="*/ 2088209 w 2720364"/>
                  <a:gd name="connsiteY6" fmla="*/ 2516179 h 2720364"/>
                  <a:gd name="connsiteX7" fmla="*/ 2516179 w 2720364"/>
                  <a:gd name="connsiteY7" fmla="*/ 2088209 h 2720364"/>
                  <a:gd name="connsiteX8" fmla="*/ 1789942 w 2720364"/>
                  <a:gd name="connsiteY8" fmla="*/ 1361972 h 2720364"/>
                  <a:gd name="connsiteX9" fmla="*/ 2720364 w 2720364"/>
                  <a:gd name="connsiteY9" fmla="*/ 883893 h 2720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0364" h="2720364">
                    <a:moveTo>
                      <a:pt x="2720364" y="883893"/>
                    </a:moveTo>
                    <a:lnTo>
                      <a:pt x="1360267" y="441946"/>
                    </a:lnTo>
                    <a:lnTo>
                      <a:pt x="0" y="0"/>
                    </a:lnTo>
                    <a:lnTo>
                      <a:pt x="442117" y="1360097"/>
                    </a:lnTo>
                    <a:lnTo>
                      <a:pt x="884063" y="2720364"/>
                    </a:lnTo>
                    <a:lnTo>
                      <a:pt x="1361972" y="1789942"/>
                    </a:lnTo>
                    <a:lnTo>
                      <a:pt x="2088209" y="2516179"/>
                    </a:lnTo>
                    <a:lnTo>
                      <a:pt x="2516179" y="2088209"/>
                    </a:lnTo>
                    <a:lnTo>
                      <a:pt x="1789942" y="1361972"/>
                    </a:lnTo>
                    <a:lnTo>
                      <a:pt x="2720364" y="883893"/>
                    </a:lnTo>
                    <a:close/>
                  </a:path>
                </a:pathLst>
              </a:custGeom>
              <a:solidFill>
                <a:srgbClr val="1D1D1B"/>
              </a:solidFill>
              <a:ln w="17026" cap="flat">
                <a:noFill/>
                <a:prstDash val="solid"/>
                <a:miter/>
              </a:ln>
            </p:spPr>
            <p:txBody>
              <a:bodyPr rtlCol="0" anchor="ctr"/>
              <a:lstStyle/>
              <a:p>
                <a:endParaRPr lang="zh-CN" altLang="en-US">
                  <a:cs typeface="+mn-ea"/>
                  <a:sym typeface="+mn-lt"/>
                </a:endParaRPr>
              </a:p>
            </p:txBody>
          </p:sp>
          <p:sp>
            <p:nvSpPr>
              <p:cNvPr id="48" name="任意多边形: 形状 47">
                <a:extLst>
                  <a:ext uri="{FF2B5EF4-FFF2-40B4-BE49-F238E27FC236}">
                    <a16:creationId xmlns:a16="http://schemas.microsoft.com/office/drawing/2014/main" id="{9557A06F-6608-54C0-C7B8-83F5504BC62B}"/>
                  </a:ext>
                </a:extLst>
              </p:cNvPr>
              <p:cNvSpPr/>
              <p:nvPr/>
            </p:nvSpPr>
            <p:spPr>
              <a:xfrm>
                <a:off x="5739488" y="4220211"/>
                <a:ext cx="2308686" cy="1224849"/>
              </a:xfrm>
              <a:custGeom>
                <a:avLst/>
                <a:gdLst>
                  <a:gd name="connsiteX0" fmla="*/ 2207257 w 2308686"/>
                  <a:gd name="connsiteY0" fmla="*/ 693343 h 1224849"/>
                  <a:gd name="connsiteX1" fmla="*/ 1077081 w 2308686"/>
                  <a:gd name="connsiteY1" fmla="*/ 124420 h 1224849"/>
                  <a:gd name="connsiteX2" fmla="*/ 592184 w 2308686"/>
                  <a:gd name="connsiteY2" fmla="*/ 0 h 1224849"/>
                  <a:gd name="connsiteX3" fmla="*/ 26159 w 2308686"/>
                  <a:gd name="connsiteY3" fmla="*/ 146066 h 1224849"/>
                  <a:gd name="connsiteX4" fmla="*/ 1292 w 2308686"/>
                  <a:gd name="connsiteY4" fmla="*/ 189885 h 1224849"/>
                  <a:gd name="connsiteX5" fmla="*/ 9115 w 2308686"/>
                  <a:gd name="connsiteY5" fmla="*/ 204185 h 1224849"/>
                  <a:gd name="connsiteX6" fmla="*/ 9115 w 2308686"/>
                  <a:gd name="connsiteY6" fmla="*/ 204185 h 1224849"/>
                  <a:gd name="connsiteX7" fmla="*/ 156204 w 2308686"/>
                  <a:gd name="connsiteY7" fmla="*/ 256680 h 1224849"/>
                  <a:gd name="connsiteX8" fmla="*/ 539519 w 2308686"/>
                  <a:gd name="connsiteY8" fmla="*/ 194470 h 1224849"/>
                  <a:gd name="connsiteX9" fmla="*/ 54111 w 2308686"/>
                  <a:gd name="connsiteY9" fmla="*/ 344796 h 1224849"/>
                  <a:gd name="connsiteX10" fmla="*/ 18864 w 2308686"/>
                  <a:gd name="connsiteY10" fmla="*/ 411233 h 1224849"/>
                  <a:gd name="connsiteX11" fmla="*/ 32124 w 2308686"/>
                  <a:gd name="connsiteY11" fmla="*/ 433254 h 1224849"/>
                  <a:gd name="connsiteX12" fmla="*/ 32124 w 2308686"/>
                  <a:gd name="connsiteY12" fmla="*/ 433254 h 1224849"/>
                  <a:gd name="connsiteX13" fmla="*/ 134387 w 2308686"/>
                  <a:gd name="connsiteY13" fmla="*/ 464955 h 1224849"/>
                  <a:gd name="connsiteX14" fmla="*/ 631385 w 2308686"/>
                  <a:gd name="connsiteY14" fmla="*/ 372067 h 1224849"/>
                  <a:gd name="connsiteX15" fmla="*/ 273465 w 2308686"/>
                  <a:gd name="connsiteY15" fmla="*/ 488817 h 1224849"/>
                  <a:gd name="connsiteX16" fmla="*/ 235236 w 2308686"/>
                  <a:gd name="connsiteY16" fmla="*/ 564559 h 1224849"/>
                  <a:gd name="connsiteX17" fmla="*/ 250626 w 2308686"/>
                  <a:gd name="connsiteY17" fmla="*/ 589034 h 1224849"/>
                  <a:gd name="connsiteX18" fmla="*/ 250626 w 2308686"/>
                  <a:gd name="connsiteY18" fmla="*/ 589034 h 1224849"/>
                  <a:gd name="connsiteX19" fmla="*/ 304314 w 2308686"/>
                  <a:gd name="connsiteY19" fmla="*/ 604544 h 1224849"/>
                  <a:gd name="connsiteX20" fmla="*/ 594059 w 2308686"/>
                  <a:gd name="connsiteY20" fmla="*/ 544891 h 1224849"/>
                  <a:gd name="connsiteX21" fmla="*/ 491796 w 2308686"/>
                  <a:gd name="connsiteY21" fmla="*/ 610169 h 1224849"/>
                  <a:gd name="connsiteX22" fmla="*/ 471548 w 2308686"/>
                  <a:gd name="connsiteY22" fmla="*/ 702461 h 1224849"/>
                  <a:gd name="connsiteX23" fmla="*/ 490944 w 2308686"/>
                  <a:gd name="connsiteY23" fmla="*/ 722147 h 1224849"/>
                  <a:gd name="connsiteX24" fmla="*/ 490944 w 2308686"/>
                  <a:gd name="connsiteY24" fmla="*/ 722147 h 1224849"/>
                  <a:gd name="connsiteX25" fmla="*/ 554347 w 2308686"/>
                  <a:gd name="connsiteY25" fmla="*/ 727601 h 1224849"/>
                  <a:gd name="connsiteX26" fmla="*/ 803017 w 2308686"/>
                  <a:gd name="connsiteY26" fmla="*/ 619372 h 1224849"/>
                  <a:gd name="connsiteX27" fmla="*/ 1101454 w 2308686"/>
                  <a:gd name="connsiteY27" fmla="*/ 770040 h 1224849"/>
                  <a:gd name="connsiteX28" fmla="*/ 1392562 w 2308686"/>
                  <a:gd name="connsiteY28" fmla="*/ 864122 h 1224849"/>
                  <a:gd name="connsiteX29" fmla="*/ 1534708 w 2308686"/>
                  <a:gd name="connsiteY29" fmla="*/ 886279 h 1224849"/>
                  <a:gd name="connsiteX30" fmla="*/ 1838088 w 2308686"/>
                  <a:gd name="connsiteY30" fmla="*/ 1212497 h 1224849"/>
                  <a:gd name="connsiteX31" fmla="*/ 1978188 w 2308686"/>
                  <a:gd name="connsiteY31" fmla="*/ 1223746 h 1224849"/>
                  <a:gd name="connsiteX32" fmla="*/ 2207768 w 2308686"/>
                  <a:gd name="connsiteY32" fmla="*/ 693172 h 122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08686" h="1224849">
                    <a:moveTo>
                      <a:pt x="2207257" y="693343"/>
                    </a:moveTo>
                    <a:lnTo>
                      <a:pt x="1077081" y="124420"/>
                    </a:lnTo>
                    <a:lnTo>
                      <a:pt x="592184" y="0"/>
                    </a:lnTo>
                    <a:lnTo>
                      <a:pt x="26159" y="146066"/>
                    </a:lnTo>
                    <a:cubicBezTo>
                      <a:pt x="7189" y="151298"/>
                      <a:pt x="-3940" y="170915"/>
                      <a:pt x="1292" y="189885"/>
                    </a:cubicBezTo>
                    <a:cubicBezTo>
                      <a:pt x="2758" y="195186"/>
                      <a:pt x="5434" y="200077"/>
                      <a:pt x="9115" y="204185"/>
                    </a:cubicBezTo>
                    <a:lnTo>
                      <a:pt x="9115" y="204185"/>
                    </a:lnTo>
                    <a:cubicBezTo>
                      <a:pt x="45913" y="245738"/>
                      <a:pt x="101425" y="265543"/>
                      <a:pt x="156204" y="256680"/>
                    </a:cubicBezTo>
                    <a:lnTo>
                      <a:pt x="539519" y="194470"/>
                    </a:lnTo>
                    <a:lnTo>
                      <a:pt x="54111" y="344796"/>
                    </a:lnTo>
                    <a:cubicBezTo>
                      <a:pt x="26040" y="353404"/>
                      <a:pt x="10257" y="383162"/>
                      <a:pt x="18864" y="411233"/>
                    </a:cubicBezTo>
                    <a:cubicBezTo>
                      <a:pt x="21421" y="419551"/>
                      <a:pt x="25972" y="427101"/>
                      <a:pt x="32124" y="433254"/>
                    </a:cubicBezTo>
                    <a:lnTo>
                      <a:pt x="32124" y="433254"/>
                    </a:lnTo>
                    <a:cubicBezTo>
                      <a:pt x="58883" y="460064"/>
                      <a:pt x="97164" y="471926"/>
                      <a:pt x="134387" y="464955"/>
                    </a:cubicBezTo>
                    <a:lnTo>
                      <a:pt x="631385" y="372067"/>
                    </a:lnTo>
                    <a:lnTo>
                      <a:pt x="273465" y="488817"/>
                    </a:lnTo>
                    <a:cubicBezTo>
                      <a:pt x="241985" y="499179"/>
                      <a:pt x="224873" y="533097"/>
                      <a:pt x="235236" y="564559"/>
                    </a:cubicBezTo>
                    <a:cubicBezTo>
                      <a:pt x="238304" y="573849"/>
                      <a:pt x="243570" y="582251"/>
                      <a:pt x="250626" y="589034"/>
                    </a:cubicBezTo>
                    <a:lnTo>
                      <a:pt x="250626" y="589034"/>
                    </a:lnTo>
                    <a:cubicBezTo>
                      <a:pt x="264807" y="602840"/>
                      <a:pt x="284952" y="608652"/>
                      <a:pt x="304314" y="604544"/>
                    </a:cubicBezTo>
                    <a:lnTo>
                      <a:pt x="594059" y="544891"/>
                    </a:lnTo>
                    <a:lnTo>
                      <a:pt x="491796" y="610169"/>
                    </a:lnTo>
                    <a:cubicBezTo>
                      <a:pt x="460725" y="630059"/>
                      <a:pt x="451658" y="671390"/>
                      <a:pt x="471548" y="702461"/>
                    </a:cubicBezTo>
                    <a:cubicBezTo>
                      <a:pt x="476576" y="710301"/>
                      <a:pt x="483172" y="716999"/>
                      <a:pt x="490944" y="722147"/>
                    </a:cubicBezTo>
                    <a:lnTo>
                      <a:pt x="490944" y="722147"/>
                    </a:lnTo>
                    <a:cubicBezTo>
                      <a:pt x="509795" y="734589"/>
                      <a:pt x="533656" y="736651"/>
                      <a:pt x="554347" y="727601"/>
                    </a:cubicBezTo>
                    <a:lnTo>
                      <a:pt x="803017" y="619372"/>
                    </a:lnTo>
                    <a:lnTo>
                      <a:pt x="1101454" y="770040"/>
                    </a:lnTo>
                    <a:cubicBezTo>
                      <a:pt x="1192996" y="816365"/>
                      <a:pt x="1291220" y="848100"/>
                      <a:pt x="1392562" y="864122"/>
                    </a:cubicBezTo>
                    <a:lnTo>
                      <a:pt x="1534708" y="886279"/>
                    </a:lnTo>
                    <a:lnTo>
                      <a:pt x="1838088" y="1212497"/>
                    </a:lnTo>
                    <a:lnTo>
                      <a:pt x="1978188" y="1223746"/>
                    </a:lnTo>
                    <a:cubicBezTo>
                      <a:pt x="2267933" y="1247267"/>
                      <a:pt x="2423714" y="889006"/>
                      <a:pt x="2207768" y="693172"/>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8515BF34-525D-7B38-FF0D-88F2E3CB723D}"/>
                  </a:ext>
                </a:extLst>
              </p:cNvPr>
              <p:cNvSpPr/>
              <p:nvPr/>
            </p:nvSpPr>
            <p:spPr>
              <a:xfrm>
                <a:off x="5723584" y="4204347"/>
                <a:ext cx="2341711" cy="1258869"/>
              </a:xfrm>
              <a:custGeom>
                <a:avLst/>
                <a:gdLst>
                  <a:gd name="connsiteX0" fmla="*/ 2019316 w 2341711"/>
                  <a:gd name="connsiteY0" fmla="*/ 1258017 h 1258869"/>
                  <a:gd name="connsiteX1" fmla="*/ 1992217 w 2341711"/>
                  <a:gd name="connsiteY1" fmla="*/ 1256824 h 1258869"/>
                  <a:gd name="connsiteX2" fmla="*/ 1852117 w 2341711"/>
                  <a:gd name="connsiteY2" fmla="*/ 1245575 h 1258869"/>
                  <a:gd name="connsiteX3" fmla="*/ 1841038 w 2341711"/>
                  <a:gd name="connsiteY3" fmla="*/ 1240121 h 1258869"/>
                  <a:gd name="connsiteX4" fmla="*/ 1541578 w 2341711"/>
                  <a:gd name="connsiteY4" fmla="*/ 919186 h 1258869"/>
                  <a:gd name="connsiteX5" fmla="*/ 1405228 w 2341711"/>
                  <a:gd name="connsiteY5" fmla="*/ 897540 h 1258869"/>
                  <a:gd name="connsiteX6" fmla="*/ 1108836 w 2341711"/>
                  <a:gd name="connsiteY6" fmla="*/ 801924 h 1258869"/>
                  <a:gd name="connsiteX7" fmla="*/ 817727 w 2341711"/>
                  <a:gd name="connsiteY7" fmla="*/ 654154 h 1258869"/>
                  <a:gd name="connsiteX8" fmla="*/ 576387 w 2341711"/>
                  <a:gd name="connsiteY8" fmla="*/ 759144 h 1258869"/>
                  <a:gd name="connsiteX9" fmla="*/ 466437 w 2341711"/>
                  <a:gd name="connsiteY9" fmla="*/ 714728 h 1258869"/>
                  <a:gd name="connsiteX10" fmla="*/ 497814 w 2341711"/>
                  <a:gd name="connsiteY10" fmla="*/ 611716 h 1258869"/>
                  <a:gd name="connsiteX11" fmla="*/ 522358 w 2341711"/>
                  <a:gd name="connsiteY11" fmla="*/ 595865 h 1258869"/>
                  <a:gd name="connsiteX12" fmla="*/ 323456 w 2341711"/>
                  <a:gd name="connsiteY12" fmla="*/ 637111 h 1258869"/>
                  <a:gd name="connsiteX13" fmla="*/ 231437 w 2341711"/>
                  <a:gd name="connsiteY13" fmla="*/ 578787 h 1258869"/>
                  <a:gd name="connsiteX14" fmla="*/ 283914 w 2341711"/>
                  <a:gd name="connsiteY14" fmla="*/ 488318 h 1258869"/>
                  <a:gd name="connsiteX15" fmla="*/ 392313 w 2341711"/>
                  <a:gd name="connsiteY15" fmla="*/ 453037 h 1258869"/>
                  <a:gd name="connsiteX16" fmla="*/ 153700 w 2341711"/>
                  <a:gd name="connsiteY16" fmla="*/ 497863 h 1258869"/>
                  <a:gd name="connsiteX17" fmla="*/ 36268 w 2341711"/>
                  <a:gd name="connsiteY17" fmla="*/ 461389 h 1258869"/>
                  <a:gd name="connsiteX18" fmla="*/ 36677 w 2341711"/>
                  <a:gd name="connsiteY18" fmla="*/ 361836 h 1258869"/>
                  <a:gd name="connsiteX19" fmla="*/ 65242 w 2341711"/>
                  <a:gd name="connsiteY19" fmla="*/ 344639 h 1258869"/>
                  <a:gd name="connsiteX20" fmla="*/ 317661 w 2341711"/>
                  <a:gd name="connsiteY20" fmla="*/ 266578 h 1258869"/>
                  <a:gd name="connsiteX21" fmla="*/ 175175 w 2341711"/>
                  <a:gd name="connsiteY21" fmla="*/ 289587 h 1258869"/>
                  <a:gd name="connsiteX22" fmla="*/ 12747 w 2341711"/>
                  <a:gd name="connsiteY22" fmla="*/ 231809 h 1258869"/>
                  <a:gd name="connsiteX23" fmla="*/ 18304 w 2341711"/>
                  <a:gd name="connsiteY23" fmla="*/ 157532 h 1258869"/>
                  <a:gd name="connsiteX24" fmla="*/ 38995 w 2341711"/>
                  <a:gd name="connsiteY24" fmla="*/ 146590 h 1258869"/>
                  <a:gd name="connsiteX25" fmla="*/ 605020 w 2341711"/>
                  <a:gd name="connsiteY25" fmla="*/ 524 h 1258869"/>
                  <a:gd name="connsiteX26" fmla="*/ 613372 w 2341711"/>
                  <a:gd name="connsiteY26" fmla="*/ 524 h 1258869"/>
                  <a:gd name="connsiteX27" fmla="*/ 1098268 w 2341711"/>
                  <a:gd name="connsiteY27" fmla="*/ 124603 h 1258869"/>
                  <a:gd name="connsiteX28" fmla="*/ 1101677 w 2341711"/>
                  <a:gd name="connsiteY28" fmla="*/ 125796 h 1258869"/>
                  <a:gd name="connsiteX29" fmla="*/ 2232023 w 2341711"/>
                  <a:gd name="connsiteY29" fmla="*/ 694719 h 1258869"/>
                  <a:gd name="connsiteX30" fmla="*/ 2235773 w 2341711"/>
                  <a:gd name="connsiteY30" fmla="*/ 697446 h 1258869"/>
                  <a:gd name="connsiteX31" fmla="*/ 2258203 w 2341711"/>
                  <a:gd name="connsiteY31" fmla="*/ 1152942 h 1258869"/>
                  <a:gd name="connsiteX32" fmla="*/ 2020510 w 2341711"/>
                  <a:gd name="connsiteY32" fmla="*/ 1258869 h 1258869"/>
                  <a:gd name="connsiteX33" fmla="*/ 1861491 w 2341711"/>
                  <a:gd name="connsiteY33" fmla="*/ 1212169 h 1258869"/>
                  <a:gd name="connsiteX34" fmla="*/ 1994944 w 2341711"/>
                  <a:gd name="connsiteY34" fmla="*/ 1222907 h 1258869"/>
                  <a:gd name="connsiteX35" fmla="*/ 2305516 w 2341711"/>
                  <a:gd name="connsiteY35" fmla="*/ 958557 h 1258869"/>
                  <a:gd name="connsiteX36" fmla="*/ 2213446 w 2341711"/>
                  <a:gd name="connsiteY36" fmla="*/ 723352 h 1258869"/>
                  <a:gd name="connsiteX37" fmla="*/ 1086849 w 2341711"/>
                  <a:gd name="connsiteY37" fmla="*/ 156305 h 1258869"/>
                  <a:gd name="connsiteX38" fmla="*/ 608088 w 2341711"/>
                  <a:gd name="connsiteY38" fmla="*/ 33760 h 1258869"/>
                  <a:gd name="connsiteX39" fmla="*/ 45642 w 2341711"/>
                  <a:gd name="connsiteY39" fmla="*/ 178802 h 1258869"/>
                  <a:gd name="connsiteX40" fmla="*/ 32365 w 2341711"/>
                  <a:gd name="connsiteY40" fmla="*/ 201760 h 1258869"/>
                  <a:gd name="connsiteX41" fmla="*/ 36268 w 2341711"/>
                  <a:gd name="connsiteY41" fmla="*/ 209140 h 1258869"/>
                  <a:gd name="connsiteX42" fmla="*/ 167846 w 2341711"/>
                  <a:gd name="connsiteY42" fmla="*/ 256011 h 1258869"/>
                  <a:gd name="connsiteX43" fmla="*/ 551162 w 2341711"/>
                  <a:gd name="connsiteY43" fmla="*/ 193971 h 1258869"/>
                  <a:gd name="connsiteX44" fmla="*/ 570592 w 2341711"/>
                  <a:gd name="connsiteY44" fmla="*/ 206925 h 1258869"/>
                  <a:gd name="connsiteX45" fmla="*/ 559002 w 2341711"/>
                  <a:gd name="connsiteY45" fmla="*/ 227036 h 1258869"/>
                  <a:gd name="connsiteX46" fmla="*/ 73423 w 2341711"/>
                  <a:gd name="connsiteY46" fmla="*/ 377192 h 1258869"/>
                  <a:gd name="connsiteX47" fmla="*/ 49528 w 2341711"/>
                  <a:gd name="connsiteY47" fmla="*/ 422359 h 1258869"/>
                  <a:gd name="connsiteX48" fmla="*/ 58595 w 2341711"/>
                  <a:gd name="connsiteY48" fmla="*/ 437357 h 1258869"/>
                  <a:gd name="connsiteX49" fmla="*/ 145519 w 2341711"/>
                  <a:gd name="connsiteY49" fmla="*/ 464457 h 1258869"/>
                  <a:gd name="connsiteX50" fmla="*/ 642687 w 2341711"/>
                  <a:gd name="connsiteY50" fmla="*/ 371227 h 1258869"/>
                  <a:gd name="connsiteX51" fmla="*/ 662424 w 2341711"/>
                  <a:gd name="connsiteY51" fmla="*/ 385067 h 1258869"/>
                  <a:gd name="connsiteX52" fmla="*/ 651209 w 2341711"/>
                  <a:gd name="connsiteY52" fmla="*/ 404122 h 1258869"/>
                  <a:gd name="connsiteX53" fmla="*/ 293289 w 2341711"/>
                  <a:gd name="connsiteY53" fmla="*/ 520872 h 1258869"/>
                  <a:gd name="connsiteX54" fmla="*/ 266445 w 2341711"/>
                  <a:gd name="connsiteY54" fmla="*/ 575361 h 1258869"/>
                  <a:gd name="connsiteX55" fmla="*/ 315275 w 2341711"/>
                  <a:gd name="connsiteY55" fmla="*/ 603705 h 1258869"/>
                  <a:gd name="connsiteX56" fmla="*/ 605020 w 2341711"/>
                  <a:gd name="connsiteY56" fmla="*/ 544052 h 1258869"/>
                  <a:gd name="connsiteX57" fmla="*/ 624109 w 2341711"/>
                  <a:gd name="connsiteY57" fmla="*/ 554278 h 1258869"/>
                  <a:gd name="connsiteX58" fmla="*/ 617633 w 2341711"/>
                  <a:gd name="connsiteY58" fmla="*/ 575071 h 1258869"/>
                  <a:gd name="connsiteX59" fmla="*/ 515370 w 2341711"/>
                  <a:gd name="connsiteY59" fmla="*/ 640349 h 1258869"/>
                  <a:gd name="connsiteX60" fmla="*/ 500695 w 2341711"/>
                  <a:gd name="connsiteY60" fmla="*/ 709189 h 1258869"/>
                  <a:gd name="connsiteX61" fmla="*/ 515370 w 2341711"/>
                  <a:gd name="connsiteY61" fmla="*/ 723864 h 1258869"/>
                  <a:gd name="connsiteX62" fmla="*/ 562751 w 2341711"/>
                  <a:gd name="connsiteY62" fmla="*/ 727954 h 1258869"/>
                  <a:gd name="connsiteX63" fmla="*/ 811250 w 2341711"/>
                  <a:gd name="connsiteY63" fmla="*/ 619556 h 1258869"/>
                  <a:gd name="connsiteX64" fmla="*/ 825738 w 2341711"/>
                  <a:gd name="connsiteY64" fmla="*/ 619556 h 1258869"/>
                  <a:gd name="connsiteX65" fmla="*/ 1124516 w 2341711"/>
                  <a:gd name="connsiteY65" fmla="*/ 770734 h 1258869"/>
                  <a:gd name="connsiteX66" fmla="*/ 1410681 w 2341711"/>
                  <a:gd name="connsiteY66" fmla="*/ 863112 h 1258869"/>
                  <a:gd name="connsiteX67" fmla="*/ 1552316 w 2341711"/>
                  <a:gd name="connsiteY67" fmla="*/ 885439 h 1258869"/>
                  <a:gd name="connsiteX68" fmla="*/ 1562201 w 2341711"/>
                  <a:gd name="connsiteY68" fmla="*/ 890723 h 1258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341711" h="1258869">
                    <a:moveTo>
                      <a:pt x="2019316" y="1258017"/>
                    </a:moveTo>
                    <a:cubicBezTo>
                      <a:pt x="2010283" y="1258017"/>
                      <a:pt x="2001250" y="1258017"/>
                      <a:pt x="1992217" y="1256824"/>
                    </a:cubicBezTo>
                    <a:lnTo>
                      <a:pt x="1852117" y="1245575"/>
                    </a:lnTo>
                    <a:cubicBezTo>
                      <a:pt x="1847873" y="1245200"/>
                      <a:pt x="1843918" y="1243257"/>
                      <a:pt x="1841038" y="1240121"/>
                    </a:cubicBezTo>
                    <a:lnTo>
                      <a:pt x="1541578" y="919186"/>
                    </a:lnTo>
                    <a:lnTo>
                      <a:pt x="1405228" y="897540"/>
                    </a:lnTo>
                    <a:cubicBezTo>
                      <a:pt x="1302044" y="881349"/>
                      <a:pt x="1202031" y="849085"/>
                      <a:pt x="1108836" y="801924"/>
                    </a:cubicBezTo>
                    <a:lnTo>
                      <a:pt x="817727" y="654154"/>
                    </a:lnTo>
                    <a:lnTo>
                      <a:pt x="576387" y="759144"/>
                    </a:lnTo>
                    <a:cubicBezTo>
                      <a:pt x="533760" y="777245"/>
                      <a:pt x="484520" y="757355"/>
                      <a:pt x="466437" y="714728"/>
                    </a:cubicBezTo>
                    <a:cubicBezTo>
                      <a:pt x="450552" y="677317"/>
                      <a:pt x="463778" y="633906"/>
                      <a:pt x="497814" y="611716"/>
                    </a:cubicBezTo>
                    <a:lnTo>
                      <a:pt x="522358" y="595865"/>
                    </a:lnTo>
                    <a:lnTo>
                      <a:pt x="323456" y="637111"/>
                    </a:lnTo>
                    <a:cubicBezTo>
                      <a:pt x="281937" y="646417"/>
                      <a:pt x="240743" y="620306"/>
                      <a:pt x="231437" y="578787"/>
                    </a:cubicBezTo>
                    <a:cubicBezTo>
                      <a:pt x="222642" y="539552"/>
                      <a:pt x="245498" y="500163"/>
                      <a:pt x="283914" y="488318"/>
                    </a:cubicBezTo>
                    <a:lnTo>
                      <a:pt x="392313" y="453037"/>
                    </a:lnTo>
                    <a:lnTo>
                      <a:pt x="153700" y="497863"/>
                    </a:lnTo>
                    <a:cubicBezTo>
                      <a:pt x="110937" y="505907"/>
                      <a:pt x="66964" y="492238"/>
                      <a:pt x="36268" y="461389"/>
                    </a:cubicBezTo>
                    <a:cubicBezTo>
                      <a:pt x="8895" y="433778"/>
                      <a:pt x="9083" y="389208"/>
                      <a:pt x="36677" y="361836"/>
                    </a:cubicBezTo>
                    <a:cubicBezTo>
                      <a:pt x="44687" y="353911"/>
                      <a:pt x="54488" y="347996"/>
                      <a:pt x="65242" y="344639"/>
                    </a:cubicBezTo>
                    <a:lnTo>
                      <a:pt x="317661" y="266578"/>
                    </a:lnTo>
                    <a:lnTo>
                      <a:pt x="175175" y="289587"/>
                    </a:lnTo>
                    <a:cubicBezTo>
                      <a:pt x="114704" y="299558"/>
                      <a:pt x="53346" y="277742"/>
                      <a:pt x="12747" y="231809"/>
                    </a:cubicBezTo>
                    <a:cubicBezTo>
                      <a:pt x="-6222" y="209771"/>
                      <a:pt x="-3734" y="176518"/>
                      <a:pt x="18304" y="157532"/>
                    </a:cubicBezTo>
                    <a:cubicBezTo>
                      <a:pt x="24286" y="152384"/>
                      <a:pt x="31359" y="148635"/>
                      <a:pt x="38995" y="146590"/>
                    </a:cubicBezTo>
                    <a:lnTo>
                      <a:pt x="605020" y="524"/>
                    </a:lnTo>
                    <a:cubicBezTo>
                      <a:pt x="607764" y="-175"/>
                      <a:pt x="610628" y="-175"/>
                      <a:pt x="613372" y="524"/>
                    </a:cubicBezTo>
                    <a:lnTo>
                      <a:pt x="1098268" y="124603"/>
                    </a:lnTo>
                    <a:cubicBezTo>
                      <a:pt x="1099461" y="124825"/>
                      <a:pt x="1100603" y="125217"/>
                      <a:pt x="1101677" y="125796"/>
                    </a:cubicBezTo>
                    <a:lnTo>
                      <a:pt x="2232023" y="694719"/>
                    </a:lnTo>
                    <a:cubicBezTo>
                      <a:pt x="2233438" y="695366"/>
                      <a:pt x="2234716" y="696304"/>
                      <a:pt x="2235773" y="697446"/>
                    </a:cubicBezTo>
                    <a:cubicBezTo>
                      <a:pt x="2367743" y="817025"/>
                      <a:pt x="2377782" y="1020954"/>
                      <a:pt x="2258203" y="1152942"/>
                    </a:cubicBezTo>
                    <a:cubicBezTo>
                      <a:pt x="2197373" y="1220061"/>
                      <a:pt x="2111097" y="1258511"/>
                      <a:pt x="2020510" y="1258869"/>
                    </a:cubicBezTo>
                    <a:close/>
                    <a:moveTo>
                      <a:pt x="1861491" y="1212169"/>
                    </a:moveTo>
                    <a:lnTo>
                      <a:pt x="1994944" y="1222907"/>
                    </a:lnTo>
                    <a:cubicBezTo>
                      <a:pt x="2153707" y="1235673"/>
                      <a:pt x="2292751" y="1117320"/>
                      <a:pt x="2305516" y="958557"/>
                    </a:cubicBezTo>
                    <a:cubicBezTo>
                      <a:pt x="2312624" y="870168"/>
                      <a:pt x="2278672" y="783432"/>
                      <a:pt x="2213446" y="723352"/>
                    </a:cubicBezTo>
                    <a:lnTo>
                      <a:pt x="1086849" y="156305"/>
                    </a:lnTo>
                    <a:lnTo>
                      <a:pt x="608088" y="33760"/>
                    </a:lnTo>
                    <a:lnTo>
                      <a:pt x="45642" y="178802"/>
                    </a:lnTo>
                    <a:cubicBezTo>
                      <a:pt x="35637" y="181478"/>
                      <a:pt x="29689" y="191756"/>
                      <a:pt x="32365" y="201760"/>
                    </a:cubicBezTo>
                    <a:cubicBezTo>
                      <a:pt x="33098" y="204470"/>
                      <a:pt x="34427" y="207010"/>
                      <a:pt x="36268" y="209140"/>
                    </a:cubicBezTo>
                    <a:cubicBezTo>
                      <a:pt x="69128" y="246381"/>
                      <a:pt x="118845" y="264090"/>
                      <a:pt x="167846" y="256011"/>
                    </a:cubicBezTo>
                    <a:lnTo>
                      <a:pt x="551162" y="193971"/>
                    </a:lnTo>
                    <a:cubicBezTo>
                      <a:pt x="560041" y="192471"/>
                      <a:pt x="568546" y="198147"/>
                      <a:pt x="570592" y="206925"/>
                    </a:cubicBezTo>
                    <a:cubicBezTo>
                      <a:pt x="572603" y="215634"/>
                      <a:pt x="567541" y="224411"/>
                      <a:pt x="559002" y="227036"/>
                    </a:cubicBezTo>
                    <a:lnTo>
                      <a:pt x="73423" y="377192"/>
                    </a:lnTo>
                    <a:cubicBezTo>
                      <a:pt x="54351" y="383073"/>
                      <a:pt x="43648" y="403287"/>
                      <a:pt x="49528" y="422359"/>
                    </a:cubicBezTo>
                    <a:cubicBezTo>
                      <a:pt x="51283" y="428034"/>
                      <a:pt x="54385" y="433181"/>
                      <a:pt x="58595" y="437357"/>
                    </a:cubicBezTo>
                    <a:cubicBezTo>
                      <a:pt x="81281" y="460247"/>
                      <a:pt x="113834" y="470405"/>
                      <a:pt x="145519" y="464457"/>
                    </a:cubicBezTo>
                    <a:lnTo>
                      <a:pt x="642687" y="371227"/>
                    </a:lnTo>
                    <a:cubicBezTo>
                      <a:pt x="651959" y="369591"/>
                      <a:pt x="660788" y="375795"/>
                      <a:pt x="662424" y="385067"/>
                    </a:cubicBezTo>
                    <a:cubicBezTo>
                      <a:pt x="663873" y="393299"/>
                      <a:pt x="659117" y="401395"/>
                      <a:pt x="651209" y="404122"/>
                    </a:cubicBezTo>
                    <a:lnTo>
                      <a:pt x="293289" y="520872"/>
                    </a:lnTo>
                    <a:cubicBezTo>
                      <a:pt x="270825" y="528508"/>
                      <a:pt x="258809" y="552897"/>
                      <a:pt x="266445" y="575361"/>
                    </a:cubicBezTo>
                    <a:cubicBezTo>
                      <a:pt x="273347" y="595677"/>
                      <a:pt x="294209" y="607778"/>
                      <a:pt x="315275" y="603705"/>
                    </a:cubicBezTo>
                    <a:lnTo>
                      <a:pt x="605020" y="544052"/>
                    </a:lnTo>
                    <a:cubicBezTo>
                      <a:pt x="613014" y="542466"/>
                      <a:pt x="621007" y="546744"/>
                      <a:pt x="624109" y="554278"/>
                    </a:cubicBezTo>
                    <a:cubicBezTo>
                      <a:pt x="627245" y="561862"/>
                      <a:pt x="624518" y="570606"/>
                      <a:pt x="617633" y="575071"/>
                    </a:cubicBezTo>
                    <a:lnTo>
                      <a:pt x="515370" y="640349"/>
                    </a:lnTo>
                    <a:cubicBezTo>
                      <a:pt x="492309" y="655296"/>
                      <a:pt x="485730" y="686129"/>
                      <a:pt x="500695" y="709189"/>
                    </a:cubicBezTo>
                    <a:cubicBezTo>
                      <a:pt x="504496" y="715052"/>
                      <a:pt x="509507" y="720063"/>
                      <a:pt x="515370" y="723864"/>
                    </a:cubicBezTo>
                    <a:cubicBezTo>
                      <a:pt x="529533" y="732931"/>
                      <a:pt x="547242" y="734465"/>
                      <a:pt x="562751" y="727954"/>
                    </a:cubicBezTo>
                    <a:lnTo>
                      <a:pt x="811250" y="619556"/>
                    </a:lnTo>
                    <a:cubicBezTo>
                      <a:pt x="815835" y="617408"/>
                      <a:pt x="821153" y="617408"/>
                      <a:pt x="825738" y="619556"/>
                    </a:cubicBezTo>
                    <a:lnTo>
                      <a:pt x="1124516" y="770734"/>
                    </a:lnTo>
                    <a:cubicBezTo>
                      <a:pt x="1214524" y="816190"/>
                      <a:pt x="1311078" y="847363"/>
                      <a:pt x="1410681" y="863112"/>
                    </a:cubicBezTo>
                    <a:lnTo>
                      <a:pt x="1552316" y="885439"/>
                    </a:lnTo>
                    <a:cubicBezTo>
                      <a:pt x="1556082" y="886104"/>
                      <a:pt x="1559542" y="887962"/>
                      <a:pt x="1562201" y="890723"/>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50" name="任意多边形: 形状 49">
                <a:extLst>
                  <a:ext uri="{FF2B5EF4-FFF2-40B4-BE49-F238E27FC236}">
                    <a16:creationId xmlns:a16="http://schemas.microsoft.com/office/drawing/2014/main" id="{63B54953-0A40-D7C9-234E-A4FFE83B6435}"/>
                  </a:ext>
                </a:extLst>
              </p:cNvPr>
              <p:cNvSpPr/>
              <p:nvPr/>
            </p:nvSpPr>
            <p:spPr>
              <a:xfrm>
                <a:off x="6333036" y="4697438"/>
                <a:ext cx="160041" cy="68175"/>
              </a:xfrm>
              <a:custGeom>
                <a:avLst/>
                <a:gdLst>
                  <a:gd name="connsiteX0" fmla="*/ 160041 w 160041"/>
                  <a:gd name="connsiteY0" fmla="*/ 0 h 68175"/>
                  <a:gd name="connsiteX1" fmla="*/ 0 w 160041"/>
                  <a:gd name="connsiteY1" fmla="*/ 68175 h 68175"/>
                </a:gdLst>
                <a:ahLst/>
                <a:cxnLst>
                  <a:cxn ang="0">
                    <a:pos x="connsiteX0" y="connsiteY0"/>
                  </a:cxn>
                  <a:cxn ang="0">
                    <a:pos x="connsiteX1" y="connsiteY1"/>
                  </a:cxn>
                </a:cxnLst>
                <a:rect l="l" t="t" r="r" b="b"/>
                <a:pathLst>
                  <a:path w="160041" h="68175">
                    <a:moveTo>
                      <a:pt x="160041" y="0"/>
                    </a:moveTo>
                    <a:lnTo>
                      <a:pt x="0" y="68175"/>
                    </a:ln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51" name="任意多边形: 形状 50">
                <a:extLst>
                  <a:ext uri="{FF2B5EF4-FFF2-40B4-BE49-F238E27FC236}">
                    <a16:creationId xmlns:a16="http://schemas.microsoft.com/office/drawing/2014/main" id="{3C17657D-0A02-BAFF-352B-CD20E2CFBA23}"/>
                  </a:ext>
                </a:extLst>
              </p:cNvPr>
              <p:cNvSpPr/>
              <p:nvPr/>
            </p:nvSpPr>
            <p:spPr>
              <a:xfrm>
                <a:off x="6315595" y="4680474"/>
                <a:ext cx="193922" cy="102187"/>
              </a:xfrm>
              <a:custGeom>
                <a:avLst/>
                <a:gdLst>
                  <a:gd name="connsiteX0" fmla="*/ 17441 w 193922"/>
                  <a:gd name="connsiteY0" fmla="*/ 102183 h 102187"/>
                  <a:gd name="connsiteX1" fmla="*/ 5 w 193922"/>
                  <a:gd name="connsiteY1" fmla="*/ 85531 h 102187"/>
                  <a:gd name="connsiteX2" fmla="*/ 10794 w 193922"/>
                  <a:gd name="connsiteY2" fmla="*/ 69289 h 102187"/>
                  <a:gd name="connsiteX3" fmla="*/ 170835 w 193922"/>
                  <a:gd name="connsiteY3" fmla="*/ 1113 h 102187"/>
                  <a:gd name="connsiteX4" fmla="*/ 192805 w 193922"/>
                  <a:gd name="connsiteY4" fmla="*/ 11016 h 102187"/>
                  <a:gd name="connsiteX5" fmla="*/ 184129 w 193922"/>
                  <a:gd name="connsiteY5" fmla="*/ 32474 h 102187"/>
                  <a:gd name="connsiteX6" fmla="*/ 24088 w 193922"/>
                  <a:gd name="connsiteY6" fmla="*/ 100649 h 102187"/>
                  <a:gd name="connsiteX7" fmla="*/ 17441 w 193922"/>
                  <a:gd name="connsiteY7" fmla="*/ 102183 h 10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922" h="102187">
                    <a:moveTo>
                      <a:pt x="17441" y="102183"/>
                    </a:moveTo>
                    <a:cubicBezTo>
                      <a:pt x="8032" y="102405"/>
                      <a:pt x="226" y="94957"/>
                      <a:pt x="5" y="85531"/>
                    </a:cubicBezTo>
                    <a:cubicBezTo>
                      <a:pt x="-166" y="78390"/>
                      <a:pt x="4146" y="71913"/>
                      <a:pt x="10794" y="69289"/>
                    </a:cubicBezTo>
                    <a:lnTo>
                      <a:pt x="170835" y="1113"/>
                    </a:lnTo>
                    <a:cubicBezTo>
                      <a:pt x="179630" y="-2228"/>
                      <a:pt x="189481" y="2204"/>
                      <a:pt x="192805" y="11016"/>
                    </a:cubicBezTo>
                    <a:cubicBezTo>
                      <a:pt x="195975" y="19333"/>
                      <a:pt x="192191" y="28690"/>
                      <a:pt x="184129" y="32474"/>
                    </a:cubicBezTo>
                    <a:lnTo>
                      <a:pt x="24088" y="100649"/>
                    </a:lnTo>
                    <a:cubicBezTo>
                      <a:pt x="21991" y="101570"/>
                      <a:pt x="19725" y="102081"/>
                      <a:pt x="17441" y="102183"/>
                    </a:cubicBez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sp>
            <p:nvSpPr>
              <p:cNvPr id="52" name="任意多边形: 形状 51">
                <a:extLst>
                  <a:ext uri="{FF2B5EF4-FFF2-40B4-BE49-F238E27FC236}">
                    <a16:creationId xmlns:a16="http://schemas.microsoft.com/office/drawing/2014/main" id="{699101E7-86F7-307B-3D19-9A1E77F15E2F}"/>
                  </a:ext>
                </a:extLst>
              </p:cNvPr>
              <p:cNvSpPr/>
              <p:nvPr/>
            </p:nvSpPr>
            <p:spPr>
              <a:xfrm>
                <a:off x="4614337" y="3445419"/>
                <a:ext cx="469183" cy="1030449"/>
              </a:xfrm>
              <a:custGeom>
                <a:avLst/>
                <a:gdLst>
                  <a:gd name="connsiteX0" fmla="*/ 340194 w 469183"/>
                  <a:gd name="connsiteY0" fmla="*/ 1030449 h 1030449"/>
                  <a:gd name="connsiteX1" fmla="*/ 1022 w 469183"/>
                  <a:gd name="connsiteY1" fmla="*/ 367956 h 1030449"/>
                  <a:gd name="connsiteX2" fmla="*/ 301164 w 469183"/>
                  <a:gd name="connsiteY2" fmla="*/ 32193 h 1030449"/>
                  <a:gd name="connsiteX3" fmla="*/ 296221 w 469183"/>
                  <a:gd name="connsiteY3" fmla="*/ 191893 h 1030449"/>
                  <a:gd name="connsiteX4" fmla="*/ 350421 w 469183"/>
                  <a:gd name="connsiteY4" fmla="*/ 263477 h 1030449"/>
                  <a:gd name="connsiteX5" fmla="*/ 445184 w 469183"/>
                  <a:gd name="connsiteY5" fmla="*/ 346140 h 1030449"/>
                  <a:gd name="connsiteX6" fmla="*/ 450983 w 469183"/>
                  <a:gd name="connsiteY6" fmla="*/ 447448 h 1030449"/>
                  <a:gd name="connsiteX7" fmla="*/ 439560 w 469183"/>
                  <a:gd name="connsiteY7" fmla="*/ 457777 h 1030449"/>
                  <a:gd name="connsiteX8" fmla="*/ 313436 w 469183"/>
                  <a:gd name="connsiteY8" fmla="*/ 581345 h 1030449"/>
                  <a:gd name="connsiteX9" fmla="*/ 442798 w 469183"/>
                  <a:gd name="connsiteY9" fmla="*/ 609808 h 1030449"/>
                  <a:gd name="connsiteX10" fmla="*/ 413824 w 469183"/>
                  <a:gd name="connsiteY10" fmla="*/ 751953 h 1030449"/>
                  <a:gd name="connsiteX11" fmla="*/ 340194 w 469183"/>
                  <a:gd name="connsiteY11" fmla="*/ 1030449 h 103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9183" h="1030449">
                    <a:moveTo>
                      <a:pt x="340194" y="1030449"/>
                    </a:moveTo>
                    <a:cubicBezTo>
                      <a:pt x="340194" y="1030449"/>
                      <a:pt x="-21646" y="795245"/>
                      <a:pt x="1022" y="367956"/>
                    </a:cubicBezTo>
                    <a:cubicBezTo>
                      <a:pt x="19770" y="24864"/>
                      <a:pt x="227705" y="-54049"/>
                      <a:pt x="301164" y="32193"/>
                    </a:cubicBezTo>
                    <a:cubicBezTo>
                      <a:pt x="330479" y="66280"/>
                      <a:pt x="296221" y="191893"/>
                      <a:pt x="296221" y="191893"/>
                    </a:cubicBezTo>
                    <a:cubicBezTo>
                      <a:pt x="328942" y="199938"/>
                      <a:pt x="351556" y="229799"/>
                      <a:pt x="350421" y="263477"/>
                    </a:cubicBezTo>
                    <a:cubicBezTo>
                      <a:pt x="348887" y="328755"/>
                      <a:pt x="412460" y="317336"/>
                      <a:pt x="445184" y="346140"/>
                    </a:cubicBezTo>
                    <a:cubicBezTo>
                      <a:pt x="474762" y="372507"/>
                      <a:pt x="477358" y="417877"/>
                      <a:pt x="450983" y="447448"/>
                    </a:cubicBezTo>
                    <a:cubicBezTo>
                      <a:pt x="447557" y="451300"/>
                      <a:pt x="443727" y="454760"/>
                      <a:pt x="439560" y="457777"/>
                    </a:cubicBezTo>
                    <a:cubicBezTo>
                      <a:pt x="403086" y="482491"/>
                      <a:pt x="313436" y="581345"/>
                      <a:pt x="313436" y="581345"/>
                    </a:cubicBezTo>
                    <a:cubicBezTo>
                      <a:pt x="357773" y="584055"/>
                      <a:pt x="401417" y="593650"/>
                      <a:pt x="442798" y="609808"/>
                    </a:cubicBezTo>
                    <a:cubicBezTo>
                      <a:pt x="476886" y="626852"/>
                      <a:pt x="469557" y="712071"/>
                      <a:pt x="413824" y="751953"/>
                    </a:cubicBezTo>
                    <a:cubicBezTo>
                      <a:pt x="358090" y="791836"/>
                      <a:pt x="262474" y="839559"/>
                      <a:pt x="340194" y="1030449"/>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53" name="任意多边形: 形状 52">
                <a:extLst>
                  <a:ext uri="{FF2B5EF4-FFF2-40B4-BE49-F238E27FC236}">
                    <a16:creationId xmlns:a16="http://schemas.microsoft.com/office/drawing/2014/main" id="{C34C8421-C6E0-F068-5625-4EEEBF192E9F}"/>
                  </a:ext>
                </a:extLst>
              </p:cNvPr>
              <p:cNvSpPr/>
              <p:nvPr/>
            </p:nvSpPr>
            <p:spPr>
              <a:xfrm>
                <a:off x="4618087" y="3644418"/>
                <a:ext cx="351311" cy="240199"/>
              </a:xfrm>
              <a:custGeom>
                <a:avLst/>
                <a:gdLst>
                  <a:gd name="connsiteX0" fmla="*/ 0 w 351311"/>
                  <a:gd name="connsiteY0" fmla="*/ 240200 h 240199"/>
                  <a:gd name="connsiteX1" fmla="*/ 272701 w 351311"/>
                  <a:gd name="connsiteY1" fmla="*/ 223 h 240199"/>
                  <a:gd name="connsiteX2" fmla="*/ 349739 w 351311"/>
                  <a:gd name="connsiteY2" fmla="*/ 110155 h 240199"/>
                </a:gdLst>
                <a:ahLst/>
                <a:cxnLst>
                  <a:cxn ang="0">
                    <a:pos x="connsiteX0" y="connsiteY0"/>
                  </a:cxn>
                  <a:cxn ang="0">
                    <a:pos x="connsiteX1" y="connsiteY1"/>
                  </a:cxn>
                  <a:cxn ang="0">
                    <a:pos x="connsiteX2" y="connsiteY2"/>
                  </a:cxn>
                </a:cxnLst>
                <a:rect l="l" t="t" r="r" b="b"/>
                <a:pathLst>
                  <a:path w="351311" h="240199">
                    <a:moveTo>
                      <a:pt x="0" y="240200"/>
                    </a:moveTo>
                    <a:cubicBezTo>
                      <a:pt x="0" y="240200"/>
                      <a:pt x="139418" y="8574"/>
                      <a:pt x="272701" y="223"/>
                    </a:cubicBezTo>
                    <a:cubicBezTo>
                      <a:pt x="368999" y="-5743"/>
                      <a:pt x="349739" y="110155"/>
                      <a:pt x="349739" y="110155"/>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54" name="任意多边形: 形状 53">
                <a:extLst>
                  <a:ext uri="{FF2B5EF4-FFF2-40B4-BE49-F238E27FC236}">
                    <a16:creationId xmlns:a16="http://schemas.microsoft.com/office/drawing/2014/main" id="{85A808EA-DD10-C4CB-FF26-F1623ACECF2A}"/>
                  </a:ext>
                </a:extLst>
              </p:cNvPr>
              <p:cNvSpPr/>
              <p:nvPr/>
            </p:nvSpPr>
            <p:spPr>
              <a:xfrm>
                <a:off x="4605534" y="3631880"/>
                <a:ext cx="377437" cy="265355"/>
              </a:xfrm>
              <a:custGeom>
                <a:avLst/>
                <a:gdLst>
                  <a:gd name="connsiteX0" fmla="*/ 12553 w 377437"/>
                  <a:gd name="connsiteY0" fmla="*/ 265350 h 265355"/>
                  <a:gd name="connsiteX1" fmla="*/ 5906 w 377437"/>
                  <a:gd name="connsiteY1" fmla="*/ 263646 h 265355"/>
                  <a:gd name="connsiteX2" fmla="*/ 1645 w 377437"/>
                  <a:gd name="connsiteY2" fmla="*/ 246602 h 265355"/>
                  <a:gd name="connsiteX3" fmla="*/ 285424 w 377437"/>
                  <a:gd name="connsiteY3" fmla="*/ 660 h 265355"/>
                  <a:gd name="connsiteX4" fmla="*/ 353600 w 377437"/>
                  <a:gd name="connsiteY4" fmla="*/ 24692 h 265355"/>
                  <a:gd name="connsiteX5" fmla="*/ 375757 w 377437"/>
                  <a:gd name="connsiteY5" fmla="*/ 125250 h 265355"/>
                  <a:gd name="connsiteX6" fmla="*/ 361184 w 377437"/>
                  <a:gd name="connsiteY6" fmla="*/ 135732 h 265355"/>
                  <a:gd name="connsiteX7" fmla="*/ 350702 w 377437"/>
                  <a:gd name="connsiteY7" fmla="*/ 121160 h 265355"/>
                  <a:gd name="connsiteX8" fmla="*/ 334681 w 377437"/>
                  <a:gd name="connsiteY8" fmla="*/ 41565 h 265355"/>
                  <a:gd name="connsiteX9" fmla="*/ 286958 w 377437"/>
                  <a:gd name="connsiteY9" fmla="*/ 26055 h 265355"/>
                  <a:gd name="connsiteX10" fmla="*/ 23290 w 377437"/>
                  <a:gd name="connsiteY10" fmla="*/ 259726 h 265355"/>
                  <a:gd name="connsiteX11" fmla="*/ 12553 w 377437"/>
                  <a:gd name="connsiteY11" fmla="*/ 265350 h 26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7437" h="265355">
                    <a:moveTo>
                      <a:pt x="12553" y="265350"/>
                    </a:moveTo>
                    <a:cubicBezTo>
                      <a:pt x="10225" y="265384"/>
                      <a:pt x="7927" y="264805"/>
                      <a:pt x="5906" y="263646"/>
                    </a:cubicBezTo>
                    <a:cubicBezTo>
                      <a:pt x="187" y="259998"/>
                      <a:pt x="-1682" y="252516"/>
                      <a:pt x="1645" y="246602"/>
                    </a:cubicBezTo>
                    <a:cubicBezTo>
                      <a:pt x="7440" y="236887"/>
                      <a:pt x="146006" y="9352"/>
                      <a:pt x="285424" y="660"/>
                    </a:cubicBezTo>
                    <a:cubicBezTo>
                      <a:pt x="310675" y="-2596"/>
                      <a:pt x="335971" y="6318"/>
                      <a:pt x="353600" y="24692"/>
                    </a:cubicBezTo>
                    <a:cubicBezTo>
                      <a:pt x="385983" y="60484"/>
                      <a:pt x="376097" y="122694"/>
                      <a:pt x="375757" y="125250"/>
                    </a:cubicBezTo>
                    <a:cubicBezTo>
                      <a:pt x="374627" y="132170"/>
                      <a:pt x="368102" y="136857"/>
                      <a:pt x="361184" y="135732"/>
                    </a:cubicBezTo>
                    <a:cubicBezTo>
                      <a:pt x="354266" y="134607"/>
                      <a:pt x="349572" y="128079"/>
                      <a:pt x="350702" y="121160"/>
                    </a:cubicBezTo>
                    <a:cubicBezTo>
                      <a:pt x="350702" y="121160"/>
                      <a:pt x="358883" y="68324"/>
                      <a:pt x="334681" y="41565"/>
                    </a:cubicBezTo>
                    <a:cubicBezTo>
                      <a:pt x="322162" y="29072"/>
                      <a:pt x="304430" y="23311"/>
                      <a:pt x="286958" y="26055"/>
                    </a:cubicBezTo>
                    <a:cubicBezTo>
                      <a:pt x="161004" y="33895"/>
                      <a:pt x="24824" y="257510"/>
                      <a:pt x="23290" y="259726"/>
                    </a:cubicBezTo>
                    <a:cubicBezTo>
                      <a:pt x="20928" y="263339"/>
                      <a:pt x="16865" y="265470"/>
                      <a:pt x="12553" y="265350"/>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55" name="任意多边形: 形状 54">
                <a:extLst>
                  <a:ext uri="{FF2B5EF4-FFF2-40B4-BE49-F238E27FC236}">
                    <a16:creationId xmlns:a16="http://schemas.microsoft.com/office/drawing/2014/main" id="{2882461D-218C-72A6-94E9-BA46B2D2E028}"/>
                  </a:ext>
                </a:extLst>
              </p:cNvPr>
              <p:cNvSpPr/>
              <p:nvPr/>
            </p:nvSpPr>
            <p:spPr>
              <a:xfrm>
                <a:off x="4664616" y="3762817"/>
                <a:ext cx="409191" cy="310305"/>
              </a:xfrm>
              <a:custGeom>
                <a:avLst/>
                <a:gdLst>
                  <a:gd name="connsiteX0" fmla="*/ 0 w 409191"/>
                  <a:gd name="connsiteY0" fmla="*/ 310306 h 310305"/>
                  <a:gd name="connsiteX1" fmla="*/ 373601 w 409191"/>
                  <a:gd name="connsiteY1" fmla="*/ 13232 h 310305"/>
                  <a:gd name="connsiteX2" fmla="*/ 337127 w 409191"/>
                  <a:gd name="connsiteY2" fmla="*/ 183670 h 310305"/>
                  <a:gd name="connsiteX3" fmla="*/ 249522 w 409191"/>
                  <a:gd name="connsiteY3" fmla="*/ 294455 h 310305"/>
                </a:gdLst>
                <a:ahLst/>
                <a:cxnLst>
                  <a:cxn ang="0">
                    <a:pos x="connsiteX0" y="connsiteY0"/>
                  </a:cxn>
                  <a:cxn ang="0">
                    <a:pos x="connsiteX1" y="connsiteY1"/>
                  </a:cxn>
                  <a:cxn ang="0">
                    <a:pos x="connsiteX2" y="connsiteY2"/>
                  </a:cxn>
                  <a:cxn ang="0">
                    <a:pos x="connsiteX3" y="connsiteY3"/>
                  </a:cxn>
                </a:cxnLst>
                <a:rect l="l" t="t" r="r" b="b"/>
                <a:pathLst>
                  <a:path w="409191" h="310305">
                    <a:moveTo>
                      <a:pt x="0" y="310306"/>
                    </a:moveTo>
                    <a:cubicBezTo>
                      <a:pt x="73970" y="154866"/>
                      <a:pt x="290768" y="-54943"/>
                      <a:pt x="373601" y="13232"/>
                    </a:cubicBezTo>
                    <a:cubicBezTo>
                      <a:pt x="456434" y="81407"/>
                      <a:pt x="373601" y="145833"/>
                      <a:pt x="337127" y="183670"/>
                    </a:cubicBezTo>
                    <a:cubicBezTo>
                      <a:pt x="304684" y="217911"/>
                      <a:pt x="275365" y="254999"/>
                      <a:pt x="249522" y="294455"/>
                    </a:cubicBezTo>
                    <a:close/>
                  </a:path>
                </a:pathLst>
              </a:custGeom>
              <a:solidFill>
                <a:srgbClr val="FFFFFF"/>
              </a:solidFill>
              <a:ln w="17026" cap="flat">
                <a:noFill/>
                <a:prstDash val="solid"/>
                <a:miter/>
              </a:ln>
            </p:spPr>
            <p:txBody>
              <a:bodyPr rtlCol="0" anchor="ctr"/>
              <a:lstStyle/>
              <a:p>
                <a:endParaRPr lang="zh-CN" altLang="en-US">
                  <a:cs typeface="+mn-ea"/>
                  <a:sym typeface="+mn-lt"/>
                </a:endParaRPr>
              </a:p>
            </p:txBody>
          </p:sp>
          <p:sp>
            <p:nvSpPr>
              <p:cNvPr id="56" name="任意多边形: 形状 55">
                <a:extLst>
                  <a:ext uri="{FF2B5EF4-FFF2-40B4-BE49-F238E27FC236}">
                    <a16:creationId xmlns:a16="http://schemas.microsoft.com/office/drawing/2014/main" id="{261FDFD8-6632-15E7-B89C-A893C8EE0FA7}"/>
                  </a:ext>
                </a:extLst>
              </p:cNvPr>
              <p:cNvSpPr/>
              <p:nvPr/>
            </p:nvSpPr>
            <p:spPr>
              <a:xfrm>
                <a:off x="4651737" y="3749679"/>
                <a:ext cx="434769" cy="336057"/>
              </a:xfrm>
              <a:custGeom>
                <a:avLst/>
                <a:gdLst>
                  <a:gd name="connsiteX0" fmla="*/ 12879 w 434769"/>
                  <a:gd name="connsiteY0" fmla="*/ 336056 h 336057"/>
                  <a:gd name="connsiteX1" fmla="*/ 7425 w 434769"/>
                  <a:gd name="connsiteY1" fmla="*/ 334863 h 336057"/>
                  <a:gd name="connsiteX2" fmla="*/ 1121 w 434769"/>
                  <a:gd name="connsiteY2" fmla="*/ 318177 h 336057"/>
                  <a:gd name="connsiteX3" fmla="*/ 1289 w 434769"/>
                  <a:gd name="connsiteY3" fmla="*/ 317819 h 336057"/>
                  <a:gd name="connsiteX4" fmla="*/ 321543 w 434769"/>
                  <a:gd name="connsiteY4" fmla="*/ 3361 h 336057"/>
                  <a:gd name="connsiteX5" fmla="*/ 393979 w 434769"/>
                  <a:gd name="connsiteY5" fmla="*/ 16655 h 336057"/>
                  <a:gd name="connsiteX6" fmla="*/ 434714 w 434769"/>
                  <a:gd name="connsiteY6" fmla="*/ 86023 h 336057"/>
                  <a:gd name="connsiteX7" fmla="*/ 371481 w 434769"/>
                  <a:gd name="connsiteY7" fmla="*/ 192547 h 336057"/>
                  <a:gd name="connsiteX8" fmla="*/ 358698 w 434769"/>
                  <a:gd name="connsiteY8" fmla="*/ 205330 h 336057"/>
                  <a:gd name="connsiteX9" fmla="*/ 273479 w 434769"/>
                  <a:gd name="connsiteY9" fmla="*/ 314070 h 336057"/>
                  <a:gd name="connsiteX10" fmla="*/ 256318 w 434769"/>
                  <a:gd name="connsiteY10" fmla="*/ 319745 h 336057"/>
                  <a:gd name="connsiteX11" fmla="*/ 250637 w 434769"/>
                  <a:gd name="connsiteY11" fmla="*/ 302582 h 336057"/>
                  <a:gd name="connsiteX12" fmla="*/ 252004 w 434769"/>
                  <a:gd name="connsiteY12" fmla="*/ 300434 h 336057"/>
                  <a:gd name="connsiteX13" fmla="*/ 341143 w 434769"/>
                  <a:gd name="connsiteY13" fmla="*/ 187604 h 336057"/>
                  <a:gd name="connsiteX14" fmla="*/ 354608 w 434769"/>
                  <a:gd name="connsiteY14" fmla="*/ 174310 h 336057"/>
                  <a:gd name="connsiteX15" fmla="*/ 410171 w 434769"/>
                  <a:gd name="connsiteY15" fmla="*/ 87046 h 336057"/>
                  <a:gd name="connsiteX16" fmla="*/ 378640 w 434769"/>
                  <a:gd name="connsiteY16" fmla="*/ 35914 h 336057"/>
                  <a:gd name="connsiteX17" fmla="*/ 327508 w 434769"/>
                  <a:gd name="connsiteY17" fmla="*/ 27904 h 336057"/>
                  <a:gd name="connsiteX18" fmla="*/ 24299 w 434769"/>
                  <a:gd name="connsiteY18" fmla="*/ 328557 h 336057"/>
                  <a:gd name="connsiteX19" fmla="*/ 12879 w 434769"/>
                  <a:gd name="connsiteY19" fmla="*/ 336056 h 33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4769" h="336057">
                    <a:moveTo>
                      <a:pt x="12879" y="336056"/>
                    </a:moveTo>
                    <a:cubicBezTo>
                      <a:pt x="10993" y="336090"/>
                      <a:pt x="9126" y="335681"/>
                      <a:pt x="7425" y="334863"/>
                    </a:cubicBezTo>
                    <a:cubicBezTo>
                      <a:pt x="1076" y="331999"/>
                      <a:pt x="-1746" y="324534"/>
                      <a:pt x="1121" y="318177"/>
                    </a:cubicBezTo>
                    <a:cubicBezTo>
                      <a:pt x="1175" y="318058"/>
                      <a:pt x="1232" y="317938"/>
                      <a:pt x="1289" y="317819"/>
                    </a:cubicBezTo>
                    <a:cubicBezTo>
                      <a:pt x="61284" y="192036"/>
                      <a:pt x="214508" y="27392"/>
                      <a:pt x="321543" y="3361"/>
                    </a:cubicBezTo>
                    <a:cubicBezTo>
                      <a:pt x="346427" y="-4019"/>
                      <a:pt x="373341" y="906"/>
                      <a:pt x="393979" y="16655"/>
                    </a:cubicBezTo>
                    <a:cubicBezTo>
                      <a:pt x="417011" y="32744"/>
                      <a:pt x="431885" y="58071"/>
                      <a:pt x="434714" y="86023"/>
                    </a:cubicBezTo>
                    <a:cubicBezTo>
                      <a:pt x="436418" y="129655"/>
                      <a:pt x="398922" y="165959"/>
                      <a:pt x="371481" y="192547"/>
                    </a:cubicBezTo>
                    <a:cubicBezTo>
                      <a:pt x="366880" y="197149"/>
                      <a:pt x="362448" y="201239"/>
                      <a:pt x="358698" y="205330"/>
                    </a:cubicBezTo>
                    <a:cubicBezTo>
                      <a:pt x="327084" y="238940"/>
                      <a:pt x="298563" y="275346"/>
                      <a:pt x="273479" y="314070"/>
                    </a:cubicBezTo>
                    <a:cubicBezTo>
                      <a:pt x="270309" y="320376"/>
                      <a:pt x="262626" y="322915"/>
                      <a:pt x="256318" y="319745"/>
                    </a:cubicBezTo>
                    <a:cubicBezTo>
                      <a:pt x="250010" y="316575"/>
                      <a:pt x="247467" y="308888"/>
                      <a:pt x="250637" y="302582"/>
                    </a:cubicBezTo>
                    <a:cubicBezTo>
                      <a:pt x="251019" y="301832"/>
                      <a:pt x="251477" y="301099"/>
                      <a:pt x="252004" y="300434"/>
                    </a:cubicBezTo>
                    <a:cubicBezTo>
                      <a:pt x="278243" y="260211"/>
                      <a:pt x="308080" y="222442"/>
                      <a:pt x="341143" y="187604"/>
                    </a:cubicBezTo>
                    <a:cubicBezTo>
                      <a:pt x="345234" y="183343"/>
                      <a:pt x="349836" y="179082"/>
                      <a:pt x="354608" y="174310"/>
                    </a:cubicBezTo>
                    <a:cubicBezTo>
                      <a:pt x="378640" y="151130"/>
                      <a:pt x="411364" y="119259"/>
                      <a:pt x="410171" y="87046"/>
                    </a:cubicBezTo>
                    <a:cubicBezTo>
                      <a:pt x="407621" y="66218"/>
                      <a:pt x="396105" y="47538"/>
                      <a:pt x="378640" y="35914"/>
                    </a:cubicBezTo>
                    <a:cubicBezTo>
                      <a:pt x="363844" y="25262"/>
                      <a:pt x="344855" y="22279"/>
                      <a:pt x="327508" y="27904"/>
                    </a:cubicBezTo>
                    <a:cubicBezTo>
                      <a:pt x="228484" y="49890"/>
                      <a:pt x="80714" y="210273"/>
                      <a:pt x="24299" y="328557"/>
                    </a:cubicBezTo>
                    <a:cubicBezTo>
                      <a:pt x="22328" y="333107"/>
                      <a:pt x="17841" y="336056"/>
                      <a:pt x="12879" y="336056"/>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57" name="任意多边形: 形状 56">
                <a:extLst>
                  <a:ext uri="{FF2B5EF4-FFF2-40B4-BE49-F238E27FC236}">
                    <a16:creationId xmlns:a16="http://schemas.microsoft.com/office/drawing/2014/main" id="{1E609244-82AA-59C0-1E24-BBC8C32DB159}"/>
                  </a:ext>
                </a:extLst>
              </p:cNvPr>
              <p:cNvSpPr/>
              <p:nvPr/>
            </p:nvSpPr>
            <p:spPr>
              <a:xfrm>
                <a:off x="4603830" y="3429942"/>
                <a:ext cx="484495" cy="1075070"/>
              </a:xfrm>
              <a:custGeom>
                <a:avLst/>
                <a:gdLst>
                  <a:gd name="connsiteX0" fmla="*/ 352406 w 484495"/>
                  <a:gd name="connsiteY0" fmla="*/ 1073878 h 1075070"/>
                  <a:gd name="connsiteX1" fmla="*/ 345759 w 484495"/>
                  <a:gd name="connsiteY1" fmla="*/ 1072003 h 1075070"/>
                  <a:gd name="connsiteX2" fmla="*/ 36754 w 484495"/>
                  <a:gd name="connsiteY2" fmla="*/ 208563 h 1075070"/>
                  <a:gd name="connsiteX3" fmla="*/ 184865 w 484495"/>
                  <a:gd name="connsiteY3" fmla="*/ 2503 h 1075070"/>
                  <a:gd name="connsiteX4" fmla="*/ 308944 w 484495"/>
                  <a:gd name="connsiteY4" fmla="*/ 48351 h 1075070"/>
                  <a:gd name="connsiteX5" fmla="*/ 311501 w 484495"/>
                  <a:gd name="connsiteY5" fmla="*/ 52783 h 1075070"/>
                  <a:gd name="connsiteX6" fmla="*/ 298547 w 484495"/>
                  <a:gd name="connsiteY6" fmla="*/ 221175 h 1075070"/>
                  <a:gd name="connsiteX7" fmla="*/ 281522 w 484495"/>
                  <a:gd name="connsiteY7" fmla="*/ 225624 h 1075070"/>
                  <a:gd name="connsiteX8" fmla="*/ 281503 w 484495"/>
                  <a:gd name="connsiteY8" fmla="*/ 225607 h 1075070"/>
                  <a:gd name="connsiteX9" fmla="*/ 277072 w 484495"/>
                  <a:gd name="connsiteY9" fmla="*/ 208563 h 1075070"/>
                  <a:gd name="connsiteX10" fmla="*/ 288662 w 484495"/>
                  <a:gd name="connsiteY10" fmla="*/ 64031 h 1075070"/>
                  <a:gd name="connsiteX11" fmla="*/ 190660 w 484495"/>
                  <a:gd name="connsiteY11" fmla="*/ 27728 h 1075070"/>
                  <a:gd name="connsiteX12" fmla="*/ 61468 w 484495"/>
                  <a:gd name="connsiteY12" fmla="*/ 216233 h 1075070"/>
                  <a:gd name="connsiteX13" fmla="*/ 335362 w 484495"/>
                  <a:gd name="connsiteY13" fmla="*/ 1034336 h 1075070"/>
                  <a:gd name="connsiteX14" fmla="*/ 307580 w 484495"/>
                  <a:gd name="connsiteY14" fmla="*/ 865773 h 1075070"/>
                  <a:gd name="connsiteX15" fmla="*/ 311501 w 484495"/>
                  <a:gd name="connsiteY15" fmla="*/ 854353 h 1075070"/>
                  <a:gd name="connsiteX16" fmla="*/ 425694 w 484495"/>
                  <a:gd name="connsiteY16" fmla="*/ 747318 h 1075070"/>
                  <a:gd name="connsiteX17" fmla="*/ 459782 w 484495"/>
                  <a:gd name="connsiteY17" fmla="*/ 685279 h 1075070"/>
                  <a:gd name="connsiteX18" fmla="*/ 431148 w 484495"/>
                  <a:gd name="connsiteY18" fmla="*/ 634147 h 1075070"/>
                  <a:gd name="connsiteX19" fmla="*/ 380017 w 484495"/>
                  <a:gd name="connsiteY19" fmla="*/ 619660 h 1075070"/>
                  <a:gd name="connsiteX20" fmla="*/ 198159 w 484495"/>
                  <a:gd name="connsiteY20" fmla="*/ 761464 h 1075070"/>
                  <a:gd name="connsiteX21" fmla="*/ 180111 w 484495"/>
                  <a:gd name="connsiteY21" fmla="*/ 762504 h 1075070"/>
                  <a:gd name="connsiteX22" fmla="*/ 177707 w 484495"/>
                  <a:gd name="connsiteY22" fmla="*/ 746295 h 1075070"/>
                  <a:gd name="connsiteX23" fmla="*/ 377119 w 484495"/>
                  <a:gd name="connsiteY23" fmla="*/ 594265 h 1075070"/>
                  <a:gd name="connsiteX24" fmla="*/ 446828 w 484495"/>
                  <a:gd name="connsiteY24" fmla="*/ 614717 h 1075070"/>
                  <a:gd name="connsiteX25" fmla="*/ 484495 w 484495"/>
                  <a:gd name="connsiteY25" fmla="*/ 685790 h 1075070"/>
                  <a:gd name="connsiteX26" fmla="*/ 442568 w 484495"/>
                  <a:gd name="connsiteY26" fmla="*/ 766748 h 1075070"/>
                  <a:gd name="connsiteX27" fmla="*/ 333828 w 484495"/>
                  <a:gd name="connsiteY27" fmla="*/ 869011 h 1075070"/>
                  <a:gd name="connsiteX28" fmla="*/ 365189 w 484495"/>
                  <a:gd name="connsiteY28" fmla="*/ 1060243 h 1075070"/>
                  <a:gd name="connsiteX29" fmla="*/ 354988 w 484495"/>
                  <a:gd name="connsiteY29" fmla="*/ 1074866 h 1075070"/>
                  <a:gd name="connsiteX30" fmla="*/ 352747 w 484495"/>
                  <a:gd name="connsiteY30" fmla="*/ 1075071 h 107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4495" h="1075070">
                    <a:moveTo>
                      <a:pt x="352406" y="1073878"/>
                    </a:moveTo>
                    <a:cubicBezTo>
                      <a:pt x="350050" y="1073946"/>
                      <a:pt x="347732" y="1073281"/>
                      <a:pt x="345759" y="1072003"/>
                    </a:cubicBezTo>
                    <a:cubicBezTo>
                      <a:pt x="340986" y="1069106"/>
                      <a:pt x="-133173" y="774759"/>
                      <a:pt x="36754" y="208563"/>
                    </a:cubicBezTo>
                    <a:cubicBezTo>
                      <a:pt x="73569" y="85677"/>
                      <a:pt x="123507" y="16479"/>
                      <a:pt x="184865" y="2503"/>
                    </a:cubicBezTo>
                    <a:cubicBezTo>
                      <a:pt x="253040" y="-12666"/>
                      <a:pt x="306728" y="45965"/>
                      <a:pt x="308944" y="48351"/>
                    </a:cubicBezTo>
                    <a:cubicBezTo>
                      <a:pt x="310055" y="49663"/>
                      <a:pt x="310921" y="51163"/>
                      <a:pt x="311501" y="52783"/>
                    </a:cubicBezTo>
                    <a:cubicBezTo>
                      <a:pt x="312864" y="56532"/>
                      <a:pt x="343032" y="146012"/>
                      <a:pt x="298547" y="221175"/>
                    </a:cubicBezTo>
                    <a:cubicBezTo>
                      <a:pt x="295072" y="227107"/>
                      <a:pt x="287450" y="229101"/>
                      <a:pt x="281522" y="225624"/>
                    </a:cubicBezTo>
                    <a:cubicBezTo>
                      <a:pt x="281515" y="225607"/>
                      <a:pt x="281509" y="225607"/>
                      <a:pt x="281503" y="225607"/>
                    </a:cubicBezTo>
                    <a:cubicBezTo>
                      <a:pt x="275647" y="222062"/>
                      <a:pt x="273682" y="214511"/>
                      <a:pt x="277072" y="208563"/>
                    </a:cubicBezTo>
                    <a:cubicBezTo>
                      <a:pt x="311160" y="150103"/>
                      <a:pt x="292923" y="78178"/>
                      <a:pt x="288662" y="64031"/>
                    </a:cubicBezTo>
                    <a:cubicBezTo>
                      <a:pt x="279629" y="54998"/>
                      <a:pt x="237530" y="16990"/>
                      <a:pt x="190660" y="27728"/>
                    </a:cubicBezTo>
                    <a:cubicBezTo>
                      <a:pt x="139528" y="39318"/>
                      <a:pt x="95044" y="104596"/>
                      <a:pt x="61468" y="216233"/>
                    </a:cubicBezTo>
                    <a:cubicBezTo>
                      <a:pt x="-80507" y="689369"/>
                      <a:pt x="242473" y="966161"/>
                      <a:pt x="335362" y="1034336"/>
                    </a:cubicBezTo>
                    <a:lnTo>
                      <a:pt x="307580" y="865773"/>
                    </a:lnTo>
                    <a:cubicBezTo>
                      <a:pt x="306924" y="861546"/>
                      <a:pt x="308392" y="857285"/>
                      <a:pt x="311501" y="854353"/>
                    </a:cubicBezTo>
                    <a:lnTo>
                      <a:pt x="425694" y="747318"/>
                    </a:lnTo>
                    <a:cubicBezTo>
                      <a:pt x="425694" y="747318"/>
                      <a:pt x="459782" y="718855"/>
                      <a:pt x="459782" y="685279"/>
                    </a:cubicBezTo>
                    <a:cubicBezTo>
                      <a:pt x="458423" y="664792"/>
                      <a:pt x="447906" y="646010"/>
                      <a:pt x="431148" y="634147"/>
                    </a:cubicBezTo>
                    <a:cubicBezTo>
                      <a:pt x="417094" y="621978"/>
                      <a:pt x="398366" y="616677"/>
                      <a:pt x="380017" y="619660"/>
                    </a:cubicBezTo>
                    <a:cubicBezTo>
                      <a:pt x="297354" y="629205"/>
                      <a:pt x="199182" y="760101"/>
                      <a:pt x="198159" y="761464"/>
                    </a:cubicBezTo>
                    <a:cubicBezTo>
                      <a:pt x="193465" y="766731"/>
                      <a:pt x="185385" y="767208"/>
                      <a:pt x="180111" y="762504"/>
                    </a:cubicBezTo>
                    <a:cubicBezTo>
                      <a:pt x="175493" y="758397"/>
                      <a:pt x="174480" y="751579"/>
                      <a:pt x="177707" y="746295"/>
                    </a:cubicBezTo>
                    <a:cubicBezTo>
                      <a:pt x="181967" y="740501"/>
                      <a:pt x="283549" y="605343"/>
                      <a:pt x="377119" y="594265"/>
                    </a:cubicBezTo>
                    <a:cubicBezTo>
                      <a:pt x="402213" y="590788"/>
                      <a:pt x="427593" y="598236"/>
                      <a:pt x="446828" y="614717"/>
                    </a:cubicBezTo>
                    <a:cubicBezTo>
                      <a:pt x="469640" y="631352"/>
                      <a:pt x="483531" y="657565"/>
                      <a:pt x="484495" y="685790"/>
                    </a:cubicBezTo>
                    <a:cubicBezTo>
                      <a:pt x="484495" y="731297"/>
                      <a:pt x="444272" y="765384"/>
                      <a:pt x="442568" y="766748"/>
                    </a:cubicBezTo>
                    <a:lnTo>
                      <a:pt x="333828" y="869011"/>
                    </a:lnTo>
                    <a:lnTo>
                      <a:pt x="365189" y="1060243"/>
                    </a:lnTo>
                    <a:cubicBezTo>
                      <a:pt x="366412" y="1067094"/>
                      <a:pt x="361845" y="1073656"/>
                      <a:pt x="354988" y="1074866"/>
                    </a:cubicBezTo>
                    <a:cubicBezTo>
                      <a:pt x="354248" y="1075003"/>
                      <a:pt x="353498" y="1075071"/>
                      <a:pt x="352747" y="1075071"/>
                    </a:cubicBezTo>
                    <a:close/>
                  </a:path>
                </a:pathLst>
              </a:custGeom>
              <a:solidFill>
                <a:srgbClr val="000000"/>
              </a:solidFill>
              <a:ln w="17026" cap="flat">
                <a:noFill/>
                <a:prstDash val="solid"/>
                <a:miter/>
              </a:ln>
            </p:spPr>
            <p:txBody>
              <a:bodyPr rtlCol="0" anchor="ctr"/>
              <a:lstStyle/>
              <a:p>
                <a:endParaRPr lang="zh-CN" altLang="en-US">
                  <a:cs typeface="+mn-ea"/>
                  <a:sym typeface="+mn-lt"/>
                </a:endParaRPr>
              </a:p>
            </p:txBody>
          </p:sp>
          <p:sp>
            <p:nvSpPr>
              <p:cNvPr id="66" name="任意多边形: 形状 65">
                <a:extLst>
                  <a:ext uri="{FF2B5EF4-FFF2-40B4-BE49-F238E27FC236}">
                    <a16:creationId xmlns:a16="http://schemas.microsoft.com/office/drawing/2014/main" id="{86E9B186-E53D-9E2A-C46F-C63EB567AFD5}"/>
                  </a:ext>
                </a:extLst>
              </p:cNvPr>
              <p:cNvSpPr/>
              <p:nvPr/>
            </p:nvSpPr>
            <p:spPr>
              <a:xfrm rot="18514199">
                <a:off x="4664277" y="2920508"/>
                <a:ext cx="34087" cy="294517"/>
              </a:xfrm>
              <a:custGeom>
                <a:avLst/>
                <a:gdLst>
                  <a:gd name="connsiteX0" fmla="*/ 0 w 34087"/>
                  <a:gd name="connsiteY0" fmla="*/ 0 h 294517"/>
                  <a:gd name="connsiteX1" fmla="*/ 34088 w 34087"/>
                  <a:gd name="connsiteY1" fmla="*/ 0 h 294517"/>
                  <a:gd name="connsiteX2" fmla="*/ 34088 w 34087"/>
                  <a:gd name="connsiteY2" fmla="*/ 294517 h 294517"/>
                  <a:gd name="connsiteX3" fmla="*/ 0 w 34087"/>
                  <a:gd name="connsiteY3" fmla="*/ 294517 h 294517"/>
                </a:gdLst>
                <a:ahLst/>
                <a:cxnLst>
                  <a:cxn ang="0">
                    <a:pos x="connsiteX0" y="connsiteY0"/>
                  </a:cxn>
                  <a:cxn ang="0">
                    <a:pos x="connsiteX1" y="connsiteY1"/>
                  </a:cxn>
                  <a:cxn ang="0">
                    <a:pos x="connsiteX2" y="connsiteY2"/>
                  </a:cxn>
                  <a:cxn ang="0">
                    <a:pos x="connsiteX3" y="connsiteY3"/>
                  </a:cxn>
                </a:cxnLst>
                <a:rect l="l" t="t" r="r" b="b"/>
                <a:pathLst>
                  <a:path w="34087" h="294517">
                    <a:moveTo>
                      <a:pt x="0" y="0"/>
                    </a:moveTo>
                    <a:lnTo>
                      <a:pt x="34088" y="0"/>
                    </a:lnTo>
                    <a:lnTo>
                      <a:pt x="34088" y="294517"/>
                    </a:lnTo>
                    <a:lnTo>
                      <a:pt x="0" y="294517"/>
                    </a:lnTo>
                    <a:close/>
                  </a:path>
                </a:pathLst>
              </a:custGeom>
              <a:solidFill>
                <a:srgbClr val="080717"/>
              </a:solidFill>
              <a:ln w="17026" cap="flat">
                <a:noFill/>
                <a:prstDash val="solid"/>
                <a:miter/>
              </a:ln>
            </p:spPr>
            <p:txBody>
              <a:bodyPr rtlCol="0" anchor="ctr"/>
              <a:lstStyle/>
              <a:p>
                <a:endParaRPr lang="zh-CN" altLang="en-US">
                  <a:cs typeface="+mn-ea"/>
                  <a:sym typeface="+mn-lt"/>
                </a:endParaRPr>
              </a:p>
            </p:txBody>
          </p:sp>
        </p:grpSp>
        <p:sp>
          <p:nvSpPr>
            <p:cNvPr id="69" name="任意多边形: 形状 68">
              <a:extLst>
                <a:ext uri="{FF2B5EF4-FFF2-40B4-BE49-F238E27FC236}">
                  <a16:creationId xmlns:a16="http://schemas.microsoft.com/office/drawing/2014/main" id="{1EFB0393-D8B9-CCEB-7BA8-D511EC64387F}"/>
                </a:ext>
              </a:extLst>
            </p:cNvPr>
            <p:cNvSpPr/>
            <p:nvPr/>
          </p:nvSpPr>
          <p:spPr>
            <a:xfrm>
              <a:off x="10143460" y="0"/>
              <a:ext cx="2048540" cy="2190101"/>
            </a:xfrm>
            <a:custGeom>
              <a:avLst/>
              <a:gdLst>
                <a:gd name="csX0" fmla="*/ 299098 w 3321698"/>
                <a:gd name="csY0" fmla="*/ 0 h 3551239"/>
                <a:gd name="csX1" fmla="*/ 121298 w 3321698"/>
                <a:gd name="csY1" fmla="*/ 1346200 h 3551239"/>
                <a:gd name="csX2" fmla="*/ 1892948 w 3321698"/>
                <a:gd name="csY2" fmla="*/ 2273300 h 3551239"/>
                <a:gd name="csX3" fmla="*/ 2331098 w 3321698"/>
                <a:gd name="csY3" fmla="*/ 3422650 h 3551239"/>
                <a:gd name="csX4" fmla="*/ 3321698 w 3321698"/>
                <a:gd name="csY4" fmla="*/ 3536950 h 3551239"/>
              </a:gdLst>
              <a:ahLst/>
              <a:cxnLst>
                <a:cxn ang="0">
                  <a:pos x="csX0" y="csY0"/>
                </a:cxn>
                <a:cxn ang="0">
                  <a:pos x="csX1" y="csY1"/>
                </a:cxn>
                <a:cxn ang="0">
                  <a:pos x="csX2" y="csY2"/>
                </a:cxn>
                <a:cxn ang="0">
                  <a:pos x="csX3" y="csY3"/>
                </a:cxn>
                <a:cxn ang="0">
                  <a:pos x="csX4" y="csY4"/>
                </a:cxn>
              </a:cxnLst>
              <a:rect l="l" t="t" r="r" b="b"/>
              <a:pathLst>
                <a:path w="3321698" h="3551239">
                  <a:moveTo>
                    <a:pt x="299098" y="0"/>
                  </a:moveTo>
                  <a:cubicBezTo>
                    <a:pt x="77377" y="483658"/>
                    <a:pt x="-144344" y="967317"/>
                    <a:pt x="121298" y="1346200"/>
                  </a:cubicBezTo>
                  <a:cubicBezTo>
                    <a:pt x="386940" y="1725083"/>
                    <a:pt x="1524648" y="1927225"/>
                    <a:pt x="1892948" y="2273300"/>
                  </a:cubicBezTo>
                  <a:cubicBezTo>
                    <a:pt x="2261248" y="2619375"/>
                    <a:pt x="2092973" y="3212042"/>
                    <a:pt x="2331098" y="3422650"/>
                  </a:cubicBezTo>
                  <a:cubicBezTo>
                    <a:pt x="2569223" y="3633258"/>
                    <a:pt x="3147073" y="3516842"/>
                    <a:pt x="3321698" y="3536950"/>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81"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目录</a:t>
            </a:r>
            <a:endParaRPr lang="en-US" dirty="0">
              <a:sym typeface="+mn-lt"/>
            </a:endParaRPr>
          </a:p>
        </p:txBody>
      </p:sp>
    </p:spTree>
    <p:extLst>
      <p:ext uri="{BB962C8B-B14F-4D97-AF65-F5344CB8AC3E}">
        <p14:creationId xmlns:p14="http://schemas.microsoft.com/office/powerpoint/2010/main" val="2239536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1524000" y="1816101"/>
            <a:ext cx="6927850" cy="1798932"/>
          </a:xfrm>
        </p:spPr>
        <p:txBody>
          <a:bodyPr/>
          <a:lstStyle/>
          <a:p>
            <a:r>
              <a:rPr lang="zh-CN" altLang="en-US" dirty="0">
                <a:sym typeface="+mn-lt"/>
              </a:rPr>
              <a:t>单击此处添加章节标题</a:t>
            </a:r>
          </a:p>
        </p:txBody>
      </p:sp>
      <p:sp>
        <p:nvSpPr>
          <p:cNvPr id="25" name="文本占位符 24"/>
          <p:cNvSpPr>
            <a:spLocks noGrp="1"/>
          </p:cNvSpPr>
          <p:nvPr>
            <p:ph type="body" sz="quarter" idx="1" hasCustomPrompt="1"/>
          </p:nvPr>
        </p:nvSpPr>
        <p:spPr>
          <a:xfrm>
            <a:off x="1524000" y="3663963"/>
            <a:ext cx="6927850" cy="1440000"/>
          </a:xfrm>
        </p:spPr>
        <p:txBody>
          <a:bodyPr/>
          <a:lstStyle/>
          <a:p>
            <a:r>
              <a:rPr lang="zh-CN" altLang="en-US" dirty="0">
                <a:sym typeface="+mn-lt"/>
              </a:rPr>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83584-27F4-EC87-3E18-5FD0CCA6D513}"/>
            </a:ext>
          </a:extLst>
        </p:cNvPr>
        <p:cNvGrpSpPr/>
        <p:nvPr/>
      </p:nvGrpSpPr>
      <p:grpSpPr>
        <a:xfrm>
          <a:off x="0" y="0"/>
          <a:ext cx="0" cy="0"/>
          <a:chOff x="0" y="0"/>
          <a:chExt cx="0" cy="0"/>
        </a:xfrm>
      </p:grpSpPr>
      <p:grpSp>
        <p:nvGrpSpPr>
          <p:cNvPr id="62" name="组合 61">
            <a:extLst>
              <a:ext uri="{FF2B5EF4-FFF2-40B4-BE49-F238E27FC236}">
                <a16:creationId xmlns:a16="http://schemas.microsoft.com/office/drawing/2014/main" id="{8C392378-9A9C-04AE-AF55-F30F8FDDCF4A}"/>
              </a:ext>
            </a:extLst>
          </p:cNvPr>
          <p:cNvGrpSpPr/>
          <p:nvPr/>
        </p:nvGrpSpPr>
        <p:grpSpPr>
          <a:xfrm>
            <a:off x="0" y="1"/>
            <a:ext cx="12192000" cy="6857999"/>
            <a:chOff x="0" y="1"/>
            <a:chExt cx="12192000" cy="6857999"/>
          </a:xfrm>
        </p:grpSpPr>
        <p:sp>
          <p:nvSpPr>
            <p:cNvPr id="5" name="矩形 4">
              <a:extLst>
                <a:ext uri="{FF2B5EF4-FFF2-40B4-BE49-F238E27FC236}">
                  <a16:creationId xmlns:a16="http://schemas.microsoft.com/office/drawing/2014/main" id="{6AA576C6-DB20-0509-A9CA-07083B8AE848}"/>
                </a:ext>
              </a:extLst>
            </p:cNvPr>
            <p:cNvSpPr/>
            <p:nvPr/>
          </p:nvSpPr>
          <p:spPr>
            <a:xfrm>
              <a:off x="0" y="2965450"/>
              <a:ext cx="12192000" cy="3892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Title">
              <a:extLst>
                <a:ext uri="{FF2B5EF4-FFF2-40B4-BE49-F238E27FC236}">
                  <a16:creationId xmlns:a16="http://schemas.microsoft.com/office/drawing/2014/main" id="{9AC64B47-A768-9768-E407-8235FB7772C1}"/>
                </a:ext>
              </a:extLst>
            </p:cNvPr>
            <p:cNvSpPr txBox="1"/>
            <p:nvPr/>
          </p:nvSpPr>
          <p:spPr>
            <a:xfrm>
              <a:off x="660400" y="1130299"/>
              <a:ext cx="9807957" cy="1002221"/>
            </a:xfrm>
            <a:prstGeom prst="rect">
              <a:avLst/>
            </a:prstGeom>
            <a:noFill/>
          </p:spPr>
          <p:txBody>
            <a:bodyPr vert="horz" wrap="square" rtlCol="0" anchor="ctr" anchorCtr="0">
              <a:normAutofit/>
            </a:bodyPr>
            <a:lstStyle/>
            <a:p>
              <a:r>
                <a:rPr lang="zh-CN" altLang="en-US" sz="2400" b="1" dirty="0">
                  <a:solidFill>
                    <a:srgbClr val="000000"/>
                  </a:solidFill>
                  <a:cs typeface="+mn-ea"/>
                  <a:sym typeface="+mn-lt"/>
                </a:rPr>
                <a:t>单击此处添加长一点的副标题</a:t>
              </a:r>
              <a:endParaRPr lang="en-US" dirty="0">
                <a:solidFill>
                  <a:srgbClr val="000000"/>
                </a:solidFill>
                <a:cs typeface="+mn-ea"/>
                <a:sym typeface="+mn-lt"/>
              </a:endParaRPr>
            </a:p>
          </p:txBody>
        </p:sp>
        <p:sp>
          <p:nvSpPr>
            <p:cNvPr id="4" name="任意多边形: 形状 3">
              <a:extLst>
                <a:ext uri="{FF2B5EF4-FFF2-40B4-BE49-F238E27FC236}">
                  <a16:creationId xmlns:a16="http://schemas.microsoft.com/office/drawing/2014/main" id="{95D942E4-7183-7CDD-DE72-27D4A9A70F3B}"/>
                </a:ext>
              </a:extLst>
            </p:cNvPr>
            <p:cNvSpPr/>
            <p:nvPr/>
          </p:nvSpPr>
          <p:spPr>
            <a:xfrm>
              <a:off x="10039350" y="1"/>
              <a:ext cx="2152649" cy="2313026"/>
            </a:xfrm>
            <a:custGeom>
              <a:avLst/>
              <a:gdLst>
                <a:gd name="csX0" fmla="*/ 299098 w 3321698"/>
                <a:gd name="csY0" fmla="*/ 0 h 3551239"/>
                <a:gd name="csX1" fmla="*/ 121298 w 3321698"/>
                <a:gd name="csY1" fmla="*/ 1346200 h 3551239"/>
                <a:gd name="csX2" fmla="*/ 1892948 w 3321698"/>
                <a:gd name="csY2" fmla="*/ 2273300 h 3551239"/>
                <a:gd name="csX3" fmla="*/ 2331098 w 3321698"/>
                <a:gd name="csY3" fmla="*/ 3422650 h 3551239"/>
                <a:gd name="csX4" fmla="*/ 3321698 w 3321698"/>
                <a:gd name="csY4" fmla="*/ 3536950 h 3551239"/>
              </a:gdLst>
              <a:ahLst/>
              <a:cxnLst>
                <a:cxn ang="0">
                  <a:pos x="csX0" y="csY0"/>
                </a:cxn>
                <a:cxn ang="0">
                  <a:pos x="csX1" y="csY1"/>
                </a:cxn>
                <a:cxn ang="0">
                  <a:pos x="csX2" y="csY2"/>
                </a:cxn>
                <a:cxn ang="0">
                  <a:pos x="csX3" y="csY3"/>
                </a:cxn>
                <a:cxn ang="0">
                  <a:pos x="csX4" y="csY4"/>
                </a:cxn>
              </a:cxnLst>
              <a:rect l="l" t="t" r="r" b="b"/>
              <a:pathLst>
                <a:path w="3321698" h="3551239">
                  <a:moveTo>
                    <a:pt x="299098" y="0"/>
                  </a:moveTo>
                  <a:cubicBezTo>
                    <a:pt x="77377" y="483658"/>
                    <a:pt x="-144344" y="967317"/>
                    <a:pt x="121298" y="1346200"/>
                  </a:cubicBezTo>
                  <a:cubicBezTo>
                    <a:pt x="386940" y="1725083"/>
                    <a:pt x="1524648" y="1927225"/>
                    <a:pt x="1892948" y="2273300"/>
                  </a:cubicBezTo>
                  <a:cubicBezTo>
                    <a:pt x="2261248" y="2619375"/>
                    <a:pt x="2092973" y="3212042"/>
                    <a:pt x="2331098" y="3422650"/>
                  </a:cubicBezTo>
                  <a:cubicBezTo>
                    <a:pt x="2569223" y="3633258"/>
                    <a:pt x="3147073" y="3516842"/>
                    <a:pt x="3321698" y="3536950"/>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任意多边形: 形状 14">
              <a:extLst>
                <a:ext uri="{FF2B5EF4-FFF2-40B4-BE49-F238E27FC236}">
                  <a16:creationId xmlns:a16="http://schemas.microsoft.com/office/drawing/2014/main" id="{AF250F78-B359-7AF3-01AA-D9FDFC085E3D}"/>
                </a:ext>
              </a:extLst>
            </p:cNvPr>
            <p:cNvSpPr/>
            <p:nvPr/>
          </p:nvSpPr>
          <p:spPr>
            <a:xfrm>
              <a:off x="0" y="5163654"/>
              <a:ext cx="1715907" cy="1694346"/>
            </a:xfrm>
            <a:custGeom>
              <a:avLst/>
              <a:gdLst>
                <a:gd name="csX0" fmla="*/ 0 w 3109952"/>
                <a:gd name="csY0" fmla="*/ 321323 h 3070873"/>
                <a:gd name="csX1" fmla="*/ 1028700 w 3109952"/>
                <a:gd name="csY1" fmla="*/ 60973 h 3070873"/>
                <a:gd name="csX2" fmla="*/ 1479550 w 3109952"/>
                <a:gd name="csY2" fmla="*/ 1337323 h 3070873"/>
                <a:gd name="csX3" fmla="*/ 2901950 w 3109952"/>
                <a:gd name="csY3" fmla="*/ 1781823 h 3070873"/>
                <a:gd name="csX4" fmla="*/ 3073400 w 3109952"/>
                <a:gd name="csY4" fmla="*/ 3070873 h 3070873"/>
              </a:gdLst>
              <a:ahLst/>
              <a:cxnLst>
                <a:cxn ang="0">
                  <a:pos x="csX0" y="csY0"/>
                </a:cxn>
                <a:cxn ang="0">
                  <a:pos x="csX1" y="csY1"/>
                </a:cxn>
                <a:cxn ang="0">
                  <a:pos x="csX2" y="csY2"/>
                </a:cxn>
                <a:cxn ang="0">
                  <a:pos x="csX3" y="csY3"/>
                </a:cxn>
                <a:cxn ang="0">
                  <a:pos x="csX4" y="csY4"/>
                </a:cxn>
              </a:cxnLst>
              <a:rect l="l" t="t" r="r" b="b"/>
              <a:pathLst>
                <a:path w="3109952" h="3070873">
                  <a:moveTo>
                    <a:pt x="0" y="321323"/>
                  </a:moveTo>
                  <a:cubicBezTo>
                    <a:pt x="391054" y="106481"/>
                    <a:pt x="782108" y="-108360"/>
                    <a:pt x="1028700" y="60973"/>
                  </a:cubicBezTo>
                  <a:cubicBezTo>
                    <a:pt x="1275292" y="230306"/>
                    <a:pt x="1167342" y="1050515"/>
                    <a:pt x="1479550" y="1337323"/>
                  </a:cubicBezTo>
                  <a:cubicBezTo>
                    <a:pt x="1791758" y="1624131"/>
                    <a:pt x="2636308" y="1492898"/>
                    <a:pt x="2901950" y="1781823"/>
                  </a:cubicBezTo>
                  <a:cubicBezTo>
                    <a:pt x="3167592" y="2070748"/>
                    <a:pt x="3120496" y="2570810"/>
                    <a:pt x="3073400" y="3070873"/>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7" name="组合 56">
              <a:extLst>
                <a:ext uri="{FF2B5EF4-FFF2-40B4-BE49-F238E27FC236}">
                  <a16:creationId xmlns:a16="http://schemas.microsoft.com/office/drawing/2014/main" id="{4272507D-4D73-132A-4255-4432A7F4FC78}"/>
                </a:ext>
              </a:extLst>
            </p:cNvPr>
            <p:cNvGrpSpPr/>
            <p:nvPr/>
          </p:nvGrpSpPr>
          <p:grpSpPr>
            <a:xfrm>
              <a:off x="950471" y="2425700"/>
              <a:ext cx="2331654" cy="3352801"/>
              <a:chOff x="749300" y="2197100"/>
              <a:chExt cx="2331654" cy="3352801"/>
            </a:xfrm>
          </p:grpSpPr>
          <p:grpSp>
            <p:nvGrpSpPr>
              <p:cNvPr id="49" name="组合 48">
                <a:extLst>
                  <a:ext uri="{FF2B5EF4-FFF2-40B4-BE49-F238E27FC236}">
                    <a16:creationId xmlns:a16="http://schemas.microsoft.com/office/drawing/2014/main" id="{852DCB76-A394-BDC2-5FBB-13BE737BE1C2}"/>
                  </a:ext>
                </a:extLst>
              </p:cNvPr>
              <p:cNvGrpSpPr/>
              <p:nvPr/>
            </p:nvGrpSpPr>
            <p:grpSpPr>
              <a:xfrm>
                <a:off x="1347623" y="2197100"/>
                <a:ext cx="1136216" cy="1136214"/>
                <a:chOff x="1347623" y="2197100"/>
                <a:chExt cx="1136216" cy="1136214"/>
              </a:xfrm>
            </p:grpSpPr>
            <p:sp>
              <p:nvSpPr>
                <p:cNvPr id="44" name="IconBackground1">
                  <a:extLst>
                    <a:ext uri="{FF2B5EF4-FFF2-40B4-BE49-F238E27FC236}">
                      <a16:creationId xmlns:a16="http://schemas.microsoft.com/office/drawing/2014/main" id="{38E66161-F7F8-B0AC-1A79-AD52B815420B}"/>
                    </a:ext>
                  </a:extLst>
                </p:cNvPr>
                <p:cNvSpPr/>
                <p:nvPr/>
              </p:nvSpPr>
              <p:spPr>
                <a:xfrm>
                  <a:off x="1347623" y="2197100"/>
                  <a:ext cx="1136216" cy="1136214"/>
                </a:xfrm>
                <a:prstGeom prst="ellips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n-ea"/>
                    <a:sym typeface="+mn-lt"/>
                  </a:endParaRPr>
                </a:p>
              </p:txBody>
            </p:sp>
            <p:sp>
              <p:nvSpPr>
                <p:cNvPr id="46" name="Icon1">
                  <a:extLst>
                    <a:ext uri="{FF2B5EF4-FFF2-40B4-BE49-F238E27FC236}">
                      <a16:creationId xmlns:a16="http://schemas.microsoft.com/office/drawing/2014/main" id="{8B4FC0BB-09EA-46CB-F090-554D4E68231C}"/>
                    </a:ext>
                  </a:extLst>
                </p:cNvPr>
                <p:cNvSpPr/>
                <p:nvPr/>
              </p:nvSpPr>
              <p:spPr>
                <a:xfrm>
                  <a:off x="1722475" y="2571796"/>
                  <a:ext cx="386510" cy="386820"/>
                </a:xfrm>
                <a:custGeom>
                  <a:avLst/>
                  <a:gdLst>
                    <a:gd name="connsiteX0" fmla="*/ 43556 w 185152"/>
                    <a:gd name="connsiteY0" fmla="*/ 128149 h 185299"/>
                    <a:gd name="connsiteX1" fmla="*/ 53081 w 185152"/>
                    <a:gd name="connsiteY1" fmla="*/ 137674 h 185299"/>
                    <a:gd name="connsiteX2" fmla="*/ 53081 w 185152"/>
                    <a:gd name="connsiteY2" fmla="*/ 175774 h 185299"/>
                    <a:gd name="connsiteX3" fmla="*/ 43556 w 185152"/>
                    <a:gd name="connsiteY3" fmla="*/ 185299 h 185299"/>
                    <a:gd name="connsiteX4" fmla="*/ 10219 w 185152"/>
                    <a:gd name="connsiteY4" fmla="*/ 185299 h 185299"/>
                    <a:gd name="connsiteX5" fmla="*/ 694 w 185152"/>
                    <a:gd name="connsiteY5" fmla="*/ 175774 h 185299"/>
                    <a:gd name="connsiteX6" fmla="*/ 694 w 185152"/>
                    <a:gd name="connsiteY6" fmla="*/ 137674 h 185299"/>
                    <a:gd name="connsiteX7" fmla="*/ 10219 w 185152"/>
                    <a:gd name="connsiteY7" fmla="*/ 128149 h 185299"/>
                    <a:gd name="connsiteX8" fmla="*/ 43556 w 185152"/>
                    <a:gd name="connsiteY8" fmla="*/ 128149 h 185299"/>
                    <a:gd name="connsiteX9" fmla="*/ 172144 w 185152"/>
                    <a:gd name="connsiteY9" fmla="*/ 66237 h 185299"/>
                    <a:gd name="connsiteX10" fmla="*/ 181669 w 185152"/>
                    <a:gd name="connsiteY10" fmla="*/ 75762 h 185299"/>
                    <a:gd name="connsiteX11" fmla="*/ 181669 w 185152"/>
                    <a:gd name="connsiteY11" fmla="*/ 175774 h 185299"/>
                    <a:gd name="connsiteX12" fmla="*/ 172144 w 185152"/>
                    <a:gd name="connsiteY12" fmla="*/ 185299 h 185299"/>
                    <a:gd name="connsiteX13" fmla="*/ 138806 w 185152"/>
                    <a:gd name="connsiteY13" fmla="*/ 185299 h 185299"/>
                    <a:gd name="connsiteX14" fmla="*/ 129281 w 185152"/>
                    <a:gd name="connsiteY14" fmla="*/ 175774 h 185299"/>
                    <a:gd name="connsiteX15" fmla="*/ 129281 w 185152"/>
                    <a:gd name="connsiteY15" fmla="*/ 75762 h 185299"/>
                    <a:gd name="connsiteX16" fmla="*/ 138806 w 185152"/>
                    <a:gd name="connsiteY16" fmla="*/ 66237 h 185299"/>
                    <a:gd name="connsiteX17" fmla="*/ 172144 w 185152"/>
                    <a:gd name="connsiteY17" fmla="*/ 66237 h 185299"/>
                    <a:gd name="connsiteX18" fmla="*/ 107850 w 185152"/>
                    <a:gd name="connsiteY18" fmla="*/ 99574 h 185299"/>
                    <a:gd name="connsiteX19" fmla="*/ 117375 w 185152"/>
                    <a:gd name="connsiteY19" fmla="*/ 109099 h 185299"/>
                    <a:gd name="connsiteX20" fmla="*/ 117375 w 185152"/>
                    <a:gd name="connsiteY20" fmla="*/ 175774 h 185299"/>
                    <a:gd name="connsiteX21" fmla="*/ 107850 w 185152"/>
                    <a:gd name="connsiteY21" fmla="*/ 185299 h 185299"/>
                    <a:gd name="connsiteX22" fmla="*/ 74512 w 185152"/>
                    <a:gd name="connsiteY22" fmla="*/ 185299 h 185299"/>
                    <a:gd name="connsiteX23" fmla="*/ 64987 w 185152"/>
                    <a:gd name="connsiteY23" fmla="*/ 175774 h 185299"/>
                    <a:gd name="connsiteX24" fmla="*/ 64987 w 185152"/>
                    <a:gd name="connsiteY24" fmla="*/ 109099 h 185299"/>
                    <a:gd name="connsiteX25" fmla="*/ 74512 w 185152"/>
                    <a:gd name="connsiteY25" fmla="*/ 99574 h 185299"/>
                    <a:gd name="connsiteX26" fmla="*/ 107850 w 185152"/>
                    <a:gd name="connsiteY26" fmla="*/ 99574 h 185299"/>
                    <a:gd name="connsiteX27" fmla="*/ 34031 w 185152"/>
                    <a:gd name="connsiteY27" fmla="*/ 147199 h 185299"/>
                    <a:gd name="connsiteX28" fmla="*/ 19744 w 185152"/>
                    <a:gd name="connsiteY28" fmla="*/ 147199 h 185299"/>
                    <a:gd name="connsiteX29" fmla="*/ 19744 w 185152"/>
                    <a:gd name="connsiteY29" fmla="*/ 166249 h 185299"/>
                    <a:gd name="connsiteX30" fmla="*/ 34031 w 185152"/>
                    <a:gd name="connsiteY30" fmla="*/ 166249 h 185299"/>
                    <a:gd name="connsiteX31" fmla="*/ 34031 w 185152"/>
                    <a:gd name="connsiteY31" fmla="*/ 147199 h 185299"/>
                    <a:gd name="connsiteX32" fmla="*/ 162619 w 185152"/>
                    <a:gd name="connsiteY32" fmla="*/ 85287 h 185299"/>
                    <a:gd name="connsiteX33" fmla="*/ 148331 w 185152"/>
                    <a:gd name="connsiteY33" fmla="*/ 85287 h 185299"/>
                    <a:gd name="connsiteX34" fmla="*/ 148331 w 185152"/>
                    <a:gd name="connsiteY34" fmla="*/ 166249 h 185299"/>
                    <a:gd name="connsiteX35" fmla="*/ 162619 w 185152"/>
                    <a:gd name="connsiteY35" fmla="*/ 166249 h 185299"/>
                    <a:gd name="connsiteX36" fmla="*/ 162619 w 185152"/>
                    <a:gd name="connsiteY36" fmla="*/ 85287 h 185299"/>
                    <a:gd name="connsiteX37" fmla="*/ 98325 w 185152"/>
                    <a:gd name="connsiteY37" fmla="*/ 118624 h 185299"/>
                    <a:gd name="connsiteX38" fmla="*/ 84037 w 185152"/>
                    <a:gd name="connsiteY38" fmla="*/ 118624 h 185299"/>
                    <a:gd name="connsiteX39" fmla="*/ 84037 w 185152"/>
                    <a:gd name="connsiteY39" fmla="*/ 166249 h 185299"/>
                    <a:gd name="connsiteX40" fmla="*/ 98325 w 185152"/>
                    <a:gd name="connsiteY40" fmla="*/ 166249 h 185299"/>
                    <a:gd name="connsiteX41" fmla="*/ 98325 w 185152"/>
                    <a:gd name="connsiteY41" fmla="*/ 118624 h 185299"/>
                    <a:gd name="connsiteX42" fmla="*/ 136058 w 185152"/>
                    <a:gd name="connsiteY42" fmla="*/ 0 h 185299"/>
                    <a:gd name="connsiteX43" fmla="*/ 136615 w 185152"/>
                    <a:gd name="connsiteY43" fmla="*/ 14 h 185299"/>
                    <a:gd name="connsiteX44" fmla="*/ 180802 w 185152"/>
                    <a:gd name="connsiteY44" fmla="*/ 3881 h 185299"/>
                    <a:gd name="connsiteX45" fmla="*/ 185135 w 185152"/>
                    <a:gd name="connsiteY45" fmla="*/ 9038 h 185299"/>
                    <a:gd name="connsiteX46" fmla="*/ 183883 w 185152"/>
                    <a:gd name="connsiteY46" fmla="*/ 11863 h 185299"/>
                    <a:gd name="connsiteX47" fmla="*/ 183445 w 185152"/>
                    <a:gd name="connsiteY47" fmla="*/ 12273 h 185299"/>
                    <a:gd name="connsiteX48" fmla="*/ 97401 w 185152"/>
                    <a:gd name="connsiteY48" fmla="*/ 84472 h 185299"/>
                    <a:gd name="connsiteX49" fmla="*/ 91072 w 185152"/>
                    <a:gd name="connsiteY49" fmla="*/ 84296 h 185299"/>
                    <a:gd name="connsiteX50" fmla="*/ 90691 w 185152"/>
                    <a:gd name="connsiteY50" fmla="*/ 83891 h 185299"/>
                    <a:gd name="connsiteX51" fmla="*/ 72322 w 185152"/>
                    <a:gd name="connsiteY51" fmla="*/ 61998 h 185299"/>
                    <a:gd name="connsiteX52" fmla="*/ 13948 w 185152"/>
                    <a:gd name="connsiteY52" fmla="*/ 110981 h 185299"/>
                    <a:gd name="connsiteX53" fmla="*/ 7242 w 185152"/>
                    <a:gd name="connsiteY53" fmla="*/ 110395 h 185299"/>
                    <a:gd name="connsiteX54" fmla="*/ 1118 w 185152"/>
                    <a:gd name="connsiteY54" fmla="*/ 103099 h 185299"/>
                    <a:gd name="connsiteX55" fmla="*/ 1697 w 185152"/>
                    <a:gd name="connsiteY55" fmla="*/ 96388 h 185299"/>
                    <a:gd name="connsiteX56" fmla="*/ 1703 w 185152"/>
                    <a:gd name="connsiteY56" fmla="*/ 96383 h 185299"/>
                    <a:gd name="connsiteX57" fmla="*/ 74670 w 185152"/>
                    <a:gd name="connsiteY57" fmla="*/ 35162 h 185299"/>
                    <a:gd name="connsiteX58" fmla="*/ 81380 w 185152"/>
                    <a:gd name="connsiteY58" fmla="*/ 35746 h 185299"/>
                    <a:gd name="connsiteX59" fmla="*/ 81380 w 185152"/>
                    <a:gd name="connsiteY59" fmla="*/ 35747 h 185299"/>
                    <a:gd name="connsiteX60" fmla="*/ 99749 w 185152"/>
                    <a:gd name="connsiteY60" fmla="*/ 57641 h 185299"/>
                    <a:gd name="connsiteX61" fmla="*/ 143526 w 185152"/>
                    <a:gd name="connsiteY61" fmla="*/ 20903 h 185299"/>
                    <a:gd name="connsiteX62" fmla="*/ 132548 w 185152"/>
                    <a:gd name="connsiteY62" fmla="*/ 7820 h 185299"/>
                    <a:gd name="connsiteX63" fmla="*/ 131439 w 185152"/>
                    <a:gd name="connsiteY63" fmla="*/ 4972 h 185299"/>
                    <a:gd name="connsiteX64" fmla="*/ 131453 w 185152"/>
                    <a:gd name="connsiteY64" fmla="*/ 4343 h 185299"/>
                    <a:gd name="connsiteX65" fmla="*/ 136058 w 185152"/>
                    <a:gd name="connsiteY65" fmla="*/ 0 h 185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85152" h="185299">
                      <a:moveTo>
                        <a:pt x="43556" y="128149"/>
                      </a:moveTo>
                      <a:cubicBezTo>
                        <a:pt x="48817" y="128149"/>
                        <a:pt x="53081" y="132414"/>
                        <a:pt x="53081" y="137674"/>
                      </a:cubicBezTo>
                      <a:lnTo>
                        <a:pt x="53081" y="175774"/>
                      </a:lnTo>
                      <a:cubicBezTo>
                        <a:pt x="53081" y="181035"/>
                        <a:pt x="48817" y="185299"/>
                        <a:pt x="43556" y="185299"/>
                      </a:cubicBezTo>
                      <a:lnTo>
                        <a:pt x="10219" y="185299"/>
                      </a:lnTo>
                      <a:cubicBezTo>
                        <a:pt x="4958" y="185299"/>
                        <a:pt x="694" y="181035"/>
                        <a:pt x="694" y="175774"/>
                      </a:cubicBezTo>
                      <a:lnTo>
                        <a:pt x="694" y="137674"/>
                      </a:lnTo>
                      <a:cubicBezTo>
                        <a:pt x="694" y="132414"/>
                        <a:pt x="4958" y="128149"/>
                        <a:pt x="10219" y="128149"/>
                      </a:cubicBezTo>
                      <a:lnTo>
                        <a:pt x="43556" y="128149"/>
                      </a:lnTo>
                      <a:close/>
                      <a:moveTo>
                        <a:pt x="172144" y="66237"/>
                      </a:moveTo>
                      <a:cubicBezTo>
                        <a:pt x="177404" y="66237"/>
                        <a:pt x="181669" y="70501"/>
                        <a:pt x="181669" y="75762"/>
                      </a:cubicBezTo>
                      <a:lnTo>
                        <a:pt x="181669" y="175774"/>
                      </a:lnTo>
                      <a:cubicBezTo>
                        <a:pt x="181669" y="181035"/>
                        <a:pt x="177404" y="185299"/>
                        <a:pt x="172144" y="185299"/>
                      </a:cubicBezTo>
                      <a:lnTo>
                        <a:pt x="138806" y="185299"/>
                      </a:lnTo>
                      <a:cubicBezTo>
                        <a:pt x="133546" y="185299"/>
                        <a:pt x="129281" y="181035"/>
                        <a:pt x="129281" y="175774"/>
                      </a:cubicBezTo>
                      <a:lnTo>
                        <a:pt x="129281" y="75762"/>
                      </a:lnTo>
                      <a:cubicBezTo>
                        <a:pt x="129281" y="70501"/>
                        <a:pt x="133546" y="66237"/>
                        <a:pt x="138806" y="66237"/>
                      </a:cubicBezTo>
                      <a:lnTo>
                        <a:pt x="172144" y="66237"/>
                      </a:lnTo>
                      <a:close/>
                      <a:moveTo>
                        <a:pt x="107850" y="99574"/>
                      </a:moveTo>
                      <a:cubicBezTo>
                        <a:pt x="113111" y="99574"/>
                        <a:pt x="117375" y="103839"/>
                        <a:pt x="117375" y="109099"/>
                      </a:cubicBezTo>
                      <a:lnTo>
                        <a:pt x="117375" y="175774"/>
                      </a:lnTo>
                      <a:cubicBezTo>
                        <a:pt x="117375" y="181035"/>
                        <a:pt x="113111" y="185299"/>
                        <a:pt x="107850" y="185299"/>
                      </a:cubicBezTo>
                      <a:lnTo>
                        <a:pt x="74512" y="185299"/>
                      </a:lnTo>
                      <a:cubicBezTo>
                        <a:pt x="69252" y="185299"/>
                        <a:pt x="64987" y="181035"/>
                        <a:pt x="64987" y="175774"/>
                      </a:cubicBezTo>
                      <a:lnTo>
                        <a:pt x="64987" y="109099"/>
                      </a:lnTo>
                      <a:cubicBezTo>
                        <a:pt x="64987" y="103839"/>
                        <a:pt x="69252" y="99574"/>
                        <a:pt x="74512" y="99574"/>
                      </a:cubicBezTo>
                      <a:lnTo>
                        <a:pt x="107850" y="99574"/>
                      </a:lnTo>
                      <a:close/>
                      <a:moveTo>
                        <a:pt x="34031" y="147199"/>
                      </a:moveTo>
                      <a:lnTo>
                        <a:pt x="19744" y="147199"/>
                      </a:lnTo>
                      <a:lnTo>
                        <a:pt x="19744" y="166249"/>
                      </a:lnTo>
                      <a:lnTo>
                        <a:pt x="34031" y="166249"/>
                      </a:lnTo>
                      <a:lnTo>
                        <a:pt x="34031" y="147199"/>
                      </a:lnTo>
                      <a:close/>
                      <a:moveTo>
                        <a:pt x="162619" y="85287"/>
                      </a:moveTo>
                      <a:lnTo>
                        <a:pt x="148331" y="85287"/>
                      </a:lnTo>
                      <a:lnTo>
                        <a:pt x="148331" y="166249"/>
                      </a:lnTo>
                      <a:lnTo>
                        <a:pt x="162619" y="166249"/>
                      </a:lnTo>
                      <a:lnTo>
                        <a:pt x="162619" y="85287"/>
                      </a:lnTo>
                      <a:close/>
                      <a:moveTo>
                        <a:pt x="98325" y="118624"/>
                      </a:moveTo>
                      <a:lnTo>
                        <a:pt x="84037" y="118624"/>
                      </a:lnTo>
                      <a:lnTo>
                        <a:pt x="84037" y="166249"/>
                      </a:lnTo>
                      <a:lnTo>
                        <a:pt x="98325" y="166249"/>
                      </a:lnTo>
                      <a:lnTo>
                        <a:pt x="98325" y="118624"/>
                      </a:lnTo>
                      <a:close/>
                      <a:moveTo>
                        <a:pt x="136058" y="0"/>
                      </a:moveTo>
                      <a:lnTo>
                        <a:pt x="136615" y="14"/>
                      </a:lnTo>
                      <a:lnTo>
                        <a:pt x="180802" y="3881"/>
                      </a:lnTo>
                      <a:cubicBezTo>
                        <a:pt x="183422" y="4109"/>
                        <a:pt x="185363" y="6417"/>
                        <a:pt x="185135" y="9038"/>
                      </a:cubicBezTo>
                      <a:cubicBezTo>
                        <a:pt x="185043" y="10093"/>
                        <a:pt x="184603" y="11087"/>
                        <a:pt x="183883" y="11863"/>
                      </a:cubicBezTo>
                      <a:lnTo>
                        <a:pt x="183445" y="12273"/>
                      </a:lnTo>
                      <a:lnTo>
                        <a:pt x="97401" y="84472"/>
                      </a:lnTo>
                      <a:cubicBezTo>
                        <a:pt x="95552" y="86028"/>
                        <a:pt x="92831" y="85952"/>
                        <a:pt x="91072" y="84296"/>
                      </a:cubicBezTo>
                      <a:lnTo>
                        <a:pt x="90691" y="83891"/>
                      </a:lnTo>
                      <a:lnTo>
                        <a:pt x="72322" y="61998"/>
                      </a:lnTo>
                      <a:lnTo>
                        <a:pt x="13948" y="110981"/>
                      </a:lnTo>
                      <a:cubicBezTo>
                        <a:pt x="11934" y="112669"/>
                        <a:pt x="8933" y="112407"/>
                        <a:pt x="7242" y="110395"/>
                      </a:cubicBezTo>
                      <a:lnTo>
                        <a:pt x="1118" y="103099"/>
                      </a:lnTo>
                      <a:cubicBezTo>
                        <a:pt x="-575" y="101085"/>
                        <a:pt x="-316" y="98081"/>
                        <a:pt x="1697" y="96388"/>
                      </a:cubicBezTo>
                      <a:cubicBezTo>
                        <a:pt x="1699" y="96387"/>
                        <a:pt x="1701" y="96385"/>
                        <a:pt x="1703" y="96383"/>
                      </a:cubicBezTo>
                      <a:lnTo>
                        <a:pt x="74670" y="35162"/>
                      </a:lnTo>
                      <a:cubicBezTo>
                        <a:pt x="76684" y="33470"/>
                        <a:pt x="79688" y="33732"/>
                        <a:pt x="81380" y="35746"/>
                      </a:cubicBezTo>
                      <a:cubicBezTo>
                        <a:pt x="81380" y="35747"/>
                        <a:pt x="81380" y="35747"/>
                        <a:pt x="81380" y="35747"/>
                      </a:cubicBezTo>
                      <a:lnTo>
                        <a:pt x="99749" y="57641"/>
                      </a:lnTo>
                      <a:lnTo>
                        <a:pt x="143526" y="20903"/>
                      </a:lnTo>
                      <a:lnTo>
                        <a:pt x="132548" y="7820"/>
                      </a:lnTo>
                      <a:cubicBezTo>
                        <a:pt x="131875" y="7018"/>
                        <a:pt x="131486" y="6018"/>
                        <a:pt x="131439" y="4972"/>
                      </a:cubicBezTo>
                      <a:lnTo>
                        <a:pt x="131453" y="4343"/>
                      </a:lnTo>
                      <a:cubicBezTo>
                        <a:pt x="131664" y="1937"/>
                        <a:pt x="133644" y="70"/>
                        <a:pt x="136058" y="0"/>
                      </a:cubicBezTo>
                      <a:close/>
                    </a:path>
                  </a:pathLst>
                </a:custGeom>
                <a:solidFill>
                  <a:srgbClr val="FFFFFF"/>
                </a:solidFill>
                <a:ln w="4763" cap="flat">
                  <a:noFill/>
                  <a:prstDash val="solid"/>
                  <a:miter/>
                </a:ln>
              </p:spPr>
              <p:txBody>
                <a:bodyPr rtlCol="0" anchor="ctr">
                  <a:normAutofit/>
                </a:bodyPr>
                <a:lstStyle/>
                <a:p>
                  <a:endParaRPr lang="zh-CN" altLang="en-US">
                    <a:cs typeface="+mn-ea"/>
                    <a:sym typeface="+mn-lt"/>
                  </a:endParaRPr>
                </a:p>
              </p:txBody>
            </p:sp>
          </p:grpSp>
          <p:grpSp>
            <p:nvGrpSpPr>
              <p:cNvPr id="56" name="组合 55">
                <a:extLst>
                  <a:ext uri="{FF2B5EF4-FFF2-40B4-BE49-F238E27FC236}">
                    <a16:creationId xmlns:a16="http://schemas.microsoft.com/office/drawing/2014/main" id="{E46D259E-165D-49DC-3AD4-781525B994A9}"/>
                  </a:ext>
                </a:extLst>
              </p:cNvPr>
              <p:cNvGrpSpPr/>
              <p:nvPr/>
            </p:nvGrpSpPr>
            <p:grpSpPr>
              <a:xfrm>
                <a:off x="749300" y="3419851"/>
                <a:ext cx="2331654" cy="2130050"/>
                <a:chOff x="749300" y="3419851"/>
                <a:chExt cx="2331654" cy="2130050"/>
              </a:xfrm>
            </p:grpSpPr>
            <p:sp>
              <p:nvSpPr>
                <p:cNvPr id="47" name="Bullet1">
                  <a:extLst>
                    <a:ext uri="{FF2B5EF4-FFF2-40B4-BE49-F238E27FC236}">
                      <a16:creationId xmlns:a16="http://schemas.microsoft.com/office/drawing/2014/main" id="{A45A24B2-F309-575F-8B10-7842893C844B}"/>
                    </a:ext>
                  </a:extLst>
                </p:cNvPr>
                <p:cNvSpPr>
                  <a:spLocks/>
                </p:cNvSpPr>
                <p:nvPr/>
              </p:nvSpPr>
              <p:spPr>
                <a:xfrm>
                  <a:off x="749300" y="3419851"/>
                  <a:ext cx="2330450" cy="650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dirty="0">
                      <a:solidFill>
                        <a:schemeClr val="tx1"/>
                      </a:solidFill>
                      <a:cs typeface="+mn-ea"/>
                      <a:sym typeface="+mn-lt"/>
                    </a:rPr>
                    <a:t>单击添加小标题</a:t>
                  </a:r>
                  <a:endParaRPr lang="en-US" dirty="0">
                    <a:cs typeface="+mn-ea"/>
                    <a:sym typeface="+mn-lt"/>
                  </a:endParaRPr>
                </a:p>
              </p:txBody>
            </p:sp>
            <p:sp>
              <p:nvSpPr>
                <p:cNvPr id="48" name="Text1">
                  <a:extLst>
                    <a:ext uri="{FF2B5EF4-FFF2-40B4-BE49-F238E27FC236}">
                      <a16:creationId xmlns:a16="http://schemas.microsoft.com/office/drawing/2014/main" id="{C0E547DE-240C-1D13-F8B3-58BEF9866558}"/>
                    </a:ext>
                  </a:extLst>
                </p:cNvPr>
                <p:cNvSpPr/>
                <p:nvPr/>
              </p:nvSpPr>
              <p:spPr>
                <a:xfrm>
                  <a:off x="750506" y="4070623"/>
                  <a:ext cx="2330448" cy="14792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grpSp>
          <p:nvGrpSpPr>
            <p:cNvPr id="58" name="组合 57">
              <a:extLst>
                <a:ext uri="{FF2B5EF4-FFF2-40B4-BE49-F238E27FC236}">
                  <a16:creationId xmlns:a16="http://schemas.microsoft.com/office/drawing/2014/main" id="{FDFCF179-20AF-BFBB-5D60-C480C4ED6CA9}"/>
                </a:ext>
              </a:extLst>
            </p:cNvPr>
            <p:cNvGrpSpPr/>
            <p:nvPr/>
          </p:nvGrpSpPr>
          <p:grpSpPr>
            <a:xfrm>
              <a:off x="3600176" y="2590261"/>
              <a:ext cx="2331654" cy="3188240"/>
              <a:chOff x="3532716" y="2361661"/>
              <a:chExt cx="2331654" cy="3188240"/>
            </a:xfrm>
          </p:grpSpPr>
          <p:grpSp>
            <p:nvGrpSpPr>
              <p:cNvPr id="50" name="组合 49">
                <a:extLst>
                  <a:ext uri="{FF2B5EF4-FFF2-40B4-BE49-F238E27FC236}">
                    <a16:creationId xmlns:a16="http://schemas.microsoft.com/office/drawing/2014/main" id="{7CE56D2F-9A9F-B3A7-A83D-1CB5E4F9281A}"/>
                  </a:ext>
                </a:extLst>
              </p:cNvPr>
              <p:cNvGrpSpPr/>
              <p:nvPr/>
            </p:nvGrpSpPr>
            <p:grpSpPr>
              <a:xfrm>
                <a:off x="4295600" y="2361661"/>
                <a:ext cx="807094" cy="807092"/>
                <a:chOff x="4295600" y="2361661"/>
                <a:chExt cx="807094" cy="807092"/>
              </a:xfrm>
            </p:grpSpPr>
            <p:sp>
              <p:nvSpPr>
                <p:cNvPr id="40" name="IconBackground2">
                  <a:extLst>
                    <a:ext uri="{FF2B5EF4-FFF2-40B4-BE49-F238E27FC236}">
                      <a16:creationId xmlns:a16="http://schemas.microsoft.com/office/drawing/2014/main" id="{B2835DF9-C103-CAC5-B72A-C254E929ADF6}"/>
                    </a:ext>
                  </a:extLst>
                </p:cNvPr>
                <p:cNvSpPr/>
                <p:nvPr/>
              </p:nvSpPr>
              <p:spPr>
                <a:xfrm>
                  <a:off x="4295600" y="2361661"/>
                  <a:ext cx="807094" cy="807092"/>
                </a:xfrm>
                <a:prstGeom prst="ellips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n-ea"/>
                    <a:sym typeface="+mn-lt"/>
                  </a:endParaRPr>
                </a:p>
              </p:txBody>
            </p:sp>
            <p:sp>
              <p:nvSpPr>
                <p:cNvPr id="41" name="Icon2">
                  <a:extLst>
                    <a:ext uri="{FF2B5EF4-FFF2-40B4-BE49-F238E27FC236}">
                      <a16:creationId xmlns:a16="http://schemas.microsoft.com/office/drawing/2014/main" id="{300E7706-E77B-526C-EEDD-680520847BEC}"/>
                    </a:ext>
                  </a:extLst>
                </p:cNvPr>
                <p:cNvSpPr/>
                <p:nvPr/>
              </p:nvSpPr>
              <p:spPr>
                <a:xfrm>
                  <a:off x="4572029" y="2620434"/>
                  <a:ext cx="254234" cy="289544"/>
                </a:xfrm>
                <a:custGeom>
                  <a:avLst/>
                  <a:gdLst>
                    <a:gd name="connsiteX0" fmla="*/ 171450 w 171450"/>
                    <a:gd name="connsiteY0" fmla="*/ 9525 h 195262"/>
                    <a:gd name="connsiteX1" fmla="*/ 161925 w 171450"/>
                    <a:gd name="connsiteY1" fmla="*/ 0 h 195262"/>
                    <a:gd name="connsiteX2" fmla="*/ 9525 w 171450"/>
                    <a:gd name="connsiteY2" fmla="*/ 0 h 195262"/>
                    <a:gd name="connsiteX3" fmla="*/ 0 w 171450"/>
                    <a:gd name="connsiteY3" fmla="*/ 9525 h 195262"/>
                    <a:gd name="connsiteX4" fmla="*/ 0 w 171450"/>
                    <a:gd name="connsiteY4" fmla="*/ 184247 h 195262"/>
                    <a:gd name="connsiteX5" fmla="*/ 9525 w 171450"/>
                    <a:gd name="connsiteY5" fmla="*/ 193771 h 195262"/>
                    <a:gd name="connsiteX6" fmla="*/ 13959 w 171450"/>
                    <a:gd name="connsiteY6" fmla="*/ 192676 h 195262"/>
                    <a:gd name="connsiteX7" fmla="*/ 45244 w 171450"/>
                    <a:gd name="connsiteY7" fmla="*/ 176213 h 195262"/>
                    <a:gd name="connsiteX8" fmla="*/ 81477 w 171450"/>
                    <a:gd name="connsiteY8" fmla="*/ 194262 h 195262"/>
                    <a:gd name="connsiteX9" fmla="*/ 89973 w 171450"/>
                    <a:gd name="connsiteY9" fmla="*/ 194262 h 195262"/>
                    <a:gd name="connsiteX10" fmla="*/ 126206 w 171450"/>
                    <a:gd name="connsiteY10" fmla="*/ 176213 h 195262"/>
                    <a:gd name="connsiteX11" fmla="*/ 157491 w 171450"/>
                    <a:gd name="connsiteY11" fmla="*/ 192676 h 195262"/>
                    <a:gd name="connsiteX12" fmla="*/ 170355 w 171450"/>
                    <a:gd name="connsiteY12" fmla="*/ 188680 h 195262"/>
                    <a:gd name="connsiteX13" fmla="*/ 171450 w 171450"/>
                    <a:gd name="connsiteY13" fmla="*/ 184247 h 195262"/>
                    <a:gd name="connsiteX14" fmla="*/ 171450 w 171450"/>
                    <a:gd name="connsiteY14" fmla="*/ 9525 h 195262"/>
                    <a:gd name="connsiteX15" fmla="*/ 19050 w 171450"/>
                    <a:gd name="connsiteY15" fmla="*/ 19050 h 195262"/>
                    <a:gd name="connsiteX16" fmla="*/ 152400 w 171450"/>
                    <a:gd name="connsiteY16" fmla="*/ 19050 h 195262"/>
                    <a:gd name="connsiteX17" fmla="*/ 152400 w 171450"/>
                    <a:gd name="connsiteY17" fmla="*/ 168469 h 195262"/>
                    <a:gd name="connsiteX18" fmla="*/ 126444 w 171450"/>
                    <a:gd name="connsiteY18" fmla="*/ 154810 h 195262"/>
                    <a:gd name="connsiteX19" fmla="*/ 85725 w 171450"/>
                    <a:gd name="connsiteY19" fmla="*/ 175098 h 195262"/>
                    <a:gd name="connsiteX20" fmla="*/ 45006 w 171450"/>
                    <a:gd name="connsiteY20" fmla="*/ 154810 h 195262"/>
                    <a:gd name="connsiteX21" fmla="*/ 19050 w 171450"/>
                    <a:gd name="connsiteY21" fmla="*/ 168469 h 195262"/>
                    <a:gd name="connsiteX22" fmla="*/ 19050 w 171450"/>
                    <a:gd name="connsiteY22" fmla="*/ 19050 h 195262"/>
                    <a:gd name="connsiteX23" fmla="*/ 128588 w 171450"/>
                    <a:gd name="connsiteY23" fmla="*/ 104775 h 195262"/>
                    <a:gd name="connsiteX24" fmla="*/ 133350 w 171450"/>
                    <a:gd name="connsiteY24" fmla="*/ 109538 h 195262"/>
                    <a:gd name="connsiteX25" fmla="*/ 133350 w 171450"/>
                    <a:gd name="connsiteY25" fmla="*/ 119063 h 195262"/>
                    <a:gd name="connsiteX26" fmla="*/ 128588 w 171450"/>
                    <a:gd name="connsiteY26" fmla="*/ 123825 h 195262"/>
                    <a:gd name="connsiteX27" fmla="*/ 42863 w 171450"/>
                    <a:gd name="connsiteY27" fmla="*/ 123825 h 195262"/>
                    <a:gd name="connsiteX28" fmla="*/ 38100 w 171450"/>
                    <a:gd name="connsiteY28" fmla="*/ 119063 h 195262"/>
                    <a:gd name="connsiteX29" fmla="*/ 38100 w 171450"/>
                    <a:gd name="connsiteY29" fmla="*/ 109538 h 195262"/>
                    <a:gd name="connsiteX30" fmla="*/ 42863 w 171450"/>
                    <a:gd name="connsiteY30" fmla="*/ 104775 h 195262"/>
                    <a:gd name="connsiteX31" fmla="*/ 128588 w 171450"/>
                    <a:gd name="connsiteY31" fmla="*/ 104775 h 195262"/>
                    <a:gd name="connsiteX32" fmla="*/ 133350 w 171450"/>
                    <a:gd name="connsiteY32" fmla="*/ 61913 h 195262"/>
                    <a:gd name="connsiteX33" fmla="*/ 128588 w 171450"/>
                    <a:gd name="connsiteY33" fmla="*/ 57150 h 195262"/>
                    <a:gd name="connsiteX34" fmla="*/ 42863 w 171450"/>
                    <a:gd name="connsiteY34" fmla="*/ 57150 h 195262"/>
                    <a:gd name="connsiteX35" fmla="*/ 38100 w 171450"/>
                    <a:gd name="connsiteY35" fmla="*/ 61913 h 195262"/>
                    <a:gd name="connsiteX36" fmla="*/ 38100 w 171450"/>
                    <a:gd name="connsiteY36" fmla="*/ 71438 h 195262"/>
                    <a:gd name="connsiteX37" fmla="*/ 42863 w 171450"/>
                    <a:gd name="connsiteY37" fmla="*/ 76200 h 195262"/>
                    <a:gd name="connsiteX38" fmla="*/ 128588 w 171450"/>
                    <a:gd name="connsiteY38" fmla="*/ 76200 h 195262"/>
                    <a:gd name="connsiteX39" fmla="*/ 133350 w 171450"/>
                    <a:gd name="connsiteY39" fmla="*/ 71438 h 195262"/>
                    <a:gd name="connsiteX40" fmla="*/ 133350 w 171450"/>
                    <a:gd name="connsiteY40" fmla="*/ 61913 h 19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71450" h="195262">
                      <a:moveTo>
                        <a:pt x="171450" y="9525"/>
                      </a:moveTo>
                      <a:cubicBezTo>
                        <a:pt x="171450" y="4264"/>
                        <a:pt x="167186" y="0"/>
                        <a:pt x="161925" y="0"/>
                      </a:cubicBezTo>
                      <a:lnTo>
                        <a:pt x="9525" y="0"/>
                      </a:lnTo>
                      <a:cubicBezTo>
                        <a:pt x="4264" y="0"/>
                        <a:pt x="0" y="4264"/>
                        <a:pt x="0" y="9525"/>
                      </a:cubicBezTo>
                      <a:lnTo>
                        <a:pt x="0" y="184247"/>
                      </a:lnTo>
                      <a:cubicBezTo>
                        <a:pt x="0" y="189507"/>
                        <a:pt x="4265" y="193772"/>
                        <a:pt x="9525" y="193771"/>
                      </a:cubicBezTo>
                      <a:cubicBezTo>
                        <a:pt x="11070" y="193771"/>
                        <a:pt x="12592" y="193396"/>
                        <a:pt x="13959" y="192676"/>
                      </a:cubicBezTo>
                      <a:lnTo>
                        <a:pt x="45244" y="176213"/>
                      </a:lnTo>
                      <a:lnTo>
                        <a:pt x="81477" y="194262"/>
                      </a:lnTo>
                      <a:cubicBezTo>
                        <a:pt x="84152" y="195595"/>
                        <a:pt x="87298" y="195595"/>
                        <a:pt x="89973" y="194262"/>
                      </a:cubicBezTo>
                      <a:lnTo>
                        <a:pt x="126206" y="176213"/>
                      </a:lnTo>
                      <a:lnTo>
                        <a:pt x="157491" y="192676"/>
                      </a:lnTo>
                      <a:cubicBezTo>
                        <a:pt x="162147" y="195125"/>
                        <a:pt x="167906" y="193336"/>
                        <a:pt x="170355" y="188680"/>
                      </a:cubicBezTo>
                      <a:cubicBezTo>
                        <a:pt x="171074" y="187313"/>
                        <a:pt x="171450" y="185792"/>
                        <a:pt x="171450" y="184247"/>
                      </a:cubicBezTo>
                      <a:lnTo>
                        <a:pt x="171450" y="9525"/>
                      </a:lnTo>
                      <a:close/>
                      <a:moveTo>
                        <a:pt x="19050" y="19050"/>
                      </a:moveTo>
                      <a:lnTo>
                        <a:pt x="152400" y="19050"/>
                      </a:lnTo>
                      <a:lnTo>
                        <a:pt x="152400" y="168469"/>
                      </a:lnTo>
                      <a:lnTo>
                        <a:pt x="126444" y="154810"/>
                      </a:lnTo>
                      <a:lnTo>
                        <a:pt x="85725" y="175098"/>
                      </a:lnTo>
                      <a:lnTo>
                        <a:pt x="45006" y="154810"/>
                      </a:lnTo>
                      <a:lnTo>
                        <a:pt x="19050" y="168469"/>
                      </a:lnTo>
                      <a:lnTo>
                        <a:pt x="19050" y="19050"/>
                      </a:lnTo>
                      <a:close/>
                      <a:moveTo>
                        <a:pt x="128588" y="104775"/>
                      </a:moveTo>
                      <a:cubicBezTo>
                        <a:pt x="131218" y="104775"/>
                        <a:pt x="133350" y="106907"/>
                        <a:pt x="133350" y="109538"/>
                      </a:cubicBezTo>
                      <a:lnTo>
                        <a:pt x="133350" y="119063"/>
                      </a:lnTo>
                      <a:cubicBezTo>
                        <a:pt x="133350" y="121693"/>
                        <a:pt x="131218" y="123825"/>
                        <a:pt x="128588" y="123825"/>
                      </a:cubicBezTo>
                      <a:lnTo>
                        <a:pt x="42863" y="123825"/>
                      </a:lnTo>
                      <a:cubicBezTo>
                        <a:pt x="40232" y="123825"/>
                        <a:pt x="38100" y="121693"/>
                        <a:pt x="38100" y="119063"/>
                      </a:cubicBezTo>
                      <a:lnTo>
                        <a:pt x="38100" y="109538"/>
                      </a:lnTo>
                      <a:cubicBezTo>
                        <a:pt x="38100" y="106907"/>
                        <a:pt x="40232" y="104775"/>
                        <a:pt x="42863" y="104775"/>
                      </a:cubicBezTo>
                      <a:lnTo>
                        <a:pt x="128588" y="104775"/>
                      </a:lnTo>
                      <a:close/>
                      <a:moveTo>
                        <a:pt x="133350" y="61913"/>
                      </a:moveTo>
                      <a:cubicBezTo>
                        <a:pt x="133350" y="59282"/>
                        <a:pt x="131218" y="57150"/>
                        <a:pt x="128588" y="57150"/>
                      </a:cubicBezTo>
                      <a:lnTo>
                        <a:pt x="42863" y="57150"/>
                      </a:lnTo>
                      <a:cubicBezTo>
                        <a:pt x="40232" y="57150"/>
                        <a:pt x="38100" y="59282"/>
                        <a:pt x="38100" y="61913"/>
                      </a:cubicBezTo>
                      <a:lnTo>
                        <a:pt x="38100" y="71438"/>
                      </a:lnTo>
                      <a:cubicBezTo>
                        <a:pt x="38100" y="74068"/>
                        <a:pt x="40232" y="76200"/>
                        <a:pt x="42863" y="76200"/>
                      </a:cubicBezTo>
                      <a:lnTo>
                        <a:pt x="128588" y="76200"/>
                      </a:lnTo>
                      <a:cubicBezTo>
                        <a:pt x="131218" y="76200"/>
                        <a:pt x="133350" y="74068"/>
                        <a:pt x="133350" y="71438"/>
                      </a:cubicBezTo>
                      <a:lnTo>
                        <a:pt x="133350" y="61913"/>
                      </a:lnTo>
                      <a:close/>
                    </a:path>
                  </a:pathLst>
                </a:custGeom>
                <a:solidFill>
                  <a:srgbClr val="FFFFFF"/>
                </a:solidFill>
                <a:ln w="4763" cap="flat">
                  <a:noFill/>
                  <a:prstDash val="solid"/>
                  <a:miter/>
                </a:ln>
              </p:spPr>
              <p:txBody>
                <a:bodyPr rtlCol="0" anchor="ctr">
                  <a:normAutofit fontScale="85000" lnSpcReduction="20000"/>
                </a:bodyPr>
                <a:lstStyle/>
                <a:p>
                  <a:endParaRPr lang="zh-CN" altLang="en-US">
                    <a:cs typeface="+mn-ea"/>
                    <a:sym typeface="+mn-lt"/>
                  </a:endParaRPr>
                </a:p>
              </p:txBody>
            </p:sp>
          </p:grpSp>
          <p:grpSp>
            <p:nvGrpSpPr>
              <p:cNvPr id="55" name="组合 54">
                <a:extLst>
                  <a:ext uri="{FF2B5EF4-FFF2-40B4-BE49-F238E27FC236}">
                    <a16:creationId xmlns:a16="http://schemas.microsoft.com/office/drawing/2014/main" id="{030CE6D4-9DDF-DE88-1092-4643D1CDD6D2}"/>
                  </a:ext>
                </a:extLst>
              </p:cNvPr>
              <p:cNvGrpSpPr/>
              <p:nvPr/>
            </p:nvGrpSpPr>
            <p:grpSpPr>
              <a:xfrm>
                <a:off x="3532716" y="3419851"/>
                <a:ext cx="2331654" cy="2130050"/>
                <a:chOff x="3532716" y="3419851"/>
                <a:chExt cx="2331654" cy="2130050"/>
              </a:xfrm>
            </p:grpSpPr>
            <p:sp>
              <p:nvSpPr>
                <p:cNvPr id="42" name="Bullet2">
                  <a:extLst>
                    <a:ext uri="{FF2B5EF4-FFF2-40B4-BE49-F238E27FC236}">
                      <a16:creationId xmlns:a16="http://schemas.microsoft.com/office/drawing/2014/main" id="{0D0F9B46-59E0-EA9A-D065-8B1538F5FCBF}"/>
                    </a:ext>
                  </a:extLst>
                </p:cNvPr>
                <p:cNvSpPr>
                  <a:spLocks/>
                </p:cNvSpPr>
                <p:nvPr/>
              </p:nvSpPr>
              <p:spPr>
                <a:xfrm>
                  <a:off x="3532716" y="3419851"/>
                  <a:ext cx="2330450" cy="650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chemeClr val="tx1"/>
                      </a:solidFill>
                      <a:cs typeface="+mn-ea"/>
                      <a:sym typeface="+mn-lt"/>
                    </a:rPr>
                    <a:t>单击添加小标题</a:t>
                  </a:r>
                  <a:endParaRPr lang="en-US" dirty="0">
                    <a:cs typeface="+mn-ea"/>
                    <a:sym typeface="+mn-lt"/>
                  </a:endParaRPr>
                </a:p>
              </p:txBody>
            </p:sp>
            <p:sp>
              <p:nvSpPr>
                <p:cNvPr id="43" name="Text2">
                  <a:extLst>
                    <a:ext uri="{FF2B5EF4-FFF2-40B4-BE49-F238E27FC236}">
                      <a16:creationId xmlns:a16="http://schemas.microsoft.com/office/drawing/2014/main" id="{1F06E684-1C10-483E-5F03-A464863CEA6A}"/>
                    </a:ext>
                  </a:extLst>
                </p:cNvPr>
                <p:cNvSpPr/>
                <p:nvPr/>
              </p:nvSpPr>
              <p:spPr>
                <a:xfrm>
                  <a:off x="3533922" y="4070623"/>
                  <a:ext cx="2330448" cy="14792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grpSp>
          <p:nvGrpSpPr>
            <p:cNvPr id="59" name="组合 58">
              <a:extLst>
                <a:ext uri="{FF2B5EF4-FFF2-40B4-BE49-F238E27FC236}">
                  <a16:creationId xmlns:a16="http://schemas.microsoft.com/office/drawing/2014/main" id="{9D312067-244B-2DC0-C825-CA064B473AD5}"/>
                </a:ext>
              </a:extLst>
            </p:cNvPr>
            <p:cNvGrpSpPr/>
            <p:nvPr/>
          </p:nvGrpSpPr>
          <p:grpSpPr>
            <a:xfrm>
              <a:off x="6249879" y="2425700"/>
              <a:ext cx="2330450" cy="3352801"/>
              <a:chOff x="6316132" y="2197100"/>
              <a:chExt cx="2330450" cy="3352801"/>
            </a:xfrm>
          </p:grpSpPr>
          <p:grpSp>
            <p:nvGrpSpPr>
              <p:cNvPr id="51" name="组合 50">
                <a:extLst>
                  <a:ext uri="{FF2B5EF4-FFF2-40B4-BE49-F238E27FC236}">
                    <a16:creationId xmlns:a16="http://schemas.microsoft.com/office/drawing/2014/main" id="{CA6A1703-EBAB-E86E-AF1A-ED1971D0EF66}"/>
                  </a:ext>
                </a:extLst>
              </p:cNvPr>
              <p:cNvGrpSpPr/>
              <p:nvPr/>
            </p:nvGrpSpPr>
            <p:grpSpPr>
              <a:xfrm>
                <a:off x="6914455" y="2197100"/>
                <a:ext cx="1136216" cy="1136214"/>
                <a:chOff x="6914455" y="2197100"/>
                <a:chExt cx="1136216" cy="1136214"/>
              </a:xfrm>
            </p:grpSpPr>
            <p:sp>
              <p:nvSpPr>
                <p:cNvPr id="36" name="IconBackground3">
                  <a:extLst>
                    <a:ext uri="{FF2B5EF4-FFF2-40B4-BE49-F238E27FC236}">
                      <a16:creationId xmlns:a16="http://schemas.microsoft.com/office/drawing/2014/main" id="{2ABEC050-8CF7-872C-7038-854F0A9FA578}"/>
                    </a:ext>
                  </a:extLst>
                </p:cNvPr>
                <p:cNvSpPr/>
                <p:nvPr/>
              </p:nvSpPr>
              <p:spPr>
                <a:xfrm>
                  <a:off x="6914455" y="2197100"/>
                  <a:ext cx="1136216" cy="1136214"/>
                </a:xfrm>
                <a:prstGeom prst="ellips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n-ea"/>
                    <a:sym typeface="+mn-lt"/>
                  </a:endParaRPr>
                </a:p>
              </p:txBody>
            </p:sp>
            <p:sp>
              <p:nvSpPr>
                <p:cNvPr id="37" name="Icon3">
                  <a:extLst>
                    <a:ext uri="{FF2B5EF4-FFF2-40B4-BE49-F238E27FC236}">
                      <a16:creationId xmlns:a16="http://schemas.microsoft.com/office/drawing/2014/main" id="{4EA1C5A5-7773-3FCF-E09D-2AC5651C2448}"/>
                    </a:ext>
                  </a:extLst>
                </p:cNvPr>
                <p:cNvSpPr/>
                <p:nvPr/>
              </p:nvSpPr>
              <p:spPr>
                <a:xfrm>
                  <a:off x="7283725" y="2551454"/>
                  <a:ext cx="397674" cy="427504"/>
                </a:xfrm>
                <a:custGeom>
                  <a:avLst/>
                  <a:gdLst>
                    <a:gd name="connsiteX0" fmla="*/ 185738 w 190500"/>
                    <a:gd name="connsiteY0" fmla="*/ 185738 h 204787"/>
                    <a:gd name="connsiteX1" fmla="*/ 190500 w 190500"/>
                    <a:gd name="connsiteY1" fmla="*/ 190500 h 204787"/>
                    <a:gd name="connsiteX2" fmla="*/ 190500 w 190500"/>
                    <a:gd name="connsiteY2" fmla="*/ 200025 h 204787"/>
                    <a:gd name="connsiteX3" fmla="*/ 185738 w 190500"/>
                    <a:gd name="connsiteY3" fmla="*/ 204788 h 204787"/>
                    <a:gd name="connsiteX4" fmla="*/ 119063 w 190500"/>
                    <a:gd name="connsiteY4" fmla="*/ 204788 h 204787"/>
                    <a:gd name="connsiteX5" fmla="*/ 114300 w 190500"/>
                    <a:gd name="connsiteY5" fmla="*/ 200025 h 204787"/>
                    <a:gd name="connsiteX6" fmla="*/ 114300 w 190500"/>
                    <a:gd name="connsiteY6" fmla="*/ 190500 h 204787"/>
                    <a:gd name="connsiteX7" fmla="*/ 119063 w 190500"/>
                    <a:gd name="connsiteY7" fmla="*/ 185738 h 204787"/>
                    <a:gd name="connsiteX8" fmla="*/ 185738 w 190500"/>
                    <a:gd name="connsiteY8" fmla="*/ 185738 h 204787"/>
                    <a:gd name="connsiteX9" fmla="*/ 95488 w 190500"/>
                    <a:gd name="connsiteY9" fmla="*/ 109538 h 204787"/>
                    <a:gd name="connsiteX10" fmla="*/ 100217 w 190500"/>
                    <a:gd name="connsiteY10" fmla="*/ 113743 h 204787"/>
                    <a:gd name="connsiteX11" fmla="*/ 100251 w 190500"/>
                    <a:gd name="connsiteY11" fmla="*/ 114300 h 204787"/>
                    <a:gd name="connsiteX12" fmla="*/ 100251 w 190500"/>
                    <a:gd name="connsiteY12" fmla="*/ 123825 h 204787"/>
                    <a:gd name="connsiteX13" fmla="*/ 96041 w 190500"/>
                    <a:gd name="connsiteY13" fmla="*/ 128554 h 204787"/>
                    <a:gd name="connsiteX14" fmla="*/ 95488 w 190500"/>
                    <a:gd name="connsiteY14" fmla="*/ 128588 h 204787"/>
                    <a:gd name="connsiteX15" fmla="*/ 57150 w 190500"/>
                    <a:gd name="connsiteY15" fmla="*/ 128588 h 204787"/>
                    <a:gd name="connsiteX16" fmla="*/ 20241 w 190500"/>
                    <a:gd name="connsiteY16" fmla="*/ 157163 h 204787"/>
                    <a:gd name="connsiteX17" fmla="*/ 19098 w 190500"/>
                    <a:gd name="connsiteY17" fmla="*/ 164725 h 204787"/>
                    <a:gd name="connsiteX18" fmla="*/ 19050 w 190500"/>
                    <a:gd name="connsiteY18" fmla="*/ 166688 h 204787"/>
                    <a:gd name="connsiteX19" fmla="*/ 19050 w 190500"/>
                    <a:gd name="connsiteY19" fmla="*/ 176213 h 204787"/>
                    <a:gd name="connsiteX20" fmla="*/ 95488 w 190500"/>
                    <a:gd name="connsiteY20" fmla="*/ 176213 h 204787"/>
                    <a:gd name="connsiteX21" fmla="*/ 100217 w 190500"/>
                    <a:gd name="connsiteY21" fmla="*/ 180418 h 204787"/>
                    <a:gd name="connsiteX22" fmla="*/ 100251 w 190500"/>
                    <a:gd name="connsiteY22" fmla="*/ 180975 h 204787"/>
                    <a:gd name="connsiteX23" fmla="*/ 100251 w 190500"/>
                    <a:gd name="connsiteY23" fmla="*/ 190500 h 204787"/>
                    <a:gd name="connsiteX24" fmla="*/ 96041 w 190500"/>
                    <a:gd name="connsiteY24" fmla="*/ 195229 h 204787"/>
                    <a:gd name="connsiteX25" fmla="*/ 95488 w 190500"/>
                    <a:gd name="connsiteY25" fmla="*/ 195263 h 204787"/>
                    <a:gd name="connsiteX26" fmla="*/ 9525 w 190500"/>
                    <a:gd name="connsiteY26" fmla="*/ 195263 h 204787"/>
                    <a:gd name="connsiteX27" fmla="*/ 29 w 190500"/>
                    <a:gd name="connsiteY27" fmla="*/ 186452 h 204787"/>
                    <a:gd name="connsiteX28" fmla="*/ 0 w 190500"/>
                    <a:gd name="connsiteY28" fmla="*/ 185738 h 204787"/>
                    <a:gd name="connsiteX29" fmla="*/ 0 w 190500"/>
                    <a:gd name="connsiteY29" fmla="*/ 166688 h 204787"/>
                    <a:gd name="connsiteX30" fmla="*/ 55697 w 190500"/>
                    <a:gd name="connsiteY30" fmla="*/ 109557 h 204787"/>
                    <a:gd name="connsiteX31" fmla="*/ 57150 w 190500"/>
                    <a:gd name="connsiteY31" fmla="*/ 109538 h 204787"/>
                    <a:gd name="connsiteX32" fmla="*/ 95488 w 190500"/>
                    <a:gd name="connsiteY32" fmla="*/ 109538 h 204787"/>
                    <a:gd name="connsiteX33" fmla="*/ 185738 w 190500"/>
                    <a:gd name="connsiteY33" fmla="*/ 147638 h 204787"/>
                    <a:gd name="connsiteX34" fmla="*/ 190500 w 190500"/>
                    <a:gd name="connsiteY34" fmla="*/ 152400 h 204787"/>
                    <a:gd name="connsiteX35" fmla="*/ 190500 w 190500"/>
                    <a:gd name="connsiteY35" fmla="*/ 161925 h 204787"/>
                    <a:gd name="connsiteX36" fmla="*/ 185738 w 190500"/>
                    <a:gd name="connsiteY36" fmla="*/ 166688 h 204787"/>
                    <a:gd name="connsiteX37" fmla="*/ 119063 w 190500"/>
                    <a:gd name="connsiteY37" fmla="*/ 166688 h 204787"/>
                    <a:gd name="connsiteX38" fmla="*/ 114300 w 190500"/>
                    <a:gd name="connsiteY38" fmla="*/ 161925 h 204787"/>
                    <a:gd name="connsiteX39" fmla="*/ 114300 w 190500"/>
                    <a:gd name="connsiteY39" fmla="*/ 152400 h 204787"/>
                    <a:gd name="connsiteX40" fmla="*/ 119063 w 190500"/>
                    <a:gd name="connsiteY40" fmla="*/ 147638 h 204787"/>
                    <a:gd name="connsiteX41" fmla="*/ 185738 w 190500"/>
                    <a:gd name="connsiteY41" fmla="*/ 147638 h 204787"/>
                    <a:gd name="connsiteX42" fmla="*/ 185738 w 190500"/>
                    <a:gd name="connsiteY42" fmla="*/ 109538 h 204787"/>
                    <a:gd name="connsiteX43" fmla="*/ 190500 w 190500"/>
                    <a:gd name="connsiteY43" fmla="*/ 114300 h 204787"/>
                    <a:gd name="connsiteX44" fmla="*/ 190500 w 190500"/>
                    <a:gd name="connsiteY44" fmla="*/ 123825 h 204787"/>
                    <a:gd name="connsiteX45" fmla="*/ 185738 w 190500"/>
                    <a:gd name="connsiteY45" fmla="*/ 128588 h 204787"/>
                    <a:gd name="connsiteX46" fmla="*/ 119063 w 190500"/>
                    <a:gd name="connsiteY46" fmla="*/ 128588 h 204787"/>
                    <a:gd name="connsiteX47" fmla="*/ 114300 w 190500"/>
                    <a:gd name="connsiteY47" fmla="*/ 123825 h 204787"/>
                    <a:gd name="connsiteX48" fmla="*/ 114300 w 190500"/>
                    <a:gd name="connsiteY48" fmla="*/ 114300 h 204787"/>
                    <a:gd name="connsiteX49" fmla="*/ 119063 w 190500"/>
                    <a:gd name="connsiteY49" fmla="*/ 109538 h 204787"/>
                    <a:gd name="connsiteX50" fmla="*/ 185738 w 190500"/>
                    <a:gd name="connsiteY50" fmla="*/ 109538 h 204787"/>
                    <a:gd name="connsiteX51" fmla="*/ 80963 w 190500"/>
                    <a:gd name="connsiteY51" fmla="*/ 0 h 204787"/>
                    <a:gd name="connsiteX52" fmla="*/ 128588 w 190500"/>
                    <a:gd name="connsiteY52" fmla="*/ 47625 h 204787"/>
                    <a:gd name="connsiteX53" fmla="*/ 80963 w 190500"/>
                    <a:gd name="connsiteY53" fmla="*/ 95250 h 204787"/>
                    <a:gd name="connsiteX54" fmla="*/ 33338 w 190500"/>
                    <a:gd name="connsiteY54" fmla="*/ 47625 h 204787"/>
                    <a:gd name="connsiteX55" fmla="*/ 80963 w 190500"/>
                    <a:gd name="connsiteY55" fmla="*/ 0 h 204787"/>
                    <a:gd name="connsiteX56" fmla="*/ 80963 w 190500"/>
                    <a:gd name="connsiteY56" fmla="*/ 19050 h 204787"/>
                    <a:gd name="connsiteX57" fmla="*/ 52388 w 190500"/>
                    <a:gd name="connsiteY57" fmla="*/ 47625 h 204787"/>
                    <a:gd name="connsiteX58" fmla="*/ 80963 w 190500"/>
                    <a:gd name="connsiteY58" fmla="*/ 76200 h 204787"/>
                    <a:gd name="connsiteX59" fmla="*/ 109538 w 190500"/>
                    <a:gd name="connsiteY59" fmla="*/ 47625 h 204787"/>
                    <a:gd name="connsiteX60" fmla="*/ 80963 w 190500"/>
                    <a:gd name="connsiteY60" fmla="*/ 19050 h 20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90500" h="204787">
                      <a:moveTo>
                        <a:pt x="185738" y="185738"/>
                      </a:moveTo>
                      <a:cubicBezTo>
                        <a:pt x="188368" y="185738"/>
                        <a:pt x="190500" y="187870"/>
                        <a:pt x="190500" y="190500"/>
                      </a:cubicBezTo>
                      <a:lnTo>
                        <a:pt x="190500" y="200025"/>
                      </a:lnTo>
                      <a:cubicBezTo>
                        <a:pt x="190500" y="202655"/>
                        <a:pt x="188368" y="204788"/>
                        <a:pt x="185738" y="204788"/>
                      </a:cubicBezTo>
                      <a:lnTo>
                        <a:pt x="119063" y="204788"/>
                      </a:lnTo>
                      <a:cubicBezTo>
                        <a:pt x="116432" y="204788"/>
                        <a:pt x="114300" y="202655"/>
                        <a:pt x="114300" y="200025"/>
                      </a:cubicBezTo>
                      <a:lnTo>
                        <a:pt x="114300" y="190500"/>
                      </a:lnTo>
                      <a:cubicBezTo>
                        <a:pt x="114300" y="187870"/>
                        <a:pt x="116432" y="185738"/>
                        <a:pt x="119063" y="185738"/>
                      </a:cubicBezTo>
                      <a:lnTo>
                        <a:pt x="185738" y="185738"/>
                      </a:lnTo>
                      <a:close/>
                      <a:moveTo>
                        <a:pt x="95488" y="109538"/>
                      </a:moveTo>
                      <a:cubicBezTo>
                        <a:pt x="97903" y="109538"/>
                        <a:pt x="99935" y="111345"/>
                        <a:pt x="100217" y="113743"/>
                      </a:cubicBezTo>
                      <a:lnTo>
                        <a:pt x="100251" y="114300"/>
                      </a:lnTo>
                      <a:lnTo>
                        <a:pt x="100251" y="123825"/>
                      </a:lnTo>
                      <a:cubicBezTo>
                        <a:pt x="100250" y="126241"/>
                        <a:pt x="98440" y="128274"/>
                        <a:pt x="96041" y="128554"/>
                      </a:cubicBezTo>
                      <a:lnTo>
                        <a:pt x="95488" y="128588"/>
                      </a:lnTo>
                      <a:lnTo>
                        <a:pt x="57150" y="128588"/>
                      </a:lnTo>
                      <a:cubicBezTo>
                        <a:pt x="39386" y="128588"/>
                        <a:pt x="24479" y="140732"/>
                        <a:pt x="20241" y="157163"/>
                      </a:cubicBezTo>
                      <a:cubicBezTo>
                        <a:pt x="19616" y="159640"/>
                        <a:pt x="19233" y="162174"/>
                        <a:pt x="19098" y="164725"/>
                      </a:cubicBezTo>
                      <a:lnTo>
                        <a:pt x="19050" y="166688"/>
                      </a:lnTo>
                      <a:lnTo>
                        <a:pt x="19050" y="176213"/>
                      </a:lnTo>
                      <a:lnTo>
                        <a:pt x="95488" y="176213"/>
                      </a:lnTo>
                      <a:cubicBezTo>
                        <a:pt x="97903" y="176213"/>
                        <a:pt x="99935" y="178020"/>
                        <a:pt x="100217" y="180418"/>
                      </a:cubicBezTo>
                      <a:lnTo>
                        <a:pt x="100251" y="180975"/>
                      </a:lnTo>
                      <a:lnTo>
                        <a:pt x="100251" y="190500"/>
                      </a:lnTo>
                      <a:cubicBezTo>
                        <a:pt x="100250" y="192916"/>
                        <a:pt x="98440" y="194949"/>
                        <a:pt x="96041" y="195229"/>
                      </a:cubicBezTo>
                      <a:lnTo>
                        <a:pt x="95488" y="195263"/>
                      </a:lnTo>
                      <a:lnTo>
                        <a:pt x="9525" y="195263"/>
                      </a:lnTo>
                      <a:cubicBezTo>
                        <a:pt x="4545" y="195255"/>
                        <a:pt x="409" y="191417"/>
                        <a:pt x="29" y="186452"/>
                      </a:cubicBezTo>
                      <a:lnTo>
                        <a:pt x="0" y="185738"/>
                      </a:lnTo>
                      <a:lnTo>
                        <a:pt x="0" y="166688"/>
                      </a:lnTo>
                      <a:cubicBezTo>
                        <a:pt x="0" y="135612"/>
                        <a:pt x="24794" y="110328"/>
                        <a:pt x="55697" y="109557"/>
                      </a:cubicBezTo>
                      <a:lnTo>
                        <a:pt x="57150" y="109538"/>
                      </a:lnTo>
                      <a:lnTo>
                        <a:pt x="95488" y="109538"/>
                      </a:lnTo>
                      <a:close/>
                      <a:moveTo>
                        <a:pt x="185738" y="147638"/>
                      </a:moveTo>
                      <a:cubicBezTo>
                        <a:pt x="188368" y="147638"/>
                        <a:pt x="190500" y="149770"/>
                        <a:pt x="190500" y="152400"/>
                      </a:cubicBezTo>
                      <a:lnTo>
                        <a:pt x="190500" y="161925"/>
                      </a:lnTo>
                      <a:cubicBezTo>
                        <a:pt x="190500" y="164555"/>
                        <a:pt x="188368" y="166688"/>
                        <a:pt x="185738" y="166688"/>
                      </a:cubicBezTo>
                      <a:lnTo>
                        <a:pt x="119063" y="166688"/>
                      </a:lnTo>
                      <a:cubicBezTo>
                        <a:pt x="116432" y="166688"/>
                        <a:pt x="114300" y="164555"/>
                        <a:pt x="114300" y="161925"/>
                      </a:cubicBezTo>
                      <a:lnTo>
                        <a:pt x="114300" y="152400"/>
                      </a:lnTo>
                      <a:cubicBezTo>
                        <a:pt x="114300" y="149770"/>
                        <a:pt x="116432" y="147638"/>
                        <a:pt x="119063" y="147638"/>
                      </a:cubicBezTo>
                      <a:lnTo>
                        <a:pt x="185738" y="147638"/>
                      </a:lnTo>
                      <a:close/>
                      <a:moveTo>
                        <a:pt x="185738" y="109538"/>
                      </a:moveTo>
                      <a:cubicBezTo>
                        <a:pt x="188368" y="109538"/>
                        <a:pt x="190500" y="111670"/>
                        <a:pt x="190500" y="114300"/>
                      </a:cubicBezTo>
                      <a:lnTo>
                        <a:pt x="190500" y="123825"/>
                      </a:lnTo>
                      <a:cubicBezTo>
                        <a:pt x="190500" y="126455"/>
                        <a:pt x="188368" y="128588"/>
                        <a:pt x="185738" y="128588"/>
                      </a:cubicBezTo>
                      <a:lnTo>
                        <a:pt x="119063" y="128588"/>
                      </a:lnTo>
                      <a:cubicBezTo>
                        <a:pt x="116432" y="128588"/>
                        <a:pt x="114300" y="126455"/>
                        <a:pt x="114300" y="123825"/>
                      </a:cubicBezTo>
                      <a:lnTo>
                        <a:pt x="114300" y="114300"/>
                      </a:lnTo>
                      <a:cubicBezTo>
                        <a:pt x="114300" y="111670"/>
                        <a:pt x="116432" y="109538"/>
                        <a:pt x="119063" y="109538"/>
                      </a:cubicBezTo>
                      <a:lnTo>
                        <a:pt x="185738" y="109538"/>
                      </a:lnTo>
                      <a:close/>
                      <a:moveTo>
                        <a:pt x="80963" y="0"/>
                      </a:moveTo>
                      <a:cubicBezTo>
                        <a:pt x="107252" y="0"/>
                        <a:pt x="128588" y="21322"/>
                        <a:pt x="128588" y="47625"/>
                      </a:cubicBezTo>
                      <a:cubicBezTo>
                        <a:pt x="128588" y="73928"/>
                        <a:pt x="107252" y="95250"/>
                        <a:pt x="80963" y="95250"/>
                      </a:cubicBezTo>
                      <a:cubicBezTo>
                        <a:pt x="54673" y="95250"/>
                        <a:pt x="33338" y="73928"/>
                        <a:pt x="33338" y="47625"/>
                      </a:cubicBezTo>
                      <a:cubicBezTo>
                        <a:pt x="33338" y="21322"/>
                        <a:pt x="54673" y="0"/>
                        <a:pt x="80963" y="0"/>
                      </a:cubicBezTo>
                      <a:close/>
                      <a:moveTo>
                        <a:pt x="80963" y="19050"/>
                      </a:moveTo>
                      <a:cubicBezTo>
                        <a:pt x="65199" y="19050"/>
                        <a:pt x="52388" y="31842"/>
                        <a:pt x="52388" y="47625"/>
                      </a:cubicBezTo>
                      <a:cubicBezTo>
                        <a:pt x="52388" y="63408"/>
                        <a:pt x="65199" y="76200"/>
                        <a:pt x="80963" y="76200"/>
                      </a:cubicBezTo>
                      <a:cubicBezTo>
                        <a:pt x="96726" y="76200"/>
                        <a:pt x="109538" y="63408"/>
                        <a:pt x="109538" y="47625"/>
                      </a:cubicBezTo>
                      <a:cubicBezTo>
                        <a:pt x="109538" y="31842"/>
                        <a:pt x="96726" y="19050"/>
                        <a:pt x="80963" y="19050"/>
                      </a:cubicBezTo>
                      <a:close/>
                    </a:path>
                  </a:pathLst>
                </a:custGeom>
                <a:solidFill>
                  <a:srgbClr val="FFFFFF"/>
                </a:solidFill>
                <a:ln w="4763" cap="flat">
                  <a:noFill/>
                  <a:prstDash val="solid"/>
                  <a:miter/>
                </a:ln>
              </p:spPr>
              <p:txBody>
                <a:bodyPr rtlCol="0" anchor="ctr">
                  <a:normAutofit/>
                </a:bodyPr>
                <a:lstStyle/>
                <a:p>
                  <a:endParaRPr lang="zh-CN" altLang="en-US">
                    <a:cs typeface="+mn-ea"/>
                    <a:sym typeface="+mn-lt"/>
                  </a:endParaRPr>
                </a:p>
              </p:txBody>
            </p:sp>
          </p:grpSp>
          <p:grpSp>
            <p:nvGrpSpPr>
              <p:cNvPr id="54" name="组合 53">
                <a:extLst>
                  <a:ext uri="{FF2B5EF4-FFF2-40B4-BE49-F238E27FC236}">
                    <a16:creationId xmlns:a16="http://schemas.microsoft.com/office/drawing/2014/main" id="{1CF1AE36-3E48-8238-9FE8-CD25793FB44A}"/>
                  </a:ext>
                </a:extLst>
              </p:cNvPr>
              <p:cNvGrpSpPr/>
              <p:nvPr/>
            </p:nvGrpSpPr>
            <p:grpSpPr>
              <a:xfrm>
                <a:off x="6316132" y="3419851"/>
                <a:ext cx="2330450" cy="2130050"/>
                <a:chOff x="6316132" y="3419851"/>
                <a:chExt cx="2330450" cy="2130050"/>
              </a:xfrm>
            </p:grpSpPr>
            <p:sp>
              <p:nvSpPr>
                <p:cNvPr id="38" name="Bullet3">
                  <a:extLst>
                    <a:ext uri="{FF2B5EF4-FFF2-40B4-BE49-F238E27FC236}">
                      <a16:creationId xmlns:a16="http://schemas.microsoft.com/office/drawing/2014/main" id="{9BC771CC-417A-2539-941A-A31F39EC281B}"/>
                    </a:ext>
                  </a:extLst>
                </p:cNvPr>
                <p:cNvSpPr>
                  <a:spLocks/>
                </p:cNvSpPr>
                <p:nvPr/>
              </p:nvSpPr>
              <p:spPr>
                <a:xfrm>
                  <a:off x="6316132" y="3419851"/>
                  <a:ext cx="2330450" cy="650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dirty="0">
                      <a:solidFill>
                        <a:schemeClr val="tx1"/>
                      </a:solidFill>
                      <a:cs typeface="+mn-ea"/>
                      <a:sym typeface="+mn-lt"/>
                    </a:rPr>
                    <a:t>单击添加小标题</a:t>
                  </a:r>
                  <a:endParaRPr lang="en-US" dirty="0">
                    <a:cs typeface="+mn-ea"/>
                    <a:sym typeface="+mn-lt"/>
                  </a:endParaRPr>
                </a:p>
              </p:txBody>
            </p:sp>
            <p:sp>
              <p:nvSpPr>
                <p:cNvPr id="39" name="Text3">
                  <a:extLst>
                    <a:ext uri="{FF2B5EF4-FFF2-40B4-BE49-F238E27FC236}">
                      <a16:creationId xmlns:a16="http://schemas.microsoft.com/office/drawing/2014/main" id="{6BA00BF9-4AEB-4A53-7D5F-19698E581FC2}"/>
                    </a:ext>
                  </a:extLst>
                </p:cNvPr>
                <p:cNvSpPr/>
                <p:nvPr/>
              </p:nvSpPr>
              <p:spPr>
                <a:xfrm>
                  <a:off x="6316133" y="4070623"/>
                  <a:ext cx="2330448" cy="14792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grpSp>
          <p:nvGrpSpPr>
            <p:cNvPr id="60" name="组合 59">
              <a:extLst>
                <a:ext uri="{FF2B5EF4-FFF2-40B4-BE49-F238E27FC236}">
                  <a16:creationId xmlns:a16="http://schemas.microsoft.com/office/drawing/2014/main" id="{F7AE320F-DB61-F0ED-E9CB-914FB01A708A}"/>
                </a:ext>
              </a:extLst>
            </p:cNvPr>
            <p:cNvGrpSpPr/>
            <p:nvPr/>
          </p:nvGrpSpPr>
          <p:grpSpPr>
            <a:xfrm>
              <a:off x="8898379" y="2590261"/>
              <a:ext cx="2330450" cy="3188240"/>
              <a:chOff x="9098345" y="2361661"/>
              <a:chExt cx="2330450" cy="3188240"/>
            </a:xfrm>
          </p:grpSpPr>
          <p:grpSp>
            <p:nvGrpSpPr>
              <p:cNvPr id="52" name="组合 51">
                <a:extLst>
                  <a:ext uri="{FF2B5EF4-FFF2-40B4-BE49-F238E27FC236}">
                    <a16:creationId xmlns:a16="http://schemas.microsoft.com/office/drawing/2014/main" id="{5332375C-9C43-1F4A-ADA7-F794A7E354DF}"/>
                  </a:ext>
                </a:extLst>
              </p:cNvPr>
              <p:cNvGrpSpPr/>
              <p:nvPr/>
            </p:nvGrpSpPr>
            <p:grpSpPr>
              <a:xfrm>
                <a:off x="9861229" y="2361661"/>
                <a:ext cx="807094" cy="807092"/>
                <a:chOff x="9861229" y="2361661"/>
                <a:chExt cx="807094" cy="807092"/>
              </a:xfrm>
            </p:grpSpPr>
            <p:sp>
              <p:nvSpPr>
                <p:cNvPr id="32" name="IconBackground4">
                  <a:extLst>
                    <a:ext uri="{FF2B5EF4-FFF2-40B4-BE49-F238E27FC236}">
                      <a16:creationId xmlns:a16="http://schemas.microsoft.com/office/drawing/2014/main" id="{4D88F794-8209-396B-9AC9-37F6F859F022}"/>
                    </a:ext>
                  </a:extLst>
                </p:cNvPr>
                <p:cNvSpPr/>
                <p:nvPr/>
              </p:nvSpPr>
              <p:spPr>
                <a:xfrm>
                  <a:off x="9861229" y="2361661"/>
                  <a:ext cx="807094" cy="807092"/>
                </a:xfrm>
                <a:prstGeom prst="ellips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n-ea"/>
                    <a:sym typeface="+mn-lt"/>
                  </a:endParaRPr>
                </a:p>
              </p:txBody>
            </p:sp>
            <p:sp>
              <p:nvSpPr>
                <p:cNvPr id="33" name="Icon4">
                  <a:extLst>
                    <a:ext uri="{FF2B5EF4-FFF2-40B4-BE49-F238E27FC236}">
                      <a16:creationId xmlns:a16="http://schemas.microsoft.com/office/drawing/2014/main" id="{CCEB0BF7-0212-9FB2-E2AD-5BEE8940A527}"/>
                    </a:ext>
                  </a:extLst>
                </p:cNvPr>
                <p:cNvSpPr/>
                <p:nvPr/>
              </p:nvSpPr>
              <p:spPr>
                <a:xfrm>
                  <a:off x="10124996" y="2635248"/>
                  <a:ext cx="279558" cy="259916"/>
                </a:xfrm>
                <a:custGeom>
                  <a:avLst/>
                  <a:gdLst>
                    <a:gd name="connsiteX0" fmla="*/ 48543 w 188527"/>
                    <a:gd name="connsiteY0" fmla="*/ 1394 h 175282"/>
                    <a:gd name="connsiteX1" fmla="*/ 55277 w 188527"/>
                    <a:gd name="connsiteY1" fmla="*/ 1394 h 175282"/>
                    <a:gd name="connsiteX2" fmla="*/ 62011 w 188527"/>
                    <a:gd name="connsiteY2" fmla="*/ 8129 h 175282"/>
                    <a:gd name="connsiteX3" fmla="*/ 62011 w 188527"/>
                    <a:gd name="connsiteY3" fmla="*/ 14863 h 175282"/>
                    <a:gd name="connsiteX4" fmla="*/ 35070 w 188527"/>
                    <a:gd name="connsiteY4" fmla="*/ 41804 h 175282"/>
                    <a:gd name="connsiteX5" fmla="*/ 28336 w 188527"/>
                    <a:gd name="connsiteY5" fmla="*/ 48538 h 175282"/>
                    <a:gd name="connsiteX6" fmla="*/ 21602 w 188527"/>
                    <a:gd name="connsiteY6" fmla="*/ 48538 h 175282"/>
                    <a:gd name="connsiteX7" fmla="*/ 14868 w 188527"/>
                    <a:gd name="connsiteY7" fmla="*/ 41804 h 175282"/>
                    <a:gd name="connsiteX8" fmla="*/ 1394 w 188527"/>
                    <a:gd name="connsiteY8" fmla="*/ 28336 h 175282"/>
                    <a:gd name="connsiteX9" fmla="*/ 1394 w 188527"/>
                    <a:gd name="connsiteY9" fmla="*/ 21602 h 175282"/>
                    <a:gd name="connsiteX10" fmla="*/ 8129 w 188527"/>
                    <a:gd name="connsiteY10" fmla="*/ 14863 h 175282"/>
                    <a:gd name="connsiteX11" fmla="*/ 14864 w 188527"/>
                    <a:gd name="connsiteY11" fmla="*/ 14859 h 175282"/>
                    <a:gd name="connsiteX12" fmla="*/ 14868 w 188527"/>
                    <a:gd name="connsiteY12" fmla="*/ 14863 h 175282"/>
                    <a:gd name="connsiteX13" fmla="*/ 24969 w 188527"/>
                    <a:gd name="connsiteY13" fmla="*/ 24969 h 175282"/>
                    <a:gd name="connsiteX14" fmla="*/ 48543 w 188527"/>
                    <a:gd name="connsiteY14" fmla="*/ 1394 h 175282"/>
                    <a:gd name="connsiteX15" fmla="*/ 183765 w 188527"/>
                    <a:gd name="connsiteY15" fmla="*/ 19849 h 175282"/>
                    <a:gd name="connsiteX16" fmla="*/ 188527 w 188527"/>
                    <a:gd name="connsiteY16" fmla="*/ 24612 h 175282"/>
                    <a:gd name="connsiteX17" fmla="*/ 188527 w 188527"/>
                    <a:gd name="connsiteY17" fmla="*/ 34137 h 175282"/>
                    <a:gd name="connsiteX18" fmla="*/ 183765 w 188527"/>
                    <a:gd name="connsiteY18" fmla="*/ 38899 h 175282"/>
                    <a:gd name="connsiteX19" fmla="*/ 88515 w 188527"/>
                    <a:gd name="connsiteY19" fmla="*/ 38899 h 175282"/>
                    <a:gd name="connsiteX20" fmla="*/ 83752 w 188527"/>
                    <a:gd name="connsiteY20" fmla="*/ 34137 h 175282"/>
                    <a:gd name="connsiteX21" fmla="*/ 83752 w 188527"/>
                    <a:gd name="connsiteY21" fmla="*/ 24612 h 175282"/>
                    <a:gd name="connsiteX22" fmla="*/ 88515 w 188527"/>
                    <a:gd name="connsiteY22" fmla="*/ 19849 h 175282"/>
                    <a:gd name="connsiteX23" fmla="*/ 183765 w 188527"/>
                    <a:gd name="connsiteY23" fmla="*/ 19849 h 175282"/>
                    <a:gd name="connsiteX24" fmla="*/ 36127 w 188527"/>
                    <a:gd name="connsiteY24" fmla="*/ 80033 h 175282"/>
                    <a:gd name="connsiteX25" fmla="*/ 40890 w 188527"/>
                    <a:gd name="connsiteY25" fmla="*/ 84795 h 175282"/>
                    <a:gd name="connsiteX26" fmla="*/ 40890 w 188527"/>
                    <a:gd name="connsiteY26" fmla="*/ 103845 h 175282"/>
                    <a:gd name="connsiteX27" fmla="*/ 36127 w 188527"/>
                    <a:gd name="connsiteY27" fmla="*/ 108608 h 175282"/>
                    <a:gd name="connsiteX28" fmla="*/ 17077 w 188527"/>
                    <a:gd name="connsiteY28" fmla="*/ 108608 h 175282"/>
                    <a:gd name="connsiteX29" fmla="*/ 12315 w 188527"/>
                    <a:gd name="connsiteY29" fmla="*/ 103845 h 175282"/>
                    <a:gd name="connsiteX30" fmla="*/ 12315 w 188527"/>
                    <a:gd name="connsiteY30" fmla="*/ 84795 h 175282"/>
                    <a:gd name="connsiteX31" fmla="*/ 17077 w 188527"/>
                    <a:gd name="connsiteY31" fmla="*/ 80033 h 175282"/>
                    <a:gd name="connsiteX32" fmla="*/ 36127 w 188527"/>
                    <a:gd name="connsiteY32" fmla="*/ 80033 h 175282"/>
                    <a:gd name="connsiteX33" fmla="*/ 40890 w 188527"/>
                    <a:gd name="connsiteY33" fmla="*/ 151470 h 175282"/>
                    <a:gd name="connsiteX34" fmla="*/ 36127 w 188527"/>
                    <a:gd name="connsiteY34" fmla="*/ 146708 h 175282"/>
                    <a:gd name="connsiteX35" fmla="*/ 17077 w 188527"/>
                    <a:gd name="connsiteY35" fmla="*/ 146708 h 175282"/>
                    <a:gd name="connsiteX36" fmla="*/ 12315 w 188527"/>
                    <a:gd name="connsiteY36" fmla="*/ 151470 h 175282"/>
                    <a:gd name="connsiteX37" fmla="*/ 12315 w 188527"/>
                    <a:gd name="connsiteY37" fmla="*/ 170520 h 175282"/>
                    <a:gd name="connsiteX38" fmla="*/ 17077 w 188527"/>
                    <a:gd name="connsiteY38" fmla="*/ 175283 h 175282"/>
                    <a:gd name="connsiteX39" fmla="*/ 36127 w 188527"/>
                    <a:gd name="connsiteY39" fmla="*/ 175283 h 175282"/>
                    <a:gd name="connsiteX40" fmla="*/ 40890 w 188527"/>
                    <a:gd name="connsiteY40" fmla="*/ 170520 h 175282"/>
                    <a:gd name="connsiteX41" fmla="*/ 40890 w 188527"/>
                    <a:gd name="connsiteY41" fmla="*/ 151470 h 175282"/>
                    <a:gd name="connsiteX42" fmla="*/ 183765 w 188527"/>
                    <a:gd name="connsiteY42" fmla="*/ 153199 h 175282"/>
                    <a:gd name="connsiteX43" fmla="*/ 188527 w 188527"/>
                    <a:gd name="connsiteY43" fmla="*/ 157962 h 175282"/>
                    <a:gd name="connsiteX44" fmla="*/ 188527 w 188527"/>
                    <a:gd name="connsiteY44" fmla="*/ 167487 h 175282"/>
                    <a:gd name="connsiteX45" fmla="*/ 183765 w 188527"/>
                    <a:gd name="connsiteY45" fmla="*/ 172249 h 175282"/>
                    <a:gd name="connsiteX46" fmla="*/ 88515 w 188527"/>
                    <a:gd name="connsiteY46" fmla="*/ 172249 h 175282"/>
                    <a:gd name="connsiteX47" fmla="*/ 83752 w 188527"/>
                    <a:gd name="connsiteY47" fmla="*/ 167487 h 175282"/>
                    <a:gd name="connsiteX48" fmla="*/ 83752 w 188527"/>
                    <a:gd name="connsiteY48" fmla="*/ 157962 h 175282"/>
                    <a:gd name="connsiteX49" fmla="*/ 88515 w 188527"/>
                    <a:gd name="connsiteY49" fmla="*/ 153199 h 175282"/>
                    <a:gd name="connsiteX50" fmla="*/ 183765 w 188527"/>
                    <a:gd name="connsiteY50" fmla="*/ 153199 h 175282"/>
                    <a:gd name="connsiteX51" fmla="*/ 183765 w 188527"/>
                    <a:gd name="connsiteY51" fmla="*/ 86524 h 175282"/>
                    <a:gd name="connsiteX52" fmla="*/ 188527 w 188527"/>
                    <a:gd name="connsiteY52" fmla="*/ 91287 h 175282"/>
                    <a:gd name="connsiteX53" fmla="*/ 188527 w 188527"/>
                    <a:gd name="connsiteY53" fmla="*/ 100812 h 175282"/>
                    <a:gd name="connsiteX54" fmla="*/ 183765 w 188527"/>
                    <a:gd name="connsiteY54" fmla="*/ 105574 h 175282"/>
                    <a:gd name="connsiteX55" fmla="*/ 88515 w 188527"/>
                    <a:gd name="connsiteY55" fmla="*/ 105574 h 175282"/>
                    <a:gd name="connsiteX56" fmla="*/ 83752 w 188527"/>
                    <a:gd name="connsiteY56" fmla="*/ 100812 h 175282"/>
                    <a:gd name="connsiteX57" fmla="*/ 83752 w 188527"/>
                    <a:gd name="connsiteY57" fmla="*/ 91287 h 175282"/>
                    <a:gd name="connsiteX58" fmla="*/ 88515 w 188527"/>
                    <a:gd name="connsiteY58" fmla="*/ 86524 h 175282"/>
                    <a:gd name="connsiteX59" fmla="*/ 183765 w 188527"/>
                    <a:gd name="connsiteY59" fmla="*/ 86524 h 175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88527" h="175282">
                      <a:moveTo>
                        <a:pt x="48543" y="1394"/>
                      </a:moveTo>
                      <a:cubicBezTo>
                        <a:pt x="50403" y="-465"/>
                        <a:pt x="53418" y="-465"/>
                        <a:pt x="55277" y="1394"/>
                      </a:cubicBezTo>
                      <a:lnTo>
                        <a:pt x="62011" y="8129"/>
                      </a:lnTo>
                      <a:cubicBezTo>
                        <a:pt x="63871" y="9988"/>
                        <a:pt x="63871" y="13003"/>
                        <a:pt x="62011" y="14863"/>
                      </a:cubicBezTo>
                      <a:lnTo>
                        <a:pt x="35070" y="41804"/>
                      </a:lnTo>
                      <a:lnTo>
                        <a:pt x="28336" y="48538"/>
                      </a:lnTo>
                      <a:cubicBezTo>
                        <a:pt x="26476" y="50398"/>
                        <a:pt x="23461" y="50398"/>
                        <a:pt x="21602" y="48538"/>
                      </a:cubicBezTo>
                      <a:lnTo>
                        <a:pt x="14868" y="41804"/>
                      </a:lnTo>
                      <a:lnTo>
                        <a:pt x="1394" y="28336"/>
                      </a:lnTo>
                      <a:cubicBezTo>
                        <a:pt x="-465" y="26476"/>
                        <a:pt x="-465" y="23461"/>
                        <a:pt x="1394" y="21602"/>
                      </a:cubicBezTo>
                      <a:lnTo>
                        <a:pt x="8129" y="14863"/>
                      </a:lnTo>
                      <a:cubicBezTo>
                        <a:pt x="9987" y="13002"/>
                        <a:pt x="13003" y="13000"/>
                        <a:pt x="14864" y="14859"/>
                      </a:cubicBezTo>
                      <a:cubicBezTo>
                        <a:pt x="14865" y="14860"/>
                        <a:pt x="14866" y="14862"/>
                        <a:pt x="14868" y="14863"/>
                      </a:cubicBezTo>
                      <a:lnTo>
                        <a:pt x="24969" y="24969"/>
                      </a:lnTo>
                      <a:lnTo>
                        <a:pt x="48543" y="1394"/>
                      </a:lnTo>
                      <a:close/>
                      <a:moveTo>
                        <a:pt x="183765" y="19849"/>
                      </a:moveTo>
                      <a:cubicBezTo>
                        <a:pt x="186395" y="19849"/>
                        <a:pt x="188527" y="21981"/>
                        <a:pt x="188527" y="24612"/>
                      </a:cubicBezTo>
                      <a:lnTo>
                        <a:pt x="188527" y="34137"/>
                      </a:lnTo>
                      <a:cubicBezTo>
                        <a:pt x="188527" y="36767"/>
                        <a:pt x="186395" y="38899"/>
                        <a:pt x="183765" y="38899"/>
                      </a:cubicBezTo>
                      <a:lnTo>
                        <a:pt x="88515" y="38899"/>
                      </a:lnTo>
                      <a:cubicBezTo>
                        <a:pt x="85884" y="38899"/>
                        <a:pt x="83752" y="36767"/>
                        <a:pt x="83752" y="34137"/>
                      </a:cubicBezTo>
                      <a:lnTo>
                        <a:pt x="83752" y="24612"/>
                      </a:lnTo>
                      <a:cubicBezTo>
                        <a:pt x="83752" y="21981"/>
                        <a:pt x="85884" y="19849"/>
                        <a:pt x="88515" y="19849"/>
                      </a:cubicBezTo>
                      <a:lnTo>
                        <a:pt x="183765" y="19849"/>
                      </a:lnTo>
                      <a:close/>
                      <a:moveTo>
                        <a:pt x="36127" y="80033"/>
                      </a:moveTo>
                      <a:cubicBezTo>
                        <a:pt x="38758" y="80033"/>
                        <a:pt x="40890" y="82165"/>
                        <a:pt x="40890" y="84795"/>
                      </a:cubicBezTo>
                      <a:lnTo>
                        <a:pt x="40890" y="103845"/>
                      </a:lnTo>
                      <a:cubicBezTo>
                        <a:pt x="40890" y="106476"/>
                        <a:pt x="38758" y="108608"/>
                        <a:pt x="36127" y="108608"/>
                      </a:cubicBezTo>
                      <a:lnTo>
                        <a:pt x="17077" y="108608"/>
                      </a:lnTo>
                      <a:cubicBezTo>
                        <a:pt x="14447" y="108608"/>
                        <a:pt x="12315" y="106476"/>
                        <a:pt x="12315" y="103845"/>
                      </a:cubicBezTo>
                      <a:lnTo>
                        <a:pt x="12315" y="84795"/>
                      </a:lnTo>
                      <a:cubicBezTo>
                        <a:pt x="12315" y="82165"/>
                        <a:pt x="14447" y="80033"/>
                        <a:pt x="17077" y="80033"/>
                      </a:cubicBezTo>
                      <a:lnTo>
                        <a:pt x="36127" y="80033"/>
                      </a:lnTo>
                      <a:close/>
                      <a:moveTo>
                        <a:pt x="40890" y="151470"/>
                      </a:moveTo>
                      <a:cubicBezTo>
                        <a:pt x="40890" y="148840"/>
                        <a:pt x="38758" y="146708"/>
                        <a:pt x="36127" y="146708"/>
                      </a:cubicBezTo>
                      <a:lnTo>
                        <a:pt x="17077" y="146708"/>
                      </a:lnTo>
                      <a:cubicBezTo>
                        <a:pt x="14447" y="146708"/>
                        <a:pt x="12315" y="148840"/>
                        <a:pt x="12315" y="151470"/>
                      </a:cubicBezTo>
                      <a:lnTo>
                        <a:pt x="12315" y="170520"/>
                      </a:lnTo>
                      <a:cubicBezTo>
                        <a:pt x="12315" y="173151"/>
                        <a:pt x="14447" y="175283"/>
                        <a:pt x="17077" y="175283"/>
                      </a:cubicBezTo>
                      <a:lnTo>
                        <a:pt x="36127" y="175283"/>
                      </a:lnTo>
                      <a:cubicBezTo>
                        <a:pt x="38758" y="175283"/>
                        <a:pt x="40890" y="173151"/>
                        <a:pt x="40890" y="170520"/>
                      </a:cubicBezTo>
                      <a:lnTo>
                        <a:pt x="40890" y="151470"/>
                      </a:lnTo>
                      <a:close/>
                      <a:moveTo>
                        <a:pt x="183765" y="153199"/>
                      </a:moveTo>
                      <a:cubicBezTo>
                        <a:pt x="186395" y="153199"/>
                        <a:pt x="188527" y="155331"/>
                        <a:pt x="188527" y="157962"/>
                      </a:cubicBezTo>
                      <a:lnTo>
                        <a:pt x="188527" y="167487"/>
                      </a:lnTo>
                      <a:cubicBezTo>
                        <a:pt x="188527" y="170117"/>
                        <a:pt x="186395" y="172249"/>
                        <a:pt x="183765" y="172249"/>
                      </a:cubicBezTo>
                      <a:lnTo>
                        <a:pt x="88515" y="172249"/>
                      </a:lnTo>
                      <a:cubicBezTo>
                        <a:pt x="85884" y="172249"/>
                        <a:pt x="83752" y="170117"/>
                        <a:pt x="83752" y="167487"/>
                      </a:cubicBezTo>
                      <a:lnTo>
                        <a:pt x="83752" y="157962"/>
                      </a:lnTo>
                      <a:cubicBezTo>
                        <a:pt x="83752" y="155331"/>
                        <a:pt x="85884" y="153199"/>
                        <a:pt x="88515" y="153199"/>
                      </a:cubicBezTo>
                      <a:lnTo>
                        <a:pt x="183765" y="153199"/>
                      </a:lnTo>
                      <a:close/>
                      <a:moveTo>
                        <a:pt x="183765" y="86524"/>
                      </a:moveTo>
                      <a:cubicBezTo>
                        <a:pt x="186395" y="86524"/>
                        <a:pt x="188527" y="88656"/>
                        <a:pt x="188527" y="91287"/>
                      </a:cubicBezTo>
                      <a:lnTo>
                        <a:pt x="188527" y="100812"/>
                      </a:lnTo>
                      <a:cubicBezTo>
                        <a:pt x="188527" y="103442"/>
                        <a:pt x="186395" y="105574"/>
                        <a:pt x="183765" y="105574"/>
                      </a:cubicBezTo>
                      <a:lnTo>
                        <a:pt x="88515" y="105574"/>
                      </a:lnTo>
                      <a:cubicBezTo>
                        <a:pt x="85884" y="105574"/>
                        <a:pt x="83752" y="103442"/>
                        <a:pt x="83752" y="100812"/>
                      </a:cubicBezTo>
                      <a:lnTo>
                        <a:pt x="83752" y="91287"/>
                      </a:lnTo>
                      <a:cubicBezTo>
                        <a:pt x="83752" y="88656"/>
                        <a:pt x="85884" y="86524"/>
                        <a:pt x="88515" y="86524"/>
                      </a:cubicBezTo>
                      <a:lnTo>
                        <a:pt x="183765" y="86524"/>
                      </a:lnTo>
                      <a:close/>
                    </a:path>
                  </a:pathLst>
                </a:custGeom>
                <a:solidFill>
                  <a:srgbClr val="FFFFFF"/>
                </a:solidFill>
                <a:ln w="4763" cap="flat">
                  <a:noFill/>
                  <a:prstDash val="solid"/>
                  <a:miter/>
                </a:ln>
              </p:spPr>
              <p:txBody>
                <a:bodyPr rtlCol="0" anchor="ctr">
                  <a:normAutofit fontScale="70000" lnSpcReduction="20000"/>
                </a:bodyPr>
                <a:lstStyle/>
                <a:p>
                  <a:endParaRPr lang="zh-CN" altLang="en-US">
                    <a:cs typeface="+mn-ea"/>
                    <a:sym typeface="+mn-lt"/>
                  </a:endParaRPr>
                </a:p>
              </p:txBody>
            </p:sp>
          </p:grpSp>
          <p:grpSp>
            <p:nvGrpSpPr>
              <p:cNvPr id="53" name="组合 52">
                <a:extLst>
                  <a:ext uri="{FF2B5EF4-FFF2-40B4-BE49-F238E27FC236}">
                    <a16:creationId xmlns:a16="http://schemas.microsoft.com/office/drawing/2014/main" id="{F3933C7D-F683-08AB-89D6-B6CC025CE4C3}"/>
                  </a:ext>
                </a:extLst>
              </p:cNvPr>
              <p:cNvGrpSpPr/>
              <p:nvPr/>
            </p:nvGrpSpPr>
            <p:grpSpPr>
              <a:xfrm>
                <a:off x="9098345" y="3419851"/>
                <a:ext cx="2330450" cy="2130050"/>
                <a:chOff x="9098345" y="3419851"/>
                <a:chExt cx="2330450" cy="2130050"/>
              </a:xfrm>
            </p:grpSpPr>
            <p:sp>
              <p:nvSpPr>
                <p:cNvPr id="34" name="Bullet4">
                  <a:extLst>
                    <a:ext uri="{FF2B5EF4-FFF2-40B4-BE49-F238E27FC236}">
                      <a16:creationId xmlns:a16="http://schemas.microsoft.com/office/drawing/2014/main" id="{2C3635CF-8DEF-F5A0-8FB8-1E7B9BF836A6}"/>
                    </a:ext>
                  </a:extLst>
                </p:cNvPr>
                <p:cNvSpPr>
                  <a:spLocks/>
                </p:cNvSpPr>
                <p:nvPr/>
              </p:nvSpPr>
              <p:spPr>
                <a:xfrm>
                  <a:off x="9098345" y="3419851"/>
                  <a:ext cx="2330450" cy="6507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chemeClr val="tx1"/>
                      </a:solidFill>
                      <a:cs typeface="+mn-ea"/>
                      <a:sym typeface="+mn-lt"/>
                    </a:rPr>
                    <a:t>单击添加小标题</a:t>
                  </a:r>
                  <a:endParaRPr lang="en-US" dirty="0">
                    <a:cs typeface="+mn-ea"/>
                    <a:sym typeface="+mn-lt"/>
                  </a:endParaRPr>
                </a:p>
              </p:txBody>
            </p:sp>
            <p:sp>
              <p:nvSpPr>
                <p:cNvPr id="35" name="Text4">
                  <a:extLst>
                    <a:ext uri="{FF2B5EF4-FFF2-40B4-BE49-F238E27FC236}">
                      <a16:creationId xmlns:a16="http://schemas.microsoft.com/office/drawing/2014/main" id="{77F3EC61-CFA2-9F79-CD25-08A3133197C6}"/>
                    </a:ext>
                  </a:extLst>
                </p:cNvPr>
                <p:cNvSpPr/>
                <p:nvPr/>
              </p:nvSpPr>
              <p:spPr>
                <a:xfrm>
                  <a:off x="9098346" y="4070623"/>
                  <a:ext cx="2330448" cy="14792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grpSp>
      <p:sp>
        <p:nvSpPr>
          <p:cNvPr id="64"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spTree>
    <p:extLst>
      <p:ext uri="{BB962C8B-B14F-4D97-AF65-F5344CB8AC3E}">
        <p14:creationId xmlns:p14="http://schemas.microsoft.com/office/powerpoint/2010/main" val="1676622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grpSp>
        <p:nvGrpSpPr>
          <p:cNvPr id="3" name="组合 2">
            <a:extLst>
              <a:ext uri="{FF2B5EF4-FFF2-40B4-BE49-F238E27FC236}">
                <a16:creationId xmlns:a16="http://schemas.microsoft.com/office/drawing/2014/main" id="{2124110D-5EBA-111C-77CF-66D4BB107D1B}"/>
              </a:ext>
            </a:extLst>
          </p:cNvPr>
          <p:cNvGrpSpPr/>
          <p:nvPr/>
        </p:nvGrpSpPr>
        <p:grpSpPr>
          <a:xfrm>
            <a:off x="0" y="1130299"/>
            <a:ext cx="12192000" cy="5003801"/>
            <a:chOff x="0" y="1130299"/>
            <a:chExt cx="12192000" cy="5003801"/>
          </a:xfrm>
        </p:grpSpPr>
        <p:sp>
          <p:nvSpPr>
            <p:cNvPr id="6" name="矩形 5">
              <a:extLst>
                <a:ext uri="{FF2B5EF4-FFF2-40B4-BE49-F238E27FC236}">
                  <a16:creationId xmlns:a16="http://schemas.microsoft.com/office/drawing/2014/main" id="{D712B99C-8D4E-C16F-C901-5239A7CAF0FC}"/>
                </a:ext>
              </a:extLst>
            </p:cNvPr>
            <p:cNvSpPr/>
            <p:nvPr/>
          </p:nvSpPr>
          <p:spPr>
            <a:xfrm>
              <a:off x="0" y="2844900"/>
              <a:ext cx="12192000" cy="138111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Title">
              <a:extLst>
                <a:ext uri="{FF2B5EF4-FFF2-40B4-BE49-F238E27FC236}">
                  <a16:creationId xmlns:a16="http://schemas.microsoft.com/office/drawing/2014/main" id="{66CDAB98-BEB6-8949-6208-DB87915EEE3C}"/>
                </a:ext>
              </a:extLst>
            </p:cNvPr>
            <p:cNvSpPr/>
            <p:nvPr/>
          </p:nvSpPr>
          <p:spPr>
            <a:xfrm>
              <a:off x="1883310" y="1130299"/>
              <a:ext cx="9635590" cy="1095127"/>
            </a:xfrm>
            <a:prstGeom prst="rect">
              <a:avLst/>
            </a:prstGeom>
          </p:spPr>
          <p:txBody>
            <a:bodyPr wrap="square" anchor="ctr" anchorCtr="1">
              <a:normAutofit/>
            </a:bodyPr>
            <a:lstStyle/>
            <a:p>
              <a:pPr algn="ctr">
                <a:buSzPct val="25000"/>
              </a:pPr>
              <a:r>
                <a:rPr lang="zh-CN" altLang="en-US" sz="2400" b="1" dirty="0">
                  <a:cs typeface="+mn-ea"/>
                  <a:sym typeface="+mn-lt"/>
                </a:rPr>
                <a:t>单击此处添加长一点的副标题</a:t>
              </a:r>
              <a:endParaRPr lang="en-US" dirty="0">
                <a:cs typeface="+mn-ea"/>
                <a:sym typeface="+mn-lt"/>
              </a:endParaRPr>
            </a:p>
          </p:txBody>
        </p:sp>
        <p:grpSp>
          <p:nvGrpSpPr>
            <p:cNvPr id="96" name="组合 95">
              <a:extLst>
                <a:ext uri="{FF2B5EF4-FFF2-40B4-BE49-F238E27FC236}">
                  <a16:creationId xmlns:a16="http://schemas.microsoft.com/office/drawing/2014/main" id="{70DC3EAA-B8E4-1D19-A248-C33602339D41}"/>
                </a:ext>
              </a:extLst>
            </p:cNvPr>
            <p:cNvGrpSpPr/>
            <p:nvPr/>
          </p:nvGrpSpPr>
          <p:grpSpPr>
            <a:xfrm>
              <a:off x="1" y="1552798"/>
              <a:ext cx="1801878" cy="2052020"/>
              <a:chOff x="0" y="1194034"/>
              <a:chExt cx="2291317" cy="2609405"/>
            </a:xfrm>
          </p:grpSpPr>
          <p:sp>
            <p:nvSpPr>
              <p:cNvPr id="93" name="任意多边形: 形状 92">
                <a:extLst>
                  <a:ext uri="{FF2B5EF4-FFF2-40B4-BE49-F238E27FC236}">
                    <a16:creationId xmlns:a16="http://schemas.microsoft.com/office/drawing/2014/main" id="{40388F43-617F-3127-6FE4-AE178E6E1F9D}"/>
                  </a:ext>
                </a:extLst>
              </p:cNvPr>
              <p:cNvSpPr/>
              <p:nvPr/>
            </p:nvSpPr>
            <p:spPr>
              <a:xfrm>
                <a:off x="0" y="1206620"/>
                <a:ext cx="1804940" cy="2583023"/>
              </a:xfrm>
              <a:custGeom>
                <a:avLst/>
                <a:gdLst>
                  <a:gd name="csX0" fmla="*/ 1180163 w 1804940"/>
                  <a:gd name="csY0" fmla="*/ 812606 h 2583023"/>
                  <a:gd name="csX1" fmla="*/ 974238 w 1804940"/>
                  <a:gd name="csY1" fmla="*/ 1188387 h 2583023"/>
                  <a:gd name="csX2" fmla="*/ 1160789 w 1804940"/>
                  <a:gd name="csY2" fmla="*/ 1184854 h 2583023"/>
                  <a:gd name="csX3" fmla="*/ 1510251 w 1804940"/>
                  <a:gd name="csY3" fmla="*/ 874992 h 2583023"/>
                  <a:gd name="csX4" fmla="*/ 1679743 w 1804940"/>
                  <a:gd name="csY4" fmla="*/ 815530 h 2583023"/>
                  <a:gd name="csX5" fmla="*/ 1180163 w 1804940"/>
                  <a:gd name="csY5" fmla="*/ 812606 h 2583023"/>
                  <a:gd name="csX6" fmla="*/ 765877 w 1804940"/>
                  <a:gd name="csY6" fmla="*/ 118 h 2583023"/>
                  <a:gd name="csX7" fmla="*/ 832650 w 1804940"/>
                  <a:gd name="csY7" fmla="*/ 40329 h 2583023"/>
                  <a:gd name="csX8" fmla="*/ 864696 w 1804940"/>
                  <a:gd name="csY8" fmla="*/ 389059 h 2583023"/>
                  <a:gd name="csX9" fmla="*/ 941584 w 1804940"/>
                  <a:gd name="csY9" fmla="*/ 342148 h 2583023"/>
                  <a:gd name="csX10" fmla="*/ 1677793 w 1804940"/>
                  <a:gd name="csY10" fmla="*/ 325698 h 2583023"/>
                  <a:gd name="csX11" fmla="*/ 1430075 w 1804940"/>
                  <a:gd name="csY11" fmla="*/ 532841 h 2583023"/>
                  <a:gd name="csX12" fmla="*/ 1786726 w 1804940"/>
                  <a:gd name="csY12" fmla="*/ 627395 h 2583023"/>
                  <a:gd name="csX13" fmla="*/ 1701432 w 1804940"/>
                  <a:gd name="csY13" fmla="*/ 812971 h 2583023"/>
                  <a:gd name="csX14" fmla="*/ 1804637 w 1804940"/>
                  <a:gd name="csY14" fmla="*/ 865122 h 2583023"/>
                  <a:gd name="csX15" fmla="*/ 1572393 w 1804940"/>
                  <a:gd name="csY15" fmla="*/ 1239929 h 2583023"/>
                  <a:gd name="csX16" fmla="*/ 1184550 w 1804940"/>
                  <a:gd name="csY16" fmla="*/ 1890967 h 2583023"/>
                  <a:gd name="csX17" fmla="*/ 104582 w 1804940"/>
                  <a:gd name="csY17" fmla="*/ 2518596 h 2583023"/>
                  <a:gd name="csX18" fmla="*/ 0 w 1804940"/>
                  <a:gd name="csY18" fmla="*/ 2583023 h 2583023"/>
                  <a:gd name="csX19" fmla="*/ 0 w 1804940"/>
                  <a:gd name="csY19" fmla="*/ 1458891 h 2583023"/>
                  <a:gd name="csX20" fmla="*/ 257524 w 1804940"/>
                  <a:gd name="csY20" fmla="*/ 1458891 h 2583023"/>
                  <a:gd name="csX21" fmla="*/ 372183 w 1804940"/>
                  <a:gd name="csY21" fmla="*/ 1121249 h 2583023"/>
                  <a:gd name="csX22" fmla="*/ 459305 w 1804940"/>
                  <a:gd name="csY22" fmla="*/ 854034 h 2583023"/>
                  <a:gd name="csX23" fmla="*/ 708243 w 1804940"/>
                  <a:gd name="csY23" fmla="*/ 5602 h 2583023"/>
                  <a:gd name="csX24" fmla="*/ 765877 w 1804940"/>
                  <a:gd name="csY24" fmla="*/ 118 h 258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804940" h="2583023">
                    <a:moveTo>
                      <a:pt x="1180163" y="812606"/>
                    </a:moveTo>
                    <a:cubicBezTo>
                      <a:pt x="1180163" y="812606"/>
                      <a:pt x="942070" y="1010975"/>
                      <a:pt x="974238" y="1188387"/>
                    </a:cubicBezTo>
                    <a:cubicBezTo>
                      <a:pt x="1006406" y="1365799"/>
                      <a:pt x="1124843" y="1224211"/>
                      <a:pt x="1160789" y="1184854"/>
                    </a:cubicBezTo>
                    <a:cubicBezTo>
                      <a:pt x="1196734" y="1145496"/>
                      <a:pt x="1429465" y="924829"/>
                      <a:pt x="1510251" y="874992"/>
                    </a:cubicBezTo>
                    <a:cubicBezTo>
                      <a:pt x="1562646" y="845042"/>
                      <a:pt x="1620158" y="824888"/>
                      <a:pt x="1679743" y="815530"/>
                    </a:cubicBezTo>
                    <a:cubicBezTo>
                      <a:pt x="1592742" y="820769"/>
                      <a:pt x="1180163" y="812606"/>
                      <a:pt x="1180163" y="812606"/>
                    </a:cubicBezTo>
                    <a:close/>
                    <a:moveTo>
                      <a:pt x="765877" y="118"/>
                    </a:moveTo>
                    <a:cubicBezTo>
                      <a:pt x="795456" y="1185"/>
                      <a:pt x="826558" y="9866"/>
                      <a:pt x="832650" y="40329"/>
                    </a:cubicBezTo>
                    <a:cubicBezTo>
                      <a:pt x="841545" y="85899"/>
                      <a:pt x="857264" y="288046"/>
                      <a:pt x="864696" y="389059"/>
                    </a:cubicBezTo>
                    <a:cubicBezTo>
                      <a:pt x="909172" y="360912"/>
                      <a:pt x="941584" y="342148"/>
                      <a:pt x="941584" y="342148"/>
                    </a:cubicBezTo>
                    <a:cubicBezTo>
                      <a:pt x="941584" y="342148"/>
                      <a:pt x="1657079" y="254173"/>
                      <a:pt x="1677793" y="325698"/>
                    </a:cubicBezTo>
                    <a:cubicBezTo>
                      <a:pt x="1707647" y="428660"/>
                      <a:pt x="1514273" y="504938"/>
                      <a:pt x="1430075" y="532841"/>
                    </a:cubicBezTo>
                    <a:lnTo>
                      <a:pt x="1786726" y="627395"/>
                    </a:lnTo>
                    <a:cubicBezTo>
                      <a:pt x="1786726" y="627395"/>
                      <a:pt x="1834126" y="788602"/>
                      <a:pt x="1701432" y="812971"/>
                    </a:cubicBezTo>
                    <a:cubicBezTo>
                      <a:pt x="1755898" y="808585"/>
                      <a:pt x="1800617" y="820769"/>
                      <a:pt x="1804637" y="865122"/>
                    </a:cubicBezTo>
                    <a:cubicBezTo>
                      <a:pt x="1813289" y="962724"/>
                      <a:pt x="1634416" y="1090177"/>
                      <a:pt x="1572393" y="1239929"/>
                    </a:cubicBezTo>
                    <a:cubicBezTo>
                      <a:pt x="1510372" y="1389682"/>
                      <a:pt x="1434583" y="1642396"/>
                      <a:pt x="1184550" y="1890967"/>
                    </a:cubicBezTo>
                    <a:cubicBezTo>
                      <a:pt x="988479" y="2085865"/>
                      <a:pt x="413370" y="2342147"/>
                      <a:pt x="104582" y="2518596"/>
                    </a:cubicBezTo>
                    <a:lnTo>
                      <a:pt x="0" y="2583023"/>
                    </a:lnTo>
                    <a:lnTo>
                      <a:pt x="0" y="1458891"/>
                    </a:lnTo>
                    <a:lnTo>
                      <a:pt x="257524" y="1458891"/>
                    </a:lnTo>
                    <a:cubicBezTo>
                      <a:pt x="257524" y="1458891"/>
                      <a:pt x="272633" y="1308895"/>
                      <a:pt x="372183" y="1121249"/>
                    </a:cubicBezTo>
                    <a:cubicBezTo>
                      <a:pt x="402523" y="1033030"/>
                      <a:pt x="441028" y="918248"/>
                      <a:pt x="459305" y="854034"/>
                    </a:cubicBezTo>
                    <a:lnTo>
                      <a:pt x="708243" y="5602"/>
                    </a:lnTo>
                    <a:cubicBezTo>
                      <a:pt x="708243" y="5602"/>
                      <a:pt x="736299" y="-948"/>
                      <a:pt x="765877" y="118"/>
                    </a:cubicBezTo>
                    <a:close/>
                  </a:path>
                </a:pathLst>
              </a:custGeom>
              <a:solidFill>
                <a:srgbClr val="FFFFFF"/>
              </a:solidFill>
              <a:ln w="19399" cap="flat">
                <a:noFill/>
                <a:prstDash val="solid"/>
                <a:miter/>
              </a:ln>
            </p:spPr>
            <p:txBody>
              <a:bodyPr wrap="square" rtlCol="0" anchor="ctr">
                <a:noAutofit/>
              </a:bodyPr>
              <a:lstStyle/>
              <a:p>
                <a:endParaRPr lang="zh-CN" altLang="en-US">
                  <a:cs typeface="+mn-ea"/>
                  <a:sym typeface="+mn-lt"/>
                </a:endParaRPr>
              </a:p>
            </p:txBody>
          </p:sp>
          <p:sp>
            <p:nvSpPr>
              <p:cNvPr id="95" name="任意多边形: 形状 94">
                <a:extLst>
                  <a:ext uri="{FF2B5EF4-FFF2-40B4-BE49-F238E27FC236}">
                    <a16:creationId xmlns:a16="http://schemas.microsoft.com/office/drawing/2014/main" id="{BEA8C5AD-EC5F-F02E-5C3E-120C30B219A6}"/>
                  </a:ext>
                </a:extLst>
              </p:cNvPr>
              <p:cNvSpPr/>
              <p:nvPr/>
            </p:nvSpPr>
            <p:spPr>
              <a:xfrm>
                <a:off x="0" y="1194034"/>
                <a:ext cx="1816215" cy="2609405"/>
              </a:xfrm>
              <a:custGeom>
                <a:avLst/>
                <a:gdLst>
                  <a:gd name="csX0" fmla="*/ 1184550 w 1816215"/>
                  <a:gd name="csY0" fmla="*/ 837499 h 2609405"/>
                  <a:gd name="csX1" fmla="*/ 1184670 w 1816215"/>
                  <a:gd name="csY1" fmla="*/ 837501 h 2609405"/>
                  <a:gd name="csX2" fmla="*/ 1166758 w 1816215"/>
                  <a:gd name="csY2" fmla="*/ 853572 h 2609405"/>
                  <a:gd name="csX3" fmla="*/ 986302 w 1816215"/>
                  <a:gd name="csY3" fmla="*/ 1198781 h 2609405"/>
                  <a:gd name="csX4" fmla="*/ 1027731 w 1816215"/>
                  <a:gd name="csY4" fmla="*/ 1274814 h 2609405"/>
                  <a:gd name="csX5" fmla="*/ 1146412 w 1816215"/>
                  <a:gd name="csY5" fmla="*/ 1195247 h 2609405"/>
                  <a:gd name="csX6" fmla="*/ 1152016 w 1816215"/>
                  <a:gd name="csY6" fmla="*/ 1189154 h 2609405"/>
                  <a:gd name="csX7" fmla="*/ 1504037 w 1816215"/>
                  <a:gd name="csY7" fmla="*/ 877221 h 2609405"/>
                  <a:gd name="csX8" fmla="*/ 1578975 w 1816215"/>
                  <a:gd name="csY8" fmla="*/ 842007 h 2609405"/>
                  <a:gd name="csX9" fmla="*/ 1206181 w 1816215"/>
                  <a:gd name="csY9" fmla="*/ 837878 h 2609405"/>
                  <a:gd name="csX10" fmla="*/ 1184670 w 1816215"/>
                  <a:gd name="csY10" fmla="*/ 837501 h 2609405"/>
                  <a:gd name="csX11" fmla="*/ 1184672 w 1816215"/>
                  <a:gd name="csY11" fmla="*/ 837499 h 2609405"/>
                  <a:gd name="csX12" fmla="*/ 748971 w 1816215"/>
                  <a:gd name="csY12" fmla="*/ 231 h 2609405"/>
                  <a:gd name="csX13" fmla="*/ 819857 w 1816215"/>
                  <a:gd name="csY13" fmla="*/ 14045 h 2609405"/>
                  <a:gd name="csX14" fmla="*/ 844226 w 1816215"/>
                  <a:gd name="csY14" fmla="*/ 50600 h 2609405"/>
                  <a:gd name="csX15" fmla="*/ 875054 w 1816215"/>
                  <a:gd name="csY15" fmla="*/ 380566 h 2609405"/>
                  <a:gd name="csX16" fmla="*/ 935004 w 1816215"/>
                  <a:gd name="csY16" fmla="*/ 344012 h 2609405"/>
                  <a:gd name="csX17" fmla="*/ 939635 w 1816215"/>
                  <a:gd name="csY17" fmla="*/ 342428 h 2609405"/>
                  <a:gd name="csX18" fmla="*/ 1300673 w 1816215"/>
                  <a:gd name="csY18" fmla="*/ 307335 h 2609405"/>
                  <a:gd name="csX19" fmla="*/ 1689127 w 1816215"/>
                  <a:gd name="csY19" fmla="*/ 334629 h 2609405"/>
                  <a:gd name="csX20" fmla="*/ 1471261 w 1816215"/>
                  <a:gd name="csY20" fmla="*/ 543722 h 2609405"/>
                  <a:gd name="csX21" fmla="*/ 1789408 w 1816215"/>
                  <a:gd name="csY21" fmla="*/ 628041 h 2609405"/>
                  <a:gd name="csX22" fmla="*/ 1798059 w 1816215"/>
                  <a:gd name="csY22" fmla="*/ 636449 h 2609405"/>
                  <a:gd name="csX23" fmla="*/ 1785874 w 1816215"/>
                  <a:gd name="csY23" fmla="*/ 784616 h 2609405"/>
                  <a:gd name="csX24" fmla="*/ 1756630 w 1816215"/>
                  <a:gd name="csY24" fmla="*/ 815932 h 2609405"/>
                  <a:gd name="csX25" fmla="*/ 1815850 w 1816215"/>
                  <a:gd name="csY25" fmla="*/ 876856 h 2609405"/>
                  <a:gd name="csX26" fmla="*/ 1709110 w 1816215"/>
                  <a:gd name="csY26" fmla="*/ 1071205 h 2609405"/>
                  <a:gd name="csX27" fmla="*/ 1582875 w 1816215"/>
                  <a:gd name="csY27" fmla="*/ 1257390 h 2609405"/>
                  <a:gd name="csX28" fmla="*/ 1557530 w 1816215"/>
                  <a:gd name="csY28" fmla="*/ 1320995 h 2609405"/>
                  <a:gd name="csX29" fmla="*/ 1191983 w 1816215"/>
                  <a:gd name="csY29" fmla="*/ 1912449 h 2609405"/>
                  <a:gd name="csX30" fmla="*/ 441394 w 1816215"/>
                  <a:gd name="csY30" fmla="*/ 2365726 h 2609405"/>
                  <a:gd name="csX31" fmla="*/ 81389 w 1816215"/>
                  <a:gd name="csY31" fmla="*/ 2558340 h 2609405"/>
                  <a:gd name="csX32" fmla="*/ 0 w 1816215"/>
                  <a:gd name="csY32" fmla="*/ 2609405 h 2609405"/>
                  <a:gd name="csX33" fmla="*/ 0 w 1816215"/>
                  <a:gd name="csY33" fmla="*/ 2581085 h 2609405"/>
                  <a:gd name="csX34" fmla="*/ 69425 w 1816215"/>
                  <a:gd name="csY34" fmla="*/ 2537435 h 2609405"/>
                  <a:gd name="csX35" fmla="*/ 431282 w 1816215"/>
                  <a:gd name="csY35" fmla="*/ 2343793 h 2609405"/>
                  <a:gd name="csX36" fmla="*/ 1175900 w 1816215"/>
                  <a:gd name="csY36" fmla="*/ 1894903 h 2609405"/>
                  <a:gd name="csX37" fmla="*/ 1535598 w 1816215"/>
                  <a:gd name="csY37" fmla="*/ 1311856 h 2609405"/>
                  <a:gd name="csX38" fmla="*/ 1561063 w 1816215"/>
                  <a:gd name="csY38" fmla="*/ 1247886 h 2609405"/>
                  <a:gd name="csX39" fmla="*/ 1690955 w 1816215"/>
                  <a:gd name="csY39" fmla="*/ 1055486 h 2609405"/>
                  <a:gd name="csX40" fmla="*/ 1792333 w 1816215"/>
                  <a:gd name="csY40" fmla="*/ 878806 h 2609405"/>
                  <a:gd name="csX41" fmla="*/ 1702286 w 1816215"/>
                  <a:gd name="csY41" fmla="*/ 837743 h 2609405"/>
                  <a:gd name="csX42" fmla="*/ 1691075 w 1816215"/>
                  <a:gd name="csY42" fmla="*/ 832138 h 2609405"/>
                  <a:gd name="csX43" fmla="*/ 1681450 w 1816215"/>
                  <a:gd name="csY43" fmla="*/ 840179 h 2609405"/>
                  <a:gd name="csX44" fmla="*/ 1516710 w 1816215"/>
                  <a:gd name="csY44" fmla="*/ 897936 h 2609405"/>
                  <a:gd name="csX45" fmla="*/ 1169807 w 1816215"/>
                  <a:gd name="csY45" fmla="*/ 1205604 h 2609405"/>
                  <a:gd name="csX46" fmla="*/ 1164445 w 1816215"/>
                  <a:gd name="csY46" fmla="*/ 1211575 h 2609405"/>
                  <a:gd name="csX47" fmla="*/ 1020907 w 1816215"/>
                  <a:gd name="csY47" fmla="*/ 1298209 h 2609405"/>
                  <a:gd name="csX48" fmla="*/ 962299 w 1816215"/>
                  <a:gd name="csY48" fmla="*/ 1203045 h 2609405"/>
                  <a:gd name="csX49" fmla="*/ 1172366 w 1816215"/>
                  <a:gd name="csY49" fmla="*/ 815810 h 2609405"/>
                  <a:gd name="csX50" fmla="*/ 1180408 w 1816215"/>
                  <a:gd name="csY50" fmla="*/ 813008 h 2609405"/>
                  <a:gd name="csX51" fmla="*/ 1678890 w 1816215"/>
                  <a:gd name="csY51" fmla="*/ 815932 h 2609405"/>
                  <a:gd name="csX52" fmla="*/ 1689857 w 1816215"/>
                  <a:gd name="csY52" fmla="*/ 821537 h 2609405"/>
                  <a:gd name="csX53" fmla="*/ 1699239 w 1816215"/>
                  <a:gd name="csY53" fmla="*/ 813617 h 2609405"/>
                  <a:gd name="csX54" fmla="*/ 1765890 w 1816215"/>
                  <a:gd name="csY54" fmla="*/ 771945 h 2609405"/>
                  <a:gd name="csX55" fmla="*/ 1776491 w 1816215"/>
                  <a:gd name="csY55" fmla="*/ 650096 h 2609405"/>
                  <a:gd name="csX56" fmla="*/ 1426908 w 1816215"/>
                  <a:gd name="csY56" fmla="*/ 557490 h 2609405"/>
                  <a:gd name="csX57" fmla="*/ 1417769 w 1816215"/>
                  <a:gd name="csY57" fmla="*/ 546037 h 2609405"/>
                  <a:gd name="csX58" fmla="*/ 1426176 w 1816215"/>
                  <a:gd name="csY58" fmla="*/ 533852 h 2609405"/>
                  <a:gd name="csX59" fmla="*/ 1665975 w 1816215"/>
                  <a:gd name="csY59" fmla="*/ 341575 h 2609405"/>
                  <a:gd name="csX60" fmla="*/ 945361 w 1816215"/>
                  <a:gd name="csY60" fmla="*/ 365945 h 2609405"/>
                  <a:gd name="csX61" fmla="*/ 871156 w 1816215"/>
                  <a:gd name="csY61" fmla="*/ 411394 h 2609405"/>
                  <a:gd name="csX62" fmla="*/ 858971 w 1816215"/>
                  <a:gd name="csY62" fmla="*/ 411394 h 2609405"/>
                  <a:gd name="csX63" fmla="*/ 852391 w 1816215"/>
                  <a:gd name="csY63" fmla="*/ 401403 h 2609405"/>
                  <a:gd name="csX64" fmla="*/ 820466 w 1816215"/>
                  <a:gd name="csY64" fmla="*/ 54255 h 2609405"/>
                  <a:gd name="csX65" fmla="*/ 806576 w 1816215"/>
                  <a:gd name="csY65" fmla="*/ 33785 h 2609405"/>
                  <a:gd name="csX66" fmla="*/ 717626 w 1816215"/>
                  <a:gd name="csY66" fmla="*/ 27449 h 2609405"/>
                  <a:gd name="csX67" fmla="*/ 470761 w 1816215"/>
                  <a:gd name="csY67" fmla="*/ 868936 h 2609405"/>
                  <a:gd name="csX68" fmla="*/ 383517 w 1816215"/>
                  <a:gd name="csY68" fmla="*/ 1137003 h 2609405"/>
                  <a:gd name="csX69" fmla="*/ 382664 w 1816215"/>
                  <a:gd name="csY69" fmla="*/ 1138831 h 2609405"/>
                  <a:gd name="csX70" fmla="*/ 269345 w 1816215"/>
                  <a:gd name="csY70" fmla="*/ 1471965 h 2609405"/>
                  <a:gd name="csX71" fmla="*/ 257160 w 1816215"/>
                  <a:gd name="csY71" fmla="*/ 1482932 h 2609405"/>
                  <a:gd name="csX72" fmla="*/ 0 w 1816215"/>
                  <a:gd name="csY72" fmla="*/ 1482932 h 2609405"/>
                  <a:gd name="csX73" fmla="*/ 0 w 1816215"/>
                  <a:gd name="csY73" fmla="*/ 1458562 h 2609405"/>
                  <a:gd name="csX74" fmla="*/ 246071 w 1816215"/>
                  <a:gd name="csY74" fmla="*/ 1458562 h 2609405"/>
                  <a:gd name="csX75" fmla="*/ 360365 w 1816215"/>
                  <a:gd name="csY75" fmla="*/ 1128230 h 2609405"/>
                  <a:gd name="csX76" fmla="*/ 446999 w 1816215"/>
                  <a:gd name="csY76" fmla="*/ 862599 h 2609405"/>
                  <a:gd name="csX77" fmla="*/ 696425 w 1816215"/>
                  <a:gd name="csY77" fmla="*/ 14411 h 2609405"/>
                  <a:gd name="csX78" fmla="*/ 705320 w 1816215"/>
                  <a:gd name="csY78" fmla="*/ 5881 h 2609405"/>
                  <a:gd name="csX79" fmla="*/ 748971 w 1816215"/>
                  <a:gd name="csY79" fmla="*/ 231 h 26094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1816215" h="2609405">
                    <a:moveTo>
                      <a:pt x="1184550" y="837499"/>
                    </a:moveTo>
                    <a:lnTo>
                      <a:pt x="1184670" y="837501"/>
                    </a:lnTo>
                    <a:lnTo>
                      <a:pt x="1166758" y="853572"/>
                    </a:lnTo>
                    <a:cubicBezTo>
                      <a:pt x="1110019" y="906448"/>
                      <a:pt x="961354" y="1061244"/>
                      <a:pt x="986302" y="1198781"/>
                    </a:cubicBezTo>
                    <a:cubicBezTo>
                      <a:pt x="992029" y="1229730"/>
                      <a:pt x="1003727" y="1267991"/>
                      <a:pt x="1027731" y="1274814"/>
                    </a:cubicBezTo>
                    <a:cubicBezTo>
                      <a:pt x="1065138" y="1285415"/>
                      <a:pt x="1122164" y="1222297"/>
                      <a:pt x="1146412" y="1195247"/>
                    </a:cubicBezTo>
                    <a:lnTo>
                      <a:pt x="1152016" y="1189154"/>
                    </a:lnTo>
                    <a:cubicBezTo>
                      <a:pt x="1188571" y="1149188"/>
                      <a:pt x="1423130" y="927057"/>
                      <a:pt x="1504037" y="877221"/>
                    </a:cubicBezTo>
                    <a:cubicBezTo>
                      <a:pt x="1527799" y="863075"/>
                      <a:pt x="1552899" y="851292"/>
                      <a:pt x="1578975" y="842007"/>
                    </a:cubicBezTo>
                    <a:cubicBezTo>
                      <a:pt x="1456471" y="842221"/>
                      <a:pt x="1274168" y="839076"/>
                      <a:pt x="1206181" y="837878"/>
                    </a:cubicBezTo>
                    <a:lnTo>
                      <a:pt x="1184670" y="837501"/>
                    </a:lnTo>
                    <a:lnTo>
                      <a:pt x="1184672" y="837499"/>
                    </a:lnTo>
                    <a:close/>
                    <a:moveTo>
                      <a:pt x="748971" y="231"/>
                    </a:moveTo>
                    <a:cubicBezTo>
                      <a:pt x="772305" y="-820"/>
                      <a:pt x="800178" y="1373"/>
                      <a:pt x="819857" y="14045"/>
                    </a:cubicBezTo>
                    <a:cubicBezTo>
                      <a:pt x="832773" y="22233"/>
                      <a:pt x="841668" y="35515"/>
                      <a:pt x="844226" y="50600"/>
                    </a:cubicBezTo>
                    <a:cubicBezTo>
                      <a:pt x="852634" y="93247"/>
                      <a:pt x="866525" y="267490"/>
                      <a:pt x="875054" y="380566"/>
                    </a:cubicBezTo>
                    <a:cubicBezTo>
                      <a:pt x="910268" y="358634"/>
                      <a:pt x="934760" y="344012"/>
                      <a:pt x="935004" y="344012"/>
                    </a:cubicBezTo>
                    <a:cubicBezTo>
                      <a:pt x="936466" y="343146"/>
                      <a:pt x="938050" y="342598"/>
                      <a:pt x="939635" y="342428"/>
                    </a:cubicBezTo>
                    <a:cubicBezTo>
                      <a:pt x="941463" y="342428"/>
                      <a:pt x="1120946" y="320251"/>
                      <a:pt x="1300673" y="307335"/>
                    </a:cubicBezTo>
                    <a:cubicBezTo>
                      <a:pt x="1673530" y="280529"/>
                      <a:pt x="1684130" y="317083"/>
                      <a:pt x="1689127" y="334629"/>
                    </a:cubicBezTo>
                    <a:cubicBezTo>
                      <a:pt x="1702042" y="378983"/>
                      <a:pt x="1689127" y="463180"/>
                      <a:pt x="1471261" y="543722"/>
                    </a:cubicBezTo>
                    <a:lnTo>
                      <a:pt x="1789408" y="628041"/>
                    </a:lnTo>
                    <a:cubicBezTo>
                      <a:pt x="1793550" y="629113"/>
                      <a:pt x="1796840" y="632318"/>
                      <a:pt x="1798059" y="636449"/>
                    </a:cubicBezTo>
                    <a:cubicBezTo>
                      <a:pt x="1799034" y="639982"/>
                      <a:pt x="1823282" y="724789"/>
                      <a:pt x="1785874" y="784616"/>
                    </a:cubicBezTo>
                    <a:cubicBezTo>
                      <a:pt x="1778319" y="796924"/>
                      <a:pt x="1768328" y="807573"/>
                      <a:pt x="1756630" y="815932"/>
                    </a:cubicBezTo>
                    <a:cubicBezTo>
                      <a:pt x="1803177" y="826045"/>
                      <a:pt x="1814022" y="856142"/>
                      <a:pt x="1815850" y="876856"/>
                    </a:cubicBezTo>
                    <a:cubicBezTo>
                      <a:pt x="1821089" y="935222"/>
                      <a:pt x="1769181" y="998705"/>
                      <a:pt x="1709110" y="1071205"/>
                    </a:cubicBezTo>
                    <a:cubicBezTo>
                      <a:pt x="1662807" y="1127499"/>
                      <a:pt x="1610291" y="1191226"/>
                      <a:pt x="1582875" y="1257390"/>
                    </a:cubicBezTo>
                    <a:cubicBezTo>
                      <a:pt x="1574710" y="1277007"/>
                      <a:pt x="1566424" y="1298209"/>
                      <a:pt x="1557530" y="1320995"/>
                    </a:cubicBezTo>
                    <a:cubicBezTo>
                      <a:pt x="1499285" y="1469772"/>
                      <a:pt x="1411311" y="1694583"/>
                      <a:pt x="1191983" y="1912449"/>
                    </a:cubicBezTo>
                    <a:cubicBezTo>
                      <a:pt x="1053441" y="2050138"/>
                      <a:pt x="728228" y="2217801"/>
                      <a:pt x="441394" y="2365726"/>
                    </a:cubicBezTo>
                    <a:cubicBezTo>
                      <a:pt x="306966" y="2435088"/>
                      <a:pt x="178156" y="2501504"/>
                      <a:pt x="81389" y="2558340"/>
                    </a:cubicBezTo>
                    <a:lnTo>
                      <a:pt x="0" y="2609405"/>
                    </a:lnTo>
                    <a:lnTo>
                      <a:pt x="0" y="2581085"/>
                    </a:lnTo>
                    <a:lnTo>
                      <a:pt x="69425" y="2537435"/>
                    </a:lnTo>
                    <a:cubicBezTo>
                      <a:pt x="166946" y="2480119"/>
                      <a:pt x="296578" y="2413430"/>
                      <a:pt x="431282" y="2343793"/>
                    </a:cubicBezTo>
                    <a:cubicBezTo>
                      <a:pt x="716651" y="2196722"/>
                      <a:pt x="1040526" y="2029911"/>
                      <a:pt x="1175900" y="1894903"/>
                    </a:cubicBezTo>
                    <a:cubicBezTo>
                      <a:pt x="1391327" y="1680692"/>
                      <a:pt x="1474673" y="1467579"/>
                      <a:pt x="1535598" y="1311856"/>
                    </a:cubicBezTo>
                    <a:cubicBezTo>
                      <a:pt x="1544492" y="1288949"/>
                      <a:pt x="1552899" y="1267503"/>
                      <a:pt x="1561063" y="1247886"/>
                    </a:cubicBezTo>
                    <a:cubicBezTo>
                      <a:pt x="1589942" y="1178188"/>
                      <a:pt x="1643555" y="1112999"/>
                      <a:pt x="1690955" y="1055486"/>
                    </a:cubicBezTo>
                    <a:cubicBezTo>
                      <a:pt x="1745299" y="989444"/>
                      <a:pt x="1796719" y="927180"/>
                      <a:pt x="1792333" y="878806"/>
                    </a:cubicBezTo>
                    <a:cubicBezTo>
                      <a:pt x="1788798" y="839083"/>
                      <a:pt x="1741521" y="834575"/>
                      <a:pt x="1702286" y="837743"/>
                    </a:cubicBezTo>
                    <a:cubicBezTo>
                      <a:pt x="1697777" y="838084"/>
                      <a:pt x="1693513" y="835927"/>
                      <a:pt x="1691075" y="832138"/>
                    </a:cubicBezTo>
                    <a:cubicBezTo>
                      <a:pt x="1689613" y="836390"/>
                      <a:pt x="1685958" y="839485"/>
                      <a:pt x="1681450" y="840179"/>
                    </a:cubicBezTo>
                    <a:cubicBezTo>
                      <a:pt x="1623450" y="849306"/>
                      <a:pt x="1567643" y="868875"/>
                      <a:pt x="1516710" y="897936"/>
                    </a:cubicBezTo>
                    <a:cubicBezTo>
                      <a:pt x="1437265" y="946676"/>
                      <a:pt x="1205874" y="1166004"/>
                      <a:pt x="1169807" y="1205604"/>
                    </a:cubicBezTo>
                    <a:lnTo>
                      <a:pt x="1164445" y="1211575"/>
                    </a:lnTo>
                    <a:cubicBezTo>
                      <a:pt x="1134714" y="1244474"/>
                      <a:pt x="1072936" y="1313075"/>
                      <a:pt x="1020907" y="1298209"/>
                    </a:cubicBezTo>
                    <a:cubicBezTo>
                      <a:pt x="991542" y="1289923"/>
                      <a:pt x="972168" y="1258730"/>
                      <a:pt x="962299" y="1203045"/>
                    </a:cubicBezTo>
                    <a:cubicBezTo>
                      <a:pt x="929156" y="1020272"/>
                      <a:pt x="1162375" y="824096"/>
                      <a:pt x="1172366" y="815810"/>
                    </a:cubicBezTo>
                    <a:cubicBezTo>
                      <a:pt x="1174681" y="813934"/>
                      <a:pt x="1177484" y="812947"/>
                      <a:pt x="1180408" y="813008"/>
                    </a:cubicBezTo>
                    <a:cubicBezTo>
                      <a:pt x="1184429" y="813008"/>
                      <a:pt x="1593475" y="821049"/>
                      <a:pt x="1678890" y="815932"/>
                    </a:cubicBezTo>
                    <a:cubicBezTo>
                      <a:pt x="1683278" y="815676"/>
                      <a:pt x="1687543" y="817820"/>
                      <a:pt x="1689857" y="821537"/>
                    </a:cubicBezTo>
                    <a:cubicBezTo>
                      <a:pt x="1691319" y="817394"/>
                      <a:pt x="1694853" y="814372"/>
                      <a:pt x="1699239" y="813617"/>
                    </a:cubicBezTo>
                    <a:cubicBezTo>
                      <a:pt x="1726533" y="810132"/>
                      <a:pt x="1750781" y="794913"/>
                      <a:pt x="1765890" y="771945"/>
                    </a:cubicBezTo>
                    <a:cubicBezTo>
                      <a:pt x="1791845" y="729907"/>
                      <a:pt x="1781122" y="669592"/>
                      <a:pt x="1776491" y="650096"/>
                    </a:cubicBezTo>
                    <a:lnTo>
                      <a:pt x="1426908" y="557490"/>
                    </a:lnTo>
                    <a:cubicBezTo>
                      <a:pt x="1421668" y="556138"/>
                      <a:pt x="1417891" y="551459"/>
                      <a:pt x="1417769" y="546037"/>
                    </a:cubicBezTo>
                    <a:cubicBezTo>
                      <a:pt x="1417525" y="540541"/>
                      <a:pt x="1420937" y="535545"/>
                      <a:pt x="1426176" y="533852"/>
                    </a:cubicBezTo>
                    <a:cubicBezTo>
                      <a:pt x="1489416" y="512894"/>
                      <a:pt x="1694244" y="436373"/>
                      <a:pt x="1665975" y="341575"/>
                    </a:cubicBezTo>
                    <a:cubicBezTo>
                      <a:pt x="1652572" y="308188"/>
                      <a:pt x="1329673" y="319276"/>
                      <a:pt x="945361" y="365945"/>
                    </a:cubicBezTo>
                    <a:cubicBezTo>
                      <a:pt x="937441" y="370575"/>
                      <a:pt x="908806" y="387756"/>
                      <a:pt x="871156" y="411394"/>
                    </a:cubicBezTo>
                    <a:cubicBezTo>
                      <a:pt x="867377" y="413575"/>
                      <a:pt x="862748" y="413575"/>
                      <a:pt x="858971" y="411394"/>
                    </a:cubicBezTo>
                    <a:cubicBezTo>
                      <a:pt x="855193" y="409444"/>
                      <a:pt x="852634" y="405655"/>
                      <a:pt x="852391" y="401403"/>
                    </a:cubicBezTo>
                    <a:cubicBezTo>
                      <a:pt x="845690" y="312331"/>
                      <a:pt x="829483" y="99949"/>
                      <a:pt x="820466" y="54255"/>
                    </a:cubicBezTo>
                    <a:cubicBezTo>
                      <a:pt x="819004" y="45763"/>
                      <a:pt x="813886" y="38317"/>
                      <a:pt x="806576" y="33785"/>
                    </a:cubicBezTo>
                    <a:cubicBezTo>
                      <a:pt x="783789" y="19041"/>
                      <a:pt x="739559" y="23427"/>
                      <a:pt x="717626" y="27449"/>
                    </a:cubicBezTo>
                    <a:lnTo>
                      <a:pt x="470761" y="868936"/>
                    </a:lnTo>
                    <a:cubicBezTo>
                      <a:pt x="452362" y="933881"/>
                      <a:pt x="413127" y="1050369"/>
                      <a:pt x="383517" y="1137003"/>
                    </a:cubicBezTo>
                    <a:cubicBezTo>
                      <a:pt x="383273" y="1137637"/>
                      <a:pt x="383029" y="1138246"/>
                      <a:pt x="382664" y="1138831"/>
                    </a:cubicBezTo>
                    <a:cubicBezTo>
                      <a:pt x="285185" y="1321604"/>
                      <a:pt x="269466" y="1470503"/>
                      <a:pt x="269345" y="1471965"/>
                    </a:cubicBezTo>
                    <a:cubicBezTo>
                      <a:pt x="268734" y="1478217"/>
                      <a:pt x="263496" y="1482969"/>
                      <a:pt x="257160" y="1482932"/>
                    </a:cubicBezTo>
                    <a:lnTo>
                      <a:pt x="0" y="1482932"/>
                    </a:lnTo>
                    <a:lnTo>
                      <a:pt x="0" y="1458562"/>
                    </a:lnTo>
                    <a:lnTo>
                      <a:pt x="246071" y="1458562"/>
                    </a:lnTo>
                    <a:cubicBezTo>
                      <a:pt x="265566" y="1342879"/>
                      <a:pt x="304193" y="1231241"/>
                      <a:pt x="360365" y="1128230"/>
                    </a:cubicBezTo>
                    <a:cubicBezTo>
                      <a:pt x="389853" y="1042936"/>
                      <a:pt x="428722" y="926814"/>
                      <a:pt x="446999" y="862599"/>
                    </a:cubicBezTo>
                    <a:lnTo>
                      <a:pt x="696425" y="14411"/>
                    </a:lnTo>
                    <a:cubicBezTo>
                      <a:pt x="697643" y="10171"/>
                      <a:pt x="701054" y="6905"/>
                      <a:pt x="705320" y="5881"/>
                    </a:cubicBezTo>
                    <a:cubicBezTo>
                      <a:pt x="706843" y="5577"/>
                      <a:pt x="725638" y="1282"/>
                      <a:pt x="748971" y="231"/>
                    </a:cubicBezTo>
                    <a:close/>
                  </a:path>
                </a:pathLst>
              </a:custGeom>
              <a:solidFill>
                <a:srgbClr val="080717"/>
              </a:solidFill>
              <a:ln w="19399" cap="flat">
                <a:noFill/>
                <a:prstDash val="solid"/>
                <a:miter/>
              </a:ln>
            </p:spPr>
            <p:txBody>
              <a:bodyPr wrap="square" rtlCol="0" anchor="ctr">
                <a:noAutofit/>
              </a:bodyPr>
              <a:lstStyle/>
              <a:p>
                <a:endParaRPr lang="zh-CN" altLang="en-US">
                  <a:cs typeface="+mn-ea"/>
                  <a:sym typeface="+mn-lt"/>
                </a:endParaRPr>
              </a:p>
            </p:txBody>
          </p:sp>
          <p:sp>
            <p:nvSpPr>
              <p:cNvPr id="31" name="任意多边形: 形状 30">
                <a:extLst>
                  <a:ext uri="{FF2B5EF4-FFF2-40B4-BE49-F238E27FC236}">
                    <a16:creationId xmlns:a16="http://schemas.microsoft.com/office/drawing/2014/main" id="{B859CF8B-A0E2-84B8-C197-AC7248A1094C}"/>
                  </a:ext>
                </a:extLst>
              </p:cNvPr>
              <p:cNvSpPr/>
              <p:nvPr/>
            </p:nvSpPr>
            <p:spPr>
              <a:xfrm>
                <a:off x="556211" y="1556126"/>
                <a:ext cx="340719" cy="299322"/>
              </a:xfrm>
              <a:custGeom>
                <a:avLst/>
                <a:gdLst>
                  <a:gd name="connsiteX0" fmla="*/ 18190 w 542748"/>
                  <a:gd name="connsiteY0" fmla="*/ 477212 h 476804"/>
                  <a:gd name="connsiteX1" fmla="*/ 5962 w 542748"/>
                  <a:gd name="connsiteY1" fmla="*/ 472748 h 476804"/>
                  <a:gd name="connsiteX2" fmla="*/ 3244 w 542748"/>
                  <a:gd name="connsiteY2" fmla="*/ 445438 h 476804"/>
                  <a:gd name="connsiteX3" fmla="*/ 3244 w 542748"/>
                  <a:gd name="connsiteY3" fmla="*/ 445380 h 476804"/>
                  <a:gd name="connsiteX4" fmla="*/ 511200 w 542748"/>
                  <a:gd name="connsiteY4" fmla="*/ 3806 h 476804"/>
                  <a:gd name="connsiteX5" fmla="*/ 538180 w 542748"/>
                  <a:gd name="connsiteY5" fmla="*/ 8852 h 476804"/>
                  <a:gd name="connsiteX6" fmla="*/ 533133 w 542748"/>
                  <a:gd name="connsiteY6" fmla="*/ 35832 h 476804"/>
                  <a:gd name="connsiteX7" fmla="*/ 33330 w 542748"/>
                  <a:gd name="connsiteY7" fmla="*/ 470030 h 476804"/>
                  <a:gd name="connsiteX8" fmla="*/ 18190 w 542748"/>
                  <a:gd name="connsiteY8" fmla="*/ 477212 h 476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2748" h="476804">
                    <a:moveTo>
                      <a:pt x="18190" y="477212"/>
                    </a:moveTo>
                    <a:cubicBezTo>
                      <a:pt x="13726" y="477173"/>
                      <a:pt x="9456" y="475601"/>
                      <a:pt x="5962" y="472748"/>
                    </a:cubicBezTo>
                    <a:cubicBezTo>
                      <a:pt x="-2383" y="465973"/>
                      <a:pt x="-3549" y="453746"/>
                      <a:pt x="3244" y="445438"/>
                    </a:cubicBezTo>
                    <a:cubicBezTo>
                      <a:pt x="3244" y="445418"/>
                      <a:pt x="3244" y="445399"/>
                      <a:pt x="3244" y="445380"/>
                    </a:cubicBezTo>
                    <a:cubicBezTo>
                      <a:pt x="172691" y="238665"/>
                      <a:pt x="497420" y="13317"/>
                      <a:pt x="511200" y="3806"/>
                    </a:cubicBezTo>
                    <a:cubicBezTo>
                      <a:pt x="520128" y="-2250"/>
                      <a:pt x="532162" y="2"/>
                      <a:pt x="538180" y="8852"/>
                    </a:cubicBezTo>
                    <a:cubicBezTo>
                      <a:pt x="544196" y="17704"/>
                      <a:pt x="542061" y="29776"/>
                      <a:pt x="533133" y="35832"/>
                    </a:cubicBezTo>
                    <a:cubicBezTo>
                      <a:pt x="529833" y="38161"/>
                      <a:pt x="199091" y="267391"/>
                      <a:pt x="33330" y="470030"/>
                    </a:cubicBezTo>
                    <a:cubicBezTo>
                      <a:pt x="29641" y="474591"/>
                      <a:pt x="24014" y="477231"/>
                      <a:pt x="18190" y="477212"/>
                    </a:cubicBezTo>
                    <a:close/>
                  </a:path>
                </a:pathLst>
              </a:custGeom>
              <a:solidFill>
                <a:srgbClr val="080717"/>
              </a:solidFill>
              <a:ln w="19399" cap="flat">
                <a:noFill/>
                <a:prstDash val="solid"/>
                <a:miter/>
              </a:ln>
            </p:spPr>
            <p:txBody>
              <a:bodyPr rtlCol="0" anchor="ctr"/>
              <a:lstStyle/>
              <a:p>
                <a:endParaRPr lang="zh-CN" altLang="en-US">
                  <a:cs typeface="+mn-ea"/>
                  <a:sym typeface="+mn-lt"/>
                </a:endParaRPr>
              </a:p>
            </p:txBody>
          </p:sp>
          <p:sp>
            <p:nvSpPr>
              <p:cNvPr id="32" name="任意多边形: 形状 31">
                <a:extLst>
                  <a:ext uri="{FF2B5EF4-FFF2-40B4-BE49-F238E27FC236}">
                    <a16:creationId xmlns:a16="http://schemas.microsoft.com/office/drawing/2014/main" id="{A6295A42-0244-F68C-306E-83E4639AC1F2}"/>
                  </a:ext>
                </a:extLst>
              </p:cNvPr>
              <p:cNvSpPr/>
              <p:nvPr/>
            </p:nvSpPr>
            <p:spPr>
              <a:xfrm>
                <a:off x="646024" y="1647765"/>
                <a:ext cx="841186" cy="332457"/>
              </a:xfrm>
              <a:custGeom>
                <a:avLst/>
                <a:gdLst>
                  <a:gd name="connsiteX0" fmla="*/ 18366 w 1339963"/>
                  <a:gd name="connsiteY0" fmla="*/ 529990 h 529586"/>
                  <a:gd name="connsiteX1" fmla="*/ 3420 w 1339963"/>
                  <a:gd name="connsiteY1" fmla="*/ 523003 h 529586"/>
                  <a:gd name="connsiteX2" fmla="*/ 5750 w 1339963"/>
                  <a:gd name="connsiteY2" fmla="*/ 495655 h 529586"/>
                  <a:gd name="connsiteX3" fmla="*/ 5750 w 1339963"/>
                  <a:gd name="connsiteY3" fmla="*/ 495635 h 529586"/>
                  <a:gd name="connsiteX4" fmla="*/ 568635 w 1339963"/>
                  <a:gd name="connsiteY4" fmla="*/ 15436 h 529586"/>
                  <a:gd name="connsiteX5" fmla="*/ 1324066 w 1339963"/>
                  <a:gd name="connsiteY5" fmla="*/ 124907 h 529586"/>
                  <a:gd name="connsiteX6" fmla="*/ 1338235 w 1339963"/>
                  <a:gd name="connsiteY6" fmla="*/ 148393 h 529586"/>
                  <a:gd name="connsiteX7" fmla="*/ 1314750 w 1339963"/>
                  <a:gd name="connsiteY7" fmla="*/ 162562 h 529586"/>
                  <a:gd name="connsiteX8" fmla="*/ 596586 w 1339963"/>
                  <a:gd name="connsiteY8" fmla="*/ 43386 h 529586"/>
                  <a:gd name="connsiteX9" fmla="*/ 31372 w 1339963"/>
                  <a:gd name="connsiteY9" fmla="*/ 525332 h 529586"/>
                  <a:gd name="connsiteX10" fmla="*/ 18366 w 1339963"/>
                  <a:gd name="connsiteY10" fmla="*/ 529990 h 52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9963" h="529586">
                    <a:moveTo>
                      <a:pt x="18366" y="529990"/>
                    </a:moveTo>
                    <a:cubicBezTo>
                      <a:pt x="12543" y="529990"/>
                      <a:pt x="7110" y="527448"/>
                      <a:pt x="3420" y="523003"/>
                    </a:cubicBezTo>
                    <a:cubicBezTo>
                      <a:pt x="-3567" y="514812"/>
                      <a:pt x="-2401" y="502564"/>
                      <a:pt x="5750" y="495655"/>
                    </a:cubicBezTo>
                    <a:cubicBezTo>
                      <a:pt x="5750" y="495655"/>
                      <a:pt x="5750" y="495635"/>
                      <a:pt x="5750" y="495635"/>
                    </a:cubicBezTo>
                    <a:cubicBezTo>
                      <a:pt x="10796" y="491365"/>
                      <a:pt x="512540" y="70366"/>
                      <a:pt x="568635" y="15436"/>
                    </a:cubicBezTo>
                    <a:cubicBezTo>
                      <a:pt x="629388" y="-42794"/>
                      <a:pt x="1162189" y="84147"/>
                      <a:pt x="1324066" y="124907"/>
                    </a:cubicBezTo>
                    <a:cubicBezTo>
                      <a:pt x="1334548" y="127489"/>
                      <a:pt x="1340759" y="137990"/>
                      <a:pt x="1338235" y="148393"/>
                    </a:cubicBezTo>
                    <a:cubicBezTo>
                      <a:pt x="1335712" y="158777"/>
                      <a:pt x="1325230" y="165125"/>
                      <a:pt x="1314750" y="162562"/>
                    </a:cubicBezTo>
                    <a:cubicBezTo>
                      <a:pt x="901125" y="58720"/>
                      <a:pt x="624341" y="20482"/>
                      <a:pt x="596586" y="43386"/>
                    </a:cubicBezTo>
                    <a:cubicBezTo>
                      <a:pt x="538357" y="99092"/>
                      <a:pt x="52139" y="508058"/>
                      <a:pt x="31372" y="525332"/>
                    </a:cubicBezTo>
                    <a:cubicBezTo>
                      <a:pt x="27683" y="528418"/>
                      <a:pt x="23219" y="530087"/>
                      <a:pt x="18366" y="529990"/>
                    </a:cubicBezTo>
                    <a:close/>
                  </a:path>
                </a:pathLst>
              </a:custGeom>
              <a:solidFill>
                <a:srgbClr val="080717"/>
              </a:solidFill>
              <a:ln w="19399" cap="flat">
                <a:noFill/>
                <a:prstDash val="solid"/>
                <a:miter/>
              </a:ln>
            </p:spPr>
            <p:txBody>
              <a:bodyPr rtlCol="0" anchor="ctr"/>
              <a:lstStyle/>
              <a:p>
                <a:endParaRPr lang="zh-CN" altLang="en-US">
                  <a:cs typeface="+mn-ea"/>
                  <a:sym typeface="+mn-lt"/>
                </a:endParaRPr>
              </a:p>
            </p:txBody>
          </p:sp>
          <p:sp>
            <p:nvSpPr>
              <p:cNvPr id="33" name="矩形: 圆角 32">
                <a:extLst>
                  <a:ext uri="{FF2B5EF4-FFF2-40B4-BE49-F238E27FC236}">
                    <a16:creationId xmlns:a16="http://schemas.microsoft.com/office/drawing/2014/main" id="{C898468B-171B-BC92-F25B-6D45D986F925}"/>
                  </a:ext>
                </a:extLst>
              </p:cNvPr>
              <p:cNvSpPr/>
              <p:nvPr/>
            </p:nvSpPr>
            <p:spPr>
              <a:xfrm rot="20479800">
                <a:off x="1490729" y="1818774"/>
                <a:ext cx="800588" cy="800588"/>
              </a:xfrm>
              <a:prstGeom prst="roundRect">
                <a:avLst/>
              </a:prstGeom>
              <a:solidFill>
                <a:schemeClr val="tx1"/>
              </a:solidFill>
              <a:ln w="19399" cap="flat">
                <a:noFill/>
                <a:prstDash val="solid"/>
                <a:miter/>
              </a:ln>
            </p:spPr>
            <p:txBody>
              <a:bodyPr rtlCol="0" anchor="ctr"/>
              <a:lstStyle/>
              <a:p>
                <a:endParaRPr lang="zh-CN" altLang="en-US">
                  <a:cs typeface="+mn-ea"/>
                  <a:sym typeface="+mn-lt"/>
                </a:endParaRPr>
              </a:p>
            </p:txBody>
          </p:sp>
          <p:sp>
            <p:nvSpPr>
              <p:cNvPr id="36" name="任意多边形: 形状 35">
                <a:extLst>
                  <a:ext uri="{FF2B5EF4-FFF2-40B4-BE49-F238E27FC236}">
                    <a16:creationId xmlns:a16="http://schemas.microsoft.com/office/drawing/2014/main" id="{6FCC20D1-2CE0-3169-D107-3F7EF8018784}"/>
                  </a:ext>
                </a:extLst>
              </p:cNvPr>
              <p:cNvSpPr/>
              <p:nvPr/>
            </p:nvSpPr>
            <p:spPr>
              <a:xfrm>
                <a:off x="1263389" y="2021660"/>
                <a:ext cx="542284" cy="776165"/>
              </a:xfrm>
              <a:custGeom>
                <a:avLst/>
                <a:gdLst>
                  <a:gd name="connsiteX0" fmla="*/ 266687 w 884343"/>
                  <a:gd name="connsiteY0" fmla="*/ 1266163 h 1265756"/>
                  <a:gd name="connsiteX1" fmla="*/ 488348 w 884343"/>
                  <a:gd name="connsiteY1" fmla="*/ 744039 h 1265756"/>
                  <a:gd name="connsiteX2" fmla="*/ 882563 w 884343"/>
                  <a:gd name="connsiteY2" fmla="*/ 98856 h 1265756"/>
                  <a:gd name="connsiteX3" fmla="*/ 704963 w 884343"/>
                  <a:gd name="connsiteY3" fmla="*/ 7436 h 1265756"/>
                  <a:gd name="connsiteX4" fmla="*/ 667695 w 884343"/>
                  <a:gd name="connsiteY4" fmla="*/ 11512 h 1265756"/>
                  <a:gd name="connsiteX5" fmla="*/ 376547 w 884343"/>
                  <a:gd name="connsiteY5" fmla="*/ 112443 h 1265756"/>
                  <a:gd name="connsiteX6" fmla="*/ -1167 w 884343"/>
                  <a:gd name="connsiteY6" fmla="*/ 431541 h 126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343" h="1265756">
                    <a:moveTo>
                      <a:pt x="266687" y="1266163"/>
                    </a:moveTo>
                    <a:cubicBezTo>
                      <a:pt x="372472" y="1061584"/>
                      <a:pt x="433806" y="877967"/>
                      <a:pt x="488348" y="744039"/>
                    </a:cubicBezTo>
                    <a:cubicBezTo>
                      <a:pt x="593162" y="485888"/>
                      <a:pt x="898673" y="267528"/>
                      <a:pt x="882563" y="98856"/>
                    </a:cubicBezTo>
                    <a:cubicBezTo>
                      <a:pt x="875379" y="22187"/>
                      <a:pt x="798906" y="448"/>
                      <a:pt x="704963" y="7436"/>
                    </a:cubicBezTo>
                    <a:cubicBezTo>
                      <a:pt x="814629" y="-11974"/>
                      <a:pt x="599178" y="15394"/>
                      <a:pt x="667695" y="11512"/>
                    </a:cubicBezTo>
                    <a:cubicBezTo>
                      <a:pt x="565211" y="27059"/>
                      <a:pt x="466609" y="61279"/>
                      <a:pt x="376547" y="112443"/>
                    </a:cubicBezTo>
                    <a:cubicBezTo>
                      <a:pt x="298908" y="160967"/>
                      <a:pt x="135671" y="304406"/>
                      <a:pt x="-1167" y="431541"/>
                    </a:cubicBezTo>
                    <a:close/>
                  </a:path>
                </a:pathLst>
              </a:custGeom>
              <a:solidFill>
                <a:srgbClr val="FFFFFF"/>
              </a:solidFill>
              <a:ln w="19399" cap="flat">
                <a:noFill/>
                <a:prstDash val="solid"/>
                <a:miter/>
              </a:ln>
            </p:spPr>
            <p:txBody>
              <a:bodyPr rtlCol="0" anchor="ctr"/>
              <a:lstStyle/>
              <a:p>
                <a:endParaRPr lang="zh-CN" altLang="en-US">
                  <a:cs typeface="+mn-ea"/>
                  <a:sym typeface="+mn-lt"/>
                </a:endParaRPr>
              </a:p>
            </p:txBody>
          </p:sp>
          <p:sp>
            <p:nvSpPr>
              <p:cNvPr id="37" name="任意多边形: 形状 36">
                <a:extLst>
                  <a:ext uri="{FF2B5EF4-FFF2-40B4-BE49-F238E27FC236}">
                    <a16:creationId xmlns:a16="http://schemas.microsoft.com/office/drawing/2014/main" id="{34E2CA5C-B4A7-E75C-40F6-3EB3101267EB}"/>
                  </a:ext>
                </a:extLst>
              </p:cNvPr>
              <p:cNvSpPr>
                <a:spLocks noChangeAspect="1"/>
              </p:cNvSpPr>
              <p:nvPr/>
            </p:nvSpPr>
            <p:spPr>
              <a:xfrm>
                <a:off x="1257720" y="2008654"/>
                <a:ext cx="565536" cy="783464"/>
              </a:xfrm>
              <a:custGeom>
                <a:avLst/>
                <a:gdLst>
                  <a:gd name="connsiteX0" fmla="*/ 285018 w 922173"/>
                  <a:gd name="connsiteY0" fmla="*/ 1304008 h 1303603"/>
                  <a:gd name="connsiteX1" fmla="*/ 276090 w 922173"/>
                  <a:gd name="connsiteY1" fmla="*/ 1301873 h 1303603"/>
                  <a:gd name="connsiteX2" fmla="*/ 267742 w 922173"/>
                  <a:gd name="connsiteY2" fmla="*/ 1275728 h 1303603"/>
                  <a:gd name="connsiteX3" fmla="*/ 267742 w 922173"/>
                  <a:gd name="connsiteY3" fmla="*/ 1275669 h 1303603"/>
                  <a:gd name="connsiteX4" fmla="*/ 446120 w 922173"/>
                  <a:gd name="connsiteY4" fmla="*/ 864181 h 1303603"/>
                  <a:gd name="connsiteX5" fmla="*/ 488626 w 922173"/>
                  <a:gd name="connsiteY5" fmla="*/ 755098 h 1303603"/>
                  <a:gd name="connsiteX6" fmla="*/ 709316 w 922173"/>
                  <a:gd name="connsiteY6" fmla="*/ 425130 h 1303603"/>
                  <a:gd name="connsiteX7" fmla="*/ 881676 w 922173"/>
                  <a:gd name="connsiteY7" fmla="*/ 119620 h 1303603"/>
                  <a:gd name="connsiteX8" fmla="*/ 724651 w 922173"/>
                  <a:gd name="connsiteY8" fmla="*/ 45863 h 1303603"/>
                  <a:gd name="connsiteX9" fmla="*/ 713394 w 922173"/>
                  <a:gd name="connsiteY9" fmla="*/ 43145 h 1303603"/>
                  <a:gd name="connsiteX10" fmla="*/ 698642 w 922173"/>
                  <a:gd name="connsiteY10" fmla="*/ 45280 h 1303603"/>
                  <a:gd name="connsiteX11" fmla="*/ 688743 w 922173"/>
                  <a:gd name="connsiteY11" fmla="*/ 49744 h 1303603"/>
                  <a:gd name="connsiteX12" fmla="*/ 406135 w 922173"/>
                  <a:gd name="connsiteY12" fmla="*/ 147958 h 1303603"/>
                  <a:gd name="connsiteX13" fmla="*/ 31526 w 922173"/>
                  <a:gd name="connsiteY13" fmla="*/ 464727 h 1303603"/>
                  <a:gd name="connsiteX14" fmla="*/ 4158 w 922173"/>
                  <a:gd name="connsiteY14" fmla="*/ 463892 h 1303603"/>
                  <a:gd name="connsiteX15" fmla="*/ 3963 w 922173"/>
                  <a:gd name="connsiteY15" fmla="*/ 463756 h 1303603"/>
                  <a:gd name="connsiteX16" fmla="*/ 4935 w 922173"/>
                  <a:gd name="connsiteY16" fmla="*/ 436388 h 1303603"/>
                  <a:gd name="connsiteX17" fmla="*/ 385756 w 922173"/>
                  <a:gd name="connsiteY17" fmla="*/ 114962 h 1303603"/>
                  <a:gd name="connsiteX18" fmla="*/ 660017 w 922173"/>
                  <a:gd name="connsiteY18" fmla="*/ 15195 h 1303603"/>
                  <a:gd name="connsiteX19" fmla="*/ 727174 w 922173"/>
                  <a:gd name="connsiteY19" fmla="*/ 2384 h 1303603"/>
                  <a:gd name="connsiteX20" fmla="*/ 769683 w 922173"/>
                  <a:gd name="connsiteY20" fmla="*/ 6072 h 1303603"/>
                  <a:gd name="connsiteX21" fmla="*/ 920303 w 922173"/>
                  <a:gd name="connsiteY21" fmla="*/ 115932 h 1303603"/>
                  <a:gd name="connsiteX22" fmla="*/ 739402 w 922173"/>
                  <a:gd name="connsiteY22" fmla="*/ 449587 h 1303603"/>
                  <a:gd name="connsiteX23" fmla="*/ 524731 w 922173"/>
                  <a:gd name="connsiteY23" fmla="*/ 770432 h 1303603"/>
                  <a:gd name="connsiteX24" fmla="*/ 482416 w 922173"/>
                  <a:gd name="connsiteY24" fmla="*/ 878738 h 1303603"/>
                  <a:gd name="connsiteX25" fmla="*/ 302293 w 922173"/>
                  <a:gd name="connsiteY25" fmla="*/ 1294109 h 1303603"/>
                  <a:gd name="connsiteX26" fmla="*/ 285018 w 922173"/>
                  <a:gd name="connsiteY26" fmla="*/ 1304008 h 1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22173" h="1303603">
                    <a:moveTo>
                      <a:pt x="285018" y="1304008"/>
                    </a:moveTo>
                    <a:cubicBezTo>
                      <a:pt x="281914" y="1304027"/>
                      <a:pt x="278807" y="1303290"/>
                      <a:pt x="276090" y="1301873"/>
                    </a:cubicBezTo>
                    <a:cubicBezTo>
                      <a:pt x="266579" y="1296962"/>
                      <a:pt x="262890" y="1285258"/>
                      <a:pt x="267742" y="1275728"/>
                    </a:cubicBezTo>
                    <a:cubicBezTo>
                      <a:pt x="267742" y="1275709"/>
                      <a:pt x="267742" y="1275689"/>
                      <a:pt x="267742" y="1275669"/>
                    </a:cubicBezTo>
                    <a:cubicBezTo>
                      <a:pt x="335096" y="1142033"/>
                      <a:pt x="394684" y="1004650"/>
                      <a:pt x="446120" y="864181"/>
                    </a:cubicBezTo>
                    <a:cubicBezTo>
                      <a:pt x="461066" y="825361"/>
                      <a:pt x="475041" y="788677"/>
                      <a:pt x="488626" y="755098"/>
                    </a:cubicBezTo>
                    <a:cubicBezTo>
                      <a:pt x="537345" y="635339"/>
                      <a:pt x="628767" y="523344"/>
                      <a:pt x="709316" y="425130"/>
                    </a:cubicBezTo>
                    <a:cubicBezTo>
                      <a:pt x="802096" y="311389"/>
                      <a:pt x="889634" y="204053"/>
                      <a:pt x="881676" y="119620"/>
                    </a:cubicBezTo>
                    <a:cubicBezTo>
                      <a:pt x="874883" y="49550"/>
                      <a:pt x="792585" y="40816"/>
                      <a:pt x="724651" y="45863"/>
                    </a:cubicBezTo>
                    <a:cubicBezTo>
                      <a:pt x="720770" y="46115"/>
                      <a:pt x="716692" y="45183"/>
                      <a:pt x="713394" y="43145"/>
                    </a:cubicBezTo>
                    <a:lnTo>
                      <a:pt x="698642" y="45280"/>
                    </a:lnTo>
                    <a:cubicBezTo>
                      <a:pt x="695925" y="47687"/>
                      <a:pt x="692430" y="49220"/>
                      <a:pt x="688743" y="49744"/>
                    </a:cubicBezTo>
                    <a:cubicBezTo>
                      <a:pt x="589365" y="64942"/>
                      <a:pt x="493479" y="98230"/>
                      <a:pt x="406135" y="147958"/>
                    </a:cubicBezTo>
                    <a:cubicBezTo>
                      <a:pt x="341889" y="186778"/>
                      <a:pt x="205243" y="303237"/>
                      <a:pt x="31526" y="464727"/>
                    </a:cubicBezTo>
                    <a:cubicBezTo>
                      <a:pt x="23762" y="472063"/>
                      <a:pt x="11339" y="471695"/>
                      <a:pt x="4158" y="463892"/>
                    </a:cubicBezTo>
                    <a:cubicBezTo>
                      <a:pt x="3963" y="463853"/>
                      <a:pt x="3963" y="463795"/>
                      <a:pt x="3963" y="463756"/>
                    </a:cubicBezTo>
                    <a:cubicBezTo>
                      <a:pt x="-3218" y="455914"/>
                      <a:pt x="-2829" y="443686"/>
                      <a:pt x="4935" y="436388"/>
                    </a:cubicBezTo>
                    <a:cubicBezTo>
                      <a:pt x="88010" y="358749"/>
                      <a:pt x="291424" y="172997"/>
                      <a:pt x="385756" y="114962"/>
                    </a:cubicBezTo>
                    <a:cubicBezTo>
                      <a:pt x="470771" y="66359"/>
                      <a:pt x="563551" y="32625"/>
                      <a:pt x="660017" y="15195"/>
                    </a:cubicBezTo>
                    <a:cubicBezTo>
                      <a:pt x="681561" y="7140"/>
                      <a:pt x="704272" y="2792"/>
                      <a:pt x="727174" y="2384"/>
                    </a:cubicBezTo>
                    <a:cubicBezTo>
                      <a:pt x="747944" y="55"/>
                      <a:pt x="762501" y="-1692"/>
                      <a:pt x="769683" y="6072"/>
                    </a:cubicBezTo>
                    <a:cubicBezTo>
                      <a:pt x="890800" y="10730"/>
                      <a:pt x="916420" y="74977"/>
                      <a:pt x="920303" y="115932"/>
                    </a:cubicBezTo>
                    <a:cubicBezTo>
                      <a:pt x="929814" y="216281"/>
                      <a:pt x="841498" y="324393"/>
                      <a:pt x="739402" y="449587"/>
                    </a:cubicBezTo>
                    <a:cubicBezTo>
                      <a:pt x="660405" y="546636"/>
                      <a:pt x="571118" y="655914"/>
                      <a:pt x="524731" y="770432"/>
                    </a:cubicBezTo>
                    <a:cubicBezTo>
                      <a:pt x="511143" y="803622"/>
                      <a:pt x="497168" y="839918"/>
                      <a:pt x="482416" y="878738"/>
                    </a:cubicBezTo>
                    <a:cubicBezTo>
                      <a:pt x="430205" y="1020488"/>
                      <a:pt x="370033" y="1159152"/>
                      <a:pt x="302293" y="1294109"/>
                    </a:cubicBezTo>
                    <a:cubicBezTo>
                      <a:pt x="298800" y="1300339"/>
                      <a:pt x="292199" y="1304144"/>
                      <a:pt x="285018" y="1304008"/>
                    </a:cubicBezTo>
                    <a:close/>
                  </a:path>
                </a:pathLst>
              </a:custGeom>
              <a:solidFill>
                <a:srgbClr val="080717"/>
              </a:solidFill>
              <a:ln w="19399" cap="flat">
                <a:noFill/>
                <a:prstDash val="solid"/>
                <a:miter/>
              </a:ln>
            </p:spPr>
            <p:txBody>
              <a:bodyPr rtlCol="0" anchor="ctr"/>
              <a:lstStyle/>
              <a:p>
                <a:endParaRPr lang="zh-CN" altLang="en-US">
                  <a:cs typeface="+mn-ea"/>
                  <a:sym typeface="+mn-lt"/>
                </a:endParaRPr>
              </a:p>
            </p:txBody>
          </p:sp>
        </p:grpSp>
        <p:grpSp>
          <p:nvGrpSpPr>
            <p:cNvPr id="11" name="组合 10">
              <a:extLst>
                <a:ext uri="{FF2B5EF4-FFF2-40B4-BE49-F238E27FC236}">
                  <a16:creationId xmlns:a16="http://schemas.microsoft.com/office/drawing/2014/main" id="{8DB609F5-C93D-F6D7-9092-BE03B7A34002}"/>
                </a:ext>
              </a:extLst>
            </p:cNvPr>
            <p:cNvGrpSpPr/>
            <p:nvPr/>
          </p:nvGrpSpPr>
          <p:grpSpPr>
            <a:xfrm>
              <a:off x="5231350" y="2546941"/>
              <a:ext cx="2939508" cy="3587159"/>
              <a:chOff x="928756" y="2481363"/>
              <a:chExt cx="2939508" cy="3587159"/>
            </a:xfrm>
          </p:grpSpPr>
          <p:sp>
            <p:nvSpPr>
              <p:cNvPr id="20" name="Bullet1">
                <a:extLst>
                  <a:ext uri="{FF2B5EF4-FFF2-40B4-BE49-F238E27FC236}">
                    <a16:creationId xmlns:a16="http://schemas.microsoft.com/office/drawing/2014/main" id="{7487F205-1128-2CD0-07D3-7B8BF849C245}"/>
                  </a:ext>
                </a:extLst>
              </p:cNvPr>
              <p:cNvSpPr>
                <a:spLocks/>
              </p:cNvSpPr>
              <p:nvPr/>
            </p:nvSpPr>
            <p:spPr>
              <a:xfrm>
                <a:off x="1403637" y="2481363"/>
                <a:ext cx="1989746" cy="1989742"/>
              </a:xfrm>
              <a:prstGeom prst="ellipse">
                <a:avLst/>
              </a:prstGeom>
              <a:solidFill>
                <a:schemeClr val="tx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1">
                <a:normAutofit/>
              </a:bodyPr>
              <a:lstStyle/>
              <a:p>
                <a:pPr algn="ctr"/>
                <a:r>
                  <a:rPr lang="zh-CN" altLang="en-US" b="1" dirty="0">
                    <a:solidFill>
                      <a:schemeClr val="bg1"/>
                    </a:solidFill>
                    <a:cs typeface="+mn-ea"/>
                    <a:sym typeface="+mn-lt"/>
                  </a:rPr>
                  <a:t>单击添加小标题</a:t>
                </a:r>
                <a:endParaRPr lang="en-US" dirty="0">
                  <a:solidFill>
                    <a:schemeClr val="bg1"/>
                  </a:solidFill>
                  <a:cs typeface="+mn-ea"/>
                  <a:sym typeface="+mn-lt"/>
                </a:endParaRPr>
              </a:p>
            </p:txBody>
          </p:sp>
          <p:sp>
            <p:nvSpPr>
              <p:cNvPr id="21" name="Text1">
                <a:extLst>
                  <a:ext uri="{FF2B5EF4-FFF2-40B4-BE49-F238E27FC236}">
                    <a16:creationId xmlns:a16="http://schemas.microsoft.com/office/drawing/2014/main" id="{1673531E-9025-1F42-1B96-661E096F0A19}"/>
                  </a:ext>
                </a:extLst>
              </p:cNvPr>
              <p:cNvSpPr txBox="1">
                <a:spLocks/>
              </p:cNvSpPr>
              <p:nvPr/>
            </p:nvSpPr>
            <p:spPr bwMode="auto">
              <a:xfrm flipH="1">
                <a:off x="928756" y="4665172"/>
                <a:ext cx="2939508" cy="1403350"/>
              </a:xfrm>
              <a:prstGeom prst="rect">
                <a:avLst/>
              </a:prstGeom>
              <a:noFill/>
              <a:scene3d>
                <a:camera prst="orthographicFront">
                  <a:rot lat="0" lon="0" rev="0"/>
                </a:camera>
                <a:lightRig rig="threePt" dir="t"/>
              </a:scene3d>
              <a:sp3d prstMaterial="matte">
                <a:bevelT w="1270" h="1270"/>
              </a:sp3d>
            </p:spPr>
            <p:txBody>
              <a:bodyPr wrap="square" lIns="91440" tIns="45720" rIns="91440" bIns="45720" anchor="t" anchorCtr="1">
                <a:normAutofit/>
                <a:sp3d/>
              </a:bodyPr>
              <a:lstStyle/>
              <a:p>
                <a:pPr algn="ctr">
                  <a:lnSpc>
                    <a:spcPct val="120000"/>
                  </a:lnSpc>
                </a:pPr>
                <a:r>
                  <a:rPr lang="zh-CN" altLang="en-US" sz="1200">
                    <a:cs typeface="+mn-ea"/>
                    <a:sym typeface="+mn-lt"/>
                  </a:rPr>
                  <a:t>单击此处添加文本单击此处添加文本单击此处添加文本单击此处添加文本</a:t>
                </a:r>
                <a:endParaRPr lang="en-US" dirty="0">
                  <a:cs typeface="+mn-ea"/>
                  <a:sym typeface="+mn-lt"/>
                </a:endParaRPr>
              </a:p>
            </p:txBody>
          </p:sp>
        </p:grpSp>
        <p:grpSp>
          <p:nvGrpSpPr>
            <p:cNvPr id="12" name="组合 11">
              <a:extLst>
                <a:ext uri="{FF2B5EF4-FFF2-40B4-BE49-F238E27FC236}">
                  <a16:creationId xmlns:a16="http://schemas.microsoft.com/office/drawing/2014/main" id="{61D9A480-2574-7F12-C2CE-19684031CDA5}"/>
                </a:ext>
              </a:extLst>
            </p:cNvPr>
            <p:cNvGrpSpPr/>
            <p:nvPr/>
          </p:nvGrpSpPr>
          <p:grpSpPr>
            <a:xfrm>
              <a:off x="8579391" y="2546941"/>
              <a:ext cx="2939508" cy="3587159"/>
              <a:chOff x="4455953" y="2481363"/>
              <a:chExt cx="2939508" cy="3587159"/>
            </a:xfrm>
          </p:grpSpPr>
          <p:sp>
            <p:nvSpPr>
              <p:cNvPr id="18" name="Bullet2">
                <a:extLst>
                  <a:ext uri="{FF2B5EF4-FFF2-40B4-BE49-F238E27FC236}">
                    <a16:creationId xmlns:a16="http://schemas.microsoft.com/office/drawing/2014/main" id="{C28DC70E-2D2B-268D-BD71-65FB0DAE6348}"/>
                  </a:ext>
                </a:extLst>
              </p:cNvPr>
              <p:cNvSpPr>
                <a:spLocks/>
              </p:cNvSpPr>
              <p:nvPr/>
            </p:nvSpPr>
            <p:spPr>
              <a:xfrm>
                <a:off x="4930834" y="2481363"/>
                <a:ext cx="1989746" cy="1989742"/>
              </a:xfrm>
              <a:prstGeom prst="ellipse">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1">
                <a:normAutofit/>
              </a:bodyPr>
              <a:lstStyle/>
              <a:p>
                <a:pPr algn="ctr"/>
                <a:r>
                  <a:rPr lang="zh-CN" altLang="en-US" b="1" dirty="0">
                    <a:solidFill>
                      <a:srgbClr val="2F2F2F"/>
                    </a:solidFill>
                    <a:cs typeface="+mn-ea"/>
                    <a:sym typeface="+mn-lt"/>
                  </a:rPr>
                  <a:t>单击添加小标题</a:t>
                </a:r>
                <a:endParaRPr lang="en-US" b="1" dirty="0">
                  <a:solidFill>
                    <a:srgbClr val="2F2F2F"/>
                  </a:solidFill>
                  <a:cs typeface="+mn-ea"/>
                  <a:sym typeface="+mn-lt"/>
                </a:endParaRPr>
              </a:p>
            </p:txBody>
          </p:sp>
          <p:sp>
            <p:nvSpPr>
              <p:cNvPr id="19" name="Text2">
                <a:extLst>
                  <a:ext uri="{FF2B5EF4-FFF2-40B4-BE49-F238E27FC236}">
                    <a16:creationId xmlns:a16="http://schemas.microsoft.com/office/drawing/2014/main" id="{AB63DCEE-62B5-76C5-17BD-6EC43CA402FF}"/>
                  </a:ext>
                </a:extLst>
              </p:cNvPr>
              <p:cNvSpPr txBox="1">
                <a:spLocks/>
              </p:cNvSpPr>
              <p:nvPr/>
            </p:nvSpPr>
            <p:spPr bwMode="auto">
              <a:xfrm flipH="1">
                <a:off x="4455953" y="4665172"/>
                <a:ext cx="2939508" cy="1403350"/>
              </a:xfrm>
              <a:prstGeom prst="rect">
                <a:avLst/>
              </a:prstGeom>
              <a:noFill/>
              <a:scene3d>
                <a:camera prst="orthographicFront">
                  <a:rot lat="0" lon="0" rev="0"/>
                </a:camera>
                <a:lightRig rig="threePt" dir="t"/>
              </a:scene3d>
              <a:sp3d prstMaterial="matte">
                <a:bevelT w="1270" h="1270"/>
              </a:sp3d>
            </p:spPr>
            <p:txBody>
              <a:bodyPr wrap="square" lIns="91440" tIns="45720" rIns="91440" bIns="45720" anchor="t" anchorCtr="1">
                <a:normAutofit/>
                <a:sp3d/>
              </a:bodyPr>
              <a:lstStyle/>
              <a:p>
                <a:pPr algn="ctr">
                  <a:lnSpc>
                    <a:spcPct val="120000"/>
                  </a:lnSpc>
                </a:pPr>
                <a:r>
                  <a:rPr lang="zh-CN" altLang="en-US" sz="1200">
                    <a:cs typeface="+mn-ea"/>
                    <a:sym typeface="+mn-lt"/>
                  </a:rPr>
                  <a:t>单击此处添加文本单击此处添加文本单击此处添加文本单击此处添加文本</a:t>
                </a:r>
                <a:endParaRPr lang="en-US" dirty="0">
                  <a:cs typeface="+mn-ea"/>
                  <a:sym typeface="+mn-lt"/>
                </a:endParaRPr>
              </a:p>
            </p:txBody>
          </p:sp>
        </p:grpSp>
        <p:grpSp>
          <p:nvGrpSpPr>
            <p:cNvPr id="97" name="组合 96">
              <a:extLst>
                <a:ext uri="{FF2B5EF4-FFF2-40B4-BE49-F238E27FC236}">
                  <a16:creationId xmlns:a16="http://schemas.microsoft.com/office/drawing/2014/main" id="{438FC96F-C691-A209-70D5-E3AA44C86956}"/>
                </a:ext>
              </a:extLst>
            </p:cNvPr>
            <p:cNvGrpSpPr/>
            <p:nvPr/>
          </p:nvGrpSpPr>
          <p:grpSpPr>
            <a:xfrm>
              <a:off x="1883309" y="2546941"/>
              <a:ext cx="2939508" cy="3587159"/>
              <a:chOff x="928756" y="2481363"/>
              <a:chExt cx="2939508" cy="3587159"/>
            </a:xfrm>
          </p:grpSpPr>
          <p:sp>
            <p:nvSpPr>
              <p:cNvPr id="98" name="Bullet4">
                <a:extLst>
                  <a:ext uri="{FF2B5EF4-FFF2-40B4-BE49-F238E27FC236}">
                    <a16:creationId xmlns:a16="http://schemas.microsoft.com/office/drawing/2014/main" id="{816FB40D-60BD-A38F-A778-72D2ADC31C9F}"/>
                  </a:ext>
                </a:extLst>
              </p:cNvPr>
              <p:cNvSpPr>
                <a:spLocks/>
              </p:cNvSpPr>
              <p:nvPr/>
            </p:nvSpPr>
            <p:spPr>
              <a:xfrm>
                <a:off x="1403637" y="2481363"/>
                <a:ext cx="1989746" cy="1989742"/>
              </a:xfrm>
              <a:prstGeom prst="ellipse">
                <a:avLst/>
              </a:prstGeom>
              <a:solidFill>
                <a:schemeClr val="bg1"/>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1">
                <a:normAutofit/>
              </a:bodyPr>
              <a:lstStyle/>
              <a:p>
                <a:pPr algn="ctr"/>
                <a:r>
                  <a:rPr lang="zh-CN" altLang="en-US" b="1">
                    <a:solidFill>
                      <a:srgbClr val="2F2F2F"/>
                    </a:solidFill>
                    <a:cs typeface="+mn-ea"/>
                    <a:sym typeface="+mn-lt"/>
                  </a:rPr>
                  <a:t>单击添加小标题</a:t>
                </a:r>
                <a:endParaRPr lang="en-US" dirty="0">
                  <a:solidFill>
                    <a:srgbClr val="2F2F2F"/>
                  </a:solidFill>
                  <a:cs typeface="+mn-ea"/>
                  <a:sym typeface="+mn-lt"/>
                </a:endParaRPr>
              </a:p>
            </p:txBody>
          </p:sp>
          <p:sp>
            <p:nvSpPr>
              <p:cNvPr id="99" name="Text4">
                <a:extLst>
                  <a:ext uri="{FF2B5EF4-FFF2-40B4-BE49-F238E27FC236}">
                    <a16:creationId xmlns:a16="http://schemas.microsoft.com/office/drawing/2014/main" id="{6FEFEB72-D12B-004F-7B41-DC0AD3F56077}"/>
                  </a:ext>
                </a:extLst>
              </p:cNvPr>
              <p:cNvSpPr txBox="1">
                <a:spLocks/>
              </p:cNvSpPr>
              <p:nvPr/>
            </p:nvSpPr>
            <p:spPr bwMode="auto">
              <a:xfrm flipH="1">
                <a:off x="928756" y="4665172"/>
                <a:ext cx="2939508" cy="1403350"/>
              </a:xfrm>
              <a:prstGeom prst="rect">
                <a:avLst/>
              </a:prstGeom>
              <a:noFill/>
              <a:scene3d>
                <a:camera prst="orthographicFront">
                  <a:rot lat="0" lon="0" rev="0"/>
                </a:camera>
                <a:lightRig rig="threePt" dir="t"/>
              </a:scene3d>
              <a:sp3d prstMaterial="matte">
                <a:bevelT w="1270" h="1270"/>
              </a:sp3d>
            </p:spPr>
            <p:txBody>
              <a:bodyPr wrap="square" lIns="91440" tIns="45720" rIns="91440" bIns="45720" anchor="t" anchorCtr="1">
                <a:normAutofit/>
                <a:sp3d/>
              </a:bodyPr>
              <a:lstStyle/>
              <a:p>
                <a:pPr algn="ctr">
                  <a:lnSpc>
                    <a:spcPct val="120000"/>
                  </a:lnSpc>
                </a:pPr>
                <a:r>
                  <a:rPr lang="zh-CN" altLang="en-US" sz="1200" dirty="0">
                    <a:cs typeface="+mn-ea"/>
                    <a:sym typeface="+mn-lt"/>
                  </a:rPr>
                  <a:t>单击此处添加文本单击此处添加文本单击此处添加文本单击此处添加文本</a:t>
                </a:r>
                <a:endParaRPr lang="en-US" dirty="0">
                  <a:cs typeface="+mn-ea"/>
                  <a:sym typeface="+mn-lt"/>
                </a:endParaRPr>
              </a:p>
            </p:txBody>
          </p:sp>
        </p:grpSp>
      </p:grpSp>
    </p:spTree>
    <p:extLst>
      <p:ext uri="{BB962C8B-B14F-4D97-AF65-F5344CB8AC3E}">
        <p14:creationId xmlns:p14="http://schemas.microsoft.com/office/powerpoint/2010/main" val="2872856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1E422-C145-3C7E-C45E-800A609E013D}"/>
            </a:ext>
          </a:extLst>
        </p:cNvPr>
        <p:cNvGrpSpPr/>
        <p:nvPr/>
      </p:nvGrpSpPr>
      <p:grpSpPr>
        <a:xfrm>
          <a:off x="0" y="0"/>
          <a:ext cx="0" cy="0"/>
          <a:chOff x="0" y="0"/>
          <a:chExt cx="0" cy="0"/>
        </a:xfrm>
      </p:grpSpPr>
      <p:sp>
        <p:nvSpPr>
          <p:cNvPr id="35"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grpSp>
        <p:nvGrpSpPr>
          <p:cNvPr id="73" name="组合 72">
            <a:extLst>
              <a:ext uri="{FF2B5EF4-FFF2-40B4-BE49-F238E27FC236}">
                <a16:creationId xmlns:a16="http://schemas.microsoft.com/office/drawing/2014/main" id="{1CF112C1-C234-F82D-BE65-9ED38A823F4C}"/>
              </a:ext>
            </a:extLst>
          </p:cNvPr>
          <p:cNvGrpSpPr/>
          <p:nvPr/>
        </p:nvGrpSpPr>
        <p:grpSpPr>
          <a:xfrm>
            <a:off x="660400" y="1130300"/>
            <a:ext cx="11531600" cy="5003800"/>
            <a:chOff x="660400" y="1130300"/>
            <a:chExt cx="11531600" cy="5003800"/>
          </a:xfrm>
        </p:grpSpPr>
        <p:sp>
          <p:nvSpPr>
            <p:cNvPr id="15" name="ComponentBackground1">
              <a:extLst>
                <a:ext uri="{FF2B5EF4-FFF2-40B4-BE49-F238E27FC236}">
                  <a16:creationId xmlns:a16="http://schemas.microsoft.com/office/drawing/2014/main" id="{3A5E2D69-D514-87B6-AF19-3C664E001EF0}"/>
                </a:ext>
              </a:extLst>
            </p:cNvPr>
            <p:cNvSpPr/>
            <p:nvPr/>
          </p:nvSpPr>
          <p:spPr>
            <a:xfrm>
              <a:off x="6991350" y="1130300"/>
              <a:ext cx="5200650" cy="5003800"/>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pic>
          <p:nvPicPr>
            <p:cNvPr id="70" name="图片 69">
              <a:extLst>
                <a:ext uri="{FF2B5EF4-FFF2-40B4-BE49-F238E27FC236}">
                  <a16:creationId xmlns:a16="http://schemas.microsoft.com/office/drawing/2014/main" id="{0529B69C-17FA-65D0-2719-EE3A4F525000}"/>
                </a:ext>
              </a:extLst>
            </p:cNvPr>
            <p:cNvPicPr>
              <a:picLocks noChangeAspect="1"/>
            </p:cNvPicPr>
            <p:nvPr/>
          </p:nvPicPr>
          <p:blipFill>
            <a:blip r:embed="rId3"/>
            <a:stretch>
              <a:fillRect/>
            </a:stretch>
          </p:blipFill>
          <p:spPr>
            <a:xfrm>
              <a:off x="8131207" y="1557954"/>
              <a:ext cx="2779022" cy="2494804"/>
            </a:xfrm>
            <a:prstGeom prst="rect">
              <a:avLst/>
            </a:prstGeom>
          </p:spPr>
        </p:pic>
        <p:sp>
          <p:nvSpPr>
            <p:cNvPr id="4" name="Title">
              <a:extLst>
                <a:ext uri="{FF2B5EF4-FFF2-40B4-BE49-F238E27FC236}">
                  <a16:creationId xmlns:a16="http://schemas.microsoft.com/office/drawing/2014/main" id="{FF285A3D-88F7-1C5B-B181-880FBAED9AFC}"/>
                </a:ext>
              </a:extLst>
            </p:cNvPr>
            <p:cNvSpPr>
              <a:spLocks/>
            </p:cNvSpPr>
            <p:nvPr/>
          </p:nvSpPr>
          <p:spPr>
            <a:xfrm>
              <a:off x="660400" y="1130300"/>
              <a:ext cx="5821207" cy="7111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dirty="0">
                  <a:solidFill>
                    <a:schemeClr val="tx1"/>
                  </a:solidFill>
                  <a:cs typeface="+mn-ea"/>
                  <a:sym typeface="+mn-lt"/>
                </a:rPr>
                <a:t>单击此处添加长一点的副标题</a:t>
              </a:r>
              <a:endParaRPr lang="en-US" dirty="0">
                <a:cs typeface="+mn-ea"/>
                <a:sym typeface="+mn-lt"/>
              </a:endParaRPr>
            </a:p>
          </p:txBody>
        </p:sp>
        <p:grpSp>
          <p:nvGrpSpPr>
            <p:cNvPr id="65" name="组合 64">
              <a:extLst>
                <a:ext uri="{FF2B5EF4-FFF2-40B4-BE49-F238E27FC236}">
                  <a16:creationId xmlns:a16="http://schemas.microsoft.com/office/drawing/2014/main" id="{9166AFC1-1DFC-1337-2CC8-08797DE3946E}"/>
                </a:ext>
              </a:extLst>
            </p:cNvPr>
            <p:cNvGrpSpPr/>
            <p:nvPr/>
          </p:nvGrpSpPr>
          <p:grpSpPr>
            <a:xfrm>
              <a:off x="660400" y="2052082"/>
              <a:ext cx="5821207" cy="1220272"/>
              <a:chOff x="660400" y="2052082"/>
              <a:chExt cx="5821207" cy="1220272"/>
            </a:xfrm>
          </p:grpSpPr>
          <p:sp>
            <p:nvSpPr>
              <p:cNvPr id="3" name="ComponentBackground2">
                <a:extLst>
                  <a:ext uri="{FF2B5EF4-FFF2-40B4-BE49-F238E27FC236}">
                    <a16:creationId xmlns:a16="http://schemas.microsoft.com/office/drawing/2014/main" id="{CE277C61-06C3-2B1A-0BB2-09FBDCF7905C}"/>
                  </a:ext>
                </a:extLst>
              </p:cNvPr>
              <p:cNvSpPr/>
              <p:nvPr/>
            </p:nvSpPr>
            <p:spPr>
              <a:xfrm>
                <a:off x="984285" y="2052082"/>
                <a:ext cx="5497322" cy="1220272"/>
              </a:xfrm>
              <a:prstGeom prst="rect">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62" name="组合 61">
                <a:extLst>
                  <a:ext uri="{FF2B5EF4-FFF2-40B4-BE49-F238E27FC236}">
                    <a16:creationId xmlns:a16="http://schemas.microsoft.com/office/drawing/2014/main" id="{E9880293-32ED-FED6-8181-7007BF4B9BCD}"/>
                  </a:ext>
                </a:extLst>
              </p:cNvPr>
              <p:cNvGrpSpPr/>
              <p:nvPr/>
            </p:nvGrpSpPr>
            <p:grpSpPr>
              <a:xfrm>
                <a:off x="1387981" y="2168766"/>
                <a:ext cx="4933075" cy="986904"/>
                <a:chOff x="1387981" y="2166937"/>
                <a:chExt cx="4481561" cy="986904"/>
              </a:xfrm>
            </p:grpSpPr>
            <p:sp>
              <p:nvSpPr>
                <p:cNvPr id="5" name="Bullet1">
                  <a:extLst>
                    <a:ext uri="{FF2B5EF4-FFF2-40B4-BE49-F238E27FC236}">
                      <a16:creationId xmlns:a16="http://schemas.microsoft.com/office/drawing/2014/main" id="{666FD5F6-521F-E659-EDE8-2A2FAD96E1E2}"/>
                    </a:ext>
                  </a:extLst>
                </p:cNvPr>
                <p:cNvSpPr txBox="1"/>
                <p:nvPr/>
              </p:nvSpPr>
              <p:spPr>
                <a:xfrm>
                  <a:off x="1387981" y="2166937"/>
                  <a:ext cx="4481561" cy="410904"/>
                </a:xfrm>
                <a:prstGeom prst="rect">
                  <a:avLst/>
                </a:prstGeom>
                <a:noFill/>
              </p:spPr>
              <p:txBody>
                <a:bodyPr wrap="square" lIns="91440" tIns="45720" rIns="91440" bIns="45720" rtlCol="0" anchor="b">
                  <a:normAutofit/>
                </a:bodyPr>
                <a:lstStyle/>
                <a:p>
                  <a:pPr lvl="0" defTabSz="913765">
                    <a:buSzPct val="25000"/>
                    <a:defRPr/>
                  </a:pPr>
                  <a:r>
                    <a:rPr lang="zh-CN" altLang="en-US" b="1">
                      <a:cs typeface="+mn-ea"/>
                      <a:sym typeface="+mn-lt"/>
                    </a:rPr>
                    <a:t>单击添加小标题</a:t>
                  </a:r>
                  <a:endParaRPr lang="en-US" dirty="0">
                    <a:cs typeface="+mn-ea"/>
                    <a:sym typeface="+mn-lt"/>
                  </a:endParaRPr>
                </a:p>
              </p:txBody>
            </p:sp>
            <p:sp>
              <p:nvSpPr>
                <p:cNvPr id="6" name="Text1">
                  <a:extLst>
                    <a:ext uri="{FF2B5EF4-FFF2-40B4-BE49-F238E27FC236}">
                      <a16:creationId xmlns:a16="http://schemas.microsoft.com/office/drawing/2014/main" id="{1B574A95-CE83-B3E1-2183-BD6751A9D24F}"/>
                    </a:ext>
                  </a:extLst>
                </p:cNvPr>
                <p:cNvSpPr txBox="1"/>
                <p:nvPr/>
              </p:nvSpPr>
              <p:spPr>
                <a:xfrm>
                  <a:off x="1387981" y="2577841"/>
                  <a:ext cx="4481561" cy="576000"/>
                </a:xfrm>
                <a:prstGeom prst="rect">
                  <a:avLst/>
                </a:prstGeom>
                <a:noFill/>
              </p:spPr>
              <p:txBody>
                <a:bodyPr wrap="square" lIns="91440" tIns="45720" rIns="91440" bIns="45720">
                  <a:normAutofit/>
                </a:bodyPr>
                <a:lstStyle/>
                <a:p>
                  <a:pPr>
                    <a:lnSpc>
                      <a:spcPct val="120000"/>
                    </a:lnSpc>
                    <a:buNone/>
                  </a:pPr>
                  <a:r>
                    <a:rPr lang="zh-CN" altLang="en-US" sz="1200">
                      <a:cs typeface="+mn-ea"/>
                      <a:sym typeface="+mn-lt"/>
                    </a:rPr>
                    <a:t>单击此处添加文本单击此处添加文本单击此处添加文本单击此处添加文本</a:t>
                  </a:r>
                  <a:endParaRPr lang="en-US" dirty="0">
                    <a:cs typeface="+mn-ea"/>
                    <a:sym typeface="+mn-lt"/>
                  </a:endParaRPr>
                </a:p>
              </p:txBody>
            </p:sp>
          </p:grpSp>
          <p:sp>
            <p:nvSpPr>
              <p:cNvPr id="59" name="Number1">
                <a:extLst>
                  <a:ext uri="{FF2B5EF4-FFF2-40B4-BE49-F238E27FC236}">
                    <a16:creationId xmlns:a16="http://schemas.microsoft.com/office/drawing/2014/main" id="{9D3A872D-AC47-2133-C205-44DA4B158E4B}"/>
                  </a:ext>
                </a:extLst>
              </p:cNvPr>
              <p:cNvSpPr>
                <a:spLocks noChangeAspect="1"/>
              </p:cNvSpPr>
              <p:nvPr/>
            </p:nvSpPr>
            <p:spPr>
              <a:xfrm>
                <a:off x="660400" y="2338218"/>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01</a:t>
                </a:r>
                <a:endParaRPr lang="zh-CN" altLang="en-US" b="1" dirty="0">
                  <a:solidFill>
                    <a:srgbClr val="000000"/>
                  </a:solidFill>
                  <a:cs typeface="+mn-ea"/>
                  <a:sym typeface="+mn-lt"/>
                </a:endParaRPr>
              </a:p>
            </p:txBody>
          </p:sp>
        </p:grpSp>
        <p:grpSp>
          <p:nvGrpSpPr>
            <p:cNvPr id="66" name="组合 65">
              <a:extLst>
                <a:ext uri="{FF2B5EF4-FFF2-40B4-BE49-F238E27FC236}">
                  <a16:creationId xmlns:a16="http://schemas.microsoft.com/office/drawing/2014/main" id="{A1F5C443-E679-4F92-0B9E-D0D153003B42}"/>
                </a:ext>
              </a:extLst>
            </p:cNvPr>
            <p:cNvGrpSpPr/>
            <p:nvPr/>
          </p:nvGrpSpPr>
          <p:grpSpPr>
            <a:xfrm>
              <a:off x="660400" y="3482955"/>
              <a:ext cx="5821207" cy="1220272"/>
              <a:chOff x="660400" y="3482955"/>
              <a:chExt cx="5821207" cy="1220272"/>
            </a:xfrm>
          </p:grpSpPr>
          <p:sp>
            <p:nvSpPr>
              <p:cNvPr id="28" name="ComponentBackground3">
                <a:extLst>
                  <a:ext uri="{FF2B5EF4-FFF2-40B4-BE49-F238E27FC236}">
                    <a16:creationId xmlns:a16="http://schemas.microsoft.com/office/drawing/2014/main" id="{4AE47F69-98AD-3123-A4EF-ED54ACEC46D0}"/>
                  </a:ext>
                </a:extLst>
              </p:cNvPr>
              <p:cNvSpPr/>
              <p:nvPr/>
            </p:nvSpPr>
            <p:spPr>
              <a:xfrm>
                <a:off x="984285" y="3482955"/>
                <a:ext cx="5497322" cy="1220272"/>
              </a:xfrm>
              <a:prstGeom prst="rect">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63" name="组合 62">
                <a:extLst>
                  <a:ext uri="{FF2B5EF4-FFF2-40B4-BE49-F238E27FC236}">
                    <a16:creationId xmlns:a16="http://schemas.microsoft.com/office/drawing/2014/main" id="{9F6D3139-DB6A-8ABC-2DDA-686C32BB429C}"/>
                  </a:ext>
                </a:extLst>
              </p:cNvPr>
              <p:cNvGrpSpPr/>
              <p:nvPr/>
            </p:nvGrpSpPr>
            <p:grpSpPr>
              <a:xfrm>
                <a:off x="1387981" y="3599639"/>
                <a:ext cx="4933075" cy="986905"/>
                <a:chOff x="1387981" y="3597810"/>
                <a:chExt cx="4481561" cy="986905"/>
              </a:xfrm>
            </p:grpSpPr>
            <p:sp>
              <p:nvSpPr>
                <p:cNvPr id="29" name="Bullet2">
                  <a:extLst>
                    <a:ext uri="{FF2B5EF4-FFF2-40B4-BE49-F238E27FC236}">
                      <a16:creationId xmlns:a16="http://schemas.microsoft.com/office/drawing/2014/main" id="{E3A9FCDF-2E5F-0BF5-A752-91C070B3C9A6}"/>
                    </a:ext>
                  </a:extLst>
                </p:cNvPr>
                <p:cNvSpPr txBox="1"/>
                <p:nvPr/>
              </p:nvSpPr>
              <p:spPr>
                <a:xfrm>
                  <a:off x="1387981" y="3597810"/>
                  <a:ext cx="4481561" cy="410904"/>
                </a:xfrm>
                <a:prstGeom prst="rect">
                  <a:avLst/>
                </a:prstGeom>
                <a:noFill/>
              </p:spPr>
              <p:txBody>
                <a:bodyPr wrap="square" lIns="91440" tIns="45720" rIns="91440" bIns="45720" rtlCol="0" anchor="b">
                  <a:normAutofit/>
                </a:bodyPr>
                <a:lstStyle/>
                <a:p>
                  <a:pPr lvl="0" defTabSz="913765">
                    <a:buSzPct val="25000"/>
                    <a:defRPr/>
                  </a:pPr>
                  <a:r>
                    <a:rPr lang="zh-CN" altLang="en-US" b="1">
                      <a:cs typeface="+mn-ea"/>
                      <a:sym typeface="+mn-lt"/>
                    </a:rPr>
                    <a:t>单击添加小标题</a:t>
                  </a:r>
                  <a:endParaRPr lang="en-US" dirty="0">
                    <a:cs typeface="+mn-ea"/>
                    <a:sym typeface="+mn-lt"/>
                  </a:endParaRPr>
                </a:p>
              </p:txBody>
            </p:sp>
            <p:sp>
              <p:nvSpPr>
                <p:cNvPr id="30" name="Text2">
                  <a:extLst>
                    <a:ext uri="{FF2B5EF4-FFF2-40B4-BE49-F238E27FC236}">
                      <a16:creationId xmlns:a16="http://schemas.microsoft.com/office/drawing/2014/main" id="{1186C277-9F35-0D35-A6C6-2A870314C9B0}"/>
                    </a:ext>
                  </a:extLst>
                </p:cNvPr>
                <p:cNvSpPr txBox="1"/>
                <p:nvPr/>
              </p:nvSpPr>
              <p:spPr>
                <a:xfrm>
                  <a:off x="1387981" y="4008715"/>
                  <a:ext cx="4481561" cy="576000"/>
                </a:xfrm>
                <a:prstGeom prst="rect">
                  <a:avLst/>
                </a:prstGeom>
                <a:noFill/>
              </p:spPr>
              <p:txBody>
                <a:bodyPr wrap="square" lIns="91440" tIns="45720" rIns="91440" bIns="45720">
                  <a:normAutofit/>
                </a:bodyPr>
                <a:lstStyle/>
                <a:p>
                  <a:pPr>
                    <a:lnSpc>
                      <a:spcPct val="120000"/>
                    </a:lnSpc>
                    <a:buNone/>
                  </a:pPr>
                  <a:r>
                    <a:rPr lang="zh-CN" altLang="en-US" sz="1200">
                      <a:cs typeface="+mn-ea"/>
                      <a:sym typeface="+mn-lt"/>
                    </a:rPr>
                    <a:t>单击此处添加文本单击此处添加文本单击此处添加文本单击此处添加文本</a:t>
                  </a:r>
                  <a:endParaRPr lang="en-US" dirty="0">
                    <a:cs typeface="+mn-ea"/>
                    <a:sym typeface="+mn-lt"/>
                  </a:endParaRPr>
                </a:p>
              </p:txBody>
            </p:sp>
          </p:grpSp>
          <p:sp>
            <p:nvSpPr>
              <p:cNvPr id="60" name="Number2">
                <a:extLst>
                  <a:ext uri="{FF2B5EF4-FFF2-40B4-BE49-F238E27FC236}">
                    <a16:creationId xmlns:a16="http://schemas.microsoft.com/office/drawing/2014/main" id="{C14D747A-291B-E3A3-1B47-ABD4783E65CF}"/>
                  </a:ext>
                </a:extLst>
              </p:cNvPr>
              <p:cNvSpPr>
                <a:spLocks noChangeAspect="1"/>
              </p:cNvSpPr>
              <p:nvPr/>
            </p:nvSpPr>
            <p:spPr>
              <a:xfrm>
                <a:off x="660400" y="3769091"/>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02</a:t>
                </a:r>
                <a:endParaRPr lang="zh-CN" altLang="en-US" b="1" dirty="0">
                  <a:solidFill>
                    <a:srgbClr val="000000"/>
                  </a:solidFill>
                  <a:cs typeface="+mn-ea"/>
                  <a:sym typeface="+mn-lt"/>
                </a:endParaRPr>
              </a:p>
            </p:txBody>
          </p:sp>
        </p:grpSp>
        <p:grpSp>
          <p:nvGrpSpPr>
            <p:cNvPr id="67" name="组合 66">
              <a:extLst>
                <a:ext uri="{FF2B5EF4-FFF2-40B4-BE49-F238E27FC236}">
                  <a16:creationId xmlns:a16="http://schemas.microsoft.com/office/drawing/2014/main" id="{939F0478-E1EB-9328-FFF0-8D83F6CDD31B}"/>
                </a:ext>
              </a:extLst>
            </p:cNvPr>
            <p:cNvGrpSpPr/>
            <p:nvPr/>
          </p:nvGrpSpPr>
          <p:grpSpPr>
            <a:xfrm>
              <a:off x="660400" y="4913828"/>
              <a:ext cx="5821207" cy="1220272"/>
              <a:chOff x="660400" y="4913828"/>
              <a:chExt cx="5821207" cy="1220272"/>
            </a:xfrm>
          </p:grpSpPr>
          <p:sp>
            <p:nvSpPr>
              <p:cNvPr id="10" name="ComponentBackground4">
                <a:extLst>
                  <a:ext uri="{FF2B5EF4-FFF2-40B4-BE49-F238E27FC236}">
                    <a16:creationId xmlns:a16="http://schemas.microsoft.com/office/drawing/2014/main" id="{806911C3-96CC-0301-3135-8C9FDCD2E27A}"/>
                  </a:ext>
                </a:extLst>
              </p:cNvPr>
              <p:cNvSpPr/>
              <p:nvPr/>
            </p:nvSpPr>
            <p:spPr>
              <a:xfrm>
                <a:off x="984285" y="4913828"/>
                <a:ext cx="5497322" cy="1220272"/>
              </a:xfrm>
              <a:prstGeom prst="rect">
                <a:avLst/>
              </a:prstGeom>
              <a:no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64" name="组合 63">
                <a:extLst>
                  <a:ext uri="{FF2B5EF4-FFF2-40B4-BE49-F238E27FC236}">
                    <a16:creationId xmlns:a16="http://schemas.microsoft.com/office/drawing/2014/main" id="{EA50ED2D-DB28-84D5-C2EB-5572BF385CCF}"/>
                  </a:ext>
                </a:extLst>
              </p:cNvPr>
              <p:cNvGrpSpPr/>
              <p:nvPr/>
            </p:nvGrpSpPr>
            <p:grpSpPr>
              <a:xfrm>
                <a:off x="1387981" y="5030512"/>
                <a:ext cx="4933075" cy="986905"/>
                <a:chOff x="1387981" y="5028683"/>
                <a:chExt cx="4481561" cy="986905"/>
              </a:xfrm>
            </p:grpSpPr>
            <p:sp>
              <p:nvSpPr>
                <p:cNvPr id="12" name="Bullet3">
                  <a:extLst>
                    <a:ext uri="{FF2B5EF4-FFF2-40B4-BE49-F238E27FC236}">
                      <a16:creationId xmlns:a16="http://schemas.microsoft.com/office/drawing/2014/main" id="{3F51759F-46E1-CCB0-1AEC-D1A1F03B1B69}"/>
                    </a:ext>
                  </a:extLst>
                </p:cNvPr>
                <p:cNvSpPr txBox="1"/>
                <p:nvPr/>
              </p:nvSpPr>
              <p:spPr>
                <a:xfrm>
                  <a:off x="1387981" y="5028683"/>
                  <a:ext cx="4481561" cy="410904"/>
                </a:xfrm>
                <a:prstGeom prst="rect">
                  <a:avLst/>
                </a:prstGeom>
                <a:noFill/>
              </p:spPr>
              <p:txBody>
                <a:bodyPr wrap="square" lIns="91440" tIns="45720" rIns="91440" bIns="45720" rtlCol="0" anchor="b">
                  <a:normAutofit/>
                </a:bodyPr>
                <a:lstStyle/>
                <a:p>
                  <a:pPr lvl="0" defTabSz="913765">
                    <a:buSzPct val="25000"/>
                    <a:defRPr/>
                  </a:pPr>
                  <a:r>
                    <a:rPr lang="zh-CN" altLang="en-US" b="1">
                      <a:cs typeface="+mn-ea"/>
                      <a:sym typeface="+mn-lt"/>
                    </a:rPr>
                    <a:t>单击添加小标题</a:t>
                  </a:r>
                  <a:endParaRPr lang="en-US" dirty="0">
                    <a:cs typeface="+mn-ea"/>
                    <a:sym typeface="+mn-lt"/>
                  </a:endParaRPr>
                </a:p>
              </p:txBody>
            </p:sp>
            <p:sp>
              <p:nvSpPr>
                <p:cNvPr id="13" name="Text3">
                  <a:extLst>
                    <a:ext uri="{FF2B5EF4-FFF2-40B4-BE49-F238E27FC236}">
                      <a16:creationId xmlns:a16="http://schemas.microsoft.com/office/drawing/2014/main" id="{6E4E414F-3C6D-8784-813B-2FA4F6B51868}"/>
                    </a:ext>
                  </a:extLst>
                </p:cNvPr>
                <p:cNvSpPr txBox="1"/>
                <p:nvPr/>
              </p:nvSpPr>
              <p:spPr>
                <a:xfrm>
                  <a:off x="1387981" y="5439588"/>
                  <a:ext cx="4481561" cy="576000"/>
                </a:xfrm>
                <a:prstGeom prst="rect">
                  <a:avLst/>
                </a:prstGeom>
                <a:noFill/>
              </p:spPr>
              <p:txBody>
                <a:bodyPr wrap="square" lIns="91440" tIns="45720" rIns="91440" bIns="45720">
                  <a:normAutofit/>
                </a:bodyPr>
                <a:lstStyle/>
                <a:p>
                  <a:pPr>
                    <a:lnSpc>
                      <a:spcPct val="120000"/>
                    </a:lnSpc>
                    <a:buNone/>
                  </a:pPr>
                  <a:r>
                    <a:rPr lang="zh-CN" altLang="en-US" sz="1200">
                      <a:cs typeface="+mn-ea"/>
                      <a:sym typeface="+mn-lt"/>
                    </a:rPr>
                    <a:t>单击此处添加文本单击此处添加文本单击此处添加文本单击此处添加文本</a:t>
                  </a:r>
                  <a:endParaRPr lang="en-US" dirty="0">
                    <a:cs typeface="+mn-ea"/>
                    <a:sym typeface="+mn-lt"/>
                  </a:endParaRPr>
                </a:p>
              </p:txBody>
            </p:sp>
          </p:grpSp>
          <p:sp>
            <p:nvSpPr>
              <p:cNvPr id="61" name="Number3">
                <a:extLst>
                  <a:ext uri="{FF2B5EF4-FFF2-40B4-BE49-F238E27FC236}">
                    <a16:creationId xmlns:a16="http://schemas.microsoft.com/office/drawing/2014/main" id="{BE97CF97-F404-339B-3840-D50759703DA2}"/>
                  </a:ext>
                </a:extLst>
              </p:cNvPr>
              <p:cNvSpPr>
                <a:spLocks noChangeAspect="1"/>
              </p:cNvSpPr>
              <p:nvPr/>
            </p:nvSpPr>
            <p:spPr>
              <a:xfrm>
                <a:off x="660400" y="5199964"/>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03</a:t>
                </a:r>
                <a:endParaRPr lang="zh-CN" altLang="en-US" b="1" dirty="0">
                  <a:solidFill>
                    <a:srgbClr val="000000"/>
                  </a:solidFill>
                  <a:cs typeface="+mn-ea"/>
                  <a:sym typeface="+mn-lt"/>
                </a:endParaRPr>
              </a:p>
            </p:txBody>
          </p:sp>
        </p:grpSp>
        <p:grpSp>
          <p:nvGrpSpPr>
            <p:cNvPr id="71" name="组合 70">
              <a:extLst>
                <a:ext uri="{FF2B5EF4-FFF2-40B4-BE49-F238E27FC236}">
                  <a16:creationId xmlns:a16="http://schemas.microsoft.com/office/drawing/2014/main" id="{F5417CC6-7903-C4B2-80B8-6D7B10EE6060}"/>
                </a:ext>
              </a:extLst>
            </p:cNvPr>
            <p:cNvGrpSpPr/>
            <p:nvPr/>
          </p:nvGrpSpPr>
          <p:grpSpPr>
            <a:xfrm>
              <a:off x="7522535" y="4221422"/>
              <a:ext cx="3996366" cy="1626542"/>
              <a:chOff x="7382346" y="4008714"/>
              <a:chExt cx="3745558" cy="1626542"/>
            </a:xfrm>
          </p:grpSpPr>
          <p:sp>
            <p:nvSpPr>
              <p:cNvPr id="17" name="Bullet4">
                <a:extLst>
                  <a:ext uri="{FF2B5EF4-FFF2-40B4-BE49-F238E27FC236}">
                    <a16:creationId xmlns:a16="http://schemas.microsoft.com/office/drawing/2014/main" id="{748E3A63-A733-4C1F-B26C-A9090EC41616}"/>
                  </a:ext>
                </a:extLst>
              </p:cNvPr>
              <p:cNvSpPr txBox="1"/>
              <p:nvPr/>
            </p:nvSpPr>
            <p:spPr>
              <a:xfrm>
                <a:off x="7382346" y="4008714"/>
                <a:ext cx="3745558" cy="687498"/>
              </a:xfrm>
              <a:prstGeom prst="rect">
                <a:avLst/>
              </a:prstGeom>
              <a:noFill/>
            </p:spPr>
            <p:txBody>
              <a:bodyPr wrap="square" lIns="91440" tIns="45720" rIns="91440" bIns="45720" rtlCol="0" anchor="b">
                <a:normAutofit/>
              </a:bodyPr>
              <a:lstStyle/>
              <a:p>
                <a:pPr lvl="0" algn="ctr" defTabSz="913765">
                  <a:buSzPct val="25000"/>
                  <a:defRPr/>
                </a:pPr>
                <a:r>
                  <a:rPr lang="zh-CN" altLang="en-US" b="1">
                    <a:solidFill>
                      <a:srgbClr val="000000"/>
                    </a:solidFill>
                    <a:cs typeface="+mn-ea"/>
                    <a:sym typeface="+mn-lt"/>
                  </a:rPr>
                  <a:t>单击添加小标题</a:t>
                </a:r>
                <a:endParaRPr lang="en-US" dirty="0">
                  <a:solidFill>
                    <a:srgbClr val="000000"/>
                  </a:solidFill>
                  <a:cs typeface="+mn-ea"/>
                  <a:sym typeface="+mn-lt"/>
                </a:endParaRPr>
              </a:p>
            </p:txBody>
          </p:sp>
          <p:sp>
            <p:nvSpPr>
              <p:cNvPr id="18" name="Text4">
                <a:extLst>
                  <a:ext uri="{FF2B5EF4-FFF2-40B4-BE49-F238E27FC236}">
                    <a16:creationId xmlns:a16="http://schemas.microsoft.com/office/drawing/2014/main" id="{2E0F90AD-FBCB-11F3-AF69-6BC08784E712}"/>
                  </a:ext>
                </a:extLst>
              </p:cNvPr>
              <p:cNvSpPr txBox="1"/>
              <p:nvPr/>
            </p:nvSpPr>
            <p:spPr>
              <a:xfrm>
                <a:off x="7382346" y="4696212"/>
                <a:ext cx="3745558" cy="939044"/>
              </a:xfrm>
              <a:prstGeom prst="rect">
                <a:avLst/>
              </a:prstGeom>
              <a:noFill/>
            </p:spPr>
            <p:txBody>
              <a:bodyPr wrap="square" lIns="91440" tIns="45720" rIns="91440" bIns="45720">
                <a:normAutofit/>
              </a:bodyPr>
              <a:lstStyle/>
              <a:p>
                <a:pPr algn="ctr">
                  <a:lnSpc>
                    <a:spcPct val="120000"/>
                  </a:lnSpc>
                </a:pPr>
                <a:r>
                  <a:rPr lang="zh-CN" altLang="en-US" sz="1200">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grpSp>
      </p:grpSp>
    </p:spTree>
    <p:extLst>
      <p:ext uri="{BB962C8B-B14F-4D97-AF65-F5344CB8AC3E}">
        <p14:creationId xmlns:p14="http://schemas.microsoft.com/office/powerpoint/2010/main" val="158102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150D6-8B92-A630-D94D-BDD7E7BB6295}"/>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ABBEC495-7FA5-293B-609A-A0456F800375}"/>
              </a:ext>
            </a:extLst>
          </p:cNvPr>
          <p:cNvGrpSpPr/>
          <p:nvPr/>
        </p:nvGrpSpPr>
        <p:grpSpPr>
          <a:xfrm>
            <a:off x="660399" y="1"/>
            <a:ext cx="11531600" cy="6134099"/>
            <a:chOff x="660399" y="1"/>
            <a:chExt cx="11531600" cy="6134099"/>
          </a:xfrm>
        </p:grpSpPr>
        <p:sp>
          <p:nvSpPr>
            <p:cNvPr id="4" name="任意多边形: 形状 3">
              <a:extLst>
                <a:ext uri="{FF2B5EF4-FFF2-40B4-BE49-F238E27FC236}">
                  <a16:creationId xmlns:a16="http://schemas.microsoft.com/office/drawing/2014/main" id="{DF85632F-24E3-7CB2-5308-809E9CD01BE3}"/>
                </a:ext>
              </a:extLst>
            </p:cNvPr>
            <p:cNvSpPr/>
            <p:nvPr/>
          </p:nvSpPr>
          <p:spPr>
            <a:xfrm>
              <a:off x="10505597" y="1"/>
              <a:ext cx="1686402" cy="1812043"/>
            </a:xfrm>
            <a:custGeom>
              <a:avLst/>
              <a:gdLst>
                <a:gd name="csX0" fmla="*/ 299098 w 3321698"/>
                <a:gd name="csY0" fmla="*/ 0 h 3551239"/>
                <a:gd name="csX1" fmla="*/ 121298 w 3321698"/>
                <a:gd name="csY1" fmla="*/ 1346200 h 3551239"/>
                <a:gd name="csX2" fmla="*/ 1892948 w 3321698"/>
                <a:gd name="csY2" fmla="*/ 2273300 h 3551239"/>
                <a:gd name="csX3" fmla="*/ 2331098 w 3321698"/>
                <a:gd name="csY3" fmla="*/ 3422650 h 3551239"/>
                <a:gd name="csX4" fmla="*/ 3321698 w 3321698"/>
                <a:gd name="csY4" fmla="*/ 3536950 h 3551239"/>
              </a:gdLst>
              <a:ahLst/>
              <a:cxnLst>
                <a:cxn ang="0">
                  <a:pos x="csX0" y="csY0"/>
                </a:cxn>
                <a:cxn ang="0">
                  <a:pos x="csX1" y="csY1"/>
                </a:cxn>
                <a:cxn ang="0">
                  <a:pos x="csX2" y="csY2"/>
                </a:cxn>
                <a:cxn ang="0">
                  <a:pos x="csX3" y="csY3"/>
                </a:cxn>
                <a:cxn ang="0">
                  <a:pos x="csX4" y="csY4"/>
                </a:cxn>
              </a:cxnLst>
              <a:rect l="l" t="t" r="r" b="b"/>
              <a:pathLst>
                <a:path w="3321698" h="3551239">
                  <a:moveTo>
                    <a:pt x="299098" y="0"/>
                  </a:moveTo>
                  <a:cubicBezTo>
                    <a:pt x="77377" y="483658"/>
                    <a:pt x="-144344" y="967317"/>
                    <a:pt x="121298" y="1346200"/>
                  </a:cubicBezTo>
                  <a:cubicBezTo>
                    <a:pt x="386940" y="1725083"/>
                    <a:pt x="1524648" y="1927225"/>
                    <a:pt x="1892948" y="2273300"/>
                  </a:cubicBezTo>
                  <a:cubicBezTo>
                    <a:pt x="2261248" y="2619375"/>
                    <a:pt x="2092973" y="3212042"/>
                    <a:pt x="2331098" y="3422650"/>
                  </a:cubicBezTo>
                  <a:cubicBezTo>
                    <a:pt x="2569223" y="3633258"/>
                    <a:pt x="3147073" y="3516842"/>
                    <a:pt x="3321698" y="3536950"/>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任意多边形: 形状 5">
              <a:extLst>
                <a:ext uri="{FF2B5EF4-FFF2-40B4-BE49-F238E27FC236}">
                  <a16:creationId xmlns:a16="http://schemas.microsoft.com/office/drawing/2014/main" id="{944762C9-2270-62D9-FDA0-AF614BD1A833}"/>
                </a:ext>
              </a:extLst>
            </p:cNvPr>
            <p:cNvSpPr/>
            <p:nvPr/>
          </p:nvSpPr>
          <p:spPr>
            <a:xfrm>
              <a:off x="11181078" y="851291"/>
              <a:ext cx="674371" cy="674369"/>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8" name="Title">
              <a:extLst>
                <a:ext uri="{FF2B5EF4-FFF2-40B4-BE49-F238E27FC236}">
                  <a16:creationId xmlns:a16="http://schemas.microsoft.com/office/drawing/2014/main" id="{0FE34D07-89EB-6520-B1B9-FC54907A318C}"/>
                </a:ext>
              </a:extLst>
            </p:cNvPr>
            <p:cNvSpPr txBox="1"/>
            <p:nvPr/>
          </p:nvSpPr>
          <p:spPr>
            <a:xfrm>
              <a:off x="660400" y="1130301"/>
              <a:ext cx="10318750" cy="681743"/>
            </a:xfrm>
            <a:prstGeom prst="rect">
              <a:avLst/>
            </a:prstGeom>
            <a:noFill/>
          </p:spPr>
          <p:txBody>
            <a:bodyPr vert="horz" wrap="square" rtlCol="0" anchor="t" anchorCtr="0">
              <a:normAutofit/>
            </a:bodyPr>
            <a:lstStyle/>
            <a:p>
              <a:r>
                <a:rPr lang="zh-CN" altLang="en-US" sz="2400" b="1" dirty="0">
                  <a:solidFill>
                    <a:srgbClr val="000000"/>
                  </a:solidFill>
                  <a:cs typeface="+mn-ea"/>
                  <a:sym typeface="+mn-lt"/>
                </a:rPr>
                <a:t>单击此处添加长一点的副标题</a:t>
              </a:r>
              <a:endParaRPr lang="en-US" dirty="0">
                <a:cs typeface="+mn-ea"/>
                <a:sym typeface="+mn-lt"/>
              </a:endParaRPr>
            </a:p>
          </p:txBody>
        </p:sp>
        <p:grpSp>
          <p:nvGrpSpPr>
            <p:cNvPr id="59" name="组合 58">
              <a:extLst>
                <a:ext uri="{FF2B5EF4-FFF2-40B4-BE49-F238E27FC236}">
                  <a16:creationId xmlns:a16="http://schemas.microsoft.com/office/drawing/2014/main" id="{58D56E3D-958A-8E3A-C1DC-EB34B2549E39}"/>
                </a:ext>
              </a:extLst>
            </p:cNvPr>
            <p:cNvGrpSpPr/>
            <p:nvPr/>
          </p:nvGrpSpPr>
          <p:grpSpPr>
            <a:xfrm>
              <a:off x="660399" y="2240850"/>
              <a:ext cx="2390884" cy="3893250"/>
              <a:chOff x="660399" y="2240850"/>
              <a:chExt cx="2390884" cy="3893250"/>
            </a:xfrm>
          </p:grpSpPr>
          <p:sp>
            <p:nvSpPr>
              <p:cNvPr id="13" name="Number1">
                <a:extLst>
                  <a:ext uri="{FF2B5EF4-FFF2-40B4-BE49-F238E27FC236}">
                    <a16:creationId xmlns:a16="http://schemas.microsoft.com/office/drawing/2014/main" id="{59C19AFC-73D1-4A02-9C3D-B0BD8350880F}"/>
                  </a:ext>
                </a:extLst>
              </p:cNvPr>
              <p:cNvSpPr txBox="1"/>
              <p:nvPr/>
            </p:nvSpPr>
            <p:spPr>
              <a:xfrm>
                <a:off x="660399" y="2240850"/>
                <a:ext cx="2390884" cy="789849"/>
              </a:xfrm>
              <a:prstGeom prst="rect">
                <a:avLst/>
              </a:prstGeom>
              <a:noFill/>
            </p:spPr>
            <p:txBody>
              <a:bodyPr wrap="square" rtlCol="0" anchor="b" anchorCtr="0">
                <a:normAutofit/>
              </a:bodyPr>
              <a:lstStyle/>
              <a:p>
                <a:pPr algn="ctr"/>
                <a:r>
                  <a:rPr kumimoji="0" lang="en-US" altLang="zh-CN" sz="4000" b="1" i="0" u="none" strike="noStrike" kern="1200" cap="none" spc="0" normalizeH="0" baseline="0" noProof="0" dirty="0">
                    <a:ln>
                      <a:noFill/>
                    </a:ln>
                    <a:solidFill>
                      <a:schemeClr val="tx1">
                        <a:lumMod val="95000"/>
                        <a:lumOff val="5000"/>
                      </a:schemeClr>
                    </a:solidFill>
                    <a:effectLst/>
                    <a:uLnTx/>
                    <a:uFillTx/>
                    <a:cs typeface="+mn-ea"/>
                    <a:sym typeface="+mn-lt"/>
                  </a:rPr>
                  <a:t>01</a:t>
                </a:r>
              </a:p>
            </p:txBody>
          </p:sp>
          <p:grpSp>
            <p:nvGrpSpPr>
              <p:cNvPr id="37" name="组合 36">
                <a:extLst>
                  <a:ext uri="{FF2B5EF4-FFF2-40B4-BE49-F238E27FC236}">
                    <a16:creationId xmlns:a16="http://schemas.microsoft.com/office/drawing/2014/main" id="{92219242-8AB8-FE2E-3394-583116615145}"/>
                  </a:ext>
                </a:extLst>
              </p:cNvPr>
              <p:cNvGrpSpPr/>
              <p:nvPr/>
            </p:nvGrpSpPr>
            <p:grpSpPr>
              <a:xfrm>
                <a:off x="660399" y="4537547"/>
                <a:ext cx="2390884" cy="1596553"/>
                <a:chOff x="660399" y="4537547"/>
                <a:chExt cx="2390884" cy="1596553"/>
              </a:xfrm>
            </p:grpSpPr>
            <p:sp>
              <p:nvSpPr>
                <p:cNvPr id="16" name="Bullet1">
                  <a:extLst>
                    <a:ext uri="{FF2B5EF4-FFF2-40B4-BE49-F238E27FC236}">
                      <a16:creationId xmlns:a16="http://schemas.microsoft.com/office/drawing/2014/main" id="{222B6744-0081-B1E5-83E0-137F33BCEBA0}"/>
                    </a:ext>
                  </a:extLst>
                </p:cNvPr>
                <p:cNvSpPr txBox="1">
                  <a:spLocks/>
                </p:cNvSpPr>
                <p:nvPr/>
              </p:nvSpPr>
              <p:spPr>
                <a:xfrm>
                  <a:off x="660399" y="4537547"/>
                  <a:ext cx="2390884" cy="681743"/>
                </a:xfrm>
                <a:prstGeom prst="rect">
                  <a:avLst/>
                </a:prstGeom>
                <a:noFill/>
              </p:spPr>
              <p:txBody>
                <a:bodyPr wrap="square" rtlCol="0" anchor="b" anchorCtr="0">
                  <a:normAutofit/>
                </a:bodyPr>
                <a:lstStyle/>
                <a:p>
                  <a:pPr algn="ctr"/>
                  <a:r>
                    <a:rPr kumimoji="0" lang="zh-CN" altLang="en-US" b="1" i="0" u="none" strike="noStrike" kern="1200" cap="none" spc="0" normalizeH="0" baseline="0" noProof="0">
                      <a:ln>
                        <a:noFill/>
                      </a:ln>
                      <a:solidFill>
                        <a:srgbClr val="000000"/>
                      </a:solidFill>
                      <a:effectLst/>
                      <a:uLnTx/>
                      <a:uFillTx/>
                      <a:cs typeface="+mn-ea"/>
                      <a:sym typeface="+mn-lt"/>
                    </a:rPr>
                    <a:t>单击添加小标题</a:t>
                  </a:r>
                  <a:endParaRPr lang="en-US" dirty="0">
                    <a:cs typeface="+mn-ea"/>
                    <a:sym typeface="+mn-lt"/>
                  </a:endParaRPr>
                </a:p>
              </p:txBody>
            </p:sp>
            <p:sp>
              <p:nvSpPr>
                <p:cNvPr id="17" name="Text1">
                  <a:extLst>
                    <a:ext uri="{FF2B5EF4-FFF2-40B4-BE49-F238E27FC236}">
                      <a16:creationId xmlns:a16="http://schemas.microsoft.com/office/drawing/2014/main" id="{D4DAB4A2-4815-B32D-C5D1-83935AC9A351}"/>
                    </a:ext>
                  </a:extLst>
                </p:cNvPr>
                <p:cNvSpPr txBox="1">
                  <a:spLocks/>
                </p:cNvSpPr>
                <p:nvPr/>
              </p:nvSpPr>
              <p:spPr>
                <a:xfrm>
                  <a:off x="660399" y="5219289"/>
                  <a:ext cx="2390884" cy="914811"/>
                </a:xfrm>
                <a:prstGeom prst="rect">
                  <a:avLst/>
                </a:prstGeom>
                <a:noFill/>
              </p:spPr>
              <p:txBody>
                <a:bodyPr wrap="square" rtlCol="0" anchor="t" anchorCtr="0">
                  <a:normAutofit/>
                </a:body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solidFill>
                        <a:srgbClr val="000000"/>
                      </a:solidFill>
                      <a:effectLst/>
                      <a:uLnTx/>
                      <a:uFillTx/>
                      <a:cs typeface="+mn-ea"/>
                      <a:sym typeface="+mn-lt"/>
                    </a:rPr>
                    <a:t>单击此处添加文本单击此处添加文本单击此处添加文本单击此处添加文本</a:t>
                  </a:r>
                  <a:endParaRPr lang="en-US" dirty="0">
                    <a:cs typeface="+mn-ea"/>
                    <a:sym typeface="+mn-lt"/>
                  </a:endParaRPr>
                </a:p>
              </p:txBody>
            </p:sp>
          </p:grpSp>
          <p:sp>
            <p:nvSpPr>
              <p:cNvPr id="34" name="椭圆 33">
                <a:extLst>
                  <a:ext uri="{FF2B5EF4-FFF2-40B4-BE49-F238E27FC236}">
                    <a16:creationId xmlns:a16="http://schemas.microsoft.com/office/drawing/2014/main" id="{9D3A0E88-930B-5565-103E-4FD090513C2A}"/>
                  </a:ext>
                </a:extLst>
              </p:cNvPr>
              <p:cNvSpPr>
                <a:spLocks noChangeAspect="1"/>
              </p:cNvSpPr>
              <p:nvPr/>
            </p:nvSpPr>
            <p:spPr>
              <a:xfrm>
                <a:off x="1495841" y="3405517"/>
                <a:ext cx="720000" cy="72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任意多边形: 形状 50">
                <a:extLst>
                  <a:ext uri="{FF2B5EF4-FFF2-40B4-BE49-F238E27FC236}">
                    <a16:creationId xmlns:a16="http://schemas.microsoft.com/office/drawing/2014/main" id="{F71CB5E1-891B-5880-12F6-AAA7DC00E442}"/>
                  </a:ext>
                </a:extLst>
              </p:cNvPr>
              <p:cNvSpPr>
                <a:spLocks noChangeAspect="1"/>
              </p:cNvSpPr>
              <p:nvPr/>
            </p:nvSpPr>
            <p:spPr>
              <a:xfrm>
                <a:off x="1279841" y="3189517"/>
                <a:ext cx="1152000" cy="1152000"/>
              </a:xfrm>
              <a:custGeom>
                <a:avLst/>
                <a:gdLst>
                  <a:gd name="csX0" fmla="*/ 576000 w 1152000"/>
                  <a:gd name="csY0" fmla="*/ 0 h 1152000"/>
                  <a:gd name="csX1" fmla="*/ 576000 w 1152000"/>
                  <a:gd name="csY1" fmla="*/ 576000 h 1152000"/>
                  <a:gd name="csX2" fmla="*/ 1152000 w 1152000"/>
                  <a:gd name="csY2" fmla="*/ 576000 h 1152000"/>
                  <a:gd name="csX3" fmla="*/ 576000 w 1152000"/>
                  <a:gd name="csY3" fmla="*/ 1152000 h 1152000"/>
                  <a:gd name="csX4" fmla="*/ 0 w 1152000"/>
                  <a:gd name="csY4" fmla="*/ 576000 h 1152000"/>
                  <a:gd name="csX5" fmla="*/ 576000 w 1152000"/>
                  <a:gd name="csY5" fmla="*/ 0 h 1152000"/>
                </a:gdLst>
                <a:ahLst/>
                <a:cxnLst>
                  <a:cxn ang="0">
                    <a:pos x="csX0" y="csY0"/>
                  </a:cxn>
                  <a:cxn ang="0">
                    <a:pos x="csX1" y="csY1"/>
                  </a:cxn>
                  <a:cxn ang="0">
                    <a:pos x="csX2" y="csY2"/>
                  </a:cxn>
                  <a:cxn ang="0">
                    <a:pos x="csX3" y="csY3"/>
                  </a:cxn>
                  <a:cxn ang="0">
                    <a:pos x="csX4" y="csY4"/>
                  </a:cxn>
                  <a:cxn ang="0">
                    <a:pos x="csX5" y="csY5"/>
                  </a:cxn>
                </a:cxnLst>
                <a:rect l="l" t="t" r="r" b="b"/>
                <a:pathLst>
                  <a:path w="1152000" h="1152000">
                    <a:moveTo>
                      <a:pt x="576000" y="0"/>
                    </a:moveTo>
                    <a:lnTo>
                      <a:pt x="576000" y="576000"/>
                    </a:lnTo>
                    <a:lnTo>
                      <a:pt x="1152000" y="576000"/>
                    </a:lnTo>
                    <a:cubicBezTo>
                      <a:pt x="1152000" y="894116"/>
                      <a:pt x="894116" y="1152000"/>
                      <a:pt x="576000" y="1152000"/>
                    </a:cubicBezTo>
                    <a:cubicBezTo>
                      <a:pt x="257884" y="1152000"/>
                      <a:pt x="0" y="894116"/>
                      <a:pt x="0" y="576000"/>
                    </a:cubicBezTo>
                    <a:cubicBezTo>
                      <a:pt x="0" y="257884"/>
                      <a:pt x="257884" y="0"/>
                      <a:pt x="576000" y="0"/>
                    </a:cubicBez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grpSp>
          <p:nvGrpSpPr>
            <p:cNvPr id="60" name="组合 59">
              <a:extLst>
                <a:ext uri="{FF2B5EF4-FFF2-40B4-BE49-F238E27FC236}">
                  <a16:creationId xmlns:a16="http://schemas.microsoft.com/office/drawing/2014/main" id="{225B2D16-5C52-6A27-8667-0A8B14EB0FAE}"/>
                </a:ext>
              </a:extLst>
            </p:cNvPr>
            <p:cNvGrpSpPr/>
            <p:nvPr/>
          </p:nvGrpSpPr>
          <p:grpSpPr>
            <a:xfrm>
              <a:off x="3482939" y="2240849"/>
              <a:ext cx="2390884" cy="3893251"/>
              <a:chOff x="3482939" y="2240849"/>
              <a:chExt cx="2390884" cy="3893251"/>
            </a:xfrm>
          </p:grpSpPr>
          <p:sp>
            <p:nvSpPr>
              <p:cNvPr id="14" name="Number2">
                <a:extLst>
                  <a:ext uri="{FF2B5EF4-FFF2-40B4-BE49-F238E27FC236}">
                    <a16:creationId xmlns:a16="http://schemas.microsoft.com/office/drawing/2014/main" id="{50C150C1-F22A-3D1B-B8C0-29B870D59E19}"/>
                  </a:ext>
                </a:extLst>
              </p:cNvPr>
              <p:cNvSpPr txBox="1"/>
              <p:nvPr/>
            </p:nvSpPr>
            <p:spPr>
              <a:xfrm>
                <a:off x="3482940" y="2240849"/>
                <a:ext cx="2390883" cy="789849"/>
              </a:xfrm>
              <a:prstGeom prst="rect">
                <a:avLst/>
              </a:prstGeom>
              <a:noFill/>
            </p:spPr>
            <p:txBody>
              <a:bodyPr wrap="square" rtlCol="0" anchor="b" anchorCtr="0">
                <a:normAutofit/>
              </a:bodyPr>
              <a:lstStyle/>
              <a:p>
                <a:pPr algn="ctr"/>
                <a:r>
                  <a:rPr kumimoji="0" lang="en-US" altLang="zh-CN" sz="4000" b="1" i="0" u="none" strike="noStrike" kern="1200" cap="none" spc="0" normalizeH="0" baseline="0" noProof="0" dirty="0">
                    <a:ln>
                      <a:noFill/>
                    </a:ln>
                    <a:solidFill>
                      <a:schemeClr val="tx1">
                        <a:lumMod val="95000"/>
                        <a:lumOff val="5000"/>
                      </a:schemeClr>
                    </a:solidFill>
                    <a:effectLst/>
                    <a:uLnTx/>
                    <a:uFillTx/>
                    <a:cs typeface="+mn-ea"/>
                    <a:sym typeface="+mn-lt"/>
                  </a:rPr>
                  <a:t>02</a:t>
                </a:r>
              </a:p>
            </p:txBody>
          </p:sp>
          <p:grpSp>
            <p:nvGrpSpPr>
              <p:cNvPr id="38" name="组合 37">
                <a:extLst>
                  <a:ext uri="{FF2B5EF4-FFF2-40B4-BE49-F238E27FC236}">
                    <a16:creationId xmlns:a16="http://schemas.microsoft.com/office/drawing/2014/main" id="{DA9AB0D0-6164-9892-1355-54175F74027E}"/>
                  </a:ext>
                </a:extLst>
              </p:cNvPr>
              <p:cNvGrpSpPr/>
              <p:nvPr/>
            </p:nvGrpSpPr>
            <p:grpSpPr>
              <a:xfrm>
                <a:off x="3482939" y="4537547"/>
                <a:ext cx="2390884" cy="1596553"/>
                <a:chOff x="3482939" y="4537547"/>
                <a:chExt cx="2390884" cy="1596553"/>
              </a:xfrm>
            </p:grpSpPr>
            <p:sp>
              <p:nvSpPr>
                <p:cNvPr id="18" name="Bullet2">
                  <a:extLst>
                    <a:ext uri="{FF2B5EF4-FFF2-40B4-BE49-F238E27FC236}">
                      <a16:creationId xmlns:a16="http://schemas.microsoft.com/office/drawing/2014/main" id="{57911DDC-7CEB-CB38-32C3-2000B7684FF3}"/>
                    </a:ext>
                  </a:extLst>
                </p:cNvPr>
                <p:cNvSpPr txBox="1">
                  <a:spLocks/>
                </p:cNvSpPr>
                <p:nvPr/>
              </p:nvSpPr>
              <p:spPr>
                <a:xfrm>
                  <a:off x="3482939" y="4537547"/>
                  <a:ext cx="2390884" cy="681743"/>
                </a:xfrm>
                <a:prstGeom prst="rect">
                  <a:avLst/>
                </a:prstGeom>
                <a:noFill/>
              </p:spPr>
              <p:txBody>
                <a:bodyPr wrap="square" rtlCol="0" anchor="b" anchorCtr="0">
                  <a:normAutofit/>
                </a:bodyPr>
                <a:lstStyle/>
                <a:p>
                  <a:pPr algn="ctr"/>
                  <a:r>
                    <a:rPr kumimoji="0" lang="zh-CN" altLang="en-US" b="1" i="0" u="none" strike="noStrike" kern="1200" cap="none" spc="0" normalizeH="0" baseline="0" noProof="0">
                      <a:ln>
                        <a:noFill/>
                      </a:ln>
                      <a:solidFill>
                        <a:srgbClr val="000000"/>
                      </a:solidFill>
                      <a:effectLst/>
                      <a:uLnTx/>
                      <a:uFillTx/>
                      <a:cs typeface="+mn-ea"/>
                      <a:sym typeface="+mn-lt"/>
                    </a:rPr>
                    <a:t>单击添加小标题</a:t>
                  </a:r>
                  <a:endParaRPr lang="en-US" dirty="0">
                    <a:cs typeface="+mn-ea"/>
                    <a:sym typeface="+mn-lt"/>
                  </a:endParaRPr>
                </a:p>
              </p:txBody>
            </p:sp>
            <p:sp>
              <p:nvSpPr>
                <p:cNvPr id="19" name="Text2">
                  <a:extLst>
                    <a:ext uri="{FF2B5EF4-FFF2-40B4-BE49-F238E27FC236}">
                      <a16:creationId xmlns:a16="http://schemas.microsoft.com/office/drawing/2014/main" id="{2F6BF1E3-69ED-E7C8-6C22-783C73AD474E}"/>
                    </a:ext>
                  </a:extLst>
                </p:cNvPr>
                <p:cNvSpPr txBox="1">
                  <a:spLocks/>
                </p:cNvSpPr>
                <p:nvPr/>
              </p:nvSpPr>
              <p:spPr>
                <a:xfrm>
                  <a:off x="3482939" y="5219289"/>
                  <a:ext cx="2390884" cy="914811"/>
                </a:xfrm>
                <a:prstGeom prst="rect">
                  <a:avLst/>
                </a:prstGeom>
                <a:noFill/>
              </p:spPr>
              <p:txBody>
                <a:bodyPr wrap="square" rtlCol="0" anchor="t" anchorCtr="0">
                  <a:normAutofit/>
                </a:body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solidFill>
                        <a:srgbClr val="000000"/>
                      </a:solidFill>
                      <a:effectLst/>
                      <a:uLnTx/>
                      <a:uFillTx/>
                      <a:cs typeface="+mn-ea"/>
                      <a:sym typeface="+mn-lt"/>
                    </a:rPr>
                    <a:t>单击此处添加文本单击此处添加文本单击此处添加文本单击此处添加文本</a:t>
                  </a:r>
                  <a:endParaRPr lang="en-US" dirty="0">
                    <a:cs typeface="+mn-ea"/>
                    <a:sym typeface="+mn-lt"/>
                  </a:endParaRPr>
                </a:p>
              </p:txBody>
            </p:sp>
          </p:grpSp>
          <p:sp>
            <p:nvSpPr>
              <p:cNvPr id="42" name="椭圆 41">
                <a:extLst>
                  <a:ext uri="{FF2B5EF4-FFF2-40B4-BE49-F238E27FC236}">
                    <a16:creationId xmlns:a16="http://schemas.microsoft.com/office/drawing/2014/main" id="{589B196D-20B0-C1FC-6DDD-5EDA418FA0E0}"/>
                  </a:ext>
                </a:extLst>
              </p:cNvPr>
              <p:cNvSpPr>
                <a:spLocks noChangeAspect="1"/>
              </p:cNvSpPr>
              <p:nvPr/>
            </p:nvSpPr>
            <p:spPr>
              <a:xfrm>
                <a:off x="4318381" y="3405517"/>
                <a:ext cx="720000" cy="72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3" name="任意多边形: 形状 52">
                <a:extLst>
                  <a:ext uri="{FF2B5EF4-FFF2-40B4-BE49-F238E27FC236}">
                    <a16:creationId xmlns:a16="http://schemas.microsoft.com/office/drawing/2014/main" id="{C6A27316-C91D-D703-E15C-68A637A6F660}"/>
                  </a:ext>
                </a:extLst>
              </p:cNvPr>
              <p:cNvSpPr>
                <a:spLocks noChangeAspect="1"/>
              </p:cNvSpPr>
              <p:nvPr/>
            </p:nvSpPr>
            <p:spPr>
              <a:xfrm>
                <a:off x="4678381" y="3765517"/>
                <a:ext cx="576000" cy="576000"/>
              </a:xfrm>
              <a:custGeom>
                <a:avLst/>
                <a:gdLst>
                  <a:gd name="csX0" fmla="*/ 0 w 576000"/>
                  <a:gd name="csY0" fmla="*/ 0 h 576000"/>
                  <a:gd name="csX1" fmla="*/ 576000 w 576000"/>
                  <a:gd name="csY1" fmla="*/ 0 h 576000"/>
                  <a:gd name="csX2" fmla="*/ 0 w 576000"/>
                  <a:gd name="csY2" fmla="*/ 576000 h 576000"/>
                </a:gdLst>
                <a:ahLst/>
                <a:cxnLst>
                  <a:cxn ang="0">
                    <a:pos x="csX0" y="csY0"/>
                  </a:cxn>
                  <a:cxn ang="0">
                    <a:pos x="csX1" y="csY1"/>
                  </a:cxn>
                  <a:cxn ang="0">
                    <a:pos x="csX2" y="csY2"/>
                  </a:cxn>
                </a:cxnLst>
                <a:rect l="l" t="t" r="r" b="b"/>
                <a:pathLst>
                  <a:path w="576000" h="576000">
                    <a:moveTo>
                      <a:pt x="0" y="0"/>
                    </a:moveTo>
                    <a:lnTo>
                      <a:pt x="576000" y="0"/>
                    </a:lnTo>
                    <a:cubicBezTo>
                      <a:pt x="576000" y="318116"/>
                      <a:pt x="318116" y="576000"/>
                      <a:pt x="0" y="576000"/>
                    </a:cubicBez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grpSp>
          <p:nvGrpSpPr>
            <p:cNvPr id="61" name="组合 60">
              <a:extLst>
                <a:ext uri="{FF2B5EF4-FFF2-40B4-BE49-F238E27FC236}">
                  <a16:creationId xmlns:a16="http://schemas.microsoft.com/office/drawing/2014/main" id="{4A2C4317-8B78-55BD-FEDF-4C55B5428A4A}"/>
                </a:ext>
              </a:extLst>
            </p:cNvPr>
            <p:cNvGrpSpPr/>
            <p:nvPr/>
          </p:nvGrpSpPr>
          <p:grpSpPr>
            <a:xfrm>
              <a:off x="6305478" y="2240849"/>
              <a:ext cx="2390883" cy="3893251"/>
              <a:chOff x="6305478" y="2240849"/>
              <a:chExt cx="2390883" cy="3893251"/>
            </a:xfrm>
          </p:grpSpPr>
          <p:sp>
            <p:nvSpPr>
              <p:cNvPr id="15" name="Number3">
                <a:extLst>
                  <a:ext uri="{FF2B5EF4-FFF2-40B4-BE49-F238E27FC236}">
                    <a16:creationId xmlns:a16="http://schemas.microsoft.com/office/drawing/2014/main" id="{E53D127F-D73F-5612-D679-2D0DFE7F578B}"/>
                  </a:ext>
                </a:extLst>
              </p:cNvPr>
              <p:cNvSpPr txBox="1"/>
              <p:nvPr/>
            </p:nvSpPr>
            <p:spPr>
              <a:xfrm>
                <a:off x="6305478" y="2240849"/>
                <a:ext cx="2390883" cy="789849"/>
              </a:xfrm>
              <a:prstGeom prst="rect">
                <a:avLst/>
              </a:prstGeom>
              <a:noFill/>
            </p:spPr>
            <p:txBody>
              <a:bodyPr wrap="square" rtlCol="0" anchor="b" anchorCtr="0">
                <a:normAutofit/>
              </a:bodyPr>
              <a:lstStyle/>
              <a:p>
                <a:pPr algn="ctr"/>
                <a:r>
                  <a:rPr kumimoji="0" lang="en-US" altLang="zh-CN" sz="4000" b="1" i="0" u="none" strike="noStrike" kern="1200" cap="none" spc="0" normalizeH="0" baseline="0" noProof="0" dirty="0">
                    <a:ln>
                      <a:noFill/>
                    </a:ln>
                    <a:solidFill>
                      <a:schemeClr val="tx1">
                        <a:lumMod val="95000"/>
                        <a:lumOff val="5000"/>
                      </a:schemeClr>
                    </a:solidFill>
                    <a:effectLst/>
                    <a:uLnTx/>
                    <a:uFillTx/>
                    <a:cs typeface="+mn-ea"/>
                    <a:sym typeface="+mn-lt"/>
                  </a:rPr>
                  <a:t>03</a:t>
                </a:r>
              </a:p>
            </p:txBody>
          </p:sp>
          <p:grpSp>
            <p:nvGrpSpPr>
              <p:cNvPr id="39" name="组合 38">
                <a:extLst>
                  <a:ext uri="{FF2B5EF4-FFF2-40B4-BE49-F238E27FC236}">
                    <a16:creationId xmlns:a16="http://schemas.microsoft.com/office/drawing/2014/main" id="{3372645E-CEEE-F5FB-3A88-48939D7749E8}"/>
                  </a:ext>
                </a:extLst>
              </p:cNvPr>
              <p:cNvGrpSpPr/>
              <p:nvPr/>
            </p:nvGrpSpPr>
            <p:grpSpPr>
              <a:xfrm>
                <a:off x="6305478" y="4537547"/>
                <a:ext cx="2390883" cy="1596553"/>
                <a:chOff x="6305478" y="4537547"/>
                <a:chExt cx="2390883" cy="1596553"/>
              </a:xfrm>
            </p:grpSpPr>
            <p:sp>
              <p:nvSpPr>
                <p:cNvPr id="20" name="Bullet3">
                  <a:extLst>
                    <a:ext uri="{FF2B5EF4-FFF2-40B4-BE49-F238E27FC236}">
                      <a16:creationId xmlns:a16="http://schemas.microsoft.com/office/drawing/2014/main" id="{710AD04E-2D58-B11A-E29F-9CA614828D17}"/>
                    </a:ext>
                  </a:extLst>
                </p:cNvPr>
                <p:cNvSpPr txBox="1">
                  <a:spLocks/>
                </p:cNvSpPr>
                <p:nvPr/>
              </p:nvSpPr>
              <p:spPr>
                <a:xfrm>
                  <a:off x="6305478" y="4537547"/>
                  <a:ext cx="2390883" cy="681743"/>
                </a:xfrm>
                <a:prstGeom prst="rect">
                  <a:avLst/>
                </a:prstGeom>
                <a:noFill/>
              </p:spPr>
              <p:txBody>
                <a:bodyPr wrap="square" rtlCol="0" anchor="b" anchorCtr="0">
                  <a:normAutofit/>
                </a:bodyPr>
                <a:lstStyle/>
                <a:p>
                  <a:pPr algn="ctr"/>
                  <a:r>
                    <a:rPr kumimoji="0" lang="zh-CN" altLang="en-US" b="1" i="0" u="none" strike="noStrike" kern="1200" cap="none" spc="0" normalizeH="0" baseline="0" noProof="0">
                      <a:ln>
                        <a:noFill/>
                      </a:ln>
                      <a:solidFill>
                        <a:srgbClr val="000000"/>
                      </a:solidFill>
                      <a:effectLst/>
                      <a:uLnTx/>
                      <a:uFillTx/>
                      <a:cs typeface="+mn-ea"/>
                      <a:sym typeface="+mn-lt"/>
                    </a:rPr>
                    <a:t>单击添加小标题</a:t>
                  </a:r>
                  <a:endParaRPr lang="en-US" dirty="0">
                    <a:cs typeface="+mn-ea"/>
                    <a:sym typeface="+mn-lt"/>
                  </a:endParaRPr>
                </a:p>
              </p:txBody>
            </p:sp>
            <p:sp>
              <p:nvSpPr>
                <p:cNvPr id="21" name="Text3">
                  <a:extLst>
                    <a:ext uri="{FF2B5EF4-FFF2-40B4-BE49-F238E27FC236}">
                      <a16:creationId xmlns:a16="http://schemas.microsoft.com/office/drawing/2014/main" id="{CFB20A82-6349-2F46-831A-331A2498C06E}"/>
                    </a:ext>
                  </a:extLst>
                </p:cNvPr>
                <p:cNvSpPr txBox="1">
                  <a:spLocks/>
                </p:cNvSpPr>
                <p:nvPr/>
              </p:nvSpPr>
              <p:spPr>
                <a:xfrm>
                  <a:off x="6305478" y="5219289"/>
                  <a:ext cx="2390883" cy="914811"/>
                </a:xfrm>
                <a:prstGeom prst="rect">
                  <a:avLst/>
                </a:prstGeom>
                <a:noFill/>
              </p:spPr>
              <p:txBody>
                <a:bodyPr wrap="square" rtlCol="0" anchor="t" anchorCtr="0">
                  <a:normAutofit/>
                </a:body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solidFill>
                        <a:srgbClr val="000000"/>
                      </a:solidFill>
                      <a:effectLst/>
                      <a:uLnTx/>
                      <a:uFillTx/>
                      <a:cs typeface="+mn-ea"/>
                      <a:sym typeface="+mn-lt"/>
                    </a:rPr>
                    <a:t>单击此处添加文本单击此处添加文本单击此处添加文本单击此处添加文本</a:t>
                  </a:r>
                  <a:endParaRPr lang="en-US" dirty="0">
                    <a:cs typeface="+mn-ea"/>
                    <a:sym typeface="+mn-lt"/>
                  </a:endParaRPr>
                </a:p>
              </p:txBody>
            </p:sp>
          </p:grpSp>
          <p:sp>
            <p:nvSpPr>
              <p:cNvPr id="45" name="椭圆 44">
                <a:extLst>
                  <a:ext uri="{FF2B5EF4-FFF2-40B4-BE49-F238E27FC236}">
                    <a16:creationId xmlns:a16="http://schemas.microsoft.com/office/drawing/2014/main" id="{146E5C3B-6BA1-39D6-3EC9-81CBCDF24BE7}"/>
                  </a:ext>
                </a:extLst>
              </p:cNvPr>
              <p:cNvSpPr>
                <a:spLocks noChangeAspect="1"/>
              </p:cNvSpPr>
              <p:nvPr/>
            </p:nvSpPr>
            <p:spPr>
              <a:xfrm>
                <a:off x="7140921" y="3405517"/>
                <a:ext cx="720000" cy="72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任意多边形: 形状 54">
                <a:extLst>
                  <a:ext uri="{FF2B5EF4-FFF2-40B4-BE49-F238E27FC236}">
                    <a16:creationId xmlns:a16="http://schemas.microsoft.com/office/drawing/2014/main" id="{06EC1E3B-114D-2C24-6B09-3CF12EB5718C}"/>
                  </a:ext>
                </a:extLst>
              </p:cNvPr>
              <p:cNvSpPr>
                <a:spLocks noChangeAspect="1"/>
              </p:cNvSpPr>
              <p:nvPr/>
            </p:nvSpPr>
            <p:spPr>
              <a:xfrm>
                <a:off x="6924921" y="3765517"/>
                <a:ext cx="1152000" cy="576000"/>
              </a:xfrm>
              <a:custGeom>
                <a:avLst/>
                <a:gdLst>
                  <a:gd name="csX0" fmla="*/ 0 w 1152000"/>
                  <a:gd name="csY0" fmla="*/ 0 h 576000"/>
                  <a:gd name="csX1" fmla="*/ 576000 w 1152000"/>
                  <a:gd name="csY1" fmla="*/ 0 h 576000"/>
                  <a:gd name="csX2" fmla="*/ 1152000 w 1152000"/>
                  <a:gd name="csY2" fmla="*/ 0 h 576000"/>
                  <a:gd name="csX3" fmla="*/ 576000 w 1152000"/>
                  <a:gd name="csY3" fmla="*/ 576000 h 576000"/>
                  <a:gd name="csX4" fmla="*/ 0 w 1152000"/>
                  <a:gd name="csY4" fmla="*/ 0 h 576000"/>
                </a:gdLst>
                <a:ahLst/>
                <a:cxnLst>
                  <a:cxn ang="0">
                    <a:pos x="csX0" y="csY0"/>
                  </a:cxn>
                  <a:cxn ang="0">
                    <a:pos x="csX1" y="csY1"/>
                  </a:cxn>
                  <a:cxn ang="0">
                    <a:pos x="csX2" y="csY2"/>
                  </a:cxn>
                  <a:cxn ang="0">
                    <a:pos x="csX3" y="csY3"/>
                  </a:cxn>
                  <a:cxn ang="0">
                    <a:pos x="csX4" y="csY4"/>
                  </a:cxn>
                </a:cxnLst>
                <a:rect l="l" t="t" r="r" b="b"/>
                <a:pathLst>
                  <a:path w="1152000" h="576000">
                    <a:moveTo>
                      <a:pt x="0" y="0"/>
                    </a:moveTo>
                    <a:lnTo>
                      <a:pt x="576000" y="0"/>
                    </a:lnTo>
                    <a:lnTo>
                      <a:pt x="1152000" y="0"/>
                    </a:lnTo>
                    <a:cubicBezTo>
                      <a:pt x="1152000" y="318116"/>
                      <a:pt x="894116" y="576000"/>
                      <a:pt x="576000" y="576000"/>
                    </a:cubicBezTo>
                    <a:cubicBezTo>
                      <a:pt x="257884" y="576000"/>
                      <a:pt x="0" y="318116"/>
                      <a:pt x="0" y="0"/>
                    </a:cubicBez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grpSp>
          <p:nvGrpSpPr>
            <p:cNvPr id="62" name="组合 61">
              <a:extLst>
                <a:ext uri="{FF2B5EF4-FFF2-40B4-BE49-F238E27FC236}">
                  <a16:creationId xmlns:a16="http://schemas.microsoft.com/office/drawing/2014/main" id="{F072B40F-4FDC-FA00-AC22-BC7539874956}"/>
                </a:ext>
              </a:extLst>
            </p:cNvPr>
            <p:cNvGrpSpPr/>
            <p:nvPr/>
          </p:nvGrpSpPr>
          <p:grpSpPr>
            <a:xfrm>
              <a:off x="9128017" y="2240849"/>
              <a:ext cx="2390883" cy="3893251"/>
              <a:chOff x="9128017" y="2240849"/>
              <a:chExt cx="2390883" cy="3893251"/>
            </a:xfrm>
          </p:grpSpPr>
          <p:sp>
            <p:nvSpPr>
              <p:cNvPr id="29" name="Number4">
                <a:extLst>
                  <a:ext uri="{FF2B5EF4-FFF2-40B4-BE49-F238E27FC236}">
                    <a16:creationId xmlns:a16="http://schemas.microsoft.com/office/drawing/2014/main" id="{0392C2D3-CA23-2C2B-ABC0-B57F9D1955FE}"/>
                  </a:ext>
                </a:extLst>
              </p:cNvPr>
              <p:cNvSpPr txBox="1"/>
              <p:nvPr/>
            </p:nvSpPr>
            <p:spPr>
              <a:xfrm>
                <a:off x="9128017" y="2240849"/>
                <a:ext cx="2390883" cy="789849"/>
              </a:xfrm>
              <a:prstGeom prst="rect">
                <a:avLst/>
              </a:prstGeom>
              <a:noFill/>
            </p:spPr>
            <p:txBody>
              <a:bodyPr wrap="square" rtlCol="0" anchor="b" anchorCtr="0">
                <a:normAutofit/>
              </a:bodyPr>
              <a:lstStyle/>
              <a:p>
                <a:pPr algn="ctr"/>
                <a:r>
                  <a:rPr kumimoji="0" lang="en-US" altLang="zh-CN" sz="4000" b="1" i="0" u="none" strike="noStrike" kern="1200" cap="none" spc="0" normalizeH="0" baseline="0" noProof="0" dirty="0">
                    <a:ln>
                      <a:noFill/>
                    </a:ln>
                    <a:solidFill>
                      <a:schemeClr val="tx1">
                        <a:lumMod val="95000"/>
                        <a:lumOff val="5000"/>
                      </a:schemeClr>
                    </a:solidFill>
                    <a:effectLst/>
                    <a:uLnTx/>
                    <a:uFillTx/>
                    <a:cs typeface="+mn-ea"/>
                    <a:sym typeface="+mn-lt"/>
                  </a:rPr>
                  <a:t>04</a:t>
                </a:r>
              </a:p>
            </p:txBody>
          </p:sp>
          <p:grpSp>
            <p:nvGrpSpPr>
              <p:cNvPr id="40" name="组合 39">
                <a:extLst>
                  <a:ext uri="{FF2B5EF4-FFF2-40B4-BE49-F238E27FC236}">
                    <a16:creationId xmlns:a16="http://schemas.microsoft.com/office/drawing/2014/main" id="{FF8C26BC-0ABF-C492-3CB0-C3211285C131}"/>
                  </a:ext>
                </a:extLst>
              </p:cNvPr>
              <p:cNvGrpSpPr/>
              <p:nvPr/>
            </p:nvGrpSpPr>
            <p:grpSpPr>
              <a:xfrm>
                <a:off x="9128017" y="4537547"/>
                <a:ext cx="2390883" cy="1596553"/>
                <a:chOff x="9128017" y="4537547"/>
                <a:chExt cx="2390883" cy="1596553"/>
              </a:xfrm>
            </p:grpSpPr>
            <p:sp>
              <p:nvSpPr>
                <p:cNvPr id="30" name="Bullet4">
                  <a:extLst>
                    <a:ext uri="{FF2B5EF4-FFF2-40B4-BE49-F238E27FC236}">
                      <a16:creationId xmlns:a16="http://schemas.microsoft.com/office/drawing/2014/main" id="{8C06D7B2-727A-3E49-B8DA-B33C240411CD}"/>
                    </a:ext>
                  </a:extLst>
                </p:cNvPr>
                <p:cNvSpPr txBox="1">
                  <a:spLocks/>
                </p:cNvSpPr>
                <p:nvPr/>
              </p:nvSpPr>
              <p:spPr>
                <a:xfrm>
                  <a:off x="9128017" y="4537547"/>
                  <a:ext cx="2390883" cy="681743"/>
                </a:xfrm>
                <a:prstGeom prst="rect">
                  <a:avLst/>
                </a:prstGeom>
                <a:noFill/>
              </p:spPr>
              <p:txBody>
                <a:bodyPr wrap="square" rtlCol="0" anchor="b" anchorCtr="0">
                  <a:normAutofit/>
                </a:bodyPr>
                <a:lstStyle/>
                <a:p>
                  <a:pPr algn="ctr"/>
                  <a:r>
                    <a:rPr kumimoji="0" lang="zh-CN" altLang="en-US" b="1" i="0" u="none" strike="noStrike" kern="1200" cap="none" spc="0" normalizeH="0" baseline="0" noProof="0">
                      <a:ln>
                        <a:noFill/>
                      </a:ln>
                      <a:solidFill>
                        <a:srgbClr val="000000"/>
                      </a:solidFill>
                      <a:effectLst/>
                      <a:uLnTx/>
                      <a:uFillTx/>
                      <a:cs typeface="+mn-ea"/>
                      <a:sym typeface="+mn-lt"/>
                    </a:rPr>
                    <a:t>单击添加小标题</a:t>
                  </a:r>
                  <a:endParaRPr lang="en-US" dirty="0">
                    <a:cs typeface="+mn-ea"/>
                    <a:sym typeface="+mn-lt"/>
                  </a:endParaRPr>
                </a:p>
              </p:txBody>
            </p:sp>
            <p:sp>
              <p:nvSpPr>
                <p:cNvPr id="31" name="Text4">
                  <a:extLst>
                    <a:ext uri="{FF2B5EF4-FFF2-40B4-BE49-F238E27FC236}">
                      <a16:creationId xmlns:a16="http://schemas.microsoft.com/office/drawing/2014/main" id="{B164DDBA-B7C4-41CD-58A7-7A95C2612351}"/>
                    </a:ext>
                  </a:extLst>
                </p:cNvPr>
                <p:cNvSpPr txBox="1">
                  <a:spLocks/>
                </p:cNvSpPr>
                <p:nvPr/>
              </p:nvSpPr>
              <p:spPr>
                <a:xfrm>
                  <a:off x="9128017" y="5219289"/>
                  <a:ext cx="2390883" cy="914811"/>
                </a:xfrm>
                <a:prstGeom prst="rect">
                  <a:avLst/>
                </a:prstGeom>
                <a:noFill/>
              </p:spPr>
              <p:txBody>
                <a:bodyPr wrap="square" rtlCol="0" anchor="t" anchorCtr="0">
                  <a:normAutofit/>
                </a:bodyPr>
                <a:lstStyle/>
                <a:p>
                  <a:pPr marL="0" marR="0" lvl="0" indent="0" algn="ctr"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a:ln>
                        <a:noFill/>
                      </a:ln>
                      <a:solidFill>
                        <a:srgbClr val="000000"/>
                      </a:solidFill>
                      <a:effectLst/>
                      <a:uLnTx/>
                      <a:uFillTx/>
                      <a:cs typeface="+mn-ea"/>
                      <a:sym typeface="+mn-lt"/>
                    </a:rPr>
                    <a:t>单击此处添加文本单击此处添加文本单击此处添加文本单击此处添加文本</a:t>
                  </a:r>
                  <a:endParaRPr lang="en-US" dirty="0">
                    <a:cs typeface="+mn-ea"/>
                    <a:sym typeface="+mn-lt"/>
                  </a:endParaRPr>
                </a:p>
              </p:txBody>
            </p:sp>
          </p:grpSp>
          <p:sp>
            <p:nvSpPr>
              <p:cNvPr id="48" name="椭圆 47">
                <a:extLst>
                  <a:ext uri="{FF2B5EF4-FFF2-40B4-BE49-F238E27FC236}">
                    <a16:creationId xmlns:a16="http://schemas.microsoft.com/office/drawing/2014/main" id="{C2FADB16-E8D0-35C2-010D-E6E87C14B108}"/>
                  </a:ext>
                </a:extLst>
              </p:cNvPr>
              <p:cNvSpPr>
                <a:spLocks noChangeAspect="1"/>
              </p:cNvSpPr>
              <p:nvPr/>
            </p:nvSpPr>
            <p:spPr>
              <a:xfrm>
                <a:off x="9963461" y="3405517"/>
                <a:ext cx="720000" cy="72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椭圆 48">
                <a:extLst>
                  <a:ext uri="{FF2B5EF4-FFF2-40B4-BE49-F238E27FC236}">
                    <a16:creationId xmlns:a16="http://schemas.microsoft.com/office/drawing/2014/main" id="{B5147623-9EE2-6093-36DE-C881727E0331}"/>
                  </a:ext>
                </a:extLst>
              </p:cNvPr>
              <p:cNvSpPr>
                <a:spLocks noChangeAspect="1"/>
              </p:cNvSpPr>
              <p:nvPr/>
            </p:nvSpPr>
            <p:spPr>
              <a:xfrm>
                <a:off x="9747461" y="3189517"/>
                <a:ext cx="1152000" cy="1152000"/>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2"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spTree>
    <p:extLst>
      <p:ext uri="{BB962C8B-B14F-4D97-AF65-F5344CB8AC3E}">
        <p14:creationId xmlns:p14="http://schemas.microsoft.com/office/powerpoint/2010/main" val="3584471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B6BD-F828-51F5-980B-A66D2C98FA97}"/>
            </a:ext>
          </a:extLst>
        </p:cNvPr>
        <p:cNvGrpSpPr/>
        <p:nvPr/>
      </p:nvGrpSpPr>
      <p:grpSpPr>
        <a:xfrm>
          <a:off x="0" y="0"/>
          <a:ext cx="0" cy="0"/>
          <a:chOff x="0" y="0"/>
          <a:chExt cx="0" cy="0"/>
        </a:xfrm>
      </p:grpSpPr>
      <p:sp>
        <p:nvSpPr>
          <p:cNvPr id="32"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grpSp>
        <p:nvGrpSpPr>
          <p:cNvPr id="29" name="组合 28">
            <a:extLst>
              <a:ext uri="{FF2B5EF4-FFF2-40B4-BE49-F238E27FC236}">
                <a16:creationId xmlns:a16="http://schemas.microsoft.com/office/drawing/2014/main" id="{49A56FC0-6A38-0E81-47C3-BD31C5E5C4B0}"/>
              </a:ext>
            </a:extLst>
          </p:cNvPr>
          <p:cNvGrpSpPr/>
          <p:nvPr/>
        </p:nvGrpSpPr>
        <p:grpSpPr>
          <a:xfrm>
            <a:off x="0" y="1130300"/>
            <a:ext cx="11518900" cy="5727700"/>
            <a:chOff x="0" y="1130300"/>
            <a:chExt cx="11518900" cy="5727700"/>
          </a:xfrm>
        </p:grpSpPr>
        <p:grpSp>
          <p:nvGrpSpPr>
            <p:cNvPr id="28" name="组合 27">
              <a:extLst>
                <a:ext uri="{FF2B5EF4-FFF2-40B4-BE49-F238E27FC236}">
                  <a16:creationId xmlns:a16="http://schemas.microsoft.com/office/drawing/2014/main" id="{60353FBA-2F02-9408-D62B-322DC091EBAE}"/>
                </a:ext>
              </a:extLst>
            </p:cNvPr>
            <p:cNvGrpSpPr/>
            <p:nvPr/>
          </p:nvGrpSpPr>
          <p:grpSpPr>
            <a:xfrm>
              <a:off x="0" y="5058881"/>
              <a:ext cx="4226442" cy="1799119"/>
              <a:chOff x="0" y="5067929"/>
              <a:chExt cx="4205185" cy="1790071"/>
            </a:xfrm>
          </p:grpSpPr>
          <p:sp>
            <p:nvSpPr>
              <p:cNvPr id="23" name="任意多边形: 形状 22">
                <a:extLst>
                  <a:ext uri="{FF2B5EF4-FFF2-40B4-BE49-F238E27FC236}">
                    <a16:creationId xmlns:a16="http://schemas.microsoft.com/office/drawing/2014/main" id="{2F7901E2-371A-75D3-BE07-7D4E83CABFF8}"/>
                  </a:ext>
                </a:extLst>
              </p:cNvPr>
              <p:cNvSpPr/>
              <p:nvPr/>
            </p:nvSpPr>
            <p:spPr>
              <a:xfrm>
                <a:off x="3172338" y="5510968"/>
                <a:ext cx="670979" cy="670978"/>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4" name="任意多边形: 形状 23">
                <a:extLst>
                  <a:ext uri="{FF2B5EF4-FFF2-40B4-BE49-F238E27FC236}">
                    <a16:creationId xmlns:a16="http://schemas.microsoft.com/office/drawing/2014/main" id="{50C41565-F703-E3C0-72E0-BDD8B445F346}"/>
                  </a:ext>
                </a:extLst>
              </p:cNvPr>
              <p:cNvSpPr/>
              <p:nvPr/>
            </p:nvSpPr>
            <p:spPr>
              <a:xfrm rot="5400000">
                <a:off x="1513068" y="4165883"/>
                <a:ext cx="1179049" cy="4205184"/>
              </a:xfrm>
              <a:custGeom>
                <a:avLst/>
                <a:gdLst>
                  <a:gd name="csX0" fmla="*/ 4394200 w 4394200"/>
                  <a:gd name="csY0" fmla="*/ 0 h 5600700"/>
                  <a:gd name="csX1" fmla="*/ 3206750 w 4394200"/>
                  <a:gd name="csY1" fmla="*/ 482600 h 5600700"/>
                  <a:gd name="csX2" fmla="*/ 3257550 w 4394200"/>
                  <a:gd name="csY2" fmla="*/ 1968500 h 5600700"/>
                  <a:gd name="csX3" fmla="*/ 2590800 w 4394200"/>
                  <a:gd name="csY3" fmla="*/ 2616200 h 5600700"/>
                  <a:gd name="csX4" fmla="*/ 2260600 w 4394200"/>
                  <a:gd name="csY4" fmla="*/ 3505200 h 5600700"/>
                  <a:gd name="csX5" fmla="*/ 812800 w 4394200"/>
                  <a:gd name="csY5" fmla="*/ 3867150 h 5600700"/>
                  <a:gd name="csX6" fmla="*/ 0 w 4394200"/>
                  <a:gd name="csY6" fmla="*/ 5600700 h 5600700"/>
                  <a:gd name="csX0" fmla="*/ 3682834 w 3682834"/>
                  <a:gd name="csY0" fmla="*/ 0 h 6478427"/>
                  <a:gd name="csX1" fmla="*/ 2495384 w 3682834"/>
                  <a:gd name="csY1" fmla="*/ 482600 h 6478427"/>
                  <a:gd name="csX2" fmla="*/ 2546184 w 3682834"/>
                  <a:gd name="csY2" fmla="*/ 1968500 h 6478427"/>
                  <a:gd name="csX3" fmla="*/ 1879434 w 3682834"/>
                  <a:gd name="csY3" fmla="*/ 2616200 h 6478427"/>
                  <a:gd name="csX4" fmla="*/ 1549234 w 3682834"/>
                  <a:gd name="csY4" fmla="*/ 3505200 h 6478427"/>
                  <a:gd name="csX5" fmla="*/ 101434 w 3682834"/>
                  <a:gd name="csY5" fmla="*/ 3867150 h 6478427"/>
                  <a:gd name="csX6" fmla="*/ 396240 w 3682834"/>
                  <a:gd name="csY6" fmla="*/ 6478426 h 6478427"/>
                  <a:gd name="csX0" fmla="*/ 3662847 w 3662847"/>
                  <a:gd name="csY0" fmla="*/ 0 h 6478425"/>
                  <a:gd name="csX1" fmla="*/ 2475397 w 3662847"/>
                  <a:gd name="csY1" fmla="*/ 482600 h 6478425"/>
                  <a:gd name="csX2" fmla="*/ 2526197 w 3662847"/>
                  <a:gd name="csY2" fmla="*/ 1968500 h 6478425"/>
                  <a:gd name="csX3" fmla="*/ 1859447 w 3662847"/>
                  <a:gd name="csY3" fmla="*/ 2616200 h 6478425"/>
                  <a:gd name="csX4" fmla="*/ 1529247 w 3662847"/>
                  <a:gd name="csY4" fmla="*/ 3505200 h 6478425"/>
                  <a:gd name="csX5" fmla="*/ 81447 w 3662847"/>
                  <a:gd name="csY5" fmla="*/ 3867150 h 6478425"/>
                  <a:gd name="csX6" fmla="*/ 376253 w 3662847"/>
                  <a:gd name="csY6" fmla="*/ 6478426 h 6478425"/>
                  <a:gd name="csX0" fmla="*/ 3662847 w 3662847"/>
                  <a:gd name="csY0" fmla="*/ 0 h 6478427"/>
                  <a:gd name="csX1" fmla="*/ 2475397 w 3662847"/>
                  <a:gd name="csY1" fmla="*/ 482600 h 6478427"/>
                  <a:gd name="csX2" fmla="*/ 2526197 w 3662847"/>
                  <a:gd name="csY2" fmla="*/ 1968500 h 6478427"/>
                  <a:gd name="csX3" fmla="*/ 1859447 w 3662847"/>
                  <a:gd name="csY3" fmla="*/ 2616200 h 6478427"/>
                  <a:gd name="csX4" fmla="*/ 736773 w 3662847"/>
                  <a:gd name="csY4" fmla="*/ 2125923 h 6478427"/>
                  <a:gd name="csX5" fmla="*/ 81447 w 3662847"/>
                  <a:gd name="csY5" fmla="*/ 3867150 h 6478427"/>
                  <a:gd name="csX6" fmla="*/ 376253 w 3662847"/>
                  <a:gd name="csY6" fmla="*/ 6478426 h 6478427"/>
                  <a:gd name="csX0" fmla="*/ 3662847 w 3662847"/>
                  <a:gd name="csY0" fmla="*/ 0 h 6478425"/>
                  <a:gd name="csX1" fmla="*/ 2475397 w 3662847"/>
                  <a:gd name="csY1" fmla="*/ 482600 h 6478425"/>
                  <a:gd name="csX2" fmla="*/ 2595108 w 3662847"/>
                  <a:gd name="csY2" fmla="*/ 1352006 h 6478425"/>
                  <a:gd name="csX3" fmla="*/ 1859447 w 3662847"/>
                  <a:gd name="csY3" fmla="*/ 2616200 h 6478425"/>
                  <a:gd name="csX4" fmla="*/ 736773 w 3662847"/>
                  <a:gd name="csY4" fmla="*/ 2125923 h 6478425"/>
                  <a:gd name="csX5" fmla="*/ 81447 w 3662847"/>
                  <a:gd name="csY5" fmla="*/ 3867150 h 6478425"/>
                  <a:gd name="csX6" fmla="*/ 376253 w 3662847"/>
                  <a:gd name="csY6" fmla="*/ 6478426 h 6478425"/>
                  <a:gd name="csX0" fmla="*/ 3662847 w 3662847"/>
                  <a:gd name="csY0" fmla="*/ 144438 h 6622865"/>
                  <a:gd name="csX1" fmla="*/ 2044708 w 3662847"/>
                  <a:gd name="csY1" fmla="*/ 73235 h 6622865"/>
                  <a:gd name="csX2" fmla="*/ 2595108 w 3662847"/>
                  <a:gd name="csY2" fmla="*/ 1496444 h 6622865"/>
                  <a:gd name="csX3" fmla="*/ 1859447 w 3662847"/>
                  <a:gd name="csY3" fmla="*/ 2760638 h 6622865"/>
                  <a:gd name="csX4" fmla="*/ 736773 w 3662847"/>
                  <a:gd name="csY4" fmla="*/ 2270361 h 6622865"/>
                  <a:gd name="csX5" fmla="*/ 81447 w 3662847"/>
                  <a:gd name="csY5" fmla="*/ 4011588 h 6622865"/>
                  <a:gd name="csX6" fmla="*/ 376253 w 3662847"/>
                  <a:gd name="csY6" fmla="*/ 6622864 h 6622865"/>
                  <a:gd name="csX0" fmla="*/ 3714539 w 3714538"/>
                  <a:gd name="csY0" fmla="*/ -1 h 8265222"/>
                  <a:gd name="csX1" fmla="*/ 2044708 w 3714538"/>
                  <a:gd name="csY1" fmla="*/ 1715594 h 8265222"/>
                  <a:gd name="csX2" fmla="*/ 2595108 w 3714538"/>
                  <a:gd name="csY2" fmla="*/ 3138803 h 8265222"/>
                  <a:gd name="csX3" fmla="*/ 1859447 w 3714538"/>
                  <a:gd name="csY3" fmla="*/ 4402997 h 8265222"/>
                  <a:gd name="csX4" fmla="*/ 736773 w 3714538"/>
                  <a:gd name="csY4" fmla="*/ 3912720 h 8265222"/>
                  <a:gd name="csX5" fmla="*/ 81447 w 3714538"/>
                  <a:gd name="csY5" fmla="*/ 5653947 h 8265222"/>
                  <a:gd name="csX6" fmla="*/ 376253 w 3714538"/>
                  <a:gd name="csY6" fmla="*/ 8265223 h 8265222"/>
                  <a:gd name="csX0" fmla="*/ 3714539 w 3714538"/>
                  <a:gd name="csY0" fmla="*/ 1 h 8265226"/>
                  <a:gd name="csX1" fmla="*/ 2044708 w 3714538"/>
                  <a:gd name="csY1" fmla="*/ 1715596 h 8265226"/>
                  <a:gd name="csX2" fmla="*/ 2595108 w 3714538"/>
                  <a:gd name="csY2" fmla="*/ 3138805 h 8265226"/>
                  <a:gd name="csX3" fmla="*/ 2703621 w 3714538"/>
                  <a:gd name="csY3" fmla="*/ 4308957 h 8265226"/>
                  <a:gd name="csX4" fmla="*/ 736773 w 3714538"/>
                  <a:gd name="csY4" fmla="*/ 3912722 h 8265226"/>
                  <a:gd name="csX5" fmla="*/ 81447 w 3714538"/>
                  <a:gd name="csY5" fmla="*/ 5653949 h 8265226"/>
                  <a:gd name="csX6" fmla="*/ 376253 w 3714538"/>
                  <a:gd name="csY6" fmla="*/ 8265225 h 8265226"/>
                  <a:gd name="csX0" fmla="*/ 3714539 w 3714538"/>
                  <a:gd name="csY0" fmla="*/ -1 h 8265222"/>
                  <a:gd name="csX1" fmla="*/ 2044708 w 3714538"/>
                  <a:gd name="csY1" fmla="*/ 1715594 h 8265222"/>
                  <a:gd name="csX2" fmla="*/ 2703621 w 3714538"/>
                  <a:gd name="csY2" fmla="*/ 4308955 h 8265222"/>
                  <a:gd name="csX3" fmla="*/ 736773 w 3714538"/>
                  <a:gd name="csY3" fmla="*/ 3912720 h 8265222"/>
                  <a:gd name="csX4" fmla="*/ 81447 w 3714538"/>
                  <a:gd name="csY4" fmla="*/ 5653947 h 8265222"/>
                  <a:gd name="csX5" fmla="*/ 376253 w 3714538"/>
                  <a:gd name="csY5" fmla="*/ 8265223 h 8265222"/>
                  <a:gd name="csX0" fmla="*/ 3714539 w 3714538"/>
                  <a:gd name="csY0" fmla="*/ 1 h 8265226"/>
                  <a:gd name="csX1" fmla="*/ 2044708 w 3714538"/>
                  <a:gd name="csY1" fmla="*/ 1715596 h 8265226"/>
                  <a:gd name="csX2" fmla="*/ 2479667 w 3714538"/>
                  <a:gd name="csY2" fmla="*/ 3943238 h 8265226"/>
                  <a:gd name="csX3" fmla="*/ 736773 w 3714538"/>
                  <a:gd name="csY3" fmla="*/ 3912722 h 8265226"/>
                  <a:gd name="csX4" fmla="*/ 81447 w 3714538"/>
                  <a:gd name="csY4" fmla="*/ 5653949 h 8265226"/>
                  <a:gd name="csX5" fmla="*/ 376253 w 3714538"/>
                  <a:gd name="csY5" fmla="*/ 8265225 h 8265226"/>
                  <a:gd name="csX0" fmla="*/ 3820817 w 3820816"/>
                  <a:gd name="csY0" fmla="*/ -1 h 8265222"/>
                  <a:gd name="csX1" fmla="*/ 2150986 w 3820816"/>
                  <a:gd name="csY1" fmla="*/ 1715594 h 8265222"/>
                  <a:gd name="csX2" fmla="*/ 2585945 w 3820816"/>
                  <a:gd name="csY2" fmla="*/ 3943236 h 8265222"/>
                  <a:gd name="csX3" fmla="*/ 843051 w 3820816"/>
                  <a:gd name="csY3" fmla="*/ 3912720 h 8265222"/>
                  <a:gd name="csX4" fmla="*/ 187725 w 3820816"/>
                  <a:gd name="csY4" fmla="*/ 5653947 h 8265222"/>
                  <a:gd name="csX5" fmla="*/ 482531 w 3820816"/>
                  <a:gd name="csY5" fmla="*/ 8265223 h 8265222"/>
                  <a:gd name="csX0" fmla="*/ 3820817 w 3820816"/>
                  <a:gd name="csY0" fmla="*/ 1 h 8265226"/>
                  <a:gd name="csX1" fmla="*/ 2150986 w 3820816"/>
                  <a:gd name="csY1" fmla="*/ 1715596 h 8265226"/>
                  <a:gd name="csX2" fmla="*/ 2585945 w 3820816"/>
                  <a:gd name="csY2" fmla="*/ 3943238 h 8265226"/>
                  <a:gd name="csX3" fmla="*/ 843051 w 3820816"/>
                  <a:gd name="csY3" fmla="*/ 3912722 h 8265226"/>
                  <a:gd name="csX4" fmla="*/ 187725 w 3820816"/>
                  <a:gd name="csY4" fmla="*/ 5653949 h 8265226"/>
                  <a:gd name="csX5" fmla="*/ 482531 w 3820816"/>
                  <a:gd name="csY5" fmla="*/ 8265225 h 8265226"/>
                </a:gdLst>
                <a:ahLst/>
                <a:cxnLst>
                  <a:cxn ang="0">
                    <a:pos x="csX0" y="csY0"/>
                  </a:cxn>
                  <a:cxn ang="0">
                    <a:pos x="csX1" y="csY1"/>
                  </a:cxn>
                  <a:cxn ang="0">
                    <a:pos x="csX2" y="csY2"/>
                  </a:cxn>
                  <a:cxn ang="0">
                    <a:pos x="csX3" y="csY3"/>
                  </a:cxn>
                  <a:cxn ang="0">
                    <a:pos x="csX4" y="csY4"/>
                  </a:cxn>
                  <a:cxn ang="0">
                    <a:pos x="csX5" y="csY5"/>
                  </a:cxn>
                </a:cxnLst>
                <a:rect l="l" t="t" r="r" b="b"/>
                <a:pathLst>
                  <a:path w="3820816" h="8265226">
                    <a:moveTo>
                      <a:pt x="3820817" y="1"/>
                    </a:moveTo>
                    <a:cubicBezTo>
                      <a:pt x="3321813" y="77259"/>
                      <a:pt x="2356798" y="1058390"/>
                      <a:pt x="2150986" y="1715596"/>
                    </a:cubicBezTo>
                    <a:cubicBezTo>
                      <a:pt x="1945174" y="2372802"/>
                      <a:pt x="2803934" y="3577050"/>
                      <a:pt x="2585945" y="3943238"/>
                    </a:cubicBezTo>
                    <a:cubicBezTo>
                      <a:pt x="2367956" y="4309426"/>
                      <a:pt x="1242754" y="3627603"/>
                      <a:pt x="843051" y="3912722"/>
                    </a:cubicBezTo>
                    <a:cubicBezTo>
                      <a:pt x="443348" y="4197841"/>
                      <a:pt x="840148" y="5200206"/>
                      <a:pt x="187725" y="5653949"/>
                    </a:cubicBezTo>
                    <a:cubicBezTo>
                      <a:pt x="-481910" y="6421162"/>
                      <a:pt x="886499" y="7653571"/>
                      <a:pt x="482531" y="8265225"/>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cs typeface="+mn-ea"/>
                  <a:sym typeface="+mn-lt"/>
                </a:endParaRPr>
              </a:p>
            </p:txBody>
          </p:sp>
          <p:sp>
            <p:nvSpPr>
              <p:cNvPr id="25" name="任意多边形: 形状 24">
                <a:extLst>
                  <a:ext uri="{FF2B5EF4-FFF2-40B4-BE49-F238E27FC236}">
                    <a16:creationId xmlns:a16="http://schemas.microsoft.com/office/drawing/2014/main" id="{525915FC-8143-EF5B-D02C-194C24E913E8}"/>
                  </a:ext>
                </a:extLst>
              </p:cNvPr>
              <p:cNvSpPr/>
              <p:nvPr/>
            </p:nvSpPr>
            <p:spPr>
              <a:xfrm>
                <a:off x="0" y="5067929"/>
                <a:ext cx="1812851" cy="1790071"/>
              </a:xfrm>
              <a:custGeom>
                <a:avLst/>
                <a:gdLst>
                  <a:gd name="csX0" fmla="*/ 0 w 3109952"/>
                  <a:gd name="csY0" fmla="*/ 321323 h 3070873"/>
                  <a:gd name="csX1" fmla="*/ 1028700 w 3109952"/>
                  <a:gd name="csY1" fmla="*/ 60973 h 3070873"/>
                  <a:gd name="csX2" fmla="*/ 1479550 w 3109952"/>
                  <a:gd name="csY2" fmla="*/ 1337323 h 3070873"/>
                  <a:gd name="csX3" fmla="*/ 2901950 w 3109952"/>
                  <a:gd name="csY3" fmla="*/ 1781823 h 3070873"/>
                  <a:gd name="csX4" fmla="*/ 3073400 w 3109952"/>
                  <a:gd name="csY4" fmla="*/ 3070873 h 3070873"/>
                </a:gdLst>
                <a:ahLst/>
                <a:cxnLst>
                  <a:cxn ang="0">
                    <a:pos x="csX0" y="csY0"/>
                  </a:cxn>
                  <a:cxn ang="0">
                    <a:pos x="csX1" y="csY1"/>
                  </a:cxn>
                  <a:cxn ang="0">
                    <a:pos x="csX2" y="csY2"/>
                  </a:cxn>
                  <a:cxn ang="0">
                    <a:pos x="csX3" y="csY3"/>
                  </a:cxn>
                  <a:cxn ang="0">
                    <a:pos x="csX4" y="csY4"/>
                  </a:cxn>
                </a:cxnLst>
                <a:rect l="l" t="t" r="r" b="b"/>
                <a:pathLst>
                  <a:path w="3109952" h="3070873">
                    <a:moveTo>
                      <a:pt x="0" y="321323"/>
                    </a:moveTo>
                    <a:cubicBezTo>
                      <a:pt x="391054" y="106481"/>
                      <a:pt x="782108" y="-108360"/>
                      <a:pt x="1028700" y="60973"/>
                    </a:cubicBezTo>
                    <a:cubicBezTo>
                      <a:pt x="1275292" y="230306"/>
                      <a:pt x="1167342" y="1050515"/>
                      <a:pt x="1479550" y="1337323"/>
                    </a:cubicBezTo>
                    <a:cubicBezTo>
                      <a:pt x="1791758" y="1624131"/>
                      <a:pt x="2636308" y="1492898"/>
                      <a:pt x="2901950" y="1781823"/>
                    </a:cubicBezTo>
                    <a:cubicBezTo>
                      <a:pt x="3167592" y="2070748"/>
                      <a:pt x="3120496" y="2570810"/>
                      <a:pt x="3073400" y="3070873"/>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 name="Title">
              <a:extLst>
                <a:ext uri="{FF2B5EF4-FFF2-40B4-BE49-F238E27FC236}">
                  <a16:creationId xmlns:a16="http://schemas.microsoft.com/office/drawing/2014/main" id="{3635A711-05E4-C09F-8298-006BB929C8BA}"/>
                </a:ext>
              </a:extLst>
            </p:cNvPr>
            <p:cNvSpPr txBox="1"/>
            <p:nvPr/>
          </p:nvSpPr>
          <p:spPr>
            <a:xfrm>
              <a:off x="660400" y="1130301"/>
              <a:ext cx="5155878" cy="900112"/>
            </a:xfrm>
            <a:prstGeom prst="rect">
              <a:avLst/>
            </a:prstGeom>
            <a:noFill/>
          </p:spPr>
          <p:txBody>
            <a:bodyPr vert="horz" wrap="square" rtlCol="0" anchor="t" anchorCtr="0">
              <a:normAutofit/>
            </a:bodyPr>
            <a:lstStyle/>
            <a:p>
              <a:pPr>
                <a:lnSpc>
                  <a:spcPct val="120000"/>
                </a:lnSpc>
              </a:pPr>
              <a:r>
                <a:rPr lang="zh-CN" altLang="en-US" sz="2400" b="1" dirty="0">
                  <a:cs typeface="+mn-ea"/>
                  <a:sym typeface="+mn-lt"/>
                </a:rPr>
                <a:t>单击此处添加长一点的副标题</a:t>
              </a:r>
              <a:endParaRPr lang="en-US" dirty="0">
                <a:cs typeface="+mn-ea"/>
                <a:sym typeface="+mn-lt"/>
              </a:endParaRPr>
            </a:p>
          </p:txBody>
        </p:sp>
        <p:grpSp>
          <p:nvGrpSpPr>
            <p:cNvPr id="19" name="组合 18">
              <a:extLst>
                <a:ext uri="{FF2B5EF4-FFF2-40B4-BE49-F238E27FC236}">
                  <a16:creationId xmlns:a16="http://schemas.microsoft.com/office/drawing/2014/main" id="{40A6BD98-97CA-942D-7A04-D91C8BF1F168}"/>
                </a:ext>
              </a:extLst>
            </p:cNvPr>
            <p:cNvGrpSpPr/>
            <p:nvPr/>
          </p:nvGrpSpPr>
          <p:grpSpPr>
            <a:xfrm>
              <a:off x="660400" y="2285257"/>
              <a:ext cx="5155878" cy="1269184"/>
              <a:chOff x="660400" y="2476410"/>
              <a:chExt cx="5155878" cy="1465271"/>
            </a:xfrm>
          </p:grpSpPr>
          <p:sp>
            <p:nvSpPr>
              <p:cNvPr id="5" name="Bullet1">
                <a:extLst>
                  <a:ext uri="{FF2B5EF4-FFF2-40B4-BE49-F238E27FC236}">
                    <a16:creationId xmlns:a16="http://schemas.microsoft.com/office/drawing/2014/main" id="{DF958817-A207-1BBC-FF64-1E178B006684}"/>
                  </a:ext>
                </a:extLst>
              </p:cNvPr>
              <p:cNvSpPr>
                <a:spLocks/>
              </p:cNvSpPr>
              <p:nvPr/>
            </p:nvSpPr>
            <p:spPr>
              <a:xfrm>
                <a:off x="660400" y="2476410"/>
                <a:ext cx="5155878" cy="484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a:solidFill>
                      <a:srgbClr val="000000"/>
                    </a:solidFill>
                    <a:cs typeface="+mn-ea"/>
                    <a:sym typeface="+mn-lt"/>
                  </a:rPr>
                  <a:t>单击添加小标题</a:t>
                </a:r>
                <a:endParaRPr lang="en-US" dirty="0">
                  <a:cs typeface="+mn-ea"/>
                  <a:sym typeface="+mn-lt"/>
                </a:endParaRPr>
              </a:p>
            </p:txBody>
          </p:sp>
          <p:sp>
            <p:nvSpPr>
              <p:cNvPr id="6" name="Text1">
                <a:extLst>
                  <a:ext uri="{FF2B5EF4-FFF2-40B4-BE49-F238E27FC236}">
                    <a16:creationId xmlns:a16="http://schemas.microsoft.com/office/drawing/2014/main" id="{8C508431-B183-4057-F1BD-D491D6EE6F1D}"/>
                  </a:ext>
                </a:extLst>
              </p:cNvPr>
              <p:cNvSpPr/>
              <p:nvPr/>
            </p:nvSpPr>
            <p:spPr>
              <a:xfrm>
                <a:off x="660400" y="2960552"/>
                <a:ext cx="5155878" cy="9811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dirty="0">
                  <a:cs typeface="+mn-ea"/>
                  <a:sym typeface="+mn-lt"/>
                </a:endParaRPr>
              </a:p>
            </p:txBody>
          </p:sp>
        </p:grpSp>
        <p:grpSp>
          <p:nvGrpSpPr>
            <p:cNvPr id="2" name="组合 1">
              <a:extLst>
                <a:ext uri="{FF2B5EF4-FFF2-40B4-BE49-F238E27FC236}">
                  <a16:creationId xmlns:a16="http://schemas.microsoft.com/office/drawing/2014/main" id="{FE94E4EB-5032-FD1D-F5D8-C033F734BBC3}"/>
                </a:ext>
              </a:extLst>
            </p:cNvPr>
            <p:cNvGrpSpPr/>
            <p:nvPr/>
          </p:nvGrpSpPr>
          <p:grpSpPr>
            <a:xfrm>
              <a:off x="6420897" y="1130300"/>
              <a:ext cx="5098003" cy="1451390"/>
              <a:chOff x="6420897" y="1130300"/>
              <a:chExt cx="5098003" cy="1451390"/>
            </a:xfrm>
          </p:grpSpPr>
          <p:sp>
            <p:nvSpPr>
              <p:cNvPr id="10" name="形状">
                <a:extLst>
                  <a:ext uri="{FF2B5EF4-FFF2-40B4-BE49-F238E27FC236}">
                    <a16:creationId xmlns:a16="http://schemas.microsoft.com/office/drawing/2014/main" id="{631EB9D3-2AFB-BCCB-9026-13710D49F888}"/>
                  </a:ext>
                </a:extLst>
              </p:cNvPr>
              <p:cNvSpPr/>
              <p:nvPr/>
            </p:nvSpPr>
            <p:spPr>
              <a:xfrm>
                <a:off x="6420897" y="1130300"/>
                <a:ext cx="5098003" cy="14513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11" name="Bullet2">
                <a:extLst>
                  <a:ext uri="{FF2B5EF4-FFF2-40B4-BE49-F238E27FC236}">
                    <a16:creationId xmlns:a16="http://schemas.microsoft.com/office/drawing/2014/main" id="{E1F36A84-A7FC-B180-BA73-F16B769EF284}"/>
                  </a:ext>
                </a:extLst>
              </p:cNvPr>
              <p:cNvSpPr>
                <a:spLocks/>
              </p:cNvSpPr>
              <p:nvPr/>
            </p:nvSpPr>
            <p:spPr>
              <a:xfrm>
                <a:off x="6580031" y="1288653"/>
                <a:ext cx="4779735" cy="4156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a:solidFill>
                      <a:srgbClr val="000000"/>
                    </a:solidFill>
                    <a:cs typeface="+mn-ea"/>
                    <a:sym typeface="+mn-lt"/>
                  </a:rPr>
                  <a:t>单击添加小标题</a:t>
                </a:r>
                <a:endParaRPr lang="en-US" dirty="0">
                  <a:solidFill>
                    <a:srgbClr val="000000"/>
                  </a:solidFill>
                  <a:cs typeface="+mn-ea"/>
                  <a:sym typeface="+mn-lt"/>
                </a:endParaRPr>
              </a:p>
            </p:txBody>
          </p:sp>
          <p:sp>
            <p:nvSpPr>
              <p:cNvPr id="12" name="Text2">
                <a:extLst>
                  <a:ext uri="{FF2B5EF4-FFF2-40B4-BE49-F238E27FC236}">
                    <a16:creationId xmlns:a16="http://schemas.microsoft.com/office/drawing/2014/main" id="{2915E337-20D2-21FC-F0C7-B7FBAFF5F504}"/>
                  </a:ext>
                </a:extLst>
              </p:cNvPr>
              <p:cNvSpPr/>
              <p:nvPr/>
            </p:nvSpPr>
            <p:spPr>
              <a:xfrm>
                <a:off x="6580032" y="1704280"/>
                <a:ext cx="4779733" cy="7190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grpSp>
        <p:grpSp>
          <p:nvGrpSpPr>
            <p:cNvPr id="4" name="组合 3">
              <a:extLst>
                <a:ext uri="{FF2B5EF4-FFF2-40B4-BE49-F238E27FC236}">
                  <a16:creationId xmlns:a16="http://schemas.microsoft.com/office/drawing/2014/main" id="{26B242B9-6D80-DD57-F61F-755992BC1119}"/>
                </a:ext>
              </a:extLst>
            </p:cNvPr>
            <p:cNvGrpSpPr/>
            <p:nvPr/>
          </p:nvGrpSpPr>
          <p:grpSpPr>
            <a:xfrm>
              <a:off x="660400" y="3809285"/>
              <a:ext cx="5155878" cy="1269183"/>
              <a:chOff x="660400" y="2476411"/>
              <a:chExt cx="5155878" cy="1465270"/>
            </a:xfrm>
          </p:grpSpPr>
          <p:sp>
            <p:nvSpPr>
              <p:cNvPr id="7" name="Bullet3">
                <a:extLst>
                  <a:ext uri="{FF2B5EF4-FFF2-40B4-BE49-F238E27FC236}">
                    <a16:creationId xmlns:a16="http://schemas.microsoft.com/office/drawing/2014/main" id="{C973F0E4-C778-F9DB-87FF-099D81B860FD}"/>
                  </a:ext>
                </a:extLst>
              </p:cNvPr>
              <p:cNvSpPr>
                <a:spLocks/>
              </p:cNvSpPr>
              <p:nvPr/>
            </p:nvSpPr>
            <p:spPr>
              <a:xfrm>
                <a:off x="660400" y="2476411"/>
                <a:ext cx="5155878" cy="484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a:solidFill>
                      <a:srgbClr val="000000"/>
                    </a:solidFill>
                    <a:cs typeface="+mn-ea"/>
                    <a:sym typeface="+mn-lt"/>
                  </a:rPr>
                  <a:t>单击添加小标题</a:t>
                </a:r>
                <a:endParaRPr lang="en-US" dirty="0">
                  <a:cs typeface="+mn-ea"/>
                  <a:sym typeface="+mn-lt"/>
                </a:endParaRPr>
              </a:p>
            </p:txBody>
          </p:sp>
          <p:sp>
            <p:nvSpPr>
              <p:cNvPr id="8" name="Text3">
                <a:extLst>
                  <a:ext uri="{FF2B5EF4-FFF2-40B4-BE49-F238E27FC236}">
                    <a16:creationId xmlns:a16="http://schemas.microsoft.com/office/drawing/2014/main" id="{7DC72E1B-DAC6-4BA6-3B78-72B7C7C638E7}"/>
                  </a:ext>
                </a:extLst>
              </p:cNvPr>
              <p:cNvSpPr/>
              <p:nvPr/>
            </p:nvSpPr>
            <p:spPr>
              <a:xfrm>
                <a:off x="660400" y="2960552"/>
                <a:ext cx="5155878" cy="9811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dirty="0">
                  <a:cs typeface="+mn-ea"/>
                  <a:sym typeface="+mn-lt"/>
                </a:endParaRPr>
              </a:p>
            </p:txBody>
          </p:sp>
        </p:grpSp>
        <p:grpSp>
          <p:nvGrpSpPr>
            <p:cNvPr id="16" name="组合 15">
              <a:extLst>
                <a:ext uri="{FF2B5EF4-FFF2-40B4-BE49-F238E27FC236}">
                  <a16:creationId xmlns:a16="http://schemas.microsoft.com/office/drawing/2014/main" id="{1266795B-0EBB-11EA-54C0-4F7A941145DC}"/>
                </a:ext>
              </a:extLst>
            </p:cNvPr>
            <p:cNvGrpSpPr/>
            <p:nvPr/>
          </p:nvGrpSpPr>
          <p:grpSpPr>
            <a:xfrm>
              <a:off x="6420897" y="2906505"/>
              <a:ext cx="5098003" cy="1451390"/>
              <a:chOff x="6420897" y="2906505"/>
              <a:chExt cx="5098003" cy="1451390"/>
            </a:xfrm>
          </p:grpSpPr>
          <p:sp>
            <p:nvSpPr>
              <p:cNvPr id="20" name="形状">
                <a:extLst>
                  <a:ext uri="{FF2B5EF4-FFF2-40B4-BE49-F238E27FC236}">
                    <a16:creationId xmlns:a16="http://schemas.microsoft.com/office/drawing/2014/main" id="{17C8AEA7-0BBF-77A6-B928-264D5B5DD628}"/>
                  </a:ext>
                </a:extLst>
              </p:cNvPr>
              <p:cNvSpPr/>
              <p:nvPr/>
            </p:nvSpPr>
            <p:spPr>
              <a:xfrm>
                <a:off x="6420897" y="2906505"/>
                <a:ext cx="5098003" cy="14513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1" name="Bullet4">
                <a:extLst>
                  <a:ext uri="{FF2B5EF4-FFF2-40B4-BE49-F238E27FC236}">
                    <a16:creationId xmlns:a16="http://schemas.microsoft.com/office/drawing/2014/main" id="{E844F7F7-69FC-0D7D-0BC0-2DCA9DDAC756}"/>
                  </a:ext>
                </a:extLst>
              </p:cNvPr>
              <p:cNvSpPr>
                <a:spLocks/>
              </p:cNvSpPr>
              <p:nvPr/>
            </p:nvSpPr>
            <p:spPr>
              <a:xfrm>
                <a:off x="6580031" y="3064858"/>
                <a:ext cx="4779735" cy="4156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a:solidFill>
                      <a:srgbClr val="000000"/>
                    </a:solidFill>
                    <a:cs typeface="+mn-ea"/>
                    <a:sym typeface="+mn-lt"/>
                  </a:rPr>
                  <a:t>单击添加小标题</a:t>
                </a:r>
                <a:endParaRPr lang="en-US" dirty="0">
                  <a:solidFill>
                    <a:srgbClr val="000000"/>
                  </a:solidFill>
                  <a:cs typeface="+mn-ea"/>
                  <a:sym typeface="+mn-lt"/>
                </a:endParaRPr>
              </a:p>
            </p:txBody>
          </p:sp>
          <p:sp>
            <p:nvSpPr>
              <p:cNvPr id="22" name="Text4">
                <a:extLst>
                  <a:ext uri="{FF2B5EF4-FFF2-40B4-BE49-F238E27FC236}">
                    <a16:creationId xmlns:a16="http://schemas.microsoft.com/office/drawing/2014/main" id="{2C886D07-BFDA-C35A-D9EC-2A51CEA7A8B5}"/>
                  </a:ext>
                </a:extLst>
              </p:cNvPr>
              <p:cNvSpPr/>
              <p:nvPr/>
            </p:nvSpPr>
            <p:spPr>
              <a:xfrm>
                <a:off x="6580032" y="3480485"/>
                <a:ext cx="4779733" cy="7190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grpSp>
        <p:grpSp>
          <p:nvGrpSpPr>
            <p:cNvPr id="26" name="组合 25">
              <a:extLst>
                <a:ext uri="{FF2B5EF4-FFF2-40B4-BE49-F238E27FC236}">
                  <a16:creationId xmlns:a16="http://schemas.microsoft.com/office/drawing/2014/main" id="{8EC36D46-64FE-07AB-C819-B45AAEFCA057}"/>
                </a:ext>
              </a:extLst>
            </p:cNvPr>
            <p:cNvGrpSpPr/>
            <p:nvPr/>
          </p:nvGrpSpPr>
          <p:grpSpPr>
            <a:xfrm>
              <a:off x="6420897" y="4682710"/>
              <a:ext cx="5098003" cy="1451390"/>
              <a:chOff x="6420897" y="4682710"/>
              <a:chExt cx="5098003" cy="1451390"/>
            </a:xfrm>
          </p:grpSpPr>
          <p:sp>
            <p:nvSpPr>
              <p:cNvPr id="27" name="形状">
                <a:extLst>
                  <a:ext uri="{FF2B5EF4-FFF2-40B4-BE49-F238E27FC236}">
                    <a16:creationId xmlns:a16="http://schemas.microsoft.com/office/drawing/2014/main" id="{85E88D9B-DF2C-A0BE-D3CE-49142F1C7404}"/>
                  </a:ext>
                </a:extLst>
              </p:cNvPr>
              <p:cNvSpPr/>
              <p:nvPr/>
            </p:nvSpPr>
            <p:spPr>
              <a:xfrm>
                <a:off x="6420897" y="4682710"/>
                <a:ext cx="5098003" cy="14513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30" name="Bullet6">
                <a:extLst>
                  <a:ext uri="{FF2B5EF4-FFF2-40B4-BE49-F238E27FC236}">
                    <a16:creationId xmlns:a16="http://schemas.microsoft.com/office/drawing/2014/main" id="{06DC2DEE-A9E9-1E65-753F-7ADD5846641C}"/>
                  </a:ext>
                </a:extLst>
              </p:cNvPr>
              <p:cNvSpPr>
                <a:spLocks/>
              </p:cNvSpPr>
              <p:nvPr/>
            </p:nvSpPr>
            <p:spPr>
              <a:xfrm>
                <a:off x="6580031" y="4841063"/>
                <a:ext cx="4779735" cy="4156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b="1">
                    <a:solidFill>
                      <a:srgbClr val="000000"/>
                    </a:solidFill>
                    <a:cs typeface="+mn-ea"/>
                    <a:sym typeface="+mn-lt"/>
                  </a:rPr>
                  <a:t>单击添加小标题</a:t>
                </a:r>
                <a:endParaRPr lang="en-US" dirty="0">
                  <a:solidFill>
                    <a:srgbClr val="000000"/>
                  </a:solidFill>
                  <a:cs typeface="+mn-ea"/>
                  <a:sym typeface="+mn-lt"/>
                </a:endParaRPr>
              </a:p>
            </p:txBody>
          </p:sp>
          <p:sp>
            <p:nvSpPr>
              <p:cNvPr id="31" name="Text6">
                <a:extLst>
                  <a:ext uri="{FF2B5EF4-FFF2-40B4-BE49-F238E27FC236}">
                    <a16:creationId xmlns:a16="http://schemas.microsoft.com/office/drawing/2014/main" id="{2A161252-1589-3ABF-CABD-702B0539EFFD}"/>
                  </a:ext>
                </a:extLst>
              </p:cNvPr>
              <p:cNvSpPr/>
              <p:nvPr/>
            </p:nvSpPr>
            <p:spPr>
              <a:xfrm>
                <a:off x="6580032" y="5256690"/>
                <a:ext cx="4779733" cy="7190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rgbClr val="000000"/>
                    </a:solidFill>
                    <a:cs typeface="+mn-ea"/>
                    <a:sym typeface="+mn-lt"/>
                  </a:rPr>
                  <a:t>单击此处添加文本单击此处添加文本单击此处添加文本单击此处添加文本</a:t>
                </a:r>
                <a:endParaRPr lang="en-US" dirty="0">
                  <a:solidFill>
                    <a:srgbClr val="000000"/>
                  </a:solidFill>
                  <a:cs typeface="+mn-ea"/>
                  <a:sym typeface="+mn-lt"/>
                </a:endParaRPr>
              </a:p>
            </p:txBody>
          </p:sp>
        </p:grpSp>
      </p:grpSp>
    </p:spTree>
    <p:extLst>
      <p:ext uri="{BB962C8B-B14F-4D97-AF65-F5344CB8AC3E}">
        <p14:creationId xmlns:p14="http://schemas.microsoft.com/office/powerpoint/2010/main" val="3539789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3708C9AD-0442-9BA8-513A-B05739127C7C}"/>
              </a:ext>
            </a:extLst>
          </p:cNvPr>
          <p:cNvGrpSpPr/>
          <p:nvPr/>
        </p:nvGrpSpPr>
        <p:grpSpPr>
          <a:xfrm>
            <a:off x="650389" y="1130300"/>
            <a:ext cx="10868511" cy="5003800"/>
            <a:chOff x="650389" y="1130300"/>
            <a:chExt cx="10868511" cy="5003800"/>
          </a:xfrm>
        </p:grpSpPr>
        <p:sp>
          <p:nvSpPr>
            <p:cNvPr id="11" name="Title">
              <a:extLst>
                <a:ext uri="{FF2B5EF4-FFF2-40B4-BE49-F238E27FC236}">
                  <a16:creationId xmlns:a16="http://schemas.microsoft.com/office/drawing/2014/main" id="{27C04546-FFBC-FD31-D1BA-B1F6CD699284}"/>
                </a:ext>
              </a:extLst>
            </p:cNvPr>
            <p:cNvSpPr txBox="1"/>
            <p:nvPr/>
          </p:nvSpPr>
          <p:spPr>
            <a:xfrm>
              <a:off x="660400" y="1130300"/>
              <a:ext cx="1975724" cy="2131060"/>
            </a:xfrm>
            <a:prstGeom prst="rect">
              <a:avLst/>
            </a:prstGeom>
            <a:noFill/>
            <a:ln>
              <a:noFill/>
            </a:ln>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25000"/>
              </a:pPr>
              <a:r>
                <a:rPr lang="zh-CN" altLang="en-US" sz="2400" b="1" dirty="0">
                  <a:cs typeface="+mn-ea"/>
                  <a:sym typeface="+mn-lt"/>
                </a:rPr>
                <a:t>单击此处添加长一点的副标题</a:t>
              </a:r>
              <a:endParaRPr lang="en-US" dirty="0">
                <a:cs typeface="+mn-ea"/>
                <a:sym typeface="+mn-lt"/>
              </a:endParaRPr>
            </a:p>
          </p:txBody>
        </p:sp>
        <p:grpSp>
          <p:nvGrpSpPr>
            <p:cNvPr id="6" name="组合 5">
              <a:extLst>
                <a:ext uri="{FF2B5EF4-FFF2-40B4-BE49-F238E27FC236}">
                  <a16:creationId xmlns:a16="http://schemas.microsoft.com/office/drawing/2014/main" id="{C8FD1AE9-5C33-CE58-F080-FF749B369566}"/>
                </a:ext>
              </a:extLst>
            </p:cNvPr>
            <p:cNvGrpSpPr/>
            <p:nvPr/>
          </p:nvGrpSpPr>
          <p:grpSpPr>
            <a:xfrm>
              <a:off x="2973982" y="2993070"/>
              <a:ext cx="8405389" cy="1309490"/>
              <a:chOff x="920064" y="3273436"/>
              <a:chExt cx="10160002" cy="1582844"/>
            </a:xfrm>
          </p:grpSpPr>
          <p:sp>
            <p:nvSpPr>
              <p:cNvPr id="3" name="矩形: 圆角 2">
                <a:extLst>
                  <a:ext uri="{FF2B5EF4-FFF2-40B4-BE49-F238E27FC236}">
                    <a16:creationId xmlns:a16="http://schemas.microsoft.com/office/drawing/2014/main" id="{29EDD2BC-B307-DB93-6FDA-958BB639F1BA}"/>
                  </a:ext>
                </a:extLst>
              </p:cNvPr>
              <p:cNvSpPr/>
              <p:nvPr/>
            </p:nvSpPr>
            <p:spPr>
              <a:xfrm rot="19800000">
                <a:off x="920064" y="3273436"/>
                <a:ext cx="4724401" cy="158284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圆角 3">
                <a:extLst>
                  <a:ext uri="{FF2B5EF4-FFF2-40B4-BE49-F238E27FC236}">
                    <a16:creationId xmlns:a16="http://schemas.microsoft.com/office/drawing/2014/main" id="{9FB929E5-C3AF-84B5-2F98-8E017743647B}"/>
                  </a:ext>
                </a:extLst>
              </p:cNvPr>
              <p:cNvSpPr/>
              <p:nvPr/>
            </p:nvSpPr>
            <p:spPr>
              <a:xfrm rot="1800000" flipH="1">
                <a:off x="3648024" y="3273437"/>
                <a:ext cx="4724400" cy="158284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圆角 4">
                <a:extLst>
                  <a:ext uri="{FF2B5EF4-FFF2-40B4-BE49-F238E27FC236}">
                    <a16:creationId xmlns:a16="http://schemas.microsoft.com/office/drawing/2014/main" id="{4575FD14-A2CF-F9C0-44E4-0B69B9865B4F}"/>
                  </a:ext>
                </a:extLst>
              </p:cNvPr>
              <p:cNvSpPr/>
              <p:nvPr/>
            </p:nvSpPr>
            <p:spPr>
              <a:xfrm rot="19800000">
                <a:off x="6355666" y="3273436"/>
                <a:ext cx="4724400" cy="158284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 name="组合 1">
              <a:extLst>
                <a:ext uri="{FF2B5EF4-FFF2-40B4-BE49-F238E27FC236}">
                  <a16:creationId xmlns:a16="http://schemas.microsoft.com/office/drawing/2014/main" id="{F7644316-E8C2-2016-08A9-8E6B81787107}"/>
                </a:ext>
              </a:extLst>
            </p:cNvPr>
            <p:cNvGrpSpPr/>
            <p:nvPr/>
          </p:nvGrpSpPr>
          <p:grpSpPr>
            <a:xfrm>
              <a:off x="2890426" y="2038351"/>
              <a:ext cx="1869440" cy="4095749"/>
              <a:chOff x="2890426" y="2038351"/>
              <a:chExt cx="1869440" cy="4095749"/>
            </a:xfrm>
          </p:grpSpPr>
          <p:sp>
            <p:nvSpPr>
              <p:cNvPr id="7" name="椭圆 6">
                <a:extLst>
                  <a:ext uri="{FF2B5EF4-FFF2-40B4-BE49-F238E27FC236}">
                    <a16:creationId xmlns:a16="http://schemas.microsoft.com/office/drawing/2014/main" id="{A644D18C-8D3C-3303-03B3-B6B93F560AC0}"/>
                  </a:ext>
                </a:extLst>
              </p:cNvPr>
              <p:cNvSpPr/>
              <p:nvPr/>
            </p:nvSpPr>
            <p:spPr>
              <a:xfrm>
                <a:off x="3594893" y="4124960"/>
                <a:ext cx="370840" cy="370840"/>
              </a:xfrm>
              <a:prstGeom prst="ellipse">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Bullet1">
                <a:extLst>
                  <a:ext uri="{FF2B5EF4-FFF2-40B4-BE49-F238E27FC236}">
                    <a16:creationId xmlns:a16="http://schemas.microsoft.com/office/drawing/2014/main" id="{1B832775-1818-1B83-C96A-44B15A1B5F92}"/>
                  </a:ext>
                </a:extLst>
              </p:cNvPr>
              <p:cNvSpPr>
                <a:spLocks/>
              </p:cNvSpPr>
              <p:nvPr/>
            </p:nvSpPr>
            <p:spPr>
              <a:xfrm>
                <a:off x="2890426" y="2038351"/>
                <a:ext cx="1869440" cy="7401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chemeClr val="tx1"/>
                    </a:solidFill>
                    <a:cs typeface="+mn-ea"/>
                    <a:sym typeface="+mn-lt"/>
                  </a:rPr>
                  <a:t>单击添加小标题</a:t>
                </a:r>
                <a:endParaRPr lang="en-US" dirty="0">
                  <a:cs typeface="+mn-ea"/>
                  <a:sym typeface="+mn-lt"/>
                </a:endParaRPr>
              </a:p>
            </p:txBody>
          </p:sp>
          <p:sp>
            <p:nvSpPr>
              <p:cNvPr id="13" name="Text1">
                <a:extLst>
                  <a:ext uri="{FF2B5EF4-FFF2-40B4-BE49-F238E27FC236}">
                    <a16:creationId xmlns:a16="http://schemas.microsoft.com/office/drawing/2014/main" id="{517A9A4D-E697-AF79-9DA2-430069E458B2}"/>
                  </a:ext>
                </a:extLst>
              </p:cNvPr>
              <p:cNvSpPr/>
              <p:nvPr/>
            </p:nvSpPr>
            <p:spPr>
              <a:xfrm>
                <a:off x="2890426" y="5049520"/>
                <a:ext cx="1869440" cy="1084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nvGrpSpPr>
            <p:cNvPr id="14" name="组合 13">
              <a:extLst>
                <a:ext uri="{FF2B5EF4-FFF2-40B4-BE49-F238E27FC236}">
                  <a16:creationId xmlns:a16="http://schemas.microsoft.com/office/drawing/2014/main" id="{979978AD-3FEE-6B3F-7F11-5850BB17C1E0}"/>
                </a:ext>
              </a:extLst>
            </p:cNvPr>
            <p:cNvGrpSpPr/>
            <p:nvPr/>
          </p:nvGrpSpPr>
          <p:grpSpPr>
            <a:xfrm>
              <a:off x="5143437" y="1377951"/>
              <a:ext cx="1869440" cy="4095749"/>
              <a:chOff x="5143437" y="1377951"/>
              <a:chExt cx="1869440" cy="4095749"/>
            </a:xfrm>
          </p:grpSpPr>
          <p:sp>
            <p:nvSpPr>
              <p:cNvPr id="8" name="椭圆 7">
                <a:extLst>
                  <a:ext uri="{FF2B5EF4-FFF2-40B4-BE49-F238E27FC236}">
                    <a16:creationId xmlns:a16="http://schemas.microsoft.com/office/drawing/2014/main" id="{DD1472F6-E3AD-904C-842C-40E73FD2CE20}"/>
                  </a:ext>
                </a:extLst>
              </p:cNvPr>
              <p:cNvSpPr/>
              <p:nvPr/>
            </p:nvSpPr>
            <p:spPr>
              <a:xfrm>
                <a:off x="5864402" y="2890520"/>
                <a:ext cx="370840" cy="370840"/>
              </a:xfrm>
              <a:prstGeom prst="ellipse">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Bullet2">
                <a:extLst>
                  <a:ext uri="{FF2B5EF4-FFF2-40B4-BE49-F238E27FC236}">
                    <a16:creationId xmlns:a16="http://schemas.microsoft.com/office/drawing/2014/main" id="{58141C80-0877-FB07-FD0A-1F07C396FBC7}"/>
                  </a:ext>
                </a:extLst>
              </p:cNvPr>
              <p:cNvSpPr>
                <a:spLocks/>
              </p:cNvSpPr>
              <p:nvPr/>
            </p:nvSpPr>
            <p:spPr>
              <a:xfrm>
                <a:off x="5143437" y="1377951"/>
                <a:ext cx="1869440" cy="7401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chemeClr val="tx1"/>
                    </a:solidFill>
                    <a:cs typeface="+mn-ea"/>
                    <a:sym typeface="+mn-lt"/>
                  </a:rPr>
                  <a:t>单击添加小标题</a:t>
                </a:r>
                <a:endParaRPr lang="en-US" dirty="0">
                  <a:cs typeface="+mn-ea"/>
                  <a:sym typeface="+mn-lt"/>
                </a:endParaRPr>
              </a:p>
            </p:txBody>
          </p:sp>
          <p:sp>
            <p:nvSpPr>
              <p:cNvPr id="17" name="Text2">
                <a:extLst>
                  <a:ext uri="{FF2B5EF4-FFF2-40B4-BE49-F238E27FC236}">
                    <a16:creationId xmlns:a16="http://schemas.microsoft.com/office/drawing/2014/main" id="{6E2FA64D-54BE-6AF0-20A6-AB5F1D9F026A}"/>
                  </a:ext>
                </a:extLst>
              </p:cNvPr>
              <p:cNvSpPr/>
              <p:nvPr/>
            </p:nvSpPr>
            <p:spPr>
              <a:xfrm>
                <a:off x="5143437" y="4389120"/>
                <a:ext cx="1869440" cy="1084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nvGrpSpPr>
            <p:cNvPr id="15" name="组合 14">
              <a:extLst>
                <a:ext uri="{FF2B5EF4-FFF2-40B4-BE49-F238E27FC236}">
                  <a16:creationId xmlns:a16="http://schemas.microsoft.com/office/drawing/2014/main" id="{5E6BD952-25BC-B408-C0CE-4CEE0182A320}"/>
                </a:ext>
              </a:extLst>
            </p:cNvPr>
            <p:cNvGrpSpPr/>
            <p:nvPr/>
          </p:nvGrpSpPr>
          <p:grpSpPr>
            <a:xfrm>
              <a:off x="7396448" y="2038351"/>
              <a:ext cx="1869440" cy="4095749"/>
              <a:chOff x="7396448" y="2038351"/>
              <a:chExt cx="1869440" cy="4095749"/>
            </a:xfrm>
          </p:grpSpPr>
          <p:sp>
            <p:nvSpPr>
              <p:cNvPr id="9" name="椭圆 8">
                <a:extLst>
                  <a:ext uri="{FF2B5EF4-FFF2-40B4-BE49-F238E27FC236}">
                    <a16:creationId xmlns:a16="http://schemas.microsoft.com/office/drawing/2014/main" id="{7F9F2AA7-3401-8024-1859-EF30F9A2597A}"/>
                  </a:ext>
                </a:extLst>
              </p:cNvPr>
              <p:cNvSpPr/>
              <p:nvPr/>
            </p:nvSpPr>
            <p:spPr>
              <a:xfrm>
                <a:off x="8133911" y="4023360"/>
                <a:ext cx="370840" cy="370840"/>
              </a:xfrm>
              <a:prstGeom prst="ellipse">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Bullet3">
                <a:extLst>
                  <a:ext uri="{FF2B5EF4-FFF2-40B4-BE49-F238E27FC236}">
                    <a16:creationId xmlns:a16="http://schemas.microsoft.com/office/drawing/2014/main" id="{8FAE8DE6-1415-B2BA-92F2-9014D93ADE27}"/>
                  </a:ext>
                </a:extLst>
              </p:cNvPr>
              <p:cNvSpPr>
                <a:spLocks/>
              </p:cNvSpPr>
              <p:nvPr/>
            </p:nvSpPr>
            <p:spPr>
              <a:xfrm>
                <a:off x="7396448" y="2038351"/>
                <a:ext cx="1869440" cy="7401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chemeClr val="tx1"/>
                    </a:solidFill>
                    <a:cs typeface="+mn-ea"/>
                    <a:sym typeface="+mn-lt"/>
                  </a:rPr>
                  <a:t>单击添加小标题</a:t>
                </a:r>
                <a:endParaRPr lang="en-US" dirty="0">
                  <a:cs typeface="+mn-ea"/>
                  <a:sym typeface="+mn-lt"/>
                </a:endParaRPr>
              </a:p>
            </p:txBody>
          </p:sp>
          <p:sp>
            <p:nvSpPr>
              <p:cNvPr id="19" name="Text3">
                <a:extLst>
                  <a:ext uri="{FF2B5EF4-FFF2-40B4-BE49-F238E27FC236}">
                    <a16:creationId xmlns:a16="http://schemas.microsoft.com/office/drawing/2014/main" id="{C15B0C00-BE31-E6E4-174F-4711FF6650FE}"/>
                  </a:ext>
                </a:extLst>
              </p:cNvPr>
              <p:cNvSpPr/>
              <p:nvPr/>
            </p:nvSpPr>
            <p:spPr>
              <a:xfrm>
                <a:off x="7396448" y="5049520"/>
                <a:ext cx="1869440" cy="1084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nvGrpSpPr>
            <p:cNvPr id="24" name="组合 23">
              <a:extLst>
                <a:ext uri="{FF2B5EF4-FFF2-40B4-BE49-F238E27FC236}">
                  <a16:creationId xmlns:a16="http://schemas.microsoft.com/office/drawing/2014/main" id="{5636EF3A-094B-8176-D6D6-6EDCD12A331D}"/>
                </a:ext>
              </a:extLst>
            </p:cNvPr>
            <p:cNvGrpSpPr/>
            <p:nvPr/>
          </p:nvGrpSpPr>
          <p:grpSpPr>
            <a:xfrm>
              <a:off x="9649460" y="1377951"/>
              <a:ext cx="1869440" cy="4095749"/>
              <a:chOff x="9649460" y="1377951"/>
              <a:chExt cx="1869440" cy="4095749"/>
            </a:xfrm>
          </p:grpSpPr>
          <p:sp>
            <p:nvSpPr>
              <p:cNvPr id="10" name="椭圆 9">
                <a:extLst>
                  <a:ext uri="{FF2B5EF4-FFF2-40B4-BE49-F238E27FC236}">
                    <a16:creationId xmlns:a16="http://schemas.microsoft.com/office/drawing/2014/main" id="{D6CC9769-7034-058C-5C72-67AD5ACAA091}"/>
                  </a:ext>
                </a:extLst>
              </p:cNvPr>
              <p:cNvSpPr/>
              <p:nvPr/>
            </p:nvSpPr>
            <p:spPr>
              <a:xfrm>
                <a:off x="10403419" y="2794000"/>
                <a:ext cx="370840" cy="370840"/>
              </a:xfrm>
              <a:prstGeom prst="ellipse">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Bullet4">
                <a:extLst>
                  <a:ext uri="{FF2B5EF4-FFF2-40B4-BE49-F238E27FC236}">
                    <a16:creationId xmlns:a16="http://schemas.microsoft.com/office/drawing/2014/main" id="{90077F41-26F9-5A8E-EEDB-67EFA5E51B95}"/>
                  </a:ext>
                </a:extLst>
              </p:cNvPr>
              <p:cNvSpPr>
                <a:spLocks/>
              </p:cNvSpPr>
              <p:nvPr/>
            </p:nvSpPr>
            <p:spPr>
              <a:xfrm>
                <a:off x="9649460" y="1377951"/>
                <a:ext cx="1869440" cy="7401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b="1">
                    <a:solidFill>
                      <a:schemeClr val="tx1"/>
                    </a:solidFill>
                    <a:cs typeface="+mn-ea"/>
                    <a:sym typeface="+mn-lt"/>
                  </a:rPr>
                  <a:t>单击添加小标题</a:t>
                </a:r>
                <a:endParaRPr lang="en-US" dirty="0">
                  <a:cs typeface="+mn-ea"/>
                  <a:sym typeface="+mn-lt"/>
                </a:endParaRPr>
              </a:p>
            </p:txBody>
          </p:sp>
          <p:sp>
            <p:nvSpPr>
              <p:cNvPr id="21" name="Text4">
                <a:extLst>
                  <a:ext uri="{FF2B5EF4-FFF2-40B4-BE49-F238E27FC236}">
                    <a16:creationId xmlns:a16="http://schemas.microsoft.com/office/drawing/2014/main" id="{F6CDBE9D-4D0F-F171-9E94-BB997FC96287}"/>
                  </a:ext>
                </a:extLst>
              </p:cNvPr>
              <p:cNvSpPr/>
              <p:nvPr/>
            </p:nvSpPr>
            <p:spPr>
              <a:xfrm>
                <a:off x="9649460" y="4389120"/>
                <a:ext cx="1869440" cy="10845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3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grpSp>
        <p:grpSp>
          <p:nvGrpSpPr>
            <p:cNvPr id="23" name="组合 22">
              <a:extLst>
                <a:ext uri="{FF2B5EF4-FFF2-40B4-BE49-F238E27FC236}">
                  <a16:creationId xmlns:a16="http://schemas.microsoft.com/office/drawing/2014/main" id="{C6853921-80CF-4001-F34B-0F31674F2947}"/>
                </a:ext>
              </a:extLst>
            </p:cNvPr>
            <p:cNvGrpSpPr/>
            <p:nvPr/>
          </p:nvGrpSpPr>
          <p:grpSpPr>
            <a:xfrm>
              <a:off x="650389" y="4336191"/>
              <a:ext cx="1986203" cy="1797909"/>
              <a:chOff x="3724825" y="1475288"/>
              <a:chExt cx="4731197" cy="4282672"/>
            </a:xfrm>
          </p:grpSpPr>
          <p:sp>
            <p:nvSpPr>
              <p:cNvPr id="27" name="任意多边形: 形状 26">
                <a:extLst>
                  <a:ext uri="{FF2B5EF4-FFF2-40B4-BE49-F238E27FC236}">
                    <a16:creationId xmlns:a16="http://schemas.microsoft.com/office/drawing/2014/main" id="{913057AB-AD3B-969E-61A6-C7C544CE2BB4}"/>
                  </a:ext>
                </a:extLst>
              </p:cNvPr>
              <p:cNvSpPr/>
              <p:nvPr/>
            </p:nvSpPr>
            <p:spPr>
              <a:xfrm>
                <a:off x="7412702" y="3326917"/>
                <a:ext cx="1043320" cy="2430451"/>
              </a:xfrm>
              <a:custGeom>
                <a:avLst/>
                <a:gdLst>
                  <a:gd name="connsiteX0" fmla="*/ 988141 w 1043320"/>
                  <a:gd name="connsiteY0" fmla="*/ 586859 h 2430451"/>
                  <a:gd name="connsiteX1" fmla="*/ 947148 w 1043320"/>
                  <a:gd name="connsiteY1" fmla="*/ 547442 h 2430451"/>
                  <a:gd name="connsiteX2" fmla="*/ 947148 w 1043320"/>
                  <a:gd name="connsiteY2" fmla="*/ 545471 h 2430451"/>
                  <a:gd name="connsiteX3" fmla="*/ 867133 w 1043320"/>
                  <a:gd name="connsiteY3" fmla="*/ 415789 h 2430451"/>
                  <a:gd name="connsiteX4" fmla="*/ 842102 w 1043320"/>
                  <a:gd name="connsiteY4" fmla="*/ 389182 h 2430451"/>
                  <a:gd name="connsiteX5" fmla="*/ 774107 w 1043320"/>
                  <a:gd name="connsiteY5" fmla="*/ 256150 h 2430451"/>
                  <a:gd name="connsiteX6" fmla="*/ 772333 w 1043320"/>
                  <a:gd name="connsiteY6" fmla="*/ 253194 h 2430451"/>
                  <a:gd name="connsiteX7" fmla="*/ 752625 w 1043320"/>
                  <a:gd name="connsiteY7" fmla="*/ 230923 h 2430451"/>
                  <a:gd name="connsiteX8" fmla="*/ 751049 w 1043320"/>
                  <a:gd name="connsiteY8" fmla="*/ 225011 h 2430451"/>
                  <a:gd name="connsiteX9" fmla="*/ 677537 w 1043320"/>
                  <a:gd name="connsiteY9" fmla="*/ 72466 h 2430451"/>
                  <a:gd name="connsiteX10" fmla="*/ 675367 w 1043320"/>
                  <a:gd name="connsiteY10" fmla="*/ 69116 h 2430451"/>
                  <a:gd name="connsiteX11" fmla="*/ 446748 w 1043320"/>
                  <a:gd name="connsiteY11" fmla="*/ 22802 h 2430451"/>
                  <a:gd name="connsiteX12" fmla="*/ 286913 w 1043320"/>
                  <a:gd name="connsiteY12" fmla="*/ 114643 h 2430451"/>
                  <a:gd name="connsiteX13" fmla="*/ 282577 w 1043320"/>
                  <a:gd name="connsiteY13" fmla="*/ 117402 h 2430451"/>
                  <a:gd name="connsiteX14" fmla="*/ 54548 w 1043320"/>
                  <a:gd name="connsiteY14" fmla="*/ 101004 h 2430451"/>
                  <a:gd name="connsiteX15" fmla="*/ -634 w 1043320"/>
                  <a:gd name="connsiteY15" fmla="*/ 236836 h 2430451"/>
                  <a:gd name="connsiteX16" fmla="*/ 31294 w 1043320"/>
                  <a:gd name="connsiteY16" fmla="*/ 615437 h 2430451"/>
                  <a:gd name="connsiteX17" fmla="*/ 31294 w 1043320"/>
                  <a:gd name="connsiteY17" fmla="*/ 794784 h 2430451"/>
                  <a:gd name="connsiteX18" fmla="*/ 152699 w 1043320"/>
                  <a:gd name="connsiteY18" fmla="*/ 1219109 h 2430451"/>
                  <a:gd name="connsiteX19" fmla="*/ 249663 w 1043320"/>
                  <a:gd name="connsiteY19" fmla="*/ 1375003 h 2430451"/>
                  <a:gd name="connsiteX20" fmla="*/ 106382 w 1043320"/>
                  <a:gd name="connsiteY20" fmla="*/ 2380137 h 2430451"/>
                  <a:gd name="connsiteX21" fmla="*/ 123136 w 1043320"/>
                  <a:gd name="connsiteY21" fmla="*/ 2402408 h 2430451"/>
                  <a:gd name="connsiteX22" fmla="*/ 126090 w 1043320"/>
                  <a:gd name="connsiteY22" fmla="*/ 2402605 h 2430451"/>
                  <a:gd name="connsiteX23" fmla="*/ 868906 w 1043320"/>
                  <a:gd name="connsiteY23" fmla="*/ 2429999 h 2430451"/>
                  <a:gd name="connsiteX24" fmla="*/ 868906 w 1043320"/>
                  <a:gd name="connsiteY24" fmla="*/ 2429999 h 2430451"/>
                  <a:gd name="connsiteX25" fmla="*/ 882503 w 1043320"/>
                  <a:gd name="connsiteY25" fmla="*/ 2424481 h 2430451"/>
                  <a:gd name="connsiteX26" fmla="*/ 888614 w 1043320"/>
                  <a:gd name="connsiteY26" fmla="*/ 2410291 h 2430451"/>
                  <a:gd name="connsiteX27" fmla="*/ 888614 w 1043320"/>
                  <a:gd name="connsiteY27" fmla="*/ 1397471 h 2430451"/>
                  <a:gd name="connsiteX28" fmla="*/ 974148 w 1043320"/>
                  <a:gd name="connsiteY28" fmla="*/ 1212802 h 2430451"/>
                  <a:gd name="connsiteX29" fmla="*/ 1032093 w 1043320"/>
                  <a:gd name="connsiteY29" fmla="*/ 976300 h 2430451"/>
                  <a:gd name="connsiteX30" fmla="*/ 1041947 w 1043320"/>
                  <a:gd name="connsiteY30" fmla="*/ 754775 h 2430451"/>
                  <a:gd name="connsiteX31" fmla="*/ 988141 w 1043320"/>
                  <a:gd name="connsiteY31" fmla="*/ 586859 h 243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43320" h="2430451">
                    <a:moveTo>
                      <a:pt x="988141" y="586859"/>
                    </a:moveTo>
                    <a:cubicBezTo>
                      <a:pt x="976711" y="571565"/>
                      <a:pt x="962916" y="558242"/>
                      <a:pt x="947148" y="547442"/>
                    </a:cubicBezTo>
                    <a:cubicBezTo>
                      <a:pt x="947148" y="547442"/>
                      <a:pt x="947148" y="546063"/>
                      <a:pt x="947148" y="545471"/>
                    </a:cubicBezTo>
                    <a:lnTo>
                      <a:pt x="867133" y="415789"/>
                    </a:lnTo>
                    <a:cubicBezTo>
                      <a:pt x="859841" y="406053"/>
                      <a:pt x="851365" y="397125"/>
                      <a:pt x="842102" y="389182"/>
                    </a:cubicBezTo>
                    <a:lnTo>
                      <a:pt x="774107" y="256150"/>
                    </a:lnTo>
                    <a:cubicBezTo>
                      <a:pt x="773517" y="255125"/>
                      <a:pt x="772925" y="254140"/>
                      <a:pt x="772333" y="253194"/>
                    </a:cubicBezTo>
                    <a:cubicBezTo>
                      <a:pt x="766420" y="245251"/>
                      <a:pt x="759720" y="237802"/>
                      <a:pt x="752625" y="230923"/>
                    </a:cubicBezTo>
                    <a:cubicBezTo>
                      <a:pt x="752428" y="228874"/>
                      <a:pt x="751836" y="226883"/>
                      <a:pt x="751049" y="225011"/>
                    </a:cubicBezTo>
                    <a:lnTo>
                      <a:pt x="677537" y="72466"/>
                    </a:lnTo>
                    <a:cubicBezTo>
                      <a:pt x="676945" y="71284"/>
                      <a:pt x="676156" y="70160"/>
                      <a:pt x="675367" y="69116"/>
                    </a:cubicBezTo>
                    <a:cubicBezTo>
                      <a:pt x="621366" y="-1302"/>
                      <a:pt x="523809" y="-21089"/>
                      <a:pt x="446748" y="22802"/>
                    </a:cubicBezTo>
                    <a:lnTo>
                      <a:pt x="286913" y="114643"/>
                    </a:lnTo>
                    <a:lnTo>
                      <a:pt x="282577" y="117402"/>
                    </a:lnTo>
                    <a:cubicBezTo>
                      <a:pt x="224241" y="49920"/>
                      <a:pt x="122150" y="42588"/>
                      <a:pt x="54548" y="101004"/>
                    </a:cubicBezTo>
                    <a:cubicBezTo>
                      <a:pt x="15526" y="134844"/>
                      <a:pt x="-4969" y="185338"/>
                      <a:pt x="-634" y="236836"/>
                    </a:cubicBezTo>
                    <a:lnTo>
                      <a:pt x="31294" y="615437"/>
                    </a:lnTo>
                    <a:lnTo>
                      <a:pt x="31294" y="794784"/>
                    </a:lnTo>
                    <a:cubicBezTo>
                      <a:pt x="31294" y="944805"/>
                      <a:pt x="73273" y="1091811"/>
                      <a:pt x="152699" y="1219109"/>
                    </a:cubicBezTo>
                    <a:lnTo>
                      <a:pt x="249663" y="1375003"/>
                    </a:lnTo>
                    <a:lnTo>
                      <a:pt x="106382" y="2380137"/>
                    </a:lnTo>
                    <a:cubicBezTo>
                      <a:pt x="104806" y="2390918"/>
                      <a:pt x="112295" y="2400890"/>
                      <a:pt x="123136" y="2402408"/>
                    </a:cubicBezTo>
                    <a:cubicBezTo>
                      <a:pt x="124120" y="2402546"/>
                      <a:pt x="125106" y="2402625"/>
                      <a:pt x="126090" y="2402605"/>
                    </a:cubicBezTo>
                    <a:lnTo>
                      <a:pt x="868906" y="2429999"/>
                    </a:lnTo>
                    <a:lnTo>
                      <a:pt x="868906" y="2429999"/>
                    </a:lnTo>
                    <a:cubicBezTo>
                      <a:pt x="874030" y="2429980"/>
                      <a:pt x="878760" y="2428010"/>
                      <a:pt x="882503" y="2424481"/>
                    </a:cubicBezTo>
                    <a:cubicBezTo>
                      <a:pt x="886447" y="2420777"/>
                      <a:pt x="888614" y="2415652"/>
                      <a:pt x="888614" y="2410291"/>
                    </a:cubicBezTo>
                    <a:lnTo>
                      <a:pt x="888614" y="1397471"/>
                    </a:lnTo>
                    <a:lnTo>
                      <a:pt x="974148" y="1212802"/>
                    </a:lnTo>
                    <a:cubicBezTo>
                      <a:pt x="1008836" y="1138520"/>
                      <a:pt x="1028544" y="1058169"/>
                      <a:pt x="1032093" y="976300"/>
                    </a:cubicBezTo>
                    <a:lnTo>
                      <a:pt x="1041947" y="754775"/>
                    </a:lnTo>
                    <a:cubicBezTo>
                      <a:pt x="1044115" y="694231"/>
                      <a:pt x="1025193" y="634829"/>
                      <a:pt x="988141" y="586859"/>
                    </a:cubicBezTo>
                    <a:close/>
                  </a:path>
                </a:pathLst>
              </a:custGeom>
              <a:solidFill>
                <a:srgbClr val="FFFFFF"/>
              </a:solidFill>
              <a:ln w="19685" cap="flat">
                <a:noFill/>
                <a:prstDash val="solid"/>
                <a:miter/>
              </a:ln>
            </p:spPr>
            <p:txBody>
              <a:bodyPr rtlCol="0" anchor="ctr"/>
              <a:lstStyle/>
              <a:p>
                <a:endParaRPr lang="zh-CN" altLang="en-US">
                  <a:cs typeface="+mn-ea"/>
                  <a:sym typeface="+mn-lt"/>
                </a:endParaRPr>
              </a:p>
            </p:txBody>
          </p:sp>
          <p:sp>
            <p:nvSpPr>
              <p:cNvPr id="28" name="任意多边形: 形状 27">
                <a:extLst>
                  <a:ext uri="{FF2B5EF4-FFF2-40B4-BE49-F238E27FC236}">
                    <a16:creationId xmlns:a16="http://schemas.microsoft.com/office/drawing/2014/main" id="{B7F303A7-D71B-09F0-F42E-88746B151EDB}"/>
                  </a:ext>
                </a:extLst>
              </p:cNvPr>
              <p:cNvSpPr/>
              <p:nvPr/>
            </p:nvSpPr>
            <p:spPr>
              <a:xfrm>
                <a:off x="3724825" y="4173848"/>
                <a:ext cx="3630899" cy="1555732"/>
              </a:xfrm>
              <a:custGeom>
                <a:avLst/>
                <a:gdLst>
                  <a:gd name="connsiteX0" fmla="*/ -1206 w 3630899"/>
                  <a:gd name="connsiteY0" fmla="*/ 1518623 h 1555732"/>
                  <a:gd name="connsiteX1" fmla="*/ 27765 w 3630899"/>
                  <a:gd name="connsiteY1" fmla="*/ 1306362 h 1555732"/>
                  <a:gd name="connsiteX2" fmla="*/ 602861 w 3630899"/>
                  <a:gd name="connsiteY2" fmla="*/ 601585 h 1555732"/>
                  <a:gd name="connsiteX3" fmla="*/ 2206740 w 3630899"/>
                  <a:gd name="connsiteY3" fmla="*/ 39892 h 1555732"/>
                  <a:gd name="connsiteX4" fmla="*/ 3090666 w 3630899"/>
                  <a:gd name="connsiteY4" fmla="*/ 410412 h 1555732"/>
                  <a:gd name="connsiteX5" fmla="*/ 3629694 w 3630899"/>
                  <a:gd name="connsiteY5" fmla="*/ 1555280 h 1555732"/>
                  <a:gd name="connsiteX6" fmla="*/ 17124 w 3630899"/>
                  <a:gd name="connsiteY6" fmla="*/ 1555280 h 155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0899" h="1555732">
                    <a:moveTo>
                      <a:pt x="-1206" y="1518623"/>
                    </a:moveTo>
                    <a:lnTo>
                      <a:pt x="27765" y="1306362"/>
                    </a:lnTo>
                    <a:cubicBezTo>
                      <a:pt x="71715" y="981999"/>
                      <a:pt x="293830" y="709706"/>
                      <a:pt x="602861" y="601585"/>
                    </a:cubicBezTo>
                    <a:lnTo>
                      <a:pt x="2206740" y="39892"/>
                    </a:lnTo>
                    <a:cubicBezTo>
                      <a:pt x="2552820" y="-81295"/>
                      <a:pt x="2934377" y="78698"/>
                      <a:pt x="3090666" y="410412"/>
                    </a:cubicBezTo>
                    <a:lnTo>
                      <a:pt x="3629694" y="1555280"/>
                    </a:lnTo>
                    <a:lnTo>
                      <a:pt x="17124" y="1555280"/>
                    </a:ln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29" name="任意多边形: 形状 28">
                <a:extLst>
                  <a:ext uri="{FF2B5EF4-FFF2-40B4-BE49-F238E27FC236}">
                    <a16:creationId xmlns:a16="http://schemas.microsoft.com/office/drawing/2014/main" id="{0FE631B3-3C04-CFED-D53A-C91C5CFE4D30}"/>
                  </a:ext>
                </a:extLst>
              </p:cNvPr>
              <p:cNvSpPr/>
              <p:nvPr/>
            </p:nvSpPr>
            <p:spPr>
              <a:xfrm>
                <a:off x="4654476" y="4013559"/>
                <a:ext cx="1087714" cy="1038268"/>
              </a:xfrm>
              <a:custGeom>
                <a:avLst/>
                <a:gdLst>
                  <a:gd name="connsiteX0" fmla="*/ 54568 w 1087714"/>
                  <a:gd name="connsiteY0" fmla="*/ -452 h 1038268"/>
                  <a:gd name="connsiteX1" fmla="*/ 136754 w 1087714"/>
                  <a:gd name="connsiteY1" fmla="*/ 452844 h 1038268"/>
                  <a:gd name="connsiteX2" fmla="*/ -1206 w 1087714"/>
                  <a:gd name="connsiteY2" fmla="*/ 647564 h 1038268"/>
                  <a:gd name="connsiteX3" fmla="*/ 455833 w 1087714"/>
                  <a:gd name="connsiteY3" fmla="*/ 965068 h 1038268"/>
                  <a:gd name="connsiteX4" fmla="*/ 1082368 w 1087714"/>
                  <a:gd name="connsiteY4" fmla="*/ 579767 h 1038268"/>
                  <a:gd name="connsiteX5" fmla="*/ 1035462 w 1087714"/>
                  <a:gd name="connsiteY5" fmla="*/ 244722 h 1038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7714" h="1038268">
                    <a:moveTo>
                      <a:pt x="54568" y="-452"/>
                    </a:moveTo>
                    <a:lnTo>
                      <a:pt x="136754" y="452844"/>
                    </a:lnTo>
                    <a:lnTo>
                      <a:pt x="-1206" y="647564"/>
                    </a:lnTo>
                    <a:lnTo>
                      <a:pt x="455833" y="965068"/>
                    </a:lnTo>
                    <a:cubicBezTo>
                      <a:pt x="743380" y="1164913"/>
                      <a:pt x="1130850" y="925651"/>
                      <a:pt x="1082368" y="579767"/>
                    </a:cubicBezTo>
                    <a:lnTo>
                      <a:pt x="1035462" y="244722"/>
                    </a:lnTo>
                    <a:close/>
                  </a:path>
                </a:pathLst>
              </a:custGeom>
              <a:solidFill>
                <a:srgbClr val="FFFFFF"/>
              </a:solidFill>
              <a:ln w="19685" cap="flat">
                <a:noFill/>
                <a:prstDash val="solid"/>
                <a:miter/>
              </a:ln>
            </p:spPr>
            <p:txBody>
              <a:bodyPr rtlCol="0" anchor="ctr"/>
              <a:lstStyle/>
              <a:p>
                <a:endParaRPr lang="zh-CN" altLang="en-US">
                  <a:cs typeface="+mn-ea"/>
                  <a:sym typeface="+mn-lt"/>
                </a:endParaRPr>
              </a:p>
            </p:txBody>
          </p:sp>
          <p:sp>
            <p:nvSpPr>
              <p:cNvPr id="30" name="任意多边形: 形状 29">
                <a:extLst>
                  <a:ext uri="{FF2B5EF4-FFF2-40B4-BE49-F238E27FC236}">
                    <a16:creationId xmlns:a16="http://schemas.microsoft.com/office/drawing/2014/main" id="{2CD98E20-1F40-2094-97F0-720FA20E63F4}"/>
                  </a:ext>
                </a:extLst>
              </p:cNvPr>
              <p:cNvSpPr/>
              <p:nvPr/>
            </p:nvSpPr>
            <p:spPr>
              <a:xfrm>
                <a:off x="4633149" y="3993836"/>
                <a:ext cx="1127287" cy="1078465"/>
              </a:xfrm>
              <a:custGeom>
                <a:avLst/>
                <a:gdLst>
                  <a:gd name="connsiteX0" fmla="*/ 704203 w 1127287"/>
                  <a:gd name="connsiteY0" fmla="*/ 1078013 h 1078465"/>
                  <a:gd name="connsiteX1" fmla="*/ 464152 w 1127287"/>
                  <a:gd name="connsiteY1" fmla="*/ 1001741 h 1078465"/>
                  <a:gd name="connsiteX2" fmla="*/ 7310 w 1127287"/>
                  <a:gd name="connsiteY2" fmla="*/ 684236 h 1078465"/>
                  <a:gd name="connsiteX3" fmla="*/ -969 w 1127287"/>
                  <a:gd name="connsiteY3" fmla="*/ 671624 h 1078465"/>
                  <a:gd name="connsiteX4" fmla="*/ 2383 w 1127287"/>
                  <a:gd name="connsiteY4" fmla="*/ 656645 h 1078465"/>
                  <a:gd name="connsiteX5" fmla="*/ 136204 w 1127287"/>
                  <a:gd name="connsiteY5" fmla="*/ 468625 h 1078465"/>
                  <a:gd name="connsiteX6" fmla="*/ 56187 w 1127287"/>
                  <a:gd name="connsiteY6" fmla="*/ 22818 h 1078465"/>
                  <a:gd name="connsiteX7" fmla="*/ 71954 w 1127287"/>
                  <a:gd name="connsiteY7" fmla="*/ -122 h 1078465"/>
                  <a:gd name="connsiteX8" fmla="*/ 80428 w 1127287"/>
                  <a:gd name="connsiteY8" fmla="*/ 154 h 1078465"/>
                  <a:gd name="connsiteX9" fmla="*/ 1059942 w 1127287"/>
                  <a:gd name="connsiteY9" fmla="*/ 246116 h 1078465"/>
                  <a:gd name="connsiteX10" fmla="*/ 1074724 w 1127287"/>
                  <a:gd name="connsiteY10" fmla="*/ 262475 h 1078465"/>
                  <a:gd name="connsiteX11" fmla="*/ 1121630 w 1127287"/>
                  <a:gd name="connsiteY11" fmla="*/ 597519 h 1078465"/>
                  <a:gd name="connsiteX12" fmla="*/ 924545 w 1127287"/>
                  <a:gd name="connsiteY12" fmla="*/ 1014551 h 1078465"/>
                  <a:gd name="connsiteX13" fmla="*/ 704203 w 1127287"/>
                  <a:gd name="connsiteY13" fmla="*/ 1078013 h 1078465"/>
                  <a:gd name="connsiteX14" fmla="*/ 46135 w 1127287"/>
                  <a:gd name="connsiteY14" fmla="*/ 664134 h 1078465"/>
                  <a:gd name="connsiteX15" fmla="*/ 486817 w 1127287"/>
                  <a:gd name="connsiteY15" fmla="*/ 970207 h 1078465"/>
                  <a:gd name="connsiteX16" fmla="*/ 1018161 w 1127287"/>
                  <a:gd name="connsiteY16" fmla="*/ 874365 h 1078465"/>
                  <a:gd name="connsiteX17" fmla="*/ 1082605 w 1127287"/>
                  <a:gd name="connsiteY17" fmla="*/ 603629 h 1078465"/>
                  <a:gd name="connsiteX18" fmla="*/ 1037474 w 1127287"/>
                  <a:gd name="connsiteY18" fmla="*/ 282774 h 1078465"/>
                  <a:gd name="connsiteX19" fmla="*/ 99742 w 1127287"/>
                  <a:gd name="connsiteY19" fmla="*/ 46272 h 1078465"/>
                  <a:gd name="connsiteX20" fmla="*/ 176605 w 1127287"/>
                  <a:gd name="connsiteY20" fmla="*/ 470202 h 1078465"/>
                  <a:gd name="connsiteX21" fmla="*/ 173254 w 1127287"/>
                  <a:gd name="connsiteY21" fmla="*/ 485181 h 1078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27287" h="1078465">
                    <a:moveTo>
                      <a:pt x="704203" y="1078013"/>
                    </a:moveTo>
                    <a:cubicBezTo>
                      <a:pt x="618274" y="1077796"/>
                      <a:pt x="534513" y="1051170"/>
                      <a:pt x="464152" y="1001741"/>
                    </a:cubicBezTo>
                    <a:lnTo>
                      <a:pt x="7310" y="684236"/>
                    </a:lnTo>
                    <a:cubicBezTo>
                      <a:pt x="2975" y="681300"/>
                      <a:pt x="18" y="676767"/>
                      <a:pt x="-969" y="671624"/>
                    </a:cubicBezTo>
                    <a:cubicBezTo>
                      <a:pt x="-1755" y="666380"/>
                      <a:pt x="-574" y="661039"/>
                      <a:pt x="2383" y="656645"/>
                    </a:cubicBezTo>
                    <a:lnTo>
                      <a:pt x="136204" y="468625"/>
                    </a:lnTo>
                    <a:lnTo>
                      <a:pt x="56187" y="22818"/>
                    </a:lnTo>
                    <a:cubicBezTo>
                      <a:pt x="54216" y="12117"/>
                      <a:pt x="61311" y="1849"/>
                      <a:pt x="71954" y="-122"/>
                    </a:cubicBezTo>
                    <a:cubicBezTo>
                      <a:pt x="74711" y="-635"/>
                      <a:pt x="77668" y="-555"/>
                      <a:pt x="80428" y="154"/>
                    </a:cubicBezTo>
                    <a:lnTo>
                      <a:pt x="1059942" y="246116"/>
                    </a:lnTo>
                    <a:cubicBezTo>
                      <a:pt x="1067824" y="248048"/>
                      <a:pt x="1073540" y="254513"/>
                      <a:pt x="1074724" y="262475"/>
                    </a:cubicBezTo>
                    <a:lnTo>
                      <a:pt x="1121630" y="597519"/>
                    </a:lnTo>
                    <a:cubicBezTo>
                      <a:pt x="1146069" y="763563"/>
                      <a:pt x="1068416" y="928051"/>
                      <a:pt x="924545" y="1014551"/>
                    </a:cubicBezTo>
                    <a:cubicBezTo>
                      <a:pt x="858322" y="1055684"/>
                      <a:pt x="782050" y="1077658"/>
                      <a:pt x="704203" y="1078013"/>
                    </a:cubicBezTo>
                    <a:close/>
                    <a:moveTo>
                      <a:pt x="46135" y="664134"/>
                    </a:moveTo>
                    <a:lnTo>
                      <a:pt x="486817" y="970207"/>
                    </a:lnTo>
                    <a:cubicBezTo>
                      <a:pt x="660056" y="1090449"/>
                      <a:pt x="897937" y="1047543"/>
                      <a:pt x="1018161" y="874365"/>
                    </a:cubicBezTo>
                    <a:cubicBezTo>
                      <a:pt x="1072948" y="795451"/>
                      <a:pt x="1096008" y="698782"/>
                      <a:pt x="1082605" y="603629"/>
                    </a:cubicBezTo>
                    <a:lnTo>
                      <a:pt x="1037474" y="282774"/>
                    </a:lnTo>
                    <a:lnTo>
                      <a:pt x="99742" y="46272"/>
                    </a:lnTo>
                    <a:lnTo>
                      <a:pt x="176605" y="470202"/>
                    </a:lnTo>
                    <a:cubicBezTo>
                      <a:pt x="177592" y="475444"/>
                      <a:pt x="176408" y="480844"/>
                      <a:pt x="173254" y="485181"/>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1" name="任意多边形: 形状 30">
                <a:extLst>
                  <a:ext uri="{FF2B5EF4-FFF2-40B4-BE49-F238E27FC236}">
                    <a16:creationId xmlns:a16="http://schemas.microsoft.com/office/drawing/2014/main" id="{A4DC4458-8AE2-C0F3-DE7A-4A0E146FCFE3}"/>
                  </a:ext>
                </a:extLst>
              </p:cNvPr>
              <p:cNvSpPr/>
              <p:nvPr/>
            </p:nvSpPr>
            <p:spPr>
              <a:xfrm>
                <a:off x="4754003" y="4029326"/>
                <a:ext cx="986627" cy="629292"/>
              </a:xfrm>
              <a:custGeom>
                <a:avLst/>
                <a:gdLst>
                  <a:gd name="connsiteX0" fmla="*/ 981263 w 986627"/>
                  <a:gd name="connsiteY0" fmla="*/ 565380 h 629292"/>
                  <a:gd name="connsiteX1" fmla="*/ 985404 w 986627"/>
                  <a:gd name="connsiteY1" fmla="*/ 628841 h 629292"/>
                  <a:gd name="connsiteX2" fmla="*/ 718944 w 986627"/>
                  <a:gd name="connsiteY2" fmla="*/ 521036 h 629292"/>
                  <a:gd name="connsiteX3" fmla="*/ -1206 w 986627"/>
                  <a:gd name="connsiteY3" fmla="*/ 20833 h 629292"/>
                  <a:gd name="connsiteX4" fmla="*/ 13970 w 986627"/>
                  <a:gd name="connsiteY4" fmla="*/ -452 h 629292"/>
                  <a:gd name="connsiteX5" fmla="*/ 934357 w 986627"/>
                  <a:gd name="connsiteY5" fmla="*/ 231123 h 629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6627" h="629292">
                    <a:moveTo>
                      <a:pt x="981263" y="565380"/>
                    </a:moveTo>
                    <a:cubicBezTo>
                      <a:pt x="984220" y="586409"/>
                      <a:pt x="985601" y="607615"/>
                      <a:pt x="985404" y="628841"/>
                    </a:cubicBezTo>
                    <a:cubicBezTo>
                      <a:pt x="889423" y="613843"/>
                      <a:pt x="798370" y="576948"/>
                      <a:pt x="718944" y="521036"/>
                    </a:cubicBezTo>
                    <a:lnTo>
                      <a:pt x="-1206" y="20833"/>
                    </a:lnTo>
                    <a:lnTo>
                      <a:pt x="13970" y="-452"/>
                    </a:lnTo>
                    <a:lnTo>
                      <a:pt x="934357" y="231123"/>
                    </a:ln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2" name="任意多边形: 形状 31">
                <a:extLst>
                  <a:ext uri="{FF2B5EF4-FFF2-40B4-BE49-F238E27FC236}">
                    <a16:creationId xmlns:a16="http://schemas.microsoft.com/office/drawing/2014/main" id="{CF2A5879-70A1-85E7-8BEC-E6C3FB7C8D68}"/>
                  </a:ext>
                </a:extLst>
              </p:cNvPr>
              <p:cNvSpPr/>
              <p:nvPr/>
            </p:nvSpPr>
            <p:spPr>
              <a:xfrm>
                <a:off x="3907226" y="1851153"/>
                <a:ext cx="1991175" cy="2147699"/>
              </a:xfrm>
              <a:custGeom>
                <a:avLst/>
                <a:gdLst>
                  <a:gd name="connsiteX0" fmla="*/ 217855 w 1991175"/>
                  <a:gd name="connsiteY0" fmla="*/ 629420 h 2147699"/>
                  <a:gd name="connsiteX1" fmla="*/ 966779 w 1991175"/>
                  <a:gd name="connsiteY1" fmla="*/ 309550 h 2147699"/>
                  <a:gd name="connsiteX2" fmla="*/ 1131937 w 1991175"/>
                  <a:gd name="connsiteY2" fmla="*/ 90983 h 2147699"/>
                  <a:gd name="connsiteX3" fmla="*/ 1688505 w 1991175"/>
                  <a:gd name="connsiteY3" fmla="*/ 134145 h 2147699"/>
                  <a:gd name="connsiteX4" fmla="*/ 1632336 w 1991175"/>
                  <a:gd name="connsiteY4" fmla="*/ 612470 h 2147699"/>
                  <a:gd name="connsiteX5" fmla="*/ 1903131 w 1991175"/>
                  <a:gd name="connsiteY5" fmla="*/ 901003 h 2147699"/>
                  <a:gd name="connsiteX6" fmla="*/ 1400367 w 1991175"/>
                  <a:gd name="connsiteY6" fmla="*/ 2000344 h 2147699"/>
                  <a:gd name="connsiteX7" fmla="*/ 200709 w 1991175"/>
                  <a:gd name="connsiteY7" fmla="*/ 1762659 h 2147699"/>
                  <a:gd name="connsiteX8" fmla="*/ 217855 w 1991175"/>
                  <a:gd name="connsiteY8" fmla="*/ 629420 h 2147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1175" h="2147699">
                    <a:moveTo>
                      <a:pt x="217855" y="629420"/>
                    </a:moveTo>
                    <a:cubicBezTo>
                      <a:pt x="434649" y="339507"/>
                      <a:pt x="850893" y="225986"/>
                      <a:pt x="966779" y="309550"/>
                    </a:cubicBezTo>
                    <a:cubicBezTo>
                      <a:pt x="998312" y="221572"/>
                      <a:pt x="1055862" y="145299"/>
                      <a:pt x="1131937" y="90983"/>
                    </a:cubicBezTo>
                    <a:cubicBezTo>
                      <a:pt x="1319957" y="-45794"/>
                      <a:pt x="1569073" y="-27268"/>
                      <a:pt x="1688505" y="134145"/>
                    </a:cubicBezTo>
                    <a:cubicBezTo>
                      <a:pt x="1791777" y="273287"/>
                      <a:pt x="1763793" y="472737"/>
                      <a:pt x="1632336" y="612470"/>
                    </a:cubicBezTo>
                    <a:cubicBezTo>
                      <a:pt x="1733441" y="697887"/>
                      <a:pt x="1824297" y="794715"/>
                      <a:pt x="1903131" y="901003"/>
                    </a:cubicBezTo>
                    <a:cubicBezTo>
                      <a:pt x="2230686" y="1341685"/>
                      <a:pt x="1535764" y="1901605"/>
                      <a:pt x="1400367" y="2000344"/>
                    </a:cubicBezTo>
                    <a:cubicBezTo>
                      <a:pt x="1033591" y="2267001"/>
                      <a:pt x="496534" y="2160574"/>
                      <a:pt x="200709" y="1762659"/>
                    </a:cubicBezTo>
                    <a:cubicBezTo>
                      <a:pt x="-95116" y="1364744"/>
                      <a:pt x="-45647" y="979640"/>
                      <a:pt x="217855" y="629420"/>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3" name="任意多边形: 形状 32">
                <a:extLst>
                  <a:ext uri="{FF2B5EF4-FFF2-40B4-BE49-F238E27FC236}">
                    <a16:creationId xmlns:a16="http://schemas.microsoft.com/office/drawing/2014/main" id="{5CA28050-8F87-B3E5-9D33-18DA2E0CDDEC}"/>
                  </a:ext>
                </a:extLst>
              </p:cNvPr>
              <p:cNvSpPr/>
              <p:nvPr/>
            </p:nvSpPr>
            <p:spPr>
              <a:xfrm>
                <a:off x="4138005" y="2580856"/>
                <a:ext cx="619164" cy="1117958"/>
              </a:xfrm>
              <a:custGeom>
                <a:avLst/>
                <a:gdLst>
                  <a:gd name="connsiteX0" fmla="*/ 48567 w 619164"/>
                  <a:gd name="connsiteY0" fmla="*/ 21516 h 1117958"/>
                  <a:gd name="connsiteX1" fmla="*/ 383611 w 619164"/>
                  <a:gd name="connsiteY1" fmla="*/ 41224 h 1117958"/>
                  <a:gd name="connsiteX2" fmla="*/ 358778 w 619164"/>
                  <a:gd name="connsiteY2" fmla="*/ 1068038 h 1117958"/>
                  <a:gd name="connsiteX3" fmla="*/ 281325 w 619164"/>
                  <a:gd name="connsiteY3" fmla="*/ 1117507 h 1117958"/>
                  <a:gd name="connsiteX4" fmla="*/ 48567 w 619164"/>
                  <a:gd name="connsiteY4" fmla="*/ 21516 h 1117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64" h="1117958">
                    <a:moveTo>
                      <a:pt x="48567" y="21516"/>
                    </a:moveTo>
                    <a:cubicBezTo>
                      <a:pt x="173126" y="-12186"/>
                      <a:pt x="289799" y="-8244"/>
                      <a:pt x="383611" y="41224"/>
                    </a:cubicBezTo>
                    <a:cubicBezTo>
                      <a:pt x="647311" y="181352"/>
                      <a:pt x="750781" y="765118"/>
                      <a:pt x="358778" y="1068038"/>
                    </a:cubicBezTo>
                    <a:cubicBezTo>
                      <a:pt x="334340" y="1087747"/>
                      <a:pt x="299653" y="1093659"/>
                      <a:pt x="281325" y="1117507"/>
                    </a:cubicBezTo>
                    <a:cubicBezTo>
                      <a:pt x="13682" y="756249"/>
                      <a:pt x="-63574" y="338626"/>
                      <a:pt x="48567" y="21516"/>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4" name="任意多边形: 形状 33">
                <a:extLst>
                  <a:ext uri="{FF2B5EF4-FFF2-40B4-BE49-F238E27FC236}">
                    <a16:creationId xmlns:a16="http://schemas.microsoft.com/office/drawing/2014/main" id="{8D82D42F-B5EF-00D4-56F5-7572877BD257}"/>
                  </a:ext>
                </a:extLst>
              </p:cNvPr>
              <p:cNvSpPr/>
              <p:nvPr/>
            </p:nvSpPr>
            <p:spPr>
              <a:xfrm>
                <a:off x="3933734" y="2113481"/>
                <a:ext cx="1621420" cy="918018"/>
              </a:xfrm>
              <a:custGeom>
                <a:avLst/>
                <a:gdLst>
                  <a:gd name="connsiteX0" fmla="*/ 1620214 w 1621420"/>
                  <a:gd name="connsiteY0" fmla="*/ 336347 h 918018"/>
                  <a:gd name="connsiteX1" fmla="*/ 1048667 w 1621420"/>
                  <a:gd name="connsiteY1" fmla="*/ 774664 h 918018"/>
                  <a:gd name="connsiteX2" fmla="*/ -1206 w 1621420"/>
                  <a:gd name="connsiteY2" fmla="*/ 789445 h 918018"/>
                  <a:gd name="connsiteX3" fmla="*/ 317087 w 1621420"/>
                  <a:gd name="connsiteY3" fmla="*/ 137488 h 918018"/>
                  <a:gd name="connsiteX4" fmla="*/ 1620214 w 1621420"/>
                  <a:gd name="connsiteY4" fmla="*/ 336347 h 91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1420" h="918018">
                    <a:moveTo>
                      <a:pt x="1620214" y="336347"/>
                    </a:moveTo>
                    <a:cubicBezTo>
                      <a:pt x="1497628" y="503081"/>
                      <a:pt x="1297783" y="662326"/>
                      <a:pt x="1048667" y="774664"/>
                    </a:cubicBezTo>
                    <a:cubicBezTo>
                      <a:pt x="629664" y="963866"/>
                      <a:pt x="203960" y="961501"/>
                      <a:pt x="-1206" y="789445"/>
                    </a:cubicBezTo>
                    <a:cubicBezTo>
                      <a:pt x="7467" y="518651"/>
                      <a:pt x="113302" y="282149"/>
                      <a:pt x="317087" y="137488"/>
                    </a:cubicBezTo>
                    <a:cubicBezTo>
                      <a:pt x="665337" y="-109657"/>
                      <a:pt x="1193722" y="-13479"/>
                      <a:pt x="1620214" y="336347"/>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5" name="任意多边形: 形状 34">
                <a:extLst>
                  <a:ext uri="{FF2B5EF4-FFF2-40B4-BE49-F238E27FC236}">
                    <a16:creationId xmlns:a16="http://schemas.microsoft.com/office/drawing/2014/main" id="{B4DD5B43-ABBB-3726-7D7D-AFC0D06BD1CC}"/>
                  </a:ext>
                </a:extLst>
              </p:cNvPr>
              <p:cNvSpPr/>
              <p:nvPr/>
            </p:nvSpPr>
            <p:spPr>
              <a:xfrm>
                <a:off x="4213811" y="2460331"/>
                <a:ext cx="1913403" cy="1847031"/>
              </a:xfrm>
              <a:custGeom>
                <a:avLst/>
                <a:gdLst>
                  <a:gd name="connsiteX0" fmla="*/ 199606 w 1913403"/>
                  <a:gd name="connsiteY0" fmla="*/ 1100860 h 1847031"/>
                  <a:gd name="connsiteX1" fmla="*/ 396691 w 1913403"/>
                  <a:gd name="connsiteY1" fmla="*/ 1076027 h 1847031"/>
                  <a:gd name="connsiteX2" fmla="*/ 528737 w 1913403"/>
                  <a:gd name="connsiteY2" fmla="*/ 515517 h 1847031"/>
                  <a:gd name="connsiteX3" fmla="*/ 768393 w 1913403"/>
                  <a:gd name="connsiteY3" fmla="*/ 427814 h 1847031"/>
                  <a:gd name="connsiteX4" fmla="*/ 1332056 w 1913403"/>
                  <a:gd name="connsiteY4" fmla="*/ -452 h 1847031"/>
                  <a:gd name="connsiteX5" fmla="*/ 1596348 w 1913403"/>
                  <a:gd name="connsiteY5" fmla="*/ 286701 h 1847031"/>
                  <a:gd name="connsiteX6" fmla="*/ 1661190 w 1913403"/>
                  <a:gd name="connsiteY6" fmla="*/ 1735475 h 1847031"/>
                  <a:gd name="connsiteX7" fmla="*/ 627871 w 1913403"/>
                  <a:gd name="connsiteY7" fmla="*/ 1583324 h 1847031"/>
                  <a:gd name="connsiteX8" fmla="*/ 163932 w 1913403"/>
                  <a:gd name="connsiteY8" fmla="*/ 1700649 h 1847031"/>
                  <a:gd name="connsiteX9" fmla="*/ 46667 w 1913403"/>
                  <a:gd name="connsiteY9" fmla="*/ 1236692 h 1847031"/>
                  <a:gd name="connsiteX10" fmla="*/ 199606 w 1913403"/>
                  <a:gd name="connsiteY10" fmla="*/ 1100860 h 184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3403" h="1847031">
                    <a:moveTo>
                      <a:pt x="199606" y="1100860"/>
                    </a:moveTo>
                    <a:cubicBezTo>
                      <a:pt x="261294" y="1072914"/>
                      <a:pt x="330076" y="1064261"/>
                      <a:pt x="396691" y="1076027"/>
                    </a:cubicBezTo>
                    <a:cubicBezTo>
                      <a:pt x="519475" y="916979"/>
                      <a:pt x="567565" y="712661"/>
                      <a:pt x="528737" y="515517"/>
                    </a:cubicBezTo>
                    <a:cubicBezTo>
                      <a:pt x="610725" y="492301"/>
                      <a:pt x="690743" y="462994"/>
                      <a:pt x="768393" y="427814"/>
                    </a:cubicBezTo>
                    <a:cubicBezTo>
                      <a:pt x="1012385" y="317644"/>
                      <a:pt x="1208878" y="162734"/>
                      <a:pt x="1332056" y="-452"/>
                    </a:cubicBezTo>
                    <a:cubicBezTo>
                      <a:pt x="1430599" y="85142"/>
                      <a:pt x="1519287" y="181458"/>
                      <a:pt x="1596348" y="286701"/>
                    </a:cubicBezTo>
                    <a:cubicBezTo>
                      <a:pt x="1990519" y="823166"/>
                      <a:pt x="2019884" y="1471774"/>
                      <a:pt x="1661190" y="1735475"/>
                    </a:cubicBezTo>
                    <a:cubicBezTo>
                      <a:pt x="1392563" y="1932560"/>
                      <a:pt x="982625" y="1858653"/>
                      <a:pt x="627871" y="1583324"/>
                    </a:cubicBezTo>
                    <a:cubicBezTo>
                      <a:pt x="532088" y="1743831"/>
                      <a:pt x="324360" y="1796373"/>
                      <a:pt x="163932" y="1700649"/>
                    </a:cubicBezTo>
                    <a:cubicBezTo>
                      <a:pt x="3310" y="1604925"/>
                      <a:pt x="-49116" y="1397198"/>
                      <a:pt x="46667" y="1236692"/>
                    </a:cubicBezTo>
                    <a:cubicBezTo>
                      <a:pt x="82341" y="1176699"/>
                      <a:pt x="135750" y="1129260"/>
                      <a:pt x="199606" y="1100860"/>
                    </a:cubicBezTo>
                    <a:close/>
                  </a:path>
                </a:pathLst>
              </a:custGeom>
              <a:solidFill>
                <a:srgbClr val="FFFFFF"/>
              </a:solidFill>
              <a:ln w="19685" cap="flat">
                <a:noFill/>
                <a:prstDash val="solid"/>
                <a:miter/>
              </a:ln>
            </p:spPr>
            <p:txBody>
              <a:bodyPr rtlCol="0" anchor="ctr"/>
              <a:lstStyle/>
              <a:p>
                <a:endParaRPr lang="zh-CN" altLang="en-US">
                  <a:cs typeface="+mn-ea"/>
                  <a:sym typeface="+mn-lt"/>
                </a:endParaRPr>
              </a:p>
            </p:txBody>
          </p:sp>
          <p:sp>
            <p:nvSpPr>
              <p:cNvPr id="36" name="任意多边形: 形状 35">
                <a:extLst>
                  <a:ext uri="{FF2B5EF4-FFF2-40B4-BE49-F238E27FC236}">
                    <a16:creationId xmlns:a16="http://schemas.microsoft.com/office/drawing/2014/main" id="{54BDE122-E2FF-8303-0BF0-885571101FE7}"/>
                  </a:ext>
                </a:extLst>
              </p:cNvPr>
              <p:cNvSpPr/>
              <p:nvPr/>
            </p:nvSpPr>
            <p:spPr>
              <a:xfrm>
                <a:off x="4195139" y="2440688"/>
                <a:ext cx="1952192" cy="1886750"/>
              </a:xfrm>
              <a:custGeom>
                <a:avLst/>
                <a:gdLst>
                  <a:gd name="connsiteX0" fmla="*/ 1320379 w 1952192"/>
                  <a:gd name="connsiteY0" fmla="*/ 1886178 h 1886750"/>
                  <a:gd name="connsiteX1" fmla="*/ 652062 w 1952192"/>
                  <a:gd name="connsiteY1" fmla="*/ 1631742 h 1886750"/>
                  <a:gd name="connsiteX2" fmla="*/ 154028 w 1952192"/>
                  <a:gd name="connsiteY2" fmla="*/ 1724017 h 1886750"/>
                  <a:gd name="connsiteX3" fmla="*/ 61793 w 1952192"/>
                  <a:gd name="connsiteY3" fmla="*/ 1226062 h 1886750"/>
                  <a:gd name="connsiteX4" fmla="*/ 407479 w 1952192"/>
                  <a:gd name="connsiteY4" fmla="*/ 1074385 h 1886750"/>
                  <a:gd name="connsiteX5" fmla="*/ 528489 w 1952192"/>
                  <a:gd name="connsiteY5" fmla="*/ 538904 h 1886750"/>
                  <a:gd name="connsiteX6" fmla="*/ 542482 w 1952192"/>
                  <a:gd name="connsiteY6" fmla="*/ 516240 h 1886750"/>
                  <a:gd name="connsiteX7" fmla="*/ 778984 w 1952192"/>
                  <a:gd name="connsiteY7" fmla="*/ 429522 h 1886750"/>
                  <a:gd name="connsiteX8" fmla="*/ 1335160 w 1952192"/>
                  <a:gd name="connsiteY8" fmla="*/ 7366 h 1886750"/>
                  <a:gd name="connsiteX9" fmla="*/ 1348955 w 1952192"/>
                  <a:gd name="connsiteY9" fmla="*/ -320 h 1886750"/>
                  <a:gd name="connsiteX10" fmla="*/ 1363934 w 1952192"/>
                  <a:gd name="connsiteY10" fmla="*/ 4213 h 1886750"/>
                  <a:gd name="connsiteX11" fmla="*/ 1631180 w 1952192"/>
                  <a:gd name="connsiteY11" fmla="*/ 294716 h 1886750"/>
                  <a:gd name="connsiteX12" fmla="*/ 1949867 w 1952192"/>
                  <a:gd name="connsiteY12" fmla="*/ 1132132 h 1886750"/>
                  <a:gd name="connsiteX13" fmla="*/ 1691686 w 1952192"/>
                  <a:gd name="connsiteY13" fmla="*/ 1771081 h 1886750"/>
                  <a:gd name="connsiteX14" fmla="*/ 1320379 w 1952192"/>
                  <a:gd name="connsiteY14" fmla="*/ 1886178 h 1886750"/>
                  <a:gd name="connsiteX15" fmla="*/ 646938 w 1952192"/>
                  <a:gd name="connsiteY15" fmla="*/ 1582471 h 1886750"/>
                  <a:gd name="connsiteX16" fmla="*/ 659157 w 1952192"/>
                  <a:gd name="connsiteY16" fmla="*/ 1586610 h 1886750"/>
                  <a:gd name="connsiteX17" fmla="*/ 1668627 w 1952192"/>
                  <a:gd name="connsiteY17" fmla="*/ 1738562 h 1886750"/>
                  <a:gd name="connsiteX18" fmla="*/ 1910648 w 1952192"/>
                  <a:gd name="connsiteY18" fmla="*/ 1133117 h 1886750"/>
                  <a:gd name="connsiteX19" fmla="*/ 1599647 w 1952192"/>
                  <a:gd name="connsiteY19" fmla="*/ 317184 h 1886750"/>
                  <a:gd name="connsiteX20" fmla="*/ 1353882 w 1952192"/>
                  <a:gd name="connsiteY20" fmla="*/ 46980 h 1886750"/>
                  <a:gd name="connsiteX21" fmla="*/ 795541 w 1952192"/>
                  <a:gd name="connsiteY21" fmla="*/ 464604 h 1886750"/>
                  <a:gd name="connsiteX22" fmla="*/ 570271 w 1952192"/>
                  <a:gd name="connsiteY22" fmla="*/ 548365 h 1886750"/>
                  <a:gd name="connsiteX23" fmla="*/ 431130 w 1952192"/>
                  <a:gd name="connsiteY23" fmla="*/ 1107101 h 1886750"/>
                  <a:gd name="connsiteX24" fmla="*/ 411422 w 1952192"/>
                  <a:gd name="connsiteY24" fmla="*/ 1114196 h 1886750"/>
                  <a:gd name="connsiteX25" fmla="*/ 224583 w 1952192"/>
                  <a:gd name="connsiteY25" fmla="*/ 1137649 h 1886750"/>
                  <a:gd name="connsiteX26" fmla="*/ 224583 w 1952192"/>
                  <a:gd name="connsiteY26" fmla="*/ 1137649 h 1886750"/>
                  <a:gd name="connsiteX27" fmla="*/ 65339 w 1952192"/>
                  <a:gd name="connsiteY27" fmla="*/ 1559274 h 1886750"/>
                  <a:gd name="connsiteX28" fmla="*/ 486905 w 1952192"/>
                  <a:gd name="connsiteY28" fmla="*/ 1718498 h 1886750"/>
                  <a:gd name="connsiteX29" fmla="*/ 629002 w 1952192"/>
                  <a:gd name="connsiteY29" fmla="*/ 1592128 h 1886750"/>
                  <a:gd name="connsiteX30" fmla="*/ 642405 w 1952192"/>
                  <a:gd name="connsiteY30" fmla="*/ 1582865 h 1886750"/>
                  <a:gd name="connsiteX31" fmla="*/ 218277 w 1952192"/>
                  <a:gd name="connsiteY31" fmla="*/ 1120503 h 1886750"/>
                  <a:gd name="connsiteX32" fmla="*/ 218277 w 1952192"/>
                  <a:gd name="connsiteY32" fmla="*/ 1120503 h 188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52192" h="1886750">
                    <a:moveTo>
                      <a:pt x="1320379" y="1886178"/>
                    </a:moveTo>
                    <a:cubicBezTo>
                      <a:pt x="1110088" y="1886178"/>
                      <a:pt x="874375" y="1799462"/>
                      <a:pt x="652062" y="1631742"/>
                    </a:cubicBezTo>
                    <a:cubicBezTo>
                      <a:pt x="540117" y="1794732"/>
                      <a:pt x="317017" y="1836041"/>
                      <a:pt x="154028" y="1724017"/>
                    </a:cubicBezTo>
                    <a:cubicBezTo>
                      <a:pt x="-8962" y="1611994"/>
                      <a:pt x="-50152" y="1389051"/>
                      <a:pt x="61793" y="1226062"/>
                    </a:cubicBezTo>
                    <a:cubicBezTo>
                      <a:pt x="138852" y="1113960"/>
                      <a:pt x="272870" y="1055188"/>
                      <a:pt x="407479" y="1074385"/>
                    </a:cubicBezTo>
                    <a:cubicBezTo>
                      <a:pt x="521986" y="921112"/>
                      <a:pt x="565936" y="726490"/>
                      <a:pt x="528489" y="538904"/>
                    </a:cubicBezTo>
                    <a:cubicBezTo>
                      <a:pt x="526519" y="528873"/>
                      <a:pt x="532627" y="519019"/>
                      <a:pt x="542482" y="516240"/>
                    </a:cubicBezTo>
                    <a:cubicBezTo>
                      <a:pt x="623288" y="493279"/>
                      <a:pt x="702515" y="464288"/>
                      <a:pt x="778984" y="429522"/>
                    </a:cubicBezTo>
                    <a:cubicBezTo>
                      <a:pt x="1011348" y="324673"/>
                      <a:pt x="1208828" y="174691"/>
                      <a:pt x="1335160" y="7366"/>
                    </a:cubicBezTo>
                    <a:cubicBezTo>
                      <a:pt x="1338509" y="2991"/>
                      <a:pt x="1343436" y="212"/>
                      <a:pt x="1348955" y="-320"/>
                    </a:cubicBezTo>
                    <a:cubicBezTo>
                      <a:pt x="1354277" y="-951"/>
                      <a:pt x="1359796" y="704"/>
                      <a:pt x="1363934" y="4213"/>
                    </a:cubicBezTo>
                    <a:cubicBezTo>
                      <a:pt x="1463463" y="90831"/>
                      <a:pt x="1553135" y="188270"/>
                      <a:pt x="1631180" y="294716"/>
                    </a:cubicBezTo>
                    <a:cubicBezTo>
                      <a:pt x="1824324" y="557233"/>
                      <a:pt x="1937451" y="854635"/>
                      <a:pt x="1949867" y="1132132"/>
                    </a:cubicBezTo>
                    <a:cubicBezTo>
                      <a:pt x="1962284" y="1412583"/>
                      <a:pt x="1871033" y="1639429"/>
                      <a:pt x="1691686" y="1771081"/>
                    </a:cubicBezTo>
                    <a:cubicBezTo>
                      <a:pt x="1583487" y="1848418"/>
                      <a:pt x="1453411" y="1888801"/>
                      <a:pt x="1320379" y="1886178"/>
                    </a:cubicBezTo>
                    <a:close/>
                    <a:moveTo>
                      <a:pt x="646938" y="1582471"/>
                    </a:moveTo>
                    <a:cubicBezTo>
                      <a:pt x="651273" y="1582550"/>
                      <a:pt x="655608" y="1584008"/>
                      <a:pt x="659157" y="1586610"/>
                    </a:cubicBezTo>
                    <a:cubicBezTo>
                      <a:pt x="1018443" y="1865682"/>
                      <a:pt x="1414781" y="1925202"/>
                      <a:pt x="1668627" y="1738562"/>
                    </a:cubicBezTo>
                    <a:cubicBezTo>
                      <a:pt x="1836544" y="1614990"/>
                      <a:pt x="1922670" y="1399970"/>
                      <a:pt x="1910648" y="1133117"/>
                    </a:cubicBezTo>
                    <a:cubicBezTo>
                      <a:pt x="1898626" y="863307"/>
                      <a:pt x="1788061" y="573592"/>
                      <a:pt x="1599647" y="317184"/>
                    </a:cubicBezTo>
                    <a:cubicBezTo>
                      <a:pt x="1527515" y="218740"/>
                      <a:pt x="1445133" y="128160"/>
                      <a:pt x="1353882" y="46980"/>
                    </a:cubicBezTo>
                    <a:cubicBezTo>
                      <a:pt x="1223412" y="212729"/>
                      <a:pt x="1025932" y="360543"/>
                      <a:pt x="795541" y="464604"/>
                    </a:cubicBezTo>
                    <a:cubicBezTo>
                      <a:pt x="722420" y="497654"/>
                      <a:pt x="647135" y="525641"/>
                      <a:pt x="570271" y="548365"/>
                    </a:cubicBezTo>
                    <a:cubicBezTo>
                      <a:pt x="604761" y="745903"/>
                      <a:pt x="554309" y="948822"/>
                      <a:pt x="431130" y="1107101"/>
                    </a:cubicBezTo>
                    <a:cubicBezTo>
                      <a:pt x="426401" y="1113053"/>
                      <a:pt x="418714" y="1115813"/>
                      <a:pt x="411422" y="1114196"/>
                    </a:cubicBezTo>
                    <a:cubicBezTo>
                      <a:pt x="348156" y="1102924"/>
                      <a:pt x="283119" y="1111102"/>
                      <a:pt x="224583" y="1137649"/>
                    </a:cubicBezTo>
                    <a:lnTo>
                      <a:pt x="224583" y="1137649"/>
                    </a:lnTo>
                    <a:cubicBezTo>
                      <a:pt x="64158" y="1210118"/>
                      <a:pt x="-7187" y="1398886"/>
                      <a:pt x="65339" y="1559274"/>
                    </a:cubicBezTo>
                    <a:cubicBezTo>
                      <a:pt x="137868" y="1719681"/>
                      <a:pt x="326674" y="1790967"/>
                      <a:pt x="486905" y="1718498"/>
                    </a:cubicBezTo>
                    <a:cubicBezTo>
                      <a:pt x="546030" y="1691813"/>
                      <a:pt x="595696" y="1647725"/>
                      <a:pt x="629002" y="1592128"/>
                    </a:cubicBezTo>
                    <a:cubicBezTo>
                      <a:pt x="631959" y="1587260"/>
                      <a:pt x="636886" y="1583870"/>
                      <a:pt x="642405" y="1582865"/>
                    </a:cubicBezTo>
                    <a:close/>
                    <a:moveTo>
                      <a:pt x="218277" y="1120503"/>
                    </a:moveTo>
                    <a:lnTo>
                      <a:pt x="218277" y="1120503"/>
                    </a:ln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7" name="任意多边形: 形状 36">
                <a:extLst>
                  <a:ext uri="{FF2B5EF4-FFF2-40B4-BE49-F238E27FC236}">
                    <a16:creationId xmlns:a16="http://schemas.microsoft.com/office/drawing/2014/main" id="{5B06DEA7-87E1-E199-CD54-210CF04565CF}"/>
                  </a:ext>
                </a:extLst>
              </p:cNvPr>
              <p:cNvSpPr/>
              <p:nvPr/>
            </p:nvSpPr>
            <p:spPr>
              <a:xfrm>
                <a:off x="4844859" y="1722530"/>
                <a:ext cx="497757" cy="448497"/>
              </a:xfrm>
              <a:custGeom>
                <a:avLst/>
                <a:gdLst>
                  <a:gd name="connsiteX0" fmla="*/ 18503 w 497757"/>
                  <a:gd name="connsiteY0" fmla="*/ 448027 h 448497"/>
                  <a:gd name="connsiteX1" fmla="*/ 18503 w 497757"/>
                  <a:gd name="connsiteY1" fmla="*/ 448027 h 448497"/>
                  <a:gd name="connsiteX2" fmla="*/ -1206 w 497757"/>
                  <a:gd name="connsiteY2" fmla="*/ 428319 h 448497"/>
                  <a:gd name="connsiteX3" fmla="*/ 474755 w 497757"/>
                  <a:gd name="connsiteY3" fmla="*/ -341 h 448497"/>
                  <a:gd name="connsiteX4" fmla="*/ 496434 w 497757"/>
                  <a:gd name="connsiteY4" fmla="*/ 17180 h 448497"/>
                  <a:gd name="connsiteX5" fmla="*/ 496434 w 497757"/>
                  <a:gd name="connsiteY5" fmla="*/ 17199 h 448497"/>
                  <a:gd name="connsiteX6" fmla="*/ 478893 w 497757"/>
                  <a:gd name="connsiteY6" fmla="*/ 38878 h 448497"/>
                  <a:gd name="connsiteX7" fmla="*/ 478893 w 497757"/>
                  <a:gd name="connsiteY7" fmla="*/ 38878 h 448497"/>
                  <a:gd name="connsiteX8" fmla="*/ 262100 w 497757"/>
                  <a:gd name="connsiteY8" fmla="*/ 105888 h 448497"/>
                  <a:gd name="connsiteX9" fmla="*/ 39000 w 497757"/>
                  <a:gd name="connsiteY9" fmla="*/ 429895 h 448497"/>
                  <a:gd name="connsiteX10" fmla="*/ 18503 w 497757"/>
                  <a:gd name="connsiteY10" fmla="*/ 448027 h 448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7757" h="448497">
                    <a:moveTo>
                      <a:pt x="18503" y="448027"/>
                    </a:moveTo>
                    <a:lnTo>
                      <a:pt x="18503" y="448027"/>
                    </a:lnTo>
                    <a:cubicBezTo>
                      <a:pt x="7664" y="448027"/>
                      <a:pt x="-1206" y="439198"/>
                      <a:pt x="-1206" y="428319"/>
                    </a:cubicBezTo>
                    <a:cubicBezTo>
                      <a:pt x="13970" y="52083"/>
                      <a:pt x="470223" y="250"/>
                      <a:pt x="474755" y="-341"/>
                    </a:cubicBezTo>
                    <a:cubicBezTo>
                      <a:pt x="485596" y="-1485"/>
                      <a:pt x="495253" y="6359"/>
                      <a:pt x="496434" y="17180"/>
                    </a:cubicBezTo>
                    <a:cubicBezTo>
                      <a:pt x="496434" y="17180"/>
                      <a:pt x="496434" y="17199"/>
                      <a:pt x="496434" y="17199"/>
                    </a:cubicBezTo>
                    <a:cubicBezTo>
                      <a:pt x="497618" y="28019"/>
                      <a:pt x="489734" y="37736"/>
                      <a:pt x="478893" y="38878"/>
                    </a:cubicBezTo>
                    <a:cubicBezTo>
                      <a:pt x="478893" y="38878"/>
                      <a:pt x="478893" y="38878"/>
                      <a:pt x="478893" y="38878"/>
                    </a:cubicBezTo>
                    <a:cubicBezTo>
                      <a:pt x="403410" y="49403"/>
                      <a:pt x="330293" y="72028"/>
                      <a:pt x="262100" y="105888"/>
                    </a:cubicBezTo>
                    <a:cubicBezTo>
                      <a:pt x="119805" y="178218"/>
                      <a:pt x="45306" y="287206"/>
                      <a:pt x="39000" y="429895"/>
                    </a:cubicBezTo>
                    <a:cubicBezTo>
                      <a:pt x="38211" y="440479"/>
                      <a:pt x="29146" y="448481"/>
                      <a:pt x="18503" y="448027"/>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8" name="任意多边形: 形状 37">
                <a:extLst>
                  <a:ext uri="{FF2B5EF4-FFF2-40B4-BE49-F238E27FC236}">
                    <a16:creationId xmlns:a16="http://schemas.microsoft.com/office/drawing/2014/main" id="{AA68F8BE-8152-7A0B-452D-8CDAD9C3F425}"/>
                  </a:ext>
                </a:extLst>
              </p:cNvPr>
              <p:cNvSpPr/>
              <p:nvPr/>
            </p:nvSpPr>
            <p:spPr>
              <a:xfrm>
                <a:off x="5775715" y="2922775"/>
                <a:ext cx="126258" cy="185682"/>
              </a:xfrm>
              <a:custGeom>
                <a:avLst/>
                <a:gdLst>
                  <a:gd name="connsiteX0" fmla="*/ 120176 w 126258"/>
                  <a:gd name="connsiteY0" fmla="*/ 76920 h 185682"/>
                  <a:gd name="connsiteX1" fmla="*/ 86278 w 126258"/>
                  <a:gd name="connsiteY1" fmla="*/ 183938 h 185682"/>
                  <a:gd name="connsiteX2" fmla="*/ 3700 w 126258"/>
                  <a:gd name="connsiteY2" fmla="*/ 107863 h 185682"/>
                  <a:gd name="connsiteX3" fmla="*/ 37401 w 126258"/>
                  <a:gd name="connsiteY3" fmla="*/ 846 h 185682"/>
                  <a:gd name="connsiteX4" fmla="*/ 120176 w 126258"/>
                  <a:gd name="connsiteY4" fmla="*/ 76920 h 185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258" h="185682">
                    <a:moveTo>
                      <a:pt x="120176" y="76920"/>
                    </a:moveTo>
                    <a:cubicBezTo>
                      <a:pt x="133579" y="127374"/>
                      <a:pt x="118403" y="175463"/>
                      <a:pt x="86278" y="183938"/>
                    </a:cubicBezTo>
                    <a:cubicBezTo>
                      <a:pt x="54153" y="192412"/>
                      <a:pt x="17101" y="158317"/>
                      <a:pt x="3700" y="107863"/>
                    </a:cubicBezTo>
                    <a:cubicBezTo>
                      <a:pt x="-9702" y="57409"/>
                      <a:pt x="5276" y="9320"/>
                      <a:pt x="37401" y="846"/>
                    </a:cubicBezTo>
                    <a:cubicBezTo>
                      <a:pt x="69526" y="-7629"/>
                      <a:pt x="106578" y="26269"/>
                      <a:pt x="120176" y="76920"/>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39" name="任意多边形: 形状 38">
                <a:extLst>
                  <a:ext uri="{FF2B5EF4-FFF2-40B4-BE49-F238E27FC236}">
                    <a16:creationId xmlns:a16="http://schemas.microsoft.com/office/drawing/2014/main" id="{1D72E560-5297-1291-039F-AC721F7C1FEB}"/>
                  </a:ext>
                </a:extLst>
              </p:cNvPr>
              <p:cNvSpPr/>
              <p:nvPr/>
            </p:nvSpPr>
            <p:spPr>
              <a:xfrm>
                <a:off x="5667058" y="2764040"/>
                <a:ext cx="244033" cy="103272"/>
              </a:xfrm>
              <a:custGeom>
                <a:avLst/>
                <a:gdLst>
                  <a:gd name="connsiteX0" fmla="*/ 18544 w 244033"/>
                  <a:gd name="connsiteY0" fmla="*/ 102820 h 103272"/>
                  <a:gd name="connsiteX1" fmla="*/ 2185 w 244033"/>
                  <a:gd name="connsiteY1" fmla="*/ 94149 h 103272"/>
                  <a:gd name="connsiteX2" fmla="*/ 7506 w 244033"/>
                  <a:gd name="connsiteY2" fmla="*/ 66773 h 103272"/>
                  <a:gd name="connsiteX3" fmla="*/ 7506 w 244033"/>
                  <a:gd name="connsiteY3" fmla="*/ 66753 h 103272"/>
                  <a:gd name="connsiteX4" fmla="*/ 223119 w 244033"/>
                  <a:gd name="connsiteY4" fmla="*/ -452 h 103272"/>
                  <a:gd name="connsiteX5" fmla="*/ 242827 w 244033"/>
                  <a:gd name="connsiteY5" fmla="*/ 19256 h 103272"/>
                  <a:gd name="connsiteX6" fmla="*/ 223119 w 244033"/>
                  <a:gd name="connsiteY6" fmla="*/ 38965 h 103272"/>
                  <a:gd name="connsiteX7" fmla="*/ 28988 w 244033"/>
                  <a:gd name="connsiteY7" fmla="*/ 99469 h 103272"/>
                  <a:gd name="connsiteX8" fmla="*/ 18544 w 244033"/>
                  <a:gd name="connsiteY8" fmla="*/ 102820 h 103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4033" h="103272">
                    <a:moveTo>
                      <a:pt x="18544" y="102820"/>
                    </a:moveTo>
                    <a:cubicBezTo>
                      <a:pt x="12039" y="102840"/>
                      <a:pt x="5931" y="99588"/>
                      <a:pt x="2185" y="94149"/>
                    </a:cubicBezTo>
                    <a:cubicBezTo>
                      <a:pt x="-3924" y="85141"/>
                      <a:pt x="-1559" y="72882"/>
                      <a:pt x="7506" y="66773"/>
                    </a:cubicBezTo>
                    <a:cubicBezTo>
                      <a:pt x="7506" y="66773"/>
                      <a:pt x="7506" y="66753"/>
                      <a:pt x="7506" y="66753"/>
                    </a:cubicBezTo>
                    <a:cubicBezTo>
                      <a:pt x="72151" y="25839"/>
                      <a:pt x="146650" y="2661"/>
                      <a:pt x="223119" y="-452"/>
                    </a:cubicBezTo>
                    <a:cubicBezTo>
                      <a:pt x="233957" y="-452"/>
                      <a:pt x="242827" y="8377"/>
                      <a:pt x="242827" y="19256"/>
                    </a:cubicBezTo>
                    <a:cubicBezTo>
                      <a:pt x="242827" y="30136"/>
                      <a:pt x="233957" y="38965"/>
                      <a:pt x="223119" y="38965"/>
                    </a:cubicBezTo>
                    <a:cubicBezTo>
                      <a:pt x="154334" y="42275"/>
                      <a:pt x="87524" y="63107"/>
                      <a:pt x="28988" y="99469"/>
                    </a:cubicBezTo>
                    <a:cubicBezTo>
                      <a:pt x="25836" y="101617"/>
                      <a:pt x="22288" y="102781"/>
                      <a:pt x="18544" y="102820"/>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0" name="任意多边形: 形状 39">
                <a:extLst>
                  <a:ext uri="{FF2B5EF4-FFF2-40B4-BE49-F238E27FC236}">
                    <a16:creationId xmlns:a16="http://schemas.microsoft.com/office/drawing/2014/main" id="{D9085F85-A45E-4A86-E7BC-0F1F8EFD22A1}"/>
                  </a:ext>
                </a:extLst>
              </p:cNvPr>
              <p:cNvSpPr/>
              <p:nvPr/>
            </p:nvSpPr>
            <p:spPr>
              <a:xfrm>
                <a:off x="5323942" y="3142524"/>
                <a:ext cx="126311" cy="185492"/>
              </a:xfrm>
              <a:custGeom>
                <a:avLst/>
                <a:gdLst>
                  <a:gd name="connsiteX0" fmla="*/ 120231 w 126311"/>
                  <a:gd name="connsiteY0" fmla="*/ 76725 h 185492"/>
                  <a:gd name="connsiteX1" fmla="*/ 86331 w 126311"/>
                  <a:gd name="connsiteY1" fmla="*/ 183742 h 185492"/>
                  <a:gd name="connsiteX2" fmla="*/ 3753 w 126311"/>
                  <a:gd name="connsiteY2" fmla="*/ 107863 h 185492"/>
                  <a:gd name="connsiteX3" fmla="*/ 37651 w 126311"/>
                  <a:gd name="connsiteY3" fmla="*/ 846 h 185492"/>
                  <a:gd name="connsiteX4" fmla="*/ 120231 w 126311"/>
                  <a:gd name="connsiteY4" fmla="*/ 76725 h 185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11" h="185492">
                    <a:moveTo>
                      <a:pt x="120231" y="76725"/>
                    </a:moveTo>
                    <a:cubicBezTo>
                      <a:pt x="133631" y="127376"/>
                      <a:pt x="118456" y="175267"/>
                      <a:pt x="86331" y="183742"/>
                    </a:cubicBezTo>
                    <a:cubicBezTo>
                      <a:pt x="54206" y="192216"/>
                      <a:pt x="17351" y="158317"/>
                      <a:pt x="3753" y="107863"/>
                    </a:cubicBezTo>
                    <a:cubicBezTo>
                      <a:pt x="-9847" y="57409"/>
                      <a:pt x="5526" y="9321"/>
                      <a:pt x="37651" y="846"/>
                    </a:cubicBezTo>
                    <a:cubicBezTo>
                      <a:pt x="69776" y="-7628"/>
                      <a:pt x="106828" y="26271"/>
                      <a:pt x="120231" y="76725"/>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1" name="任意多边形: 形状 40">
                <a:extLst>
                  <a:ext uri="{FF2B5EF4-FFF2-40B4-BE49-F238E27FC236}">
                    <a16:creationId xmlns:a16="http://schemas.microsoft.com/office/drawing/2014/main" id="{C8890DA8-27C8-3FF4-542D-82A986A77947}"/>
                  </a:ext>
                </a:extLst>
              </p:cNvPr>
              <p:cNvSpPr/>
              <p:nvPr/>
            </p:nvSpPr>
            <p:spPr>
              <a:xfrm>
                <a:off x="5123027" y="2968571"/>
                <a:ext cx="283734" cy="249950"/>
              </a:xfrm>
              <a:custGeom>
                <a:avLst/>
                <a:gdLst>
                  <a:gd name="connsiteX0" fmla="*/ 18421 w 283734"/>
                  <a:gd name="connsiteY0" fmla="*/ 249496 h 249950"/>
                  <a:gd name="connsiteX1" fmla="*/ 10934 w 283734"/>
                  <a:gd name="connsiteY1" fmla="*/ 247918 h 249950"/>
                  <a:gd name="connsiteX2" fmla="*/ 291 w 283734"/>
                  <a:gd name="connsiteY2" fmla="*/ 222298 h 249950"/>
                  <a:gd name="connsiteX3" fmla="*/ 259458 w 283734"/>
                  <a:gd name="connsiteY3" fmla="*/ -212 h 249950"/>
                  <a:gd name="connsiteX4" fmla="*/ 282318 w 283734"/>
                  <a:gd name="connsiteY4" fmla="*/ 16442 h 249950"/>
                  <a:gd name="connsiteX5" fmla="*/ 265567 w 283734"/>
                  <a:gd name="connsiteY5" fmla="*/ 39205 h 249950"/>
                  <a:gd name="connsiteX6" fmla="*/ 36751 w 283734"/>
                  <a:gd name="connsiteY6" fmla="*/ 237867 h 249950"/>
                  <a:gd name="connsiteX7" fmla="*/ 18421 w 283734"/>
                  <a:gd name="connsiteY7" fmla="*/ 249496 h 24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734" h="249950">
                    <a:moveTo>
                      <a:pt x="18421" y="249496"/>
                    </a:moveTo>
                    <a:cubicBezTo>
                      <a:pt x="15861" y="249515"/>
                      <a:pt x="13299" y="248983"/>
                      <a:pt x="10934" y="247918"/>
                    </a:cubicBezTo>
                    <a:cubicBezTo>
                      <a:pt x="883" y="243740"/>
                      <a:pt x="-3847" y="232309"/>
                      <a:pt x="291" y="222298"/>
                    </a:cubicBezTo>
                    <a:cubicBezTo>
                      <a:pt x="3640" y="214216"/>
                      <a:pt x="83066" y="27380"/>
                      <a:pt x="259458" y="-212"/>
                    </a:cubicBezTo>
                    <a:cubicBezTo>
                      <a:pt x="270296" y="-1907"/>
                      <a:pt x="280545" y="5563"/>
                      <a:pt x="282318" y="16442"/>
                    </a:cubicBezTo>
                    <a:cubicBezTo>
                      <a:pt x="283897" y="27321"/>
                      <a:pt x="276407" y="37510"/>
                      <a:pt x="265567" y="39205"/>
                    </a:cubicBezTo>
                    <a:cubicBezTo>
                      <a:pt x="111250" y="63447"/>
                      <a:pt x="37540" y="236290"/>
                      <a:pt x="36751" y="237867"/>
                    </a:cubicBezTo>
                    <a:cubicBezTo>
                      <a:pt x="33597" y="245060"/>
                      <a:pt x="26305" y="249633"/>
                      <a:pt x="18421" y="249496"/>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2" name="任意多边形: 形状 41">
                <a:extLst>
                  <a:ext uri="{FF2B5EF4-FFF2-40B4-BE49-F238E27FC236}">
                    <a16:creationId xmlns:a16="http://schemas.microsoft.com/office/drawing/2014/main" id="{4EDEA56B-B79F-9511-C183-FC949407F041}"/>
                  </a:ext>
                </a:extLst>
              </p:cNvPr>
              <p:cNvSpPr/>
              <p:nvPr/>
            </p:nvSpPr>
            <p:spPr>
              <a:xfrm>
                <a:off x="5606851" y="2972199"/>
                <a:ext cx="259726" cy="437098"/>
              </a:xfrm>
              <a:custGeom>
                <a:avLst/>
                <a:gdLst>
                  <a:gd name="connsiteX0" fmla="*/ 141620 w 259726"/>
                  <a:gd name="connsiteY0" fmla="*/ 436646 h 437098"/>
                  <a:gd name="connsiteX1" fmla="*/ 121714 w 259726"/>
                  <a:gd name="connsiteY1" fmla="*/ 417036 h 437098"/>
                  <a:gd name="connsiteX2" fmla="*/ 133342 w 259726"/>
                  <a:gd name="connsiteY2" fmla="*/ 399002 h 437098"/>
                  <a:gd name="connsiteX3" fmla="*/ 218878 w 259726"/>
                  <a:gd name="connsiteY3" fmla="*/ 323124 h 437098"/>
                  <a:gd name="connsiteX4" fmla="*/ 206067 w 259726"/>
                  <a:gd name="connsiteY4" fmla="*/ 291197 h 437098"/>
                  <a:gd name="connsiteX5" fmla="*/ 2479 w 259726"/>
                  <a:gd name="connsiteY5" fmla="*/ 30649 h 437098"/>
                  <a:gd name="connsiteX6" fmla="*/ 7012 w 259726"/>
                  <a:gd name="connsiteY6" fmla="*/ 3256 h 437098"/>
                  <a:gd name="connsiteX7" fmla="*/ 34407 w 259726"/>
                  <a:gd name="connsiteY7" fmla="*/ 7591 h 437098"/>
                  <a:gd name="connsiteX8" fmla="*/ 234249 w 259726"/>
                  <a:gd name="connsiteY8" fmla="*/ 263802 h 437098"/>
                  <a:gd name="connsiteX9" fmla="*/ 257506 w 259726"/>
                  <a:gd name="connsiteY9" fmla="*/ 330417 h 437098"/>
                  <a:gd name="connsiteX10" fmla="*/ 149701 w 259726"/>
                  <a:gd name="connsiteY10" fmla="*/ 434871 h 437098"/>
                  <a:gd name="connsiteX11" fmla="*/ 141620 w 259726"/>
                  <a:gd name="connsiteY11" fmla="*/ 436646 h 437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726" h="437098">
                    <a:moveTo>
                      <a:pt x="141620" y="436646"/>
                    </a:moveTo>
                    <a:cubicBezTo>
                      <a:pt x="130779" y="436705"/>
                      <a:pt x="121911" y="427934"/>
                      <a:pt x="121714" y="417036"/>
                    </a:cubicBezTo>
                    <a:cubicBezTo>
                      <a:pt x="121714" y="409290"/>
                      <a:pt x="126247" y="402215"/>
                      <a:pt x="133342" y="399002"/>
                    </a:cubicBezTo>
                    <a:cubicBezTo>
                      <a:pt x="153050" y="389739"/>
                      <a:pt x="212176" y="356235"/>
                      <a:pt x="218878" y="323124"/>
                    </a:cubicBezTo>
                    <a:cubicBezTo>
                      <a:pt x="220651" y="310964"/>
                      <a:pt x="215724" y="298804"/>
                      <a:pt x="206067" y="291197"/>
                    </a:cubicBezTo>
                    <a:cubicBezTo>
                      <a:pt x="149109" y="232071"/>
                      <a:pt x="8982" y="38928"/>
                      <a:pt x="2479" y="30649"/>
                    </a:cubicBezTo>
                    <a:cubicBezTo>
                      <a:pt x="-3829" y="21820"/>
                      <a:pt x="-1859" y="9582"/>
                      <a:pt x="7012" y="3256"/>
                    </a:cubicBezTo>
                    <a:cubicBezTo>
                      <a:pt x="15880" y="-3051"/>
                      <a:pt x="28099" y="-1121"/>
                      <a:pt x="34407" y="7591"/>
                    </a:cubicBezTo>
                    <a:cubicBezTo>
                      <a:pt x="35983" y="9561"/>
                      <a:pt x="179264" y="207238"/>
                      <a:pt x="234249" y="263802"/>
                    </a:cubicBezTo>
                    <a:cubicBezTo>
                      <a:pt x="252974" y="280534"/>
                      <a:pt x="261644" y="305682"/>
                      <a:pt x="257506" y="330417"/>
                    </a:cubicBezTo>
                    <a:cubicBezTo>
                      <a:pt x="246471" y="389542"/>
                      <a:pt x="158964" y="430339"/>
                      <a:pt x="149701" y="434871"/>
                    </a:cubicBezTo>
                    <a:cubicBezTo>
                      <a:pt x="147139" y="436035"/>
                      <a:pt x="144379" y="436625"/>
                      <a:pt x="141620" y="436646"/>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3" name="任意多边形: 形状 42">
                <a:extLst>
                  <a:ext uri="{FF2B5EF4-FFF2-40B4-BE49-F238E27FC236}">
                    <a16:creationId xmlns:a16="http://schemas.microsoft.com/office/drawing/2014/main" id="{96865D09-B848-766B-C907-94146F0BB049}"/>
                  </a:ext>
                </a:extLst>
              </p:cNvPr>
              <p:cNvSpPr/>
              <p:nvPr/>
            </p:nvSpPr>
            <p:spPr>
              <a:xfrm>
                <a:off x="5433292" y="3514544"/>
                <a:ext cx="464835" cy="174021"/>
              </a:xfrm>
              <a:custGeom>
                <a:avLst/>
                <a:gdLst>
                  <a:gd name="connsiteX0" fmla="*/ 280887 w 464835"/>
                  <a:gd name="connsiteY0" fmla="*/ 173570 h 174021"/>
                  <a:gd name="connsiteX1" fmla="*/ 3195 w 464835"/>
                  <a:gd name="connsiteY1" fmla="*/ 31668 h 174021"/>
                  <a:gd name="connsiteX2" fmla="*/ 6152 w 464835"/>
                  <a:gd name="connsiteY2" fmla="*/ 3939 h 174021"/>
                  <a:gd name="connsiteX3" fmla="*/ 31968 w 464835"/>
                  <a:gd name="connsiteY3" fmla="*/ 4865 h 174021"/>
                  <a:gd name="connsiteX4" fmla="*/ 431066 w 464835"/>
                  <a:gd name="connsiteY4" fmla="*/ 83699 h 174021"/>
                  <a:gd name="connsiteX5" fmla="*/ 459053 w 464835"/>
                  <a:gd name="connsiteY5" fmla="*/ 85965 h 174021"/>
                  <a:gd name="connsiteX6" fmla="*/ 456688 w 464835"/>
                  <a:gd name="connsiteY6" fmla="*/ 113852 h 174021"/>
                  <a:gd name="connsiteX7" fmla="*/ 280887 w 464835"/>
                  <a:gd name="connsiteY7" fmla="*/ 173570 h 17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4835" h="174021">
                    <a:moveTo>
                      <a:pt x="280887" y="173570"/>
                    </a:moveTo>
                    <a:cubicBezTo>
                      <a:pt x="202053" y="173570"/>
                      <a:pt x="106073" y="141839"/>
                      <a:pt x="3195" y="31668"/>
                    </a:cubicBezTo>
                    <a:cubicBezTo>
                      <a:pt x="-3703" y="23213"/>
                      <a:pt x="-2324" y="10798"/>
                      <a:pt x="6152" y="3939"/>
                    </a:cubicBezTo>
                    <a:cubicBezTo>
                      <a:pt x="13638" y="-2250"/>
                      <a:pt x="24874" y="-1856"/>
                      <a:pt x="31968" y="4865"/>
                    </a:cubicBezTo>
                    <a:cubicBezTo>
                      <a:pt x="247186" y="235257"/>
                      <a:pt x="423577" y="90991"/>
                      <a:pt x="431066" y="83699"/>
                    </a:cubicBezTo>
                    <a:cubicBezTo>
                      <a:pt x="439344" y="76623"/>
                      <a:pt x="451958" y="77648"/>
                      <a:pt x="459053" y="85965"/>
                    </a:cubicBezTo>
                    <a:cubicBezTo>
                      <a:pt x="465950" y="94282"/>
                      <a:pt x="464964" y="106778"/>
                      <a:pt x="456688" y="113852"/>
                    </a:cubicBezTo>
                    <a:cubicBezTo>
                      <a:pt x="406036" y="152206"/>
                      <a:pt x="344348" y="173156"/>
                      <a:pt x="280887" y="173570"/>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4" name="任意多边形: 形状 43">
                <a:extLst>
                  <a:ext uri="{FF2B5EF4-FFF2-40B4-BE49-F238E27FC236}">
                    <a16:creationId xmlns:a16="http://schemas.microsoft.com/office/drawing/2014/main" id="{608645E1-ABA7-418C-BB7B-610678BAA6B9}"/>
                  </a:ext>
                </a:extLst>
              </p:cNvPr>
              <p:cNvSpPr/>
              <p:nvPr/>
            </p:nvSpPr>
            <p:spPr>
              <a:xfrm>
                <a:off x="4387622" y="3688585"/>
                <a:ext cx="287282" cy="73691"/>
              </a:xfrm>
              <a:custGeom>
                <a:avLst/>
                <a:gdLst>
                  <a:gd name="connsiteX0" fmla="*/ 18700 w 287282"/>
                  <a:gd name="connsiteY0" fmla="*/ 73239 h 73691"/>
                  <a:gd name="connsiteX1" fmla="*/ -1206 w 287282"/>
                  <a:gd name="connsiteY1" fmla="*/ 53669 h 73691"/>
                  <a:gd name="connsiteX2" fmla="*/ 7859 w 287282"/>
                  <a:gd name="connsiteY2" fmla="*/ 36976 h 73691"/>
                  <a:gd name="connsiteX3" fmla="*/ 275502 w 287282"/>
                  <a:gd name="connsiteY3" fmla="*/ 35793 h 73691"/>
                  <a:gd name="connsiteX4" fmla="*/ 283778 w 287282"/>
                  <a:gd name="connsiteY4" fmla="*/ 62399 h 73691"/>
                  <a:gd name="connsiteX5" fmla="*/ 257172 w 287282"/>
                  <a:gd name="connsiteY5" fmla="*/ 70716 h 73691"/>
                  <a:gd name="connsiteX6" fmla="*/ 255794 w 287282"/>
                  <a:gd name="connsiteY6" fmla="*/ 69889 h 73691"/>
                  <a:gd name="connsiteX7" fmla="*/ 29146 w 287282"/>
                  <a:gd name="connsiteY7" fmla="*/ 69889 h 73691"/>
                  <a:gd name="connsiteX8" fmla="*/ 18700 w 287282"/>
                  <a:gd name="connsiteY8" fmla="*/ 73239 h 7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82" h="73691">
                    <a:moveTo>
                      <a:pt x="18700" y="73239"/>
                    </a:moveTo>
                    <a:cubicBezTo>
                      <a:pt x="7859" y="73318"/>
                      <a:pt x="-1009" y="64567"/>
                      <a:pt x="-1206" y="53669"/>
                    </a:cubicBezTo>
                    <a:cubicBezTo>
                      <a:pt x="-1206" y="46929"/>
                      <a:pt x="2145" y="40641"/>
                      <a:pt x="7859" y="36976"/>
                    </a:cubicBezTo>
                    <a:cubicBezTo>
                      <a:pt x="132616" y="-44815"/>
                      <a:pt x="269786" y="32442"/>
                      <a:pt x="275502" y="35793"/>
                    </a:cubicBezTo>
                    <a:cubicBezTo>
                      <a:pt x="285159" y="40838"/>
                      <a:pt x="288903" y="52742"/>
                      <a:pt x="283778" y="62399"/>
                    </a:cubicBezTo>
                    <a:cubicBezTo>
                      <a:pt x="278851" y="72037"/>
                      <a:pt x="266829" y="75761"/>
                      <a:pt x="257172" y="70716"/>
                    </a:cubicBezTo>
                    <a:cubicBezTo>
                      <a:pt x="256778" y="70460"/>
                      <a:pt x="256186" y="70185"/>
                      <a:pt x="255794" y="69889"/>
                    </a:cubicBezTo>
                    <a:cubicBezTo>
                      <a:pt x="254610" y="69889"/>
                      <a:pt x="133600" y="1697"/>
                      <a:pt x="29146" y="69889"/>
                    </a:cubicBezTo>
                    <a:cubicBezTo>
                      <a:pt x="25992" y="71978"/>
                      <a:pt x="22443" y="73140"/>
                      <a:pt x="18700" y="73239"/>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5" name="任意多边形: 形状 44">
                <a:extLst>
                  <a:ext uri="{FF2B5EF4-FFF2-40B4-BE49-F238E27FC236}">
                    <a16:creationId xmlns:a16="http://schemas.microsoft.com/office/drawing/2014/main" id="{44400918-A800-F93F-E0D8-2517C8076ADA}"/>
                  </a:ext>
                </a:extLst>
              </p:cNvPr>
              <p:cNvSpPr/>
              <p:nvPr/>
            </p:nvSpPr>
            <p:spPr>
              <a:xfrm>
                <a:off x="7502510" y="3327705"/>
                <a:ext cx="662042" cy="506175"/>
              </a:xfrm>
              <a:custGeom>
                <a:avLst/>
                <a:gdLst>
                  <a:gd name="connsiteX0" fmla="*/ 143103 w 662042"/>
                  <a:gd name="connsiteY0" fmla="*/ 504872 h 506175"/>
                  <a:gd name="connsiteX1" fmla="*/ 139752 w 662042"/>
                  <a:gd name="connsiteY1" fmla="*/ 504872 h 506175"/>
                  <a:gd name="connsiteX2" fmla="*/ 128322 w 662042"/>
                  <a:gd name="connsiteY2" fmla="*/ 502901 h 506175"/>
                  <a:gd name="connsiteX3" fmla="*/ 26822 w 662042"/>
                  <a:gd name="connsiteY3" fmla="*/ 447914 h 506175"/>
                  <a:gd name="connsiteX4" fmla="*/ 3960 w 662042"/>
                  <a:gd name="connsiteY4" fmla="*/ 422884 h 506175"/>
                  <a:gd name="connsiteX5" fmla="*/ 611 w 662042"/>
                  <a:gd name="connsiteY5" fmla="*/ 401205 h 506175"/>
                  <a:gd name="connsiteX6" fmla="*/ 70969 w 662042"/>
                  <a:gd name="connsiteY6" fmla="*/ 250041 h 506175"/>
                  <a:gd name="connsiteX7" fmla="*/ 194937 w 662042"/>
                  <a:gd name="connsiteY7" fmla="*/ 114644 h 506175"/>
                  <a:gd name="connsiteX8" fmla="*/ 354772 w 662042"/>
                  <a:gd name="connsiteY8" fmla="*/ 22802 h 506175"/>
                  <a:gd name="connsiteX9" fmla="*/ 583391 w 662042"/>
                  <a:gd name="connsiteY9" fmla="*/ 69116 h 506175"/>
                  <a:gd name="connsiteX10" fmla="*/ 585558 w 662042"/>
                  <a:gd name="connsiteY10" fmla="*/ 72467 h 506175"/>
                  <a:gd name="connsiteX11" fmla="*/ 659073 w 662042"/>
                  <a:gd name="connsiteY11" fmla="*/ 225011 h 506175"/>
                  <a:gd name="connsiteX12" fmla="*/ 649219 w 662042"/>
                  <a:gd name="connsiteY12" fmla="*/ 251066 h 506175"/>
                  <a:gd name="connsiteX13" fmla="*/ 623597 w 662042"/>
                  <a:gd name="connsiteY13" fmla="*/ 242157 h 506175"/>
                  <a:gd name="connsiteX14" fmla="*/ 550871 w 662042"/>
                  <a:gd name="connsiteY14" fmla="*/ 91387 h 506175"/>
                  <a:gd name="connsiteX15" fmla="*/ 373495 w 662042"/>
                  <a:gd name="connsiteY15" fmla="*/ 56897 h 506175"/>
                  <a:gd name="connsiteX16" fmla="*/ 213856 w 662042"/>
                  <a:gd name="connsiteY16" fmla="*/ 148739 h 506175"/>
                  <a:gd name="connsiteX17" fmla="*/ 105854 w 662042"/>
                  <a:gd name="connsiteY17" fmla="*/ 266990 h 506175"/>
                  <a:gd name="connsiteX18" fmla="*/ 41209 w 662042"/>
                  <a:gd name="connsiteY18" fmla="*/ 406330 h 506175"/>
                  <a:gd name="connsiteX19" fmla="*/ 55204 w 662042"/>
                  <a:gd name="connsiteY19" fmla="*/ 421505 h 506175"/>
                  <a:gd name="connsiteX20" fmla="*/ 134038 w 662042"/>
                  <a:gd name="connsiteY20" fmla="*/ 464470 h 506175"/>
                  <a:gd name="connsiteX21" fmla="*/ 145468 w 662042"/>
                  <a:gd name="connsiteY21" fmla="*/ 466243 h 506175"/>
                  <a:gd name="connsiteX22" fmla="*/ 163601 w 662042"/>
                  <a:gd name="connsiteY22" fmla="*/ 487529 h 506175"/>
                  <a:gd name="connsiteX23" fmla="*/ 142314 w 662042"/>
                  <a:gd name="connsiteY23" fmla="*/ 505660 h 5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2042" h="506175">
                    <a:moveTo>
                      <a:pt x="143103" y="504872"/>
                    </a:moveTo>
                    <a:lnTo>
                      <a:pt x="139752" y="504872"/>
                    </a:lnTo>
                    <a:lnTo>
                      <a:pt x="128322" y="502901"/>
                    </a:lnTo>
                    <a:cubicBezTo>
                      <a:pt x="89299" y="496318"/>
                      <a:pt x="53626" y="476984"/>
                      <a:pt x="26822" y="447914"/>
                    </a:cubicBezTo>
                    <a:lnTo>
                      <a:pt x="3960" y="422884"/>
                    </a:lnTo>
                    <a:cubicBezTo>
                      <a:pt x="-1359" y="417012"/>
                      <a:pt x="-2740" y="408438"/>
                      <a:pt x="611" y="401205"/>
                    </a:cubicBezTo>
                    <a:lnTo>
                      <a:pt x="70969" y="250041"/>
                    </a:lnTo>
                    <a:cubicBezTo>
                      <a:pt x="97380" y="193182"/>
                      <a:pt x="140541" y="145881"/>
                      <a:pt x="194937" y="114644"/>
                    </a:cubicBezTo>
                    <a:lnTo>
                      <a:pt x="354772" y="22802"/>
                    </a:lnTo>
                    <a:cubicBezTo>
                      <a:pt x="431833" y="-21089"/>
                      <a:pt x="529390" y="-1302"/>
                      <a:pt x="583391" y="69116"/>
                    </a:cubicBezTo>
                    <a:cubicBezTo>
                      <a:pt x="584180" y="70161"/>
                      <a:pt x="584969" y="71285"/>
                      <a:pt x="585558" y="72467"/>
                    </a:cubicBezTo>
                    <a:lnTo>
                      <a:pt x="659073" y="225011"/>
                    </a:lnTo>
                    <a:cubicBezTo>
                      <a:pt x="663606" y="234944"/>
                      <a:pt x="659073" y="246612"/>
                      <a:pt x="649219" y="251066"/>
                    </a:cubicBezTo>
                    <a:cubicBezTo>
                      <a:pt x="639560" y="255362"/>
                      <a:pt x="628327" y="251440"/>
                      <a:pt x="623597" y="242157"/>
                    </a:cubicBezTo>
                    <a:lnTo>
                      <a:pt x="550871" y="91387"/>
                    </a:lnTo>
                    <a:cubicBezTo>
                      <a:pt x="508500" y="37386"/>
                      <a:pt x="433015" y="22684"/>
                      <a:pt x="373495" y="56897"/>
                    </a:cubicBezTo>
                    <a:lnTo>
                      <a:pt x="213856" y="148739"/>
                    </a:lnTo>
                    <a:cubicBezTo>
                      <a:pt x="166555" y="176074"/>
                      <a:pt x="128716" y="217364"/>
                      <a:pt x="105854" y="266990"/>
                    </a:cubicBezTo>
                    <a:lnTo>
                      <a:pt x="41209" y="406330"/>
                    </a:lnTo>
                    <a:lnTo>
                      <a:pt x="55204" y="421505"/>
                    </a:lnTo>
                    <a:cubicBezTo>
                      <a:pt x="75896" y="444210"/>
                      <a:pt x="103686" y="459346"/>
                      <a:pt x="134038" y="464470"/>
                    </a:cubicBezTo>
                    <a:lnTo>
                      <a:pt x="145468" y="466243"/>
                    </a:lnTo>
                    <a:cubicBezTo>
                      <a:pt x="156309" y="467111"/>
                      <a:pt x="164387" y="476650"/>
                      <a:pt x="163601" y="487529"/>
                    </a:cubicBezTo>
                    <a:cubicBezTo>
                      <a:pt x="162812" y="498408"/>
                      <a:pt x="153155" y="506528"/>
                      <a:pt x="142314" y="505660"/>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6" name="任意多边形: 形状 45">
                <a:extLst>
                  <a:ext uri="{FF2B5EF4-FFF2-40B4-BE49-F238E27FC236}">
                    <a16:creationId xmlns:a16="http://schemas.microsoft.com/office/drawing/2014/main" id="{72894E72-3516-3A82-8FE4-2D5D2A94AF1E}"/>
                  </a:ext>
                </a:extLst>
              </p:cNvPr>
              <p:cNvSpPr/>
              <p:nvPr/>
            </p:nvSpPr>
            <p:spPr>
              <a:xfrm>
                <a:off x="7601053" y="3511701"/>
                <a:ext cx="656486" cy="505405"/>
              </a:xfrm>
              <a:custGeom>
                <a:avLst/>
                <a:gdLst>
                  <a:gd name="connsiteX0" fmla="*/ 143103 w 656486"/>
                  <a:gd name="connsiteY0" fmla="*/ 504953 h 505405"/>
                  <a:gd name="connsiteX1" fmla="*/ 139752 w 656486"/>
                  <a:gd name="connsiteY1" fmla="*/ 504953 h 505405"/>
                  <a:gd name="connsiteX2" fmla="*/ 128322 w 656486"/>
                  <a:gd name="connsiteY2" fmla="*/ 502983 h 505405"/>
                  <a:gd name="connsiteX3" fmla="*/ 26822 w 656486"/>
                  <a:gd name="connsiteY3" fmla="*/ 447996 h 505405"/>
                  <a:gd name="connsiteX4" fmla="*/ 3960 w 656486"/>
                  <a:gd name="connsiteY4" fmla="*/ 422966 h 505405"/>
                  <a:gd name="connsiteX5" fmla="*/ 611 w 656486"/>
                  <a:gd name="connsiteY5" fmla="*/ 401286 h 505405"/>
                  <a:gd name="connsiteX6" fmla="*/ 70969 w 656486"/>
                  <a:gd name="connsiteY6" fmla="*/ 250122 h 505405"/>
                  <a:gd name="connsiteX7" fmla="*/ 194937 w 656486"/>
                  <a:gd name="connsiteY7" fmla="*/ 114725 h 505405"/>
                  <a:gd name="connsiteX8" fmla="*/ 354575 w 656486"/>
                  <a:gd name="connsiteY8" fmla="*/ 22883 h 505405"/>
                  <a:gd name="connsiteX9" fmla="*/ 583391 w 656486"/>
                  <a:gd name="connsiteY9" fmla="*/ 69198 h 505405"/>
                  <a:gd name="connsiteX10" fmla="*/ 585166 w 656486"/>
                  <a:gd name="connsiteY10" fmla="*/ 72155 h 505405"/>
                  <a:gd name="connsiteX11" fmla="*/ 653357 w 656486"/>
                  <a:gd name="connsiteY11" fmla="*/ 205778 h 505405"/>
                  <a:gd name="connsiteX12" fmla="*/ 644095 w 656486"/>
                  <a:gd name="connsiteY12" fmla="*/ 232030 h 505405"/>
                  <a:gd name="connsiteX13" fmla="*/ 618275 w 656486"/>
                  <a:gd name="connsiteY13" fmla="*/ 223713 h 505405"/>
                  <a:gd name="connsiteX14" fmla="*/ 550871 w 656486"/>
                  <a:gd name="connsiteY14" fmla="*/ 91666 h 505405"/>
                  <a:gd name="connsiteX15" fmla="*/ 373495 w 656486"/>
                  <a:gd name="connsiteY15" fmla="*/ 56979 h 505405"/>
                  <a:gd name="connsiteX16" fmla="*/ 213856 w 656486"/>
                  <a:gd name="connsiteY16" fmla="*/ 149017 h 505405"/>
                  <a:gd name="connsiteX17" fmla="*/ 105854 w 656486"/>
                  <a:gd name="connsiteY17" fmla="*/ 267268 h 505405"/>
                  <a:gd name="connsiteX18" fmla="*/ 41012 w 656486"/>
                  <a:gd name="connsiteY18" fmla="*/ 406608 h 505405"/>
                  <a:gd name="connsiteX19" fmla="*/ 55007 w 656486"/>
                  <a:gd name="connsiteY19" fmla="*/ 421981 h 505405"/>
                  <a:gd name="connsiteX20" fmla="*/ 133841 w 656486"/>
                  <a:gd name="connsiteY20" fmla="*/ 464748 h 505405"/>
                  <a:gd name="connsiteX21" fmla="*/ 145271 w 656486"/>
                  <a:gd name="connsiteY21" fmla="*/ 466718 h 505405"/>
                  <a:gd name="connsiteX22" fmla="*/ 161433 w 656486"/>
                  <a:gd name="connsiteY22" fmla="*/ 489384 h 505405"/>
                  <a:gd name="connsiteX23" fmla="*/ 143103 w 656486"/>
                  <a:gd name="connsiteY23" fmla="*/ 504953 h 50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56486" h="505405">
                    <a:moveTo>
                      <a:pt x="143103" y="504953"/>
                    </a:moveTo>
                    <a:lnTo>
                      <a:pt x="139752" y="504953"/>
                    </a:lnTo>
                    <a:lnTo>
                      <a:pt x="128322" y="502983"/>
                    </a:lnTo>
                    <a:cubicBezTo>
                      <a:pt x="89299" y="496400"/>
                      <a:pt x="53626" y="477066"/>
                      <a:pt x="26822" y="447996"/>
                    </a:cubicBezTo>
                    <a:lnTo>
                      <a:pt x="3960" y="422966"/>
                    </a:lnTo>
                    <a:cubicBezTo>
                      <a:pt x="-1359" y="417092"/>
                      <a:pt x="-2740" y="408519"/>
                      <a:pt x="611" y="401286"/>
                    </a:cubicBezTo>
                    <a:lnTo>
                      <a:pt x="70969" y="250122"/>
                    </a:lnTo>
                    <a:cubicBezTo>
                      <a:pt x="97380" y="193263"/>
                      <a:pt x="140541" y="145963"/>
                      <a:pt x="194937" y="114725"/>
                    </a:cubicBezTo>
                    <a:lnTo>
                      <a:pt x="354575" y="22883"/>
                    </a:lnTo>
                    <a:cubicBezTo>
                      <a:pt x="431636" y="-21126"/>
                      <a:pt x="529390" y="-1338"/>
                      <a:pt x="583391" y="69198"/>
                    </a:cubicBezTo>
                    <a:cubicBezTo>
                      <a:pt x="583983" y="70143"/>
                      <a:pt x="584574" y="71130"/>
                      <a:pt x="585166" y="72155"/>
                    </a:cubicBezTo>
                    <a:lnTo>
                      <a:pt x="653357" y="205778"/>
                    </a:lnTo>
                    <a:cubicBezTo>
                      <a:pt x="658087" y="215613"/>
                      <a:pt x="653752" y="227359"/>
                      <a:pt x="644095" y="232030"/>
                    </a:cubicBezTo>
                    <a:cubicBezTo>
                      <a:pt x="634632" y="236504"/>
                      <a:pt x="623202" y="232858"/>
                      <a:pt x="618275" y="223713"/>
                    </a:cubicBezTo>
                    <a:lnTo>
                      <a:pt x="550871" y="91666"/>
                    </a:lnTo>
                    <a:cubicBezTo>
                      <a:pt x="508697" y="37585"/>
                      <a:pt x="433015" y="22804"/>
                      <a:pt x="373495" y="56979"/>
                    </a:cubicBezTo>
                    <a:lnTo>
                      <a:pt x="213856" y="149017"/>
                    </a:lnTo>
                    <a:cubicBezTo>
                      <a:pt x="166360" y="176215"/>
                      <a:pt x="128716" y="217564"/>
                      <a:pt x="105854" y="267268"/>
                    </a:cubicBezTo>
                    <a:lnTo>
                      <a:pt x="41012" y="406608"/>
                    </a:lnTo>
                    <a:lnTo>
                      <a:pt x="55007" y="421981"/>
                    </a:lnTo>
                    <a:cubicBezTo>
                      <a:pt x="75699" y="444626"/>
                      <a:pt x="103489" y="459663"/>
                      <a:pt x="133841" y="464748"/>
                    </a:cubicBezTo>
                    <a:lnTo>
                      <a:pt x="145271" y="466718"/>
                    </a:lnTo>
                    <a:cubicBezTo>
                      <a:pt x="155914" y="468532"/>
                      <a:pt x="163206" y="478662"/>
                      <a:pt x="161433" y="489384"/>
                    </a:cubicBezTo>
                    <a:cubicBezTo>
                      <a:pt x="159658" y="498134"/>
                      <a:pt x="151971" y="504520"/>
                      <a:pt x="143103" y="504953"/>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7" name="任意多边形: 形状 46">
                <a:extLst>
                  <a:ext uri="{FF2B5EF4-FFF2-40B4-BE49-F238E27FC236}">
                    <a16:creationId xmlns:a16="http://schemas.microsoft.com/office/drawing/2014/main" id="{62BE7E42-90D6-CDF9-2245-9118A98D970A}"/>
                  </a:ext>
                </a:extLst>
              </p:cNvPr>
              <p:cNvSpPr/>
              <p:nvPr/>
            </p:nvSpPr>
            <p:spPr>
              <a:xfrm>
                <a:off x="7695653" y="3674357"/>
                <a:ext cx="667538" cy="506402"/>
              </a:xfrm>
              <a:custGeom>
                <a:avLst/>
                <a:gdLst>
                  <a:gd name="connsiteX0" fmla="*/ 142907 w 667538"/>
                  <a:gd name="connsiteY0" fmla="*/ 504893 h 506402"/>
                  <a:gd name="connsiteX1" fmla="*/ 139753 w 667538"/>
                  <a:gd name="connsiteY1" fmla="*/ 504893 h 506402"/>
                  <a:gd name="connsiteX2" fmla="*/ 128323 w 667538"/>
                  <a:gd name="connsiteY2" fmla="*/ 503119 h 506402"/>
                  <a:gd name="connsiteX3" fmla="*/ 26824 w 667538"/>
                  <a:gd name="connsiteY3" fmla="*/ 447936 h 506402"/>
                  <a:gd name="connsiteX4" fmla="*/ 3961 w 667538"/>
                  <a:gd name="connsiteY4" fmla="*/ 423103 h 506402"/>
                  <a:gd name="connsiteX5" fmla="*/ 610 w 667538"/>
                  <a:gd name="connsiteY5" fmla="*/ 401423 h 506402"/>
                  <a:gd name="connsiteX6" fmla="*/ 70971 w 667538"/>
                  <a:gd name="connsiteY6" fmla="*/ 250062 h 506402"/>
                  <a:gd name="connsiteX7" fmla="*/ 194938 w 667538"/>
                  <a:gd name="connsiteY7" fmla="*/ 114861 h 506402"/>
                  <a:gd name="connsiteX8" fmla="*/ 354576 w 667538"/>
                  <a:gd name="connsiteY8" fmla="*/ 22823 h 506402"/>
                  <a:gd name="connsiteX9" fmla="*/ 583392 w 667538"/>
                  <a:gd name="connsiteY9" fmla="*/ 69335 h 506402"/>
                  <a:gd name="connsiteX10" fmla="*/ 663407 w 667538"/>
                  <a:gd name="connsiteY10" fmla="*/ 199017 h 506402"/>
                  <a:gd name="connsiteX11" fmla="*/ 657102 w 667538"/>
                  <a:gd name="connsiteY11" fmla="*/ 226018 h 506402"/>
                  <a:gd name="connsiteX12" fmla="*/ 629904 w 667538"/>
                  <a:gd name="connsiteY12" fmla="*/ 219770 h 506402"/>
                  <a:gd name="connsiteX13" fmla="*/ 629904 w 667538"/>
                  <a:gd name="connsiteY13" fmla="*/ 219711 h 506402"/>
                  <a:gd name="connsiteX14" fmla="*/ 551070 w 667538"/>
                  <a:gd name="connsiteY14" fmla="*/ 91606 h 506402"/>
                  <a:gd name="connsiteX15" fmla="*/ 373693 w 667538"/>
                  <a:gd name="connsiteY15" fmla="*/ 57116 h 506402"/>
                  <a:gd name="connsiteX16" fmla="*/ 214055 w 667538"/>
                  <a:gd name="connsiteY16" fmla="*/ 148957 h 506402"/>
                  <a:gd name="connsiteX17" fmla="*/ 106052 w 667538"/>
                  <a:gd name="connsiteY17" fmla="*/ 267208 h 506402"/>
                  <a:gd name="connsiteX18" fmla="*/ 41210 w 667538"/>
                  <a:gd name="connsiteY18" fmla="*/ 406547 h 506402"/>
                  <a:gd name="connsiteX19" fmla="*/ 55203 w 667538"/>
                  <a:gd name="connsiteY19" fmla="*/ 421723 h 506402"/>
                  <a:gd name="connsiteX20" fmla="*/ 134037 w 667538"/>
                  <a:gd name="connsiteY20" fmla="*/ 464490 h 506402"/>
                  <a:gd name="connsiteX21" fmla="*/ 145469 w 667538"/>
                  <a:gd name="connsiteY21" fmla="*/ 466461 h 506402"/>
                  <a:gd name="connsiteX22" fmla="*/ 163600 w 667538"/>
                  <a:gd name="connsiteY22" fmla="*/ 487845 h 506402"/>
                  <a:gd name="connsiteX23" fmla="*/ 142118 w 667538"/>
                  <a:gd name="connsiteY23" fmla="*/ 505878 h 50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7538" h="506402">
                    <a:moveTo>
                      <a:pt x="142907" y="504893"/>
                    </a:moveTo>
                    <a:lnTo>
                      <a:pt x="139753" y="504893"/>
                    </a:lnTo>
                    <a:lnTo>
                      <a:pt x="128323" y="503119"/>
                    </a:lnTo>
                    <a:cubicBezTo>
                      <a:pt x="89298" y="496576"/>
                      <a:pt x="53627" y="477144"/>
                      <a:pt x="26824" y="447936"/>
                    </a:cubicBezTo>
                    <a:lnTo>
                      <a:pt x="3961" y="423103"/>
                    </a:lnTo>
                    <a:cubicBezTo>
                      <a:pt x="-1361" y="417229"/>
                      <a:pt x="-2739" y="408656"/>
                      <a:pt x="610" y="401423"/>
                    </a:cubicBezTo>
                    <a:lnTo>
                      <a:pt x="70971" y="250062"/>
                    </a:lnTo>
                    <a:cubicBezTo>
                      <a:pt x="97182" y="193223"/>
                      <a:pt x="140542" y="145962"/>
                      <a:pt x="194938" y="114861"/>
                    </a:cubicBezTo>
                    <a:lnTo>
                      <a:pt x="354576" y="22823"/>
                    </a:lnTo>
                    <a:cubicBezTo>
                      <a:pt x="431832" y="-21147"/>
                      <a:pt x="529588" y="-1262"/>
                      <a:pt x="583392" y="69335"/>
                    </a:cubicBezTo>
                    <a:lnTo>
                      <a:pt x="663407" y="199017"/>
                    </a:lnTo>
                    <a:cubicBezTo>
                      <a:pt x="669124" y="208221"/>
                      <a:pt x="666167" y="220263"/>
                      <a:pt x="657102" y="226018"/>
                    </a:cubicBezTo>
                    <a:cubicBezTo>
                      <a:pt x="647839" y="231792"/>
                      <a:pt x="635620" y="228994"/>
                      <a:pt x="629904" y="219770"/>
                    </a:cubicBezTo>
                    <a:cubicBezTo>
                      <a:pt x="629904" y="219751"/>
                      <a:pt x="629904" y="219730"/>
                      <a:pt x="629904" y="219711"/>
                    </a:cubicBezTo>
                    <a:lnTo>
                      <a:pt x="551070" y="91606"/>
                    </a:lnTo>
                    <a:cubicBezTo>
                      <a:pt x="509090" y="37130"/>
                      <a:pt x="433016" y="22369"/>
                      <a:pt x="373693" y="57116"/>
                    </a:cubicBezTo>
                    <a:lnTo>
                      <a:pt x="214055" y="148957"/>
                    </a:lnTo>
                    <a:cubicBezTo>
                      <a:pt x="166754" y="176234"/>
                      <a:pt x="128912" y="217562"/>
                      <a:pt x="106052" y="267208"/>
                    </a:cubicBezTo>
                    <a:lnTo>
                      <a:pt x="41210" y="406547"/>
                    </a:lnTo>
                    <a:lnTo>
                      <a:pt x="55203" y="421723"/>
                    </a:lnTo>
                    <a:cubicBezTo>
                      <a:pt x="75898" y="444368"/>
                      <a:pt x="103687" y="459406"/>
                      <a:pt x="134037" y="464490"/>
                    </a:cubicBezTo>
                    <a:lnTo>
                      <a:pt x="145469" y="466461"/>
                    </a:lnTo>
                    <a:cubicBezTo>
                      <a:pt x="156308" y="467388"/>
                      <a:pt x="164389" y="476966"/>
                      <a:pt x="163600" y="487845"/>
                    </a:cubicBezTo>
                    <a:cubicBezTo>
                      <a:pt x="162616" y="498724"/>
                      <a:pt x="152959" y="506805"/>
                      <a:pt x="142118" y="505878"/>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8" name="任意多边形: 形状 47">
                <a:extLst>
                  <a:ext uri="{FF2B5EF4-FFF2-40B4-BE49-F238E27FC236}">
                    <a16:creationId xmlns:a16="http://schemas.microsoft.com/office/drawing/2014/main" id="{837732CC-2683-F586-C0C7-9FE128B46BB5}"/>
                  </a:ext>
                </a:extLst>
              </p:cNvPr>
              <p:cNvSpPr/>
              <p:nvPr/>
            </p:nvSpPr>
            <p:spPr>
              <a:xfrm>
                <a:off x="7817847" y="3845169"/>
                <a:ext cx="637059" cy="1912791"/>
              </a:xfrm>
              <a:custGeom>
                <a:avLst/>
                <a:gdLst>
                  <a:gd name="connsiteX0" fmla="*/ 462183 w 637059"/>
                  <a:gd name="connsiteY0" fmla="*/ 1912339 h 1912791"/>
                  <a:gd name="connsiteX1" fmla="*/ 442474 w 637059"/>
                  <a:gd name="connsiteY1" fmla="*/ 1892630 h 1912791"/>
                  <a:gd name="connsiteX2" fmla="*/ 442474 w 637059"/>
                  <a:gd name="connsiteY2" fmla="*/ 874882 h 1912791"/>
                  <a:gd name="connsiteX3" fmla="*/ 444250 w 637059"/>
                  <a:gd name="connsiteY3" fmla="*/ 866605 h 1912791"/>
                  <a:gd name="connsiteX4" fmla="*/ 531755 w 637059"/>
                  <a:gd name="connsiteY4" fmla="*/ 677994 h 1912791"/>
                  <a:gd name="connsiteX5" fmla="*/ 585953 w 637059"/>
                  <a:gd name="connsiteY5" fmla="*/ 455683 h 1912791"/>
                  <a:gd name="connsiteX6" fmla="*/ 595807 w 637059"/>
                  <a:gd name="connsiteY6" fmla="*/ 234158 h 1912791"/>
                  <a:gd name="connsiteX7" fmla="*/ 551660 w 637059"/>
                  <a:gd name="connsiteY7" fmla="*/ 92454 h 1912791"/>
                  <a:gd name="connsiteX8" fmla="*/ 374284 w 637059"/>
                  <a:gd name="connsiteY8" fmla="*/ 56388 h 1912791"/>
                  <a:gd name="connsiteX9" fmla="*/ 214645 w 637059"/>
                  <a:gd name="connsiteY9" fmla="*/ 148427 h 1912791"/>
                  <a:gd name="connsiteX10" fmla="*/ 106643 w 637059"/>
                  <a:gd name="connsiteY10" fmla="*/ 266678 h 1912791"/>
                  <a:gd name="connsiteX11" fmla="*/ 41801 w 637059"/>
                  <a:gd name="connsiteY11" fmla="*/ 406017 h 1912791"/>
                  <a:gd name="connsiteX12" fmla="*/ 55991 w 637059"/>
                  <a:gd name="connsiteY12" fmla="*/ 421389 h 1912791"/>
                  <a:gd name="connsiteX13" fmla="*/ 75699 w 637059"/>
                  <a:gd name="connsiteY13" fmla="*/ 436368 h 1912791"/>
                  <a:gd name="connsiteX14" fmla="*/ 236521 w 637059"/>
                  <a:gd name="connsiteY14" fmla="*/ 432820 h 1912791"/>
                  <a:gd name="connsiteX15" fmla="*/ 384138 w 637059"/>
                  <a:gd name="connsiteY15" fmla="*/ 336249 h 1912791"/>
                  <a:gd name="connsiteX16" fmla="*/ 411336 w 637059"/>
                  <a:gd name="connsiteY16" fmla="*/ 342063 h 1912791"/>
                  <a:gd name="connsiteX17" fmla="*/ 405620 w 637059"/>
                  <a:gd name="connsiteY17" fmla="*/ 369359 h 1912791"/>
                  <a:gd name="connsiteX18" fmla="*/ 258200 w 637059"/>
                  <a:gd name="connsiteY18" fmla="*/ 465733 h 1912791"/>
                  <a:gd name="connsiteX19" fmla="*/ 55007 w 637059"/>
                  <a:gd name="connsiteY19" fmla="*/ 469872 h 1912791"/>
                  <a:gd name="connsiteX20" fmla="*/ 26822 w 637059"/>
                  <a:gd name="connsiteY20" fmla="*/ 447996 h 1912791"/>
                  <a:gd name="connsiteX21" fmla="*/ 3960 w 637059"/>
                  <a:gd name="connsiteY21" fmla="*/ 422966 h 1912791"/>
                  <a:gd name="connsiteX22" fmla="*/ 611 w 637059"/>
                  <a:gd name="connsiteY22" fmla="*/ 401287 h 1912791"/>
                  <a:gd name="connsiteX23" fmla="*/ 70969 w 637059"/>
                  <a:gd name="connsiteY23" fmla="*/ 250122 h 1912791"/>
                  <a:gd name="connsiteX24" fmla="*/ 194937 w 637059"/>
                  <a:gd name="connsiteY24" fmla="*/ 114725 h 1912791"/>
                  <a:gd name="connsiteX25" fmla="*/ 354575 w 637059"/>
                  <a:gd name="connsiteY25" fmla="*/ 22883 h 1912791"/>
                  <a:gd name="connsiteX26" fmla="*/ 583391 w 637059"/>
                  <a:gd name="connsiteY26" fmla="*/ 69198 h 1912791"/>
                  <a:gd name="connsiteX27" fmla="*/ 635619 w 637059"/>
                  <a:gd name="connsiteY27" fmla="*/ 236523 h 1912791"/>
                  <a:gd name="connsiteX28" fmla="*/ 625765 w 637059"/>
                  <a:gd name="connsiteY28" fmla="*/ 458048 h 1912791"/>
                  <a:gd name="connsiteX29" fmla="*/ 567823 w 637059"/>
                  <a:gd name="connsiteY29" fmla="*/ 694550 h 1912791"/>
                  <a:gd name="connsiteX30" fmla="*/ 482286 w 637059"/>
                  <a:gd name="connsiteY30" fmla="*/ 879219 h 1912791"/>
                  <a:gd name="connsiteX31" fmla="*/ 482286 w 637059"/>
                  <a:gd name="connsiteY31" fmla="*/ 1892630 h 1912791"/>
                  <a:gd name="connsiteX32" fmla="*/ 462577 w 637059"/>
                  <a:gd name="connsiteY32" fmla="*/ 1912339 h 1912791"/>
                  <a:gd name="connsiteX33" fmla="*/ 462183 w 637059"/>
                  <a:gd name="connsiteY33" fmla="*/ 1912339 h 191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37059" h="1912791">
                    <a:moveTo>
                      <a:pt x="462183" y="1912339"/>
                    </a:moveTo>
                    <a:cubicBezTo>
                      <a:pt x="451345" y="1912339"/>
                      <a:pt x="442474" y="1903510"/>
                      <a:pt x="442474" y="1892630"/>
                    </a:cubicBezTo>
                    <a:lnTo>
                      <a:pt x="442474" y="874882"/>
                    </a:lnTo>
                    <a:cubicBezTo>
                      <a:pt x="442474" y="872025"/>
                      <a:pt x="443066" y="869207"/>
                      <a:pt x="444250" y="866605"/>
                    </a:cubicBezTo>
                    <a:lnTo>
                      <a:pt x="531755" y="677994"/>
                    </a:lnTo>
                    <a:cubicBezTo>
                      <a:pt x="564274" y="608168"/>
                      <a:pt x="582604" y="532625"/>
                      <a:pt x="585953" y="455683"/>
                    </a:cubicBezTo>
                    <a:lnTo>
                      <a:pt x="595807" y="234158"/>
                    </a:lnTo>
                    <a:cubicBezTo>
                      <a:pt x="597975" y="183232"/>
                      <a:pt x="582407" y="133133"/>
                      <a:pt x="551660" y="92454"/>
                    </a:cubicBezTo>
                    <a:cubicBezTo>
                      <a:pt x="509878" y="37902"/>
                      <a:pt x="434198" y="22529"/>
                      <a:pt x="374284" y="56388"/>
                    </a:cubicBezTo>
                    <a:lnTo>
                      <a:pt x="214645" y="148427"/>
                    </a:lnTo>
                    <a:cubicBezTo>
                      <a:pt x="167344" y="175742"/>
                      <a:pt x="129505" y="217052"/>
                      <a:pt x="106643" y="266678"/>
                    </a:cubicBezTo>
                    <a:lnTo>
                      <a:pt x="41801" y="406017"/>
                    </a:lnTo>
                    <a:lnTo>
                      <a:pt x="55991" y="421389"/>
                    </a:lnTo>
                    <a:cubicBezTo>
                      <a:pt x="61904" y="427263"/>
                      <a:pt x="68407" y="432308"/>
                      <a:pt x="75699" y="436368"/>
                    </a:cubicBezTo>
                    <a:cubicBezTo>
                      <a:pt x="125562" y="466226"/>
                      <a:pt x="188039" y="464847"/>
                      <a:pt x="236521" y="432820"/>
                    </a:cubicBezTo>
                    <a:lnTo>
                      <a:pt x="384138" y="336249"/>
                    </a:lnTo>
                    <a:cubicBezTo>
                      <a:pt x="393203" y="330317"/>
                      <a:pt x="405425" y="332918"/>
                      <a:pt x="411336" y="342063"/>
                    </a:cubicBezTo>
                    <a:cubicBezTo>
                      <a:pt x="417447" y="351208"/>
                      <a:pt x="414687" y="363427"/>
                      <a:pt x="405620" y="369359"/>
                    </a:cubicBezTo>
                    <a:lnTo>
                      <a:pt x="258200" y="465733"/>
                    </a:lnTo>
                    <a:cubicBezTo>
                      <a:pt x="196907" y="506116"/>
                      <a:pt x="117876" y="507733"/>
                      <a:pt x="55007" y="469872"/>
                    </a:cubicBezTo>
                    <a:cubicBezTo>
                      <a:pt x="44561" y="463960"/>
                      <a:pt x="35101" y="456589"/>
                      <a:pt x="26822" y="447996"/>
                    </a:cubicBezTo>
                    <a:lnTo>
                      <a:pt x="3960" y="422966"/>
                    </a:lnTo>
                    <a:cubicBezTo>
                      <a:pt x="-1359" y="417093"/>
                      <a:pt x="-2740" y="408520"/>
                      <a:pt x="611" y="401287"/>
                    </a:cubicBezTo>
                    <a:lnTo>
                      <a:pt x="70969" y="250122"/>
                    </a:lnTo>
                    <a:cubicBezTo>
                      <a:pt x="97380" y="193264"/>
                      <a:pt x="140541" y="145963"/>
                      <a:pt x="194937" y="114725"/>
                    </a:cubicBezTo>
                    <a:lnTo>
                      <a:pt x="354575" y="22883"/>
                    </a:lnTo>
                    <a:cubicBezTo>
                      <a:pt x="431636" y="-21126"/>
                      <a:pt x="529390" y="-1338"/>
                      <a:pt x="583391" y="69198"/>
                    </a:cubicBezTo>
                    <a:cubicBezTo>
                      <a:pt x="619656" y="117228"/>
                      <a:pt x="638181" y="176374"/>
                      <a:pt x="635619" y="236523"/>
                    </a:cubicBezTo>
                    <a:lnTo>
                      <a:pt x="625765" y="458048"/>
                    </a:lnTo>
                    <a:cubicBezTo>
                      <a:pt x="622218" y="539917"/>
                      <a:pt x="602510" y="620268"/>
                      <a:pt x="567823" y="694550"/>
                    </a:cubicBezTo>
                    <a:lnTo>
                      <a:pt x="482286" y="879219"/>
                    </a:lnTo>
                    <a:lnTo>
                      <a:pt x="482286" y="1892630"/>
                    </a:lnTo>
                    <a:cubicBezTo>
                      <a:pt x="482286" y="1903510"/>
                      <a:pt x="473418" y="1912339"/>
                      <a:pt x="462577" y="1912339"/>
                    </a:cubicBezTo>
                    <a:cubicBezTo>
                      <a:pt x="462380" y="1912339"/>
                      <a:pt x="462380" y="1912339"/>
                      <a:pt x="462183" y="1912339"/>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49" name="任意多边形: 形状 48">
                <a:extLst>
                  <a:ext uri="{FF2B5EF4-FFF2-40B4-BE49-F238E27FC236}">
                    <a16:creationId xmlns:a16="http://schemas.microsoft.com/office/drawing/2014/main" id="{B12E37E1-6A28-423D-FA22-8B6554F5C2D2}"/>
                  </a:ext>
                </a:extLst>
              </p:cNvPr>
              <p:cNvSpPr/>
              <p:nvPr/>
            </p:nvSpPr>
            <p:spPr>
              <a:xfrm>
                <a:off x="7836145" y="4278483"/>
                <a:ext cx="99222" cy="450889"/>
              </a:xfrm>
              <a:custGeom>
                <a:avLst/>
                <a:gdLst>
                  <a:gd name="connsiteX0" fmla="*/ 78293 w 99222"/>
                  <a:gd name="connsiteY0" fmla="*/ 450437 h 450889"/>
                  <a:gd name="connsiteX1" fmla="*/ 61146 w 99222"/>
                  <a:gd name="connsiteY1" fmla="*/ 440583 h 450889"/>
                  <a:gd name="connsiteX2" fmla="*/ 28035 w 99222"/>
                  <a:gd name="connsiteY2" fmla="*/ 12711 h 450889"/>
                  <a:gd name="connsiteX3" fmla="*/ 53262 w 99222"/>
                  <a:gd name="connsiteY3" fmla="*/ 689 h 450889"/>
                  <a:gd name="connsiteX4" fmla="*/ 65284 w 99222"/>
                  <a:gd name="connsiteY4" fmla="*/ 25916 h 450889"/>
                  <a:gd name="connsiteX5" fmla="*/ 95439 w 99222"/>
                  <a:gd name="connsiteY5" fmla="*/ 421072 h 450889"/>
                  <a:gd name="connsiteX6" fmla="*/ 88147 w 99222"/>
                  <a:gd name="connsiteY6" fmla="*/ 447875 h 450889"/>
                  <a:gd name="connsiteX7" fmla="*/ 78293 w 99222"/>
                  <a:gd name="connsiteY7" fmla="*/ 450437 h 45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9222" h="450889">
                    <a:moveTo>
                      <a:pt x="78293" y="450437"/>
                    </a:moveTo>
                    <a:cubicBezTo>
                      <a:pt x="71198" y="450457"/>
                      <a:pt x="64692" y="446712"/>
                      <a:pt x="61146" y="440583"/>
                    </a:cubicBezTo>
                    <a:cubicBezTo>
                      <a:pt x="56614" y="432306"/>
                      <a:pt x="-51783" y="237980"/>
                      <a:pt x="28035" y="12711"/>
                    </a:cubicBezTo>
                    <a:cubicBezTo>
                      <a:pt x="31781" y="2424"/>
                      <a:pt x="43014" y="-2957"/>
                      <a:pt x="53262" y="689"/>
                    </a:cubicBezTo>
                    <a:cubicBezTo>
                      <a:pt x="63511" y="4335"/>
                      <a:pt x="69030" y="15628"/>
                      <a:pt x="65284" y="25916"/>
                    </a:cubicBezTo>
                    <a:cubicBezTo>
                      <a:pt x="-8623" y="234432"/>
                      <a:pt x="94453" y="420087"/>
                      <a:pt x="95439" y="421072"/>
                    </a:cubicBezTo>
                    <a:cubicBezTo>
                      <a:pt x="100761" y="430492"/>
                      <a:pt x="97607" y="442456"/>
                      <a:pt x="88147" y="447875"/>
                    </a:cubicBezTo>
                    <a:cubicBezTo>
                      <a:pt x="85190" y="449570"/>
                      <a:pt x="81839" y="450457"/>
                      <a:pt x="78293" y="450437"/>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50" name="任意多边形: 形状 49">
                <a:extLst>
                  <a:ext uri="{FF2B5EF4-FFF2-40B4-BE49-F238E27FC236}">
                    <a16:creationId xmlns:a16="http://schemas.microsoft.com/office/drawing/2014/main" id="{AF3BA4AF-072D-24D7-8B3B-B428CA156056}"/>
                  </a:ext>
                </a:extLst>
              </p:cNvPr>
              <p:cNvSpPr/>
              <p:nvPr/>
            </p:nvSpPr>
            <p:spPr>
              <a:xfrm rot="19989001">
                <a:off x="7547997" y="3206603"/>
                <a:ext cx="308635" cy="244779"/>
              </a:xfrm>
              <a:custGeom>
                <a:avLst/>
                <a:gdLst>
                  <a:gd name="connsiteX0" fmla="*/ -1206 w 308635"/>
                  <a:gd name="connsiteY0" fmla="*/ -452 h 244779"/>
                  <a:gd name="connsiteX1" fmla="*/ 307430 w 308635"/>
                  <a:gd name="connsiteY1" fmla="*/ -452 h 244779"/>
                  <a:gd name="connsiteX2" fmla="*/ 307430 w 308635"/>
                  <a:gd name="connsiteY2" fmla="*/ 244328 h 244779"/>
                  <a:gd name="connsiteX3" fmla="*/ -1206 w 308635"/>
                  <a:gd name="connsiteY3" fmla="*/ 244328 h 244779"/>
                </a:gdLst>
                <a:ahLst/>
                <a:cxnLst>
                  <a:cxn ang="0">
                    <a:pos x="connsiteX0" y="connsiteY0"/>
                  </a:cxn>
                  <a:cxn ang="0">
                    <a:pos x="connsiteX1" y="connsiteY1"/>
                  </a:cxn>
                  <a:cxn ang="0">
                    <a:pos x="connsiteX2" y="connsiteY2"/>
                  </a:cxn>
                  <a:cxn ang="0">
                    <a:pos x="connsiteX3" y="connsiteY3"/>
                  </a:cxn>
                </a:cxnLst>
                <a:rect l="l" t="t" r="r" b="b"/>
                <a:pathLst>
                  <a:path w="308635" h="244779">
                    <a:moveTo>
                      <a:pt x="-1206" y="-452"/>
                    </a:moveTo>
                    <a:lnTo>
                      <a:pt x="307430" y="-452"/>
                    </a:lnTo>
                    <a:lnTo>
                      <a:pt x="307430" y="244328"/>
                    </a:lnTo>
                    <a:lnTo>
                      <a:pt x="-1206" y="244328"/>
                    </a:ln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51" name="任意多边形: 形状 50">
                <a:extLst>
                  <a:ext uri="{FF2B5EF4-FFF2-40B4-BE49-F238E27FC236}">
                    <a16:creationId xmlns:a16="http://schemas.microsoft.com/office/drawing/2014/main" id="{12A74CB2-EF10-49DD-0161-AB7069A8546F}"/>
                  </a:ext>
                </a:extLst>
              </p:cNvPr>
              <p:cNvSpPr/>
              <p:nvPr/>
            </p:nvSpPr>
            <p:spPr>
              <a:xfrm rot="19668598">
                <a:off x="6337351" y="1534463"/>
                <a:ext cx="1575104" cy="1940895"/>
              </a:xfrm>
              <a:custGeom>
                <a:avLst/>
                <a:gdLst>
                  <a:gd name="connsiteX0" fmla="*/ 1573898 w 1575104"/>
                  <a:gd name="connsiteY0" fmla="*/ 969996 h 1940895"/>
                  <a:gd name="connsiteX1" fmla="*/ 786347 w 1575104"/>
                  <a:gd name="connsiteY1" fmla="*/ 1940443 h 1940895"/>
                  <a:gd name="connsiteX2" fmla="*/ -1205 w 1575104"/>
                  <a:gd name="connsiteY2" fmla="*/ 969996 h 1940895"/>
                  <a:gd name="connsiteX3" fmla="*/ 786347 w 1575104"/>
                  <a:gd name="connsiteY3" fmla="*/ -452 h 1940895"/>
                  <a:gd name="connsiteX4" fmla="*/ 1573898 w 1575104"/>
                  <a:gd name="connsiteY4" fmla="*/ 969996 h 19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104" h="1940895">
                    <a:moveTo>
                      <a:pt x="1573898" y="969996"/>
                    </a:moveTo>
                    <a:cubicBezTo>
                      <a:pt x="1573898" y="1505959"/>
                      <a:pt x="1221298" y="1940443"/>
                      <a:pt x="786347" y="1940443"/>
                    </a:cubicBezTo>
                    <a:cubicBezTo>
                      <a:pt x="351393" y="1940443"/>
                      <a:pt x="-1205" y="1505959"/>
                      <a:pt x="-1205" y="969996"/>
                    </a:cubicBezTo>
                    <a:cubicBezTo>
                      <a:pt x="-1205" y="434033"/>
                      <a:pt x="351395" y="-452"/>
                      <a:pt x="786347" y="-452"/>
                    </a:cubicBezTo>
                    <a:cubicBezTo>
                      <a:pt x="1221301" y="-452"/>
                      <a:pt x="1573898" y="434033"/>
                      <a:pt x="1573898" y="969996"/>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52" name="任意多边形: 形状 51">
                <a:extLst>
                  <a:ext uri="{FF2B5EF4-FFF2-40B4-BE49-F238E27FC236}">
                    <a16:creationId xmlns:a16="http://schemas.microsoft.com/office/drawing/2014/main" id="{FB5FAFD6-A1D1-CA44-6952-A890A0D9F50C}"/>
                  </a:ext>
                </a:extLst>
              </p:cNvPr>
              <p:cNvSpPr/>
              <p:nvPr/>
            </p:nvSpPr>
            <p:spPr>
              <a:xfrm>
                <a:off x="6261669" y="1562749"/>
                <a:ext cx="1726057" cy="1884801"/>
              </a:xfrm>
              <a:custGeom>
                <a:avLst/>
                <a:gdLst>
                  <a:gd name="connsiteX0" fmla="*/ 1020126 w 1726057"/>
                  <a:gd name="connsiteY0" fmla="*/ 1884330 h 1884801"/>
                  <a:gd name="connsiteX1" fmla="*/ 749920 w 1726057"/>
                  <a:gd name="connsiteY1" fmla="*/ 1838014 h 1884801"/>
                  <a:gd name="connsiteX2" fmla="*/ 178373 w 1726057"/>
                  <a:gd name="connsiteY2" fmla="*/ 1372106 h 1884801"/>
                  <a:gd name="connsiteX3" fmla="*/ 334268 w 1726057"/>
                  <a:gd name="connsiteY3" fmla="*/ 104059 h 1884801"/>
                  <a:gd name="connsiteX4" fmla="*/ 973809 w 1726057"/>
                  <a:gd name="connsiteY4" fmla="*/ 45919 h 1884801"/>
                  <a:gd name="connsiteX5" fmla="*/ 1545356 w 1726057"/>
                  <a:gd name="connsiteY5" fmla="*/ 511829 h 1884801"/>
                  <a:gd name="connsiteX6" fmla="*/ 1545356 w 1726057"/>
                  <a:gd name="connsiteY6" fmla="*/ 511829 h 1884801"/>
                  <a:gd name="connsiteX7" fmla="*/ 1389463 w 1726057"/>
                  <a:gd name="connsiteY7" fmla="*/ 1779874 h 1884801"/>
                  <a:gd name="connsiteX8" fmla="*/ 1020126 w 1726057"/>
                  <a:gd name="connsiteY8" fmla="*/ 1884330 h 1884801"/>
                  <a:gd name="connsiteX9" fmla="*/ 704789 w 1726057"/>
                  <a:gd name="connsiteY9" fmla="*/ 39021 h 1884801"/>
                  <a:gd name="connsiteX10" fmla="*/ 356145 w 1726057"/>
                  <a:gd name="connsiteY10" fmla="*/ 137564 h 1884801"/>
                  <a:gd name="connsiteX11" fmla="*/ 212666 w 1726057"/>
                  <a:gd name="connsiteY11" fmla="*/ 1351214 h 1884801"/>
                  <a:gd name="connsiteX12" fmla="*/ 763126 w 1726057"/>
                  <a:gd name="connsiteY12" fmla="*/ 1800766 h 1884801"/>
                  <a:gd name="connsiteX13" fmla="*/ 1368966 w 1726057"/>
                  <a:gd name="connsiteY13" fmla="*/ 1746568 h 1884801"/>
                  <a:gd name="connsiteX14" fmla="*/ 1512444 w 1726057"/>
                  <a:gd name="connsiteY14" fmla="*/ 533113 h 1884801"/>
                  <a:gd name="connsiteX15" fmla="*/ 962181 w 1726057"/>
                  <a:gd name="connsiteY15" fmla="*/ 83366 h 1884801"/>
                  <a:gd name="connsiteX16" fmla="*/ 704198 w 1726057"/>
                  <a:gd name="connsiteY16" fmla="*/ 39021 h 188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26057" h="1884801">
                    <a:moveTo>
                      <a:pt x="1020126" y="1884330"/>
                    </a:moveTo>
                    <a:cubicBezTo>
                      <a:pt x="928086" y="1883778"/>
                      <a:pt x="836836" y="1868129"/>
                      <a:pt x="749920" y="1838014"/>
                    </a:cubicBezTo>
                    <a:cubicBezTo>
                      <a:pt x="522091" y="1760757"/>
                      <a:pt x="319290" y="1595205"/>
                      <a:pt x="178373" y="1372106"/>
                    </a:cubicBezTo>
                    <a:cubicBezTo>
                      <a:pt x="-112525" y="909940"/>
                      <a:pt x="-42558" y="341153"/>
                      <a:pt x="334268" y="104059"/>
                    </a:cubicBezTo>
                    <a:cubicBezTo>
                      <a:pt x="517361" y="-11236"/>
                      <a:pt x="744601" y="-31929"/>
                      <a:pt x="973809" y="45919"/>
                    </a:cubicBezTo>
                    <a:cubicBezTo>
                      <a:pt x="1203019" y="123768"/>
                      <a:pt x="1404442" y="288728"/>
                      <a:pt x="1545356" y="511829"/>
                    </a:cubicBezTo>
                    <a:lnTo>
                      <a:pt x="1545356" y="511829"/>
                    </a:lnTo>
                    <a:cubicBezTo>
                      <a:pt x="1836056" y="973796"/>
                      <a:pt x="1766290" y="1542584"/>
                      <a:pt x="1389463" y="1779874"/>
                    </a:cubicBezTo>
                    <a:cubicBezTo>
                      <a:pt x="1278701" y="1849072"/>
                      <a:pt x="1150596" y="1885315"/>
                      <a:pt x="1020126" y="1884330"/>
                    </a:cubicBezTo>
                    <a:close/>
                    <a:moveTo>
                      <a:pt x="704789" y="39021"/>
                    </a:moveTo>
                    <a:cubicBezTo>
                      <a:pt x="581611" y="38173"/>
                      <a:pt x="460601" y="72348"/>
                      <a:pt x="356145" y="137564"/>
                    </a:cubicBezTo>
                    <a:cubicBezTo>
                      <a:pt x="-2155" y="363226"/>
                      <a:pt x="-66602" y="907575"/>
                      <a:pt x="212666" y="1351214"/>
                    </a:cubicBezTo>
                    <a:cubicBezTo>
                      <a:pt x="348458" y="1566825"/>
                      <a:pt x="543770" y="1725676"/>
                      <a:pt x="763126" y="1800766"/>
                    </a:cubicBezTo>
                    <a:cubicBezTo>
                      <a:pt x="982482" y="1875856"/>
                      <a:pt x="1196713" y="1855555"/>
                      <a:pt x="1368966" y="1746568"/>
                    </a:cubicBezTo>
                    <a:cubicBezTo>
                      <a:pt x="1727465" y="1521102"/>
                      <a:pt x="1791712" y="976555"/>
                      <a:pt x="1512444" y="533113"/>
                    </a:cubicBezTo>
                    <a:cubicBezTo>
                      <a:pt x="1376849" y="317502"/>
                      <a:pt x="1181340" y="158652"/>
                      <a:pt x="962181" y="83366"/>
                    </a:cubicBezTo>
                    <a:cubicBezTo>
                      <a:pt x="879209" y="54552"/>
                      <a:pt x="792097" y="39573"/>
                      <a:pt x="704198" y="39021"/>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53" name="任意多边形: 形状 52">
                <a:extLst>
                  <a:ext uri="{FF2B5EF4-FFF2-40B4-BE49-F238E27FC236}">
                    <a16:creationId xmlns:a16="http://schemas.microsoft.com/office/drawing/2014/main" id="{9EA50270-B571-3FC6-A348-B8992F316885}"/>
                  </a:ext>
                </a:extLst>
              </p:cNvPr>
              <p:cNvSpPr/>
              <p:nvPr/>
            </p:nvSpPr>
            <p:spPr>
              <a:xfrm rot="19668598">
                <a:off x="6435760" y="1475288"/>
                <a:ext cx="1575104" cy="1940895"/>
              </a:xfrm>
              <a:custGeom>
                <a:avLst/>
                <a:gdLst>
                  <a:gd name="connsiteX0" fmla="*/ 1573898 w 1575104"/>
                  <a:gd name="connsiteY0" fmla="*/ 969996 h 1940895"/>
                  <a:gd name="connsiteX1" fmla="*/ 786347 w 1575104"/>
                  <a:gd name="connsiteY1" fmla="*/ 1940443 h 1940895"/>
                  <a:gd name="connsiteX2" fmla="*/ -1205 w 1575104"/>
                  <a:gd name="connsiteY2" fmla="*/ 969996 h 1940895"/>
                  <a:gd name="connsiteX3" fmla="*/ 786347 w 1575104"/>
                  <a:gd name="connsiteY3" fmla="*/ -452 h 1940895"/>
                  <a:gd name="connsiteX4" fmla="*/ 1573898 w 1575104"/>
                  <a:gd name="connsiteY4" fmla="*/ 969996 h 1940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104" h="1940895">
                    <a:moveTo>
                      <a:pt x="1573898" y="969996"/>
                    </a:moveTo>
                    <a:cubicBezTo>
                      <a:pt x="1573898" y="1505959"/>
                      <a:pt x="1221298" y="1940443"/>
                      <a:pt x="786347" y="1940443"/>
                    </a:cubicBezTo>
                    <a:cubicBezTo>
                      <a:pt x="351393" y="1940443"/>
                      <a:pt x="-1205" y="1505959"/>
                      <a:pt x="-1205" y="969996"/>
                    </a:cubicBezTo>
                    <a:cubicBezTo>
                      <a:pt x="-1205" y="434033"/>
                      <a:pt x="351395" y="-452"/>
                      <a:pt x="786347" y="-452"/>
                    </a:cubicBezTo>
                    <a:cubicBezTo>
                      <a:pt x="1221301" y="-452"/>
                      <a:pt x="1573898" y="434033"/>
                      <a:pt x="1573898" y="969996"/>
                    </a:cubicBezTo>
                    <a:close/>
                  </a:path>
                </a:pathLst>
              </a:custGeom>
              <a:solidFill>
                <a:srgbClr val="FFFFFF"/>
              </a:solidFill>
              <a:ln w="19685" cap="flat">
                <a:noFill/>
                <a:prstDash val="solid"/>
                <a:miter/>
              </a:ln>
            </p:spPr>
            <p:txBody>
              <a:bodyPr rtlCol="0" anchor="ctr"/>
              <a:lstStyle/>
              <a:p>
                <a:endParaRPr lang="zh-CN" altLang="en-US">
                  <a:cs typeface="+mn-ea"/>
                  <a:sym typeface="+mn-lt"/>
                </a:endParaRPr>
              </a:p>
            </p:txBody>
          </p:sp>
          <p:sp>
            <p:nvSpPr>
              <p:cNvPr id="54" name="任意多边形: 形状 53">
                <a:extLst>
                  <a:ext uri="{FF2B5EF4-FFF2-40B4-BE49-F238E27FC236}">
                    <a16:creationId xmlns:a16="http://schemas.microsoft.com/office/drawing/2014/main" id="{F7E5AAFE-3DD4-67F3-51C9-0E5CF8B50DE6}"/>
                  </a:ext>
                </a:extLst>
              </p:cNvPr>
              <p:cNvSpPr/>
              <p:nvPr/>
            </p:nvSpPr>
            <p:spPr>
              <a:xfrm>
                <a:off x="6360212" y="1503623"/>
                <a:ext cx="1726057" cy="1884801"/>
              </a:xfrm>
              <a:custGeom>
                <a:avLst/>
                <a:gdLst>
                  <a:gd name="connsiteX0" fmla="*/ 1020126 w 1726057"/>
                  <a:gd name="connsiteY0" fmla="*/ 1884330 h 1884801"/>
                  <a:gd name="connsiteX1" fmla="*/ 749920 w 1726057"/>
                  <a:gd name="connsiteY1" fmla="*/ 1838014 h 1884801"/>
                  <a:gd name="connsiteX2" fmla="*/ 178373 w 1726057"/>
                  <a:gd name="connsiteY2" fmla="*/ 1372106 h 1884801"/>
                  <a:gd name="connsiteX3" fmla="*/ 334268 w 1726057"/>
                  <a:gd name="connsiteY3" fmla="*/ 104059 h 1884801"/>
                  <a:gd name="connsiteX4" fmla="*/ 973809 w 1726057"/>
                  <a:gd name="connsiteY4" fmla="*/ 45919 h 1884801"/>
                  <a:gd name="connsiteX5" fmla="*/ 1545356 w 1726057"/>
                  <a:gd name="connsiteY5" fmla="*/ 511829 h 1884801"/>
                  <a:gd name="connsiteX6" fmla="*/ 1545356 w 1726057"/>
                  <a:gd name="connsiteY6" fmla="*/ 511829 h 1884801"/>
                  <a:gd name="connsiteX7" fmla="*/ 1389463 w 1726057"/>
                  <a:gd name="connsiteY7" fmla="*/ 1779874 h 1884801"/>
                  <a:gd name="connsiteX8" fmla="*/ 1020126 w 1726057"/>
                  <a:gd name="connsiteY8" fmla="*/ 1884330 h 1884801"/>
                  <a:gd name="connsiteX9" fmla="*/ 704789 w 1726057"/>
                  <a:gd name="connsiteY9" fmla="*/ 39021 h 1884801"/>
                  <a:gd name="connsiteX10" fmla="*/ 356145 w 1726057"/>
                  <a:gd name="connsiteY10" fmla="*/ 137564 h 1884801"/>
                  <a:gd name="connsiteX11" fmla="*/ 212666 w 1726057"/>
                  <a:gd name="connsiteY11" fmla="*/ 1351214 h 1884801"/>
                  <a:gd name="connsiteX12" fmla="*/ 763126 w 1726057"/>
                  <a:gd name="connsiteY12" fmla="*/ 1800766 h 1884801"/>
                  <a:gd name="connsiteX13" fmla="*/ 1368966 w 1726057"/>
                  <a:gd name="connsiteY13" fmla="*/ 1746568 h 1884801"/>
                  <a:gd name="connsiteX14" fmla="*/ 1512444 w 1726057"/>
                  <a:gd name="connsiteY14" fmla="*/ 533113 h 1884801"/>
                  <a:gd name="connsiteX15" fmla="*/ 962181 w 1726057"/>
                  <a:gd name="connsiteY15" fmla="*/ 83366 h 1884801"/>
                  <a:gd name="connsiteX16" fmla="*/ 704198 w 1726057"/>
                  <a:gd name="connsiteY16" fmla="*/ 39021 h 188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26057" h="1884801">
                    <a:moveTo>
                      <a:pt x="1020126" y="1884330"/>
                    </a:moveTo>
                    <a:cubicBezTo>
                      <a:pt x="928086" y="1883778"/>
                      <a:pt x="836836" y="1868129"/>
                      <a:pt x="749920" y="1838014"/>
                    </a:cubicBezTo>
                    <a:cubicBezTo>
                      <a:pt x="522091" y="1760757"/>
                      <a:pt x="319290" y="1595205"/>
                      <a:pt x="178373" y="1372106"/>
                    </a:cubicBezTo>
                    <a:cubicBezTo>
                      <a:pt x="-112525" y="909940"/>
                      <a:pt x="-42558" y="341153"/>
                      <a:pt x="334268" y="104059"/>
                    </a:cubicBezTo>
                    <a:cubicBezTo>
                      <a:pt x="517361" y="-11236"/>
                      <a:pt x="744601" y="-31929"/>
                      <a:pt x="973809" y="45919"/>
                    </a:cubicBezTo>
                    <a:cubicBezTo>
                      <a:pt x="1203019" y="123768"/>
                      <a:pt x="1404442" y="288728"/>
                      <a:pt x="1545356" y="511829"/>
                    </a:cubicBezTo>
                    <a:lnTo>
                      <a:pt x="1545356" y="511829"/>
                    </a:lnTo>
                    <a:cubicBezTo>
                      <a:pt x="1836056" y="973796"/>
                      <a:pt x="1766290" y="1542584"/>
                      <a:pt x="1389463" y="1779874"/>
                    </a:cubicBezTo>
                    <a:cubicBezTo>
                      <a:pt x="1278701" y="1849072"/>
                      <a:pt x="1150596" y="1885315"/>
                      <a:pt x="1020126" y="1884330"/>
                    </a:cubicBezTo>
                    <a:close/>
                    <a:moveTo>
                      <a:pt x="704789" y="39021"/>
                    </a:moveTo>
                    <a:cubicBezTo>
                      <a:pt x="581611" y="38173"/>
                      <a:pt x="460601" y="72348"/>
                      <a:pt x="356145" y="137564"/>
                    </a:cubicBezTo>
                    <a:cubicBezTo>
                      <a:pt x="-2155" y="363226"/>
                      <a:pt x="-66602" y="907575"/>
                      <a:pt x="212666" y="1351214"/>
                    </a:cubicBezTo>
                    <a:cubicBezTo>
                      <a:pt x="348458" y="1566825"/>
                      <a:pt x="543770" y="1725676"/>
                      <a:pt x="763126" y="1800766"/>
                    </a:cubicBezTo>
                    <a:cubicBezTo>
                      <a:pt x="982482" y="1875856"/>
                      <a:pt x="1196713" y="1855555"/>
                      <a:pt x="1368966" y="1746568"/>
                    </a:cubicBezTo>
                    <a:cubicBezTo>
                      <a:pt x="1727465" y="1521102"/>
                      <a:pt x="1791712" y="976555"/>
                      <a:pt x="1512444" y="533113"/>
                    </a:cubicBezTo>
                    <a:cubicBezTo>
                      <a:pt x="1376849" y="317502"/>
                      <a:pt x="1181340" y="158652"/>
                      <a:pt x="962181" y="83366"/>
                    </a:cubicBezTo>
                    <a:cubicBezTo>
                      <a:pt x="879209" y="54552"/>
                      <a:pt x="792097" y="39573"/>
                      <a:pt x="704198" y="39021"/>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55" name="任意多边形: 形状 54">
                <a:extLst>
                  <a:ext uri="{FF2B5EF4-FFF2-40B4-BE49-F238E27FC236}">
                    <a16:creationId xmlns:a16="http://schemas.microsoft.com/office/drawing/2014/main" id="{078960BF-FE5A-3D42-B0B8-22746C754829}"/>
                  </a:ext>
                </a:extLst>
              </p:cNvPr>
              <p:cNvSpPr/>
              <p:nvPr/>
            </p:nvSpPr>
            <p:spPr>
              <a:xfrm rot="19668598">
                <a:off x="6553026" y="1619949"/>
                <a:ext cx="1340573" cy="1651574"/>
              </a:xfrm>
              <a:custGeom>
                <a:avLst/>
                <a:gdLst>
                  <a:gd name="connsiteX0" fmla="*/ 1339368 w 1340573"/>
                  <a:gd name="connsiteY0" fmla="*/ 825335 h 1651574"/>
                  <a:gd name="connsiteX1" fmla="*/ 669081 w 1340573"/>
                  <a:gd name="connsiteY1" fmla="*/ 1651123 h 1651574"/>
                  <a:gd name="connsiteX2" fmla="*/ -1206 w 1340573"/>
                  <a:gd name="connsiteY2" fmla="*/ 825336 h 1651574"/>
                  <a:gd name="connsiteX3" fmla="*/ 669081 w 1340573"/>
                  <a:gd name="connsiteY3" fmla="*/ -451 h 1651574"/>
                  <a:gd name="connsiteX4" fmla="*/ 1339368 w 1340573"/>
                  <a:gd name="connsiteY4" fmla="*/ 825335 h 1651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0573" h="1651574">
                    <a:moveTo>
                      <a:pt x="1339368" y="825335"/>
                    </a:moveTo>
                    <a:cubicBezTo>
                      <a:pt x="1339368" y="1281405"/>
                      <a:pt x="1039270" y="1651123"/>
                      <a:pt x="669081" y="1651123"/>
                    </a:cubicBezTo>
                    <a:cubicBezTo>
                      <a:pt x="298892" y="1651123"/>
                      <a:pt x="-1206" y="1281405"/>
                      <a:pt x="-1206" y="825336"/>
                    </a:cubicBezTo>
                    <a:cubicBezTo>
                      <a:pt x="-1206" y="369266"/>
                      <a:pt x="298892" y="-451"/>
                      <a:pt x="669081" y="-451"/>
                    </a:cubicBezTo>
                    <a:cubicBezTo>
                      <a:pt x="1039270" y="-451"/>
                      <a:pt x="1339368" y="369266"/>
                      <a:pt x="1339368" y="825335"/>
                    </a:cubicBezTo>
                    <a:close/>
                  </a:path>
                </a:pathLst>
              </a:custGeom>
              <a:solidFill>
                <a:srgbClr val="FFFFFF"/>
              </a:solidFill>
              <a:ln w="19685" cap="flat">
                <a:noFill/>
                <a:prstDash val="solid"/>
                <a:miter/>
              </a:ln>
            </p:spPr>
            <p:txBody>
              <a:bodyPr rtlCol="0" anchor="ctr"/>
              <a:lstStyle/>
              <a:p>
                <a:endParaRPr lang="zh-CN" altLang="en-US">
                  <a:cs typeface="+mn-ea"/>
                  <a:sym typeface="+mn-lt"/>
                </a:endParaRPr>
              </a:p>
            </p:txBody>
          </p:sp>
          <p:sp>
            <p:nvSpPr>
              <p:cNvPr id="56" name="任意多边形: 形状 55">
                <a:extLst>
                  <a:ext uri="{FF2B5EF4-FFF2-40B4-BE49-F238E27FC236}">
                    <a16:creationId xmlns:a16="http://schemas.microsoft.com/office/drawing/2014/main" id="{2C8E204C-3E5D-7E0E-6AE4-F4B8D4468C72}"/>
                  </a:ext>
                </a:extLst>
              </p:cNvPr>
              <p:cNvSpPr/>
              <p:nvPr/>
            </p:nvSpPr>
            <p:spPr>
              <a:xfrm>
                <a:off x="6485770" y="1642564"/>
                <a:ext cx="1475420" cy="1608489"/>
              </a:xfrm>
              <a:custGeom>
                <a:avLst/>
                <a:gdLst>
                  <a:gd name="connsiteX0" fmla="*/ 870916 w 1475420"/>
                  <a:gd name="connsiteY0" fmla="*/ 1608021 h 1608489"/>
                  <a:gd name="connsiteX1" fmla="*/ 640130 w 1475420"/>
                  <a:gd name="connsiteY1" fmla="*/ 1568604 h 1608489"/>
                  <a:gd name="connsiteX2" fmla="*/ 152541 w 1475420"/>
                  <a:gd name="connsiteY2" fmla="*/ 1170886 h 1608489"/>
                  <a:gd name="connsiteX3" fmla="*/ 4727 w 1475420"/>
                  <a:gd name="connsiteY3" fmla="*/ 559922 h 1608489"/>
                  <a:gd name="connsiteX4" fmla="*/ 285968 w 1475420"/>
                  <a:gd name="connsiteY4" fmla="*/ 88297 h 1608489"/>
                  <a:gd name="connsiteX5" fmla="*/ 1320468 w 1475420"/>
                  <a:gd name="connsiteY5" fmla="*/ 436349 h 1608489"/>
                  <a:gd name="connsiteX6" fmla="*/ 1468282 w 1475420"/>
                  <a:gd name="connsiteY6" fmla="*/ 1047313 h 1608489"/>
                  <a:gd name="connsiteX7" fmla="*/ 1186844 w 1475420"/>
                  <a:gd name="connsiteY7" fmla="*/ 1518742 h 1608489"/>
                  <a:gd name="connsiteX8" fmla="*/ 870916 w 1475420"/>
                  <a:gd name="connsiteY8" fmla="*/ 1608021 h 1608489"/>
                  <a:gd name="connsiteX9" fmla="*/ 601894 w 1475420"/>
                  <a:gd name="connsiteY9" fmla="*/ 37843 h 1608489"/>
                  <a:gd name="connsiteX10" fmla="*/ 306266 w 1475420"/>
                  <a:gd name="connsiteY10" fmla="*/ 120816 h 1608489"/>
                  <a:gd name="connsiteX11" fmla="*/ 42961 w 1475420"/>
                  <a:gd name="connsiteY11" fmla="*/ 563666 h 1608489"/>
                  <a:gd name="connsiteX12" fmla="*/ 185061 w 1475420"/>
                  <a:gd name="connsiteY12" fmla="*/ 1149600 h 1608489"/>
                  <a:gd name="connsiteX13" fmla="*/ 651954 w 1475420"/>
                  <a:gd name="connsiteY13" fmla="*/ 1531158 h 1608489"/>
                  <a:gd name="connsiteX14" fmla="*/ 1164376 w 1475420"/>
                  <a:gd name="connsiteY14" fmla="*/ 1485237 h 1608489"/>
                  <a:gd name="connsiteX15" fmla="*/ 1427484 w 1475420"/>
                  <a:gd name="connsiteY15" fmla="*/ 1042386 h 1608489"/>
                  <a:gd name="connsiteX16" fmla="*/ 1285584 w 1475420"/>
                  <a:gd name="connsiteY16" fmla="*/ 456452 h 1608489"/>
                  <a:gd name="connsiteX17" fmla="*/ 1285584 w 1475420"/>
                  <a:gd name="connsiteY17" fmla="*/ 456452 h 1608489"/>
                  <a:gd name="connsiteX18" fmla="*/ 601894 w 1475420"/>
                  <a:gd name="connsiteY18" fmla="*/ 37843 h 1608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75420" h="1608489">
                    <a:moveTo>
                      <a:pt x="870916" y="1608021"/>
                    </a:moveTo>
                    <a:cubicBezTo>
                      <a:pt x="792279" y="1607548"/>
                      <a:pt x="714431" y="1594245"/>
                      <a:pt x="640130" y="1568604"/>
                    </a:cubicBezTo>
                    <a:cubicBezTo>
                      <a:pt x="445607" y="1502580"/>
                      <a:pt x="272368" y="1361271"/>
                      <a:pt x="152541" y="1170886"/>
                    </a:cubicBezTo>
                    <a:cubicBezTo>
                      <a:pt x="32714" y="980501"/>
                      <a:pt x="-19908" y="763116"/>
                      <a:pt x="4727" y="559922"/>
                    </a:cubicBezTo>
                    <a:cubicBezTo>
                      <a:pt x="29363" y="356727"/>
                      <a:pt x="129284" y="187037"/>
                      <a:pt x="285968" y="88297"/>
                    </a:cubicBezTo>
                    <a:cubicBezTo>
                      <a:pt x="608005" y="-114307"/>
                      <a:pt x="1072141" y="41785"/>
                      <a:pt x="1320468" y="436349"/>
                    </a:cubicBezTo>
                    <a:cubicBezTo>
                      <a:pt x="1440295" y="626931"/>
                      <a:pt x="1492918" y="844119"/>
                      <a:pt x="1468282" y="1047313"/>
                    </a:cubicBezTo>
                    <a:cubicBezTo>
                      <a:pt x="1443646" y="1250508"/>
                      <a:pt x="1343525" y="1420199"/>
                      <a:pt x="1186844" y="1518742"/>
                    </a:cubicBezTo>
                    <a:cubicBezTo>
                      <a:pt x="1092242" y="1577906"/>
                      <a:pt x="982664" y="1608869"/>
                      <a:pt x="870916" y="1608021"/>
                    </a:cubicBezTo>
                    <a:close/>
                    <a:moveTo>
                      <a:pt x="601894" y="37843"/>
                    </a:moveTo>
                    <a:cubicBezTo>
                      <a:pt x="497440" y="36720"/>
                      <a:pt x="394954" y="65514"/>
                      <a:pt x="306266" y="120816"/>
                    </a:cubicBezTo>
                    <a:cubicBezTo>
                      <a:pt x="159833" y="212855"/>
                      <a:pt x="66415" y="370129"/>
                      <a:pt x="42961" y="563666"/>
                    </a:cubicBezTo>
                    <a:cubicBezTo>
                      <a:pt x="19509" y="757204"/>
                      <a:pt x="69961" y="966706"/>
                      <a:pt x="185061" y="1149600"/>
                    </a:cubicBezTo>
                    <a:cubicBezTo>
                      <a:pt x="300158" y="1332496"/>
                      <a:pt x="465907" y="1467893"/>
                      <a:pt x="651954" y="1531158"/>
                    </a:cubicBezTo>
                    <a:cubicBezTo>
                      <a:pt x="838004" y="1594422"/>
                      <a:pt x="1018729" y="1577473"/>
                      <a:pt x="1164376" y="1485237"/>
                    </a:cubicBezTo>
                    <a:cubicBezTo>
                      <a:pt x="1310022" y="1393001"/>
                      <a:pt x="1404229" y="1235726"/>
                      <a:pt x="1427484" y="1042386"/>
                    </a:cubicBezTo>
                    <a:cubicBezTo>
                      <a:pt x="1450741" y="849046"/>
                      <a:pt x="1400681" y="639150"/>
                      <a:pt x="1285584" y="456452"/>
                    </a:cubicBezTo>
                    <a:lnTo>
                      <a:pt x="1285584" y="456452"/>
                    </a:lnTo>
                    <a:cubicBezTo>
                      <a:pt x="1120426" y="190978"/>
                      <a:pt x="851996" y="37843"/>
                      <a:pt x="601894" y="37843"/>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sp>
            <p:nvSpPr>
              <p:cNvPr id="57" name="任意多边形: 形状 56">
                <a:extLst>
                  <a:ext uri="{FF2B5EF4-FFF2-40B4-BE49-F238E27FC236}">
                    <a16:creationId xmlns:a16="http://schemas.microsoft.com/office/drawing/2014/main" id="{6DAC1962-A326-86A5-E715-07BA0904BA6E}"/>
                  </a:ext>
                </a:extLst>
              </p:cNvPr>
              <p:cNvSpPr/>
              <p:nvPr/>
            </p:nvSpPr>
            <p:spPr>
              <a:xfrm>
                <a:off x="7411286" y="3388451"/>
                <a:ext cx="293852" cy="2342509"/>
              </a:xfrm>
              <a:custGeom>
                <a:avLst/>
                <a:gdLst>
                  <a:gd name="connsiteX0" fmla="*/ 125931 w 293852"/>
                  <a:gd name="connsiteY0" fmla="*/ 2342057 h 2342509"/>
                  <a:gd name="connsiteX1" fmla="*/ 123171 w 293852"/>
                  <a:gd name="connsiteY1" fmla="*/ 2342057 h 2342509"/>
                  <a:gd name="connsiteX2" fmla="*/ 106419 w 293852"/>
                  <a:gd name="connsiteY2" fmla="*/ 2319786 h 2342509"/>
                  <a:gd name="connsiteX3" fmla="*/ 249701 w 293852"/>
                  <a:gd name="connsiteY3" fmla="*/ 1314652 h 2342509"/>
                  <a:gd name="connsiteX4" fmla="*/ 152734 w 293852"/>
                  <a:gd name="connsiteY4" fmla="*/ 1158758 h 2342509"/>
                  <a:gd name="connsiteX5" fmla="*/ 31329 w 293852"/>
                  <a:gd name="connsiteY5" fmla="*/ 733250 h 2342509"/>
                  <a:gd name="connsiteX6" fmla="*/ 31329 w 293852"/>
                  <a:gd name="connsiteY6" fmla="*/ 553706 h 2342509"/>
                  <a:gd name="connsiteX7" fmla="*/ -599 w 293852"/>
                  <a:gd name="connsiteY7" fmla="*/ 175105 h 2342509"/>
                  <a:gd name="connsiteX8" fmla="*/ 146823 w 293852"/>
                  <a:gd name="connsiteY8" fmla="*/ 133 h 2342509"/>
                  <a:gd name="connsiteX9" fmla="*/ 286753 w 293852"/>
                  <a:gd name="connsiteY9" fmla="*/ 60008 h 2342509"/>
                  <a:gd name="connsiteX10" fmla="*/ 288329 w 293852"/>
                  <a:gd name="connsiteY10" fmla="*/ 61978 h 2342509"/>
                  <a:gd name="connsiteX11" fmla="*/ 285372 w 293852"/>
                  <a:gd name="connsiteY11" fmla="*/ 89571 h 2342509"/>
                  <a:gd name="connsiteX12" fmla="*/ 257584 w 293852"/>
                  <a:gd name="connsiteY12" fmla="*/ 86692 h 2342509"/>
                  <a:gd name="connsiteX13" fmla="*/ 257584 w 293852"/>
                  <a:gd name="connsiteY13" fmla="*/ 86614 h 2342509"/>
                  <a:gd name="connsiteX14" fmla="*/ 256006 w 293852"/>
                  <a:gd name="connsiteY14" fmla="*/ 84643 h 2342509"/>
                  <a:gd name="connsiteX15" fmla="*/ 83754 w 293852"/>
                  <a:gd name="connsiteY15" fmla="*/ 67279 h 2342509"/>
                  <a:gd name="connsiteX16" fmla="*/ 39213 w 293852"/>
                  <a:gd name="connsiteY16" fmla="*/ 171755 h 2342509"/>
                  <a:gd name="connsiteX17" fmla="*/ 70943 w 293852"/>
                  <a:gd name="connsiteY17" fmla="*/ 551932 h 2342509"/>
                  <a:gd name="connsiteX18" fmla="*/ 70943 w 293852"/>
                  <a:gd name="connsiteY18" fmla="*/ 733250 h 2342509"/>
                  <a:gd name="connsiteX19" fmla="*/ 186240 w 293852"/>
                  <a:gd name="connsiteY19" fmla="*/ 1136683 h 2342509"/>
                  <a:gd name="connsiteX20" fmla="*/ 287147 w 293852"/>
                  <a:gd name="connsiteY20" fmla="*/ 1298688 h 2342509"/>
                  <a:gd name="connsiteX21" fmla="*/ 289904 w 293852"/>
                  <a:gd name="connsiteY21" fmla="*/ 1311892 h 2342509"/>
                  <a:gd name="connsiteX22" fmla="*/ 145639 w 293852"/>
                  <a:gd name="connsiteY22" fmla="*/ 2324319 h 2342509"/>
                  <a:gd name="connsiteX23" fmla="*/ 125931 w 293852"/>
                  <a:gd name="connsiteY23" fmla="*/ 2342057 h 234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3852" h="2342509">
                    <a:moveTo>
                      <a:pt x="125931" y="2342057"/>
                    </a:moveTo>
                    <a:lnTo>
                      <a:pt x="123171" y="2342057"/>
                    </a:lnTo>
                    <a:cubicBezTo>
                      <a:pt x="112333" y="2340539"/>
                      <a:pt x="104843" y="2330567"/>
                      <a:pt x="106419" y="2319786"/>
                    </a:cubicBezTo>
                    <a:lnTo>
                      <a:pt x="249701" y="1314652"/>
                    </a:lnTo>
                    <a:lnTo>
                      <a:pt x="152734" y="1158758"/>
                    </a:lnTo>
                    <a:cubicBezTo>
                      <a:pt x="73111" y="1031125"/>
                      <a:pt x="31131" y="883666"/>
                      <a:pt x="31329" y="733250"/>
                    </a:cubicBezTo>
                    <a:lnTo>
                      <a:pt x="31329" y="553706"/>
                    </a:lnTo>
                    <a:lnTo>
                      <a:pt x="-599" y="175105"/>
                    </a:lnTo>
                    <a:cubicBezTo>
                      <a:pt x="-8286" y="86062"/>
                      <a:pt x="57937" y="7740"/>
                      <a:pt x="146823" y="133"/>
                    </a:cubicBezTo>
                    <a:cubicBezTo>
                      <a:pt x="200627" y="-4440"/>
                      <a:pt x="253049" y="18008"/>
                      <a:pt x="286753" y="60008"/>
                    </a:cubicBezTo>
                    <a:lnTo>
                      <a:pt x="288329" y="61978"/>
                    </a:lnTo>
                    <a:cubicBezTo>
                      <a:pt x="295029" y="70433"/>
                      <a:pt x="293847" y="82751"/>
                      <a:pt x="285372" y="89571"/>
                    </a:cubicBezTo>
                    <a:cubicBezTo>
                      <a:pt x="276898" y="96428"/>
                      <a:pt x="264482" y="95147"/>
                      <a:pt x="257584" y="86692"/>
                    </a:cubicBezTo>
                    <a:cubicBezTo>
                      <a:pt x="257584" y="86673"/>
                      <a:pt x="257584" y="86633"/>
                      <a:pt x="257584" y="86614"/>
                    </a:cubicBezTo>
                    <a:lnTo>
                      <a:pt x="256006" y="84643"/>
                    </a:lnTo>
                    <a:cubicBezTo>
                      <a:pt x="213240" y="32297"/>
                      <a:pt x="136179" y="24512"/>
                      <a:pt x="83754" y="67279"/>
                    </a:cubicBezTo>
                    <a:cubicBezTo>
                      <a:pt x="52615" y="92684"/>
                      <a:pt x="36059" y="131727"/>
                      <a:pt x="39213" y="171755"/>
                    </a:cubicBezTo>
                    <a:lnTo>
                      <a:pt x="70943" y="551932"/>
                    </a:lnTo>
                    <a:lnTo>
                      <a:pt x="70943" y="733250"/>
                    </a:lnTo>
                    <a:cubicBezTo>
                      <a:pt x="70943" y="875862"/>
                      <a:pt x="110755" y="1015634"/>
                      <a:pt x="186240" y="1136683"/>
                    </a:cubicBezTo>
                    <a:lnTo>
                      <a:pt x="287147" y="1298688"/>
                    </a:lnTo>
                    <a:cubicBezTo>
                      <a:pt x="289709" y="1302590"/>
                      <a:pt x="290693" y="1307301"/>
                      <a:pt x="289904" y="1311892"/>
                    </a:cubicBezTo>
                    <a:lnTo>
                      <a:pt x="145639" y="2324319"/>
                    </a:lnTo>
                    <a:cubicBezTo>
                      <a:pt x="144653" y="2334429"/>
                      <a:pt x="136179" y="2342116"/>
                      <a:pt x="125931" y="2342057"/>
                    </a:cubicBezTo>
                    <a:close/>
                  </a:path>
                </a:pathLst>
              </a:custGeom>
              <a:solidFill>
                <a:srgbClr val="080717"/>
              </a:solidFill>
              <a:ln w="19685" cap="flat">
                <a:noFill/>
                <a:prstDash val="solid"/>
                <a:miter/>
              </a:ln>
            </p:spPr>
            <p:txBody>
              <a:bodyPr rtlCol="0" anchor="ctr"/>
              <a:lstStyle/>
              <a:p>
                <a:endParaRPr lang="zh-CN" altLang="en-US">
                  <a:cs typeface="+mn-ea"/>
                  <a:sym typeface="+mn-lt"/>
                </a:endParaRPr>
              </a:p>
            </p:txBody>
          </p:sp>
        </p:grpSp>
      </p:grpSp>
      <p:sp>
        <p:nvSpPr>
          <p:cNvPr id="26"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spTree>
    <p:extLst>
      <p:ext uri="{BB962C8B-B14F-4D97-AF65-F5344CB8AC3E}">
        <p14:creationId xmlns:p14="http://schemas.microsoft.com/office/powerpoint/2010/main" val="311843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945B0C4D-63E8-C0D4-D846-42EFFA4E9046}"/>
              </a:ext>
            </a:extLst>
          </p:cNvPr>
          <p:cNvGrpSpPr/>
          <p:nvPr/>
        </p:nvGrpSpPr>
        <p:grpSpPr>
          <a:xfrm>
            <a:off x="0" y="0"/>
            <a:ext cx="12192000" cy="6858000"/>
            <a:chOff x="0" y="0"/>
            <a:chExt cx="12192000" cy="6858000"/>
          </a:xfrm>
        </p:grpSpPr>
        <p:sp>
          <p:nvSpPr>
            <p:cNvPr id="20" name="矩形 19">
              <a:extLst>
                <a:ext uri="{FF2B5EF4-FFF2-40B4-BE49-F238E27FC236}">
                  <a16:creationId xmlns:a16="http://schemas.microsoft.com/office/drawing/2014/main" id="{94774DF2-667D-BDA3-F1B1-E34518BDD30D}"/>
                </a:ext>
              </a:extLst>
            </p:cNvPr>
            <p:cNvSpPr/>
            <p:nvPr/>
          </p:nvSpPr>
          <p:spPr>
            <a:xfrm>
              <a:off x="0" y="0"/>
              <a:ext cx="12192000" cy="136780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任意多边形: 形状 53">
              <a:extLst>
                <a:ext uri="{FF2B5EF4-FFF2-40B4-BE49-F238E27FC236}">
                  <a16:creationId xmlns:a16="http://schemas.microsoft.com/office/drawing/2014/main" id="{0784E8E5-BB60-A171-AD28-35B5BBCA818F}"/>
                </a:ext>
              </a:extLst>
            </p:cNvPr>
            <p:cNvSpPr/>
            <p:nvPr/>
          </p:nvSpPr>
          <p:spPr>
            <a:xfrm>
              <a:off x="7635126" y="2138408"/>
              <a:ext cx="4556873" cy="3159306"/>
            </a:xfrm>
            <a:custGeom>
              <a:avLst/>
              <a:gdLst>
                <a:gd name="connsiteX0" fmla="*/ 13908 w 8903040"/>
                <a:gd name="connsiteY0" fmla="*/ 11 h 5252498"/>
                <a:gd name="connsiteX1" fmla="*/ 582360 w 8903040"/>
                <a:gd name="connsiteY1" fmla="*/ 6202 h 5252498"/>
                <a:gd name="connsiteX2" fmla="*/ 1150526 w 8903040"/>
                <a:gd name="connsiteY2" fmla="*/ 25442 h 5252498"/>
                <a:gd name="connsiteX3" fmla="*/ 1718121 w 8903040"/>
                <a:gd name="connsiteY3" fmla="*/ 65447 h 5252498"/>
                <a:gd name="connsiteX4" fmla="*/ 2001108 w 8903040"/>
                <a:gd name="connsiteY4" fmla="*/ 102023 h 5252498"/>
                <a:gd name="connsiteX5" fmla="*/ 2141888 w 8903040"/>
                <a:gd name="connsiteY5" fmla="*/ 130598 h 5252498"/>
                <a:gd name="connsiteX6" fmla="*/ 2211802 w 8903040"/>
                <a:gd name="connsiteY6" fmla="*/ 150601 h 5252498"/>
                <a:gd name="connsiteX7" fmla="*/ 2280858 w 8903040"/>
                <a:gd name="connsiteY7" fmla="*/ 179557 h 5252498"/>
                <a:gd name="connsiteX8" fmla="*/ 2314195 w 8903040"/>
                <a:gd name="connsiteY8" fmla="*/ 202512 h 5252498"/>
                <a:gd name="connsiteX9" fmla="*/ 2340389 w 8903040"/>
                <a:gd name="connsiteY9" fmla="*/ 242993 h 5252498"/>
                <a:gd name="connsiteX10" fmla="*/ 2342103 w 8903040"/>
                <a:gd name="connsiteY10" fmla="*/ 256900 h 5252498"/>
                <a:gd name="connsiteX11" fmla="*/ 2341723 w 8903040"/>
                <a:gd name="connsiteY11" fmla="*/ 267568 h 5252498"/>
                <a:gd name="connsiteX12" fmla="*/ 2338579 w 8903040"/>
                <a:gd name="connsiteY12" fmla="*/ 288428 h 5252498"/>
                <a:gd name="connsiteX13" fmla="*/ 2324482 w 8903040"/>
                <a:gd name="connsiteY13" fmla="*/ 327004 h 5252498"/>
                <a:gd name="connsiteX14" fmla="*/ 2278000 w 8903040"/>
                <a:gd name="connsiteY14" fmla="*/ 389202 h 5252498"/>
                <a:gd name="connsiteX15" fmla="*/ 2221517 w 8903040"/>
                <a:gd name="connsiteY15" fmla="*/ 437684 h 5252498"/>
                <a:gd name="connsiteX16" fmla="*/ 2098454 w 8903040"/>
                <a:gd name="connsiteY16" fmla="*/ 514646 h 5252498"/>
                <a:gd name="connsiteX17" fmla="*/ 1970438 w 8903040"/>
                <a:gd name="connsiteY17" fmla="*/ 579131 h 5252498"/>
                <a:gd name="connsiteX18" fmla="*/ 1455802 w 8903040"/>
                <a:gd name="connsiteY18" fmla="*/ 816970 h 5252498"/>
                <a:gd name="connsiteX19" fmla="*/ 1334930 w 8903040"/>
                <a:gd name="connsiteY19" fmla="*/ 886979 h 5252498"/>
                <a:gd name="connsiteX20" fmla="*/ 1226535 w 8903040"/>
                <a:gd name="connsiteY20" fmla="*/ 970513 h 5252498"/>
                <a:gd name="connsiteX21" fmla="*/ 1153098 w 8903040"/>
                <a:gd name="connsiteY21" fmla="*/ 1075669 h 5252498"/>
                <a:gd name="connsiteX22" fmla="*/ 1144620 w 8903040"/>
                <a:gd name="connsiteY22" fmla="*/ 1135105 h 5252498"/>
                <a:gd name="connsiteX23" fmla="*/ 1146240 w 8903040"/>
                <a:gd name="connsiteY23" fmla="*/ 1150154 h 5252498"/>
                <a:gd name="connsiteX24" fmla="*/ 1149288 w 8903040"/>
                <a:gd name="connsiteY24" fmla="*/ 1161489 h 5252498"/>
                <a:gd name="connsiteX25" fmla="*/ 1163099 w 8903040"/>
                <a:gd name="connsiteY25" fmla="*/ 1182539 h 5252498"/>
                <a:gd name="connsiteX26" fmla="*/ 1213010 w 8903040"/>
                <a:gd name="connsiteY26" fmla="*/ 1217115 h 5252498"/>
                <a:gd name="connsiteX27" fmla="*/ 1275208 w 8903040"/>
                <a:gd name="connsiteY27" fmla="*/ 1241404 h 5252498"/>
                <a:gd name="connsiteX28" fmla="*/ 1409796 w 8903040"/>
                <a:gd name="connsiteY28" fmla="*/ 1272646 h 5252498"/>
                <a:gd name="connsiteX29" fmla="*/ 1689165 w 8903040"/>
                <a:gd name="connsiteY29" fmla="*/ 1303983 h 5252498"/>
                <a:gd name="connsiteX30" fmla="*/ 2255045 w 8903040"/>
                <a:gd name="connsiteY30" fmla="*/ 1322557 h 5252498"/>
                <a:gd name="connsiteX31" fmla="*/ 2822640 w 8903040"/>
                <a:gd name="connsiteY31" fmla="*/ 1321700 h 5252498"/>
                <a:gd name="connsiteX32" fmla="*/ 3959639 w 8903040"/>
                <a:gd name="connsiteY32" fmla="*/ 1319795 h 5252498"/>
                <a:gd name="connsiteX33" fmla="*/ 4528948 w 8903040"/>
                <a:gd name="connsiteY33" fmla="*/ 1339416 h 5252498"/>
                <a:gd name="connsiteX34" fmla="*/ 5097781 w 8903040"/>
                <a:gd name="connsiteY34" fmla="*/ 1398471 h 5252498"/>
                <a:gd name="connsiteX35" fmla="*/ 5379626 w 8903040"/>
                <a:gd name="connsiteY35" fmla="*/ 1462098 h 5252498"/>
                <a:gd name="connsiteX36" fmla="*/ 5517548 w 8903040"/>
                <a:gd name="connsiteY36" fmla="*/ 1513247 h 5252498"/>
                <a:gd name="connsiteX37" fmla="*/ 5647850 w 8903040"/>
                <a:gd name="connsiteY37" fmla="*/ 1591067 h 5252498"/>
                <a:gd name="connsiteX38" fmla="*/ 5745577 w 8903040"/>
                <a:gd name="connsiteY38" fmla="*/ 1719845 h 5252498"/>
                <a:gd name="connsiteX39" fmla="*/ 5761103 w 8903040"/>
                <a:gd name="connsiteY39" fmla="*/ 1802808 h 5252498"/>
                <a:gd name="connsiteX40" fmla="*/ 5754911 w 8903040"/>
                <a:gd name="connsiteY40" fmla="*/ 1881103 h 5252498"/>
                <a:gd name="connsiteX41" fmla="*/ 5701095 w 8903040"/>
                <a:gd name="connsiteY41" fmla="*/ 2027502 h 5252498"/>
                <a:gd name="connsiteX42" fmla="*/ 5605940 w 8903040"/>
                <a:gd name="connsiteY42" fmla="*/ 2146946 h 5252498"/>
                <a:gd name="connsiteX43" fmla="*/ 5364481 w 8903040"/>
                <a:gd name="connsiteY43" fmla="*/ 2316300 h 5252498"/>
                <a:gd name="connsiteX44" fmla="*/ 5100925 w 8903040"/>
                <a:gd name="connsiteY44" fmla="*/ 2434982 h 5252498"/>
                <a:gd name="connsiteX45" fmla="*/ 4558571 w 8903040"/>
                <a:gd name="connsiteY45" fmla="*/ 2614814 h 5252498"/>
                <a:gd name="connsiteX46" fmla="*/ 4018218 w 8903040"/>
                <a:gd name="connsiteY46" fmla="*/ 2784168 h 5252498"/>
                <a:gd name="connsiteX47" fmla="*/ 3756280 w 8903040"/>
                <a:gd name="connsiteY47" fmla="*/ 2884467 h 5252498"/>
                <a:gd name="connsiteX48" fmla="*/ 3510631 w 8903040"/>
                <a:gd name="connsiteY48" fmla="*/ 3010959 h 5252498"/>
                <a:gd name="connsiteX49" fmla="*/ 3310224 w 8903040"/>
                <a:gd name="connsiteY49" fmla="*/ 3184885 h 5252498"/>
                <a:gd name="connsiteX50" fmla="*/ 3227357 w 8903040"/>
                <a:gd name="connsiteY50" fmla="*/ 3418248 h 5252498"/>
                <a:gd name="connsiteX51" fmla="*/ 3280316 w 8903040"/>
                <a:gd name="connsiteY51" fmla="*/ 3674089 h 5252498"/>
                <a:gd name="connsiteX52" fmla="*/ 3426525 w 8903040"/>
                <a:gd name="connsiteY52" fmla="*/ 3896688 h 5252498"/>
                <a:gd name="connsiteX53" fmla="*/ 3630264 w 8903040"/>
                <a:gd name="connsiteY53" fmla="*/ 4078330 h 5252498"/>
                <a:gd name="connsiteX54" fmla="*/ 3744564 w 8903040"/>
                <a:gd name="connsiteY54" fmla="*/ 4156054 h 5252498"/>
                <a:gd name="connsiteX55" fmla="*/ 3864294 w 8903040"/>
                <a:gd name="connsiteY55" fmla="*/ 4226539 h 5252498"/>
                <a:gd name="connsiteX56" fmla="*/ 4114897 w 8903040"/>
                <a:gd name="connsiteY56" fmla="*/ 4349697 h 5252498"/>
                <a:gd name="connsiteX57" fmla="*/ 4375215 w 8903040"/>
                <a:gd name="connsiteY57" fmla="*/ 4454092 h 5252498"/>
                <a:gd name="connsiteX58" fmla="*/ 4912520 w 8903040"/>
                <a:gd name="connsiteY58" fmla="*/ 4622398 h 5252498"/>
                <a:gd name="connsiteX59" fmla="*/ 5462017 w 8903040"/>
                <a:gd name="connsiteY59" fmla="*/ 4752414 h 5252498"/>
                <a:gd name="connsiteX60" fmla="*/ 6578252 w 8903040"/>
                <a:gd name="connsiteY60" fmla="*/ 4937390 h 5252498"/>
                <a:gd name="connsiteX61" fmla="*/ 7705059 w 8903040"/>
                <a:gd name="connsiteY61" fmla="*/ 5053785 h 5252498"/>
                <a:gd name="connsiteX62" fmla="*/ 8270369 w 8903040"/>
                <a:gd name="connsiteY62" fmla="*/ 5091695 h 5252498"/>
                <a:gd name="connsiteX63" fmla="*/ 8835582 w 8903040"/>
                <a:gd name="connsiteY63" fmla="*/ 5115507 h 5252498"/>
                <a:gd name="connsiteX64" fmla="*/ 8836248 w 8903040"/>
                <a:gd name="connsiteY64" fmla="*/ 5115507 h 5252498"/>
                <a:gd name="connsiteX65" fmla="*/ 8903019 w 8903040"/>
                <a:gd name="connsiteY65" fmla="*/ 5185706 h 5252498"/>
                <a:gd name="connsiteX66" fmla="*/ 8832819 w 8903040"/>
                <a:gd name="connsiteY66" fmla="*/ 5252477 h 5252498"/>
                <a:gd name="connsiteX67" fmla="*/ 8832438 w 8903040"/>
                <a:gd name="connsiteY67" fmla="*/ 5252477 h 5252498"/>
                <a:gd name="connsiteX68" fmla="*/ 8262653 w 8903040"/>
                <a:gd name="connsiteY68" fmla="*/ 5225045 h 5252498"/>
                <a:gd name="connsiteX69" fmla="*/ 7694582 w 8903040"/>
                <a:gd name="connsiteY69" fmla="*/ 5183516 h 5252498"/>
                <a:gd name="connsiteX70" fmla="*/ 6561964 w 8903040"/>
                <a:gd name="connsiteY70" fmla="*/ 5059691 h 5252498"/>
                <a:gd name="connsiteX71" fmla="*/ 5438014 w 8903040"/>
                <a:gd name="connsiteY71" fmla="*/ 4866429 h 5252498"/>
                <a:gd name="connsiteX72" fmla="*/ 4882802 w 8903040"/>
                <a:gd name="connsiteY72" fmla="*/ 4731555 h 5252498"/>
                <a:gd name="connsiteX73" fmla="*/ 4337210 w 8903040"/>
                <a:gd name="connsiteY73" fmla="*/ 4557056 h 5252498"/>
                <a:gd name="connsiteX74" fmla="*/ 4070986 w 8903040"/>
                <a:gd name="connsiteY74" fmla="*/ 4448472 h 5252498"/>
                <a:gd name="connsiteX75" fmla="*/ 3812668 w 8903040"/>
                <a:gd name="connsiteY75" fmla="*/ 4319598 h 5252498"/>
                <a:gd name="connsiteX76" fmla="*/ 3688081 w 8903040"/>
                <a:gd name="connsiteY76" fmla="*/ 4245208 h 5252498"/>
                <a:gd name="connsiteX77" fmla="*/ 3568066 w 8903040"/>
                <a:gd name="connsiteY77" fmla="*/ 4162531 h 5252498"/>
                <a:gd name="connsiteX78" fmla="*/ 3349848 w 8903040"/>
                <a:gd name="connsiteY78" fmla="*/ 3965363 h 5252498"/>
                <a:gd name="connsiteX79" fmla="*/ 3187352 w 8903040"/>
                <a:gd name="connsiteY79" fmla="*/ 3714094 h 5252498"/>
                <a:gd name="connsiteX80" fmla="*/ 3127916 w 8903040"/>
                <a:gd name="connsiteY80" fmla="*/ 3417295 h 5252498"/>
                <a:gd name="connsiteX81" fmla="*/ 3156300 w 8903040"/>
                <a:gd name="connsiteY81" fmla="*/ 3261847 h 5252498"/>
                <a:gd name="connsiteX82" fmla="*/ 3232691 w 8903040"/>
                <a:gd name="connsiteY82" fmla="*/ 3125354 h 5252498"/>
                <a:gd name="connsiteX83" fmla="*/ 3459576 w 8903040"/>
                <a:gd name="connsiteY83" fmla="*/ 2929425 h 5252498"/>
                <a:gd name="connsiteX84" fmla="*/ 3719133 w 8903040"/>
                <a:gd name="connsiteY84" fmla="*/ 2797408 h 5252498"/>
                <a:gd name="connsiteX85" fmla="*/ 3988214 w 8903040"/>
                <a:gd name="connsiteY85" fmla="*/ 2696062 h 5252498"/>
                <a:gd name="connsiteX86" fmla="*/ 4532949 w 8903040"/>
                <a:gd name="connsiteY86" fmla="*/ 2528708 h 5252498"/>
                <a:gd name="connsiteX87" fmla="*/ 5069873 w 8903040"/>
                <a:gd name="connsiteY87" fmla="*/ 2354210 h 5252498"/>
                <a:gd name="connsiteX88" fmla="*/ 5324667 w 8903040"/>
                <a:gd name="connsiteY88" fmla="*/ 2241243 h 5252498"/>
                <a:gd name="connsiteX89" fmla="*/ 5547933 w 8903040"/>
                <a:gd name="connsiteY89" fmla="*/ 2087033 h 5252498"/>
                <a:gd name="connsiteX90" fmla="*/ 5629943 w 8903040"/>
                <a:gd name="connsiteY90" fmla="*/ 1985592 h 5252498"/>
                <a:gd name="connsiteX91" fmla="*/ 5674329 w 8903040"/>
                <a:gd name="connsiteY91" fmla="*/ 1867196 h 5252498"/>
                <a:gd name="connsiteX92" fmla="*/ 5679663 w 8903040"/>
                <a:gd name="connsiteY92" fmla="*/ 1804141 h 5252498"/>
                <a:gd name="connsiteX93" fmla="*/ 5669567 w 8903040"/>
                <a:gd name="connsiteY93" fmla="*/ 1748134 h 5252498"/>
                <a:gd name="connsiteX94" fmla="*/ 5597272 w 8903040"/>
                <a:gd name="connsiteY94" fmla="*/ 1653551 h 5252498"/>
                <a:gd name="connsiteX95" fmla="*/ 5484592 w 8903040"/>
                <a:gd name="connsiteY95" fmla="*/ 1585733 h 5252498"/>
                <a:gd name="connsiteX96" fmla="*/ 5356576 w 8903040"/>
                <a:gd name="connsiteY96" fmla="*/ 1537536 h 5252498"/>
                <a:gd name="connsiteX97" fmla="*/ 5085018 w 8903040"/>
                <a:gd name="connsiteY97" fmla="*/ 1474671 h 5252498"/>
                <a:gd name="connsiteX98" fmla="*/ 4524567 w 8903040"/>
                <a:gd name="connsiteY98" fmla="*/ 1413330 h 5252498"/>
                <a:gd name="connsiteX99" fmla="*/ 3958591 w 8903040"/>
                <a:gd name="connsiteY99" fmla="*/ 1390661 h 5252498"/>
                <a:gd name="connsiteX100" fmla="*/ 2823211 w 8903040"/>
                <a:gd name="connsiteY100" fmla="*/ 1386089 h 5252498"/>
                <a:gd name="connsiteX101" fmla="*/ 2254664 w 8903040"/>
                <a:gd name="connsiteY101" fmla="*/ 1383708 h 5252498"/>
                <a:gd name="connsiteX102" fmla="*/ 1685259 w 8903040"/>
                <a:gd name="connsiteY102" fmla="*/ 1361705 h 5252498"/>
                <a:gd name="connsiteX103" fmla="*/ 1400462 w 8903040"/>
                <a:gd name="connsiteY103" fmla="*/ 1327986 h 5252498"/>
                <a:gd name="connsiteX104" fmla="*/ 1258730 w 8903040"/>
                <a:gd name="connsiteY104" fmla="*/ 1294172 h 5252498"/>
                <a:gd name="connsiteX105" fmla="*/ 1188912 w 8903040"/>
                <a:gd name="connsiteY105" fmla="*/ 1266359 h 5252498"/>
                <a:gd name="connsiteX106" fmla="*/ 1123380 w 8903040"/>
                <a:gd name="connsiteY106" fmla="*/ 1219592 h 5252498"/>
                <a:gd name="connsiteX107" fmla="*/ 1098996 w 8903040"/>
                <a:gd name="connsiteY107" fmla="*/ 1181301 h 5252498"/>
                <a:gd name="connsiteX108" fmla="*/ 1092995 w 8903040"/>
                <a:gd name="connsiteY108" fmla="*/ 1158441 h 5252498"/>
                <a:gd name="connsiteX109" fmla="*/ 1090899 w 8903040"/>
                <a:gd name="connsiteY109" fmla="*/ 1138153 h 5252498"/>
                <a:gd name="connsiteX110" fmla="*/ 1102806 w 8903040"/>
                <a:gd name="connsiteY110" fmla="*/ 1057952 h 5252498"/>
                <a:gd name="connsiteX111" fmla="*/ 1190436 w 8903040"/>
                <a:gd name="connsiteY111" fmla="*/ 932318 h 5252498"/>
                <a:gd name="connsiteX112" fmla="*/ 1307212 w 8903040"/>
                <a:gd name="connsiteY112" fmla="*/ 843354 h 5252498"/>
                <a:gd name="connsiteX113" fmla="*/ 1432466 w 8903040"/>
                <a:gd name="connsiteY113" fmla="*/ 771821 h 5252498"/>
                <a:gd name="connsiteX114" fmla="*/ 1950531 w 8903040"/>
                <a:gd name="connsiteY114" fmla="*/ 536078 h 5252498"/>
                <a:gd name="connsiteX115" fmla="*/ 2076546 w 8903040"/>
                <a:gd name="connsiteY115" fmla="*/ 473594 h 5252498"/>
                <a:gd name="connsiteX116" fmla="*/ 2194561 w 8903040"/>
                <a:gd name="connsiteY116" fmla="*/ 400823 h 5252498"/>
                <a:gd name="connsiteX117" fmla="*/ 2245996 w 8903040"/>
                <a:gd name="connsiteY117" fmla="*/ 357293 h 5252498"/>
                <a:gd name="connsiteX118" fmla="*/ 2284668 w 8903040"/>
                <a:gd name="connsiteY118" fmla="*/ 306525 h 5252498"/>
                <a:gd name="connsiteX119" fmla="*/ 2295145 w 8903040"/>
                <a:gd name="connsiteY119" fmla="*/ 278712 h 5252498"/>
                <a:gd name="connsiteX120" fmla="*/ 2297336 w 8903040"/>
                <a:gd name="connsiteY120" fmla="*/ 264425 h 5252498"/>
                <a:gd name="connsiteX121" fmla="*/ 2297622 w 8903040"/>
                <a:gd name="connsiteY121" fmla="*/ 257376 h 5252498"/>
                <a:gd name="connsiteX122" fmla="*/ 2297145 w 8903040"/>
                <a:gd name="connsiteY122" fmla="*/ 253661 h 5252498"/>
                <a:gd name="connsiteX123" fmla="*/ 2284763 w 8903040"/>
                <a:gd name="connsiteY123" fmla="*/ 235850 h 5252498"/>
                <a:gd name="connsiteX124" fmla="*/ 2259807 w 8903040"/>
                <a:gd name="connsiteY124" fmla="*/ 218609 h 5252498"/>
                <a:gd name="connsiteX125" fmla="*/ 2198181 w 8903040"/>
                <a:gd name="connsiteY125" fmla="*/ 192320 h 5252498"/>
                <a:gd name="connsiteX126" fmla="*/ 2131696 w 8903040"/>
                <a:gd name="connsiteY126" fmla="*/ 172794 h 5252498"/>
                <a:gd name="connsiteX127" fmla="*/ 1994346 w 8903040"/>
                <a:gd name="connsiteY127" fmla="*/ 143933 h 5252498"/>
                <a:gd name="connsiteX128" fmla="*/ 1714311 w 8903040"/>
                <a:gd name="connsiteY128" fmla="*/ 105643 h 5252498"/>
                <a:gd name="connsiteX129" fmla="*/ 1149002 w 8903040"/>
                <a:gd name="connsiteY129" fmla="*/ 61733 h 5252498"/>
                <a:gd name="connsiteX130" fmla="*/ 581883 w 8903040"/>
                <a:gd name="connsiteY130" fmla="*/ 38396 h 5252498"/>
                <a:gd name="connsiteX131" fmla="*/ 13908 w 8903040"/>
                <a:gd name="connsiteY131" fmla="*/ 27824 h 5252498"/>
                <a:gd name="connsiteX132" fmla="*/ 13812 w 8903040"/>
                <a:gd name="connsiteY132" fmla="*/ 27824 h 5252498"/>
                <a:gd name="connsiteX133" fmla="*/ 1 w 8903040"/>
                <a:gd name="connsiteY133" fmla="*/ 13822 h 5252498"/>
                <a:gd name="connsiteX134" fmla="*/ 13908 w 8903040"/>
                <a:gd name="connsiteY134" fmla="*/ 11 h 525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Lst>
              <a:rect l="l" t="t" r="r" b="b"/>
              <a:pathLst>
                <a:path w="8903040" h="5252498">
                  <a:moveTo>
                    <a:pt x="13908" y="11"/>
                  </a:moveTo>
                  <a:cubicBezTo>
                    <a:pt x="203455" y="-180"/>
                    <a:pt x="392907" y="2201"/>
                    <a:pt x="582360" y="6202"/>
                  </a:cubicBezTo>
                  <a:cubicBezTo>
                    <a:pt x="771812" y="10298"/>
                    <a:pt x="961264" y="16394"/>
                    <a:pt x="1150526" y="25442"/>
                  </a:cubicBezTo>
                  <a:cubicBezTo>
                    <a:pt x="1339883" y="34682"/>
                    <a:pt x="1529145" y="46493"/>
                    <a:pt x="1718121" y="65447"/>
                  </a:cubicBezTo>
                  <a:cubicBezTo>
                    <a:pt x="1812609" y="75068"/>
                    <a:pt x="1907001" y="86307"/>
                    <a:pt x="2001108" y="102023"/>
                  </a:cubicBezTo>
                  <a:cubicBezTo>
                    <a:pt x="2048162" y="109929"/>
                    <a:pt x="2095120" y="118978"/>
                    <a:pt x="2141888" y="130598"/>
                  </a:cubicBezTo>
                  <a:cubicBezTo>
                    <a:pt x="2165224" y="136409"/>
                    <a:pt x="2188560" y="142886"/>
                    <a:pt x="2211802" y="150601"/>
                  </a:cubicBezTo>
                  <a:cubicBezTo>
                    <a:pt x="2234947" y="158411"/>
                    <a:pt x="2258093" y="167270"/>
                    <a:pt x="2280858" y="179557"/>
                  </a:cubicBezTo>
                  <a:cubicBezTo>
                    <a:pt x="2292192" y="185843"/>
                    <a:pt x="2303432" y="192892"/>
                    <a:pt x="2314195" y="202512"/>
                  </a:cubicBezTo>
                  <a:cubicBezTo>
                    <a:pt x="2324673" y="212037"/>
                    <a:pt x="2335722" y="224705"/>
                    <a:pt x="2340389" y="242993"/>
                  </a:cubicBezTo>
                  <a:cubicBezTo>
                    <a:pt x="2341437" y="247470"/>
                    <a:pt x="2342103" y="252233"/>
                    <a:pt x="2342103" y="256900"/>
                  </a:cubicBezTo>
                  <a:cubicBezTo>
                    <a:pt x="2342008" y="260615"/>
                    <a:pt x="2342008" y="264044"/>
                    <a:pt x="2341723" y="267568"/>
                  </a:cubicBezTo>
                  <a:cubicBezTo>
                    <a:pt x="2341151" y="274616"/>
                    <a:pt x="2340198" y="281570"/>
                    <a:pt x="2338579" y="288428"/>
                  </a:cubicBezTo>
                  <a:cubicBezTo>
                    <a:pt x="2335531" y="302048"/>
                    <a:pt x="2330578" y="315002"/>
                    <a:pt x="2324482" y="327004"/>
                  </a:cubicBezTo>
                  <a:cubicBezTo>
                    <a:pt x="2312195" y="351007"/>
                    <a:pt x="2295717" y="371200"/>
                    <a:pt x="2278000" y="389202"/>
                  </a:cubicBezTo>
                  <a:cubicBezTo>
                    <a:pt x="2260284" y="407204"/>
                    <a:pt x="2241138" y="423111"/>
                    <a:pt x="2221517" y="437684"/>
                  </a:cubicBezTo>
                  <a:cubicBezTo>
                    <a:pt x="2182083" y="466926"/>
                    <a:pt x="2140554" y="491596"/>
                    <a:pt x="2098454" y="514646"/>
                  </a:cubicBezTo>
                  <a:cubicBezTo>
                    <a:pt x="2056258" y="537602"/>
                    <a:pt x="2013491" y="558747"/>
                    <a:pt x="1970438" y="579131"/>
                  </a:cubicBezTo>
                  <a:cubicBezTo>
                    <a:pt x="1798321" y="660379"/>
                    <a:pt x="1621918" y="729911"/>
                    <a:pt x="1455802" y="816970"/>
                  </a:cubicBezTo>
                  <a:cubicBezTo>
                    <a:pt x="1414368" y="838782"/>
                    <a:pt x="1373792" y="861833"/>
                    <a:pt x="1334930" y="886979"/>
                  </a:cubicBezTo>
                  <a:cubicBezTo>
                    <a:pt x="1296163" y="912125"/>
                    <a:pt x="1259016" y="939461"/>
                    <a:pt x="1226535" y="970513"/>
                  </a:cubicBezTo>
                  <a:cubicBezTo>
                    <a:pt x="1194246" y="1001469"/>
                    <a:pt x="1166623" y="1036712"/>
                    <a:pt x="1153098" y="1075669"/>
                  </a:cubicBezTo>
                  <a:cubicBezTo>
                    <a:pt x="1146335" y="1095005"/>
                    <a:pt x="1143382" y="1115102"/>
                    <a:pt x="1144620" y="1135105"/>
                  </a:cubicBezTo>
                  <a:cubicBezTo>
                    <a:pt x="1145001" y="1140153"/>
                    <a:pt x="1145478" y="1145106"/>
                    <a:pt x="1146240" y="1150154"/>
                  </a:cubicBezTo>
                  <a:cubicBezTo>
                    <a:pt x="1146906" y="1154346"/>
                    <a:pt x="1147859" y="1157775"/>
                    <a:pt x="1149288" y="1161489"/>
                  </a:cubicBezTo>
                  <a:cubicBezTo>
                    <a:pt x="1152240" y="1168728"/>
                    <a:pt x="1156908" y="1175872"/>
                    <a:pt x="1163099" y="1182539"/>
                  </a:cubicBezTo>
                  <a:cubicBezTo>
                    <a:pt x="1175672" y="1196065"/>
                    <a:pt x="1193674" y="1207590"/>
                    <a:pt x="1213010" y="1217115"/>
                  </a:cubicBezTo>
                  <a:cubicBezTo>
                    <a:pt x="1232441" y="1226735"/>
                    <a:pt x="1253586" y="1234641"/>
                    <a:pt x="1275208" y="1241404"/>
                  </a:cubicBezTo>
                  <a:cubicBezTo>
                    <a:pt x="1318547" y="1255025"/>
                    <a:pt x="1363981" y="1264645"/>
                    <a:pt x="1409796" y="1272646"/>
                  </a:cubicBezTo>
                  <a:cubicBezTo>
                    <a:pt x="1501617" y="1288362"/>
                    <a:pt x="1595343" y="1297221"/>
                    <a:pt x="1689165" y="1303983"/>
                  </a:cubicBezTo>
                  <a:cubicBezTo>
                    <a:pt x="1876998" y="1317033"/>
                    <a:pt x="2066069" y="1320747"/>
                    <a:pt x="2255045" y="1322557"/>
                  </a:cubicBezTo>
                  <a:cubicBezTo>
                    <a:pt x="2444116" y="1324176"/>
                    <a:pt x="2633378" y="1323033"/>
                    <a:pt x="2822640" y="1321700"/>
                  </a:cubicBezTo>
                  <a:cubicBezTo>
                    <a:pt x="3201258" y="1318842"/>
                    <a:pt x="3580163" y="1314175"/>
                    <a:pt x="3959639" y="1319795"/>
                  </a:cubicBezTo>
                  <a:cubicBezTo>
                    <a:pt x="4149282" y="1322747"/>
                    <a:pt x="4339115" y="1328177"/>
                    <a:pt x="4528948" y="1339416"/>
                  </a:cubicBezTo>
                  <a:cubicBezTo>
                    <a:pt x="4718686" y="1350941"/>
                    <a:pt x="4908710" y="1367229"/>
                    <a:pt x="5097781" y="1398471"/>
                  </a:cubicBezTo>
                  <a:cubicBezTo>
                    <a:pt x="5192269" y="1414378"/>
                    <a:pt x="5286567" y="1433904"/>
                    <a:pt x="5379626" y="1462098"/>
                  </a:cubicBezTo>
                  <a:cubicBezTo>
                    <a:pt x="5426108" y="1476290"/>
                    <a:pt x="5472305" y="1492769"/>
                    <a:pt x="5517548" y="1513247"/>
                  </a:cubicBezTo>
                  <a:cubicBezTo>
                    <a:pt x="5562601" y="1533917"/>
                    <a:pt x="5607083" y="1558301"/>
                    <a:pt x="5647850" y="1591067"/>
                  </a:cubicBezTo>
                  <a:cubicBezTo>
                    <a:pt x="5688236" y="1623452"/>
                    <a:pt x="5725574" y="1666314"/>
                    <a:pt x="5745577" y="1719845"/>
                  </a:cubicBezTo>
                  <a:cubicBezTo>
                    <a:pt x="5755578" y="1746324"/>
                    <a:pt x="5760626" y="1774899"/>
                    <a:pt x="5761103" y="1802808"/>
                  </a:cubicBezTo>
                  <a:cubicBezTo>
                    <a:pt x="5761293" y="1829382"/>
                    <a:pt x="5759388" y="1855100"/>
                    <a:pt x="5754911" y="1881103"/>
                  </a:cubicBezTo>
                  <a:cubicBezTo>
                    <a:pt x="5746244" y="1932824"/>
                    <a:pt x="5727288" y="1982830"/>
                    <a:pt x="5701095" y="2027502"/>
                  </a:cubicBezTo>
                  <a:cubicBezTo>
                    <a:pt x="5674996" y="2072365"/>
                    <a:pt x="5641945" y="2111894"/>
                    <a:pt x="5605940" y="2146946"/>
                  </a:cubicBezTo>
                  <a:cubicBezTo>
                    <a:pt x="5533550" y="2217145"/>
                    <a:pt x="5449920" y="2270294"/>
                    <a:pt x="5364481" y="2316300"/>
                  </a:cubicBezTo>
                  <a:cubicBezTo>
                    <a:pt x="5278756" y="2362020"/>
                    <a:pt x="5190174" y="2400216"/>
                    <a:pt x="5100925" y="2434982"/>
                  </a:cubicBezTo>
                  <a:cubicBezTo>
                    <a:pt x="4922140" y="2504133"/>
                    <a:pt x="4740022" y="2559759"/>
                    <a:pt x="4558571" y="2614814"/>
                  </a:cubicBezTo>
                  <a:cubicBezTo>
                    <a:pt x="4377120" y="2669678"/>
                    <a:pt x="4195859" y="2722923"/>
                    <a:pt x="4018218" y="2784168"/>
                  </a:cubicBezTo>
                  <a:cubicBezTo>
                    <a:pt x="3929445" y="2814839"/>
                    <a:pt x="3841719" y="2847605"/>
                    <a:pt x="3756280" y="2884467"/>
                  </a:cubicBezTo>
                  <a:cubicBezTo>
                    <a:pt x="3670936" y="2921424"/>
                    <a:pt x="3587688" y="2962381"/>
                    <a:pt x="3510631" y="3010959"/>
                  </a:cubicBezTo>
                  <a:cubicBezTo>
                    <a:pt x="3433859" y="3059536"/>
                    <a:pt x="3362707" y="3116305"/>
                    <a:pt x="3310224" y="3184885"/>
                  </a:cubicBezTo>
                  <a:cubicBezTo>
                    <a:pt x="3257456" y="3253084"/>
                    <a:pt x="3227357" y="3333856"/>
                    <a:pt x="3227357" y="3418248"/>
                  </a:cubicBezTo>
                  <a:cubicBezTo>
                    <a:pt x="3227071" y="3505877"/>
                    <a:pt x="3245169" y="3593317"/>
                    <a:pt x="3280316" y="3674089"/>
                  </a:cubicBezTo>
                  <a:cubicBezTo>
                    <a:pt x="3315368" y="3755052"/>
                    <a:pt x="3366136" y="3829727"/>
                    <a:pt x="3426525" y="3896688"/>
                  </a:cubicBezTo>
                  <a:cubicBezTo>
                    <a:pt x="3487008" y="3963744"/>
                    <a:pt x="3556160" y="4024037"/>
                    <a:pt x="3630264" y="4078330"/>
                  </a:cubicBezTo>
                  <a:cubicBezTo>
                    <a:pt x="3667126" y="4105667"/>
                    <a:pt x="3705417" y="4131384"/>
                    <a:pt x="3744564" y="4156054"/>
                  </a:cubicBezTo>
                  <a:cubicBezTo>
                    <a:pt x="3783522" y="4180819"/>
                    <a:pt x="3823622" y="4204060"/>
                    <a:pt x="3864294" y="4226539"/>
                  </a:cubicBezTo>
                  <a:cubicBezTo>
                    <a:pt x="3945542" y="4271402"/>
                    <a:pt x="4029457" y="4312074"/>
                    <a:pt x="4114897" y="4349697"/>
                  </a:cubicBezTo>
                  <a:cubicBezTo>
                    <a:pt x="4200241" y="4387512"/>
                    <a:pt x="4287299" y="4421802"/>
                    <a:pt x="4375215" y="4454092"/>
                  </a:cubicBezTo>
                  <a:cubicBezTo>
                    <a:pt x="4551142" y="4518576"/>
                    <a:pt x="4730974" y="4573344"/>
                    <a:pt x="4912520" y="4622398"/>
                  </a:cubicBezTo>
                  <a:cubicBezTo>
                    <a:pt x="5094067" y="4671356"/>
                    <a:pt x="5277613" y="4714029"/>
                    <a:pt x="5462017" y="4752414"/>
                  </a:cubicBezTo>
                  <a:cubicBezTo>
                    <a:pt x="5831016" y="4829090"/>
                    <a:pt x="6203920" y="4888527"/>
                    <a:pt x="6578252" y="4937390"/>
                  </a:cubicBezTo>
                  <a:cubicBezTo>
                    <a:pt x="6952584" y="4986158"/>
                    <a:pt x="7328537" y="5024067"/>
                    <a:pt x="7705059" y="5053785"/>
                  </a:cubicBezTo>
                  <a:cubicBezTo>
                    <a:pt x="7893369" y="5068549"/>
                    <a:pt x="8081773" y="5081217"/>
                    <a:pt x="8270369" y="5091695"/>
                  </a:cubicBezTo>
                  <a:cubicBezTo>
                    <a:pt x="8458773" y="5102077"/>
                    <a:pt x="8647939" y="5110745"/>
                    <a:pt x="8835582" y="5115507"/>
                  </a:cubicBezTo>
                  <a:lnTo>
                    <a:pt x="8836248" y="5115507"/>
                  </a:lnTo>
                  <a:cubicBezTo>
                    <a:pt x="8874062" y="5116460"/>
                    <a:pt x="8903971" y="5147892"/>
                    <a:pt x="8903019" y="5185706"/>
                  </a:cubicBezTo>
                  <a:cubicBezTo>
                    <a:pt x="8902066" y="5223521"/>
                    <a:pt x="8870633" y="5253430"/>
                    <a:pt x="8832819" y="5252477"/>
                  </a:cubicBezTo>
                  <a:lnTo>
                    <a:pt x="8832438" y="5252477"/>
                  </a:lnTo>
                  <a:cubicBezTo>
                    <a:pt x="8641462" y="5246476"/>
                    <a:pt x="8452391" y="5236666"/>
                    <a:pt x="8262653" y="5225045"/>
                  </a:cubicBezTo>
                  <a:cubicBezTo>
                    <a:pt x="8073106" y="5213329"/>
                    <a:pt x="7883749" y="5199518"/>
                    <a:pt x="7694582" y="5183516"/>
                  </a:cubicBezTo>
                  <a:cubicBezTo>
                    <a:pt x="7316249" y="5151417"/>
                    <a:pt x="6938488" y="5111031"/>
                    <a:pt x="6561964" y="5059691"/>
                  </a:cubicBezTo>
                  <a:cubicBezTo>
                    <a:pt x="6185537" y="5008256"/>
                    <a:pt x="5810251" y="4946153"/>
                    <a:pt x="5438014" y="4866429"/>
                  </a:cubicBezTo>
                  <a:cubicBezTo>
                    <a:pt x="5251896" y="4826519"/>
                    <a:pt x="5066634" y="4782228"/>
                    <a:pt x="4882802" y="4731555"/>
                  </a:cubicBezTo>
                  <a:cubicBezTo>
                    <a:pt x="4699065" y="4680691"/>
                    <a:pt x="4516566" y="4624017"/>
                    <a:pt x="4337210" y="4557056"/>
                  </a:cubicBezTo>
                  <a:cubicBezTo>
                    <a:pt x="4247580" y="4523529"/>
                    <a:pt x="4158616" y="4487810"/>
                    <a:pt x="4070986" y="4448472"/>
                  </a:cubicBezTo>
                  <a:cubicBezTo>
                    <a:pt x="3983356" y="4409324"/>
                    <a:pt x="3896964" y="4366747"/>
                    <a:pt x="3812668" y="4319598"/>
                  </a:cubicBezTo>
                  <a:cubicBezTo>
                    <a:pt x="3770568" y="4295976"/>
                    <a:pt x="3728848" y="4271497"/>
                    <a:pt x="3688081" y="4245208"/>
                  </a:cubicBezTo>
                  <a:cubicBezTo>
                    <a:pt x="3647219" y="4219110"/>
                    <a:pt x="3607023" y="4191773"/>
                    <a:pt x="3568066" y="4162531"/>
                  </a:cubicBezTo>
                  <a:cubicBezTo>
                    <a:pt x="3489866" y="4104428"/>
                    <a:pt x="3415761" y="4039277"/>
                    <a:pt x="3349848" y="3965363"/>
                  </a:cubicBezTo>
                  <a:cubicBezTo>
                    <a:pt x="3284031" y="3891450"/>
                    <a:pt x="3227071" y="3807249"/>
                    <a:pt x="3187352" y="3714094"/>
                  </a:cubicBezTo>
                  <a:cubicBezTo>
                    <a:pt x="3147442" y="3620940"/>
                    <a:pt x="3126773" y="3519117"/>
                    <a:pt x="3127916" y="3417295"/>
                  </a:cubicBezTo>
                  <a:cubicBezTo>
                    <a:pt x="3128297" y="3364717"/>
                    <a:pt x="3138108" y="3311568"/>
                    <a:pt x="3156300" y="3261847"/>
                  </a:cubicBezTo>
                  <a:cubicBezTo>
                    <a:pt x="3174493" y="3212127"/>
                    <a:pt x="3201068" y="3166026"/>
                    <a:pt x="3232691" y="3125354"/>
                  </a:cubicBezTo>
                  <a:cubicBezTo>
                    <a:pt x="3296223" y="3043534"/>
                    <a:pt x="3376518" y="2981526"/>
                    <a:pt x="3459576" y="2929425"/>
                  </a:cubicBezTo>
                  <a:cubicBezTo>
                    <a:pt x="3543111" y="2877513"/>
                    <a:pt x="3630550" y="2835222"/>
                    <a:pt x="3719133" y="2797408"/>
                  </a:cubicBezTo>
                  <a:cubicBezTo>
                    <a:pt x="3807810" y="2759784"/>
                    <a:pt x="3897822" y="2726828"/>
                    <a:pt x="3988214" y="2696062"/>
                  </a:cubicBezTo>
                  <a:cubicBezTo>
                    <a:pt x="4169094" y="2634816"/>
                    <a:pt x="4351593" y="2582429"/>
                    <a:pt x="4532949" y="2528708"/>
                  </a:cubicBezTo>
                  <a:cubicBezTo>
                    <a:pt x="4714209" y="2474892"/>
                    <a:pt x="4894994" y="2420694"/>
                    <a:pt x="5069873" y="2354210"/>
                  </a:cubicBezTo>
                  <a:cubicBezTo>
                    <a:pt x="5157217" y="2320872"/>
                    <a:pt x="5243038" y="2284201"/>
                    <a:pt x="5324667" y="2241243"/>
                  </a:cubicBezTo>
                  <a:cubicBezTo>
                    <a:pt x="5406010" y="2198190"/>
                    <a:pt x="5483829" y="2148660"/>
                    <a:pt x="5547933" y="2087033"/>
                  </a:cubicBezTo>
                  <a:cubicBezTo>
                    <a:pt x="5579842" y="2056268"/>
                    <a:pt x="5608226" y="2022549"/>
                    <a:pt x="5629943" y="1985592"/>
                  </a:cubicBezTo>
                  <a:cubicBezTo>
                    <a:pt x="5651851" y="1948730"/>
                    <a:pt x="5667090" y="1908821"/>
                    <a:pt x="5674329" y="1867196"/>
                  </a:cubicBezTo>
                  <a:cubicBezTo>
                    <a:pt x="5678044" y="1846527"/>
                    <a:pt x="5679759" y="1824905"/>
                    <a:pt x="5679663" y="1804141"/>
                  </a:cubicBezTo>
                  <a:cubicBezTo>
                    <a:pt x="5679473" y="1784805"/>
                    <a:pt x="5676139" y="1765946"/>
                    <a:pt x="5669567" y="1748134"/>
                  </a:cubicBezTo>
                  <a:cubicBezTo>
                    <a:pt x="5656518" y="1712415"/>
                    <a:pt x="5630324" y="1680316"/>
                    <a:pt x="5597272" y="1653551"/>
                  </a:cubicBezTo>
                  <a:cubicBezTo>
                    <a:pt x="5564316" y="1626690"/>
                    <a:pt x="5525359" y="1604592"/>
                    <a:pt x="5484592" y="1585733"/>
                  </a:cubicBezTo>
                  <a:cubicBezTo>
                    <a:pt x="5443634" y="1566873"/>
                    <a:pt x="5400581" y="1551157"/>
                    <a:pt x="5356576" y="1537536"/>
                  </a:cubicBezTo>
                  <a:cubicBezTo>
                    <a:pt x="5268565" y="1510200"/>
                    <a:pt x="5177125" y="1490673"/>
                    <a:pt x="5085018" y="1474671"/>
                  </a:cubicBezTo>
                  <a:cubicBezTo>
                    <a:pt x="4900518" y="1443143"/>
                    <a:pt x="4712590" y="1425808"/>
                    <a:pt x="4524567" y="1413330"/>
                  </a:cubicBezTo>
                  <a:cubicBezTo>
                    <a:pt x="4336353" y="1401138"/>
                    <a:pt x="4147567" y="1394661"/>
                    <a:pt x="3958591" y="1390661"/>
                  </a:cubicBezTo>
                  <a:cubicBezTo>
                    <a:pt x="3580639" y="1382850"/>
                    <a:pt x="3202021" y="1385422"/>
                    <a:pt x="2823211" y="1386089"/>
                  </a:cubicBezTo>
                  <a:cubicBezTo>
                    <a:pt x="2633759" y="1386375"/>
                    <a:pt x="2444307" y="1386375"/>
                    <a:pt x="2254664" y="1383708"/>
                  </a:cubicBezTo>
                  <a:cubicBezTo>
                    <a:pt x="2065021" y="1380850"/>
                    <a:pt x="1875188" y="1375992"/>
                    <a:pt x="1685259" y="1361705"/>
                  </a:cubicBezTo>
                  <a:cubicBezTo>
                    <a:pt x="1590295" y="1354275"/>
                    <a:pt x="1495236" y="1344750"/>
                    <a:pt x="1400462" y="1327986"/>
                  </a:cubicBezTo>
                  <a:cubicBezTo>
                    <a:pt x="1353123" y="1319414"/>
                    <a:pt x="1305688" y="1309222"/>
                    <a:pt x="1258730" y="1294172"/>
                  </a:cubicBezTo>
                  <a:cubicBezTo>
                    <a:pt x="1235298" y="1286648"/>
                    <a:pt x="1211867" y="1277789"/>
                    <a:pt x="1188912" y="1266359"/>
                  </a:cubicBezTo>
                  <a:cubicBezTo>
                    <a:pt x="1166052" y="1254834"/>
                    <a:pt x="1143192" y="1240833"/>
                    <a:pt x="1123380" y="1219592"/>
                  </a:cubicBezTo>
                  <a:cubicBezTo>
                    <a:pt x="1113569" y="1208924"/>
                    <a:pt x="1104806" y="1196160"/>
                    <a:pt x="1098996" y="1181301"/>
                  </a:cubicBezTo>
                  <a:cubicBezTo>
                    <a:pt x="1096138" y="1173967"/>
                    <a:pt x="1094138" y="1165871"/>
                    <a:pt x="1092995" y="1158441"/>
                  </a:cubicBezTo>
                  <a:cubicBezTo>
                    <a:pt x="1092042" y="1151774"/>
                    <a:pt x="1091376" y="1145011"/>
                    <a:pt x="1090899" y="1138153"/>
                  </a:cubicBezTo>
                  <a:cubicBezTo>
                    <a:pt x="1089375" y="1110911"/>
                    <a:pt x="1093757" y="1083289"/>
                    <a:pt x="1102806" y="1057952"/>
                  </a:cubicBezTo>
                  <a:cubicBezTo>
                    <a:pt x="1121094" y="1007089"/>
                    <a:pt x="1154622" y="966512"/>
                    <a:pt x="1190436" y="932318"/>
                  </a:cubicBezTo>
                  <a:cubicBezTo>
                    <a:pt x="1226726" y="898123"/>
                    <a:pt x="1266445" y="869453"/>
                    <a:pt x="1307212" y="843354"/>
                  </a:cubicBezTo>
                  <a:cubicBezTo>
                    <a:pt x="1347979" y="817256"/>
                    <a:pt x="1390080" y="793919"/>
                    <a:pt x="1432466" y="771821"/>
                  </a:cubicBezTo>
                  <a:cubicBezTo>
                    <a:pt x="1602678" y="684096"/>
                    <a:pt x="1779747" y="615516"/>
                    <a:pt x="1950531" y="536078"/>
                  </a:cubicBezTo>
                  <a:cubicBezTo>
                    <a:pt x="1993203" y="516266"/>
                    <a:pt x="2035398" y="495692"/>
                    <a:pt x="2076546" y="473594"/>
                  </a:cubicBezTo>
                  <a:cubicBezTo>
                    <a:pt x="2117599" y="451400"/>
                    <a:pt x="2157699" y="427874"/>
                    <a:pt x="2194561" y="400823"/>
                  </a:cubicBezTo>
                  <a:cubicBezTo>
                    <a:pt x="2212944" y="387297"/>
                    <a:pt x="2230375" y="372914"/>
                    <a:pt x="2245996" y="357293"/>
                  </a:cubicBezTo>
                  <a:cubicBezTo>
                    <a:pt x="2261522" y="341672"/>
                    <a:pt x="2275238" y="324718"/>
                    <a:pt x="2284668" y="306525"/>
                  </a:cubicBezTo>
                  <a:cubicBezTo>
                    <a:pt x="2289430" y="297476"/>
                    <a:pt x="2292954" y="288142"/>
                    <a:pt x="2295145" y="278712"/>
                  </a:cubicBezTo>
                  <a:cubicBezTo>
                    <a:pt x="2296288" y="273950"/>
                    <a:pt x="2296955" y="269187"/>
                    <a:pt x="2297336" y="264425"/>
                  </a:cubicBezTo>
                  <a:cubicBezTo>
                    <a:pt x="2297527" y="262043"/>
                    <a:pt x="2297527" y="259567"/>
                    <a:pt x="2297622" y="257376"/>
                  </a:cubicBezTo>
                  <a:cubicBezTo>
                    <a:pt x="2297622" y="256138"/>
                    <a:pt x="2297431" y="254900"/>
                    <a:pt x="2297145" y="253661"/>
                  </a:cubicBezTo>
                  <a:cubicBezTo>
                    <a:pt x="2296098" y="248708"/>
                    <a:pt x="2291621" y="242041"/>
                    <a:pt x="2284763" y="235850"/>
                  </a:cubicBezTo>
                  <a:cubicBezTo>
                    <a:pt x="2277905" y="229563"/>
                    <a:pt x="2269142" y="223848"/>
                    <a:pt x="2259807" y="218609"/>
                  </a:cubicBezTo>
                  <a:cubicBezTo>
                    <a:pt x="2240948" y="208132"/>
                    <a:pt x="2219802" y="199750"/>
                    <a:pt x="2198181" y="192320"/>
                  </a:cubicBezTo>
                  <a:cubicBezTo>
                    <a:pt x="2176559" y="184891"/>
                    <a:pt x="2154270" y="178509"/>
                    <a:pt x="2131696" y="172794"/>
                  </a:cubicBezTo>
                  <a:cubicBezTo>
                    <a:pt x="2086643" y="161269"/>
                    <a:pt x="2040637" y="152125"/>
                    <a:pt x="1994346" y="143933"/>
                  </a:cubicBezTo>
                  <a:cubicBezTo>
                    <a:pt x="1901763" y="127741"/>
                    <a:pt x="1808132" y="115835"/>
                    <a:pt x="1714311" y="105643"/>
                  </a:cubicBezTo>
                  <a:cubicBezTo>
                    <a:pt x="1526573" y="85450"/>
                    <a:pt x="1337787" y="72305"/>
                    <a:pt x="1149002" y="61733"/>
                  </a:cubicBezTo>
                  <a:cubicBezTo>
                    <a:pt x="960121" y="51350"/>
                    <a:pt x="771050" y="43921"/>
                    <a:pt x="581883" y="38396"/>
                  </a:cubicBezTo>
                  <a:cubicBezTo>
                    <a:pt x="392431" y="32777"/>
                    <a:pt x="203074" y="29062"/>
                    <a:pt x="13908" y="27824"/>
                  </a:cubicBezTo>
                  <a:lnTo>
                    <a:pt x="13812" y="27824"/>
                  </a:lnTo>
                  <a:cubicBezTo>
                    <a:pt x="6192" y="27824"/>
                    <a:pt x="-94" y="21537"/>
                    <a:pt x="1" y="13822"/>
                  </a:cubicBezTo>
                  <a:cubicBezTo>
                    <a:pt x="96" y="6202"/>
                    <a:pt x="6288" y="11"/>
                    <a:pt x="13908" y="11"/>
                  </a:cubicBezTo>
                  <a:close/>
                </a:path>
              </a:pathLst>
            </a:custGeom>
            <a:gradFill flip="none" rotWithShape="1">
              <a:gsLst>
                <a:gs pos="0">
                  <a:srgbClr val="FFFFFF">
                    <a:alpha val="5000"/>
                  </a:srgbClr>
                </a:gs>
                <a:gs pos="100000">
                  <a:srgbClr val="FFFFFF"/>
                </a:gs>
                <a:gs pos="88000">
                  <a:srgbClr val="FFFFFF">
                    <a:alpha val="4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cs typeface="+mn-ea"/>
                <a:sym typeface="+mn-lt"/>
              </a:endParaRPr>
            </a:p>
          </p:txBody>
        </p:sp>
        <p:sp>
          <p:nvSpPr>
            <p:cNvPr id="11" name="Title">
              <a:extLst>
                <a:ext uri="{FF2B5EF4-FFF2-40B4-BE49-F238E27FC236}">
                  <a16:creationId xmlns:a16="http://schemas.microsoft.com/office/drawing/2014/main" id="{49DC2A9E-D17E-92DC-E0CB-8FAFA7D82A77}"/>
                </a:ext>
              </a:extLst>
            </p:cNvPr>
            <p:cNvSpPr txBox="1"/>
            <p:nvPr/>
          </p:nvSpPr>
          <p:spPr>
            <a:xfrm flipH="1">
              <a:off x="660395" y="1585930"/>
              <a:ext cx="9344474" cy="899431"/>
            </a:xfrm>
            <a:prstGeom prst="rect">
              <a:avLst/>
            </a:prstGeom>
            <a:noFill/>
            <a:effectLst/>
          </p:spPr>
          <p:txBody>
            <a:bodyPr wrap="square" rtlCol="0" anchor="ctr" anchorCtr="0">
              <a:normAutofit/>
            </a:bodyPr>
            <a:lstStyle>
              <a:defPPr>
                <a:defRPr lang="zh-CN"/>
              </a:defPPr>
              <a:lvl1pPr algn="ctr">
                <a:defRPr b="1" i="0">
                  <a:gradFill>
                    <a:gsLst>
                      <a:gs pos="0">
                        <a:schemeClr val="accent5">
                          <a:lumMod val="60000"/>
                          <a:lumOff val="40000"/>
                        </a:schemeClr>
                      </a:gs>
                      <a:gs pos="60000">
                        <a:schemeClr val="accent5"/>
                      </a:gs>
                    </a:gsLst>
                    <a:lin ang="2700000" scaled="0"/>
                  </a:gradFill>
                  <a:effectLst/>
                </a:defRPr>
              </a:lvl1pPr>
            </a:lstStyle>
            <a:p>
              <a:pPr algn="l"/>
              <a:r>
                <a:rPr lang="zh-CN" altLang="en-US" sz="2400" dirty="0">
                  <a:solidFill>
                    <a:srgbClr val="000000"/>
                  </a:solidFill>
                  <a:cs typeface="+mn-ea"/>
                  <a:sym typeface="+mn-lt"/>
                </a:rPr>
                <a:t>单击此处添加长一点的副标题</a:t>
              </a:r>
              <a:endParaRPr lang="en-US" dirty="0">
                <a:cs typeface="+mn-ea"/>
                <a:sym typeface="+mn-lt"/>
              </a:endParaRPr>
            </a:p>
          </p:txBody>
        </p:sp>
        <p:sp>
          <p:nvSpPr>
            <p:cNvPr id="21" name="任意多边形: 形状 20">
              <a:extLst>
                <a:ext uri="{FF2B5EF4-FFF2-40B4-BE49-F238E27FC236}">
                  <a16:creationId xmlns:a16="http://schemas.microsoft.com/office/drawing/2014/main" id="{6282319E-3B73-7B81-87CC-9F76D01564CC}"/>
                </a:ext>
              </a:extLst>
            </p:cNvPr>
            <p:cNvSpPr/>
            <p:nvPr/>
          </p:nvSpPr>
          <p:spPr>
            <a:xfrm>
              <a:off x="10187764" y="697480"/>
              <a:ext cx="1331136" cy="1331136"/>
            </a:xfrm>
            <a:custGeom>
              <a:avLst/>
              <a:gdLst>
                <a:gd name="csX0" fmla="*/ 638176 w 1276352"/>
                <a:gd name="csY0" fmla="*/ 0 h 1276350"/>
                <a:gd name="csX1" fmla="*/ 715533 w 1276352"/>
                <a:gd name="csY1" fmla="*/ 411749 h 1276350"/>
                <a:gd name="csX2" fmla="*/ 1032592 w 1276352"/>
                <a:gd name="csY2" fmla="*/ 121879 h 1276350"/>
                <a:gd name="csX3" fmla="*/ 840697 w 1276352"/>
                <a:gd name="csY3" fmla="*/ 498235 h 1276350"/>
                <a:gd name="csX4" fmla="*/ 1276352 w 1276352"/>
                <a:gd name="csY4" fmla="*/ 440966 h 1276350"/>
                <a:gd name="csX5" fmla="*/ 888505 w 1276352"/>
                <a:gd name="csY5" fmla="*/ 638175 h 1276350"/>
                <a:gd name="csX6" fmla="*/ 1276352 w 1276352"/>
                <a:gd name="csY6" fmla="*/ 835384 h 1276350"/>
                <a:gd name="csX7" fmla="*/ 840697 w 1276352"/>
                <a:gd name="csY7" fmla="*/ 778115 h 1276350"/>
                <a:gd name="csX8" fmla="*/ 1032592 w 1276352"/>
                <a:gd name="csY8" fmla="*/ 1154471 h 1276350"/>
                <a:gd name="csX9" fmla="*/ 715533 w 1276352"/>
                <a:gd name="csY9" fmla="*/ 864601 h 1276350"/>
                <a:gd name="csX10" fmla="*/ 638176 w 1276352"/>
                <a:gd name="csY10" fmla="*/ 1276350 h 1276350"/>
                <a:gd name="csX11" fmla="*/ 560819 w 1276352"/>
                <a:gd name="csY11" fmla="*/ 864601 h 1276350"/>
                <a:gd name="csX12" fmla="*/ 243760 w 1276352"/>
                <a:gd name="csY12" fmla="*/ 1154471 h 1276350"/>
                <a:gd name="csX13" fmla="*/ 435655 w 1276352"/>
                <a:gd name="csY13" fmla="*/ 778115 h 1276350"/>
                <a:gd name="csX14" fmla="*/ 0 w 1276352"/>
                <a:gd name="csY14" fmla="*/ 835384 h 1276350"/>
                <a:gd name="csX15" fmla="*/ 387847 w 1276352"/>
                <a:gd name="csY15" fmla="*/ 638175 h 1276350"/>
                <a:gd name="csX16" fmla="*/ 0 w 1276352"/>
                <a:gd name="csY16" fmla="*/ 440966 h 1276350"/>
                <a:gd name="csX17" fmla="*/ 435655 w 1276352"/>
                <a:gd name="csY17" fmla="*/ 498235 h 1276350"/>
                <a:gd name="csX18" fmla="*/ 243760 w 1276352"/>
                <a:gd name="csY18" fmla="*/ 121879 h 1276350"/>
                <a:gd name="csX19" fmla="*/ 560819 w 1276352"/>
                <a:gd name="csY19" fmla="*/ 411749 h 12763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76352" h="1276350">
                  <a:moveTo>
                    <a:pt x="638176" y="0"/>
                  </a:moveTo>
                  <a:lnTo>
                    <a:pt x="715533" y="411749"/>
                  </a:lnTo>
                  <a:lnTo>
                    <a:pt x="1032592" y="121879"/>
                  </a:lnTo>
                  <a:lnTo>
                    <a:pt x="840697" y="498235"/>
                  </a:lnTo>
                  <a:lnTo>
                    <a:pt x="1276352" y="440966"/>
                  </a:lnTo>
                  <a:lnTo>
                    <a:pt x="888505" y="638175"/>
                  </a:lnTo>
                  <a:lnTo>
                    <a:pt x="1276352" y="835384"/>
                  </a:lnTo>
                  <a:lnTo>
                    <a:pt x="840697" y="778115"/>
                  </a:lnTo>
                  <a:lnTo>
                    <a:pt x="1032592" y="1154471"/>
                  </a:lnTo>
                  <a:lnTo>
                    <a:pt x="715533" y="864601"/>
                  </a:lnTo>
                  <a:lnTo>
                    <a:pt x="638176" y="1276350"/>
                  </a:lnTo>
                  <a:lnTo>
                    <a:pt x="560819" y="864601"/>
                  </a:lnTo>
                  <a:lnTo>
                    <a:pt x="243760" y="1154471"/>
                  </a:lnTo>
                  <a:lnTo>
                    <a:pt x="435655" y="778115"/>
                  </a:lnTo>
                  <a:lnTo>
                    <a:pt x="0" y="835384"/>
                  </a:lnTo>
                  <a:lnTo>
                    <a:pt x="387847" y="638175"/>
                  </a:lnTo>
                  <a:lnTo>
                    <a:pt x="0" y="440966"/>
                  </a:lnTo>
                  <a:lnTo>
                    <a:pt x="435655" y="498235"/>
                  </a:lnTo>
                  <a:lnTo>
                    <a:pt x="243760" y="121879"/>
                  </a:lnTo>
                  <a:lnTo>
                    <a:pt x="560819" y="411749"/>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000000"/>
                </a:solidFill>
                <a:cs typeface="+mn-ea"/>
                <a:sym typeface="+mn-lt"/>
              </a:endParaRPr>
            </a:p>
          </p:txBody>
        </p:sp>
        <p:sp>
          <p:nvSpPr>
            <p:cNvPr id="26" name="任意多边形: 形状 25">
              <a:extLst>
                <a:ext uri="{FF2B5EF4-FFF2-40B4-BE49-F238E27FC236}">
                  <a16:creationId xmlns:a16="http://schemas.microsoft.com/office/drawing/2014/main" id="{6851DA07-1342-2ED7-A9DB-0BC997BA5772}"/>
                </a:ext>
              </a:extLst>
            </p:cNvPr>
            <p:cNvSpPr/>
            <p:nvPr/>
          </p:nvSpPr>
          <p:spPr>
            <a:xfrm>
              <a:off x="0" y="5163654"/>
              <a:ext cx="1715907" cy="1694346"/>
            </a:xfrm>
            <a:custGeom>
              <a:avLst/>
              <a:gdLst>
                <a:gd name="csX0" fmla="*/ 0 w 3109952"/>
                <a:gd name="csY0" fmla="*/ 321323 h 3070873"/>
                <a:gd name="csX1" fmla="*/ 1028700 w 3109952"/>
                <a:gd name="csY1" fmla="*/ 60973 h 3070873"/>
                <a:gd name="csX2" fmla="*/ 1479550 w 3109952"/>
                <a:gd name="csY2" fmla="*/ 1337323 h 3070873"/>
                <a:gd name="csX3" fmla="*/ 2901950 w 3109952"/>
                <a:gd name="csY3" fmla="*/ 1781823 h 3070873"/>
                <a:gd name="csX4" fmla="*/ 3073400 w 3109952"/>
                <a:gd name="csY4" fmla="*/ 3070873 h 3070873"/>
              </a:gdLst>
              <a:ahLst/>
              <a:cxnLst>
                <a:cxn ang="0">
                  <a:pos x="csX0" y="csY0"/>
                </a:cxn>
                <a:cxn ang="0">
                  <a:pos x="csX1" y="csY1"/>
                </a:cxn>
                <a:cxn ang="0">
                  <a:pos x="csX2" y="csY2"/>
                </a:cxn>
                <a:cxn ang="0">
                  <a:pos x="csX3" y="csY3"/>
                </a:cxn>
                <a:cxn ang="0">
                  <a:pos x="csX4" y="csY4"/>
                </a:cxn>
              </a:cxnLst>
              <a:rect l="l" t="t" r="r" b="b"/>
              <a:pathLst>
                <a:path w="3109952" h="3070873">
                  <a:moveTo>
                    <a:pt x="0" y="321323"/>
                  </a:moveTo>
                  <a:cubicBezTo>
                    <a:pt x="391054" y="106481"/>
                    <a:pt x="782108" y="-108360"/>
                    <a:pt x="1028700" y="60973"/>
                  </a:cubicBezTo>
                  <a:cubicBezTo>
                    <a:pt x="1275292" y="230306"/>
                    <a:pt x="1167342" y="1050515"/>
                    <a:pt x="1479550" y="1337323"/>
                  </a:cubicBezTo>
                  <a:cubicBezTo>
                    <a:pt x="1791758" y="1624131"/>
                    <a:pt x="2636308" y="1492898"/>
                    <a:pt x="2901950" y="1781823"/>
                  </a:cubicBezTo>
                  <a:cubicBezTo>
                    <a:pt x="3167592" y="2070748"/>
                    <a:pt x="3120496" y="2570810"/>
                    <a:pt x="3073400" y="3070873"/>
                  </a:cubicBezTo>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组合 1">
              <a:extLst>
                <a:ext uri="{FF2B5EF4-FFF2-40B4-BE49-F238E27FC236}">
                  <a16:creationId xmlns:a16="http://schemas.microsoft.com/office/drawing/2014/main" id="{17E5FF70-A393-2FDA-E6C1-A5E9AF970A94}"/>
                </a:ext>
              </a:extLst>
            </p:cNvPr>
            <p:cNvGrpSpPr/>
            <p:nvPr/>
          </p:nvGrpSpPr>
          <p:grpSpPr>
            <a:xfrm>
              <a:off x="660399" y="2703489"/>
              <a:ext cx="2457694" cy="3430610"/>
              <a:chOff x="660399" y="2703489"/>
              <a:chExt cx="2457694" cy="3430610"/>
            </a:xfrm>
          </p:grpSpPr>
          <p:sp>
            <p:nvSpPr>
              <p:cNvPr id="7" name="ComponentBackground1">
                <a:extLst>
                  <a:ext uri="{FF2B5EF4-FFF2-40B4-BE49-F238E27FC236}">
                    <a16:creationId xmlns:a16="http://schemas.microsoft.com/office/drawing/2014/main" id="{FDE7355A-BE3D-D0E3-DC73-028D5096EF2E}"/>
                  </a:ext>
                </a:extLst>
              </p:cNvPr>
              <p:cNvSpPr/>
              <p:nvPr/>
            </p:nvSpPr>
            <p:spPr>
              <a:xfrm>
                <a:off x="660399" y="3037838"/>
                <a:ext cx="2457694" cy="3096261"/>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Bullet1">
                <a:extLst>
                  <a:ext uri="{FF2B5EF4-FFF2-40B4-BE49-F238E27FC236}">
                    <a16:creationId xmlns:a16="http://schemas.microsoft.com/office/drawing/2014/main" id="{D5A49CCF-4AE2-E74F-6828-FA79181FCAEE}"/>
                  </a:ext>
                </a:extLst>
              </p:cNvPr>
              <p:cNvSpPr/>
              <p:nvPr/>
            </p:nvSpPr>
            <p:spPr>
              <a:xfrm>
                <a:off x="861158" y="3404662"/>
                <a:ext cx="2056178" cy="692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a:solidFill>
                      <a:schemeClr val="tx1"/>
                    </a:solidFill>
                    <a:cs typeface="+mn-ea"/>
                    <a:sym typeface="+mn-lt"/>
                  </a:rPr>
                  <a:t>单击添加小标题</a:t>
                </a:r>
                <a:endParaRPr lang="en-US" dirty="0">
                  <a:cs typeface="+mn-ea"/>
                  <a:sym typeface="+mn-lt"/>
                </a:endParaRPr>
              </a:p>
            </p:txBody>
          </p:sp>
          <p:sp>
            <p:nvSpPr>
              <p:cNvPr id="13" name="Text1">
                <a:extLst>
                  <a:ext uri="{FF2B5EF4-FFF2-40B4-BE49-F238E27FC236}">
                    <a16:creationId xmlns:a16="http://schemas.microsoft.com/office/drawing/2014/main" id="{813DC9B7-97C1-72C1-441F-7E0513D384AB}"/>
                  </a:ext>
                </a:extLst>
              </p:cNvPr>
              <p:cNvSpPr/>
              <p:nvPr/>
            </p:nvSpPr>
            <p:spPr>
              <a:xfrm>
                <a:off x="861158" y="4097240"/>
                <a:ext cx="2056178" cy="1567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27" name="Number1">
                <a:extLst>
                  <a:ext uri="{FF2B5EF4-FFF2-40B4-BE49-F238E27FC236}">
                    <a16:creationId xmlns:a16="http://schemas.microsoft.com/office/drawing/2014/main" id="{BC357A0E-A464-93F2-5494-8B5263FB6BE3}"/>
                  </a:ext>
                </a:extLst>
              </p:cNvPr>
              <p:cNvSpPr>
                <a:spLocks noChangeAspect="1"/>
              </p:cNvSpPr>
              <p:nvPr/>
            </p:nvSpPr>
            <p:spPr>
              <a:xfrm>
                <a:off x="920899" y="2703489"/>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01</a:t>
                </a:r>
                <a:endParaRPr lang="zh-CN" altLang="en-US" b="1" dirty="0">
                  <a:solidFill>
                    <a:srgbClr val="000000"/>
                  </a:solidFill>
                  <a:cs typeface="+mn-ea"/>
                  <a:sym typeface="+mn-lt"/>
                </a:endParaRPr>
              </a:p>
            </p:txBody>
          </p:sp>
        </p:grpSp>
        <p:grpSp>
          <p:nvGrpSpPr>
            <p:cNvPr id="3" name="组合 2">
              <a:extLst>
                <a:ext uri="{FF2B5EF4-FFF2-40B4-BE49-F238E27FC236}">
                  <a16:creationId xmlns:a16="http://schemas.microsoft.com/office/drawing/2014/main" id="{68DDB024-6C4E-F67A-FCEE-1D4C38705135}"/>
                </a:ext>
              </a:extLst>
            </p:cNvPr>
            <p:cNvGrpSpPr/>
            <p:nvPr/>
          </p:nvGrpSpPr>
          <p:grpSpPr>
            <a:xfrm>
              <a:off x="3460668" y="2703489"/>
              <a:ext cx="2457694" cy="3430610"/>
              <a:chOff x="3460668" y="2703489"/>
              <a:chExt cx="2457694" cy="3430610"/>
            </a:xfrm>
          </p:grpSpPr>
          <p:sp>
            <p:nvSpPr>
              <p:cNvPr id="8" name="ComponentBackground2">
                <a:extLst>
                  <a:ext uri="{FF2B5EF4-FFF2-40B4-BE49-F238E27FC236}">
                    <a16:creationId xmlns:a16="http://schemas.microsoft.com/office/drawing/2014/main" id="{226CF2BC-16AF-A402-25D6-D8C8B3AC2E66}"/>
                  </a:ext>
                </a:extLst>
              </p:cNvPr>
              <p:cNvSpPr/>
              <p:nvPr/>
            </p:nvSpPr>
            <p:spPr>
              <a:xfrm>
                <a:off x="3460668" y="3037838"/>
                <a:ext cx="2457694" cy="3096261"/>
              </a:xfrm>
              <a:prstGeom prst="rect">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Bullet2">
                <a:extLst>
                  <a:ext uri="{FF2B5EF4-FFF2-40B4-BE49-F238E27FC236}">
                    <a16:creationId xmlns:a16="http://schemas.microsoft.com/office/drawing/2014/main" id="{40963005-5949-481B-F7BD-49BBF9619768}"/>
                  </a:ext>
                </a:extLst>
              </p:cNvPr>
              <p:cNvSpPr/>
              <p:nvPr/>
            </p:nvSpPr>
            <p:spPr>
              <a:xfrm>
                <a:off x="3668125" y="3404662"/>
                <a:ext cx="2056178" cy="692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dirty="0">
                    <a:solidFill>
                      <a:schemeClr val="bg1"/>
                    </a:solidFill>
                    <a:cs typeface="+mn-ea"/>
                    <a:sym typeface="+mn-lt"/>
                  </a:rPr>
                  <a:t>单击添加小标题</a:t>
                </a:r>
                <a:endParaRPr lang="en-US" dirty="0">
                  <a:solidFill>
                    <a:schemeClr val="bg1"/>
                  </a:solidFill>
                  <a:cs typeface="+mn-ea"/>
                  <a:sym typeface="+mn-lt"/>
                </a:endParaRPr>
              </a:p>
            </p:txBody>
          </p:sp>
          <p:sp>
            <p:nvSpPr>
              <p:cNvPr id="15" name="Text2">
                <a:extLst>
                  <a:ext uri="{FF2B5EF4-FFF2-40B4-BE49-F238E27FC236}">
                    <a16:creationId xmlns:a16="http://schemas.microsoft.com/office/drawing/2014/main" id="{0746BE07-C73A-38F0-0881-1B7839EEBF70}"/>
                  </a:ext>
                </a:extLst>
              </p:cNvPr>
              <p:cNvSpPr/>
              <p:nvPr/>
            </p:nvSpPr>
            <p:spPr>
              <a:xfrm>
                <a:off x="3668126" y="4097240"/>
                <a:ext cx="2056178" cy="1567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bg1"/>
                    </a:solidFill>
                    <a:cs typeface="+mn-ea"/>
                    <a:sym typeface="+mn-lt"/>
                  </a:rPr>
                  <a:t>单击此处添加文本单击此处添加文本单击此处添加文本单击此处添加文本</a:t>
                </a:r>
                <a:endParaRPr lang="en-US" dirty="0">
                  <a:solidFill>
                    <a:schemeClr val="bg1"/>
                  </a:solidFill>
                  <a:cs typeface="+mn-ea"/>
                  <a:sym typeface="+mn-lt"/>
                </a:endParaRPr>
              </a:p>
            </p:txBody>
          </p:sp>
          <p:sp>
            <p:nvSpPr>
              <p:cNvPr id="28" name="Number2">
                <a:extLst>
                  <a:ext uri="{FF2B5EF4-FFF2-40B4-BE49-F238E27FC236}">
                    <a16:creationId xmlns:a16="http://schemas.microsoft.com/office/drawing/2014/main" id="{BF365CC0-D11B-924F-E291-4D854D6FF5DC}"/>
                  </a:ext>
                </a:extLst>
              </p:cNvPr>
              <p:cNvSpPr>
                <a:spLocks noChangeAspect="1"/>
              </p:cNvSpPr>
              <p:nvPr/>
            </p:nvSpPr>
            <p:spPr>
              <a:xfrm>
                <a:off x="3739977" y="2703489"/>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02</a:t>
                </a:r>
                <a:endParaRPr lang="zh-CN" altLang="en-US" b="1" dirty="0">
                  <a:solidFill>
                    <a:srgbClr val="000000"/>
                  </a:solidFill>
                  <a:cs typeface="+mn-ea"/>
                  <a:sym typeface="+mn-lt"/>
                </a:endParaRPr>
              </a:p>
            </p:txBody>
          </p:sp>
        </p:grpSp>
        <p:grpSp>
          <p:nvGrpSpPr>
            <p:cNvPr id="4" name="组合 3">
              <a:extLst>
                <a:ext uri="{FF2B5EF4-FFF2-40B4-BE49-F238E27FC236}">
                  <a16:creationId xmlns:a16="http://schemas.microsoft.com/office/drawing/2014/main" id="{53BF25B4-7E10-C880-18FD-D04FA33C9C4C}"/>
                </a:ext>
              </a:extLst>
            </p:cNvPr>
            <p:cNvGrpSpPr/>
            <p:nvPr/>
          </p:nvGrpSpPr>
          <p:grpSpPr>
            <a:xfrm>
              <a:off x="6260937" y="2703489"/>
              <a:ext cx="2457694" cy="3430610"/>
              <a:chOff x="6260937" y="2703489"/>
              <a:chExt cx="2457694" cy="3430610"/>
            </a:xfrm>
          </p:grpSpPr>
          <p:sp>
            <p:nvSpPr>
              <p:cNvPr id="9" name="ComponentBackground3">
                <a:extLst>
                  <a:ext uri="{FF2B5EF4-FFF2-40B4-BE49-F238E27FC236}">
                    <a16:creationId xmlns:a16="http://schemas.microsoft.com/office/drawing/2014/main" id="{57AB53EE-7862-0F8A-DB7A-D0DADFDEF41F}"/>
                  </a:ext>
                </a:extLst>
              </p:cNvPr>
              <p:cNvSpPr/>
              <p:nvPr/>
            </p:nvSpPr>
            <p:spPr>
              <a:xfrm>
                <a:off x="6260937" y="3037838"/>
                <a:ext cx="2457694" cy="3096261"/>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Bullet3">
                <a:extLst>
                  <a:ext uri="{FF2B5EF4-FFF2-40B4-BE49-F238E27FC236}">
                    <a16:creationId xmlns:a16="http://schemas.microsoft.com/office/drawing/2014/main" id="{1509A82C-BD7C-BD5A-FCEB-1AF67EC86C15}"/>
                  </a:ext>
                </a:extLst>
              </p:cNvPr>
              <p:cNvSpPr/>
              <p:nvPr/>
            </p:nvSpPr>
            <p:spPr>
              <a:xfrm>
                <a:off x="6465045" y="3404662"/>
                <a:ext cx="2056178" cy="692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a:solidFill>
                      <a:schemeClr val="tx1"/>
                    </a:solidFill>
                    <a:cs typeface="+mn-ea"/>
                    <a:sym typeface="+mn-lt"/>
                  </a:rPr>
                  <a:t>单击添加小标题</a:t>
                </a:r>
                <a:endParaRPr lang="en-US" dirty="0">
                  <a:cs typeface="+mn-ea"/>
                  <a:sym typeface="+mn-lt"/>
                </a:endParaRPr>
              </a:p>
            </p:txBody>
          </p:sp>
          <p:sp>
            <p:nvSpPr>
              <p:cNvPr id="17" name="Text3">
                <a:extLst>
                  <a:ext uri="{FF2B5EF4-FFF2-40B4-BE49-F238E27FC236}">
                    <a16:creationId xmlns:a16="http://schemas.microsoft.com/office/drawing/2014/main" id="{253420F2-4E63-46A2-354E-3D96095B6690}"/>
                  </a:ext>
                </a:extLst>
              </p:cNvPr>
              <p:cNvSpPr/>
              <p:nvPr/>
            </p:nvSpPr>
            <p:spPr>
              <a:xfrm>
                <a:off x="6465045" y="4097240"/>
                <a:ext cx="2056178" cy="1567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dirty="0">
                  <a:cs typeface="+mn-ea"/>
                  <a:sym typeface="+mn-lt"/>
                </a:endParaRPr>
              </a:p>
            </p:txBody>
          </p:sp>
          <p:sp>
            <p:nvSpPr>
              <p:cNvPr id="29" name="Number3">
                <a:extLst>
                  <a:ext uri="{FF2B5EF4-FFF2-40B4-BE49-F238E27FC236}">
                    <a16:creationId xmlns:a16="http://schemas.microsoft.com/office/drawing/2014/main" id="{2B1E688A-0C78-0164-0759-BBA9469989B9}"/>
                  </a:ext>
                </a:extLst>
              </p:cNvPr>
              <p:cNvSpPr>
                <a:spLocks noChangeAspect="1"/>
              </p:cNvSpPr>
              <p:nvPr/>
            </p:nvSpPr>
            <p:spPr>
              <a:xfrm>
                <a:off x="6537791" y="2703489"/>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03</a:t>
                </a:r>
                <a:endParaRPr lang="zh-CN" altLang="en-US" b="1" dirty="0">
                  <a:solidFill>
                    <a:srgbClr val="000000"/>
                  </a:solidFill>
                  <a:cs typeface="+mn-ea"/>
                  <a:sym typeface="+mn-lt"/>
                </a:endParaRPr>
              </a:p>
            </p:txBody>
          </p:sp>
        </p:grpSp>
        <p:grpSp>
          <p:nvGrpSpPr>
            <p:cNvPr id="5" name="组合 4">
              <a:extLst>
                <a:ext uri="{FF2B5EF4-FFF2-40B4-BE49-F238E27FC236}">
                  <a16:creationId xmlns:a16="http://schemas.microsoft.com/office/drawing/2014/main" id="{0A14E0D0-4DD0-D3A7-D1BB-DF2E90982365}"/>
                </a:ext>
              </a:extLst>
            </p:cNvPr>
            <p:cNvGrpSpPr/>
            <p:nvPr/>
          </p:nvGrpSpPr>
          <p:grpSpPr>
            <a:xfrm>
              <a:off x="9061205" y="2703489"/>
              <a:ext cx="2457694" cy="3430610"/>
              <a:chOff x="9061205" y="2703489"/>
              <a:chExt cx="2457694" cy="3430610"/>
            </a:xfrm>
          </p:grpSpPr>
          <p:sp>
            <p:nvSpPr>
              <p:cNvPr id="10" name="ComponentBackground4">
                <a:extLst>
                  <a:ext uri="{FF2B5EF4-FFF2-40B4-BE49-F238E27FC236}">
                    <a16:creationId xmlns:a16="http://schemas.microsoft.com/office/drawing/2014/main" id="{9C9E041B-716D-10A4-2D24-50572E2B2C83}"/>
                  </a:ext>
                </a:extLst>
              </p:cNvPr>
              <p:cNvSpPr/>
              <p:nvPr/>
            </p:nvSpPr>
            <p:spPr>
              <a:xfrm>
                <a:off x="9061205" y="3037838"/>
                <a:ext cx="2457694" cy="3096261"/>
              </a:xfrm>
              <a:prstGeom prst="rect">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Bullet4">
                <a:extLst>
                  <a:ext uri="{FF2B5EF4-FFF2-40B4-BE49-F238E27FC236}">
                    <a16:creationId xmlns:a16="http://schemas.microsoft.com/office/drawing/2014/main" id="{75134C41-A1E3-D4A6-25B5-D6E107C59E28}"/>
                  </a:ext>
                </a:extLst>
              </p:cNvPr>
              <p:cNvSpPr/>
              <p:nvPr/>
            </p:nvSpPr>
            <p:spPr>
              <a:xfrm>
                <a:off x="9261963" y="3404662"/>
                <a:ext cx="2056178" cy="692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a:solidFill>
                      <a:schemeClr val="bg1"/>
                    </a:solidFill>
                    <a:cs typeface="+mn-ea"/>
                    <a:sym typeface="+mn-lt"/>
                  </a:rPr>
                  <a:t>单击添加小标题</a:t>
                </a:r>
                <a:endParaRPr lang="en-US" dirty="0">
                  <a:solidFill>
                    <a:schemeClr val="bg1"/>
                  </a:solidFill>
                  <a:cs typeface="+mn-ea"/>
                  <a:sym typeface="+mn-lt"/>
                </a:endParaRPr>
              </a:p>
            </p:txBody>
          </p:sp>
          <p:sp>
            <p:nvSpPr>
              <p:cNvPr id="24" name="Text4">
                <a:extLst>
                  <a:ext uri="{FF2B5EF4-FFF2-40B4-BE49-F238E27FC236}">
                    <a16:creationId xmlns:a16="http://schemas.microsoft.com/office/drawing/2014/main" id="{9A96DD03-932E-10D5-9B07-4A416B6A3D81}"/>
                  </a:ext>
                </a:extLst>
              </p:cNvPr>
              <p:cNvSpPr/>
              <p:nvPr/>
            </p:nvSpPr>
            <p:spPr>
              <a:xfrm>
                <a:off x="9261965" y="4097240"/>
                <a:ext cx="2056178" cy="15672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a:solidFill>
                      <a:schemeClr val="bg1"/>
                    </a:solidFill>
                    <a:cs typeface="+mn-ea"/>
                    <a:sym typeface="+mn-lt"/>
                  </a:rPr>
                  <a:t>单击此处添加文本单击此处添加文本单击此处添加文本单击此处添加文本</a:t>
                </a:r>
                <a:endParaRPr lang="en-US" dirty="0">
                  <a:solidFill>
                    <a:schemeClr val="bg1"/>
                  </a:solidFill>
                  <a:cs typeface="+mn-ea"/>
                  <a:sym typeface="+mn-lt"/>
                </a:endParaRPr>
              </a:p>
            </p:txBody>
          </p:sp>
          <p:sp>
            <p:nvSpPr>
              <p:cNvPr id="31" name="Number4">
                <a:extLst>
                  <a:ext uri="{FF2B5EF4-FFF2-40B4-BE49-F238E27FC236}">
                    <a16:creationId xmlns:a16="http://schemas.microsoft.com/office/drawing/2014/main" id="{25824AF8-40A7-90EE-C2A0-159BA6B31367}"/>
                  </a:ext>
                </a:extLst>
              </p:cNvPr>
              <p:cNvSpPr>
                <a:spLocks noChangeAspect="1"/>
              </p:cNvSpPr>
              <p:nvPr/>
            </p:nvSpPr>
            <p:spPr>
              <a:xfrm>
                <a:off x="9356869" y="2703489"/>
                <a:ext cx="648000" cy="648000"/>
              </a:xfrm>
              <a:prstGeom prst="ellipse">
                <a:avLst/>
              </a:prstGeom>
              <a:solidFill>
                <a:schemeClr val="accent1"/>
              </a:solidFill>
              <a:ln w="2857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altLang="zh-CN" b="1" dirty="0">
                    <a:solidFill>
                      <a:srgbClr val="000000"/>
                    </a:solidFill>
                    <a:cs typeface="+mn-ea"/>
                    <a:sym typeface="+mn-lt"/>
                  </a:rPr>
                  <a:t>04</a:t>
                </a:r>
                <a:endParaRPr lang="zh-CN" altLang="en-US" b="1" dirty="0">
                  <a:solidFill>
                    <a:srgbClr val="000000"/>
                  </a:solidFill>
                  <a:cs typeface="+mn-ea"/>
                  <a:sym typeface="+mn-lt"/>
                </a:endParaRPr>
              </a:p>
            </p:txBody>
          </p:sp>
        </p:grpSp>
      </p:grpSp>
      <p:sp>
        <p:nvSpPr>
          <p:cNvPr id="55" name="Title 1"/>
          <p:cNvSpPr>
            <a:spLocks noGrp="1"/>
          </p:cNvSpPr>
          <p:nvPr>
            <p:ph type="title" hasCustomPrompt="1"/>
          </p:nvPr>
        </p:nvSpPr>
        <p:spPr>
          <a:xfrm>
            <a:off x="660400" y="128587"/>
            <a:ext cx="10858500" cy="900112"/>
          </a:xfrm>
        </p:spPr>
        <p:txBody>
          <a:bodyPr/>
          <a:lstStyle>
            <a:lvl1pPr>
              <a:defRPr/>
            </a:lvl1pPr>
          </a:lstStyle>
          <a:p>
            <a:pPr lvl="0"/>
            <a:r>
              <a:rPr lang="zh-CN" altLang="en-US" dirty="0">
                <a:sym typeface="+mn-lt"/>
              </a:rPr>
              <a:t>单击此处添加页面标题</a:t>
            </a:r>
            <a:endParaRPr lang="en-US" dirty="0">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2895600" y="1412240"/>
            <a:ext cx="6388100" cy="2636520"/>
          </a:xfrm>
        </p:spPr>
        <p:txBody>
          <a:bodyPr/>
          <a:lstStyle/>
          <a:p>
            <a:r>
              <a:rPr lang="zh-CN" altLang="en-US" dirty="0">
                <a:sym typeface="+mn-lt"/>
              </a:rPr>
              <a:t>谢谢观看</a:t>
            </a:r>
            <a:endParaRPr lang="en-US" dirty="0">
              <a:sym typeface="+mn-lt"/>
            </a:endParaRPr>
          </a:p>
        </p:txBody>
      </p:sp>
      <p:sp>
        <p:nvSpPr>
          <p:cNvPr id="4" name="文本占位符 3"/>
          <p:cNvSpPr>
            <a:spLocks noGrp="1"/>
          </p:cNvSpPr>
          <p:nvPr>
            <p:ph type="body" sz="quarter" idx="13" hasCustomPrompt="1"/>
          </p:nvPr>
        </p:nvSpPr>
        <p:spPr>
          <a:xfrm>
            <a:off x="4381500" y="4932363"/>
            <a:ext cx="3416300" cy="431800"/>
          </a:xfrm>
        </p:spPr>
        <p:txBody>
          <a:bodyPr>
            <a:normAutofit/>
          </a:bodyPr>
          <a:lstStyle/>
          <a:p>
            <a:r>
              <a:rPr lang="zh-CN" altLang="en-US" dirty="0">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4381500" y="5519738"/>
            <a:ext cx="3416300" cy="431800"/>
          </a:xfrm>
        </p:spPr>
        <p:txBody>
          <a:bodyPr>
            <a:normAutofit/>
          </a:bodyPr>
          <a:lstStyle/>
          <a:p>
            <a:r>
              <a:rPr lang="zh-CN" altLang="en-US" dirty="0">
                <a:sym typeface="+mn-lt"/>
              </a:rPr>
              <a:t>20XX.XX.XX</a:t>
            </a:r>
            <a:endParaRPr lang="en-US" dirty="0">
              <a:sym typeface="+mn-lt"/>
            </a:endParaRPr>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178">
      <a:dk1>
        <a:srgbClr val="000000"/>
      </a:dk1>
      <a:lt1>
        <a:srgbClr val="FFFFFF"/>
      </a:lt1>
      <a:dk2>
        <a:srgbClr val="778495"/>
      </a:dk2>
      <a:lt2>
        <a:srgbClr val="F0F0F0"/>
      </a:lt2>
      <a:accent1>
        <a:srgbClr val="B1EC52"/>
      </a:accent1>
      <a:accent2>
        <a:srgbClr val="62CB78"/>
      </a:accent2>
      <a:accent3>
        <a:srgbClr val="44B4CF"/>
      </a:accent3>
      <a:accent4>
        <a:srgbClr val="7995D8"/>
      </a:accent4>
      <a:accent5>
        <a:srgbClr val="9FAFB9"/>
      </a:accent5>
      <a:accent6>
        <a:srgbClr val="B4BEC7"/>
      </a:accent6>
      <a:hlink>
        <a:srgbClr val="564EF8"/>
      </a:hlink>
      <a:folHlink>
        <a:srgbClr val="BFBFBF"/>
      </a:folHlink>
    </a:clrScheme>
    <a:fontScheme name="d1150b52-bb87-4ea2-9f7f-c18387c53c79">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TotalTime>
  <Words>772</Words>
  <Application>Microsoft Office PowerPoint</Application>
  <PresentationFormat>宽屏</PresentationFormat>
  <Paragraphs>116</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绿色简约风 实习实践通用模板</vt:lpstr>
      <vt:lpstr>目录</vt:lpstr>
      <vt:lpstr>单击此处添加章节标题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mc</cp:lastModifiedBy>
  <cp:revision>232</cp:revision>
  <dcterms:created xsi:type="dcterms:W3CDTF">2023-06-05T05:58:43Z</dcterms:created>
  <dcterms:modified xsi:type="dcterms:W3CDTF">2026-06-29T03:31:09Z</dcterms:modified>
</cp:coreProperties>
</file>