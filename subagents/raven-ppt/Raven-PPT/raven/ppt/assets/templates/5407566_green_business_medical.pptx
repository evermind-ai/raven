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99" r:id="rId3"/>
    <p:sldId id="265" r:id="rId4"/>
    <p:sldId id="283" r:id="rId5"/>
    <p:sldId id="268" r:id="rId6"/>
    <p:sldId id="273" r:id="rId7"/>
    <p:sldId id="278" r:id="rId8"/>
    <p:sldId id="295" r:id="rId9"/>
    <p:sldId id="289" r:id="rId10"/>
    <p:sldId id="298" r:id="rId11"/>
    <p:sldId id="307" r:id="rId12"/>
    <p:sldId id="308" r:id="Rbd419f9a0d4c4271"/>
    <p:sldId id="309" r:id="Rf6e6a3a82765431b"/>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883025"/>
    <a:srgbClr val="E5E0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94" autoAdjust="0"/>
    <p:restoredTop sz="86483" autoAdjust="0"/>
  </p:normalViewPr>
  <p:slideViewPr>
    <p:cSldViewPr snapToGrid="0" showGuides="1">
      <p:cViewPr>
        <p:scale>
          <a:sx n="125" d="100"/>
          <a:sy n="125" d="100"/>
        </p:scale>
        <p:origin x="1248" y="6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bd419f9a0d4c4271" /><Relationship Type="http://schemas.openxmlformats.org/officeDocument/2006/relationships/slide" Target="/ppt/slides/slide13.xml" Id="Rf6e6a3a82765431b"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D9921E-F39A-43EB-915B-06977D7CF4DB}"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3EBBBC-96C2-46B3-A437-57CA79620D77}" type="slidenum">
              <a:rPr lang="zh-CN" altLang="en-US" smtClean="0"/>
              <a:t>‹#›</a:t>
            </a:fld>
            <a:endParaRPr lang="zh-CN" altLang="en-US"/>
          </a:p>
        </p:txBody>
      </p:sp>
    </p:spTree>
    <p:extLst>
      <p:ext uri="{BB962C8B-B14F-4D97-AF65-F5344CB8AC3E}">
        <p14:creationId xmlns:p14="http://schemas.microsoft.com/office/powerpoint/2010/main" val="3824884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13B0F-CDB2-0AFA-DE8E-59F2E49D6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9C4ED-6332-532B-C4C9-0B0846CB0D2C}"/>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0C6F0C90-E91C-5283-6A40-088B8C78E699}"/>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1431800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Title Slide" type="title" preserve="1">
  <p:cSld name="Title Slide">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83F94A82-A42B-9A93-5C6C-71A5B24528A1}"/>
              </a:ext>
            </a:extLst>
          </p:cNvPr>
          <p:cNvGrpSpPr/>
          <p:nvPr userDrawn="1"/>
        </p:nvGrpSpPr>
        <p:grpSpPr>
          <a:xfrm>
            <a:off x="0" y="0"/>
            <a:ext cx="12188761" cy="6858000"/>
            <a:chOff x="0" y="0"/>
            <a:chExt cx="12188761" cy="6858000"/>
          </a:xfrm>
        </p:grpSpPr>
        <p:pic>
          <p:nvPicPr>
            <p:cNvPr id="42" name="图片 41">
              <a:extLst>
                <a:ext uri="{FF2B5EF4-FFF2-40B4-BE49-F238E27FC236}">
                  <a16:creationId xmlns:a16="http://schemas.microsoft.com/office/drawing/2014/main" id="{53957153-BD43-398D-1372-9B2737CE0BDE}"/>
                </a:ext>
              </a:extLst>
            </p:cNvPr>
            <p:cNvPicPr>
              <a:picLocks noChangeAspect="1"/>
            </p:cNvPicPr>
            <p:nvPr userDrawn="1"/>
          </p:nvPicPr>
          <p:blipFill>
            <a:blip r:embed="rId2">
              <a:extLst>
                <a:ext uri="{28A0092B-C50C-407E-A947-70E740481C1C}">
                  <a14:useLocalDpi xmlns:a14="http://schemas.microsoft.com/office/drawing/2010/main" val="0"/>
                </a:ext>
              </a:extLst>
            </a:blip>
            <a:srcRect l="2540" t="2566"/>
            <a:stretch>
              <a:fillRect/>
            </a:stretch>
          </p:blipFill>
          <p:spPr>
            <a:xfrm>
              <a:off x="0" y="0"/>
              <a:ext cx="12188761" cy="6858000"/>
            </a:xfrm>
            <a:custGeom>
              <a:avLst/>
              <a:gdLst>
                <a:gd name="csX0" fmla="*/ 0 w 12188761"/>
                <a:gd name="csY0" fmla="*/ 0 h 6858000"/>
                <a:gd name="csX1" fmla="*/ 12188761 w 12188761"/>
                <a:gd name="csY1" fmla="*/ 0 h 6858000"/>
                <a:gd name="csX2" fmla="*/ 12188761 w 12188761"/>
                <a:gd name="csY2" fmla="*/ 6858000 h 6858000"/>
                <a:gd name="csX3" fmla="*/ 0 w 12188761"/>
                <a:gd name="csY3" fmla="*/ 6858000 h 6858000"/>
              </a:gdLst>
              <a:ahLst/>
              <a:cxnLst>
                <a:cxn ang="0">
                  <a:pos x="csX0" y="csY0"/>
                </a:cxn>
                <a:cxn ang="0">
                  <a:pos x="csX1" y="csY1"/>
                </a:cxn>
                <a:cxn ang="0">
                  <a:pos x="csX2" y="csY2"/>
                </a:cxn>
                <a:cxn ang="0">
                  <a:pos x="csX3" y="csY3"/>
                </a:cxn>
              </a:cxnLst>
              <a:rect l="l" t="t" r="r" b="b"/>
              <a:pathLst>
                <a:path w="12188761" h="6858000">
                  <a:moveTo>
                    <a:pt x="0" y="0"/>
                  </a:moveTo>
                  <a:lnTo>
                    <a:pt x="12188761" y="0"/>
                  </a:lnTo>
                  <a:lnTo>
                    <a:pt x="12188761" y="6858000"/>
                  </a:lnTo>
                  <a:lnTo>
                    <a:pt x="0" y="6858000"/>
                  </a:lnTo>
                  <a:close/>
                </a:path>
              </a:pathLst>
            </a:custGeom>
          </p:spPr>
        </p:pic>
        <p:sp>
          <p:nvSpPr>
            <p:cNvPr id="55" name="矩形 54">
              <a:extLst>
                <a:ext uri="{FF2B5EF4-FFF2-40B4-BE49-F238E27FC236}">
                  <a16:creationId xmlns:a16="http://schemas.microsoft.com/office/drawing/2014/main" id="{505EEBE6-B250-5E71-995A-77044DD73ADD}"/>
                </a:ext>
              </a:extLst>
            </p:cNvPr>
            <p:cNvSpPr/>
            <p:nvPr/>
          </p:nvSpPr>
          <p:spPr>
            <a:xfrm>
              <a:off x="3013077" y="5664842"/>
              <a:ext cx="2141994" cy="4692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矩形 57">
              <a:extLst>
                <a:ext uri="{FF2B5EF4-FFF2-40B4-BE49-F238E27FC236}">
                  <a16:creationId xmlns:a16="http://schemas.microsoft.com/office/drawing/2014/main" id="{1FEBA564-EF6A-BCBF-0DD7-3C3F789408A2}"/>
                </a:ext>
              </a:extLst>
            </p:cNvPr>
            <p:cNvSpPr/>
            <p:nvPr/>
          </p:nvSpPr>
          <p:spPr>
            <a:xfrm>
              <a:off x="765078" y="5664842"/>
              <a:ext cx="2141994" cy="4692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6" name="组合 45">
              <a:extLst>
                <a:ext uri="{FF2B5EF4-FFF2-40B4-BE49-F238E27FC236}">
                  <a16:creationId xmlns:a16="http://schemas.microsoft.com/office/drawing/2014/main" id="{FF2D5430-6106-8C14-65EA-F613DF07CE83}"/>
                </a:ext>
              </a:extLst>
            </p:cNvPr>
            <p:cNvGrpSpPr/>
            <p:nvPr userDrawn="1"/>
          </p:nvGrpSpPr>
          <p:grpSpPr>
            <a:xfrm>
              <a:off x="3013077" y="5664842"/>
              <a:ext cx="469567" cy="469257"/>
              <a:chOff x="3013077" y="5664842"/>
              <a:chExt cx="469567" cy="469257"/>
            </a:xfrm>
          </p:grpSpPr>
          <p:sp>
            <p:nvSpPr>
              <p:cNvPr id="56" name="矩形 55">
                <a:extLst>
                  <a:ext uri="{FF2B5EF4-FFF2-40B4-BE49-F238E27FC236}">
                    <a16:creationId xmlns:a16="http://schemas.microsoft.com/office/drawing/2014/main" id="{39414D43-BC8D-FC61-157D-B761ADBCDAD6}"/>
                  </a:ext>
                </a:extLst>
              </p:cNvPr>
              <p:cNvSpPr/>
              <p:nvPr/>
            </p:nvSpPr>
            <p:spPr>
              <a:xfrm>
                <a:off x="3013077" y="5664842"/>
                <a:ext cx="469567" cy="4692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图形 5">
                <a:extLst>
                  <a:ext uri="{FF2B5EF4-FFF2-40B4-BE49-F238E27FC236}">
                    <a16:creationId xmlns:a16="http://schemas.microsoft.com/office/drawing/2014/main" id="{C141CF71-AF91-6DAF-8995-A7CF9F39E19D}"/>
                  </a:ext>
                </a:extLst>
              </p:cNvPr>
              <p:cNvSpPr/>
              <p:nvPr/>
            </p:nvSpPr>
            <p:spPr>
              <a:xfrm>
                <a:off x="3163411" y="5818153"/>
                <a:ext cx="168898" cy="162634"/>
              </a:xfrm>
              <a:custGeom>
                <a:avLst/>
                <a:gdLst>
                  <a:gd name="csX0" fmla="*/ 1453801 w 1643443"/>
                  <a:gd name="csY0" fmla="*/ 314420 h 1582483"/>
                  <a:gd name="csX1" fmla="*/ 1296734 w 1643443"/>
                  <a:gd name="csY1" fmla="*/ 314420 h 1582483"/>
                  <a:gd name="csX2" fmla="*/ 1296734 w 1643443"/>
                  <a:gd name="csY2" fmla="*/ 198120 h 1582483"/>
                  <a:gd name="csX3" fmla="*/ 1098709 w 1643443"/>
                  <a:gd name="csY3" fmla="*/ 0 h 1582483"/>
                  <a:gd name="csX4" fmla="*/ 544830 w 1643443"/>
                  <a:gd name="csY4" fmla="*/ 0 h 1582483"/>
                  <a:gd name="csX5" fmla="*/ 346710 w 1643443"/>
                  <a:gd name="csY5" fmla="*/ 198120 h 1582483"/>
                  <a:gd name="csX6" fmla="*/ 346710 w 1643443"/>
                  <a:gd name="csY6" fmla="*/ 314420 h 1582483"/>
                  <a:gd name="csX7" fmla="*/ 189643 w 1643443"/>
                  <a:gd name="csY7" fmla="*/ 314420 h 1582483"/>
                  <a:gd name="csX8" fmla="*/ 0 w 1643443"/>
                  <a:gd name="csY8" fmla="*/ 504063 h 1582483"/>
                  <a:gd name="csX9" fmla="*/ 0 w 1643443"/>
                  <a:gd name="csY9" fmla="*/ 1392841 h 1582483"/>
                  <a:gd name="csX10" fmla="*/ 189643 w 1643443"/>
                  <a:gd name="csY10" fmla="*/ 1582484 h 1582483"/>
                  <a:gd name="csX11" fmla="*/ 1453801 w 1643443"/>
                  <a:gd name="csY11" fmla="*/ 1582484 h 1582483"/>
                  <a:gd name="csX12" fmla="*/ 1643444 w 1643443"/>
                  <a:gd name="csY12" fmla="*/ 1392841 h 1582483"/>
                  <a:gd name="csX13" fmla="*/ 1643444 w 1643443"/>
                  <a:gd name="csY13" fmla="*/ 504063 h 1582483"/>
                  <a:gd name="csX14" fmla="*/ 1453801 w 1643443"/>
                  <a:gd name="csY14" fmla="*/ 314420 h 1582483"/>
                  <a:gd name="csX15" fmla="*/ 526447 w 1643443"/>
                  <a:gd name="csY15" fmla="*/ 198120 h 1582483"/>
                  <a:gd name="csX16" fmla="*/ 544544 w 1643443"/>
                  <a:gd name="csY16" fmla="*/ 180023 h 1582483"/>
                  <a:gd name="csX17" fmla="*/ 1098423 w 1643443"/>
                  <a:gd name="csY17" fmla="*/ 180023 h 1582483"/>
                  <a:gd name="csX18" fmla="*/ 1116425 w 1643443"/>
                  <a:gd name="csY18" fmla="*/ 198120 h 1582483"/>
                  <a:gd name="csX19" fmla="*/ 1116425 w 1643443"/>
                  <a:gd name="csY19" fmla="*/ 314420 h 1582483"/>
                  <a:gd name="csX20" fmla="*/ 526447 w 1643443"/>
                  <a:gd name="csY20" fmla="*/ 314420 h 1582483"/>
                  <a:gd name="csX21" fmla="*/ 1183672 w 1643443"/>
                  <a:gd name="csY21" fmla="*/ 1034701 h 1582483"/>
                  <a:gd name="csX22" fmla="*/ 1162812 w 1643443"/>
                  <a:gd name="csY22" fmla="*/ 1055561 h 1582483"/>
                  <a:gd name="csX23" fmla="*/ 978503 w 1643443"/>
                  <a:gd name="csY23" fmla="*/ 1055561 h 1582483"/>
                  <a:gd name="csX24" fmla="*/ 957739 w 1643443"/>
                  <a:gd name="csY24" fmla="*/ 1076325 h 1582483"/>
                  <a:gd name="csX25" fmla="*/ 957739 w 1643443"/>
                  <a:gd name="csY25" fmla="*/ 1261015 h 1582483"/>
                  <a:gd name="csX26" fmla="*/ 936879 w 1643443"/>
                  <a:gd name="csY26" fmla="*/ 1281779 h 1582483"/>
                  <a:gd name="csX27" fmla="*/ 735997 w 1643443"/>
                  <a:gd name="csY27" fmla="*/ 1281779 h 1582483"/>
                  <a:gd name="csX28" fmla="*/ 715137 w 1643443"/>
                  <a:gd name="csY28" fmla="*/ 1261015 h 1582483"/>
                  <a:gd name="csX29" fmla="*/ 715137 w 1643443"/>
                  <a:gd name="csY29" fmla="*/ 1076325 h 1582483"/>
                  <a:gd name="csX30" fmla="*/ 694373 w 1643443"/>
                  <a:gd name="csY30" fmla="*/ 1055560 h 1582483"/>
                  <a:gd name="csX31" fmla="*/ 694277 w 1643443"/>
                  <a:gd name="csY31" fmla="*/ 1055560 h 1582483"/>
                  <a:gd name="csX32" fmla="*/ 509492 w 1643443"/>
                  <a:gd name="csY32" fmla="*/ 1055561 h 1582483"/>
                  <a:gd name="csX33" fmla="*/ 488349 w 1643443"/>
                  <a:gd name="csY33" fmla="*/ 1034988 h 1582483"/>
                  <a:gd name="csX34" fmla="*/ 488347 w 1643443"/>
                  <a:gd name="csY34" fmla="*/ 1034701 h 1582483"/>
                  <a:gd name="csX35" fmla="*/ 488347 w 1643443"/>
                  <a:gd name="csY35" fmla="*/ 833533 h 1582483"/>
                  <a:gd name="csX36" fmla="*/ 509206 w 1643443"/>
                  <a:gd name="csY36" fmla="*/ 812768 h 1582483"/>
                  <a:gd name="csX37" fmla="*/ 694087 w 1643443"/>
                  <a:gd name="csY37" fmla="*/ 812768 h 1582483"/>
                  <a:gd name="csX38" fmla="*/ 714947 w 1643443"/>
                  <a:gd name="csY38" fmla="*/ 791909 h 1582483"/>
                  <a:gd name="csX39" fmla="*/ 714947 w 1643443"/>
                  <a:gd name="csY39" fmla="*/ 607314 h 1582483"/>
                  <a:gd name="csX40" fmla="*/ 735805 w 1643443"/>
                  <a:gd name="csY40" fmla="*/ 586453 h 1582483"/>
                  <a:gd name="csX41" fmla="*/ 735997 w 1643443"/>
                  <a:gd name="csY41" fmla="*/ 586454 h 1582483"/>
                  <a:gd name="csX42" fmla="*/ 937069 w 1643443"/>
                  <a:gd name="csY42" fmla="*/ 586454 h 1582483"/>
                  <a:gd name="csX43" fmla="*/ 957929 w 1643443"/>
                  <a:gd name="csY43" fmla="*/ 607314 h 1582483"/>
                  <a:gd name="csX44" fmla="*/ 957929 w 1643443"/>
                  <a:gd name="csY44" fmla="*/ 791909 h 1582483"/>
                  <a:gd name="csX45" fmla="*/ 978694 w 1643443"/>
                  <a:gd name="csY45" fmla="*/ 812768 h 1582483"/>
                  <a:gd name="csX46" fmla="*/ 1163384 w 1643443"/>
                  <a:gd name="csY46" fmla="*/ 812768 h 1582483"/>
                  <a:gd name="csX47" fmla="*/ 1184243 w 1643443"/>
                  <a:gd name="csY47" fmla="*/ 833533 h 15824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643443" h="1582483">
                    <a:moveTo>
                      <a:pt x="1453801" y="314420"/>
                    </a:moveTo>
                    <a:lnTo>
                      <a:pt x="1296734" y="314420"/>
                    </a:lnTo>
                    <a:lnTo>
                      <a:pt x="1296734" y="198120"/>
                    </a:lnTo>
                    <a:cubicBezTo>
                      <a:pt x="1296629" y="88782"/>
                      <a:pt x="1208047" y="158"/>
                      <a:pt x="1098709" y="0"/>
                    </a:cubicBezTo>
                    <a:lnTo>
                      <a:pt x="544830" y="0"/>
                    </a:lnTo>
                    <a:cubicBezTo>
                      <a:pt x="435455" y="105"/>
                      <a:pt x="346815" y="88745"/>
                      <a:pt x="346710" y="198120"/>
                    </a:cubicBezTo>
                    <a:lnTo>
                      <a:pt x="346710" y="314420"/>
                    </a:lnTo>
                    <a:lnTo>
                      <a:pt x="189643" y="314420"/>
                    </a:lnTo>
                    <a:cubicBezTo>
                      <a:pt x="84906" y="314420"/>
                      <a:pt x="0" y="399326"/>
                      <a:pt x="0" y="504063"/>
                    </a:cubicBezTo>
                    <a:lnTo>
                      <a:pt x="0" y="1392841"/>
                    </a:lnTo>
                    <a:cubicBezTo>
                      <a:pt x="0" y="1497578"/>
                      <a:pt x="84906" y="1582484"/>
                      <a:pt x="189643" y="1582484"/>
                    </a:cubicBezTo>
                    <a:lnTo>
                      <a:pt x="1453801" y="1582484"/>
                    </a:lnTo>
                    <a:cubicBezTo>
                      <a:pt x="1558538" y="1582484"/>
                      <a:pt x="1643444" y="1497578"/>
                      <a:pt x="1643444" y="1392841"/>
                    </a:cubicBezTo>
                    <a:lnTo>
                      <a:pt x="1643444" y="504063"/>
                    </a:lnTo>
                    <a:cubicBezTo>
                      <a:pt x="1643444" y="399326"/>
                      <a:pt x="1558538" y="314420"/>
                      <a:pt x="1453801" y="314420"/>
                    </a:cubicBezTo>
                    <a:close/>
                    <a:moveTo>
                      <a:pt x="526447" y="198120"/>
                    </a:moveTo>
                    <a:cubicBezTo>
                      <a:pt x="526447" y="188125"/>
                      <a:pt x="534549" y="180023"/>
                      <a:pt x="544544" y="180023"/>
                    </a:cubicBezTo>
                    <a:lnTo>
                      <a:pt x="1098423" y="180023"/>
                    </a:lnTo>
                    <a:cubicBezTo>
                      <a:pt x="1108381" y="180075"/>
                      <a:pt x="1116426" y="188162"/>
                      <a:pt x="1116425" y="198120"/>
                    </a:cubicBezTo>
                    <a:lnTo>
                      <a:pt x="1116425" y="314420"/>
                    </a:lnTo>
                    <a:lnTo>
                      <a:pt x="526447" y="314420"/>
                    </a:lnTo>
                    <a:close/>
                    <a:moveTo>
                      <a:pt x="1183672" y="1034701"/>
                    </a:moveTo>
                    <a:cubicBezTo>
                      <a:pt x="1183672" y="1046221"/>
                      <a:pt x="1174333" y="1055561"/>
                      <a:pt x="1162812" y="1055561"/>
                    </a:cubicBezTo>
                    <a:lnTo>
                      <a:pt x="978503" y="1055561"/>
                    </a:lnTo>
                    <a:cubicBezTo>
                      <a:pt x="967035" y="1055561"/>
                      <a:pt x="957739" y="1064857"/>
                      <a:pt x="957739" y="1076325"/>
                    </a:cubicBezTo>
                    <a:lnTo>
                      <a:pt x="957739" y="1261015"/>
                    </a:lnTo>
                    <a:cubicBezTo>
                      <a:pt x="957686" y="1272498"/>
                      <a:pt x="948362" y="1281779"/>
                      <a:pt x="936879" y="1281779"/>
                    </a:cubicBezTo>
                    <a:lnTo>
                      <a:pt x="735997" y="1281779"/>
                    </a:lnTo>
                    <a:cubicBezTo>
                      <a:pt x="724513" y="1281779"/>
                      <a:pt x="715190" y="1272498"/>
                      <a:pt x="715137" y="1261015"/>
                    </a:cubicBezTo>
                    <a:lnTo>
                      <a:pt x="715137" y="1076325"/>
                    </a:lnTo>
                    <a:cubicBezTo>
                      <a:pt x="715137" y="1064857"/>
                      <a:pt x="705841" y="1055560"/>
                      <a:pt x="694373" y="1055560"/>
                    </a:cubicBezTo>
                    <a:cubicBezTo>
                      <a:pt x="694341" y="1055560"/>
                      <a:pt x="694309" y="1055560"/>
                      <a:pt x="694277" y="1055560"/>
                    </a:cubicBezTo>
                    <a:lnTo>
                      <a:pt x="509492" y="1055561"/>
                    </a:lnTo>
                    <a:cubicBezTo>
                      <a:pt x="497973" y="1055718"/>
                      <a:pt x="488507" y="1046508"/>
                      <a:pt x="488349" y="1034988"/>
                    </a:cubicBezTo>
                    <a:cubicBezTo>
                      <a:pt x="488347" y="1034893"/>
                      <a:pt x="488347" y="1034797"/>
                      <a:pt x="488347" y="1034701"/>
                    </a:cubicBezTo>
                    <a:lnTo>
                      <a:pt x="488347" y="833533"/>
                    </a:lnTo>
                    <a:cubicBezTo>
                      <a:pt x="488399" y="822049"/>
                      <a:pt x="497723" y="812768"/>
                      <a:pt x="509206" y="812768"/>
                    </a:cubicBezTo>
                    <a:lnTo>
                      <a:pt x="694087" y="812768"/>
                    </a:lnTo>
                    <a:cubicBezTo>
                      <a:pt x="705607" y="812768"/>
                      <a:pt x="714947" y="803429"/>
                      <a:pt x="714947" y="791909"/>
                    </a:cubicBezTo>
                    <a:lnTo>
                      <a:pt x="714947" y="607314"/>
                    </a:lnTo>
                    <a:cubicBezTo>
                      <a:pt x="714946" y="595794"/>
                      <a:pt x="724285" y="586454"/>
                      <a:pt x="735805" y="586453"/>
                    </a:cubicBezTo>
                    <a:cubicBezTo>
                      <a:pt x="735869" y="586453"/>
                      <a:pt x="735933" y="586454"/>
                      <a:pt x="735997" y="586454"/>
                    </a:cubicBezTo>
                    <a:lnTo>
                      <a:pt x="937069" y="586454"/>
                    </a:lnTo>
                    <a:cubicBezTo>
                      <a:pt x="948590" y="586454"/>
                      <a:pt x="957929" y="595794"/>
                      <a:pt x="957929" y="607314"/>
                    </a:cubicBezTo>
                    <a:lnTo>
                      <a:pt x="957929" y="791909"/>
                    </a:lnTo>
                    <a:cubicBezTo>
                      <a:pt x="957929" y="803392"/>
                      <a:pt x="967210" y="812716"/>
                      <a:pt x="978694" y="812768"/>
                    </a:cubicBezTo>
                    <a:lnTo>
                      <a:pt x="1163384" y="812768"/>
                    </a:lnTo>
                    <a:cubicBezTo>
                      <a:pt x="1174867" y="812768"/>
                      <a:pt x="1184191" y="822050"/>
                      <a:pt x="1184243" y="833533"/>
                    </a:cubicBezTo>
                    <a:close/>
                  </a:path>
                </a:pathLst>
              </a:custGeom>
              <a:solidFill>
                <a:srgbClr val="FFFFFF"/>
              </a:solidFill>
              <a:ln w="1860" cap="flat">
                <a:noFill/>
                <a:prstDash val="solid"/>
                <a:miter/>
              </a:ln>
            </p:spPr>
            <p:txBody>
              <a:bodyPr/>
              <a:lstStyle/>
              <a:p>
                <a:endParaRPr lang="zh-CN" altLang="en-US"/>
              </a:p>
            </p:txBody>
          </p:sp>
        </p:grpSp>
        <p:grpSp>
          <p:nvGrpSpPr>
            <p:cNvPr id="47" name="组合 46">
              <a:extLst>
                <a:ext uri="{FF2B5EF4-FFF2-40B4-BE49-F238E27FC236}">
                  <a16:creationId xmlns:a16="http://schemas.microsoft.com/office/drawing/2014/main" id="{DD91B34C-59B4-4F16-F4CE-E4EDF8EFF202}"/>
                </a:ext>
              </a:extLst>
            </p:cNvPr>
            <p:cNvGrpSpPr/>
            <p:nvPr userDrawn="1"/>
          </p:nvGrpSpPr>
          <p:grpSpPr>
            <a:xfrm>
              <a:off x="765078" y="5664842"/>
              <a:ext cx="469567" cy="469257"/>
              <a:chOff x="765078" y="5664842"/>
              <a:chExt cx="469567" cy="469257"/>
            </a:xfrm>
          </p:grpSpPr>
          <p:sp>
            <p:nvSpPr>
              <p:cNvPr id="59" name="矩形 58">
                <a:extLst>
                  <a:ext uri="{FF2B5EF4-FFF2-40B4-BE49-F238E27FC236}">
                    <a16:creationId xmlns:a16="http://schemas.microsoft.com/office/drawing/2014/main" id="{DC4119AE-F1E5-EC48-0030-282A749CA69A}"/>
                  </a:ext>
                </a:extLst>
              </p:cNvPr>
              <p:cNvSpPr/>
              <p:nvPr/>
            </p:nvSpPr>
            <p:spPr>
              <a:xfrm>
                <a:off x="765078" y="5664842"/>
                <a:ext cx="469567" cy="4692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图形 9">
                <a:extLst>
                  <a:ext uri="{FF2B5EF4-FFF2-40B4-BE49-F238E27FC236}">
                    <a16:creationId xmlns:a16="http://schemas.microsoft.com/office/drawing/2014/main" id="{BF3CE9AA-D806-E46B-47E2-D6CD7DFD61F1}"/>
                  </a:ext>
                </a:extLst>
              </p:cNvPr>
              <p:cNvSpPr/>
              <p:nvPr/>
            </p:nvSpPr>
            <p:spPr>
              <a:xfrm>
                <a:off x="902281" y="5818155"/>
                <a:ext cx="195162" cy="162632"/>
              </a:xfrm>
              <a:custGeom>
                <a:avLst/>
                <a:gdLst>
                  <a:gd name="csX0" fmla="*/ 1143019 w 1524019"/>
                  <a:gd name="csY0" fmla="*/ 0 h 1269992"/>
                  <a:gd name="csX1" fmla="*/ 873557 w 1524019"/>
                  <a:gd name="csY1" fmla="*/ 111538 h 1269992"/>
                  <a:gd name="csX2" fmla="*/ 627336 w 1524019"/>
                  <a:gd name="csY2" fmla="*/ 357874 h 1269992"/>
                  <a:gd name="csX3" fmla="*/ 896703 w 1524019"/>
                  <a:gd name="csY3" fmla="*/ 627260 h 1269992"/>
                  <a:gd name="csX4" fmla="*/ 627336 w 1524019"/>
                  <a:gd name="csY4" fmla="*/ 896627 h 1269992"/>
                  <a:gd name="csX5" fmla="*/ 537534 w 1524019"/>
                  <a:gd name="csY5" fmla="*/ 806844 h 1269992"/>
                  <a:gd name="csX6" fmla="*/ 717118 w 1524019"/>
                  <a:gd name="csY6" fmla="*/ 627260 h 1269992"/>
                  <a:gd name="csX7" fmla="*/ 447751 w 1524019"/>
                  <a:gd name="csY7" fmla="*/ 357874 h 1269992"/>
                  <a:gd name="csX8" fmla="*/ 672160 w 1524019"/>
                  <a:gd name="csY8" fmla="*/ 133465 h 1269992"/>
                  <a:gd name="csX9" fmla="*/ 650386 w 1524019"/>
                  <a:gd name="csY9" fmla="*/ 111633 h 1269992"/>
                  <a:gd name="csX10" fmla="*/ 381000 w 1524019"/>
                  <a:gd name="csY10" fmla="*/ 19 h 1269992"/>
                  <a:gd name="csX11" fmla="*/ 0 w 1524019"/>
                  <a:gd name="csY11" fmla="*/ 381077 h 1269992"/>
                  <a:gd name="csX12" fmla="*/ 111614 w 1524019"/>
                  <a:gd name="csY12" fmla="*/ 650386 h 1269992"/>
                  <a:gd name="csX13" fmla="*/ 672294 w 1524019"/>
                  <a:gd name="csY13" fmla="*/ 1232974 h 1269992"/>
                  <a:gd name="csX14" fmla="*/ 851954 w 1524019"/>
                  <a:gd name="csY14" fmla="*/ 1232974 h 1269992"/>
                  <a:gd name="csX15" fmla="*/ 1412405 w 1524019"/>
                  <a:gd name="csY15" fmla="*/ 650386 h 1269992"/>
                  <a:gd name="csX16" fmla="*/ 1524019 w 1524019"/>
                  <a:gd name="csY16" fmla="*/ 381000 h 1269992"/>
                  <a:gd name="csX17" fmla="*/ 1143019 w 1524019"/>
                  <a:gd name="csY17" fmla="*/ 0 h 1269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24019" h="1269992">
                    <a:moveTo>
                      <a:pt x="1143019" y="0"/>
                    </a:moveTo>
                    <a:cubicBezTo>
                      <a:pt x="1037844" y="-133"/>
                      <a:pt x="942594" y="42596"/>
                      <a:pt x="873557" y="111538"/>
                    </a:cubicBezTo>
                    <a:lnTo>
                      <a:pt x="627336" y="357874"/>
                    </a:lnTo>
                    <a:lnTo>
                      <a:pt x="896703" y="627260"/>
                    </a:lnTo>
                    <a:lnTo>
                      <a:pt x="627336" y="896627"/>
                    </a:lnTo>
                    <a:lnTo>
                      <a:pt x="537534" y="806844"/>
                    </a:lnTo>
                    <a:lnTo>
                      <a:pt x="717118" y="627260"/>
                    </a:lnTo>
                    <a:lnTo>
                      <a:pt x="447751" y="357874"/>
                    </a:lnTo>
                    <a:lnTo>
                      <a:pt x="672160" y="133465"/>
                    </a:lnTo>
                    <a:lnTo>
                      <a:pt x="650386" y="111633"/>
                    </a:lnTo>
                    <a:cubicBezTo>
                      <a:pt x="579019" y="40067"/>
                      <a:pt x="482069" y="-101"/>
                      <a:pt x="381000" y="19"/>
                    </a:cubicBezTo>
                    <a:cubicBezTo>
                      <a:pt x="170669" y="-57"/>
                      <a:pt x="0" y="170536"/>
                      <a:pt x="0" y="381077"/>
                    </a:cubicBezTo>
                    <a:cubicBezTo>
                      <a:pt x="0" y="486175"/>
                      <a:pt x="42672" y="581425"/>
                      <a:pt x="111614" y="650386"/>
                    </a:cubicBezTo>
                    <a:lnTo>
                      <a:pt x="672294" y="1232974"/>
                    </a:lnTo>
                    <a:cubicBezTo>
                      <a:pt x="721728" y="1282332"/>
                      <a:pt x="802577" y="1282332"/>
                      <a:pt x="851954" y="1232974"/>
                    </a:cubicBezTo>
                    <a:lnTo>
                      <a:pt x="1412405" y="650386"/>
                    </a:lnTo>
                    <a:cubicBezTo>
                      <a:pt x="1483957" y="579009"/>
                      <a:pt x="1524123" y="482066"/>
                      <a:pt x="1524019" y="381000"/>
                    </a:cubicBezTo>
                    <a:cubicBezTo>
                      <a:pt x="1524019" y="170612"/>
                      <a:pt x="1353464" y="0"/>
                      <a:pt x="1143019" y="0"/>
                    </a:cubicBezTo>
                    <a:close/>
                  </a:path>
                </a:pathLst>
              </a:custGeom>
              <a:solidFill>
                <a:srgbClr val="FFFFFF"/>
              </a:solidFill>
              <a:ln w="1860" cap="flat">
                <a:noFill/>
                <a:prstDash val="solid"/>
                <a:miter/>
              </a:ln>
            </p:spPr>
            <p:txBody>
              <a:bodyPr/>
              <a:lstStyle/>
              <a:p>
                <a:endParaRPr lang="zh-CN" altLang="en-US"/>
              </a:p>
            </p:txBody>
          </p:sp>
        </p:grpSp>
        <p:sp>
          <p:nvSpPr>
            <p:cNvPr id="38" name="矩形 37">
              <a:extLst>
                <a:ext uri="{FF2B5EF4-FFF2-40B4-BE49-F238E27FC236}">
                  <a16:creationId xmlns:a16="http://schemas.microsoft.com/office/drawing/2014/main" id="{C9ED336B-FE61-558A-77B5-5C8EB6CBBCF0}"/>
                </a:ext>
              </a:extLst>
            </p:cNvPr>
            <p:cNvSpPr/>
            <p:nvPr userDrawn="1"/>
          </p:nvSpPr>
          <p:spPr>
            <a:xfrm>
              <a:off x="765078" y="3785484"/>
              <a:ext cx="97251" cy="3053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3" name="组合 42">
              <a:extLst>
                <a:ext uri="{FF2B5EF4-FFF2-40B4-BE49-F238E27FC236}">
                  <a16:creationId xmlns:a16="http://schemas.microsoft.com/office/drawing/2014/main" id="{D39DB842-A5B1-D681-270A-8D1F57FCA9E7}"/>
                </a:ext>
              </a:extLst>
            </p:cNvPr>
            <p:cNvGrpSpPr/>
            <p:nvPr userDrawn="1"/>
          </p:nvGrpSpPr>
          <p:grpSpPr>
            <a:xfrm>
              <a:off x="760729" y="927417"/>
              <a:ext cx="555680" cy="126683"/>
              <a:chOff x="817880" y="772160"/>
              <a:chExt cx="555680" cy="126683"/>
            </a:xfrm>
          </p:grpSpPr>
          <p:sp>
            <p:nvSpPr>
              <p:cNvPr id="44" name="矩形 43">
                <a:extLst>
                  <a:ext uri="{FF2B5EF4-FFF2-40B4-BE49-F238E27FC236}">
                    <a16:creationId xmlns:a16="http://schemas.microsoft.com/office/drawing/2014/main" id="{18BB7659-A41C-B5B7-DCE7-53D12CCE3462}"/>
                  </a:ext>
                </a:extLst>
              </p:cNvPr>
              <p:cNvSpPr/>
              <p:nvPr/>
            </p:nvSpPr>
            <p:spPr>
              <a:xfrm>
                <a:off x="817880" y="772160"/>
                <a:ext cx="126683" cy="126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0641FBBA-D7D5-7EC6-6100-03232C68DFE9}"/>
                  </a:ext>
                </a:extLst>
              </p:cNvPr>
              <p:cNvSpPr/>
              <p:nvPr/>
            </p:nvSpPr>
            <p:spPr>
              <a:xfrm>
                <a:off x="1032378" y="772160"/>
                <a:ext cx="126683" cy="126683"/>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ECB64BAA-9BA2-B710-3E98-89D173F5030F}"/>
                  </a:ext>
                </a:extLst>
              </p:cNvPr>
              <p:cNvSpPr/>
              <p:nvPr/>
            </p:nvSpPr>
            <p:spPr>
              <a:xfrm>
                <a:off x="1246877" y="772160"/>
                <a:ext cx="126683" cy="126683"/>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 name="7850604b-0e1d-4ec9-a4d3-030a0eb33f20"/>
          <p:cNvSpPr>
            <a:spLocks noGrp="1"/>
          </p:cNvSpPr>
          <p:nvPr userDrawn="1">
            <p:ph type="ctrTitle" hasCustomPrompt="1"/>
          </p:nvPr>
        </p:nvSpPr>
        <p:spPr>
          <a:xfrm>
            <a:off x="660400" y="1130300"/>
            <a:ext cx="5402585" cy="2367353"/>
          </a:xfrm>
          <a:prstGeom prst="rect">
            <a:avLst/>
          </a:prstGeom>
        </p:spPr>
        <p:txBody>
          <a:bodyPr wrap="square" anchor="b">
            <a:normAutofit/>
          </a:bodyPr>
          <a:lstStyle>
            <a:lvl1pPr algn="l">
              <a:lnSpc>
                <a:spcPct val="100000"/>
              </a:lnSpc>
              <a:defRPr sz="4800">
                <a:ln w="19050">
                  <a:noFill/>
                </a:ln>
                <a:solidFill>
                  <a:schemeClr val="accent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944880" y="3736723"/>
            <a:ext cx="4905517" cy="844524"/>
          </a:xfrm>
          <a:prstGeom prst="rect">
            <a:avLst/>
          </a:prstGeom>
          <a:noFill/>
          <a:ln>
            <a:noFill/>
          </a:ln>
          <a:effectLst/>
        </p:spPr>
        <p:txBody>
          <a:bodyPr vert="horz" wrap="square" lIns="91440" tIns="45720" rIns="91440" bIns="45720" rtlCol="0" anchor="t" anchorCtr="0">
            <a:normAutofit/>
          </a:bodyPr>
          <a:lstStyle>
            <a:lvl1pPr marL="0" indent="0" algn="l">
              <a:lnSpc>
                <a:spcPct val="100000"/>
              </a:lnSpc>
              <a:buNone/>
              <a:defRPr lang="en-US" sz="2000" b="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3525831" y="5719520"/>
            <a:ext cx="1612886" cy="359902"/>
          </a:xfrm>
          <a:prstGeom prst="rect">
            <a:avLst/>
          </a:prstGeom>
          <a:noFill/>
          <a:ln>
            <a:noFill/>
          </a:ln>
        </p:spPr>
        <p:txBody>
          <a:bodyPr wrap="square" lIns="90000" anchor="ctr">
            <a:normAutofit/>
          </a:bodyPr>
          <a:lstStyle>
            <a:lvl1pPr marL="0" indent="0" algn="l">
              <a:lnSpc>
                <a:spcPct val="100000"/>
              </a:lnSpc>
              <a:buNone/>
              <a:defRPr sz="1200" b="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1277832" y="5719520"/>
            <a:ext cx="1612886" cy="359902"/>
          </a:xfrm>
          <a:prstGeom prst="rect">
            <a:avLst/>
          </a:prstGeom>
          <a:noFill/>
          <a:ln>
            <a:noFill/>
          </a:ln>
        </p:spPr>
        <p:txBody>
          <a:bodyPr wrap="none" anchor="ctr">
            <a:normAutofit/>
          </a:bodyPr>
          <a:lstStyle>
            <a:lvl1pPr marL="0" indent="0" algn="l">
              <a:lnSpc>
                <a:spcPct val="100000"/>
              </a:lnSpc>
              <a:buNone/>
              <a:defRPr sz="1200" b="0">
                <a:solidFill>
                  <a:schemeClr val="tx1"/>
                </a:solidFill>
              </a:defRPr>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F75078A3-2624-5F32-C124-B1E0DC3BF137}"/>
              </a:ext>
            </a:extLst>
          </p:cNvPr>
          <p:cNvGrpSpPr/>
          <p:nvPr userDrawn="1"/>
        </p:nvGrpSpPr>
        <p:grpSpPr>
          <a:xfrm>
            <a:off x="-1" y="1196067"/>
            <a:ext cx="11869946" cy="5661933"/>
            <a:chOff x="-1" y="1196067"/>
            <a:chExt cx="11869946" cy="5661933"/>
          </a:xfrm>
        </p:grpSpPr>
        <p:sp>
          <p:nvSpPr>
            <p:cNvPr id="8" name="任意多边形: 形状 7">
              <a:extLst>
                <a:ext uri="{FF2B5EF4-FFF2-40B4-BE49-F238E27FC236}">
                  <a16:creationId xmlns:a16="http://schemas.microsoft.com/office/drawing/2014/main" id="{96F1EE11-3156-9F57-FDAF-1D7C538274E6}"/>
                </a:ext>
              </a:extLst>
            </p:cNvPr>
            <p:cNvSpPr/>
            <p:nvPr userDrawn="1"/>
          </p:nvSpPr>
          <p:spPr>
            <a:xfrm>
              <a:off x="-1" y="1994840"/>
              <a:ext cx="9336506" cy="4863160"/>
            </a:xfrm>
            <a:custGeom>
              <a:avLst/>
              <a:gdLst>
                <a:gd name="connsiteX0" fmla="*/ 0 w 12192000"/>
                <a:gd name="connsiteY0" fmla="*/ 0 h 5727700"/>
                <a:gd name="connsiteX1" fmla="*/ 12192000 w 12192000"/>
                <a:gd name="connsiteY1" fmla="*/ 0 h 5727700"/>
                <a:gd name="connsiteX2" fmla="*/ 12192000 w 12192000"/>
                <a:gd name="connsiteY2" fmla="*/ 5727700 h 5727700"/>
                <a:gd name="connsiteX3" fmla="*/ 0 w 12192000"/>
                <a:gd name="connsiteY3" fmla="*/ 5727700 h 5727700"/>
              </a:gdLst>
              <a:ahLst/>
              <a:cxnLst>
                <a:cxn ang="0">
                  <a:pos x="connsiteX0" y="connsiteY0"/>
                </a:cxn>
                <a:cxn ang="0">
                  <a:pos x="connsiteX1" y="connsiteY1"/>
                </a:cxn>
                <a:cxn ang="0">
                  <a:pos x="connsiteX2" y="connsiteY2"/>
                </a:cxn>
                <a:cxn ang="0">
                  <a:pos x="connsiteX3" y="connsiteY3"/>
                </a:cxn>
              </a:cxnLst>
              <a:rect l="l" t="t" r="r" b="b"/>
              <a:pathLst>
                <a:path w="12192000" h="5727700">
                  <a:moveTo>
                    <a:pt x="0" y="0"/>
                  </a:moveTo>
                  <a:lnTo>
                    <a:pt x="12192000" y="0"/>
                  </a:lnTo>
                  <a:lnTo>
                    <a:pt x="12192000" y="5727700"/>
                  </a:lnTo>
                  <a:lnTo>
                    <a:pt x="0" y="57277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1" name="任意多边形: 形状 10">
              <a:extLst>
                <a:ext uri="{FF2B5EF4-FFF2-40B4-BE49-F238E27FC236}">
                  <a16:creationId xmlns:a16="http://schemas.microsoft.com/office/drawing/2014/main" id="{86C6E147-05D2-82F1-0892-C19F7706E3B3}"/>
                </a:ext>
              </a:extLst>
            </p:cNvPr>
            <p:cNvSpPr/>
            <p:nvPr userDrawn="1"/>
          </p:nvSpPr>
          <p:spPr>
            <a:xfrm>
              <a:off x="8462630" y="1196067"/>
              <a:ext cx="3009426" cy="2662799"/>
            </a:xfrm>
            <a:custGeom>
              <a:avLst/>
              <a:gdLst>
                <a:gd name="connsiteX0" fmla="*/ 0 w 12192000"/>
                <a:gd name="connsiteY0" fmla="*/ 0 h 5727700"/>
                <a:gd name="connsiteX1" fmla="*/ 12192000 w 12192000"/>
                <a:gd name="connsiteY1" fmla="*/ 0 h 5727700"/>
                <a:gd name="connsiteX2" fmla="*/ 12192000 w 12192000"/>
                <a:gd name="connsiteY2" fmla="*/ 5727700 h 5727700"/>
                <a:gd name="connsiteX3" fmla="*/ 0 w 12192000"/>
                <a:gd name="connsiteY3" fmla="*/ 5727700 h 5727700"/>
              </a:gdLst>
              <a:ahLst/>
              <a:cxnLst>
                <a:cxn ang="0">
                  <a:pos x="connsiteX0" y="connsiteY0"/>
                </a:cxn>
                <a:cxn ang="0">
                  <a:pos x="connsiteX1" y="connsiteY1"/>
                </a:cxn>
                <a:cxn ang="0">
                  <a:pos x="connsiteX2" y="connsiteY2"/>
                </a:cxn>
                <a:cxn ang="0">
                  <a:pos x="connsiteX3" y="connsiteY3"/>
                </a:cxn>
              </a:cxnLst>
              <a:rect l="l" t="t" r="r" b="b"/>
              <a:pathLst>
                <a:path w="12192000" h="5727700">
                  <a:moveTo>
                    <a:pt x="0" y="0"/>
                  </a:moveTo>
                  <a:lnTo>
                    <a:pt x="12192000" y="0"/>
                  </a:lnTo>
                  <a:lnTo>
                    <a:pt x="12192000" y="5727700"/>
                  </a:lnTo>
                  <a:lnTo>
                    <a:pt x="0" y="57277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anchor="ctr">
              <a:normAutofit/>
            </a:bodyPr>
            <a:lstStyle/>
            <a:p>
              <a:pPr algn="ctr"/>
              <a:endParaRPr lang="zh-CN" altLang="en-US">
                <a:solidFill>
                  <a:schemeClr val="tx1"/>
                </a:solidFill>
                <a:sym typeface="+mn-lt"/>
              </a:endParaRPr>
            </a:p>
          </p:txBody>
        </p:sp>
        <p:pic>
          <p:nvPicPr>
            <p:cNvPr id="13" name="图片 12">
              <a:extLst>
                <a:ext uri="{FF2B5EF4-FFF2-40B4-BE49-F238E27FC236}">
                  <a16:creationId xmlns:a16="http://schemas.microsoft.com/office/drawing/2014/main" id="{3DEFF49F-CE32-61B5-FDF1-AEDA48249B71}"/>
                </a:ext>
              </a:extLst>
            </p:cNvPr>
            <p:cNvPicPr>
              <a:picLocks noChangeAspect="1"/>
            </p:cNvPicPr>
            <p:nvPr userDrawn="1"/>
          </p:nvPicPr>
          <p:blipFill>
            <a:blip r:embed="rId2"/>
            <a:srcRect l="9277" b="9653"/>
            <a:stretch>
              <a:fillRect/>
            </a:stretch>
          </p:blipFill>
          <p:spPr>
            <a:xfrm>
              <a:off x="7561420" y="1215549"/>
              <a:ext cx="3806398" cy="2643318"/>
            </a:xfrm>
            <a:custGeom>
              <a:avLst/>
              <a:gdLst>
                <a:gd name="csX0" fmla="*/ 0 w 4148215"/>
                <a:gd name="csY0" fmla="*/ 0 h 2880690"/>
                <a:gd name="csX1" fmla="*/ 4148215 w 4148215"/>
                <a:gd name="csY1" fmla="*/ 0 h 2880690"/>
                <a:gd name="csX2" fmla="*/ 4148215 w 4148215"/>
                <a:gd name="csY2" fmla="*/ 2880690 h 2880690"/>
                <a:gd name="csX3" fmla="*/ 0 w 4148215"/>
                <a:gd name="csY3" fmla="*/ 2880690 h 2880690"/>
              </a:gdLst>
              <a:ahLst/>
              <a:cxnLst>
                <a:cxn ang="0">
                  <a:pos x="csX0" y="csY0"/>
                </a:cxn>
                <a:cxn ang="0">
                  <a:pos x="csX1" y="csY1"/>
                </a:cxn>
                <a:cxn ang="0">
                  <a:pos x="csX2" y="csY2"/>
                </a:cxn>
                <a:cxn ang="0">
                  <a:pos x="csX3" y="csY3"/>
                </a:cxn>
              </a:cxnLst>
              <a:rect l="l" t="t" r="r" b="b"/>
              <a:pathLst>
                <a:path w="4148215" h="2880690">
                  <a:moveTo>
                    <a:pt x="0" y="0"/>
                  </a:moveTo>
                  <a:lnTo>
                    <a:pt x="4148215" y="0"/>
                  </a:lnTo>
                  <a:lnTo>
                    <a:pt x="4148215" y="2880690"/>
                  </a:lnTo>
                  <a:lnTo>
                    <a:pt x="0" y="2880690"/>
                  </a:lnTo>
                  <a:close/>
                </a:path>
              </a:pathLst>
            </a:custGeom>
          </p:spPr>
        </p:pic>
        <p:sp>
          <p:nvSpPr>
            <p:cNvPr id="15" name="任意多边形: 形状 14">
              <a:extLst>
                <a:ext uri="{FF2B5EF4-FFF2-40B4-BE49-F238E27FC236}">
                  <a16:creationId xmlns:a16="http://schemas.microsoft.com/office/drawing/2014/main" id="{EC763AAD-FC33-716C-7206-A4BEAF83041F}"/>
                </a:ext>
              </a:extLst>
            </p:cNvPr>
            <p:cNvSpPr/>
            <p:nvPr userDrawn="1"/>
          </p:nvSpPr>
          <p:spPr>
            <a:xfrm>
              <a:off x="11003769" y="4236971"/>
              <a:ext cx="866176" cy="864362"/>
            </a:xfrm>
            <a:custGeom>
              <a:avLst/>
              <a:gdLst>
                <a:gd name="csX0" fmla="*/ 1444217 w 4257722"/>
                <a:gd name="csY0" fmla="*/ 0 h 4248798"/>
                <a:gd name="csX1" fmla="*/ 2813499 w 4257722"/>
                <a:gd name="csY1" fmla="*/ 0 h 4248798"/>
                <a:gd name="csX2" fmla="*/ 2813499 w 4257722"/>
                <a:gd name="csY2" fmla="*/ 1438942 h 4248798"/>
                <a:gd name="csX3" fmla="*/ 4257722 w 4257722"/>
                <a:gd name="csY3" fmla="*/ 1438942 h 4248798"/>
                <a:gd name="csX4" fmla="*/ 4257722 w 4257722"/>
                <a:gd name="csY4" fmla="*/ 2809862 h 4248798"/>
                <a:gd name="csX5" fmla="*/ 2813499 w 4257722"/>
                <a:gd name="csY5" fmla="*/ 2809862 h 4248798"/>
                <a:gd name="csX6" fmla="*/ 2813499 w 4257722"/>
                <a:gd name="csY6" fmla="*/ 4248798 h 4248798"/>
                <a:gd name="csX7" fmla="*/ 1444217 w 4257722"/>
                <a:gd name="csY7" fmla="*/ 4248798 h 4248798"/>
                <a:gd name="csX8" fmla="*/ 1444217 w 4257722"/>
                <a:gd name="csY8" fmla="*/ 2809862 h 4248798"/>
                <a:gd name="csX9" fmla="*/ 0 w 4257722"/>
                <a:gd name="csY9" fmla="*/ 2809862 h 4248798"/>
                <a:gd name="csX10" fmla="*/ 0 w 4257722"/>
                <a:gd name="csY10" fmla="*/ 1438942 h 4248798"/>
                <a:gd name="csX11" fmla="*/ 1444217 w 4257722"/>
                <a:gd name="csY11" fmla="*/ 1438942 h 4248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257722" h="4248798">
                  <a:moveTo>
                    <a:pt x="1444217" y="0"/>
                  </a:moveTo>
                  <a:lnTo>
                    <a:pt x="2813499" y="0"/>
                  </a:lnTo>
                  <a:lnTo>
                    <a:pt x="2813499" y="1438942"/>
                  </a:lnTo>
                  <a:lnTo>
                    <a:pt x="4257722" y="1438942"/>
                  </a:lnTo>
                  <a:lnTo>
                    <a:pt x="4257722" y="2809862"/>
                  </a:lnTo>
                  <a:lnTo>
                    <a:pt x="2813499" y="2809862"/>
                  </a:lnTo>
                  <a:lnTo>
                    <a:pt x="2813499" y="4248798"/>
                  </a:lnTo>
                  <a:lnTo>
                    <a:pt x="1444217" y="4248798"/>
                  </a:lnTo>
                  <a:lnTo>
                    <a:pt x="1444217" y="2809862"/>
                  </a:lnTo>
                  <a:lnTo>
                    <a:pt x="0" y="2809862"/>
                  </a:lnTo>
                  <a:lnTo>
                    <a:pt x="0" y="1438942"/>
                  </a:lnTo>
                  <a:lnTo>
                    <a:pt x="1444217" y="143894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任意多边形: 形状 16">
              <a:extLst>
                <a:ext uri="{FF2B5EF4-FFF2-40B4-BE49-F238E27FC236}">
                  <a16:creationId xmlns:a16="http://schemas.microsoft.com/office/drawing/2014/main" id="{1A6637A1-68C2-36BA-C20A-CAB3FCFD318D}"/>
                </a:ext>
              </a:extLst>
            </p:cNvPr>
            <p:cNvSpPr/>
            <p:nvPr userDrawn="1"/>
          </p:nvSpPr>
          <p:spPr>
            <a:xfrm>
              <a:off x="7683689" y="1419884"/>
              <a:ext cx="364107" cy="363343"/>
            </a:xfrm>
            <a:custGeom>
              <a:avLst/>
              <a:gdLst>
                <a:gd name="csX0" fmla="*/ 1444217 w 4257722"/>
                <a:gd name="csY0" fmla="*/ 0 h 4248798"/>
                <a:gd name="csX1" fmla="*/ 2813499 w 4257722"/>
                <a:gd name="csY1" fmla="*/ 0 h 4248798"/>
                <a:gd name="csX2" fmla="*/ 2813499 w 4257722"/>
                <a:gd name="csY2" fmla="*/ 1438942 h 4248798"/>
                <a:gd name="csX3" fmla="*/ 4257722 w 4257722"/>
                <a:gd name="csY3" fmla="*/ 1438942 h 4248798"/>
                <a:gd name="csX4" fmla="*/ 4257722 w 4257722"/>
                <a:gd name="csY4" fmla="*/ 2809862 h 4248798"/>
                <a:gd name="csX5" fmla="*/ 2813499 w 4257722"/>
                <a:gd name="csY5" fmla="*/ 2809862 h 4248798"/>
                <a:gd name="csX6" fmla="*/ 2813499 w 4257722"/>
                <a:gd name="csY6" fmla="*/ 4248798 h 4248798"/>
                <a:gd name="csX7" fmla="*/ 1444217 w 4257722"/>
                <a:gd name="csY7" fmla="*/ 4248798 h 4248798"/>
                <a:gd name="csX8" fmla="*/ 1444217 w 4257722"/>
                <a:gd name="csY8" fmla="*/ 2809862 h 4248798"/>
                <a:gd name="csX9" fmla="*/ 0 w 4257722"/>
                <a:gd name="csY9" fmla="*/ 2809862 h 4248798"/>
                <a:gd name="csX10" fmla="*/ 0 w 4257722"/>
                <a:gd name="csY10" fmla="*/ 1438942 h 4248798"/>
                <a:gd name="csX11" fmla="*/ 1444217 w 4257722"/>
                <a:gd name="csY11" fmla="*/ 1438942 h 4248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257722" h="4248798">
                  <a:moveTo>
                    <a:pt x="1444217" y="0"/>
                  </a:moveTo>
                  <a:lnTo>
                    <a:pt x="2813499" y="0"/>
                  </a:lnTo>
                  <a:lnTo>
                    <a:pt x="2813499" y="1438942"/>
                  </a:lnTo>
                  <a:lnTo>
                    <a:pt x="4257722" y="1438942"/>
                  </a:lnTo>
                  <a:lnTo>
                    <a:pt x="4257722" y="2809862"/>
                  </a:lnTo>
                  <a:lnTo>
                    <a:pt x="2813499" y="2809862"/>
                  </a:lnTo>
                  <a:lnTo>
                    <a:pt x="2813499" y="4248798"/>
                  </a:lnTo>
                  <a:lnTo>
                    <a:pt x="1444217" y="4248798"/>
                  </a:lnTo>
                  <a:lnTo>
                    <a:pt x="1444217" y="2809862"/>
                  </a:lnTo>
                  <a:lnTo>
                    <a:pt x="0" y="2809862"/>
                  </a:lnTo>
                  <a:lnTo>
                    <a:pt x="0" y="1438942"/>
                  </a:lnTo>
                  <a:lnTo>
                    <a:pt x="1444217" y="143894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c474ab12-dce0-4db3-a3ad-b8db9fd01ef7"/>
          <p:cNvSpPr>
            <a:spLocks noGrp="1"/>
          </p:cNvSpPr>
          <p:nvPr userDrawn="1">
            <p:ph type="title" hasCustomPrompt="1"/>
          </p:nvPr>
        </p:nvSpPr>
        <p:spPr>
          <a:xfrm>
            <a:off x="660398" y="1130301"/>
            <a:ext cx="6854179" cy="810259"/>
          </a:xfrm>
          <a:prstGeom prst="rect">
            <a:avLst/>
          </a:prstGeom>
          <a:noFill/>
        </p:spPr>
        <p:txBody>
          <a:bodyPr anchor="ctr" anchorCtr="0">
            <a:normAutofit/>
          </a:bodyPr>
          <a:lstStyle>
            <a:lvl1pPr algn="l">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660401" y="2392680"/>
            <a:ext cx="6619240" cy="3637280"/>
          </a:xfrm>
        </p:spPr>
        <p:txBody>
          <a:bodyPr numCol="1"/>
          <a:lstStyle>
            <a:lvl1pPr marL="342900" indent="-342900">
              <a:lnSpc>
                <a:spcPct val="100000"/>
              </a:lnSpc>
              <a:buFont typeface="+mj-lt"/>
              <a:buAutoNum type="arabicPeriod"/>
              <a:defRPr>
                <a:solidFill>
                  <a:srgbClr val="FFFFFF"/>
                </a:solidFill>
              </a:defRPr>
            </a:lvl1pPr>
            <a:lvl2pPr marL="800100" indent="-342900">
              <a:lnSpc>
                <a:spcPct val="100000"/>
              </a:lnSpc>
              <a:buFont typeface="+mj-ea"/>
              <a:buAutoNum type="circleNumDbPlain"/>
              <a:defRPr>
                <a:solidFill>
                  <a:srgbClr val="FFFFFF"/>
                </a:solidFill>
              </a:defRPr>
            </a:lvl2pPr>
            <a:lvl3pPr marL="1257300" indent="-342900">
              <a:lnSpc>
                <a:spcPct val="100000"/>
              </a:lnSpc>
              <a:buFont typeface="+mj-lt"/>
              <a:buAutoNum type="alphaLcParenR"/>
              <a:defRPr>
                <a:solidFill>
                  <a:srgbClr val="FFFFFF"/>
                </a:solidFill>
              </a:defRPr>
            </a:lvl3pPr>
            <a:lvl4pPr>
              <a:lnSpc>
                <a:spcPct val="100000"/>
              </a:lnSpc>
              <a:defRPr>
                <a:solidFill>
                  <a:srgbClr val="FFFFFF"/>
                </a:solidFill>
              </a:defRPr>
            </a:lvl4pPr>
            <a:lvl5pPr>
              <a:lnSpc>
                <a:spcPct val="100000"/>
              </a:lnSpc>
              <a:defRPr>
                <a:solidFill>
                  <a:srgbClr val="FFFFFF"/>
                </a:solidFill>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5DD2657-027C-5C21-E507-3ADF06E60B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3239" y="0"/>
            <a:ext cx="12185522" cy="6858000"/>
          </a:xfrm>
          <a:prstGeom prst="rect">
            <a:avLst/>
          </a:prstGeom>
        </p:spPr>
      </p:pic>
      <p:sp>
        <p:nvSpPr>
          <p:cNvPr id="5" name="7850604b-0e1d-4ec9-a4d3-030a0eb33f20"/>
          <p:cNvSpPr>
            <a:spLocks noGrp="1"/>
          </p:cNvSpPr>
          <p:nvPr userDrawn="1">
            <p:ph type="title" hasCustomPrompt="1"/>
          </p:nvPr>
        </p:nvSpPr>
        <p:spPr>
          <a:xfrm>
            <a:off x="6554804" y="1441450"/>
            <a:ext cx="4964096" cy="2083757"/>
          </a:xfrm>
          <a:prstGeom prst="rect">
            <a:avLst/>
          </a:prstGeom>
        </p:spPr>
        <p:txBody>
          <a:bodyPr>
            <a:normAutofit/>
          </a:bodyPr>
          <a:lstStyle>
            <a:lvl1pPr algn="ctr">
              <a:lnSpc>
                <a:spcPct val="100000"/>
              </a:lnSpc>
              <a:defRPr sz="3600">
                <a:solidFill>
                  <a:schemeClr val="accent1"/>
                </a:solidFill>
              </a:defRPr>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6554804" y="3525208"/>
            <a:ext cx="4964096" cy="1585272"/>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2" name="日期占位符 1">
            <a:extLst>
              <a:ext uri="{FF2B5EF4-FFF2-40B4-BE49-F238E27FC236}">
                <a16:creationId xmlns:a16="http://schemas.microsoft.com/office/drawing/2014/main" id="{AD968534-5E46-9113-17C6-CB2A6B2D3D21}"/>
              </a:ext>
            </a:extLst>
          </p:cNvPr>
          <p:cNvSpPr>
            <a:spLocks noGrp="1"/>
          </p:cNvSpPr>
          <p:nvPr>
            <p:ph type="dt" sz="half" idx="10"/>
          </p:nvPr>
        </p:nvSpPr>
        <p:spPr/>
        <p:txBody>
          <a:bodyPr/>
          <a:lstStyle/>
          <a:p>
            <a:endParaRPr lang="en-US"/>
          </a:p>
        </p:txBody>
      </p:sp>
      <p:sp>
        <p:nvSpPr>
          <p:cNvPr id="3" name="页脚占位符 2">
            <a:extLst>
              <a:ext uri="{FF2B5EF4-FFF2-40B4-BE49-F238E27FC236}">
                <a16:creationId xmlns:a16="http://schemas.microsoft.com/office/drawing/2014/main" id="{03822F38-D430-36D7-B814-A7E7AA0735A7}"/>
              </a:ext>
            </a:extLst>
          </p:cNvPr>
          <p:cNvSpPr>
            <a:spLocks noGrp="1"/>
          </p:cNvSpPr>
          <p:nvPr>
            <p:ph type="ftr" sz="quarter" idx="11"/>
          </p:nvPr>
        </p:nvSpPr>
        <p:spPr/>
        <p:txBody>
          <a:bodyPr/>
          <a:lstStyle/>
          <a:p>
            <a:endParaRPr lang="en-US" dirty="0"/>
          </a:p>
        </p:txBody>
      </p:sp>
      <p:sp>
        <p:nvSpPr>
          <p:cNvPr id="9" name="灯片编号占位符 8">
            <a:extLst>
              <a:ext uri="{FF2B5EF4-FFF2-40B4-BE49-F238E27FC236}">
                <a16:creationId xmlns:a16="http://schemas.microsoft.com/office/drawing/2014/main" id="{4E170351-ECA3-184F-8FE3-3A8A22F340F6}"/>
              </a:ext>
            </a:extLst>
          </p:cNvPr>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Closing" preserve="1" userDrawn="1">
  <p:cSld name="Closing">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E65295F6-3252-AE64-E485-8F7048CAF691}"/>
              </a:ext>
            </a:extLst>
          </p:cNvPr>
          <p:cNvGrpSpPr/>
          <p:nvPr userDrawn="1"/>
        </p:nvGrpSpPr>
        <p:grpSpPr>
          <a:xfrm>
            <a:off x="0" y="0"/>
            <a:ext cx="12188761" cy="6858000"/>
            <a:chOff x="0" y="0"/>
            <a:chExt cx="12188761" cy="6858000"/>
          </a:xfrm>
        </p:grpSpPr>
        <p:pic>
          <p:nvPicPr>
            <p:cNvPr id="21" name="图片 20">
              <a:extLst>
                <a:ext uri="{FF2B5EF4-FFF2-40B4-BE49-F238E27FC236}">
                  <a16:creationId xmlns:a16="http://schemas.microsoft.com/office/drawing/2014/main" id="{6A9A02A7-69F2-71CF-046A-A8CAA93C2DCF}"/>
                </a:ext>
              </a:extLst>
            </p:cNvPr>
            <p:cNvPicPr>
              <a:picLocks noChangeAspect="1"/>
            </p:cNvPicPr>
            <p:nvPr userDrawn="1"/>
          </p:nvPicPr>
          <p:blipFill>
            <a:blip r:embed="rId2">
              <a:extLst>
                <a:ext uri="{28A0092B-C50C-407E-A947-70E740481C1C}">
                  <a14:useLocalDpi xmlns:a14="http://schemas.microsoft.com/office/drawing/2010/main" val="0"/>
                </a:ext>
              </a:extLst>
            </a:blip>
            <a:srcRect l="2540" t="2566"/>
            <a:stretch>
              <a:fillRect/>
            </a:stretch>
          </p:blipFill>
          <p:spPr>
            <a:xfrm>
              <a:off x="0" y="0"/>
              <a:ext cx="12188761" cy="6858000"/>
            </a:xfrm>
            <a:custGeom>
              <a:avLst/>
              <a:gdLst>
                <a:gd name="csX0" fmla="*/ 0 w 12188761"/>
                <a:gd name="csY0" fmla="*/ 0 h 6858000"/>
                <a:gd name="csX1" fmla="*/ 12188761 w 12188761"/>
                <a:gd name="csY1" fmla="*/ 0 h 6858000"/>
                <a:gd name="csX2" fmla="*/ 12188761 w 12188761"/>
                <a:gd name="csY2" fmla="*/ 6858000 h 6858000"/>
                <a:gd name="csX3" fmla="*/ 0 w 12188761"/>
                <a:gd name="csY3" fmla="*/ 6858000 h 6858000"/>
              </a:gdLst>
              <a:ahLst/>
              <a:cxnLst>
                <a:cxn ang="0">
                  <a:pos x="csX0" y="csY0"/>
                </a:cxn>
                <a:cxn ang="0">
                  <a:pos x="csX1" y="csY1"/>
                </a:cxn>
                <a:cxn ang="0">
                  <a:pos x="csX2" y="csY2"/>
                </a:cxn>
                <a:cxn ang="0">
                  <a:pos x="csX3" y="csY3"/>
                </a:cxn>
              </a:cxnLst>
              <a:rect l="l" t="t" r="r" b="b"/>
              <a:pathLst>
                <a:path w="12188761" h="6858000">
                  <a:moveTo>
                    <a:pt x="0" y="0"/>
                  </a:moveTo>
                  <a:lnTo>
                    <a:pt x="12188761" y="0"/>
                  </a:lnTo>
                  <a:lnTo>
                    <a:pt x="12188761" y="6858000"/>
                  </a:lnTo>
                  <a:lnTo>
                    <a:pt x="0" y="6858000"/>
                  </a:lnTo>
                  <a:close/>
                </a:path>
              </a:pathLst>
            </a:custGeom>
          </p:spPr>
        </p:pic>
        <p:sp>
          <p:nvSpPr>
            <p:cNvPr id="22" name="矩形 21">
              <a:extLst>
                <a:ext uri="{FF2B5EF4-FFF2-40B4-BE49-F238E27FC236}">
                  <a16:creationId xmlns:a16="http://schemas.microsoft.com/office/drawing/2014/main" id="{4815922F-F59B-4B40-2F72-07A254EB7F45}"/>
                </a:ext>
              </a:extLst>
            </p:cNvPr>
            <p:cNvSpPr/>
            <p:nvPr/>
          </p:nvSpPr>
          <p:spPr>
            <a:xfrm>
              <a:off x="3013077" y="5664842"/>
              <a:ext cx="2141994" cy="4692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a:extLst>
                <a:ext uri="{FF2B5EF4-FFF2-40B4-BE49-F238E27FC236}">
                  <a16:creationId xmlns:a16="http://schemas.microsoft.com/office/drawing/2014/main" id="{4B775B37-8F5D-9425-9DE5-F0A2C6FEB2B2}"/>
                </a:ext>
              </a:extLst>
            </p:cNvPr>
            <p:cNvSpPr/>
            <p:nvPr/>
          </p:nvSpPr>
          <p:spPr>
            <a:xfrm>
              <a:off x="765078" y="5664842"/>
              <a:ext cx="2141994" cy="4692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4" name="组合 23">
              <a:extLst>
                <a:ext uri="{FF2B5EF4-FFF2-40B4-BE49-F238E27FC236}">
                  <a16:creationId xmlns:a16="http://schemas.microsoft.com/office/drawing/2014/main" id="{2385F6BC-481D-59E5-5D03-5B637B5323FB}"/>
                </a:ext>
              </a:extLst>
            </p:cNvPr>
            <p:cNvGrpSpPr/>
            <p:nvPr userDrawn="1"/>
          </p:nvGrpSpPr>
          <p:grpSpPr>
            <a:xfrm>
              <a:off x="3013077" y="5664842"/>
              <a:ext cx="469567" cy="469257"/>
              <a:chOff x="3013077" y="5664842"/>
              <a:chExt cx="469567" cy="469257"/>
            </a:xfrm>
          </p:grpSpPr>
          <p:sp>
            <p:nvSpPr>
              <p:cNvPr id="33" name="矩形 32">
                <a:extLst>
                  <a:ext uri="{FF2B5EF4-FFF2-40B4-BE49-F238E27FC236}">
                    <a16:creationId xmlns:a16="http://schemas.microsoft.com/office/drawing/2014/main" id="{C8036CE5-8A05-D336-57ED-2B9BA966F14C}"/>
                  </a:ext>
                </a:extLst>
              </p:cNvPr>
              <p:cNvSpPr/>
              <p:nvPr/>
            </p:nvSpPr>
            <p:spPr>
              <a:xfrm>
                <a:off x="3013077" y="5664842"/>
                <a:ext cx="469567" cy="4692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图形 5">
                <a:extLst>
                  <a:ext uri="{FF2B5EF4-FFF2-40B4-BE49-F238E27FC236}">
                    <a16:creationId xmlns:a16="http://schemas.microsoft.com/office/drawing/2014/main" id="{4491A759-5F58-B4EB-36AB-5C7C0342113E}"/>
                  </a:ext>
                </a:extLst>
              </p:cNvPr>
              <p:cNvSpPr/>
              <p:nvPr/>
            </p:nvSpPr>
            <p:spPr>
              <a:xfrm>
                <a:off x="3163411" y="5818153"/>
                <a:ext cx="168898" cy="162634"/>
              </a:xfrm>
              <a:custGeom>
                <a:avLst/>
                <a:gdLst>
                  <a:gd name="csX0" fmla="*/ 1453801 w 1643443"/>
                  <a:gd name="csY0" fmla="*/ 314420 h 1582483"/>
                  <a:gd name="csX1" fmla="*/ 1296734 w 1643443"/>
                  <a:gd name="csY1" fmla="*/ 314420 h 1582483"/>
                  <a:gd name="csX2" fmla="*/ 1296734 w 1643443"/>
                  <a:gd name="csY2" fmla="*/ 198120 h 1582483"/>
                  <a:gd name="csX3" fmla="*/ 1098709 w 1643443"/>
                  <a:gd name="csY3" fmla="*/ 0 h 1582483"/>
                  <a:gd name="csX4" fmla="*/ 544830 w 1643443"/>
                  <a:gd name="csY4" fmla="*/ 0 h 1582483"/>
                  <a:gd name="csX5" fmla="*/ 346710 w 1643443"/>
                  <a:gd name="csY5" fmla="*/ 198120 h 1582483"/>
                  <a:gd name="csX6" fmla="*/ 346710 w 1643443"/>
                  <a:gd name="csY6" fmla="*/ 314420 h 1582483"/>
                  <a:gd name="csX7" fmla="*/ 189643 w 1643443"/>
                  <a:gd name="csY7" fmla="*/ 314420 h 1582483"/>
                  <a:gd name="csX8" fmla="*/ 0 w 1643443"/>
                  <a:gd name="csY8" fmla="*/ 504063 h 1582483"/>
                  <a:gd name="csX9" fmla="*/ 0 w 1643443"/>
                  <a:gd name="csY9" fmla="*/ 1392841 h 1582483"/>
                  <a:gd name="csX10" fmla="*/ 189643 w 1643443"/>
                  <a:gd name="csY10" fmla="*/ 1582484 h 1582483"/>
                  <a:gd name="csX11" fmla="*/ 1453801 w 1643443"/>
                  <a:gd name="csY11" fmla="*/ 1582484 h 1582483"/>
                  <a:gd name="csX12" fmla="*/ 1643444 w 1643443"/>
                  <a:gd name="csY12" fmla="*/ 1392841 h 1582483"/>
                  <a:gd name="csX13" fmla="*/ 1643444 w 1643443"/>
                  <a:gd name="csY13" fmla="*/ 504063 h 1582483"/>
                  <a:gd name="csX14" fmla="*/ 1453801 w 1643443"/>
                  <a:gd name="csY14" fmla="*/ 314420 h 1582483"/>
                  <a:gd name="csX15" fmla="*/ 526447 w 1643443"/>
                  <a:gd name="csY15" fmla="*/ 198120 h 1582483"/>
                  <a:gd name="csX16" fmla="*/ 544544 w 1643443"/>
                  <a:gd name="csY16" fmla="*/ 180023 h 1582483"/>
                  <a:gd name="csX17" fmla="*/ 1098423 w 1643443"/>
                  <a:gd name="csY17" fmla="*/ 180023 h 1582483"/>
                  <a:gd name="csX18" fmla="*/ 1116425 w 1643443"/>
                  <a:gd name="csY18" fmla="*/ 198120 h 1582483"/>
                  <a:gd name="csX19" fmla="*/ 1116425 w 1643443"/>
                  <a:gd name="csY19" fmla="*/ 314420 h 1582483"/>
                  <a:gd name="csX20" fmla="*/ 526447 w 1643443"/>
                  <a:gd name="csY20" fmla="*/ 314420 h 1582483"/>
                  <a:gd name="csX21" fmla="*/ 1183672 w 1643443"/>
                  <a:gd name="csY21" fmla="*/ 1034701 h 1582483"/>
                  <a:gd name="csX22" fmla="*/ 1162812 w 1643443"/>
                  <a:gd name="csY22" fmla="*/ 1055561 h 1582483"/>
                  <a:gd name="csX23" fmla="*/ 978503 w 1643443"/>
                  <a:gd name="csY23" fmla="*/ 1055561 h 1582483"/>
                  <a:gd name="csX24" fmla="*/ 957739 w 1643443"/>
                  <a:gd name="csY24" fmla="*/ 1076325 h 1582483"/>
                  <a:gd name="csX25" fmla="*/ 957739 w 1643443"/>
                  <a:gd name="csY25" fmla="*/ 1261015 h 1582483"/>
                  <a:gd name="csX26" fmla="*/ 936879 w 1643443"/>
                  <a:gd name="csY26" fmla="*/ 1281779 h 1582483"/>
                  <a:gd name="csX27" fmla="*/ 735997 w 1643443"/>
                  <a:gd name="csY27" fmla="*/ 1281779 h 1582483"/>
                  <a:gd name="csX28" fmla="*/ 715137 w 1643443"/>
                  <a:gd name="csY28" fmla="*/ 1261015 h 1582483"/>
                  <a:gd name="csX29" fmla="*/ 715137 w 1643443"/>
                  <a:gd name="csY29" fmla="*/ 1076325 h 1582483"/>
                  <a:gd name="csX30" fmla="*/ 694373 w 1643443"/>
                  <a:gd name="csY30" fmla="*/ 1055560 h 1582483"/>
                  <a:gd name="csX31" fmla="*/ 694277 w 1643443"/>
                  <a:gd name="csY31" fmla="*/ 1055560 h 1582483"/>
                  <a:gd name="csX32" fmla="*/ 509492 w 1643443"/>
                  <a:gd name="csY32" fmla="*/ 1055561 h 1582483"/>
                  <a:gd name="csX33" fmla="*/ 488349 w 1643443"/>
                  <a:gd name="csY33" fmla="*/ 1034988 h 1582483"/>
                  <a:gd name="csX34" fmla="*/ 488347 w 1643443"/>
                  <a:gd name="csY34" fmla="*/ 1034701 h 1582483"/>
                  <a:gd name="csX35" fmla="*/ 488347 w 1643443"/>
                  <a:gd name="csY35" fmla="*/ 833533 h 1582483"/>
                  <a:gd name="csX36" fmla="*/ 509206 w 1643443"/>
                  <a:gd name="csY36" fmla="*/ 812768 h 1582483"/>
                  <a:gd name="csX37" fmla="*/ 694087 w 1643443"/>
                  <a:gd name="csY37" fmla="*/ 812768 h 1582483"/>
                  <a:gd name="csX38" fmla="*/ 714947 w 1643443"/>
                  <a:gd name="csY38" fmla="*/ 791909 h 1582483"/>
                  <a:gd name="csX39" fmla="*/ 714947 w 1643443"/>
                  <a:gd name="csY39" fmla="*/ 607314 h 1582483"/>
                  <a:gd name="csX40" fmla="*/ 735805 w 1643443"/>
                  <a:gd name="csY40" fmla="*/ 586453 h 1582483"/>
                  <a:gd name="csX41" fmla="*/ 735997 w 1643443"/>
                  <a:gd name="csY41" fmla="*/ 586454 h 1582483"/>
                  <a:gd name="csX42" fmla="*/ 937069 w 1643443"/>
                  <a:gd name="csY42" fmla="*/ 586454 h 1582483"/>
                  <a:gd name="csX43" fmla="*/ 957929 w 1643443"/>
                  <a:gd name="csY43" fmla="*/ 607314 h 1582483"/>
                  <a:gd name="csX44" fmla="*/ 957929 w 1643443"/>
                  <a:gd name="csY44" fmla="*/ 791909 h 1582483"/>
                  <a:gd name="csX45" fmla="*/ 978694 w 1643443"/>
                  <a:gd name="csY45" fmla="*/ 812768 h 1582483"/>
                  <a:gd name="csX46" fmla="*/ 1163384 w 1643443"/>
                  <a:gd name="csY46" fmla="*/ 812768 h 1582483"/>
                  <a:gd name="csX47" fmla="*/ 1184243 w 1643443"/>
                  <a:gd name="csY47" fmla="*/ 833533 h 15824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643443" h="1582483">
                    <a:moveTo>
                      <a:pt x="1453801" y="314420"/>
                    </a:moveTo>
                    <a:lnTo>
                      <a:pt x="1296734" y="314420"/>
                    </a:lnTo>
                    <a:lnTo>
                      <a:pt x="1296734" y="198120"/>
                    </a:lnTo>
                    <a:cubicBezTo>
                      <a:pt x="1296629" y="88782"/>
                      <a:pt x="1208047" y="158"/>
                      <a:pt x="1098709" y="0"/>
                    </a:cubicBezTo>
                    <a:lnTo>
                      <a:pt x="544830" y="0"/>
                    </a:lnTo>
                    <a:cubicBezTo>
                      <a:pt x="435455" y="105"/>
                      <a:pt x="346815" y="88745"/>
                      <a:pt x="346710" y="198120"/>
                    </a:cubicBezTo>
                    <a:lnTo>
                      <a:pt x="346710" y="314420"/>
                    </a:lnTo>
                    <a:lnTo>
                      <a:pt x="189643" y="314420"/>
                    </a:lnTo>
                    <a:cubicBezTo>
                      <a:pt x="84906" y="314420"/>
                      <a:pt x="0" y="399326"/>
                      <a:pt x="0" y="504063"/>
                    </a:cubicBezTo>
                    <a:lnTo>
                      <a:pt x="0" y="1392841"/>
                    </a:lnTo>
                    <a:cubicBezTo>
                      <a:pt x="0" y="1497578"/>
                      <a:pt x="84906" y="1582484"/>
                      <a:pt x="189643" y="1582484"/>
                    </a:cubicBezTo>
                    <a:lnTo>
                      <a:pt x="1453801" y="1582484"/>
                    </a:lnTo>
                    <a:cubicBezTo>
                      <a:pt x="1558538" y="1582484"/>
                      <a:pt x="1643444" y="1497578"/>
                      <a:pt x="1643444" y="1392841"/>
                    </a:cubicBezTo>
                    <a:lnTo>
                      <a:pt x="1643444" y="504063"/>
                    </a:lnTo>
                    <a:cubicBezTo>
                      <a:pt x="1643444" y="399326"/>
                      <a:pt x="1558538" y="314420"/>
                      <a:pt x="1453801" y="314420"/>
                    </a:cubicBezTo>
                    <a:close/>
                    <a:moveTo>
                      <a:pt x="526447" y="198120"/>
                    </a:moveTo>
                    <a:cubicBezTo>
                      <a:pt x="526447" y="188125"/>
                      <a:pt x="534549" y="180023"/>
                      <a:pt x="544544" y="180023"/>
                    </a:cubicBezTo>
                    <a:lnTo>
                      <a:pt x="1098423" y="180023"/>
                    </a:lnTo>
                    <a:cubicBezTo>
                      <a:pt x="1108381" y="180075"/>
                      <a:pt x="1116426" y="188162"/>
                      <a:pt x="1116425" y="198120"/>
                    </a:cubicBezTo>
                    <a:lnTo>
                      <a:pt x="1116425" y="314420"/>
                    </a:lnTo>
                    <a:lnTo>
                      <a:pt x="526447" y="314420"/>
                    </a:lnTo>
                    <a:close/>
                    <a:moveTo>
                      <a:pt x="1183672" y="1034701"/>
                    </a:moveTo>
                    <a:cubicBezTo>
                      <a:pt x="1183672" y="1046221"/>
                      <a:pt x="1174333" y="1055561"/>
                      <a:pt x="1162812" y="1055561"/>
                    </a:cubicBezTo>
                    <a:lnTo>
                      <a:pt x="978503" y="1055561"/>
                    </a:lnTo>
                    <a:cubicBezTo>
                      <a:pt x="967035" y="1055561"/>
                      <a:pt x="957739" y="1064857"/>
                      <a:pt x="957739" y="1076325"/>
                    </a:cubicBezTo>
                    <a:lnTo>
                      <a:pt x="957739" y="1261015"/>
                    </a:lnTo>
                    <a:cubicBezTo>
                      <a:pt x="957686" y="1272498"/>
                      <a:pt x="948362" y="1281779"/>
                      <a:pt x="936879" y="1281779"/>
                    </a:cubicBezTo>
                    <a:lnTo>
                      <a:pt x="735997" y="1281779"/>
                    </a:lnTo>
                    <a:cubicBezTo>
                      <a:pt x="724513" y="1281779"/>
                      <a:pt x="715190" y="1272498"/>
                      <a:pt x="715137" y="1261015"/>
                    </a:cubicBezTo>
                    <a:lnTo>
                      <a:pt x="715137" y="1076325"/>
                    </a:lnTo>
                    <a:cubicBezTo>
                      <a:pt x="715137" y="1064857"/>
                      <a:pt x="705841" y="1055560"/>
                      <a:pt x="694373" y="1055560"/>
                    </a:cubicBezTo>
                    <a:cubicBezTo>
                      <a:pt x="694341" y="1055560"/>
                      <a:pt x="694309" y="1055560"/>
                      <a:pt x="694277" y="1055560"/>
                    </a:cubicBezTo>
                    <a:lnTo>
                      <a:pt x="509492" y="1055561"/>
                    </a:lnTo>
                    <a:cubicBezTo>
                      <a:pt x="497973" y="1055718"/>
                      <a:pt x="488507" y="1046508"/>
                      <a:pt x="488349" y="1034988"/>
                    </a:cubicBezTo>
                    <a:cubicBezTo>
                      <a:pt x="488347" y="1034893"/>
                      <a:pt x="488347" y="1034797"/>
                      <a:pt x="488347" y="1034701"/>
                    </a:cubicBezTo>
                    <a:lnTo>
                      <a:pt x="488347" y="833533"/>
                    </a:lnTo>
                    <a:cubicBezTo>
                      <a:pt x="488399" y="822049"/>
                      <a:pt x="497723" y="812768"/>
                      <a:pt x="509206" y="812768"/>
                    </a:cubicBezTo>
                    <a:lnTo>
                      <a:pt x="694087" y="812768"/>
                    </a:lnTo>
                    <a:cubicBezTo>
                      <a:pt x="705607" y="812768"/>
                      <a:pt x="714947" y="803429"/>
                      <a:pt x="714947" y="791909"/>
                    </a:cubicBezTo>
                    <a:lnTo>
                      <a:pt x="714947" y="607314"/>
                    </a:lnTo>
                    <a:cubicBezTo>
                      <a:pt x="714946" y="595794"/>
                      <a:pt x="724285" y="586454"/>
                      <a:pt x="735805" y="586453"/>
                    </a:cubicBezTo>
                    <a:cubicBezTo>
                      <a:pt x="735869" y="586453"/>
                      <a:pt x="735933" y="586454"/>
                      <a:pt x="735997" y="586454"/>
                    </a:cubicBezTo>
                    <a:lnTo>
                      <a:pt x="937069" y="586454"/>
                    </a:lnTo>
                    <a:cubicBezTo>
                      <a:pt x="948590" y="586454"/>
                      <a:pt x="957929" y="595794"/>
                      <a:pt x="957929" y="607314"/>
                    </a:cubicBezTo>
                    <a:lnTo>
                      <a:pt x="957929" y="791909"/>
                    </a:lnTo>
                    <a:cubicBezTo>
                      <a:pt x="957929" y="803392"/>
                      <a:pt x="967210" y="812716"/>
                      <a:pt x="978694" y="812768"/>
                    </a:cubicBezTo>
                    <a:lnTo>
                      <a:pt x="1163384" y="812768"/>
                    </a:lnTo>
                    <a:cubicBezTo>
                      <a:pt x="1174867" y="812768"/>
                      <a:pt x="1184191" y="822050"/>
                      <a:pt x="1184243" y="833533"/>
                    </a:cubicBezTo>
                    <a:close/>
                  </a:path>
                </a:pathLst>
              </a:custGeom>
              <a:solidFill>
                <a:srgbClr val="FFFFFF"/>
              </a:solidFill>
              <a:ln w="1860" cap="flat">
                <a:noFill/>
                <a:prstDash val="solid"/>
                <a:miter/>
              </a:ln>
            </p:spPr>
            <p:txBody>
              <a:bodyPr/>
              <a:lstStyle/>
              <a:p>
                <a:endParaRPr lang="zh-CN" altLang="en-US"/>
              </a:p>
            </p:txBody>
          </p:sp>
        </p:grpSp>
        <p:grpSp>
          <p:nvGrpSpPr>
            <p:cNvPr id="25" name="组合 24">
              <a:extLst>
                <a:ext uri="{FF2B5EF4-FFF2-40B4-BE49-F238E27FC236}">
                  <a16:creationId xmlns:a16="http://schemas.microsoft.com/office/drawing/2014/main" id="{B4D0B515-4206-269E-89C2-775693889CE2}"/>
                </a:ext>
              </a:extLst>
            </p:cNvPr>
            <p:cNvGrpSpPr/>
            <p:nvPr userDrawn="1"/>
          </p:nvGrpSpPr>
          <p:grpSpPr>
            <a:xfrm>
              <a:off x="765078" y="5664842"/>
              <a:ext cx="469567" cy="469257"/>
              <a:chOff x="765078" y="5664842"/>
              <a:chExt cx="469567" cy="469257"/>
            </a:xfrm>
          </p:grpSpPr>
          <p:sp>
            <p:nvSpPr>
              <p:cNvPr id="31" name="矩形 30">
                <a:extLst>
                  <a:ext uri="{FF2B5EF4-FFF2-40B4-BE49-F238E27FC236}">
                    <a16:creationId xmlns:a16="http://schemas.microsoft.com/office/drawing/2014/main" id="{0F4736FD-4692-01D6-B9E4-77F6E4BE30E7}"/>
                  </a:ext>
                </a:extLst>
              </p:cNvPr>
              <p:cNvSpPr/>
              <p:nvPr/>
            </p:nvSpPr>
            <p:spPr>
              <a:xfrm>
                <a:off x="765078" y="5664842"/>
                <a:ext cx="469567" cy="4692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图形 9">
                <a:extLst>
                  <a:ext uri="{FF2B5EF4-FFF2-40B4-BE49-F238E27FC236}">
                    <a16:creationId xmlns:a16="http://schemas.microsoft.com/office/drawing/2014/main" id="{F66E145C-1C24-335D-B8AC-6783BB8B70B1}"/>
                  </a:ext>
                </a:extLst>
              </p:cNvPr>
              <p:cNvSpPr/>
              <p:nvPr/>
            </p:nvSpPr>
            <p:spPr>
              <a:xfrm>
                <a:off x="902281" y="5818155"/>
                <a:ext cx="195162" cy="162632"/>
              </a:xfrm>
              <a:custGeom>
                <a:avLst/>
                <a:gdLst>
                  <a:gd name="csX0" fmla="*/ 1143019 w 1524019"/>
                  <a:gd name="csY0" fmla="*/ 0 h 1269992"/>
                  <a:gd name="csX1" fmla="*/ 873557 w 1524019"/>
                  <a:gd name="csY1" fmla="*/ 111538 h 1269992"/>
                  <a:gd name="csX2" fmla="*/ 627336 w 1524019"/>
                  <a:gd name="csY2" fmla="*/ 357874 h 1269992"/>
                  <a:gd name="csX3" fmla="*/ 896703 w 1524019"/>
                  <a:gd name="csY3" fmla="*/ 627260 h 1269992"/>
                  <a:gd name="csX4" fmla="*/ 627336 w 1524019"/>
                  <a:gd name="csY4" fmla="*/ 896627 h 1269992"/>
                  <a:gd name="csX5" fmla="*/ 537534 w 1524019"/>
                  <a:gd name="csY5" fmla="*/ 806844 h 1269992"/>
                  <a:gd name="csX6" fmla="*/ 717118 w 1524019"/>
                  <a:gd name="csY6" fmla="*/ 627260 h 1269992"/>
                  <a:gd name="csX7" fmla="*/ 447751 w 1524019"/>
                  <a:gd name="csY7" fmla="*/ 357874 h 1269992"/>
                  <a:gd name="csX8" fmla="*/ 672160 w 1524019"/>
                  <a:gd name="csY8" fmla="*/ 133465 h 1269992"/>
                  <a:gd name="csX9" fmla="*/ 650386 w 1524019"/>
                  <a:gd name="csY9" fmla="*/ 111633 h 1269992"/>
                  <a:gd name="csX10" fmla="*/ 381000 w 1524019"/>
                  <a:gd name="csY10" fmla="*/ 19 h 1269992"/>
                  <a:gd name="csX11" fmla="*/ 0 w 1524019"/>
                  <a:gd name="csY11" fmla="*/ 381077 h 1269992"/>
                  <a:gd name="csX12" fmla="*/ 111614 w 1524019"/>
                  <a:gd name="csY12" fmla="*/ 650386 h 1269992"/>
                  <a:gd name="csX13" fmla="*/ 672294 w 1524019"/>
                  <a:gd name="csY13" fmla="*/ 1232974 h 1269992"/>
                  <a:gd name="csX14" fmla="*/ 851954 w 1524019"/>
                  <a:gd name="csY14" fmla="*/ 1232974 h 1269992"/>
                  <a:gd name="csX15" fmla="*/ 1412405 w 1524019"/>
                  <a:gd name="csY15" fmla="*/ 650386 h 1269992"/>
                  <a:gd name="csX16" fmla="*/ 1524019 w 1524019"/>
                  <a:gd name="csY16" fmla="*/ 381000 h 1269992"/>
                  <a:gd name="csX17" fmla="*/ 1143019 w 1524019"/>
                  <a:gd name="csY17" fmla="*/ 0 h 1269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24019" h="1269992">
                    <a:moveTo>
                      <a:pt x="1143019" y="0"/>
                    </a:moveTo>
                    <a:cubicBezTo>
                      <a:pt x="1037844" y="-133"/>
                      <a:pt x="942594" y="42596"/>
                      <a:pt x="873557" y="111538"/>
                    </a:cubicBezTo>
                    <a:lnTo>
                      <a:pt x="627336" y="357874"/>
                    </a:lnTo>
                    <a:lnTo>
                      <a:pt x="896703" y="627260"/>
                    </a:lnTo>
                    <a:lnTo>
                      <a:pt x="627336" y="896627"/>
                    </a:lnTo>
                    <a:lnTo>
                      <a:pt x="537534" y="806844"/>
                    </a:lnTo>
                    <a:lnTo>
                      <a:pt x="717118" y="627260"/>
                    </a:lnTo>
                    <a:lnTo>
                      <a:pt x="447751" y="357874"/>
                    </a:lnTo>
                    <a:lnTo>
                      <a:pt x="672160" y="133465"/>
                    </a:lnTo>
                    <a:lnTo>
                      <a:pt x="650386" y="111633"/>
                    </a:lnTo>
                    <a:cubicBezTo>
                      <a:pt x="579019" y="40067"/>
                      <a:pt x="482069" y="-101"/>
                      <a:pt x="381000" y="19"/>
                    </a:cubicBezTo>
                    <a:cubicBezTo>
                      <a:pt x="170669" y="-57"/>
                      <a:pt x="0" y="170536"/>
                      <a:pt x="0" y="381077"/>
                    </a:cubicBezTo>
                    <a:cubicBezTo>
                      <a:pt x="0" y="486175"/>
                      <a:pt x="42672" y="581425"/>
                      <a:pt x="111614" y="650386"/>
                    </a:cubicBezTo>
                    <a:lnTo>
                      <a:pt x="672294" y="1232974"/>
                    </a:lnTo>
                    <a:cubicBezTo>
                      <a:pt x="721728" y="1282332"/>
                      <a:pt x="802577" y="1282332"/>
                      <a:pt x="851954" y="1232974"/>
                    </a:cubicBezTo>
                    <a:lnTo>
                      <a:pt x="1412405" y="650386"/>
                    </a:lnTo>
                    <a:cubicBezTo>
                      <a:pt x="1483957" y="579009"/>
                      <a:pt x="1524123" y="482066"/>
                      <a:pt x="1524019" y="381000"/>
                    </a:cubicBezTo>
                    <a:cubicBezTo>
                      <a:pt x="1524019" y="170612"/>
                      <a:pt x="1353464" y="0"/>
                      <a:pt x="1143019" y="0"/>
                    </a:cubicBezTo>
                    <a:close/>
                  </a:path>
                </a:pathLst>
              </a:custGeom>
              <a:solidFill>
                <a:srgbClr val="FFFFFF"/>
              </a:solidFill>
              <a:ln w="1860" cap="flat">
                <a:noFill/>
                <a:prstDash val="solid"/>
                <a:miter/>
              </a:ln>
            </p:spPr>
            <p:txBody>
              <a:bodyPr/>
              <a:lstStyle/>
              <a:p>
                <a:endParaRPr lang="zh-CN" altLang="en-US"/>
              </a:p>
            </p:txBody>
          </p:sp>
        </p:grpSp>
        <p:grpSp>
          <p:nvGrpSpPr>
            <p:cNvPr id="27" name="组合 26">
              <a:extLst>
                <a:ext uri="{FF2B5EF4-FFF2-40B4-BE49-F238E27FC236}">
                  <a16:creationId xmlns:a16="http://schemas.microsoft.com/office/drawing/2014/main" id="{BEF6B410-70A1-E4F5-2836-144E46F959FE}"/>
                </a:ext>
              </a:extLst>
            </p:cNvPr>
            <p:cNvGrpSpPr/>
            <p:nvPr userDrawn="1"/>
          </p:nvGrpSpPr>
          <p:grpSpPr>
            <a:xfrm>
              <a:off x="760729" y="927417"/>
              <a:ext cx="555680" cy="126683"/>
              <a:chOff x="817880" y="772160"/>
              <a:chExt cx="555680" cy="126683"/>
            </a:xfrm>
          </p:grpSpPr>
          <p:sp>
            <p:nvSpPr>
              <p:cNvPr id="28" name="矩形 27">
                <a:extLst>
                  <a:ext uri="{FF2B5EF4-FFF2-40B4-BE49-F238E27FC236}">
                    <a16:creationId xmlns:a16="http://schemas.microsoft.com/office/drawing/2014/main" id="{EA15C302-3CD5-4C84-10A8-0298FEFEA0C9}"/>
                  </a:ext>
                </a:extLst>
              </p:cNvPr>
              <p:cNvSpPr/>
              <p:nvPr/>
            </p:nvSpPr>
            <p:spPr>
              <a:xfrm>
                <a:off x="817880" y="772160"/>
                <a:ext cx="126683" cy="1266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87D848F3-3098-D45A-D8BE-A788A7ED8A4D}"/>
                  </a:ext>
                </a:extLst>
              </p:cNvPr>
              <p:cNvSpPr/>
              <p:nvPr/>
            </p:nvSpPr>
            <p:spPr>
              <a:xfrm>
                <a:off x="1032378" y="772160"/>
                <a:ext cx="126683" cy="126683"/>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AE579094-AEF4-BD34-E542-607CC6B82222}"/>
                  </a:ext>
                </a:extLst>
              </p:cNvPr>
              <p:cNvSpPr/>
              <p:nvPr/>
            </p:nvSpPr>
            <p:spPr>
              <a:xfrm>
                <a:off x="1246877" y="772160"/>
                <a:ext cx="126683" cy="126683"/>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7850604b-0e1d-4ec9-a4d3-030a0eb33f20">
            <a:extLst>
              <a:ext uri="{FF2B5EF4-FFF2-40B4-BE49-F238E27FC236}">
                <a16:creationId xmlns:a16="http://schemas.microsoft.com/office/drawing/2014/main" id="{6686010E-88F3-780B-A1CD-5BEF28408B67}"/>
              </a:ext>
            </a:extLst>
          </p:cNvPr>
          <p:cNvSpPr>
            <a:spLocks noGrp="1"/>
          </p:cNvSpPr>
          <p:nvPr userDrawn="1">
            <p:ph type="ctrTitle" hasCustomPrompt="1"/>
          </p:nvPr>
        </p:nvSpPr>
        <p:spPr>
          <a:xfrm>
            <a:off x="660400" y="1902847"/>
            <a:ext cx="5187472" cy="2618353"/>
          </a:xfrm>
          <a:prstGeom prst="rect">
            <a:avLst/>
          </a:prstGeom>
        </p:spPr>
        <p:txBody>
          <a:bodyPr wrap="square" anchor="ctr">
            <a:normAutofit/>
          </a:bodyPr>
          <a:lstStyle>
            <a:lvl1pPr algn="l">
              <a:lnSpc>
                <a:spcPct val="100000"/>
              </a:lnSpc>
              <a:defRPr sz="5400">
                <a:ln w="19050">
                  <a:noFill/>
                </a:ln>
                <a:solidFill>
                  <a:schemeClr val="accent1"/>
                </a:solidFill>
              </a:defRPr>
            </a:lvl1pPr>
          </a:lstStyle>
          <a:p>
            <a:pPr lvl="0"/>
            <a:r>
              <a:rPr lang="zh-CN" altLang="en-US" dirty="0"/>
              <a:t>Click to add title</a:t>
            </a:r>
            <a:endParaRPr lang="en-US" dirty="0"/>
          </a:p>
        </p:txBody>
      </p:sp>
      <p:sp>
        <p:nvSpPr>
          <p:cNvPr id="3" name="文本占位符 3">
            <a:extLst>
              <a:ext uri="{FF2B5EF4-FFF2-40B4-BE49-F238E27FC236}">
                <a16:creationId xmlns:a16="http://schemas.microsoft.com/office/drawing/2014/main" id="{AADA2764-D939-6BE4-0519-F64E59ECDA89}"/>
              </a:ext>
            </a:extLst>
          </p:cNvPr>
          <p:cNvSpPr>
            <a:spLocks noGrp="1"/>
          </p:cNvSpPr>
          <p:nvPr userDrawn="1">
            <p:ph type="body" sz="quarter" idx="13" hasCustomPrompt="1"/>
          </p:nvPr>
        </p:nvSpPr>
        <p:spPr>
          <a:xfrm>
            <a:off x="1285084" y="5703888"/>
            <a:ext cx="1577658" cy="391166"/>
          </a:xfrm>
          <a:prstGeom prst="rect">
            <a:avLst/>
          </a:prstGeom>
          <a:noFill/>
          <a:ln>
            <a:noFill/>
          </a:ln>
        </p:spPr>
        <p:txBody>
          <a:bodyPr wrap="square" lIns="90000" anchor="ctr">
            <a:normAutofit/>
          </a:bodyPr>
          <a:lstStyle>
            <a:lvl1pPr marL="0" indent="0" algn="l">
              <a:lnSpc>
                <a:spcPct val="100000"/>
              </a:lnSpc>
              <a:buNone/>
              <a:defRPr sz="1200" b="0">
                <a:solidFill>
                  <a:schemeClr val="tx1"/>
                </a:solidFill>
              </a:defRPr>
            </a:lvl1pPr>
          </a:lstStyle>
          <a:p>
            <a:pPr lvl="0"/>
            <a:r>
              <a:rPr lang="zh-CN" altLang="en-US" dirty="0"/>
              <a:t>Presenter name</a:t>
            </a:r>
            <a:endParaRPr lang="en-US" dirty="0"/>
          </a:p>
        </p:txBody>
      </p:sp>
      <p:sp>
        <p:nvSpPr>
          <p:cNvPr id="4" name="文本占位符 6">
            <a:extLst>
              <a:ext uri="{FF2B5EF4-FFF2-40B4-BE49-F238E27FC236}">
                <a16:creationId xmlns:a16="http://schemas.microsoft.com/office/drawing/2014/main" id="{DF1D15AA-D0FE-4149-5B28-EDBB980FCD9E}"/>
              </a:ext>
            </a:extLst>
          </p:cNvPr>
          <p:cNvSpPr>
            <a:spLocks noGrp="1"/>
          </p:cNvSpPr>
          <p:nvPr userDrawn="1">
            <p:ph type="body" sz="quarter" idx="14" hasCustomPrompt="1"/>
          </p:nvPr>
        </p:nvSpPr>
        <p:spPr>
          <a:xfrm>
            <a:off x="3533083" y="5703888"/>
            <a:ext cx="1577658" cy="391166"/>
          </a:xfrm>
          <a:prstGeom prst="rect">
            <a:avLst/>
          </a:prstGeom>
          <a:noFill/>
          <a:ln>
            <a:noFill/>
          </a:ln>
        </p:spPr>
        <p:txBody>
          <a:bodyPr wrap="none" anchor="ctr">
            <a:normAutofit/>
          </a:bodyPr>
          <a:lstStyle>
            <a:lvl1pPr marL="0" indent="0" algn="l">
              <a:lnSpc>
                <a:spcPct val="100000"/>
              </a:lnSpc>
              <a:buNone/>
              <a:defRPr sz="1200" b="0">
                <a:solidFill>
                  <a:schemeClr val="tx1"/>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2">
            <a:alpha val="20000"/>
          </a:schemeClr>
        </a:solidFill>
        <a:effectLst/>
      </p:bgPr>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660400" y="338667"/>
            <a:ext cx="10858500" cy="690032"/>
          </a:xfrm>
          <a:prstGeom prst="rect">
            <a:avLst/>
          </a:prstGeom>
        </p:spPr>
        <p:txBody>
          <a:bodyPr vert="horz" lIns="91440" tIns="45720" rIns="91440" bIns="45720" rtlCol="0" anchor="b">
            <a:normAutofit/>
          </a:bodyPr>
          <a:lstStyle/>
          <a:p>
            <a:pPr lvl="0"/>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63"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hemeOverride" Target="../theme/themeOverride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hemeOverride" Target="../theme/themeOverride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hemeOverride" Target="../theme/themeOverride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hemeOverride" Target="../theme/themeOverride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hemeOverride" Target="../theme/themeOverride6.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hemeOverride" Target="../theme/themeOverride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12.png" Id="rId8" /><Relationship Type="http://schemas.openxmlformats.org/officeDocument/2006/relationships/image" Target="/ppt/media/image613.png" Id="rId13" /><Relationship Type="http://schemas.openxmlformats.org/officeDocument/2006/relationships/image" Target="/ppt/media/image514.png" Id="rId12" /><Relationship Type="http://schemas.openxmlformats.org/officeDocument/2006/relationships/image" Target="/ppt/media/image415.png" Id="rId11" /><Relationship Type="http://schemas.openxmlformats.org/officeDocument/2006/relationships/image" Target="/ppt/media/image316.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e42f900771e04ca5" /></Relationships>
</file>

<file path=ppt/slides/_rels/slide13.xml.rels>&#65279;<?xml version="1.0" encoding="utf-8"?><Relationships xmlns="http://schemas.openxmlformats.org/package/2006/relationships"><Relationship Type="http://schemas.openxmlformats.org/officeDocument/2006/relationships/image" Target="/ppt/media/image117.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7f10403668384c87"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130300"/>
            <a:ext cx="5402585" cy="2367353"/>
          </a:xfrm>
        </p:spPr>
        <p:txBody>
          <a:bodyPr>
            <a:normAutofit/>
          </a:bodyPr>
          <a:lstStyle/>
          <a:p>
            <a:r>
              <a:rPr lang="zh-CN" altLang="en-US" dirty="0"/>
              <a:t>医疗护理</a:t>
            </a:r>
            <a:br>
              <a:rPr lang="zh-CN" altLang="en-US" dirty="0"/>
            </a:br>
            <a:r>
              <a:rPr lang="zh-CN" altLang="en-US" dirty="0"/>
              <a:t>服务质量总结汇报</a:t>
            </a:r>
            <a:endParaRPr lang="en-US" dirty="0"/>
          </a:p>
        </p:txBody>
      </p:sp>
      <p:sp>
        <p:nvSpPr>
          <p:cNvPr id="9" name="副标题 8"/>
          <p:cNvSpPr>
            <a:spLocks noGrp="1"/>
          </p:cNvSpPr>
          <p:nvPr>
            <p:ph type="subTitle" sz="quarter" idx="1" hasCustomPrompt="1"/>
          </p:nvPr>
        </p:nvSpPr>
        <p:spPr>
          <a:xfrm>
            <a:off x="944880" y="3736723"/>
            <a:ext cx="4905517" cy="844524"/>
          </a:xfrm>
        </p:spPr>
        <p:txBody>
          <a:bodyPr>
            <a:normAutofit/>
          </a:bodyPr>
          <a:lstStyle/>
          <a:p>
            <a:r>
              <a:rPr lang="zh-CN" altLang="en-US"/>
              <a:t>医疗护理质量的实践分享</a:t>
            </a:r>
            <a:endParaRPr lang="zh-CN" altLang="en-US" dirty="0"/>
          </a:p>
        </p:txBody>
      </p:sp>
      <p:sp>
        <p:nvSpPr>
          <p:cNvPr id="4" name="文本占位符 3"/>
          <p:cNvSpPr>
            <a:spLocks noGrp="1"/>
          </p:cNvSpPr>
          <p:nvPr>
            <p:ph type="body" sz="quarter" idx="13" hasCustomPrompt="1"/>
          </p:nvPr>
        </p:nvSpPr>
        <p:spPr>
          <a:xfrm>
            <a:off x="3525831" y="5719520"/>
            <a:ext cx="1612886" cy="359902"/>
          </a:xfrm>
        </p:spPr>
        <p:txBody>
          <a:bodyPr anchor="ctr"/>
          <a:lstStyle/>
          <a:p>
            <a:r>
              <a:rPr lang="zh-CN" altLang="en-US"/>
              <a:t>Presenter name</a:t>
            </a:r>
            <a:endParaRPr lang="en-US" dirty="0"/>
          </a:p>
        </p:txBody>
      </p:sp>
      <p:sp>
        <p:nvSpPr>
          <p:cNvPr id="7" name="文本占位符 6"/>
          <p:cNvSpPr>
            <a:spLocks noGrp="1"/>
          </p:cNvSpPr>
          <p:nvPr>
            <p:ph type="body" sz="quarter" idx="14" hasCustomPrompt="1"/>
          </p:nvPr>
        </p:nvSpPr>
        <p:spPr>
          <a:xfrm>
            <a:off x="1277832" y="5719520"/>
            <a:ext cx="1612886" cy="359902"/>
          </a:xfrm>
        </p:spPr>
        <p:txBody>
          <a:bodyPr anchor="ctr"/>
          <a:lstStyle/>
          <a:p>
            <a:r>
              <a:rPr lang="zh-CN" altLang="en-US"/>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AF3E-F531-A5CA-51B1-77B43AF6674B}"/>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354E76D0-92A1-1BBF-0803-B5869C94D076}"/>
              </a:ext>
            </a:extLst>
          </p:cNvPr>
          <p:cNvGrpSpPr/>
          <p:nvPr/>
        </p:nvGrpSpPr>
        <p:grpSpPr>
          <a:xfrm>
            <a:off x="-1" y="1130300"/>
            <a:ext cx="11869946" cy="5727700"/>
            <a:chOff x="-1" y="1130300"/>
            <a:chExt cx="11869946" cy="5727700"/>
          </a:xfrm>
        </p:grpSpPr>
        <p:sp>
          <p:nvSpPr>
            <p:cNvPr id="7" name="任意多边形: 形状 6">
              <a:extLst>
                <a:ext uri="{FF2B5EF4-FFF2-40B4-BE49-F238E27FC236}">
                  <a16:creationId xmlns:a16="http://schemas.microsoft.com/office/drawing/2014/main" id="{8BF4A667-0DA6-EBAF-4360-D9C7631D3750}"/>
                </a:ext>
              </a:extLst>
            </p:cNvPr>
            <p:cNvSpPr/>
            <p:nvPr/>
          </p:nvSpPr>
          <p:spPr>
            <a:xfrm>
              <a:off x="-1" y="1994840"/>
              <a:ext cx="9336506" cy="4863160"/>
            </a:xfrm>
            <a:custGeom>
              <a:avLst/>
              <a:gdLst>
                <a:gd name="connsiteX0" fmla="*/ 0 w 12192000"/>
                <a:gd name="connsiteY0" fmla="*/ 0 h 5727700"/>
                <a:gd name="connsiteX1" fmla="*/ 12192000 w 12192000"/>
                <a:gd name="connsiteY1" fmla="*/ 0 h 5727700"/>
                <a:gd name="connsiteX2" fmla="*/ 12192000 w 12192000"/>
                <a:gd name="connsiteY2" fmla="*/ 5727700 h 5727700"/>
                <a:gd name="connsiteX3" fmla="*/ 0 w 12192000"/>
                <a:gd name="connsiteY3" fmla="*/ 5727700 h 5727700"/>
              </a:gdLst>
              <a:ahLst/>
              <a:cxnLst>
                <a:cxn ang="0">
                  <a:pos x="connsiteX0" y="connsiteY0"/>
                </a:cxn>
                <a:cxn ang="0">
                  <a:pos x="connsiteX1" y="connsiteY1"/>
                </a:cxn>
                <a:cxn ang="0">
                  <a:pos x="connsiteX2" y="connsiteY2"/>
                </a:cxn>
                <a:cxn ang="0">
                  <a:pos x="connsiteX3" y="connsiteY3"/>
                </a:cxn>
              </a:cxnLst>
              <a:rect l="l" t="t" r="r" b="b"/>
              <a:pathLst>
                <a:path w="12192000" h="5727700">
                  <a:moveTo>
                    <a:pt x="0" y="0"/>
                  </a:moveTo>
                  <a:lnTo>
                    <a:pt x="12192000" y="0"/>
                  </a:lnTo>
                  <a:lnTo>
                    <a:pt x="12192000" y="5727700"/>
                  </a:lnTo>
                  <a:lnTo>
                    <a:pt x="0" y="57277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cxnSp>
          <p:nvCxnSpPr>
            <p:cNvPr id="116" name="直接连接符 115">
              <a:extLst>
                <a:ext uri="{FF2B5EF4-FFF2-40B4-BE49-F238E27FC236}">
                  <a16:creationId xmlns:a16="http://schemas.microsoft.com/office/drawing/2014/main" id="{3CDCBF05-2F89-922A-3C8B-BB815AA3A8F2}"/>
                </a:ext>
              </a:extLst>
            </p:cNvPr>
            <p:cNvCxnSpPr>
              <a:cxnSpLocks/>
            </p:cNvCxnSpPr>
            <p:nvPr/>
          </p:nvCxnSpPr>
          <p:spPr>
            <a:xfrm>
              <a:off x="755144" y="3405947"/>
              <a:ext cx="6198106" cy="0"/>
            </a:xfrm>
            <a:prstGeom prst="line">
              <a:avLst/>
            </a:prstGeom>
            <a:ln>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928F79-73B3-D6BF-5237-46BC07A16AB9}"/>
                </a:ext>
              </a:extLst>
            </p:cNvPr>
            <p:cNvCxnSpPr>
              <a:cxnSpLocks/>
            </p:cNvCxnSpPr>
            <p:nvPr/>
          </p:nvCxnSpPr>
          <p:spPr>
            <a:xfrm>
              <a:off x="755144" y="4354511"/>
              <a:ext cx="6198106" cy="0"/>
            </a:xfrm>
            <a:prstGeom prst="line">
              <a:avLst/>
            </a:prstGeom>
            <a:ln>
              <a:solidFill>
                <a:srgbClr val="FFFFFF">
                  <a:alpha val="50000"/>
                </a:srgb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B6835B6F-E907-9B9B-6142-75CBEBF281ED}"/>
                </a:ext>
              </a:extLst>
            </p:cNvPr>
            <p:cNvCxnSpPr>
              <a:cxnSpLocks/>
            </p:cNvCxnSpPr>
            <p:nvPr/>
          </p:nvCxnSpPr>
          <p:spPr>
            <a:xfrm>
              <a:off x="755144" y="5303075"/>
              <a:ext cx="6198106" cy="0"/>
            </a:xfrm>
            <a:prstGeom prst="line">
              <a:avLst/>
            </a:prstGeom>
            <a:ln>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8" name="Title">
              <a:extLst>
                <a:ext uri="{FF2B5EF4-FFF2-40B4-BE49-F238E27FC236}">
                  <a16:creationId xmlns:a16="http://schemas.microsoft.com/office/drawing/2014/main" id="{A7FFF2B7-BE21-8379-CFF5-68AA0D9F36FD}"/>
                </a:ext>
              </a:extLst>
            </p:cNvPr>
            <p:cNvSpPr txBox="1">
              <a:spLocks/>
            </p:cNvSpPr>
            <p:nvPr/>
          </p:nvSpPr>
          <p:spPr>
            <a:xfrm>
              <a:off x="660400" y="1130300"/>
              <a:ext cx="6846294" cy="763258"/>
            </a:xfrm>
            <a:prstGeom prst="rect">
              <a:avLst/>
            </a:prstGeom>
            <a:noFill/>
            <a:ln>
              <a:noFill/>
            </a:ln>
          </p:spPr>
          <p:txBody>
            <a:bodyPr wrap="square" lIns="91440" tIns="45720" rIns="91440" bIns="45720" anchor="ctr" anchorCtr="0">
              <a:normAutofit/>
            </a:bodyPr>
            <a:lstStyle/>
            <a:p>
              <a:pPr lvl="0" defTabSz="913765">
                <a:buSzPct val="25000"/>
                <a:defRPr/>
              </a:pPr>
              <a:r>
                <a:rPr lang="en-US" altLang="zh-CN" sz="2400" b="1" dirty="0">
                  <a:latin typeface="Arial" panose="020B0604020202020204" pitchFamily="34" charset="0"/>
                  <a:cs typeface="+mn-ea"/>
                  <a:sym typeface="Arial" panose="020B0604020202020204" pitchFamily="34" charset="0"/>
                </a:rPr>
                <a:t>Agenda</a:t>
              </a:r>
            </a:p>
          </p:txBody>
        </p:sp>
        <p:sp>
          <p:nvSpPr>
            <p:cNvPr id="11" name="任意多边形: 形状 10">
              <a:extLst>
                <a:ext uri="{FF2B5EF4-FFF2-40B4-BE49-F238E27FC236}">
                  <a16:creationId xmlns:a16="http://schemas.microsoft.com/office/drawing/2014/main" id="{F31E447D-93A2-2303-2E06-DA03CE66EAC2}"/>
                </a:ext>
              </a:extLst>
            </p:cNvPr>
            <p:cNvSpPr/>
            <p:nvPr/>
          </p:nvSpPr>
          <p:spPr>
            <a:xfrm>
              <a:off x="8462630" y="1196067"/>
              <a:ext cx="3009426" cy="2662799"/>
            </a:xfrm>
            <a:custGeom>
              <a:avLst/>
              <a:gdLst>
                <a:gd name="connsiteX0" fmla="*/ 0 w 12192000"/>
                <a:gd name="connsiteY0" fmla="*/ 0 h 5727700"/>
                <a:gd name="connsiteX1" fmla="*/ 12192000 w 12192000"/>
                <a:gd name="connsiteY1" fmla="*/ 0 h 5727700"/>
                <a:gd name="connsiteX2" fmla="*/ 12192000 w 12192000"/>
                <a:gd name="connsiteY2" fmla="*/ 5727700 h 5727700"/>
                <a:gd name="connsiteX3" fmla="*/ 0 w 12192000"/>
                <a:gd name="connsiteY3" fmla="*/ 5727700 h 5727700"/>
              </a:gdLst>
              <a:ahLst/>
              <a:cxnLst>
                <a:cxn ang="0">
                  <a:pos x="connsiteX0" y="connsiteY0"/>
                </a:cxn>
                <a:cxn ang="0">
                  <a:pos x="connsiteX1" y="connsiteY1"/>
                </a:cxn>
                <a:cxn ang="0">
                  <a:pos x="connsiteX2" y="connsiteY2"/>
                </a:cxn>
                <a:cxn ang="0">
                  <a:pos x="connsiteX3" y="connsiteY3"/>
                </a:cxn>
              </a:cxnLst>
              <a:rect l="l" t="t" r="r" b="b"/>
              <a:pathLst>
                <a:path w="12192000" h="5727700">
                  <a:moveTo>
                    <a:pt x="0" y="0"/>
                  </a:moveTo>
                  <a:lnTo>
                    <a:pt x="12192000" y="0"/>
                  </a:lnTo>
                  <a:lnTo>
                    <a:pt x="12192000" y="5727700"/>
                  </a:lnTo>
                  <a:lnTo>
                    <a:pt x="0" y="57277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anchor="ctr">
              <a:normAutofit/>
            </a:bodyPr>
            <a:lstStyle/>
            <a:p>
              <a:pPr algn="ctr"/>
              <a:endParaRPr lang="zh-CN" altLang="en-US">
                <a:solidFill>
                  <a:schemeClr val="tx1"/>
                </a:solidFill>
                <a:sym typeface="+mn-lt"/>
              </a:endParaRPr>
            </a:p>
          </p:txBody>
        </p:sp>
        <p:sp>
          <p:nvSpPr>
            <p:cNvPr id="46" name="任意多边形: 形状 45">
              <a:extLst>
                <a:ext uri="{FF2B5EF4-FFF2-40B4-BE49-F238E27FC236}">
                  <a16:creationId xmlns:a16="http://schemas.microsoft.com/office/drawing/2014/main" id="{520ECF1C-9B69-F2E6-440D-15529B55207F}"/>
                </a:ext>
              </a:extLst>
            </p:cNvPr>
            <p:cNvSpPr/>
            <p:nvPr/>
          </p:nvSpPr>
          <p:spPr>
            <a:xfrm>
              <a:off x="11003769" y="4236971"/>
              <a:ext cx="866176" cy="864362"/>
            </a:xfrm>
            <a:custGeom>
              <a:avLst/>
              <a:gdLst>
                <a:gd name="csX0" fmla="*/ 1444217 w 4257722"/>
                <a:gd name="csY0" fmla="*/ 0 h 4248798"/>
                <a:gd name="csX1" fmla="*/ 2813499 w 4257722"/>
                <a:gd name="csY1" fmla="*/ 0 h 4248798"/>
                <a:gd name="csX2" fmla="*/ 2813499 w 4257722"/>
                <a:gd name="csY2" fmla="*/ 1438942 h 4248798"/>
                <a:gd name="csX3" fmla="*/ 4257722 w 4257722"/>
                <a:gd name="csY3" fmla="*/ 1438942 h 4248798"/>
                <a:gd name="csX4" fmla="*/ 4257722 w 4257722"/>
                <a:gd name="csY4" fmla="*/ 2809862 h 4248798"/>
                <a:gd name="csX5" fmla="*/ 2813499 w 4257722"/>
                <a:gd name="csY5" fmla="*/ 2809862 h 4248798"/>
                <a:gd name="csX6" fmla="*/ 2813499 w 4257722"/>
                <a:gd name="csY6" fmla="*/ 4248798 h 4248798"/>
                <a:gd name="csX7" fmla="*/ 1444217 w 4257722"/>
                <a:gd name="csY7" fmla="*/ 4248798 h 4248798"/>
                <a:gd name="csX8" fmla="*/ 1444217 w 4257722"/>
                <a:gd name="csY8" fmla="*/ 2809862 h 4248798"/>
                <a:gd name="csX9" fmla="*/ 0 w 4257722"/>
                <a:gd name="csY9" fmla="*/ 2809862 h 4248798"/>
                <a:gd name="csX10" fmla="*/ 0 w 4257722"/>
                <a:gd name="csY10" fmla="*/ 1438942 h 4248798"/>
                <a:gd name="csX11" fmla="*/ 1444217 w 4257722"/>
                <a:gd name="csY11" fmla="*/ 1438942 h 4248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257722" h="4248798">
                  <a:moveTo>
                    <a:pt x="1444217" y="0"/>
                  </a:moveTo>
                  <a:lnTo>
                    <a:pt x="2813499" y="0"/>
                  </a:lnTo>
                  <a:lnTo>
                    <a:pt x="2813499" y="1438942"/>
                  </a:lnTo>
                  <a:lnTo>
                    <a:pt x="4257722" y="1438942"/>
                  </a:lnTo>
                  <a:lnTo>
                    <a:pt x="4257722" y="2809862"/>
                  </a:lnTo>
                  <a:lnTo>
                    <a:pt x="2813499" y="2809862"/>
                  </a:lnTo>
                  <a:lnTo>
                    <a:pt x="2813499" y="4248798"/>
                  </a:lnTo>
                  <a:lnTo>
                    <a:pt x="1444217" y="4248798"/>
                  </a:lnTo>
                  <a:lnTo>
                    <a:pt x="1444217" y="2809862"/>
                  </a:lnTo>
                  <a:lnTo>
                    <a:pt x="0" y="2809862"/>
                  </a:lnTo>
                  <a:lnTo>
                    <a:pt x="0" y="1438942"/>
                  </a:lnTo>
                  <a:lnTo>
                    <a:pt x="1444217" y="143894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7" name="任意多边形: 形状 46">
              <a:extLst>
                <a:ext uri="{FF2B5EF4-FFF2-40B4-BE49-F238E27FC236}">
                  <a16:creationId xmlns:a16="http://schemas.microsoft.com/office/drawing/2014/main" id="{95290C8C-BD92-5B68-99CE-EC4E1322D823}"/>
                </a:ext>
              </a:extLst>
            </p:cNvPr>
            <p:cNvSpPr/>
            <p:nvPr/>
          </p:nvSpPr>
          <p:spPr>
            <a:xfrm>
              <a:off x="7683689" y="1419884"/>
              <a:ext cx="364107" cy="363343"/>
            </a:xfrm>
            <a:custGeom>
              <a:avLst/>
              <a:gdLst>
                <a:gd name="csX0" fmla="*/ 1444217 w 4257722"/>
                <a:gd name="csY0" fmla="*/ 0 h 4248798"/>
                <a:gd name="csX1" fmla="*/ 2813499 w 4257722"/>
                <a:gd name="csY1" fmla="*/ 0 h 4248798"/>
                <a:gd name="csX2" fmla="*/ 2813499 w 4257722"/>
                <a:gd name="csY2" fmla="*/ 1438942 h 4248798"/>
                <a:gd name="csX3" fmla="*/ 4257722 w 4257722"/>
                <a:gd name="csY3" fmla="*/ 1438942 h 4248798"/>
                <a:gd name="csX4" fmla="*/ 4257722 w 4257722"/>
                <a:gd name="csY4" fmla="*/ 2809862 h 4248798"/>
                <a:gd name="csX5" fmla="*/ 2813499 w 4257722"/>
                <a:gd name="csY5" fmla="*/ 2809862 h 4248798"/>
                <a:gd name="csX6" fmla="*/ 2813499 w 4257722"/>
                <a:gd name="csY6" fmla="*/ 4248798 h 4248798"/>
                <a:gd name="csX7" fmla="*/ 1444217 w 4257722"/>
                <a:gd name="csY7" fmla="*/ 4248798 h 4248798"/>
                <a:gd name="csX8" fmla="*/ 1444217 w 4257722"/>
                <a:gd name="csY8" fmla="*/ 2809862 h 4248798"/>
                <a:gd name="csX9" fmla="*/ 0 w 4257722"/>
                <a:gd name="csY9" fmla="*/ 2809862 h 4248798"/>
                <a:gd name="csX10" fmla="*/ 0 w 4257722"/>
                <a:gd name="csY10" fmla="*/ 1438942 h 4248798"/>
                <a:gd name="csX11" fmla="*/ 1444217 w 4257722"/>
                <a:gd name="csY11" fmla="*/ 1438942 h 4248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257722" h="4248798">
                  <a:moveTo>
                    <a:pt x="1444217" y="0"/>
                  </a:moveTo>
                  <a:lnTo>
                    <a:pt x="2813499" y="0"/>
                  </a:lnTo>
                  <a:lnTo>
                    <a:pt x="2813499" y="1438942"/>
                  </a:lnTo>
                  <a:lnTo>
                    <a:pt x="4257722" y="1438942"/>
                  </a:lnTo>
                  <a:lnTo>
                    <a:pt x="4257722" y="2809862"/>
                  </a:lnTo>
                  <a:lnTo>
                    <a:pt x="2813499" y="2809862"/>
                  </a:lnTo>
                  <a:lnTo>
                    <a:pt x="2813499" y="4248798"/>
                  </a:lnTo>
                  <a:lnTo>
                    <a:pt x="1444217" y="4248798"/>
                  </a:lnTo>
                  <a:lnTo>
                    <a:pt x="1444217" y="2809862"/>
                  </a:lnTo>
                  <a:lnTo>
                    <a:pt x="0" y="2809862"/>
                  </a:lnTo>
                  <a:lnTo>
                    <a:pt x="0" y="1438942"/>
                  </a:lnTo>
                  <a:lnTo>
                    <a:pt x="1444217" y="143894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3" name="图片 2">
              <a:extLst>
                <a:ext uri="{FF2B5EF4-FFF2-40B4-BE49-F238E27FC236}">
                  <a16:creationId xmlns:a16="http://schemas.microsoft.com/office/drawing/2014/main" id="{DC3D765E-1828-D4D4-9BAF-FF2CC85BD1C2}"/>
                </a:ext>
              </a:extLst>
            </p:cNvPr>
            <p:cNvPicPr>
              <a:picLocks noChangeAspect="1"/>
            </p:cNvPicPr>
            <p:nvPr/>
          </p:nvPicPr>
          <p:blipFill>
            <a:blip r:embed="rId3"/>
            <a:stretch>
              <a:fillRect/>
            </a:stretch>
          </p:blipFill>
          <p:spPr>
            <a:xfrm>
              <a:off x="7626526" y="1212973"/>
              <a:ext cx="3810330" cy="2645893"/>
            </a:xfrm>
            <a:prstGeom prst="rect">
              <a:avLst/>
            </a:prstGeom>
          </p:spPr>
        </p:pic>
        <p:grpSp>
          <p:nvGrpSpPr>
            <p:cNvPr id="2" name="组合 1">
              <a:extLst>
                <a:ext uri="{FF2B5EF4-FFF2-40B4-BE49-F238E27FC236}">
                  <a16:creationId xmlns:a16="http://schemas.microsoft.com/office/drawing/2014/main" id="{349FE711-728C-B312-EF25-93ADFB8E29E7}"/>
                </a:ext>
              </a:extLst>
            </p:cNvPr>
            <p:cNvGrpSpPr/>
            <p:nvPr/>
          </p:nvGrpSpPr>
          <p:grpSpPr>
            <a:xfrm>
              <a:off x="755144" y="2574922"/>
              <a:ext cx="2834088" cy="713486"/>
              <a:chOff x="755144" y="2574922"/>
              <a:chExt cx="2834088" cy="713486"/>
            </a:xfrm>
          </p:grpSpPr>
          <p:sp>
            <p:nvSpPr>
              <p:cNvPr id="110" name="Number1">
                <a:extLst>
                  <a:ext uri="{FF2B5EF4-FFF2-40B4-BE49-F238E27FC236}">
                    <a16:creationId xmlns:a16="http://schemas.microsoft.com/office/drawing/2014/main" id="{FE8D33C5-38F0-3E86-9568-75591A71E541}"/>
                  </a:ext>
                </a:extLst>
              </p:cNvPr>
              <p:cNvSpPr txBox="1"/>
              <p:nvPr/>
            </p:nvSpPr>
            <p:spPr>
              <a:xfrm>
                <a:off x="755144" y="2695605"/>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ctr"/>
                <a:r>
                  <a:rPr lang="de-DE" altLang="zh-CN" sz="1400">
                    <a:solidFill>
                      <a:srgbClr val="000000"/>
                    </a:solidFill>
                    <a:ea typeface="+mn-ea"/>
                    <a:cs typeface="+mn-ea"/>
                    <a:sym typeface="Arial" panose="020B0604020202020204" pitchFamily="34" charset="0"/>
                  </a:rPr>
                  <a:t>01</a:t>
                </a:r>
                <a:endParaRPr lang="de-DE" altLang="zh-CN" sz="1400" dirty="0">
                  <a:solidFill>
                    <a:srgbClr val="000000"/>
                  </a:solidFill>
                  <a:ea typeface="+mn-ea"/>
                  <a:cs typeface="+mn-ea"/>
                  <a:sym typeface="Arial" panose="020B0604020202020204" pitchFamily="34" charset="0"/>
                </a:endParaRPr>
              </a:p>
            </p:txBody>
          </p:sp>
          <p:sp>
            <p:nvSpPr>
              <p:cNvPr id="109" name="Bullet1">
                <a:extLst>
                  <a:ext uri="{FF2B5EF4-FFF2-40B4-BE49-F238E27FC236}">
                    <a16:creationId xmlns:a16="http://schemas.microsoft.com/office/drawing/2014/main" id="{18698C11-25C4-4F52-0F0D-73DBD2AE407A}"/>
                  </a:ext>
                </a:extLst>
              </p:cNvPr>
              <p:cNvSpPr txBox="1"/>
              <p:nvPr/>
            </p:nvSpPr>
            <p:spPr>
              <a:xfrm>
                <a:off x="1360615" y="2574922"/>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5" name="组合 4">
              <a:extLst>
                <a:ext uri="{FF2B5EF4-FFF2-40B4-BE49-F238E27FC236}">
                  <a16:creationId xmlns:a16="http://schemas.microsoft.com/office/drawing/2014/main" id="{91C9E6AB-2FF8-8781-7DDA-493BDF6FBB4B}"/>
                </a:ext>
              </a:extLst>
            </p:cNvPr>
            <p:cNvGrpSpPr/>
            <p:nvPr/>
          </p:nvGrpSpPr>
          <p:grpSpPr>
            <a:xfrm>
              <a:off x="4672606" y="2574922"/>
              <a:ext cx="2834088" cy="713486"/>
              <a:chOff x="4672606" y="2574922"/>
              <a:chExt cx="2834088" cy="713486"/>
            </a:xfrm>
          </p:grpSpPr>
          <p:sp>
            <p:nvSpPr>
              <p:cNvPr id="108" name="Number2">
                <a:extLst>
                  <a:ext uri="{FF2B5EF4-FFF2-40B4-BE49-F238E27FC236}">
                    <a16:creationId xmlns:a16="http://schemas.microsoft.com/office/drawing/2014/main" id="{504E5E40-8902-1A54-8869-3012EC15DD4F}"/>
                  </a:ext>
                </a:extLst>
              </p:cNvPr>
              <p:cNvSpPr txBox="1"/>
              <p:nvPr/>
            </p:nvSpPr>
            <p:spPr>
              <a:xfrm>
                <a:off x="4672606" y="2695605"/>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ctr"/>
                <a:r>
                  <a:rPr lang="de-DE" altLang="zh-CN" sz="1400">
                    <a:solidFill>
                      <a:srgbClr val="000000"/>
                    </a:solidFill>
                    <a:ea typeface="+mn-ea"/>
                    <a:cs typeface="+mn-ea"/>
                    <a:sym typeface="Arial" panose="020B0604020202020204" pitchFamily="34" charset="0"/>
                  </a:rPr>
                  <a:t>02</a:t>
                </a:r>
                <a:endParaRPr lang="de-DE" altLang="zh-CN" sz="1400" dirty="0">
                  <a:solidFill>
                    <a:srgbClr val="000000"/>
                  </a:solidFill>
                  <a:ea typeface="+mn-ea"/>
                  <a:cs typeface="+mn-ea"/>
                  <a:sym typeface="Arial" panose="020B0604020202020204" pitchFamily="34" charset="0"/>
                </a:endParaRPr>
              </a:p>
            </p:txBody>
          </p:sp>
          <p:sp>
            <p:nvSpPr>
              <p:cNvPr id="107" name="Bullet2">
                <a:extLst>
                  <a:ext uri="{FF2B5EF4-FFF2-40B4-BE49-F238E27FC236}">
                    <a16:creationId xmlns:a16="http://schemas.microsoft.com/office/drawing/2014/main" id="{80B3ED8E-DC52-BBB9-F97E-7FA32C4C55EF}"/>
                  </a:ext>
                </a:extLst>
              </p:cNvPr>
              <p:cNvSpPr txBox="1"/>
              <p:nvPr/>
            </p:nvSpPr>
            <p:spPr>
              <a:xfrm>
                <a:off x="5278077" y="2574922"/>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6" name="组合 5">
              <a:extLst>
                <a:ext uri="{FF2B5EF4-FFF2-40B4-BE49-F238E27FC236}">
                  <a16:creationId xmlns:a16="http://schemas.microsoft.com/office/drawing/2014/main" id="{21C4DDD3-D7DA-0024-6652-3F46ACAF019B}"/>
                </a:ext>
              </a:extLst>
            </p:cNvPr>
            <p:cNvGrpSpPr/>
            <p:nvPr/>
          </p:nvGrpSpPr>
          <p:grpSpPr>
            <a:xfrm>
              <a:off x="755144" y="3523486"/>
              <a:ext cx="2834088" cy="713486"/>
              <a:chOff x="755144" y="3523486"/>
              <a:chExt cx="2834088" cy="713486"/>
            </a:xfrm>
          </p:grpSpPr>
          <p:sp>
            <p:nvSpPr>
              <p:cNvPr id="106" name="Number3">
                <a:extLst>
                  <a:ext uri="{FF2B5EF4-FFF2-40B4-BE49-F238E27FC236}">
                    <a16:creationId xmlns:a16="http://schemas.microsoft.com/office/drawing/2014/main" id="{66CD1A12-6249-E2C8-4CCC-ED63F17A03E1}"/>
                  </a:ext>
                </a:extLst>
              </p:cNvPr>
              <p:cNvSpPr txBox="1"/>
              <p:nvPr/>
            </p:nvSpPr>
            <p:spPr>
              <a:xfrm>
                <a:off x="755144" y="3644169"/>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ctr"/>
                <a:r>
                  <a:rPr lang="de-DE" altLang="zh-CN" sz="1400">
                    <a:solidFill>
                      <a:srgbClr val="000000"/>
                    </a:solidFill>
                    <a:ea typeface="+mn-ea"/>
                    <a:cs typeface="+mn-ea"/>
                    <a:sym typeface="Arial" panose="020B0604020202020204" pitchFamily="34" charset="0"/>
                  </a:rPr>
                  <a:t>03</a:t>
                </a:r>
                <a:endParaRPr lang="de-DE" altLang="zh-CN" sz="1400" dirty="0">
                  <a:solidFill>
                    <a:srgbClr val="000000"/>
                  </a:solidFill>
                  <a:ea typeface="+mn-ea"/>
                  <a:cs typeface="+mn-ea"/>
                  <a:sym typeface="Arial" panose="020B0604020202020204" pitchFamily="34" charset="0"/>
                </a:endParaRPr>
              </a:p>
            </p:txBody>
          </p:sp>
          <p:sp>
            <p:nvSpPr>
              <p:cNvPr id="105" name="Bullet3">
                <a:extLst>
                  <a:ext uri="{FF2B5EF4-FFF2-40B4-BE49-F238E27FC236}">
                    <a16:creationId xmlns:a16="http://schemas.microsoft.com/office/drawing/2014/main" id="{20C6EBEB-C0D6-C0C1-D311-DA09D84ADC19}"/>
                  </a:ext>
                </a:extLst>
              </p:cNvPr>
              <p:cNvSpPr txBox="1"/>
              <p:nvPr/>
            </p:nvSpPr>
            <p:spPr>
              <a:xfrm>
                <a:off x="1360615" y="3523486"/>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9" name="组合 8">
              <a:extLst>
                <a:ext uri="{FF2B5EF4-FFF2-40B4-BE49-F238E27FC236}">
                  <a16:creationId xmlns:a16="http://schemas.microsoft.com/office/drawing/2014/main" id="{93DEBC3C-95E3-BAD5-A17D-17B77AE4E5C4}"/>
                </a:ext>
              </a:extLst>
            </p:cNvPr>
            <p:cNvGrpSpPr/>
            <p:nvPr/>
          </p:nvGrpSpPr>
          <p:grpSpPr>
            <a:xfrm>
              <a:off x="4672606" y="3523486"/>
              <a:ext cx="2834088" cy="713486"/>
              <a:chOff x="4672606" y="3523486"/>
              <a:chExt cx="2834088" cy="713486"/>
            </a:xfrm>
          </p:grpSpPr>
          <p:sp>
            <p:nvSpPr>
              <p:cNvPr id="104" name="Number4">
                <a:extLst>
                  <a:ext uri="{FF2B5EF4-FFF2-40B4-BE49-F238E27FC236}">
                    <a16:creationId xmlns:a16="http://schemas.microsoft.com/office/drawing/2014/main" id="{571EA0CA-712A-8BD1-C3D2-C70C49A4933C}"/>
                  </a:ext>
                </a:extLst>
              </p:cNvPr>
              <p:cNvSpPr txBox="1"/>
              <p:nvPr/>
            </p:nvSpPr>
            <p:spPr>
              <a:xfrm>
                <a:off x="4672606" y="3644169"/>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algn="ctr" defTabSz="913765" fontAlgn="auto">
                  <a:spcBef>
                    <a:spcPts val="0"/>
                  </a:spcBef>
                  <a:spcAft>
                    <a:spcPts val="0"/>
                  </a:spcAft>
                  <a:buClrTx/>
                  <a:buSzPct val="25000"/>
                  <a:buFontTx/>
                  <a:buNone/>
                  <a:defRPr sz="1400">
                    <a:solidFill>
                      <a:srgbClr val="FFFFFF"/>
                    </a:solidFill>
                    <a:cs typeface="+mn-ea"/>
                  </a:defRPr>
                </a:lvl1pPr>
              </a:lstStyle>
              <a:p>
                <a:r>
                  <a:rPr lang="de-DE" altLang="zh-CN">
                    <a:solidFill>
                      <a:srgbClr val="000000"/>
                    </a:solidFill>
                    <a:latin typeface="Arial" panose="020B0604020202020204" pitchFamily="34" charset="0"/>
                    <a:sym typeface="Arial" panose="020B0604020202020204" pitchFamily="34" charset="0"/>
                  </a:rPr>
                  <a:t>04</a:t>
                </a:r>
                <a:endParaRPr lang="de-DE" altLang="zh-CN" dirty="0">
                  <a:solidFill>
                    <a:srgbClr val="000000"/>
                  </a:solidFill>
                  <a:latin typeface="Arial" panose="020B0604020202020204" pitchFamily="34" charset="0"/>
                  <a:sym typeface="Arial" panose="020B0604020202020204" pitchFamily="34" charset="0"/>
                </a:endParaRPr>
              </a:p>
            </p:txBody>
          </p:sp>
          <p:sp>
            <p:nvSpPr>
              <p:cNvPr id="103" name="Bullet4">
                <a:extLst>
                  <a:ext uri="{FF2B5EF4-FFF2-40B4-BE49-F238E27FC236}">
                    <a16:creationId xmlns:a16="http://schemas.microsoft.com/office/drawing/2014/main" id="{687A53A5-F124-928F-320F-096E910CE9D1}"/>
                  </a:ext>
                </a:extLst>
              </p:cNvPr>
              <p:cNvSpPr txBox="1"/>
              <p:nvPr/>
            </p:nvSpPr>
            <p:spPr>
              <a:xfrm>
                <a:off x="5278077" y="3523486"/>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10" name="组合 9">
              <a:extLst>
                <a:ext uri="{FF2B5EF4-FFF2-40B4-BE49-F238E27FC236}">
                  <a16:creationId xmlns:a16="http://schemas.microsoft.com/office/drawing/2014/main" id="{F9981498-CC82-616A-7981-053A4CA7F25C}"/>
                </a:ext>
              </a:extLst>
            </p:cNvPr>
            <p:cNvGrpSpPr/>
            <p:nvPr/>
          </p:nvGrpSpPr>
          <p:grpSpPr>
            <a:xfrm>
              <a:off x="755144" y="4472050"/>
              <a:ext cx="2834088" cy="713486"/>
              <a:chOff x="755144" y="4472050"/>
              <a:chExt cx="2834088" cy="713486"/>
            </a:xfrm>
          </p:grpSpPr>
          <p:sp>
            <p:nvSpPr>
              <p:cNvPr id="102" name="Number5">
                <a:extLst>
                  <a:ext uri="{FF2B5EF4-FFF2-40B4-BE49-F238E27FC236}">
                    <a16:creationId xmlns:a16="http://schemas.microsoft.com/office/drawing/2014/main" id="{6DD6F619-2CBF-21D3-8429-10A0C4919532}"/>
                  </a:ext>
                </a:extLst>
              </p:cNvPr>
              <p:cNvSpPr txBox="1"/>
              <p:nvPr/>
            </p:nvSpPr>
            <p:spPr>
              <a:xfrm>
                <a:off x="755144" y="4592733"/>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algn="ctr" defTabSz="913765" fontAlgn="auto">
                  <a:spcBef>
                    <a:spcPts val="0"/>
                  </a:spcBef>
                  <a:spcAft>
                    <a:spcPts val="0"/>
                  </a:spcAft>
                  <a:buClrTx/>
                  <a:buSzPct val="25000"/>
                  <a:buFontTx/>
                  <a:buNone/>
                  <a:defRPr sz="1400">
                    <a:solidFill>
                      <a:srgbClr val="FFFFFF"/>
                    </a:solidFill>
                    <a:cs typeface="+mn-ea"/>
                  </a:defRPr>
                </a:lvl1pPr>
              </a:lstStyle>
              <a:p>
                <a:r>
                  <a:rPr lang="de-DE" altLang="zh-CN">
                    <a:solidFill>
                      <a:srgbClr val="000000"/>
                    </a:solidFill>
                    <a:latin typeface="Arial" panose="020B0604020202020204" pitchFamily="34" charset="0"/>
                    <a:sym typeface="Arial" panose="020B0604020202020204" pitchFamily="34" charset="0"/>
                  </a:rPr>
                  <a:t>05</a:t>
                </a:r>
                <a:endParaRPr lang="de-DE" altLang="zh-CN" dirty="0">
                  <a:solidFill>
                    <a:srgbClr val="000000"/>
                  </a:solidFill>
                  <a:latin typeface="Arial" panose="020B0604020202020204" pitchFamily="34" charset="0"/>
                  <a:sym typeface="Arial" panose="020B0604020202020204" pitchFamily="34" charset="0"/>
                </a:endParaRPr>
              </a:p>
            </p:txBody>
          </p:sp>
          <p:sp>
            <p:nvSpPr>
              <p:cNvPr id="101" name="Bullet5">
                <a:extLst>
                  <a:ext uri="{FF2B5EF4-FFF2-40B4-BE49-F238E27FC236}">
                    <a16:creationId xmlns:a16="http://schemas.microsoft.com/office/drawing/2014/main" id="{79F423B2-9087-EB3B-3426-B2896D5D45D1}"/>
                  </a:ext>
                </a:extLst>
              </p:cNvPr>
              <p:cNvSpPr txBox="1"/>
              <p:nvPr/>
            </p:nvSpPr>
            <p:spPr>
              <a:xfrm>
                <a:off x="1360615" y="4472050"/>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12" name="组合 11">
              <a:extLst>
                <a:ext uri="{FF2B5EF4-FFF2-40B4-BE49-F238E27FC236}">
                  <a16:creationId xmlns:a16="http://schemas.microsoft.com/office/drawing/2014/main" id="{A1BB4863-911B-7F3C-AE16-A79CF748B350}"/>
                </a:ext>
              </a:extLst>
            </p:cNvPr>
            <p:cNvGrpSpPr/>
            <p:nvPr/>
          </p:nvGrpSpPr>
          <p:grpSpPr>
            <a:xfrm>
              <a:off x="4672606" y="4472050"/>
              <a:ext cx="2834088" cy="713486"/>
              <a:chOff x="4672606" y="4472050"/>
              <a:chExt cx="2834088" cy="713486"/>
            </a:xfrm>
          </p:grpSpPr>
          <p:sp>
            <p:nvSpPr>
              <p:cNvPr id="100" name="Number6">
                <a:extLst>
                  <a:ext uri="{FF2B5EF4-FFF2-40B4-BE49-F238E27FC236}">
                    <a16:creationId xmlns:a16="http://schemas.microsoft.com/office/drawing/2014/main" id="{B031E1F8-C506-1A69-FCD2-C7CCB2D70FA9}"/>
                  </a:ext>
                </a:extLst>
              </p:cNvPr>
              <p:cNvSpPr txBox="1"/>
              <p:nvPr/>
            </p:nvSpPr>
            <p:spPr>
              <a:xfrm>
                <a:off x="4672606" y="4592733"/>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algn="ctr" defTabSz="913765" fontAlgn="auto">
                  <a:spcBef>
                    <a:spcPts val="0"/>
                  </a:spcBef>
                  <a:spcAft>
                    <a:spcPts val="0"/>
                  </a:spcAft>
                  <a:buClrTx/>
                  <a:buSzPct val="25000"/>
                  <a:buFontTx/>
                  <a:buNone/>
                  <a:defRPr sz="1400">
                    <a:solidFill>
                      <a:srgbClr val="FFFFFF"/>
                    </a:solidFill>
                    <a:cs typeface="+mn-ea"/>
                  </a:defRPr>
                </a:lvl1pPr>
              </a:lstStyle>
              <a:p>
                <a:r>
                  <a:rPr lang="de-DE" altLang="zh-CN">
                    <a:solidFill>
                      <a:srgbClr val="000000"/>
                    </a:solidFill>
                    <a:latin typeface="Arial" panose="020B0604020202020204" pitchFamily="34" charset="0"/>
                    <a:sym typeface="Arial" panose="020B0604020202020204" pitchFamily="34" charset="0"/>
                  </a:rPr>
                  <a:t>06</a:t>
                </a:r>
                <a:endParaRPr lang="de-DE" altLang="zh-CN" dirty="0">
                  <a:solidFill>
                    <a:srgbClr val="000000"/>
                  </a:solidFill>
                  <a:latin typeface="Arial" panose="020B0604020202020204" pitchFamily="34" charset="0"/>
                  <a:sym typeface="Arial" panose="020B0604020202020204" pitchFamily="34" charset="0"/>
                </a:endParaRPr>
              </a:p>
            </p:txBody>
          </p:sp>
          <p:sp>
            <p:nvSpPr>
              <p:cNvPr id="99" name="Bullet6">
                <a:extLst>
                  <a:ext uri="{FF2B5EF4-FFF2-40B4-BE49-F238E27FC236}">
                    <a16:creationId xmlns:a16="http://schemas.microsoft.com/office/drawing/2014/main" id="{6F298935-7FFC-BB71-9051-62773B4C36E5}"/>
                  </a:ext>
                </a:extLst>
              </p:cNvPr>
              <p:cNvSpPr txBox="1"/>
              <p:nvPr/>
            </p:nvSpPr>
            <p:spPr>
              <a:xfrm>
                <a:off x="5278077" y="4472050"/>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13" name="组合 12">
              <a:extLst>
                <a:ext uri="{FF2B5EF4-FFF2-40B4-BE49-F238E27FC236}">
                  <a16:creationId xmlns:a16="http://schemas.microsoft.com/office/drawing/2014/main" id="{2B08658C-71AB-EBAA-823E-844C3700D979}"/>
                </a:ext>
              </a:extLst>
            </p:cNvPr>
            <p:cNvGrpSpPr/>
            <p:nvPr/>
          </p:nvGrpSpPr>
          <p:grpSpPr>
            <a:xfrm>
              <a:off x="755144" y="5420614"/>
              <a:ext cx="2834088" cy="713486"/>
              <a:chOff x="755144" y="5420614"/>
              <a:chExt cx="2834088" cy="713486"/>
            </a:xfrm>
          </p:grpSpPr>
          <p:sp>
            <p:nvSpPr>
              <p:cNvPr id="98" name="Number7">
                <a:extLst>
                  <a:ext uri="{FF2B5EF4-FFF2-40B4-BE49-F238E27FC236}">
                    <a16:creationId xmlns:a16="http://schemas.microsoft.com/office/drawing/2014/main" id="{6BB0A090-FF52-C7BF-EAD6-224FD3C990B2}"/>
                  </a:ext>
                </a:extLst>
              </p:cNvPr>
              <p:cNvSpPr txBox="1"/>
              <p:nvPr/>
            </p:nvSpPr>
            <p:spPr>
              <a:xfrm>
                <a:off x="755144" y="5541297"/>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algn="ctr" defTabSz="913765" fontAlgn="auto">
                  <a:spcBef>
                    <a:spcPts val="0"/>
                  </a:spcBef>
                  <a:spcAft>
                    <a:spcPts val="0"/>
                  </a:spcAft>
                  <a:buClrTx/>
                  <a:buSzPct val="25000"/>
                  <a:buFontTx/>
                  <a:buNone/>
                  <a:defRPr sz="1400">
                    <a:solidFill>
                      <a:srgbClr val="FFFFFF"/>
                    </a:solidFill>
                    <a:cs typeface="+mn-ea"/>
                  </a:defRPr>
                </a:lvl1pPr>
              </a:lstStyle>
              <a:p>
                <a:r>
                  <a:rPr lang="de-DE" altLang="zh-CN">
                    <a:solidFill>
                      <a:srgbClr val="000000"/>
                    </a:solidFill>
                    <a:latin typeface="Arial" panose="020B0604020202020204" pitchFamily="34" charset="0"/>
                    <a:sym typeface="Arial" panose="020B0604020202020204" pitchFamily="34" charset="0"/>
                  </a:rPr>
                  <a:t>07</a:t>
                </a:r>
                <a:endParaRPr lang="de-DE" altLang="zh-CN" dirty="0">
                  <a:solidFill>
                    <a:srgbClr val="000000"/>
                  </a:solidFill>
                  <a:latin typeface="Arial" panose="020B0604020202020204" pitchFamily="34" charset="0"/>
                  <a:sym typeface="Arial" panose="020B0604020202020204" pitchFamily="34" charset="0"/>
                </a:endParaRPr>
              </a:p>
            </p:txBody>
          </p:sp>
          <p:sp>
            <p:nvSpPr>
              <p:cNvPr id="97" name="Bullet7">
                <a:extLst>
                  <a:ext uri="{FF2B5EF4-FFF2-40B4-BE49-F238E27FC236}">
                    <a16:creationId xmlns:a16="http://schemas.microsoft.com/office/drawing/2014/main" id="{AFCE6B01-2319-387F-5730-BFA308AA2486}"/>
                  </a:ext>
                </a:extLst>
              </p:cNvPr>
              <p:cNvSpPr txBox="1"/>
              <p:nvPr/>
            </p:nvSpPr>
            <p:spPr>
              <a:xfrm>
                <a:off x="1360615" y="5420614"/>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nvGrpSpPr>
            <p:cNvPr id="14" name="组合 13">
              <a:extLst>
                <a:ext uri="{FF2B5EF4-FFF2-40B4-BE49-F238E27FC236}">
                  <a16:creationId xmlns:a16="http://schemas.microsoft.com/office/drawing/2014/main" id="{C76887D8-A804-AC56-03C5-391A4B7584D4}"/>
                </a:ext>
              </a:extLst>
            </p:cNvPr>
            <p:cNvGrpSpPr/>
            <p:nvPr/>
          </p:nvGrpSpPr>
          <p:grpSpPr>
            <a:xfrm>
              <a:off x="4672606" y="5420614"/>
              <a:ext cx="2834088" cy="713486"/>
              <a:chOff x="4672606" y="5420614"/>
              <a:chExt cx="2834088" cy="713486"/>
            </a:xfrm>
          </p:grpSpPr>
          <p:sp>
            <p:nvSpPr>
              <p:cNvPr id="96" name="Number8">
                <a:extLst>
                  <a:ext uri="{FF2B5EF4-FFF2-40B4-BE49-F238E27FC236}">
                    <a16:creationId xmlns:a16="http://schemas.microsoft.com/office/drawing/2014/main" id="{6F129A5D-DA4F-99B8-46D2-3A3CE15106F2}"/>
                  </a:ext>
                </a:extLst>
              </p:cNvPr>
              <p:cNvSpPr txBox="1"/>
              <p:nvPr/>
            </p:nvSpPr>
            <p:spPr>
              <a:xfrm>
                <a:off x="4672606" y="5541297"/>
                <a:ext cx="472121" cy="472121"/>
              </a:xfrm>
              <a:prstGeom prst="rect">
                <a:avLst/>
              </a:prstGeom>
              <a:solidFill>
                <a:srgbClr val="FFFFFF"/>
              </a:solidFill>
              <a:ln>
                <a:noFill/>
              </a:ln>
            </p:spPr>
            <p:txBody>
              <a:bodyPr wrap="none" lIns="91440" tIns="45720" rIns="91440" bIns="45720" anchor="ctr" anchorCtr="0">
                <a:normAutofit/>
              </a:bodyPr>
              <a:lstStyle>
                <a:defPPr>
                  <a:defRPr lang="en-US"/>
                </a:defPPr>
                <a:lvl1pPr marR="0" lvl="0" indent="0" algn="ctr" defTabSz="913765" fontAlgn="auto">
                  <a:spcBef>
                    <a:spcPts val="0"/>
                  </a:spcBef>
                  <a:spcAft>
                    <a:spcPts val="0"/>
                  </a:spcAft>
                  <a:buClrTx/>
                  <a:buSzPct val="25000"/>
                  <a:buFontTx/>
                  <a:buNone/>
                  <a:defRPr sz="1400">
                    <a:solidFill>
                      <a:srgbClr val="FFFFFF"/>
                    </a:solidFill>
                    <a:cs typeface="+mn-ea"/>
                  </a:defRPr>
                </a:lvl1pPr>
              </a:lstStyle>
              <a:p>
                <a:r>
                  <a:rPr lang="de-DE" altLang="zh-CN">
                    <a:solidFill>
                      <a:srgbClr val="000000"/>
                    </a:solidFill>
                    <a:latin typeface="Arial" panose="020B0604020202020204" pitchFamily="34" charset="0"/>
                    <a:sym typeface="Arial" panose="020B0604020202020204" pitchFamily="34" charset="0"/>
                  </a:rPr>
                  <a:t>08</a:t>
                </a:r>
                <a:endParaRPr lang="de-DE" altLang="zh-CN" dirty="0">
                  <a:solidFill>
                    <a:srgbClr val="000000"/>
                  </a:solidFill>
                  <a:latin typeface="Arial" panose="020B0604020202020204" pitchFamily="34" charset="0"/>
                  <a:sym typeface="Arial" panose="020B0604020202020204" pitchFamily="34" charset="0"/>
                </a:endParaRPr>
              </a:p>
            </p:txBody>
          </p:sp>
          <p:sp>
            <p:nvSpPr>
              <p:cNvPr id="95" name="Bullet8">
                <a:extLst>
                  <a:ext uri="{FF2B5EF4-FFF2-40B4-BE49-F238E27FC236}">
                    <a16:creationId xmlns:a16="http://schemas.microsoft.com/office/drawing/2014/main" id="{0F1F34E2-A0D3-45C1-DD89-07C591907DA1}"/>
                  </a:ext>
                </a:extLst>
              </p:cNvPr>
              <p:cNvSpPr txBox="1"/>
              <p:nvPr/>
            </p:nvSpPr>
            <p:spPr>
              <a:xfrm>
                <a:off x="5278077" y="5420614"/>
                <a:ext cx="2228617" cy="713486"/>
              </a:xfrm>
              <a:prstGeom prst="rect">
                <a:avLst/>
              </a:prstGeom>
              <a:noFill/>
              <a:ln>
                <a:noFill/>
              </a:ln>
            </p:spPr>
            <p:txBody>
              <a:bodyPr wrap="square" lIns="91440" tIns="45720" rIns="91440" bIns="45720" anchor="ctr" anchorCtr="0">
                <a:normAutofit/>
              </a:bodyPr>
              <a:lstStyle/>
              <a:p>
                <a:pPr>
                  <a:lnSpc>
                    <a:spcPct val="120000"/>
                  </a:lnSpc>
                </a:pPr>
                <a:r>
                  <a:rPr lang="zh-CN" altLang="en-US">
                    <a:solidFill>
                      <a:srgbClr val="FFFFFF"/>
                    </a:solidFill>
                    <a:latin typeface="Arial" panose="020B0604020202020204" pitchFamily="34" charset="0"/>
                    <a:cs typeface="+mn-ea"/>
                    <a:sym typeface="Arial" panose="020B0604020202020204" pitchFamily="34" charset="0"/>
                  </a:rPr>
                  <a:t>单击添加小标题</a:t>
                </a:r>
                <a:endParaRPr lang="en-US" altLang="zh-CN" dirty="0">
                  <a:solidFill>
                    <a:srgbClr val="FFFFFF"/>
                  </a:solidFill>
                  <a:latin typeface="Arial" panose="020B0604020202020204" pitchFamily="34" charset="0"/>
                  <a:cs typeface="+mn-ea"/>
                  <a:sym typeface="Arial" panose="020B0604020202020204" pitchFamily="34" charset="0"/>
                </a:endParaRPr>
              </a:p>
            </p:txBody>
          </p:sp>
        </p:grpSp>
      </p:grpSp>
      <p:sp>
        <p:nvSpPr>
          <p:cNvPr id="4" name="标题 3">
            <a:extLst>
              <a:ext uri="{FF2B5EF4-FFF2-40B4-BE49-F238E27FC236}">
                <a16:creationId xmlns:a16="http://schemas.microsoft.com/office/drawing/2014/main" id="{69710ACC-4C05-F834-32F1-7E1084C4F21B}"/>
              </a:ext>
            </a:extLst>
          </p:cNvPr>
          <p:cNvSpPr>
            <a:spLocks noGrp="1"/>
          </p:cNvSpPr>
          <p:nvPr>
            <p:ph type="title"/>
          </p:nvPr>
        </p:nvSpPr>
        <p:spPr>
          <a:xfrm>
            <a:off x="660400" y="338667"/>
            <a:ext cx="10858500" cy="690032"/>
          </a:xfrm>
        </p:spPr>
        <p:txBody>
          <a:bodyPr/>
          <a:lstStyle/>
          <a:p>
            <a:r>
              <a:rPr lang="zh-CN" altLang="en-US" dirty="0"/>
              <a:t>目录</a:t>
            </a:r>
          </a:p>
        </p:txBody>
      </p:sp>
    </p:spTree>
    <p:extLst>
      <p:ext uri="{BB962C8B-B14F-4D97-AF65-F5344CB8AC3E}">
        <p14:creationId xmlns:p14="http://schemas.microsoft.com/office/powerpoint/2010/main" val="2631427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554804" y="1441450"/>
            <a:ext cx="4964096" cy="2083757"/>
          </a:xfrm>
        </p:spPr>
        <p:txBody>
          <a:bodyPr/>
          <a:lstStyle/>
          <a:p>
            <a:r>
              <a:rPr lang="zh-CN" altLang="en-US" dirty="0"/>
              <a:t>单击此处添加章节标题</a:t>
            </a:r>
          </a:p>
        </p:txBody>
      </p:sp>
      <p:sp>
        <p:nvSpPr>
          <p:cNvPr id="25" name="文本占位符 24"/>
          <p:cNvSpPr>
            <a:spLocks noGrp="1"/>
          </p:cNvSpPr>
          <p:nvPr>
            <p:ph type="body" sz="quarter" idx="1" hasCustomPrompt="1"/>
          </p:nvPr>
        </p:nvSpPr>
        <p:spPr>
          <a:xfrm>
            <a:off x="6554804" y="3525208"/>
            <a:ext cx="4964096" cy="1585272"/>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1546-43F4-A73F-0DEF-93D57244A035}"/>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AB6AA314-5C62-5DC6-0C00-FC3BF5117E8D}"/>
              </a:ext>
            </a:extLst>
          </p:cNvPr>
          <p:cNvGrpSpPr/>
          <p:nvPr/>
        </p:nvGrpSpPr>
        <p:grpSpPr>
          <a:xfrm>
            <a:off x="2" y="1452237"/>
            <a:ext cx="11518898" cy="5405763"/>
            <a:chOff x="2" y="1452237"/>
            <a:chExt cx="11518898" cy="5405763"/>
          </a:xfrm>
        </p:grpSpPr>
        <p:sp>
          <p:nvSpPr>
            <p:cNvPr id="5" name="矩形 4">
              <a:extLst>
                <a:ext uri="{FF2B5EF4-FFF2-40B4-BE49-F238E27FC236}">
                  <a16:creationId xmlns:a16="http://schemas.microsoft.com/office/drawing/2014/main" id="{1C247BD1-8D30-4A52-8E07-F6503B67827D}"/>
                </a:ext>
              </a:extLst>
            </p:cNvPr>
            <p:cNvSpPr/>
            <p:nvPr/>
          </p:nvSpPr>
          <p:spPr>
            <a:xfrm>
              <a:off x="755147" y="1694585"/>
              <a:ext cx="10681712" cy="24981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anchor="ctr">
              <a:normAutofit/>
            </a:bodyPr>
            <a:lstStyle/>
            <a:p>
              <a:pPr algn="ctr"/>
              <a:endParaRPr lang="zh-CN" altLang="en-US">
                <a:solidFill>
                  <a:schemeClr val="tx1"/>
                </a:solidFill>
              </a:endParaRPr>
            </a:p>
          </p:txBody>
        </p:sp>
        <p:sp>
          <p:nvSpPr>
            <p:cNvPr id="8" name="Title">
              <a:extLst>
                <a:ext uri="{FF2B5EF4-FFF2-40B4-BE49-F238E27FC236}">
                  <a16:creationId xmlns:a16="http://schemas.microsoft.com/office/drawing/2014/main" id="{33561F31-D332-4CAB-88FD-8B37CAFC1381}"/>
                </a:ext>
              </a:extLst>
            </p:cNvPr>
            <p:cNvSpPr/>
            <p:nvPr/>
          </p:nvSpPr>
          <p:spPr>
            <a:xfrm>
              <a:off x="1074643" y="1927406"/>
              <a:ext cx="4229837" cy="1161871"/>
            </a:xfrm>
            <a:prstGeom prst="rect">
              <a:avLst/>
            </a:prstGeom>
          </p:spPr>
          <p:txBody>
            <a:bodyPr wrap="square" anchor="t" anchorCtr="0">
              <a:normAutofit/>
            </a:bodyPr>
            <a:lstStyle/>
            <a:p>
              <a:pPr>
                <a:buSzPct val="25000"/>
              </a:pPr>
              <a:r>
                <a:rPr lang="zh-CN" altLang="en-US" sz="2400" b="1">
                  <a:latin typeface="Arial" panose="020B0604020202020204" pitchFamily="34" charset="0"/>
                  <a:cs typeface="+mn-ea"/>
                  <a:sym typeface="Arial" panose="020B0604020202020204" pitchFamily="34" charset="0"/>
                </a:rPr>
                <a:t>单击此处添加长一点的副标题</a:t>
              </a:r>
              <a:endParaRPr lang="en-US" sz="2400" dirty="0">
                <a:latin typeface="Arial" panose="020B0604020202020204" pitchFamily="34" charset="0"/>
                <a:sym typeface="Arial" panose="020B0604020202020204" pitchFamily="34" charset="0"/>
              </a:endParaRPr>
            </a:p>
          </p:txBody>
        </p:sp>
        <p:pic>
          <p:nvPicPr>
            <p:cNvPr id="54" name="图片 53">
              <a:extLst>
                <a:ext uri="{FF2B5EF4-FFF2-40B4-BE49-F238E27FC236}">
                  <a16:creationId xmlns:a16="http://schemas.microsoft.com/office/drawing/2014/main" id="{FDDA8BC0-BFB5-9507-1645-ED707BA55F49}"/>
                </a:ext>
              </a:extLst>
            </p:cNvPr>
            <p:cNvPicPr>
              <a:picLocks noChangeAspect="1"/>
            </p:cNvPicPr>
            <p:nvPr/>
          </p:nvPicPr>
          <p:blipFill>
            <a:blip r:embed="rId4">
              <a:extLst>
                <a:ext uri="{28A0092B-C50C-407E-A947-70E740481C1C}">
                  <a14:useLocalDpi xmlns:a14="http://schemas.microsoft.com/office/drawing/2010/main" val="0"/>
                </a:ext>
              </a:extLst>
            </a:blip>
            <a:srcRect t="19823" r="24686" b="25528"/>
            <a:stretch>
              <a:fillRect/>
            </a:stretch>
          </p:blipFill>
          <p:spPr>
            <a:xfrm flipH="1">
              <a:off x="2" y="3135060"/>
              <a:ext cx="5130800" cy="3722940"/>
            </a:xfrm>
            <a:custGeom>
              <a:avLst/>
              <a:gdLst>
                <a:gd name="csX0" fmla="*/ 5165038 w 5165038"/>
                <a:gd name="csY0" fmla="*/ 0 h 3747783"/>
                <a:gd name="csX1" fmla="*/ 0 w 5165038"/>
                <a:gd name="csY1" fmla="*/ 0 h 3747783"/>
                <a:gd name="csX2" fmla="*/ 0 w 5165038"/>
                <a:gd name="csY2" fmla="*/ 3747783 h 3747783"/>
                <a:gd name="csX3" fmla="*/ 5165038 w 5165038"/>
                <a:gd name="csY3" fmla="*/ 3747783 h 3747783"/>
              </a:gdLst>
              <a:ahLst/>
              <a:cxnLst>
                <a:cxn ang="0">
                  <a:pos x="csX0" y="csY0"/>
                </a:cxn>
                <a:cxn ang="0">
                  <a:pos x="csX1" y="csY1"/>
                </a:cxn>
                <a:cxn ang="0">
                  <a:pos x="csX2" y="csY2"/>
                </a:cxn>
                <a:cxn ang="0">
                  <a:pos x="csX3" y="csY3"/>
                </a:cxn>
              </a:cxnLst>
              <a:rect l="l" t="t" r="r" b="b"/>
              <a:pathLst>
                <a:path w="5165038" h="3747783">
                  <a:moveTo>
                    <a:pt x="5165038" y="0"/>
                  </a:moveTo>
                  <a:lnTo>
                    <a:pt x="0" y="0"/>
                  </a:lnTo>
                  <a:lnTo>
                    <a:pt x="0" y="3747783"/>
                  </a:lnTo>
                  <a:lnTo>
                    <a:pt x="5165038" y="3747783"/>
                  </a:lnTo>
                  <a:close/>
                </a:path>
              </a:pathLst>
            </a:custGeom>
          </p:spPr>
        </p:pic>
        <p:cxnSp>
          <p:nvCxnSpPr>
            <p:cNvPr id="21" name="直接连接符 20">
              <a:extLst>
                <a:ext uri="{FF2B5EF4-FFF2-40B4-BE49-F238E27FC236}">
                  <a16:creationId xmlns:a16="http://schemas.microsoft.com/office/drawing/2014/main" id="{452BF69A-C8AF-42FC-D22B-FF105E6D2EFF}"/>
                </a:ext>
              </a:extLst>
            </p:cNvPr>
            <p:cNvCxnSpPr>
              <a:cxnSpLocks/>
            </p:cNvCxnSpPr>
            <p:nvPr/>
          </p:nvCxnSpPr>
          <p:spPr>
            <a:xfrm>
              <a:off x="8462434" y="4588915"/>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FF9FA63-4327-EEFB-4F4E-4CAA2BF6F762}"/>
                </a:ext>
              </a:extLst>
            </p:cNvPr>
            <p:cNvCxnSpPr>
              <a:cxnSpLocks/>
            </p:cNvCxnSpPr>
            <p:nvPr/>
          </p:nvCxnSpPr>
          <p:spPr>
            <a:xfrm>
              <a:off x="8462434" y="5559600"/>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CD3ADC2D-04E5-6554-546F-8B3D59D14FF9}"/>
                </a:ext>
              </a:extLst>
            </p:cNvPr>
            <p:cNvGrpSpPr/>
            <p:nvPr/>
          </p:nvGrpSpPr>
          <p:grpSpPr>
            <a:xfrm>
              <a:off x="5921149" y="1452237"/>
              <a:ext cx="2205657" cy="2475527"/>
              <a:chOff x="5921149" y="1452237"/>
              <a:chExt cx="2205657" cy="2475527"/>
            </a:xfrm>
          </p:grpSpPr>
          <p:sp>
            <p:nvSpPr>
              <p:cNvPr id="34" name="Number1">
                <a:extLst>
                  <a:ext uri="{FF2B5EF4-FFF2-40B4-BE49-F238E27FC236}">
                    <a16:creationId xmlns:a16="http://schemas.microsoft.com/office/drawing/2014/main" id="{F876010E-3F7E-EDB9-28A4-ACB659BBA177}"/>
                  </a:ext>
                </a:extLst>
              </p:cNvPr>
              <p:cNvSpPr txBox="1">
                <a:spLocks/>
              </p:cNvSpPr>
              <p:nvPr/>
            </p:nvSpPr>
            <p:spPr>
              <a:xfrm>
                <a:off x="6014282" y="1452237"/>
                <a:ext cx="565200" cy="565830"/>
              </a:xfrm>
              <a:prstGeom prst="rect">
                <a:avLst/>
              </a:prstGeom>
              <a:solidFill>
                <a:schemeClr val="accent1"/>
              </a:solidFill>
              <a:effectLst/>
            </p:spPr>
            <p:txBody>
              <a:bodyPr wrap="none" lIns="90000" anchor="ctr">
                <a:normAutofit/>
              </a:bodyPr>
              <a:lstStyle>
                <a:defPPr>
                  <a:defRPr lang="en-US"/>
                </a:defPPr>
                <a:lvl1pPr algn="ctr">
                  <a:spcBef>
                    <a:spcPts val="1000"/>
                  </a:spcBef>
                  <a:defRPr sz="1400">
                    <a:solidFill>
                      <a:srgbClr val="FFFFFF"/>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1600">
                    <a:latin typeface="Arial" panose="020B0604020202020204" pitchFamily="34" charset="0"/>
                    <a:sym typeface="Arial" panose="020B0604020202020204" pitchFamily="34" charset="0"/>
                  </a:rPr>
                  <a:t>01</a:t>
                </a:r>
                <a:endParaRPr lang="zh-CN" altLang="en-US" sz="1600" dirty="0">
                  <a:latin typeface="Arial" panose="020B0604020202020204" pitchFamily="34" charset="0"/>
                  <a:sym typeface="Arial" panose="020B0604020202020204" pitchFamily="34" charset="0"/>
                </a:endParaRPr>
              </a:p>
            </p:txBody>
          </p:sp>
          <p:sp>
            <p:nvSpPr>
              <p:cNvPr id="41" name="Text1">
                <a:extLst>
                  <a:ext uri="{FF2B5EF4-FFF2-40B4-BE49-F238E27FC236}">
                    <a16:creationId xmlns:a16="http://schemas.microsoft.com/office/drawing/2014/main" id="{994F017F-1095-8E6A-D33C-90FC497F2288}"/>
                  </a:ext>
                </a:extLst>
              </p:cNvPr>
              <p:cNvSpPr>
                <a:spLocks/>
              </p:cNvSpPr>
              <p:nvPr/>
            </p:nvSpPr>
            <p:spPr>
              <a:xfrm>
                <a:off x="5921149" y="2809043"/>
                <a:ext cx="2205657" cy="11187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chemeClr val="tx1"/>
                  </a:solidFill>
                  <a:latin typeface="Arial" panose="020B0604020202020204" pitchFamily="34" charset="0"/>
                  <a:sym typeface="Arial" panose="020B0604020202020204" pitchFamily="34" charset="0"/>
                </a:endParaRPr>
              </a:p>
            </p:txBody>
          </p:sp>
          <p:sp>
            <p:nvSpPr>
              <p:cNvPr id="35" name="Bullet1">
                <a:extLst>
                  <a:ext uri="{FF2B5EF4-FFF2-40B4-BE49-F238E27FC236}">
                    <a16:creationId xmlns:a16="http://schemas.microsoft.com/office/drawing/2014/main" id="{3BD16AC1-C1F6-6C36-A808-0C38CE8AA860}"/>
                  </a:ext>
                </a:extLst>
              </p:cNvPr>
              <p:cNvSpPr>
                <a:spLocks/>
              </p:cNvSpPr>
              <p:nvPr/>
            </p:nvSpPr>
            <p:spPr>
              <a:xfrm>
                <a:off x="5921149" y="2153054"/>
                <a:ext cx="2205657" cy="65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solidFill>
                    <a:schemeClr val="tx1"/>
                  </a:solidFill>
                  <a:latin typeface="Arial" panose="020B0604020202020204" pitchFamily="34" charset="0"/>
                  <a:sym typeface="Arial" panose="020B0604020202020204" pitchFamily="34" charset="0"/>
                </a:endParaRPr>
              </a:p>
            </p:txBody>
          </p:sp>
        </p:grpSp>
        <p:grpSp>
          <p:nvGrpSpPr>
            <p:cNvPr id="4" name="组合 3">
              <a:extLst>
                <a:ext uri="{FF2B5EF4-FFF2-40B4-BE49-F238E27FC236}">
                  <a16:creationId xmlns:a16="http://schemas.microsoft.com/office/drawing/2014/main" id="{50428E8D-A331-9160-1D04-615CF6B22E8A}"/>
                </a:ext>
              </a:extLst>
            </p:cNvPr>
            <p:cNvGrpSpPr/>
            <p:nvPr/>
          </p:nvGrpSpPr>
          <p:grpSpPr>
            <a:xfrm>
              <a:off x="8789674" y="1452237"/>
              <a:ext cx="2205657" cy="2475527"/>
              <a:chOff x="8789674" y="1452237"/>
              <a:chExt cx="2205657" cy="2475527"/>
            </a:xfrm>
          </p:grpSpPr>
          <p:sp>
            <p:nvSpPr>
              <p:cNvPr id="29" name="Number2">
                <a:extLst>
                  <a:ext uri="{FF2B5EF4-FFF2-40B4-BE49-F238E27FC236}">
                    <a16:creationId xmlns:a16="http://schemas.microsoft.com/office/drawing/2014/main" id="{8CAEF5D9-75F2-A42D-8485-13F332DFCB4A}"/>
                  </a:ext>
                </a:extLst>
              </p:cNvPr>
              <p:cNvSpPr txBox="1">
                <a:spLocks/>
              </p:cNvSpPr>
              <p:nvPr/>
            </p:nvSpPr>
            <p:spPr>
              <a:xfrm>
                <a:off x="8882807" y="1452237"/>
                <a:ext cx="565200" cy="565830"/>
              </a:xfrm>
              <a:prstGeom prst="rect">
                <a:avLst/>
              </a:prstGeom>
              <a:solidFill>
                <a:schemeClr val="accent1"/>
              </a:solidFill>
              <a:effectLst/>
            </p:spPr>
            <p:txBody>
              <a:bodyPr wrap="none" lIns="90000" anchor="ctr">
                <a:normAutofit/>
              </a:bodyPr>
              <a:lstStyle>
                <a:defPPr>
                  <a:defRPr lang="en-US"/>
                </a:defPPr>
                <a:lvl1pPr algn="ctr">
                  <a:spcBef>
                    <a:spcPts val="1000"/>
                  </a:spcBef>
                  <a:defRPr sz="1400">
                    <a:solidFill>
                      <a:srgbClr val="FFFFFF"/>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1600">
                    <a:latin typeface="Arial" panose="020B0604020202020204" pitchFamily="34" charset="0"/>
                    <a:sym typeface="Arial" panose="020B0604020202020204" pitchFamily="34" charset="0"/>
                  </a:rPr>
                  <a:t>02</a:t>
                </a:r>
                <a:endParaRPr lang="zh-CN" altLang="en-US" sz="1600" dirty="0">
                  <a:latin typeface="Arial" panose="020B0604020202020204" pitchFamily="34" charset="0"/>
                  <a:sym typeface="Arial" panose="020B0604020202020204" pitchFamily="34" charset="0"/>
                </a:endParaRPr>
              </a:p>
            </p:txBody>
          </p:sp>
          <p:sp>
            <p:nvSpPr>
              <p:cNvPr id="32" name="Text2">
                <a:extLst>
                  <a:ext uri="{FF2B5EF4-FFF2-40B4-BE49-F238E27FC236}">
                    <a16:creationId xmlns:a16="http://schemas.microsoft.com/office/drawing/2014/main" id="{E2BF8C2E-117A-7109-C0C1-1F84127EB898}"/>
                  </a:ext>
                </a:extLst>
              </p:cNvPr>
              <p:cNvSpPr>
                <a:spLocks/>
              </p:cNvSpPr>
              <p:nvPr/>
            </p:nvSpPr>
            <p:spPr>
              <a:xfrm>
                <a:off x="8789674" y="2809043"/>
                <a:ext cx="2205657" cy="11187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chemeClr val="tx1"/>
                  </a:solidFill>
                  <a:latin typeface="Arial" panose="020B0604020202020204" pitchFamily="34" charset="0"/>
                  <a:sym typeface="Arial" panose="020B0604020202020204" pitchFamily="34" charset="0"/>
                </a:endParaRPr>
              </a:p>
            </p:txBody>
          </p:sp>
          <p:sp>
            <p:nvSpPr>
              <p:cNvPr id="31" name="Bullet2">
                <a:extLst>
                  <a:ext uri="{FF2B5EF4-FFF2-40B4-BE49-F238E27FC236}">
                    <a16:creationId xmlns:a16="http://schemas.microsoft.com/office/drawing/2014/main" id="{DD70CCB4-7442-EBE3-C349-26476BA832EA}"/>
                  </a:ext>
                </a:extLst>
              </p:cNvPr>
              <p:cNvSpPr>
                <a:spLocks/>
              </p:cNvSpPr>
              <p:nvPr/>
            </p:nvSpPr>
            <p:spPr>
              <a:xfrm>
                <a:off x="8789674" y="2153053"/>
                <a:ext cx="2205657" cy="65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solidFill>
                    <a:schemeClr val="tx1"/>
                  </a:solidFill>
                  <a:latin typeface="Arial" panose="020B0604020202020204" pitchFamily="34" charset="0"/>
                  <a:sym typeface="Arial" panose="020B0604020202020204" pitchFamily="34" charset="0"/>
                </a:endParaRPr>
              </a:p>
            </p:txBody>
          </p:sp>
        </p:grpSp>
        <p:grpSp>
          <p:nvGrpSpPr>
            <p:cNvPr id="16" name="组合 15">
              <a:extLst>
                <a:ext uri="{FF2B5EF4-FFF2-40B4-BE49-F238E27FC236}">
                  <a16:creationId xmlns:a16="http://schemas.microsoft.com/office/drawing/2014/main" id="{4EC0F852-B485-AFEE-89BF-9933B0B8D102}"/>
                </a:ext>
              </a:extLst>
            </p:cNvPr>
            <p:cNvGrpSpPr/>
            <p:nvPr/>
          </p:nvGrpSpPr>
          <p:grpSpPr>
            <a:xfrm>
              <a:off x="5709092" y="4380248"/>
              <a:ext cx="5809808" cy="910048"/>
              <a:chOff x="5709092" y="4380248"/>
              <a:chExt cx="5809808" cy="910048"/>
            </a:xfrm>
          </p:grpSpPr>
          <p:sp>
            <p:nvSpPr>
              <p:cNvPr id="27" name="Number3">
                <a:extLst>
                  <a:ext uri="{FF2B5EF4-FFF2-40B4-BE49-F238E27FC236}">
                    <a16:creationId xmlns:a16="http://schemas.microsoft.com/office/drawing/2014/main" id="{92E1C67F-998D-D196-3ACE-A701987E227D}"/>
                  </a:ext>
                </a:extLst>
              </p:cNvPr>
              <p:cNvSpPr/>
              <p:nvPr/>
            </p:nvSpPr>
            <p:spPr>
              <a:xfrm>
                <a:off x="5709092" y="4588916"/>
                <a:ext cx="493200"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03</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20" name="Text3">
                <a:extLst>
                  <a:ext uri="{FF2B5EF4-FFF2-40B4-BE49-F238E27FC236}">
                    <a16:creationId xmlns:a16="http://schemas.microsoft.com/office/drawing/2014/main" id="{2AD776D8-37D6-4D4A-820C-40204F9A71CA}"/>
                  </a:ext>
                </a:extLst>
              </p:cNvPr>
              <p:cNvSpPr txBox="1">
                <a:spLocks/>
              </p:cNvSpPr>
              <p:nvPr/>
            </p:nvSpPr>
            <p:spPr bwMode="auto">
              <a:xfrm>
                <a:off x="8555567" y="4380248"/>
                <a:ext cx="2963333" cy="9100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15" name="Bullet3">
                <a:extLst>
                  <a:ext uri="{FF2B5EF4-FFF2-40B4-BE49-F238E27FC236}">
                    <a16:creationId xmlns:a16="http://schemas.microsoft.com/office/drawing/2014/main" id="{0EAC4333-85A5-64CD-5C41-EEB39D9AD420}"/>
                  </a:ext>
                </a:extLst>
              </p:cNvPr>
              <p:cNvSpPr txBox="1">
                <a:spLocks/>
              </p:cNvSpPr>
              <p:nvPr/>
            </p:nvSpPr>
            <p:spPr bwMode="auto">
              <a:xfrm>
                <a:off x="6280052" y="4380248"/>
                <a:ext cx="2089248" cy="9100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nvGrpSpPr>
            <p:cNvPr id="17" name="组合 16">
              <a:extLst>
                <a:ext uri="{FF2B5EF4-FFF2-40B4-BE49-F238E27FC236}">
                  <a16:creationId xmlns:a16="http://schemas.microsoft.com/office/drawing/2014/main" id="{5D1F351E-875C-7D55-C891-6142F8D98171}"/>
                </a:ext>
              </a:extLst>
            </p:cNvPr>
            <p:cNvGrpSpPr/>
            <p:nvPr/>
          </p:nvGrpSpPr>
          <p:grpSpPr>
            <a:xfrm>
              <a:off x="5709092" y="5350933"/>
              <a:ext cx="5809808" cy="910048"/>
              <a:chOff x="5709092" y="5350933"/>
              <a:chExt cx="5809808" cy="910048"/>
            </a:xfrm>
          </p:grpSpPr>
          <p:sp>
            <p:nvSpPr>
              <p:cNvPr id="14" name="Number4">
                <a:extLst>
                  <a:ext uri="{FF2B5EF4-FFF2-40B4-BE49-F238E27FC236}">
                    <a16:creationId xmlns:a16="http://schemas.microsoft.com/office/drawing/2014/main" id="{F6C0D09B-341A-B4EC-63DD-2B18E0C400E5}"/>
                  </a:ext>
                </a:extLst>
              </p:cNvPr>
              <p:cNvSpPr/>
              <p:nvPr/>
            </p:nvSpPr>
            <p:spPr>
              <a:xfrm>
                <a:off x="5709092" y="5559601"/>
                <a:ext cx="493200"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04</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12" name="Text4">
                <a:extLst>
                  <a:ext uri="{FF2B5EF4-FFF2-40B4-BE49-F238E27FC236}">
                    <a16:creationId xmlns:a16="http://schemas.microsoft.com/office/drawing/2014/main" id="{A2AE4032-6FCA-E5AE-E787-C0D2CA9DD665}"/>
                  </a:ext>
                </a:extLst>
              </p:cNvPr>
              <p:cNvSpPr txBox="1">
                <a:spLocks/>
              </p:cNvSpPr>
              <p:nvPr/>
            </p:nvSpPr>
            <p:spPr bwMode="auto">
              <a:xfrm>
                <a:off x="8555567" y="5350933"/>
                <a:ext cx="2963333" cy="9100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11" name="Bullet4">
                <a:extLst>
                  <a:ext uri="{FF2B5EF4-FFF2-40B4-BE49-F238E27FC236}">
                    <a16:creationId xmlns:a16="http://schemas.microsoft.com/office/drawing/2014/main" id="{5EED6298-CCE0-848E-73AD-E853CF8F15CB}"/>
                  </a:ext>
                </a:extLst>
              </p:cNvPr>
              <p:cNvSpPr txBox="1">
                <a:spLocks/>
              </p:cNvSpPr>
              <p:nvPr/>
            </p:nvSpPr>
            <p:spPr bwMode="auto">
              <a:xfrm>
                <a:off x="6280052" y="5350933"/>
                <a:ext cx="2089248" cy="9100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sp>
        <p:nvSpPr>
          <p:cNvPr id="2" name="标题 1">
            <a:extLst>
              <a:ext uri="{FF2B5EF4-FFF2-40B4-BE49-F238E27FC236}">
                <a16:creationId xmlns:a16="http://schemas.microsoft.com/office/drawing/2014/main" id="{754DD239-E462-DB65-483E-51275847711C}"/>
              </a:ext>
            </a:extLst>
          </p:cNvPr>
          <p:cNvSpPr>
            <a:spLocks noGrp="1"/>
          </p:cNvSpPr>
          <p:nvPr>
            <p:ph type="title"/>
          </p:nvPr>
        </p:nvSpPr>
        <p:spPr>
          <a:xfrm>
            <a:off x="660400" y="338667"/>
            <a:ext cx="10858500" cy="690032"/>
          </a:xfrm>
        </p:spPr>
        <p:txBody>
          <a:bodyPr/>
          <a:lstStyle/>
          <a:p>
            <a:r>
              <a:rPr lang="zh-CN" altLang="en-US"/>
              <a:t>单击此处添加页面标题</a:t>
            </a:r>
          </a:p>
        </p:txBody>
      </p:sp>
    </p:spTree>
    <p:extLst>
      <p:ext uri="{BB962C8B-B14F-4D97-AF65-F5344CB8AC3E}">
        <p14:creationId xmlns:p14="http://schemas.microsoft.com/office/powerpoint/2010/main" val="636974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5BF8D-75C8-7DF1-F55A-6CDF52238432}"/>
            </a:ext>
          </a:extLst>
        </p:cNvPr>
        <p:cNvGrpSpPr/>
        <p:nvPr/>
      </p:nvGrpSpPr>
      <p:grpSpPr>
        <a:xfrm>
          <a:off x="0" y="0"/>
          <a:ext cx="0" cy="0"/>
          <a:chOff x="0" y="0"/>
          <a:chExt cx="0" cy="0"/>
        </a:xfrm>
      </p:grpSpPr>
      <p:grpSp>
        <p:nvGrpSpPr>
          <p:cNvPr id="22" name="组合 21">
            <a:extLst>
              <a:ext uri="{FF2B5EF4-FFF2-40B4-BE49-F238E27FC236}">
                <a16:creationId xmlns:a16="http://schemas.microsoft.com/office/drawing/2014/main" id="{51886381-F3E8-6987-4EE5-D22350A0F8B0}"/>
              </a:ext>
            </a:extLst>
          </p:cNvPr>
          <p:cNvGrpSpPr/>
          <p:nvPr/>
        </p:nvGrpSpPr>
        <p:grpSpPr>
          <a:xfrm>
            <a:off x="660399" y="1130301"/>
            <a:ext cx="10858501" cy="5270938"/>
            <a:chOff x="660399" y="1130301"/>
            <a:chExt cx="10858501" cy="5270938"/>
          </a:xfrm>
        </p:grpSpPr>
        <p:sp>
          <p:nvSpPr>
            <p:cNvPr id="49" name="S">
              <a:extLst>
                <a:ext uri="{FF2B5EF4-FFF2-40B4-BE49-F238E27FC236}">
                  <a16:creationId xmlns:a16="http://schemas.microsoft.com/office/drawing/2014/main" id="{2BB0CA9D-89D6-B3E7-A8B0-31CC597E07E1}"/>
                </a:ext>
              </a:extLst>
            </p:cNvPr>
            <p:cNvSpPr/>
            <p:nvPr/>
          </p:nvSpPr>
          <p:spPr>
            <a:xfrm>
              <a:off x="755143" y="2197540"/>
              <a:ext cx="3012523" cy="3936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cs typeface="+mn-ea"/>
                <a:sym typeface="+mn-lt"/>
              </a:endParaRPr>
            </a:p>
          </p:txBody>
        </p:sp>
        <p:sp>
          <p:nvSpPr>
            <p:cNvPr id="32" name="Title">
              <a:extLst>
                <a:ext uri="{FF2B5EF4-FFF2-40B4-BE49-F238E27FC236}">
                  <a16:creationId xmlns:a16="http://schemas.microsoft.com/office/drawing/2014/main" id="{26098BB6-FFFE-B123-8DF4-1AFD51B02C4E}"/>
                </a:ext>
              </a:extLst>
            </p:cNvPr>
            <p:cNvSpPr txBox="1"/>
            <p:nvPr/>
          </p:nvSpPr>
          <p:spPr>
            <a:xfrm>
              <a:off x="660399" y="1130301"/>
              <a:ext cx="10858500" cy="800100"/>
            </a:xfrm>
            <a:prstGeom prst="rect">
              <a:avLst/>
            </a:prstGeom>
            <a:noFill/>
          </p:spPr>
          <p:txBody>
            <a:bodyPr wrap="square" anchor="ctr" anchorCtr="0">
              <a:normAutofit/>
            </a:bodyPr>
            <a:lstStyle/>
            <a:p>
              <a:pPr lvl="0" algn="ctr" defTabSz="913765">
                <a:buSzPct val="25000"/>
                <a:defRPr/>
              </a:pPr>
              <a:r>
                <a:rPr lang="zh-CN" altLang="en-US" sz="2400" b="1">
                  <a:latin typeface="Arial" panose="020B0604020202020204" pitchFamily="34" charset="0"/>
                  <a:cs typeface="+mn-ea"/>
                  <a:sym typeface="Arial" panose="020B0604020202020204" pitchFamily="34" charset="0"/>
                </a:rPr>
                <a:t>单击此处添加长一点的副标题</a:t>
              </a:r>
              <a:endParaRPr lang="en-US" altLang="en-US" sz="2400" b="1" dirty="0">
                <a:latin typeface="Arial" panose="020B0604020202020204" pitchFamily="34" charset="0"/>
                <a:cs typeface="+mn-ea"/>
                <a:sym typeface="Arial" panose="020B0604020202020204" pitchFamily="34" charset="0"/>
              </a:endParaRPr>
            </a:p>
          </p:txBody>
        </p:sp>
        <p:cxnSp>
          <p:nvCxnSpPr>
            <p:cNvPr id="96" name="直接连接符 95">
              <a:extLst>
                <a:ext uri="{FF2B5EF4-FFF2-40B4-BE49-F238E27FC236}">
                  <a16:creationId xmlns:a16="http://schemas.microsoft.com/office/drawing/2014/main" id="{95E09218-8021-24D6-A91B-D05C16F6D779}"/>
                </a:ext>
              </a:extLst>
            </p:cNvPr>
            <p:cNvCxnSpPr>
              <a:cxnSpLocks/>
            </p:cNvCxnSpPr>
            <p:nvPr/>
          </p:nvCxnSpPr>
          <p:spPr>
            <a:xfrm>
              <a:off x="7211742" y="2366562"/>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B4040C4-E35F-C799-DBC1-69447AE284AA}"/>
                </a:ext>
              </a:extLst>
            </p:cNvPr>
            <p:cNvCxnSpPr>
              <a:cxnSpLocks/>
            </p:cNvCxnSpPr>
            <p:nvPr/>
          </p:nvCxnSpPr>
          <p:spPr>
            <a:xfrm>
              <a:off x="7211742" y="3401829"/>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4EB90B02-562A-66B5-8C7B-F29862B1D9C2}"/>
                </a:ext>
              </a:extLst>
            </p:cNvPr>
            <p:cNvCxnSpPr>
              <a:cxnSpLocks/>
            </p:cNvCxnSpPr>
            <p:nvPr/>
          </p:nvCxnSpPr>
          <p:spPr>
            <a:xfrm>
              <a:off x="7211742" y="4437096"/>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A045679E-7EBE-2D95-F5DE-F5F2895F2A61}"/>
                </a:ext>
              </a:extLst>
            </p:cNvPr>
            <p:cNvCxnSpPr>
              <a:cxnSpLocks/>
            </p:cNvCxnSpPr>
            <p:nvPr/>
          </p:nvCxnSpPr>
          <p:spPr>
            <a:xfrm>
              <a:off x="7211742" y="5472364"/>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0BF721BC-3C08-0D62-3567-718E5628E383}"/>
                </a:ext>
              </a:extLst>
            </p:cNvPr>
            <p:cNvPicPr>
              <a:picLocks noChangeAspect="1"/>
            </p:cNvPicPr>
            <p:nvPr/>
          </p:nvPicPr>
          <p:blipFill>
            <a:blip r:embed="rId4"/>
            <a:stretch>
              <a:fillRect/>
            </a:stretch>
          </p:blipFill>
          <p:spPr>
            <a:xfrm>
              <a:off x="755143" y="4572280"/>
              <a:ext cx="2694666" cy="1828959"/>
            </a:xfrm>
            <a:prstGeom prst="rect">
              <a:avLst/>
            </a:prstGeom>
          </p:spPr>
        </p:pic>
        <p:grpSp>
          <p:nvGrpSpPr>
            <p:cNvPr id="16" name="组合 15">
              <a:extLst>
                <a:ext uri="{FF2B5EF4-FFF2-40B4-BE49-F238E27FC236}">
                  <a16:creationId xmlns:a16="http://schemas.microsoft.com/office/drawing/2014/main" id="{41E8FA60-3D0F-0F47-06F0-E6F61D68FCF2}"/>
                </a:ext>
              </a:extLst>
            </p:cNvPr>
            <p:cNvGrpSpPr/>
            <p:nvPr/>
          </p:nvGrpSpPr>
          <p:grpSpPr>
            <a:xfrm>
              <a:off x="909047" y="2443411"/>
              <a:ext cx="2697754" cy="2106221"/>
              <a:chOff x="909047" y="2443411"/>
              <a:chExt cx="2697754" cy="2106221"/>
            </a:xfrm>
          </p:grpSpPr>
          <p:sp>
            <p:nvSpPr>
              <p:cNvPr id="118" name="Number1">
                <a:extLst>
                  <a:ext uri="{FF2B5EF4-FFF2-40B4-BE49-F238E27FC236}">
                    <a16:creationId xmlns:a16="http://schemas.microsoft.com/office/drawing/2014/main" id="{B250A322-DCEA-5077-7818-8EE5079BFD64}"/>
                  </a:ext>
                </a:extLst>
              </p:cNvPr>
              <p:cNvSpPr/>
              <p:nvPr/>
            </p:nvSpPr>
            <p:spPr>
              <a:xfrm>
                <a:off x="1004636" y="2443411"/>
                <a:ext cx="589213" cy="589211"/>
              </a:xfrm>
              <a:prstGeom prst="rect">
                <a:avLst/>
              </a:prstGeom>
              <a:solidFill>
                <a:srgbClr val="FFFFFF"/>
              </a:solidFill>
              <a:effectLst/>
            </p:spPr>
            <p:txBody>
              <a:bodyPr wrap="none" lIns="90000" anchor="ctr">
                <a:normAutofit/>
              </a:bodyPr>
              <a:lstStyle/>
              <a:p>
                <a:pPr algn="ctr">
                  <a:spcBef>
                    <a:spcPts val="1000"/>
                  </a:spcBef>
                </a:pPr>
                <a:r>
                  <a:rPr lang="en-US" altLang="zh-CN" sz="1400" dirty="0">
                    <a:solidFill>
                      <a:srgbClr val="000000"/>
                    </a:solidFill>
                    <a:latin typeface="Arial" panose="020B0604020202020204" pitchFamily="34" charset="0"/>
                    <a:sym typeface="Arial" panose="020B0604020202020204" pitchFamily="34" charset="0"/>
                  </a:rPr>
                  <a:t>01</a:t>
                </a:r>
                <a:endParaRPr lang="zh-CN" altLang="en-US" sz="1400" dirty="0">
                  <a:solidFill>
                    <a:srgbClr val="000000"/>
                  </a:solidFill>
                  <a:latin typeface="Arial" panose="020B0604020202020204" pitchFamily="34" charset="0"/>
                  <a:sym typeface="Arial" panose="020B0604020202020204" pitchFamily="34" charset="0"/>
                </a:endParaRPr>
              </a:p>
            </p:txBody>
          </p:sp>
          <p:sp>
            <p:nvSpPr>
              <p:cNvPr id="51" name="Bullet1">
                <a:extLst>
                  <a:ext uri="{FF2B5EF4-FFF2-40B4-BE49-F238E27FC236}">
                    <a16:creationId xmlns:a16="http://schemas.microsoft.com/office/drawing/2014/main" id="{17B16844-8770-F82F-CF4F-CF1AFEE426B6}"/>
                  </a:ext>
                </a:extLst>
              </p:cNvPr>
              <p:cNvSpPr txBox="1">
                <a:spLocks/>
              </p:cNvSpPr>
              <p:nvPr/>
            </p:nvSpPr>
            <p:spPr>
              <a:xfrm flipH="1">
                <a:off x="909047" y="3128353"/>
                <a:ext cx="2697753" cy="519576"/>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altLang="en-US" b="1" dirty="0">
                  <a:solidFill>
                    <a:srgbClr val="FFFFFF"/>
                  </a:solidFill>
                  <a:latin typeface="Arial" panose="020B0604020202020204" pitchFamily="34" charset="0"/>
                  <a:cs typeface="+mn-ea"/>
                  <a:sym typeface="Arial" panose="020B0604020202020204" pitchFamily="34" charset="0"/>
                </a:endParaRPr>
              </a:p>
            </p:txBody>
          </p:sp>
          <p:sp>
            <p:nvSpPr>
              <p:cNvPr id="50" name="Text1">
                <a:extLst>
                  <a:ext uri="{FF2B5EF4-FFF2-40B4-BE49-F238E27FC236}">
                    <a16:creationId xmlns:a16="http://schemas.microsoft.com/office/drawing/2014/main" id="{2C2C42F9-977C-A1D5-9C0B-A03C6A3CC3FA}"/>
                  </a:ext>
                </a:extLst>
              </p:cNvPr>
              <p:cNvSpPr txBox="1">
                <a:spLocks/>
              </p:cNvSpPr>
              <p:nvPr/>
            </p:nvSpPr>
            <p:spPr>
              <a:xfrm flipH="1">
                <a:off x="909048" y="3647931"/>
                <a:ext cx="2697753" cy="901701"/>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en-US" sz="1200" dirty="0">
                  <a:solidFill>
                    <a:srgbClr val="FFFFFF"/>
                  </a:solidFill>
                  <a:latin typeface="Arial" panose="020B0604020202020204" pitchFamily="34" charset="0"/>
                  <a:cs typeface="+mn-ea"/>
                  <a:sym typeface="Arial" panose="020B0604020202020204" pitchFamily="34" charset="0"/>
                </a:endParaRPr>
              </a:p>
            </p:txBody>
          </p:sp>
        </p:grpSp>
        <p:grpSp>
          <p:nvGrpSpPr>
            <p:cNvPr id="17" name="组合 16">
              <a:extLst>
                <a:ext uri="{FF2B5EF4-FFF2-40B4-BE49-F238E27FC236}">
                  <a16:creationId xmlns:a16="http://schemas.microsoft.com/office/drawing/2014/main" id="{8B9E7139-AD3F-D0E9-D44B-744B4734C6EA}"/>
                </a:ext>
              </a:extLst>
            </p:cNvPr>
            <p:cNvGrpSpPr/>
            <p:nvPr/>
          </p:nvGrpSpPr>
          <p:grpSpPr>
            <a:xfrm>
              <a:off x="4340505" y="2197540"/>
              <a:ext cx="7178395" cy="830758"/>
              <a:chOff x="4340505" y="2197540"/>
              <a:chExt cx="7178395" cy="830758"/>
            </a:xfrm>
          </p:grpSpPr>
          <p:sp>
            <p:nvSpPr>
              <p:cNvPr id="94" name="Text2">
                <a:extLst>
                  <a:ext uri="{FF2B5EF4-FFF2-40B4-BE49-F238E27FC236}">
                    <a16:creationId xmlns:a16="http://schemas.microsoft.com/office/drawing/2014/main" id="{D8758313-040B-1E91-935B-5587231C37A6}"/>
                  </a:ext>
                </a:extLst>
              </p:cNvPr>
              <p:cNvSpPr txBox="1">
                <a:spLocks/>
              </p:cNvSpPr>
              <p:nvPr/>
            </p:nvSpPr>
            <p:spPr bwMode="auto">
              <a:xfrm>
                <a:off x="7358951" y="2197540"/>
                <a:ext cx="4159949"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93" name="Bullet2">
                <a:extLst>
                  <a:ext uri="{FF2B5EF4-FFF2-40B4-BE49-F238E27FC236}">
                    <a16:creationId xmlns:a16="http://schemas.microsoft.com/office/drawing/2014/main" id="{B59FEF27-C7C5-846A-1765-74A9779527DB}"/>
                  </a:ext>
                </a:extLst>
              </p:cNvPr>
              <p:cNvSpPr txBox="1">
                <a:spLocks/>
              </p:cNvSpPr>
              <p:nvPr/>
            </p:nvSpPr>
            <p:spPr bwMode="auto">
              <a:xfrm>
                <a:off x="5127637" y="2197540"/>
                <a:ext cx="1936896"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sp>
            <p:nvSpPr>
              <p:cNvPr id="98" name="Number2">
                <a:extLst>
                  <a:ext uri="{FF2B5EF4-FFF2-40B4-BE49-F238E27FC236}">
                    <a16:creationId xmlns:a16="http://schemas.microsoft.com/office/drawing/2014/main" id="{28D95CDD-B1AE-6828-5AC0-481D5C3BE648}"/>
                  </a:ext>
                </a:extLst>
              </p:cNvPr>
              <p:cNvSpPr/>
              <p:nvPr/>
            </p:nvSpPr>
            <p:spPr>
              <a:xfrm>
                <a:off x="4340505" y="2366563"/>
                <a:ext cx="492714"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02</a:t>
                </a:r>
                <a:endParaRPr lang="zh-CN" altLang="en-US" sz="1400" dirty="0">
                  <a:solidFill>
                    <a:srgbClr val="FFFFFF"/>
                  </a:solidFill>
                  <a:latin typeface="Arial" panose="020B0604020202020204" pitchFamily="34" charset="0"/>
                  <a:sym typeface="Arial" panose="020B0604020202020204" pitchFamily="34" charset="0"/>
                </a:endParaRPr>
              </a:p>
            </p:txBody>
          </p:sp>
        </p:grpSp>
        <p:grpSp>
          <p:nvGrpSpPr>
            <p:cNvPr id="18" name="组合 17">
              <a:extLst>
                <a:ext uri="{FF2B5EF4-FFF2-40B4-BE49-F238E27FC236}">
                  <a16:creationId xmlns:a16="http://schemas.microsoft.com/office/drawing/2014/main" id="{40C6676E-FF6A-0654-C579-A9EAF80C9D5E}"/>
                </a:ext>
              </a:extLst>
            </p:cNvPr>
            <p:cNvGrpSpPr/>
            <p:nvPr/>
          </p:nvGrpSpPr>
          <p:grpSpPr>
            <a:xfrm>
              <a:off x="4340505" y="3232807"/>
              <a:ext cx="7178395" cy="830758"/>
              <a:chOff x="4340505" y="3232807"/>
              <a:chExt cx="7178395" cy="830758"/>
            </a:xfrm>
          </p:grpSpPr>
          <p:sp>
            <p:nvSpPr>
              <p:cNvPr id="104" name="Text3">
                <a:extLst>
                  <a:ext uri="{FF2B5EF4-FFF2-40B4-BE49-F238E27FC236}">
                    <a16:creationId xmlns:a16="http://schemas.microsoft.com/office/drawing/2014/main" id="{7A7FB33A-D5DC-EC62-F924-5CC2925DBA2A}"/>
                  </a:ext>
                </a:extLst>
              </p:cNvPr>
              <p:cNvSpPr txBox="1">
                <a:spLocks/>
              </p:cNvSpPr>
              <p:nvPr/>
            </p:nvSpPr>
            <p:spPr bwMode="auto">
              <a:xfrm>
                <a:off x="7358951" y="3232807"/>
                <a:ext cx="4159949"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102" name="Number3">
                <a:extLst>
                  <a:ext uri="{FF2B5EF4-FFF2-40B4-BE49-F238E27FC236}">
                    <a16:creationId xmlns:a16="http://schemas.microsoft.com/office/drawing/2014/main" id="{7FBF9A8E-09E7-E5E4-B69E-41A326BED700}"/>
                  </a:ext>
                </a:extLst>
              </p:cNvPr>
              <p:cNvSpPr/>
              <p:nvPr/>
            </p:nvSpPr>
            <p:spPr>
              <a:xfrm>
                <a:off x="4340505" y="3401830"/>
                <a:ext cx="492714"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03</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103" name="Bullet3">
                <a:extLst>
                  <a:ext uri="{FF2B5EF4-FFF2-40B4-BE49-F238E27FC236}">
                    <a16:creationId xmlns:a16="http://schemas.microsoft.com/office/drawing/2014/main" id="{A47081E8-C4A4-3610-9D90-50F3232DC8F6}"/>
                  </a:ext>
                </a:extLst>
              </p:cNvPr>
              <p:cNvSpPr txBox="1">
                <a:spLocks/>
              </p:cNvSpPr>
              <p:nvPr/>
            </p:nvSpPr>
            <p:spPr bwMode="auto">
              <a:xfrm>
                <a:off x="5127637" y="3232807"/>
                <a:ext cx="1936896"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nvGrpSpPr>
            <p:cNvPr id="19" name="组合 18">
              <a:extLst>
                <a:ext uri="{FF2B5EF4-FFF2-40B4-BE49-F238E27FC236}">
                  <a16:creationId xmlns:a16="http://schemas.microsoft.com/office/drawing/2014/main" id="{48BD8983-AAF5-D2A8-FFB8-FA3A08BDDCE4}"/>
                </a:ext>
              </a:extLst>
            </p:cNvPr>
            <p:cNvGrpSpPr/>
            <p:nvPr/>
          </p:nvGrpSpPr>
          <p:grpSpPr>
            <a:xfrm>
              <a:off x="4340505" y="4268074"/>
              <a:ext cx="7178395" cy="830758"/>
              <a:chOff x="4340505" y="4268074"/>
              <a:chExt cx="7178395" cy="830758"/>
            </a:xfrm>
          </p:grpSpPr>
          <p:sp>
            <p:nvSpPr>
              <p:cNvPr id="108" name="Number4">
                <a:extLst>
                  <a:ext uri="{FF2B5EF4-FFF2-40B4-BE49-F238E27FC236}">
                    <a16:creationId xmlns:a16="http://schemas.microsoft.com/office/drawing/2014/main" id="{0A1F5608-1A9E-0E13-A8FF-98586BE56020}"/>
                  </a:ext>
                </a:extLst>
              </p:cNvPr>
              <p:cNvSpPr/>
              <p:nvPr/>
            </p:nvSpPr>
            <p:spPr>
              <a:xfrm>
                <a:off x="4340505" y="4437097"/>
                <a:ext cx="492714"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04</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110" name="Text4">
                <a:extLst>
                  <a:ext uri="{FF2B5EF4-FFF2-40B4-BE49-F238E27FC236}">
                    <a16:creationId xmlns:a16="http://schemas.microsoft.com/office/drawing/2014/main" id="{5FAB9186-E78F-4FE3-9D4C-075CC6024566}"/>
                  </a:ext>
                </a:extLst>
              </p:cNvPr>
              <p:cNvSpPr txBox="1">
                <a:spLocks/>
              </p:cNvSpPr>
              <p:nvPr/>
            </p:nvSpPr>
            <p:spPr bwMode="auto">
              <a:xfrm>
                <a:off x="7358951" y="4268074"/>
                <a:ext cx="4159949"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109" name="Bullet4">
                <a:extLst>
                  <a:ext uri="{FF2B5EF4-FFF2-40B4-BE49-F238E27FC236}">
                    <a16:creationId xmlns:a16="http://schemas.microsoft.com/office/drawing/2014/main" id="{4FCCD0C6-96B6-3222-7943-FE3121349972}"/>
                  </a:ext>
                </a:extLst>
              </p:cNvPr>
              <p:cNvSpPr txBox="1">
                <a:spLocks/>
              </p:cNvSpPr>
              <p:nvPr/>
            </p:nvSpPr>
            <p:spPr bwMode="auto">
              <a:xfrm>
                <a:off x="5127637" y="4268074"/>
                <a:ext cx="1936896"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nvGrpSpPr>
            <p:cNvPr id="20" name="组合 19">
              <a:extLst>
                <a:ext uri="{FF2B5EF4-FFF2-40B4-BE49-F238E27FC236}">
                  <a16:creationId xmlns:a16="http://schemas.microsoft.com/office/drawing/2014/main" id="{7C7DD992-8111-EC86-6E3B-8010A9BF56AE}"/>
                </a:ext>
              </a:extLst>
            </p:cNvPr>
            <p:cNvGrpSpPr/>
            <p:nvPr/>
          </p:nvGrpSpPr>
          <p:grpSpPr>
            <a:xfrm>
              <a:off x="4340505" y="5303342"/>
              <a:ext cx="7178395" cy="830758"/>
              <a:chOff x="4340505" y="5303342"/>
              <a:chExt cx="7178395" cy="830758"/>
            </a:xfrm>
          </p:grpSpPr>
          <p:sp>
            <p:nvSpPr>
              <p:cNvPr id="114" name="Number5">
                <a:extLst>
                  <a:ext uri="{FF2B5EF4-FFF2-40B4-BE49-F238E27FC236}">
                    <a16:creationId xmlns:a16="http://schemas.microsoft.com/office/drawing/2014/main" id="{7525617B-00EC-9CE3-DFC5-7698353313B1}"/>
                  </a:ext>
                </a:extLst>
              </p:cNvPr>
              <p:cNvSpPr/>
              <p:nvPr/>
            </p:nvSpPr>
            <p:spPr>
              <a:xfrm>
                <a:off x="4340505" y="5472365"/>
                <a:ext cx="492714"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05</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116" name="Text5">
                <a:extLst>
                  <a:ext uri="{FF2B5EF4-FFF2-40B4-BE49-F238E27FC236}">
                    <a16:creationId xmlns:a16="http://schemas.microsoft.com/office/drawing/2014/main" id="{A1203585-F801-48B0-61DD-A1700338B298}"/>
                  </a:ext>
                </a:extLst>
              </p:cNvPr>
              <p:cNvSpPr txBox="1">
                <a:spLocks/>
              </p:cNvSpPr>
              <p:nvPr/>
            </p:nvSpPr>
            <p:spPr bwMode="auto">
              <a:xfrm>
                <a:off x="7358951" y="5303342"/>
                <a:ext cx="4159949"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115" name="Bullet5">
                <a:extLst>
                  <a:ext uri="{FF2B5EF4-FFF2-40B4-BE49-F238E27FC236}">
                    <a16:creationId xmlns:a16="http://schemas.microsoft.com/office/drawing/2014/main" id="{C4956AAB-CB2D-231B-6394-3AA44DD26993}"/>
                  </a:ext>
                </a:extLst>
              </p:cNvPr>
              <p:cNvSpPr txBox="1">
                <a:spLocks/>
              </p:cNvSpPr>
              <p:nvPr/>
            </p:nvSpPr>
            <p:spPr bwMode="auto">
              <a:xfrm>
                <a:off x="5127637" y="5303342"/>
                <a:ext cx="1936896"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sp>
        <p:nvSpPr>
          <p:cNvPr id="2" name="标题 1">
            <a:extLst>
              <a:ext uri="{FF2B5EF4-FFF2-40B4-BE49-F238E27FC236}">
                <a16:creationId xmlns:a16="http://schemas.microsoft.com/office/drawing/2014/main" id="{62C31BCF-7650-8F8B-B182-BCA10C4B2785}"/>
              </a:ext>
            </a:extLst>
          </p:cNvPr>
          <p:cNvSpPr>
            <a:spLocks noGrp="1"/>
          </p:cNvSpPr>
          <p:nvPr>
            <p:ph type="title"/>
          </p:nvPr>
        </p:nvSpPr>
        <p:spPr>
          <a:xfrm>
            <a:off x="660400" y="338667"/>
            <a:ext cx="10858500" cy="690032"/>
          </a:xfrm>
        </p:spPr>
        <p:txBody>
          <a:bodyPr/>
          <a:lstStyle/>
          <a:p>
            <a:r>
              <a:rPr lang="zh-CN" altLang="en-US"/>
              <a:t>单击此处添加页面标题</a:t>
            </a:r>
          </a:p>
        </p:txBody>
      </p:sp>
    </p:spTree>
    <p:extLst>
      <p:ext uri="{BB962C8B-B14F-4D97-AF65-F5344CB8AC3E}">
        <p14:creationId xmlns:p14="http://schemas.microsoft.com/office/powerpoint/2010/main" val="1235646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3160E-3E88-B756-F943-266B0D583647}"/>
            </a:ext>
          </a:extLst>
        </p:cNvPr>
        <p:cNvGrpSpPr/>
        <p:nvPr/>
      </p:nvGrpSpPr>
      <p:grpSpPr>
        <a:xfrm>
          <a:off x="0" y="0"/>
          <a:ext cx="0" cy="0"/>
          <a:chOff x="0" y="0"/>
          <a:chExt cx="0" cy="0"/>
        </a:xfrm>
      </p:grpSpPr>
      <p:grpSp>
        <p:nvGrpSpPr>
          <p:cNvPr id="8" name="组合 7">
            <a:extLst>
              <a:ext uri="{FF2B5EF4-FFF2-40B4-BE49-F238E27FC236}">
                <a16:creationId xmlns:a16="http://schemas.microsoft.com/office/drawing/2014/main" id="{4074BEEC-4352-66C9-ECF2-BB47F6F52961}"/>
              </a:ext>
            </a:extLst>
          </p:cNvPr>
          <p:cNvGrpSpPr/>
          <p:nvPr/>
        </p:nvGrpSpPr>
        <p:grpSpPr>
          <a:xfrm>
            <a:off x="755143" y="1321071"/>
            <a:ext cx="10851070" cy="4982030"/>
            <a:chOff x="755143" y="1321071"/>
            <a:chExt cx="10851070" cy="4982030"/>
          </a:xfrm>
        </p:grpSpPr>
        <p:sp>
          <p:nvSpPr>
            <p:cNvPr id="12" name="Title">
              <a:extLst>
                <a:ext uri="{FF2B5EF4-FFF2-40B4-BE49-F238E27FC236}">
                  <a16:creationId xmlns:a16="http://schemas.microsoft.com/office/drawing/2014/main" id="{AB6B6E78-4A6F-1DA5-89BD-0FD119E12709}"/>
                </a:ext>
              </a:extLst>
            </p:cNvPr>
            <p:cNvSpPr txBox="1">
              <a:spLocks/>
            </p:cNvSpPr>
            <p:nvPr/>
          </p:nvSpPr>
          <p:spPr>
            <a:xfrm>
              <a:off x="6203001" y="1321072"/>
              <a:ext cx="5233855" cy="1251564"/>
            </a:xfrm>
            <a:prstGeom prst="rect">
              <a:avLst/>
            </a:prstGeom>
            <a:noFill/>
          </p:spPr>
          <p:txBody>
            <a:bodyPr vert="horz" wrap="square" rtlCol="0" anchor="ctr" anchorCtr="0">
              <a:normAutofit/>
            </a:bodyPr>
            <a:lstStyle/>
            <a:p>
              <a:r>
                <a:rPr lang="zh-CN" altLang="en-US" sz="2400" b="1">
                  <a:latin typeface="Arial" panose="020B0604020202020204" pitchFamily="34" charset="0"/>
                  <a:cs typeface="+mn-ea"/>
                  <a:sym typeface="Arial" panose="020B0604020202020204" pitchFamily="34" charset="0"/>
                </a:rPr>
                <a:t>单击此处添加长一点的副标题</a:t>
              </a:r>
              <a:endParaRPr lang="en-US" sz="2400" dirty="0">
                <a:latin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D627EE62-8B1B-98B5-0248-DEB8AD1FFB94}"/>
                </a:ext>
              </a:extLst>
            </p:cNvPr>
            <p:cNvSpPr/>
            <p:nvPr/>
          </p:nvSpPr>
          <p:spPr>
            <a:xfrm>
              <a:off x="755144" y="1321071"/>
              <a:ext cx="5233855" cy="2304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endParaRPr>
            </a:p>
          </p:txBody>
        </p:sp>
        <p:cxnSp>
          <p:nvCxnSpPr>
            <p:cNvPr id="43" name="直接连接符 42">
              <a:extLst>
                <a:ext uri="{FF2B5EF4-FFF2-40B4-BE49-F238E27FC236}">
                  <a16:creationId xmlns:a16="http://schemas.microsoft.com/office/drawing/2014/main" id="{8C29561F-70F1-B84E-1112-3E4F940FF9DE}"/>
                </a:ext>
              </a:extLst>
            </p:cNvPr>
            <p:cNvCxnSpPr>
              <a:cxnSpLocks/>
            </p:cNvCxnSpPr>
            <p:nvPr/>
          </p:nvCxnSpPr>
          <p:spPr>
            <a:xfrm>
              <a:off x="3298542" y="1973780"/>
              <a:ext cx="0" cy="983733"/>
            </a:xfrm>
            <a:prstGeom prst="line">
              <a:avLst/>
            </a:prstGeom>
            <a:ln w="9525">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099D95C6-D562-F08D-AFDD-F4D4C520987E}"/>
                </a:ext>
              </a:extLst>
            </p:cNvPr>
            <p:cNvSpPr>
              <a:spLocks/>
            </p:cNvSpPr>
            <p:nvPr/>
          </p:nvSpPr>
          <p:spPr>
            <a:xfrm>
              <a:off x="755143" y="3829890"/>
              <a:ext cx="10681712" cy="2304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5" name="直接连接符 34">
              <a:extLst>
                <a:ext uri="{FF2B5EF4-FFF2-40B4-BE49-F238E27FC236}">
                  <a16:creationId xmlns:a16="http://schemas.microsoft.com/office/drawing/2014/main" id="{E302D63C-1385-1ACA-05C4-23FD8EF486B9}"/>
                </a:ext>
              </a:extLst>
            </p:cNvPr>
            <p:cNvCxnSpPr>
              <a:cxnSpLocks/>
            </p:cNvCxnSpPr>
            <p:nvPr/>
          </p:nvCxnSpPr>
          <p:spPr>
            <a:xfrm>
              <a:off x="3298542" y="4482599"/>
              <a:ext cx="0" cy="983733"/>
            </a:xfrm>
            <a:prstGeom prst="line">
              <a:avLst/>
            </a:prstGeom>
            <a:ln w="9525">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53" name="任意多边形: 形状 52">
              <a:extLst>
                <a:ext uri="{FF2B5EF4-FFF2-40B4-BE49-F238E27FC236}">
                  <a16:creationId xmlns:a16="http://schemas.microsoft.com/office/drawing/2014/main" id="{62CA58D0-55DB-4B2B-E147-E74E6F284FBF}"/>
                </a:ext>
              </a:extLst>
            </p:cNvPr>
            <p:cNvSpPr/>
            <p:nvPr/>
          </p:nvSpPr>
          <p:spPr>
            <a:xfrm flipH="1">
              <a:off x="6388928" y="3124200"/>
              <a:ext cx="897886" cy="896004"/>
            </a:xfrm>
            <a:custGeom>
              <a:avLst/>
              <a:gdLst>
                <a:gd name="csX0" fmla="*/ 1444217 w 4257722"/>
                <a:gd name="csY0" fmla="*/ 0 h 4248798"/>
                <a:gd name="csX1" fmla="*/ 2813499 w 4257722"/>
                <a:gd name="csY1" fmla="*/ 0 h 4248798"/>
                <a:gd name="csX2" fmla="*/ 2813499 w 4257722"/>
                <a:gd name="csY2" fmla="*/ 1438942 h 4248798"/>
                <a:gd name="csX3" fmla="*/ 4257722 w 4257722"/>
                <a:gd name="csY3" fmla="*/ 1438942 h 4248798"/>
                <a:gd name="csX4" fmla="*/ 4257722 w 4257722"/>
                <a:gd name="csY4" fmla="*/ 2809862 h 4248798"/>
                <a:gd name="csX5" fmla="*/ 2813499 w 4257722"/>
                <a:gd name="csY5" fmla="*/ 2809862 h 4248798"/>
                <a:gd name="csX6" fmla="*/ 2813499 w 4257722"/>
                <a:gd name="csY6" fmla="*/ 4248798 h 4248798"/>
                <a:gd name="csX7" fmla="*/ 1444217 w 4257722"/>
                <a:gd name="csY7" fmla="*/ 4248798 h 4248798"/>
                <a:gd name="csX8" fmla="*/ 1444217 w 4257722"/>
                <a:gd name="csY8" fmla="*/ 2809862 h 4248798"/>
                <a:gd name="csX9" fmla="*/ 0 w 4257722"/>
                <a:gd name="csY9" fmla="*/ 2809862 h 4248798"/>
                <a:gd name="csX10" fmla="*/ 0 w 4257722"/>
                <a:gd name="csY10" fmla="*/ 1438942 h 4248798"/>
                <a:gd name="csX11" fmla="*/ 1444217 w 4257722"/>
                <a:gd name="csY11" fmla="*/ 1438942 h 4248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257722" h="4248798">
                  <a:moveTo>
                    <a:pt x="1444217" y="0"/>
                  </a:moveTo>
                  <a:lnTo>
                    <a:pt x="2813499" y="0"/>
                  </a:lnTo>
                  <a:lnTo>
                    <a:pt x="2813499" y="1438942"/>
                  </a:lnTo>
                  <a:lnTo>
                    <a:pt x="4257722" y="1438942"/>
                  </a:lnTo>
                  <a:lnTo>
                    <a:pt x="4257722" y="2809862"/>
                  </a:lnTo>
                  <a:lnTo>
                    <a:pt x="2813499" y="2809862"/>
                  </a:lnTo>
                  <a:lnTo>
                    <a:pt x="2813499" y="4248798"/>
                  </a:lnTo>
                  <a:lnTo>
                    <a:pt x="1444217" y="4248798"/>
                  </a:lnTo>
                  <a:lnTo>
                    <a:pt x="1444217" y="2809862"/>
                  </a:lnTo>
                  <a:lnTo>
                    <a:pt x="0" y="2809862"/>
                  </a:lnTo>
                  <a:lnTo>
                    <a:pt x="0" y="1438942"/>
                  </a:lnTo>
                  <a:lnTo>
                    <a:pt x="1444217" y="143894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6" name="任意多边形: 形状 65">
              <a:extLst>
                <a:ext uri="{FF2B5EF4-FFF2-40B4-BE49-F238E27FC236}">
                  <a16:creationId xmlns:a16="http://schemas.microsoft.com/office/drawing/2014/main" id="{451F638D-28FE-A249-2392-7B2737697A4E}"/>
                </a:ext>
              </a:extLst>
            </p:cNvPr>
            <p:cNvSpPr/>
            <p:nvPr/>
          </p:nvSpPr>
          <p:spPr>
            <a:xfrm flipH="1">
              <a:off x="11267499" y="5965099"/>
              <a:ext cx="338714" cy="338002"/>
            </a:xfrm>
            <a:custGeom>
              <a:avLst/>
              <a:gdLst>
                <a:gd name="csX0" fmla="*/ 1444217 w 4257722"/>
                <a:gd name="csY0" fmla="*/ 0 h 4248798"/>
                <a:gd name="csX1" fmla="*/ 2813499 w 4257722"/>
                <a:gd name="csY1" fmla="*/ 0 h 4248798"/>
                <a:gd name="csX2" fmla="*/ 2813499 w 4257722"/>
                <a:gd name="csY2" fmla="*/ 1438942 h 4248798"/>
                <a:gd name="csX3" fmla="*/ 4257722 w 4257722"/>
                <a:gd name="csY3" fmla="*/ 1438942 h 4248798"/>
                <a:gd name="csX4" fmla="*/ 4257722 w 4257722"/>
                <a:gd name="csY4" fmla="*/ 2809862 h 4248798"/>
                <a:gd name="csX5" fmla="*/ 2813499 w 4257722"/>
                <a:gd name="csY5" fmla="*/ 2809862 h 4248798"/>
                <a:gd name="csX6" fmla="*/ 2813499 w 4257722"/>
                <a:gd name="csY6" fmla="*/ 4248798 h 4248798"/>
                <a:gd name="csX7" fmla="*/ 1444217 w 4257722"/>
                <a:gd name="csY7" fmla="*/ 4248798 h 4248798"/>
                <a:gd name="csX8" fmla="*/ 1444217 w 4257722"/>
                <a:gd name="csY8" fmla="*/ 2809862 h 4248798"/>
                <a:gd name="csX9" fmla="*/ 0 w 4257722"/>
                <a:gd name="csY9" fmla="*/ 2809862 h 4248798"/>
                <a:gd name="csX10" fmla="*/ 0 w 4257722"/>
                <a:gd name="csY10" fmla="*/ 1438942 h 4248798"/>
                <a:gd name="csX11" fmla="*/ 1444217 w 4257722"/>
                <a:gd name="csY11" fmla="*/ 1438942 h 4248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257722" h="4248798">
                  <a:moveTo>
                    <a:pt x="1444217" y="0"/>
                  </a:moveTo>
                  <a:lnTo>
                    <a:pt x="2813499" y="0"/>
                  </a:lnTo>
                  <a:lnTo>
                    <a:pt x="2813499" y="1438942"/>
                  </a:lnTo>
                  <a:lnTo>
                    <a:pt x="4257722" y="1438942"/>
                  </a:lnTo>
                  <a:lnTo>
                    <a:pt x="4257722" y="2809862"/>
                  </a:lnTo>
                  <a:lnTo>
                    <a:pt x="2813499" y="2809862"/>
                  </a:lnTo>
                  <a:lnTo>
                    <a:pt x="2813499" y="4248798"/>
                  </a:lnTo>
                  <a:lnTo>
                    <a:pt x="1444217" y="4248798"/>
                  </a:lnTo>
                  <a:lnTo>
                    <a:pt x="1444217" y="2809862"/>
                  </a:lnTo>
                  <a:lnTo>
                    <a:pt x="0" y="2809862"/>
                  </a:lnTo>
                  <a:lnTo>
                    <a:pt x="0" y="1438942"/>
                  </a:lnTo>
                  <a:lnTo>
                    <a:pt x="1444217" y="143894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3" name="图片 2">
              <a:extLst>
                <a:ext uri="{FF2B5EF4-FFF2-40B4-BE49-F238E27FC236}">
                  <a16:creationId xmlns:a16="http://schemas.microsoft.com/office/drawing/2014/main" id="{A63DF2B7-E8A6-1D9A-40A4-60698704DC5F}"/>
                </a:ext>
              </a:extLst>
            </p:cNvPr>
            <p:cNvPicPr>
              <a:picLocks noChangeAspect="1"/>
            </p:cNvPicPr>
            <p:nvPr/>
          </p:nvPicPr>
          <p:blipFill>
            <a:blip r:embed="rId4"/>
            <a:stretch>
              <a:fillRect/>
            </a:stretch>
          </p:blipFill>
          <p:spPr>
            <a:xfrm>
              <a:off x="6089650" y="3573558"/>
              <a:ext cx="5169856" cy="2560542"/>
            </a:xfrm>
            <a:prstGeom prst="rect">
              <a:avLst/>
            </a:prstGeom>
          </p:spPr>
        </p:pic>
        <p:grpSp>
          <p:nvGrpSpPr>
            <p:cNvPr id="2" name="组合 1">
              <a:extLst>
                <a:ext uri="{FF2B5EF4-FFF2-40B4-BE49-F238E27FC236}">
                  <a16:creationId xmlns:a16="http://schemas.microsoft.com/office/drawing/2014/main" id="{382711D6-5ADC-A14B-F5EA-0E6213E9BECF}"/>
                </a:ext>
              </a:extLst>
            </p:cNvPr>
            <p:cNvGrpSpPr/>
            <p:nvPr/>
          </p:nvGrpSpPr>
          <p:grpSpPr>
            <a:xfrm>
              <a:off x="978342" y="1590526"/>
              <a:ext cx="2197995" cy="1765300"/>
              <a:chOff x="978342" y="1590526"/>
              <a:chExt cx="2197995" cy="1765300"/>
            </a:xfrm>
          </p:grpSpPr>
          <p:sp>
            <p:nvSpPr>
              <p:cNvPr id="46" name="Text1">
                <a:extLst>
                  <a:ext uri="{FF2B5EF4-FFF2-40B4-BE49-F238E27FC236}">
                    <a16:creationId xmlns:a16="http://schemas.microsoft.com/office/drawing/2014/main" id="{C5397A6B-55AE-2908-F13E-DD5FBFDFDD04}"/>
                  </a:ext>
                </a:extLst>
              </p:cNvPr>
              <p:cNvSpPr txBox="1"/>
              <p:nvPr/>
            </p:nvSpPr>
            <p:spPr>
              <a:xfrm>
                <a:off x="978342" y="2264417"/>
                <a:ext cx="2197995" cy="1091409"/>
              </a:xfrm>
              <a:prstGeom prst="rect">
                <a:avLst/>
              </a:prstGeom>
              <a:noFill/>
            </p:spPr>
            <p:txBody>
              <a:bodyPr wrap="square" lIns="91440" tIns="45720" rIns="91440" bIns="45720">
                <a:normAutofit/>
              </a:bodyPr>
              <a:lstStyle/>
              <a:p>
                <a:pPr>
                  <a:lnSpc>
                    <a:spcPct val="120000"/>
                  </a:lnSpc>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47" name="Bullet1">
                <a:extLst>
                  <a:ext uri="{FF2B5EF4-FFF2-40B4-BE49-F238E27FC236}">
                    <a16:creationId xmlns:a16="http://schemas.microsoft.com/office/drawing/2014/main" id="{AD178754-029C-D4CB-D62D-4B3489298C60}"/>
                  </a:ext>
                </a:extLst>
              </p:cNvPr>
              <p:cNvSpPr/>
              <p:nvPr/>
            </p:nvSpPr>
            <p:spPr>
              <a:xfrm>
                <a:off x="978342" y="1590526"/>
                <a:ext cx="2197995" cy="673891"/>
              </a:xfrm>
              <a:prstGeom prst="rect">
                <a:avLst/>
              </a:prstGeom>
            </p:spPr>
            <p:txBody>
              <a:bodyPr wrap="square" lIns="91440" tIns="45720" rIns="91440" bIns="45720" anchor="b" anchorCtr="0">
                <a:normAutofit/>
              </a:bodyPr>
              <a:lstStyle/>
              <a:p>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5" name="组合 4">
              <a:extLst>
                <a:ext uri="{FF2B5EF4-FFF2-40B4-BE49-F238E27FC236}">
                  <a16:creationId xmlns:a16="http://schemas.microsoft.com/office/drawing/2014/main" id="{F7BAC37D-921B-67C0-2081-0C495C1C5DA1}"/>
                </a:ext>
              </a:extLst>
            </p:cNvPr>
            <p:cNvGrpSpPr/>
            <p:nvPr/>
          </p:nvGrpSpPr>
          <p:grpSpPr>
            <a:xfrm>
              <a:off x="3420747" y="1590526"/>
              <a:ext cx="2197995" cy="1765300"/>
              <a:chOff x="3420747" y="1590526"/>
              <a:chExt cx="2197995" cy="1765300"/>
            </a:xfrm>
          </p:grpSpPr>
          <p:sp>
            <p:nvSpPr>
              <p:cNvPr id="44" name="Text2">
                <a:extLst>
                  <a:ext uri="{FF2B5EF4-FFF2-40B4-BE49-F238E27FC236}">
                    <a16:creationId xmlns:a16="http://schemas.microsoft.com/office/drawing/2014/main" id="{DA81ABA5-8570-F9C5-8C9A-1B839DD7F7F0}"/>
                  </a:ext>
                </a:extLst>
              </p:cNvPr>
              <p:cNvSpPr txBox="1"/>
              <p:nvPr/>
            </p:nvSpPr>
            <p:spPr>
              <a:xfrm>
                <a:off x="3420747" y="2264417"/>
                <a:ext cx="2197995" cy="1091409"/>
              </a:xfrm>
              <a:prstGeom prst="rect">
                <a:avLst/>
              </a:prstGeom>
              <a:noFill/>
            </p:spPr>
            <p:txBody>
              <a:bodyPr wrap="square" lIns="91440" tIns="45720" rIns="91440" bIns="45720">
                <a:normAutofit/>
              </a:bodyPr>
              <a:lstStyle/>
              <a:p>
                <a:pPr>
                  <a:lnSpc>
                    <a:spcPct val="120000"/>
                  </a:lnSpc>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45" name="Bullet2">
                <a:extLst>
                  <a:ext uri="{FF2B5EF4-FFF2-40B4-BE49-F238E27FC236}">
                    <a16:creationId xmlns:a16="http://schemas.microsoft.com/office/drawing/2014/main" id="{4BD3D93B-182B-CA52-F932-2F5093CD205A}"/>
                  </a:ext>
                </a:extLst>
              </p:cNvPr>
              <p:cNvSpPr/>
              <p:nvPr/>
            </p:nvSpPr>
            <p:spPr>
              <a:xfrm>
                <a:off x="3420747" y="1590526"/>
                <a:ext cx="2197995" cy="673891"/>
              </a:xfrm>
              <a:prstGeom prst="rect">
                <a:avLst/>
              </a:prstGeom>
            </p:spPr>
            <p:txBody>
              <a:bodyPr wrap="square" lIns="91440" tIns="45720" rIns="91440" bIns="45720" anchor="b" anchorCtr="0">
                <a:normAutofit/>
              </a:bodyPr>
              <a:lstStyle/>
              <a:p>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6" name="组合 5">
              <a:extLst>
                <a:ext uri="{FF2B5EF4-FFF2-40B4-BE49-F238E27FC236}">
                  <a16:creationId xmlns:a16="http://schemas.microsoft.com/office/drawing/2014/main" id="{5DBD9B65-E747-07F1-BD38-26CC50B698CA}"/>
                </a:ext>
              </a:extLst>
            </p:cNvPr>
            <p:cNvGrpSpPr/>
            <p:nvPr/>
          </p:nvGrpSpPr>
          <p:grpSpPr>
            <a:xfrm>
              <a:off x="978342" y="4099345"/>
              <a:ext cx="2197995" cy="1765300"/>
              <a:chOff x="978342" y="4099345"/>
              <a:chExt cx="2197995" cy="1765300"/>
            </a:xfrm>
          </p:grpSpPr>
          <p:sp>
            <p:nvSpPr>
              <p:cNvPr id="38" name="Text3">
                <a:extLst>
                  <a:ext uri="{FF2B5EF4-FFF2-40B4-BE49-F238E27FC236}">
                    <a16:creationId xmlns:a16="http://schemas.microsoft.com/office/drawing/2014/main" id="{5DB1C8EF-C860-9DB3-9F29-7A4B922F1559}"/>
                  </a:ext>
                </a:extLst>
              </p:cNvPr>
              <p:cNvSpPr txBox="1"/>
              <p:nvPr/>
            </p:nvSpPr>
            <p:spPr>
              <a:xfrm>
                <a:off x="978342" y="4773236"/>
                <a:ext cx="2197995" cy="1091409"/>
              </a:xfrm>
              <a:prstGeom prst="rect">
                <a:avLst/>
              </a:prstGeom>
              <a:noFill/>
            </p:spPr>
            <p:txBody>
              <a:bodyPr wrap="square" lIns="91440" tIns="45720" rIns="91440" bIns="45720">
                <a:normAutofit/>
              </a:bodyPr>
              <a:lstStyle/>
              <a:p>
                <a:pPr>
                  <a:lnSpc>
                    <a:spcPct val="120000"/>
                  </a:lnSpc>
                </a:pPr>
                <a:r>
                  <a:rPr lang="zh-CN" altLang="en-US" sz="1200">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39" name="Bullet3">
                <a:extLst>
                  <a:ext uri="{FF2B5EF4-FFF2-40B4-BE49-F238E27FC236}">
                    <a16:creationId xmlns:a16="http://schemas.microsoft.com/office/drawing/2014/main" id="{79971D16-11A5-88DF-4EC7-6ACB700FEBD6}"/>
                  </a:ext>
                </a:extLst>
              </p:cNvPr>
              <p:cNvSpPr/>
              <p:nvPr/>
            </p:nvSpPr>
            <p:spPr>
              <a:xfrm>
                <a:off x="978342" y="4099345"/>
                <a:ext cx="2197995" cy="673891"/>
              </a:xfrm>
              <a:prstGeom prst="rect">
                <a:avLst/>
              </a:prstGeom>
            </p:spPr>
            <p:txBody>
              <a:bodyPr wrap="square" lIns="91440" tIns="45720" rIns="91440" bIns="45720" anchor="b"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nvGrpSpPr>
            <p:cNvPr id="7" name="组合 6">
              <a:extLst>
                <a:ext uri="{FF2B5EF4-FFF2-40B4-BE49-F238E27FC236}">
                  <a16:creationId xmlns:a16="http://schemas.microsoft.com/office/drawing/2014/main" id="{FD751F2A-7EB7-1076-59A5-F8F7A270834A}"/>
                </a:ext>
              </a:extLst>
            </p:cNvPr>
            <p:cNvGrpSpPr/>
            <p:nvPr/>
          </p:nvGrpSpPr>
          <p:grpSpPr>
            <a:xfrm>
              <a:off x="3420747" y="4099345"/>
              <a:ext cx="2197995" cy="1765300"/>
              <a:chOff x="3420747" y="4099345"/>
              <a:chExt cx="2197995" cy="1765300"/>
            </a:xfrm>
          </p:grpSpPr>
          <p:sp>
            <p:nvSpPr>
              <p:cNvPr id="36" name="Text4">
                <a:extLst>
                  <a:ext uri="{FF2B5EF4-FFF2-40B4-BE49-F238E27FC236}">
                    <a16:creationId xmlns:a16="http://schemas.microsoft.com/office/drawing/2014/main" id="{F6543305-E740-CA92-485D-2FF86F989C09}"/>
                  </a:ext>
                </a:extLst>
              </p:cNvPr>
              <p:cNvSpPr txBox="1"/>
              <p:nvPr/>
            </p:nvSpPr>
            <p:spPr>
              <a:xfrm>
                <a:off x="3420747" y="4773236"/>
                <a:ext cx="2197995" cy="1091409"/>
              </a:xfrm>
              <a:prstGeom prst="rect">
                <a:avLst/>
              </a:prstGeom>
              <a:noFill/>
            </p:spPr>
            <p:txBody>
              <a:bodyPr wrap="square" lIns="91440" tIns="45720" rIns="91440" bIns="45720">
                <a:normAutofit/>
              </a:bodyPr>
              <a:lstStyle/>
              <a:p>
                <a:pPr>
                  <a:lnSpc>
                    <a:spcPct val="120000"/>
                  </a:lnSpc>
                </a:pPr>
                <a:r>
                  <a:rPr lang="zh-CN" altLang="en-US" sz="1200">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37" name="Bullet4">
                <a:extLst>
                  <a:ext uri="{FF2B5EF4-FFF2-40B4-BE49-F238E27FC236}">
                    <a16:creationId xmlns:a16="http://schemas.microsoft.com/office/drawing/2014/main" id="{172457E7-6F0E-FC3E-96ED-6828EA77286F}"/>
                  </a:ext>
                </a:extLst>
              </p:cNvPr>
              <p:cNvSpPr/>
              <p:nvPr/>
            </p:nvSpPr>
            <p:spPr>
              <a:xfrm>
                <a:off x="3420747" y="4099345"/>
                <a:ext cx="2197995" cy="673891"/>
              </a:xfrm>
              <a:prstGeom prst="rect">
                <a:avLst/>
              </a:prstGeom>
            </p:spPr>
            <p:txBody>
              <a:bodyPr wrap="square" lIns="91440" tIns="45720" rIns="91440" bIns="45720" anchor="b"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sp>
        <p:nvSpPr>
          <p:cNvPr id="4" name="标题 3">
            <a:extLst>
              <a:ext uri="{FF2B5EF4-FFF2-40B4-BE49-F238E27FC236}">
                <a16:creationId xmlns:a16="http://schemas.microsoft.com/office/drawing/2014/main" id="{64A19877-E0FA-9512-15B7-E2EA664A97C9}"/>
              </a:ext>
            </a:extLst>
          </p:cNvPr>
          <p:cNvSpPr>
            <a:spLocks noGrp="1"/>
          </p:cNvSpPr>
          <p:nvPr>
            <p:ph type="title"/>
          </p:nvPr>
        </p:nvSpPr>
        <p:spPr>
          <a:xfrm>
            <a:off x="660400" y="338667"/>
            <a:ext cx="10858500" cy="690032"/>
          </a:xfrm>
        </p:spPr>
        <p:txBody>
          <a:bodyPr/>
          <a:lstStyle/>
          <a:p>
            <a:r>
              <a:rPr lang="zh-CN" altLang="en-US"/>
              <a:t>单击此处添加页面标题</a:t>
            </a:r>
          </a:p>
        </p:txBody>
      </p:sp>
    </p:spTree>
    <p:extLst>
      <p:ext uri="{BB962C8B-B14F-4D97-AF65-F5344CB8AC3E}">
        <p14:creationId xmlns:p14="http://schemas.microsoft.com/office/powerpoint/2010/main" val="2197501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B3C6F-8F1C-D3EF-58BF-B888C4A6D956}"/>
            </a:ext>
          </a:extLst>
        </p:cNvPr>
        <p:cNvGrpSpPr/>
        <p:nvPr/>
      </p:nvGrpSpPr>
      <p:grpSpPr>
        <a:xfrm>
          <a:off x="0" y="0"/>
          <a:ext cx="0" cy="0"/>
          <a:chOff x="0" y="0"/>
          <a:chExt cx="0" cy="0"/>
        </a:xfrm>
      </p:grpSpPr>
      <p:grpSp>
        <p:nvGrpSpPr>
          <p:cNvPr id="26" name="组合 25">
            <a:extLst>
              <a:ext uri="{FF2B5EF4-FFF2-40B4-BE49-F238E27FC236}">
                <a16:creationId xmlns:a16="http://schemas.microsoft.com/office/drawing/2014/main" id="{5987A9CA-FEEC-422E-FD63-87CCE54BC722}"/>
              </a:ext>
            </a:extLst>
          </p:cNvPr>
          <p:cNvGrpSpPr/>
          <p:nvPr/>
        </p:nvGrpSpPr>
        <p:grpSpPr>
          <a:xfrm>
            <a:off x="660400" y="1130299"/>
            <a:ext cx="10858500" cy="5003802"/>
            <a:chOff x="660400" y="1130299"/>
            <a:chExt cx="10858500" cy="5003802"/>
          </a:xfrm>
        </p:grpSpPr>
        <p:sp>
          <p:nvSpPr>
            <p:cNvPr id="59" name="P">
              <a:extLst>
                <a:ext uri="{FF2B5EF4-FFF2-40B4-BE49-F238E27FC236}">
                  <a16:creationId xmlns:a16="http://schemas.microsoft.com/office/drawing/2014/main" id="{8593750E-EA84-4055-40FF-DE1A9655DBB8}"/>
                </a:ext>
              </a:extLst>
            </p:cNvPr>
            <p:cNvSpPr>
              <a:spLocks/>
            </p:cNvSpPr>
            <p:nvPr/>
          </p:nvSpPr>
          <p:spPr>
            <a:xfrm>
              <a:off x="6768101" y="2089950"/>
              <a:ext cx="4668754" cy="17200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2" name="Title">
              <a:extLst>
                <a:ext uri="{FF2B5EF4-FFF2-40B4-BE49-F238E27FC236}">
                  <a16:creationId xmlns:a16="http://schemas.microsoft.com/office/drawing/2014/main" id="{32DB8E31-D926-84A9-5BE6-3A7517FE3105}"/>
                </a:ext>
              </a:extLst>
            </p:cNvPr>
            <p:cNvSpPr txBox="1"/>
            <p:nvPr/>
          </p:nvSpPr>
          <p:spPr bwMode="auto">
            <a:xfrm>
              <a:off x="660400" y="1130299"/>
              <a:ext cx="5960523" cy="90385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kumimoji="1" lang="zh-CN" altLang="en-US" sz="2400" b="1">
                  <a:latin typeface="Arial" panose="020B0604020202020204" pitchFamily="34" charset="0"/>
                  <a:cs typeface="+mn-ea"/>
                  <a:sym typeface="Arial" panose="020B0604020202020204" pitchFamily="34" charset="0"/>
                </a:rPr>
                <a:t>单击此处添加长一点的副标题</a:t>
              </a:r>
              <a:endParaRPr lang="en-US" sz="2400" dirty="0">
                <a:latin typeface="Arial" panose="020B0604020202020204" pitchFamily="34" charset="0"/>
                <a:sym typeface="Arial" panose="020B0604020202020204" pitchFamily="34" charset="0"/>
              </a:endParaRPr>
            </a:p>
          </p:txBody>
        </p:sp>
        <p:cxnSp>
          <p:nvCxnSpPr>
            <p:cNvPr id="69" name="直线">
              <a:extLst>
                <a:ext uri="{FF2B5EF4-FFF2-40B4-BE49-F238E27FC236}">
                  <a16:creationId xmlns:a16="http://schemas.microsoft.com/office/drawing/2014/main" id="{807192FD-3D16-5D4B-EB44-02215F83EA19}"/>
                </a:ext>
              </a:extLst>
            </p:cNvPr>
            <p:cNvCxnSpPr>
              <a:cxnSpLocks/>
            </p:cNvCxnSpPr>
            <p:nvPr/>
          </p:nvCxnSpPr>
          <p:spPr>
            <a:xfrm flipV="1">
              <a:off x="6353827" y="1567601"/>
              <a:ext cx="0" cy="4333666"/>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075DC97E-68A4-C548-94E7-F0414CF98210}"/>
                </a:ext>
              </a:extLst>
            </p:cNvPr>
            <p:cNvCxnSpPr>
              <a:cxnSpLocks/>
            </p:cNvCxnSpPr>
            <p:nvPr/>
          </p:nvCxnSpPr>
          <p:spPr>
            <a:xfrm>
              <a:off x="3344615" y="2366562"/>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7F2682C7-7AAA-2F98-8837-20B8C20A00DD}"/>
                </a:ext>
              </a:extLst>
            </p:cNvPr>
            <p:cNvCxnSpPr>
              <a:cxnSpLocks/>
            </p:cNvCxnSpPr>
            <p:nvPr/>
          </p:nvCxnSpPr>
          <p:spPr>
            <a:xfrm>
              <a:off x="3344615" y="3401829"/>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4AD6C695-6994-1F4C-AD16-C1E512CA717B}"/>
                </a:ext>
              </a:extLst>
            </p:cNvPr>
            <p:cNvCxnSpPr>
              <a:cxnSpLocks/>
            </p:cNvCxnSpPr>
            <p:nvPr/>
          </p:nvCxnSpPr>
          <p:spPr>
            <a:xfrm>
              <a:off x="3344615" y="4437096"/>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73B84BEF-C346-0841-1B9C-E32235E85EF3}"/>
                </a:ext>
              </a:extLst>
            </p:cNvPr>
            <p:cNvCxnSpPr>
              <a:cxnSpLocks/>
            </p:cNvCxnSpPr>
            <p:nvPr/>
          </p:nvCxnSpPr>
          <p:spPr>
            <a:xfrm>
              <a:off x="3344615" y="5472364"/>
              <a:ext cx="0" cy="492712"/>
            </a:xfrm>
            <a:prstGeom prst="line">
              <a:avLst/>
            </a:prstGeom>
            <a:ln w="9525">
              <a:solidFill>
                <a:schemeClr val="tx1">
                  <a:alpha val="15000"/>
                </a:schemeClr>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13C24D7F-BD87-257E-AEAB-C1596B11E5F2}"/>
                </a:ext>
              </a:extLst>
            </p:cNvPr>
            <p:cNvPicPr>
              <a:picLocks noChangeAspect="1"/>
            </p:cNvPicPr>
            <p:nvPr/>
          </p:nvPicPr>
          <p:blipFill>
            <a:blip r:embed="rId4"/>
            <a:stretch>
              <a:fillRect/>
            </a:stretch>
          </p:blipFill>
          <p:spPr>
            <a:xfrm>
              <a:off x="7697228" y="1487223"/>
              <a:ext cx="2810500" cy="2322777"/>
            </a:xfrm>
            <a:prstGeom prst="rect">
              <a:avLst/>
            </a:prstGeom>
          </p:spPr>
        </p:pic>
        <p:grpSp>
          <p:nvGrpSpPr>
            <p:cNvPr id="19" name="组合 18">
              <a:extLst>
                <a:ext uri="{FF2B5EF4-FFF2-40B4-BE49-F238E27FC236}">
                  <a16:creationId xmlns:a16="http://schemas.microsoft.com/office/drawing/2014/main" id="{A35D573C-2C93-DF12-8CFA-54C093DA80E5}"/>
                </a:ext>
              </a:extLst>
            </p:cNvPr>
            <p:cNvGrpSpPr/>
            <p:nvPr/>
          </p:nvGrpSpPr>
          <p:grpSpPr>
            <a:xfrm>
              <a:off x="755145" y="2197540"/>
              <a:ext cx="5340856" cy="830758"/>
              <a:chOff x="755145" y="2197540"/>
              <a:chExt cx="5340856" cy="830758"/>
            </a:xfrm>
          </p:grpSpPr>
          <p:sp>
            <p:nvSpPr>
              <p:cNvPr id="72" name="Number1">
                <a:extLst>
                  <a:ext uri="{FF2B5EF4-FFF2-40B4-BE49-F238E27FC236}">
                    <a16:creationId xmlns:a16="http://schemas.microsoft.com/office/drawing/2014/main" id="{9D2F296D-FDF1-2042-EA6E-D95760EFE977}"/>
                  </a:ext>
                </a:extLst>
              </p:cNvPr>
              <p:cNvSpPr/>
              <p:nvPr/>
            </p:nvSpPr>
            <p:spPr>
              <a:xfrm>
                <a:off x="755145" y="2366563"/>
                <a:ext cx="493200"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01</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61" name="Text1">
                <a:extLst>
                  <a:ext uri="{FF2B5EF4-FFF2-40B4-BE49-F238E27FC236}">
                    <a16:creationId xmlns:a16="http://schemas.microsoft.com/office/drawing/2014/main" id="{8D45801B-1715-1553-3A85-906A01ECBED5}"/>
                  </a:ext>
                </a:extLst>
              </p:cNvPr>
              <p:cNvSpPr txBox="1">
                <a:spLocks/>
              </p:cNvSpPr>
              <p:nvPr/>
            </p:nvSpPr>
            <p:spPr bwMode="auto">
              <a:xfrm>
                <a:off x="3429001" y="2197540"/>
                <a:ext cx="2667000"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55" name="Bullet1">
                <a:extLst>
                  <a:ext uri="{FF2B5EF4-FFF2-40B4-BE49-F238E27FC236}">
                    <a16:creationId xmlns:a16="http://schemas.microsoft.com/office/drawing/2014/main" id="{C2D2C615-3611-4F85-0B5E-72ADC414C21B}"/>
                  </a:ext>
                </a:extLst>
              </p:cNvPr>
              <p:cNvSpPr txBox="1">
                <a:spLocks/>
              </p:cNvSpPr>
              <p:nvPr/>
            </p:nvSpPr>
            <p:spPr bwMode="auto">
              <a:xfrm>
                <a:off x="1326105" y="2197540"/>
                <a:ext cx="1934124"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nvGrpSpPr>
            <p:cNvPr id="20" name="组合 19">
              <a:extLst>
                <a:ext uri="{FF2B5EF4-FFF2-40B4-BE49-F238E27FC236}">
                  <a16:creationId xmlns:a16="http://schemas.microsoft.com/office/drawing/2014/main" id="{27EF67D3-57D6-F441-0A13-9F0B8876A05C}"/>
                </a:ext>
              </a:extLst>
            </p:cNvPr>
            <p:cNvGrpSpPr/>
            <p:nvPr/>
          </p:nvGrpSpPr>
          <p:grpSpPr>
            <a:xfrm>
              <a:off x="755145" y="3232807"/>
              <a:ext cx="5340856" cy="830758"/>
              <a:chOff x="755145" y="3232807"/>
              <a:chExt cx="5340856" cy="830758"/>
            </a:xfrm>
          </p:grpSpPr>
          <p:sp>
            <p:nvSpPr>
              <p:cNvPr id="79" name="Number2">
                <a:extLst>
                  <a:ext uri="{FF2B5EF4-FFF2-40B4-BE49-F238E27FC236}">
                    <a16:creationId xmlns:a16="http://schemas.microsoft.com/office/drawing/2014/main" id="{7BF53FD5-8A86-5D1E-769E-11A0F93892B4}"/>
                  </a:ext>
                </a:extLst>
              </p:cNvPr>
              <p:cNvSpPr/>
              <p:nvPr/>
            </p:nvSpPr>
            <p:spPr>
              <a:xfrm>
                <a:off x="755145" y="3401830"/>
                <a:ext cx="493200" cy="492712"/>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02</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77" name="Text2">
                <a:extLst>
                  <a:ext uri="{FF2B5EF4-FFF2-40B4-BE49-F238E27FC236}">
                    <a16:creationId xmlns:a16="http://schemas.microsoft.com/office/drawing/2014/main" id="{D691168C-DE98-28A7-1AAF-97F271D9AD0D}"/>
                  </a:ext>
                </a:extLst>
              </p:cNvPr>
              <p:cNvSpPr txBox="1">
                <a:spLocks/>
              </p:cNvSpPr>
              <p:nvPr/>
            </p:nvSpPr>
            <p:spPr bwMode="auto">
              <a:xfrm>
                <a:off x="3429001" y="3232807"/>
                <a:ext cx="2667000"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76" name="Bullet2">
                <a:extLst>
                  <a:ext uri="{FF2B5EF4-FFF2-40B4-BE49-F238E27FC236}">
                    <a16:creationId xmlns:a16="http://schemas.microsoft.com/office/drawing/2014/main" id="{8EE96D74-D878-970B-B1DD-6D2F49E6F031}"/>
                  </a:ext>
                </a:extLst>
              </p:cNvPr>
              <p:cNvSpPr txBox="1">
                <a:spLocks/>
              </p:cNvSpPr>
              <p:nvPr/>
            </p:nvSpPr>
            <p:spPr bwMode="auto">
              <a:xfrm>
                <a:off x="1326105" y="3232807"/>
                <a:ext cx="1934124"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nvGrpSpPr>
            <p:cNvPr id="21" name="组合 20">
              <a:extLst>
                <a:ext uri="{FF2B5EF4-FFF2-40B4-BE49-F238E27FC236}">
                  <a16:creationId xmlns:a16="http://schemas.microsoft.com/office/drawing/2014/main" id="{8879CB55-E77B-7DE2-AD52-105D30306848}"/>
                </a:ext>
              </a:extLst>
            </p:cNvPr>
            <p:cNvGrpSpPr/>
            <p:nvPr/>
          </p:nvGrpSpPr>
          <p:grpSpPr>
            <a:xfrm>
              <a:off x="755145" y="4268074"/>
              <a:ext cx="5340856" cy="830758"/>
              <a:chOff x="755145" y="4268074"/>
              <a:chExt cx="5340856" cy="830758"/>
            </a:xfrm>
          </p:grpSpPr>
          <p:sp>
            <p:nvSpPr>
              <p:cNvPr id="82" name="Text3">
                <a:extLst>
                  <a:ext uri="{FF2B5EF4-FFF2-40B4-BE49-F238E27FC236}">
                    <a16:creationId xmlns:a16="http://schemas.microsoft.com/office/drawing/2014/main" id="{7F93AADA-8DA6-9A47-B192-3C9279B011CB}"/>
                  </a:ext>
                </a:extLst>
              </p:cNvPr>
              <p:cNvSpPr txBox="1">
                <a:spLocks/>
              </p:cNvSpPr>
              <p:nvPr/>
            </p:nvSpPr>
            <p:spPr bwMode="auto">
              <a:xfrm>
                <a:off x="3429001" y="4268074"/>
                <a:ext cx="2667000"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81" name="Bullet3">
                <a:extLst>
                  <a:ext uri="{FF2B5EF4-FFF2-40B4-BE49-F238E27FC236}">
                    <a16:creationId xmlns:a16="http://schemas.microsoft.com/office/drawing/2014/main" id="{4CEE1D5F-88C8-B7A1-5C65-45327553D5BC}"/>
                  </a:ext>
                </a:extLst>
              </p:cNvPr>
              <p:cNvSpPr txBox="1">
                <a:spLocks/>
              </p:cNvSpPr>
              <p:nvPr/>
            </p:nvSpPr>
            <p:spPr bwMode="auto">
              <a:xfrm>
                <a:off x="1326105" y="4268074"/>
                <a:ext cx="1934124"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sp>
            <p:nvSpPr>
              <p:cNvPr id="84" name="Number3">
                <a:extLst>
                  <a:ext uri="{FF2B5EF4-FFF2-40B4-BE49-F238E27FC236}">
                    <a16:creationId xmlns:a16="http://schemas.microsoft.com/office/drawing/2014/main" id="{5CA9A836-4206-FE0D-681B-D485C1478BFD}"/>
                  </a:ext>
                </a:extLst>
              </p:cNvPr>
              <p:cNvSpPr/>
              <p:nvPr/>
            </p:nvSpPr>
            <p:spPr>
              <a:xfrm>
                <a:off x="755145" y="4437097"/>
                <a:ext cx="493200" cy="492712"/>
              </a:xfrm>
              <a:prstGeom prst="rect">
                <a:avLst/>
              </a:prstGeom>
              <a:solidFill>
                <a:schemeClr val="accent1"/>
              </a:solidFill>
              <a:effectLst/>
            </p:spPr>
            <p:txBody>
              <a:bodyPr wrap="none" lIns="90000" anchor="ctr">
                <a:normAutofit/>
              </a:bodyPr>
              <a:lstStyle/>
              <a:p>
                <a:pPr algn="ctr">
                  <a:spcBef>
                    <a:spcPts val="1000"/>
                  </a:spcBef>
                </a:pPr>
                <a:r>
                  <a:rPr lang="en-US" altLang="zh-CN" sz="1400" dirty="0">
                    <a:solidFill>
                      <a:srgbClr val="FFFFFF"/>
                    </a:solidFill>
                    <a:latin typeface="Arial" panose="020B0604020202020204" pitchFamily="34" charset="0"/>
                    <a:sym typeface="Arial" panose="020B0604020202020204" pitchFamily="34" charset="0"/>
                  </a:rPr>
                  <a:t>03</a:t>
                </a:r>
                <a:endParaRPr lang="zh-CN" altLang="en-US" sz="1400" dirty="0">
                  <a:solidFill>
                    <a:srgbClr val="FFFFFF"/>
                  </a:solidFill>
                  <a:latin typeface="Arial" panose="020B0604020202020204" pitchFamily="34" charset="0"/>
                  <a:sym typeface="Arial" panose="020B0604020202020204" pitchFamily="34" charset="0"/>
                </a:endParaRPr>
              </a:p>
            </p:txBody>
          </p:sp>
        </p:grpSp>
        <p:grpSp>
          <p:nvGrpSpPr>
            <p:cNvPr id="22" name="组合 21">
              <a:extLst>
                <a:ext uri="{FF2B5EF4-FFF2-40B4-BE49-F238E27FC236}">
                  <a16:creationId xmlns:a16="http://schemas.microsoft.com/office/drawing/2014/main" id="{DC66160D-BE99-5FAA-3B05-4C4C75C3448F}"/>
                </a:ext>
              </a:extLst>
            </p:cNvPr>
            <p:cNvGrpSpPr/>
            <p:nvPr/>
          </p:nvGrpSpPr>
          <p:grpSpPr>
            <a:xfrm>
              <a:off x="755145" y="5303342"/>
              <a:ext cx="5340856" cy="830758"/>
              <a:chOff x="755145" y="5303342"/>
              <a:chExt cx="5340856" cy="830758"/>
            </a:xfrm>
          </p:grpSpPr>
          <p:sp>
            <p:nvSpPr>
              <p:cNvPr id="87" name="Text4">
                <a:extLst>
                  <a:ext uri="{FF2B5EF4-FFF2-40B4-BE49-F238E27FC236}">
                    <a16:creationId xmlns:a16="http://schemas.microsoft.com/office/drawing/2014/main" id="{6C0DD97F-82D8-29A2-D085-737AF561B6D4}"/>
                  </a:ext>
                </a:extLst>
              </p:cNvPr>
              <p:cNvSpPr txBox="1">
                <a:spLocks/>
              </p:cNvSpPr>
              <p:nvPr/>
            </p:nvSpPr>
            <p:spPr bwMode="auto">
              <a:xfrm>
                <a:off x="3429001" y="5303342"/>
                <a:ext cx="2667000"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latin typeface="Arial" panose="020B0604020202020204" pitchFamily="34" charset="0"/>
                  <a:sym typeface="Arial" panose="020B0604020202020204" pitchFamily="34" charset="0"/>
                </a:endParaRPr>
              </a:p>
            </p:txBody>
          </p:sp>
          <p:sp>
            <p:nvSpPr>
              <p:cNvPr id="89" name="Number4">
                <a:extLst>
                  <a:ext uri="{FF2B5EF4-FFF2-40B4-BE49-F238E27FC236}">
                    <a16:creationId xmlns:a16="http://schemas.microsoft.com/office/drawing/2014/main" id="{E7BD2CB4-9CD2-C993-FBA0-B038F7701A76}"/>
                  </a:ext>
                </a:extLst>
              </p:cNvPr>
              <p:cNvSpPr/>
              <p:nvPr/>
            </p:nvSpPr>
            <p:spPr>
              <a:xfrm>
                <a:off x="755145" y="5472365"/>
                <a:ext cx="493200" cy="492712"/>
              </a:xfrm>
              <a:prstGeom prst="rect">
                <a:avLst/>
              </a:prstGeom>
              <a:solidFill>
                <a:schemeClr val="accent1"/>
              </a:solidFill>
              <a:effectLst/>
            </p:spPr>
            <p:txBody>
              <a:bodyPr wrap="none" lIns="90000" anchor="ctr">
                <a:normAutofit/>
              </a:bodyPr>
              <a:lstStyle/>
              <a:p>
                <a:pPr algn="ctr">
                  <a:spcBef>
                    <a:spcPts val="1000"/>
                  </a:spcBef>
                </a:pPr>
                <a:r>
                  <a:rPr lang="en-US" altLang="zh-CN" sz="1400" dirty="0">
                    <a:solidFill>
                      <a:srgbClr val="FFFFFF"/>
                    </a:solidFill>
                    <a:latin typeface="Arial" panose="020B0604020202020204" pitchFamily="34" charset="0"/>
                    <a:sym typeface="Arial" panose="020B0604020202020204" pitchFamily="34" charset="0"/>
                  </a:rPr>
                  <a:t>04</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86" name="Bullet4">
                <a:extLst>
                  <a:ext uri="{FF2B5EF4-FFF2-40B4-BE49-F238E27FC236}">
                    <a16:creationId xmlns:a16="http://schemas.microsoft.com/office/drawing/2014/main" id="{0798E758-4296-4608-1128-E0873630B0D3}"/>
                  </a:ext>
                </a:extLst>
              </p:cNvPr>
              <p:cNvSpPr txBox="1">
                <a:spLocks/>
              </p:cNvSpPr>
              <p:nvPr/>
            </p:nvSpPr>
            <p:spPr bwMode="auto">
              <a:xfrm>
                <a:off x="1326105" y="5303342"/>
                <a:ext cx="1934124"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latin typeface="Arial" panose="020B0604020202020204" pitchFamily="34" charset="0"/>
                    <a:sym typeface="Arial" panose="020B0604020202020204" pitchFamily="34" charset="0"/>
                  </a:rPr>
                  <a:t>单击添加小标题</a:t>
                </a:r>
                <a:endParaRPr lang="en-US" altLang="en-US" b="1" dirty="0">
                  <a:latin typeface="Arial" panose="020B0604020202020204" pitchFamily="34" charset="0"/>
                  <a:sym typeface="Arial" panose="020B0604020202020204" pitchFamily="34" charset="0"/>
                </a:endParaRPr>
              </a:p>
            </p:txBody>
          </p:sp>
        </p:grpSp>
        <p:grpSp>
          <p:nvGrpSpPr>
            <p:cNvPr id="23" name="组合 22">
              <a:extLst>
                <a:ext uri="{FF2B5EF4-FFF2-40B4-BE49-F238E27FC236}">
                  <a16:creationId xmlns:a16="http://schemas.microsoft.com/office/drawing/2014/main" id="{0900B1C6-8E76-707A-537E-88B0CF0D9640}"/>
                </a:ext>
              </a:extLst>
            </p:cNvPr>
            <p:cNvGrpSpPr/>
            <p:nvPr/>
          </p:nvGrpSpPr>
          <p:grpSpPr>
            <a:xfrm>
              <a:off x="6709021" y="4215470"/>
              <a:ext cx="2044065" cy="1918631"/>
              <a:chOff x="6709021" y="4215470"/>
              <a:chExt cx="2044065" cy="1918631"/>
            </a:xfrm>
          </p:grpSpPr>
          <p:sp>
            <p:nvSpPr>
              <p:cNvPr id="60" name="Number5">
                <a:extLst>
                  <a:ext uri="{FF2B5EF4-FFF2-40B4-BE49-F238E27FC236}">
                    <a16:creationId xmlns:a16="http://schemas.microsoft.com/office/drawing/2014/main" id="{5EA4134F-298B-F436-63DE-0DC7DEE3EB56}"/>
                  </a:ext>
                </a:extLst>
              </p:cNvPr>
              <p:cNvSpPr/>
              <p:nvPr/>
            </p:nvSpPr>
            <p:spPr>
              <a:xfrm>
                <a:off x="6803765" y="4215470"/>
                <a:ext cx="478800" cy="4771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400" dirty="0">
                    <a:solidFill>
                      <a:srgbClr val="FFFFFF"/>
                    </a:solidFill>
                    <a:latin typeface="Arial" panose="020B0604020202020204" pitchFamily="34" charset="0"/>
                    <a:sym typeface="Arial" panose="020B0604020202020204" pitchFamily="34" charset="0"/>
                  </a:rPr>
                  <a:t>05</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36" name="Bullet5">
                <a:extLst>
                  <a:ext uri="{FF2B5EF4-FFF2-40B4-BE49-F238E27FC236}">
                    <a16:creationId xmlns:a16="http://schemas.microsoft.com/office/drawing/2014/main" id="{52D2FFBF-81B7-E34D-16A1-47F3F775E152}"/>
                  </a:ext>
                </a:extLst>
              </p:cNvPr>
              <p:cNvSpPr txBox="1"/>
              <p:nvPr/>
            </p:nvSpPr>
            <p:spPr bwMode="auto">
              <a:xfrm>
                <a:off x="6709021" y="4768051"/>
                <a:ext cx="2044065" cy="5354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kumimoji="1" lang="zh-CN" altLang="en-US" b="1">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sp>
            <p:nvSpPr>
              <p:cNvPr id="35" name="Text5">
                <a:extLst>
                  <a:ext uri="{FF2B5EF4-FFF2-40B4-BE49-F238E27FC236}">
                    <a16:creationId xmlns:a16="http://schemas.microsoft.com/office/drawing/2014/main" id="{2AD8AD93-7F17-701E-E08F-8C5A1EE6B10A}"/>
                  </a:ext>
                </a:extLst>
              </p:cNvPr>
              <p:cNvSpPr/>
              <p:nvPr/>
            </p:nvSpPr>
            <p:spPr bwMode="auto">
              <a:xfrm>
                <a:off x="6709021" y="5303502"/>
                <a:ext cx="2044065" cy="83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kumimoji="1" lang="zh-CN" altLang="en-US" sz="1200">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grpSp>
        <p:grpSp>
          <p:nvGrpSpPr>
            <p:cNvPr id="24" name="组合 23">
              <a:extLst>
                <a:ext uri="{FF2B5EF4-FFF2-40B4-BE49-F238E27FC236}">
                  <a16:creationId xmlns:a16="http://schemas.microsoft.com/office/drawing/2014/main" id="{2F1ED351-EEB7-A974-DBA0-ACFE8A10031A}"/>
                </a:ext>
              </a:extLst>
            </p:cNvPr>
            <p:cNvGrpSpPr/>
            <p:nvPr/>
          </p:nvGrpSpPr>
          <p:grpSpPr>
            <a:xfrm>
              <a:off x="9474835" y="4215469"/>
              <a:ext cx="2044065" cy="1918631"/>
              <a:chOff x="9474835" y="4215469"/>
              <a:chExt cx="2044065" cy="1918631"/>
            </a:xfrm>
          </p:grpSpPr>
          <p:sp>
            <p:nvSpPr>
              <p:cNvPr id="66" name="Number6">
                <a:extLst>
                  <a:ext uri="{FF2B5EF4-FFF2-40B4-BE49-F238E27FC236}">
                    <a16:creationId xmlns:a16="http://schemas.microsoft.com/office/drawing/2014/main" id="{B6D17424-E1C5-CDC3-5A72-A09E9271B8AD}"/>
                  </a:ext>
                </a:extLst>
              </p:cNvPr>
              <p:cNvSpPr/>
              <p:nvPr/>
            </p:nvSpPr>
            <p:spPr>
              <a:xfrm>
                <a:off x="9569579" y="4215469"/>
                <a:ext cx="478800" cy="4771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400" dirty="0">
                    <a:solidFill>
                      <a:srgbClr val="FFFFFF"/>
                    </a:solidFill>
                    <a:latin typeface="Arial" panose="020B0604020202020204" pitchFamily="34" charset="0"/>
                    <a:sym typeface="Arial" panose="020B0604020202020204" pitchFamily="34" charset="0"/>
                  </a:rPr>
                  <a:t>06</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68" name="Bullet6">
                <a:extLst>
                  <a:ext uri="{FF2B5EF4-FFF2-40B4-BE49-F238E27FC236}">
                    <a16:creationId xmlns:a16="http://schemas.microsoft.com/office/drawing/2014/main" id="{0EAF3A0A-0D52-1C41-73D4-DDBEE2FB0A05}"/>
                  </a:ext>
                </a:extLst>
              </p:cNvPr>
              <p:cNvSpPr txBox="1"/>
              <p:nvPr/>
            </p:nvSpPr>
            <p:spPr bwMode="auto">
              <a:xfrm>
                <a:off x="9474835" y="4768050"/>
                <a:ext cx="2044065" cy="5354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kumimoji="1" lang="zh-CN" altLang="en-US" b="1">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sp>
            <p:nvSpPr>
              <p:cNvPr id="67" name="Text6">
                <a:extLst>
                  <a:ext uri="{FF2B5EF4-FFF2-40B4-BE49-F238E27FC236}">
                    <a16:creationId xmlns:a16="http://schemas.microsoft.com/office/drawing/2014/main" id="{D0B48B2E-591B-7331-99DF-8CB1CC433D89}"/>
                  </a:ext>
                </a:extLst>
              </p:cNvPr>
              <p:cNvSpPr/>
              <p:nvPr/>
            </p:nvSpPr>
            <p:spPr bwMode="auto">
              <a:xfrm>
                <a:off x="9474835" y="5303501"/>
                <a:ext cx="2044065" cy="83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kumimoji="1" lang="zh-CN" altLang="en-US" sz="1200">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grpSp>
      </p:grpSp>
      <p:sp>
        <p:nvSpPr>
          <p:cNvPr id="3" name="标题 2">
            <a:extLst>
              <a:ext uri="{FF2B5EF4-FFF2-40B4-BE49-F238E27FC236}">
                <a16:creationId xmlns:a16="http://schemas.microsoft.com/office/drawing/2014/main" id="{F800CB32-136F-58BC-997D-523E6BCA12BA}"/>
              </a:ext>
            </a:extLst>
          </p:cNvPr>
          <p:cNvSpPr>
            <a:spLocks noGrp="1"/>
          </p:cNvSpPr>
          <p:nvPr>
            <p:ph type="title"/>
          </p:nvPr>
        </p:nvSpPr>
        <p:spPr>
          <a:xfrm>
            <a:off x="660400" y="338667"/>
            <a:ext cx="10858500" cy="690032"/>
          </a:xfrm>
        </p:spPr>
        <p:txBody>
          <a:bodyPr/>
          <a:lstStyle/>
          <a:p>
            <a:r>
              <a:rPr lang="zh-CN" altLang="en-US"/>
              <a:t>单击此处添加页面标题</a:t>
            </a:r>
          </a:p>
        </p:txBody>
      </p:sp>
    </p:spTree>
    <p:extLst>
      <p:ext uri="{BB962C8B-B14F-4D97-AF65-F5344CB8AC3E}">
        <p14:creationId xmlns:p14="http://schemas.microsoft.com/office/powerpoint/2010/main" val="128057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B9D5-A1CD-53DD-CFEF-91DE399FC971}"/>
            </a:ext>
          </a:extLst>
        </p:cNvPr>
        <p:cNvGrpSpPr/>
        <p:nvPr/>
      </p:nvGrpSpPr>
      <p:grpSpPr>
        <a:xfrm>
          <a:off x="0" y="0"/>
          <a:ext cx="0" cy="0"/>
          <a:chOff x="0" y="0"/>
          <a:chExt cx="0" cy="0"/>
        </a:xfrm>
      </p:grpSpPr>
      <p:grpSp>
        <p:nvGrpSpPr>
          <p:cNvPr id="17" name="组合 16">
            <a:extLst>
              <a:ext uri="{FF2B5EF4-FFF2-40B4-BE49-F238E27FC236}">
                <a16:creationId xmlns:a16="http://schemas.microsoft.com/office/drawing/2014/main" id="{EFB69D5F-2036-8919-2DCA-7585F48C297A}"/>
              </a:ext>
            </a:extLst>
          </p:cNvPr>
          <p:cNvGrpSpPr/>
          <p:nvPr/>
        </p:nvGrpSpPr>
        <p:grpSpPr>
          <a:xfrm>
            <a:off x="755144" y="1130300"/>
            <a:ext cx="10763757" cy="5003800"/>
            <a:chOff x="755144" y="1130300"/>
            <a:chExt cx="10763757" cy="5003800"/>
          </a:xfrm>
        </p:grpSpPr>
        <p:sp>
          <p:nvSpPr>
            <p:cNvPr id="20" name="P">
              <a:extLst>
                <a:ext uri="{FF2B5EF4-FFF2-40B4-BE49-F238E27FC236}">
                  <a16:creationId xmlns:a16="http://schemas.microsoft.com/office/drawing/2014/main" id="{FFFF614C-66B3-C7C2-0424-9C2BCB74393A}"/>
                </a:ext>
              </a:extLst>
            </p:cNvPr>
            <p:cNvSpPr>
              <a:spLocks/>
            </p:cNvSpPr>
            <p:nvPr/>
          </p:nvSpPr>
          <p:spPr>
            <a:xfrm>
              <a:off x="755144" y="1130300"/>
              <a:ext cx="2896105" cy="5003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91440" tIns="45720" rIns="91440" bIns="45720" anchor="ctr">
              <a:normAutofit/>
            </a:bodyPr>
            <a:lstStyle/>
            <a:p>
              <a:pPr algn="ctr"/>
              <a:endParaRPr lang="zh-CN" altLang="en-US" dirty="0">
                <a:sym typeface="+mn-lt"/>
              </a:endParaRPr>
            </a:p>
          </p:txBody>
        </p:sp>
        <p:cxnSp>
          <p:nvCxnSpPr>
            <p:cNvPr id="36" name="直接连接符 35">
              <a:extLst>
                <a:ext uri="{FF2B5EF4-FFF2-40B4-BE49-F238E27FC236}">
                  <a16:creationId xmlns:a16="http://schemas.microsoft.com/office/drawing/2014/main" id="{BE460F90-6244-396B-F28D-34FAA71638EC}"/>
                </a:ext>
              </a:extLst>
            </p:cNvPr>
            <p:cNvCxnSpPr>
              <a:cxnSpLocks/>
            </p:cNvCxnSpPr>
            <p:nvPr/>
          </p:nvCxnSpPr>
          <p:spPr>
            <a:xfrm>
              <a:off x="1049480" y="2829166"/>
              <a:ext cx="2184799"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5DBB0DF-05A6-EA5F-9AA6-90E77680509E}"/>
                </a:ext>
              </a:extLst>
            </p:cNvPr>
            <p:cNvCxnSpPr>
              <a:cxnSpLocks/>
            </p:cNvCxnSpPr>
            <p:nvPr/>
          </p:nvCxnSpPr>
          <p:spPr>
            <a:xfrm>
              <a:off x="1049480" y="4435235"/>
              <a:ext cx="2184799"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55" name="Title">
              <a:extLst>
                <a:ext uri="{FF2B5EF4-FFF2-40B4-BE49-F238E27FC236}">
                  <a16:creationId xmlns:a16="http://schemas.microsoft.com/office/drawing/2014/main" id="{A739F0E0-9D12-F360-83C1-540377BC1742}"/>
                </a:ext>
              </a:extLst>
            </p:cNvPr>
            <p:cNvSpPr>
              <a:spLocks/>
            </p:cNvSpPr>
            <p:nvPr/>
          </p:nvSpPr>
          <p:spPr>
            <a:xfrm>
              <a:off x="7963395" y="1130300"/>
              <a:ext cx="3555505" cy="19223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a:solidFill>
                    <a:schemeClr val="tx1"/>
                  </a:solidFill>
                  <a:latin typeface="Arial" panose="020B0604020202020204" pitchFamily="34" charset="0"/>
                  <a:cs typeface="+mn-ea"/>
                  <a:sym typeface="Arial" panose="020B0604020202020204" pitchFamily="34" charset="0"/>
                </a:rPr>
                <a:t>单击此处添加长一点的副标题</a:t>
              </a:r>
              <a:endParaRPr lang="en-US" sz="2400" dirty="0">
                <a:solidFill>
                  <a:schemeClr val="tx1"/>
                </a:solidFill>
                <a:latin typeface="Arial" panose="020B0604020202020204" pitchFamily="34" charset="0"/>
                <a:sym typeface="Arial" panose="020B0604020202020204" pitchFamily="34" charset="0"/>
              </a:endParaRPr>
            </a:p>
          </p:txBody>
        </p:sp>
        <p:cxnSp>
          <p:nvCxnSpPr>
            <p:cNvPr id="69" name="直线">
              <a:extLst>
                <a:ext uri="{FF2B5EF4-FFF2-40B4-BE49-F238E27FC236}">
                  <a16:creationId xmlns:a16="http://schemas.microsoft.com/office/drawing/2014/main" id="{CF1282C2-6FB0-BCF4-6FAB-AFF59698E4F5}"/>
                </a:ext>
              </a:extLst>
            </p:cNvPr>
            <p:cNvCxnSpPr>
              <a:cxnSpLocks/>
            </p:cNvCxnSpPr>
            <p:nvPr/>
          </p:nvCxnSpPr>
          <p:spPr>
            <a:xfrm flipV="1">
              <a:off x="7724613" y="1130300"/>
              <a:ext cx="0" cy="500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45" name="Pic">
              <a:extLst>
                <a:ext uri="{FF2B5EF4-FFF2-40B4-BE49-F238E27FC236}">
                  <a16:creationId xmlns:a16="http://schemas.microsoft.com/office/drawing/2014/main" id="{BDA34B6F-E3F2-4439-7BD2-BEB07AD4835C}"/>
                </a:ext>
              </a:extLst>
            </p:cNvPr>
            <p:cNvSpPr/>
            <p:nvPr/>
          </p:nvSpPr>
          <p:spPr>
            <a:xfrm flipH="1">
              <a:off x="3890032" y="4389967"/>
              <a:ext cx="3595798" cy="174413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rgbClr val="2F2F2F"/>
                </a:solidFill>
                <a:cs typeface="+mn-ea"/>
                <a:sym typeface="+mn-lt"/>
              </a:endParaRPr>
            </a:p>
          </p:txBody>
        </p:sp>
        <p:cxnSp>
          <p:nvCxnSpPr>
            <p:cNvPr id="112" name="直接连接符 111">
              <a:extLst>
                <a:ext uri="{FF2B5EF4-FFF2-40B4-BE49-F238E27FC236}">
                  <a16:creationId xmlns:a16="http://schemas.microsoft.com/office/drawing/2014/main" id="{9AB8B0D6-97BE-E479-ECBA-3F6677B5D088}"/>
                </a:ext>
              </a:extLst>
            </p:cNvPr>
            <p:cNvCxnSpPr>
              <a:cxnSpLocks/>
            </p:cNvCxnSpPr>
            <p:nvPr/>
          </p:nvCxnSpPr>
          <p:spPr>
            <a:xfrm>
              <a:off x="8054813" y="4593381"/>
              <a:ext cx="3368837"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29942CC6-F730-E2FB-0BB1-EFC8853D74A3}"/>
                </a:ext>
              </a:extLst>
            </p:cNvPr>
            <p:cNvPicPr>
              <a:picLocks noChangeAspect="1"/>
            </p:cNvPicPr>
            <p:nvPr/>
          </p:nvPicPr>
          <p:blipFill>
            <a:blip r:embed="rId4"/>
            <a:stretch>
              <a:fillRect/>
            </a:stretch>
          </p:blipFill>
          <p:spPr>
            <a:xfrm>
              <a:off x="4363394" y="1402668"/>
              <a:ext cx="3097036" cy="2987299"/>
            </a:xfrm>
            <a:prstGeom prst="rect">
              <a:avLst/>
            </a:prstGeom>
          </p:spPr>
        </p:pic>
        <p:grpSp>
          <p:nvGrpSpPr>
            <p:cNvPr id="4" name="组合 3">
              <a:extLst>
                <a:ext uri="{FF2B5EF4-FFF2-40B4-BE49-F238E27FC236}">
                  <a16:creationId xmlns:a16="http://schemas.microsoft.com/office/drawing/2014/main" id="{2BF3A01B-3F93-317B-AF50-967C0F1CF9ED}"/>
                </a:ext>
              </a:extLst>
            </p:cNvPr>
            <p:cNvGrpSpPr/>
            <p:nvPr/>
          </p:nvGrpSpPr>
          <p:grpSpPr>
            <a:xfrm>
              <a:off x="944720" y="1362784"/>
              <a:ext cx="2516952" cy="1326696"/>
              <a:chOff x="944720" y="1362784"/>
              <a:chExt cx="2516952" cy="1326696"/>
            </a:xfrm>
          </p:grpSpPr>
          <p:sp>
            <p:nvSpPr>
              <p:cNvPr id="42" name="Text1">
                <a:extLst>
                  <a:ext uri="{FF2B5EF4-FFF2-40B4-BE49-F238E27FC236}">
                    <a16:creationId xmlns:a16="http://schemas.microsoft.com/office/drawing/2014/main" id="{06F4DD04-FF9E-F1F3-1CDC-F4F15A302A0D}"/>
                  </a:ext>
                </a:extLst>
              </p:cNvPr>
              <p:cNvSpPr txBox="1">
                <a:spLocks/>
              </p:cNvSpPr>
              <p:nvPr/>
            </p:nvSpPr>
            <p:spPr>
              <a:xfrm flipH="1">
                <a:off x="944731" y="1912092"/>
                <a:ext cx="2516941" cy="777388"/>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en-US" dirty="0">
                  <a:solidFill>
                    <a:schemeClr val="tx1"/>
                  </a:solidFill>
                  <a:latin typeface="Arial" panose="020B0604020202020204" pitchFamily="34" charset="0"/>
                  <a:cs typeface="+mn-ea"/>
                  <a:sym typeface="Arial" panose="020B0604020202020204" pitchFamily="34" charset="0"/>
                </a:endParaRPr>
              </a:p>
            </p:txBody>
          </p:sp>
          <p:sp>
            <p:nvSpPr>
              <p:cNvPr id="43" name="Bullet1">
                <a:extLst>
                  <a:ext uri="{FF2B5EF4-FFF2-40B4-BE49-F238E27FC236}">
                    <a16:creationId xmlns:a16="http://schemas.microsoft.com/office/drawing/2014/main" id="{BDC69ADC-D71F-1BDB-8A4A-33EE59B14E05}"/>
                  </a:ext>
                </a:extLst>
              </p:cNvPr>
              <p:cNvSpPr txBox="1">
                <a:spLocks/>
              </p:cNvSpPr>
              <p:nvPr/>
            </p:nvSpPr>
            <p:spPr>
              <a:xfrm flipH="1">
                <a:off x="944720" y="1362784"/>
                <a:ext cx="2516946" cy="549308"/>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chemeClr val="tx1"/>
                    </a:solidFill>
                    <a:latin typeface="Arial" panose="020B0604020202020204" pitchFamily="34" charset="0"/>
                    <a:cs typeface="+mn-ea"/>
                    <a:sym typeface="Arial" panose="020B0604020202020204" pitchFamily="34" charset="0"/>
                  </a:rPr>
                  <a:t>单击添加小标题</a:t>
                </a:r>
                <a:endParaRPr lang="en-US" sz="1800" dirty="0">
                  <a:solidFill>
                    <a:schemeClr val="tx1"/>
                  </a:solidFill>
                  <a:latin typeface="Arial" panose="020B0604020202020204" pitchFamily="34" charset="0"/>
                  <a:sym typeface="Arial" panose="020B0604020202020204" pitchFamily="34" charset="0"/>
                </a:endParaRPr>
              </a:p>
            </p:txBody>
          </p:sp>
        </p:grpSp>
        <p:grpSp>
          <p:nvGrpSpPr>
            <p:cNvPr id="11" name="组合 10">
              <a:extLst>
                <a:ext uri="{FF2B5EF4-FFF2-40B4-BE49-F238E27FC236}">
                  <a16:creationId xmlns:a16="http://schemas.microsoft.com/office/drawing/2014/main" id="{34747108-3284-B207-B0D5-AE0C4B822F8E}"/>
                </a:ext>
              </a:extLst>
            </p:cNvPr>
            <p:cNvGrpSpPr/>
            <p:nvPr/>
          </p:nvGrpSpPr>
          <p:grpSpPr>
            <a:xfrm>
              <a:off x="944720" y="2968853"/>
              <a:ext cx="2516952" cy="1326696"/>
              <a:chOff x="944720" y="2968853"/>
              <a:chExt cx="2516952" cy="1326696"/>
            </a:xfrm>
          </p:grpSpPr>
          <p:sp>
            <p:nvSpPr>
              <p:cNvPr id="40" name="Text2">
                <a:extLst>
                  <a:ext uri="{FF2B5EF4-FFF2-40B4-BE49-F238E27FC236}">
                    <a16:creationId xmlns:a16="http://schemas.microsoft.com/office/drawing/2014/main" id="{EC74C39F-5030-5925-9D6F-090175F1640C}"/>
                  </a:ext>
                </a:extLst>
              </p:cNvPr>
              <p:cNvSpPr txBox="1">
                <a:spLocks/>
              </p:cNvSpPr>
              <p:nvPr/>
            </p:nvSpPr>
            <p:spPr>
              <a:xfrm flipH="1">
                <a:off x="944731" y="3518161"/>
                <a:ext cx="2516941" cy="777388"/>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en-US" dirty="0">
                  <a:solidFill>
                    <a:schemeClr val="tx1"/>
                  </a:solidFill>
                  <a:latin typeface="Arial" panose="020B0604020202020204" pitchFamily="34" charset="0"/>
                  <a:cs typeface="+mn-ea"/>
                  <a:sym typeface="Arial" panose="020B0604020202020204" pitchFamily="34" charset="0"/>
                </a:endParaRPr>
              </a:p>
            </p:txBody>
          </p:sp>
          <p:sp>
            <p:nvSpPr>
              <p:cNvPr id="41" name="Bullet2">
                <a:extLst>
                  <a:ext uri="{FF2B5EF4-FFF2-40B4-BE49-F238E27FC236}">
                    <a16:creationId xmlns:a16="http://schemas.microsoft.com/office/drawing/2014/main" id="{08496B71-D3C0-9EF5-2B5D-14337F19D0A4}"/>
                  </a:ext>
                </a:extLst>
              </p:cNvPr>
              <p:cNvSpPr txBox="1">
                <a:spLocks/>
              </p:cNvSpPr>
              <p:nvPr/>
            </p:nvSpPr>
            <p:spPr>
              <a:xfrm flipH="1">
                <a:off x="944720" y="2968853"/>
                <a:ext cx="2516946" cy="549308"/>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chemeClr val="tx1"/>
                    </a:solidFill>
                    <a:latin typeface="Arial" panose="020B0604020202020204" pitchFamily="34" charset="0"/>
                    <a:cs typeface="+mn-ea"/>
                    <a:sym typeface="Arial" panose="020B0604020202020204" pitchFamily="34" charset="0"/>
                  </a:rPr>
                  <a:t>单击添加小标题</a:t>
                </a:r>
                <a:endParaRPr lang="en-US" sz="1800" dirty="0">
                  <a:solidFill>
                    <a:schemeClr val="tx1"/>
                  </a:solidFill>
                  <a:latin typeface="Arial" panose="020B0604020202020204" pitchFamily="34" charset="0"/>
                  <a:sym typeface="Arial" panose="020B0604020202020204" pitchFamily="34" charset="0"/>
                </a:endParaRPr>
              </a:p>
            </p:txBody>
          </p:sp>
        </p:grpSp>
        <p:grpSp>
          <p:nvGrpSpPr>
            <p:cNvPr id="13" name="组合 12">
              <a:extLst>
                <a:ext uri="{FF2B5EF4-FFF2-40B4-BE49-F238E27FC236}">
                  <a16:creationId xmlns:a16="http://schemas.microsoft.com/office/drawing/2014/main" id="{98895483-FDBE-B965-F7B3-4CE1199D535A}"/>
                </a:ext>
              </a:extLst>
            </p:cNvPr>
            <p:cNvGrpSpPr/>
            <p:nvPr/>
          </p:nvGrpSpPr>
          <p:grpSpPr>
            <a:xfrm>
              <a:off x="944720" y="4574920"/>
              <a:ext cx="2516952" cy="1326696"/>
              <a:chOff x="944720" y="4574920"/>
              <a:chExt cx="2516952" cy="1326696"/>
            </a:xfrm>
          </p:grpSpPr>
          <p:sp>
            <p:nvSpPr>
              <p:cNvPr id="38" name="Text3">
                <a:extLst>
                  <a:ext uri="{FF2B5EF4-FFF2-40B4-BE49-F238E27FC236}">
                    <a16:creationId xmlns:a16="http://schemas.microsoft.com/office/drawing/2014/main" id="{8B3618D9-B546-482E-F500-8889B2EE4D93}"/>
                  </a:ext>
                </a:extLst>
              </p:cNvPr>
              <p:cNvSpPr txBox="1">
                <a:spLocks/>
              </p:cNvSpPr>
              <p:nvPr/>
            </p:nvSpPr>
            <p:spPr>
              <a:xfrm flipH="1">
                <a:off x="944731" y="5124228"/>
                <a:ext cx="2516941" cy="777388"/>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en-US" dirty="0">
                  <a:solidFill>
                    <a:schemeClr val="tx1"/>
                  </a:solidFill>
                  <a:latin typeface="Arial" panose="020B0604020202020204" pitchFamily="34" charset="0"/>
                  <a:cs typeface="+mn-ea"/>
                  <a:sym typeface="Arial" panose="020B0604020202020204" pitchFamily="34" charset="0"/>
                </a:endParaRPr>
              </a:p>
            </p:txBody>
          </p:sp>
          <p:sp>
            <p:nvSpPr>
              <p:cNvPr id="39" name="Bullet3">
                <a:extLst>
                  <a:ext uri="{FF2B5EF4-FFF2-40B4-BE49-F238E27FC236}">
                    <a16:creationId xmlns:a16="http://schemas.microsoft.com/office/drawing/2014/main" id="{665A9B7A-BE33-C801-D0E6-CFA739C3D829}"/>
                  </a:ext>
                </a:extLst>
              </p:cNvPr>
              <p:cNvSpPr txBox="1">
                <a:spLocks/>
              </p:cNvSpPr>
              <p:nvPr/>
            </p:nvSpPr>
            <p:spPr>
              <a:xfrm flipH="1">
                <a:off x="944720" y="4574920"/>
                <a:ext cx="2516946" cy="549308"/>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1800" b="1">
                    <a:solidFill>
                      <a:schemeClr val="tx1"/>
                    </a:solidFill>
                    <a:latin typeface="Arial" panose="020B0604020202020204" pitchFamily="34" charset="0"/>
                    <a:cs typeface="+mn-ea"/>
                    <a:sym typeface="Arial" panose="020B0604020202020204" pitchFamily="34" charset="0"/>
                  </a:rPr>
                  <a:t>单击添加小标题</a:t>
                </a:r>
                <a:endParaRPr lang="en-US" sz="1800" dirty="0">
                  <a:solidFill>
                    <a:schemeClr val="tx1"/>
                  </a:solidFill>
                  <a:latin typeface="Arial" panose="020B0604020202020204" pitchFamily="34" charset="0"/>
                  <a:sym typeface="Arial" panose="020B0604020202020204" pitchFamily="34" charset="0"/>
                </a:endParaRPr>
              </a:p>
            </p:txBody>
          </p:sp>
        </p:grpSp>
        <p:grpSp>
          <p:nvGrpSpPr>
            <p:cNvPr id="14" name="组合 13">
              <a:extLst>
                <a:ext uri="{FF2B5EF4-FFF2-40B4-BE49-F238E27FC236}">
                  <a16:creationId xmlns:a16="http://schemas.microsoft.com/office/drawing/2014/main" id="{B4C3BA03-5AB3-8854-7D20-56D786DB1005}"/>
                </a:ext>
              </a:extLst>
            </p:cNvPr>
            <p:cNvGrpSpPr/>
            <p:nvPr/>
          </p:nvGrpSpPr>
          <p:grpSpPr>
            <a:xfrm>
              <a:off x="4139054" y="4609049"/>
              <a:ext cx="3097752" cy="1227646"/>
              <a:chOff x="4139054" y="4609049"/>
              <a:chExt cx="3097752" cy="1227646"/>
            </a:xfrm>
          </p:grpSpPr>
          <p:sp>
            <p:nvSpPr>
              <p:cNvPr id="47" name="Text4">
                <a:extLst>
                  <a:ext uri="{FF2B5EF4-FFF2-40B4-BE49-F238E27FC236}">
                    <a16:creationId xmlns:a16="http://schemas.microsoft.com/office/drawing/2014/main" id="{7A5DF980-F8A5-C07E-45A6-2A0BD72EED38}"/>
                  </a:ext>
                </a:extLst>
              </p:cNvPr>
              <p:cNvSpPr txBox="1"/>
              <p:nvPr/>
            </p:nvSpPr>
            <p:spPr>
              <a:xfrm flipH="1">
                <a:off x="4139054" y="5227550"/>
                <a:ext cx="3097752" cy="609145"/>
              </a:xfrm>
              <a:prstGeom prst="rect">
                <a:avLst/>
              </a:prstGeom>
              <a:noFill/>
              <a:ln>
                <a:noFill/>
              </a:ln>
            </p:spPr>
            <p:txBody>
              <a:bodyPr wrap="square" lIns="91440" tIns="45720" rIns="91440" bIns="45720" anchor="t" anchorCtr="0">
                <a:normAutofit/>
              </a:bodyPr>
              <a:lstStyle/>
              <a:p>
                <a:pPr defTabSz="913765">
                  <a:lnSpc>
                    <a:spcPct val="120000"/>
                  </a:lnSpc>
                  <a:buSzPct val="25000"/>
                  <a:defRPr/>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zh-CN" sz="1200" dirty="0">
                  <a:solidFill>
                    <a:srgbClr val="FFFFFF"/>
                  </a:solidFill>
                  <a:latin typeface="Arial" panose="020B0604020202020204" pitchFamily="34" charset="0"/>
                  <a:sym typeface="Arial" panose="020B0604020202020204" pitchFamily="34" charset="0"/>
                </a:endParaRPr>
              </a:p>
            </p:txBody>
          </p:sp>
          <p:sp>
            <p:nvSpPr>
              <p:cNvPr id="46" name="Bullet4">
                <a:extLst>
                  <a:ext uri="{FF2B5EF4-FFF2-40B4-BE49-F238E27FC236}">
                    <a16:creationId xmlns:a16="http://schemas.microsoft.com/office/drawing/2014/main" id="{80CF3CE7-108D-D8F6-3C18-46D28D3D0114}"/>
                  </a:ext>
                </a:extLst>
              </p:cNvPr>
              <p:cNvSpPr txBox="1"/>
              <p:nvPr/>
            </p:nvSpPr>
            <p:spPr>
              <a:xfrm flipH="1">
                <a:off x="4139054" y="4609049"/>
                <a:ext cx="3097752" cy="618501"/>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a:solidFill>
                      <a:srgbClr val="FFFFFF"/>
                    </a:solidFill>
                    <a:effectLst/>
                    <a:latin typeface="Arial" panose="020B0604020202020204" pitchFamily="34" charset="0"/>
                    <a:cs typeface="+mn-ea"/>
                    <a:sym typeface="Arial" panose="020B0604020202020204" pitchFamily="34" charset="0"/>
                  </a:rPr>
                  <a:t>单击添加小标题</a:t>
                </a:r>
                <a:endParaRPr lang="en-US" sz="1800" dirty="0">
                  <a:solidFill>
                    <a:srgbClr val="FFFFFF"/>
                  </a:solidFill>
                  <a:latin typeface="Arial" panose="020B0604020202020204" pitchFamily="34" charset="0"/>
                  <a:sym typeface="Arial" panose="020B0604020202020204" pitchFamily="34" charset="0"/>
                </a:endParaRPr>
              </a:p>
            </p:txBody>
          </p:sp>
        </p:grpSp>
        <p:grpSp>
          <p:nvGrpSpPr>
            <p:cNvPr id="12" name="组合 11">
              <a:extLst>
                <a:ext uri="{FF2B5EF4-FFF2-40B4-BE49-F238E27FC236}">
                  <a16:creationId xmlns:a16="http://schemas.microsoft.com/office/drawing/2014/main" id="{77741FC6-74F3-61C4-6F26-F3975F540C01}"/>
                </a:ext>
              </a:extLst>
            </p:cNvPr>
            <p:cNvGrpSpPr/>
            <p:nvPr/>
          </p:nvGrpSpPr>
          <p:grpSpPr>
            <a:xfrm>
              <a:off x="7963395" y="3052662"/>
              <a:ext cx="3555506" cy="1242888"/>
              <a:chOff x="7963395" y="3052662"/>
              <a:chExt cx="3555506" cy="1242888"/>
            </a:xfrm>
          </p:grpSpPr>
          <p:sp>
            <p:nvSpPr>
              <p:cNvPr id="88" name="Text5">
                <a:extLst>
                  <a:ext uri="{FF2B5EF4-FFF2-40B4-BE49-F238E27FC236}">
                    <a16:creationId xmlns:a16="http://schemas.microsoft.com/office/drawing/2014/main" id="{862AC71A-07C4-E670-5195-8C7E8815F2AB}"/>
                  </a:ext>
                </a:extLst>
              </p:cNvPr>
              <p:cNvSpPr txBox="1"/>
              <p:nvPr/>
            </p:nvSpPr>
            <p:spPr>
              <a:xfrm>
                <a:off x="7963395" y="3524282"/>
                <a:ext cx="3555506" cy="771268"/>
              </a:xfrm>
              <a:prstGeom prst="rect">
                <a:avLst/>
              </a:prstGeom>
              <a:noFill/>
            </p:spPr>
            <p:txBody>
              <a:bodyPr wrap="square" lIns="91440" tIns="45720" rIns="91440" bIns="45720">
                <a:normAutofit/>
              </a:bodyPr>
              <a:lstStyle/>
              <a:p>
                <a:pPr>
                  <a:lnSpc>
                    <a:spcPct val="120000"/>
                  </a:lnSpc>
                </a:pPr>
                <a:r>
                  <a:rPr lang="zh-CN" altLang="en-US" sz="1200">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89" name="Bullet5">
                <a:extLst>
                  <a:ext uri="{FF2B5EF4-FFF2-40B4-BE49-F238E27FC236}">
                    <a16:creationId xmlns:a16="http://schemas.microsoft.com/office/drawing/2014/main" id="{A24ED6E6-86D1-B6AF-CB26-99BFA211E3AA}"/>
                  </a:ext>
                </a:extLst>
              </p:cNvPr>
              <p:cNvSpPr/>
              <p:nvPr/>
            </p:nvSpPr>
            <p:spPr>
              <a:xfrm>
                <a:off x="7963395" y="3052662"/>
                <a:ext cx="3555506" cy="471619"/>
              </a:xfrm>
              <a:prstGeom prst="rect">
                <a:avLst/>
              </a:prstGeom>
            </p:spPr>
            <p:txBody>
              <a:bodyPr wrap="square" lIns="91440" tIns="45720" rIns="91440" bIns="45720" anchor="b"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nvGrpSpPr>
            <p:cNvPr id="15" name="组合 14">
              <a:extLst>
                <a:ext uri="{FF2B5EF4-FFF2-40B4-BE49-F238E27FC236}">
                  <a16:creationId xmlns:a16="http://schemas.microsoft.com/office/drawing/2014/main" id="{0461B22F-C2C7-3945-F520-B6E0B25C7D0B}"/>
                </a:ext>
              </a:extLst>
            </p:cNvPr>
            <p:cNvGrpSpPr/>
            <p:nvPr/>
          </p:nvGrpSpPr>
          <p:grpSpPr>
            <a:xfrm>
              <a:off x="7963395" y="4891212"/>
              <a:ext cx="3555506" cy="1242888"/>
              <a:chOff x="7963395" y="4891212"/>
              <a:chExt cx="3555506" cy="1242888"/>
            </a:xfrm>
          </p:grpSpPr>
          <p:sp>
            <p:nvSpPr>
              <p:cNvPr id="109" name="Text6">
                <a:extLst>
                  <a:ext uri="{FF2B5EF4-FFF2-40B4-BE49-F238E27FC236}">
                    <a16:creationId xmlns:a16="http://schemas.microsoft.com/office/drawing/2014/main" id="{A71CC1B4-12B4-B5DC-DCF0-F0CB293CC8A8}"/>
                  </a:ext>
                </a:extLst>
              </p:cNvPr>
              <p:cNvSpPr txBox="1"/>
              <p:nvPr/>
            </p:nvSpPr>
            <p:spPr>
              <a:xfrm>
                <a:off x="7963395" y="5362832"/>
                <a:ext cx="3555506" cy="771268"/>
              </a:xfrm>
              <a:prstGeom prst="rect">
                <a:avLst/>
              </a:prstGeom>
              <a:noFill/>
            </p:spPr>
            <p:txBody>
              <a:bodyPr wrap="square" lIns="91440" tIns="45720" rIns="91440" bIns="45720">
                <a:normAutofit/>
              </a:bodyPr>
              <a:lstStyle/>
              <a:p>
                <a:pPr>
                  <a:lnSpc>
                    <a:spcPct val="120000"/>
                  </a:lnSpc>
                </a:pPr>
                <a:r>
                  <a:rPr lang="zh-CN" altLang="en-US" sz="1200">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latin typeface="Arial" panose="020B0604020202020204" pitchFamily="34" charset="0"/>
                  <a:sym typeface="Arial" panose="020B0604020202020204" pitchFamily="34" charset="0"/>
                </a:endParaRPr>
              </a:p>
            </p:txBody>
          </p:sp>
          <p:sp>
            <p:nvSpPr>
              <p:cNvPr id="110" name="Bullet6">
                <a:extLst>
                  <a:ext uri="{FF2B5EF4-FFF2-40B4-BE49-F238E27FC236}">
                    <a16:creationId xmlns:a16="http://schemas.microsoft.com/office/drawing/2014/main" id="{CF9C854C-3ADF-6C2E-4448-CC7E2BAF53FA}"/>
                  </a:ext>
                </a:extLst>
              </p:cNvPr>
              <p:cNvSpPr/>
              <p:nvPr/>
            </p:nvSpPr>
            <p:spPr>
              <a:xfrm>
                <a:off x="7963395" y="4891212"/>
                <a:ext cx="3555506" cy="471619"/>
              </a:xfrm>
              <a:prstGeom prst="rect">
                <a:avLst/>
              </a:prstGeom>
            </p:spPr>
            <p:txBody>
              <a:bodyPr wrap="square" lIns="91440" tIns="45720" rIns="91440" bIns="45720" anchor="b" anchorCtr="0">
                <a:normAutofit/>
              </a:bodyPr>
              <a:lstStyle/>
              <a:p>
                <a:r>
                  <a:rPr lang="zh-CN" altLang="en-US" b="1">
                    <a:latin typeface="Arial" panose="020B0604020202020204" pitchFamily="34" charset="0"/>
                    <a:cs typeface="+mn-ea"/>
                    <a:sym typeface="Arial" panose="020B0604020202020204" pitchFamily="34" charset="0"/>
                  </a:rPr>
                  <a:t>单击添加小标题</a:t>
                </a:r>
                <a:endParaRPr lang="en-US" dirty="0">
                  <a:latin typeface="Arial" panose="020B0604020202020204" pitchFamily="34" charset="0"/>
                  <a:sym typeface="Arial" panose="020B0604020202020204" pitchFamily="34" charset="0"/>
                </a:endParaRPr>
              </a:p>
            </p:txBody>
          </p:sp>
        </p:grpSp>
      </p:grpSp>
      <p:sp>
        <p:nvSpPr>
          <p:cNvPr id="2" name="标题 1">
            <a:extLst>
              <a:ext uri="{FF2B5EF4-FFF2-40B4-BE49-F238E27FC236}">
                <a16:creationId xmlns:a16="http://schemas.microsoft.com/office/drawing/2014/main" id="{F67192EF-D5A4-D67C-4A82-C89D5403C499}"/>
              </a:ext>
            </a:extLst>
          </p:cNvPr>
          <p:cNvSpPr>
            <a:spLocks noGrp="1"/>
          </p:cNvSpPr>
          <p:nvPr>
            <p:ph type="title"/>
          </p:nvPr>
        </p:nvSpPr>
        <p:spPr>
          <a:xfrm>
            <a:off x="660400" y="338667"/>
            <a:ext cx="10858500" cy="690032"/>
          </a:xfrm>
        </p:spPr>
        <p:txBody>
          <a:bodyPr/>
          <a:lstStyle/>
          <a:p>
            <a:r>
              <a:rPr lang="zh-CN" altLang="en-US"/>
              <a:t>单击此处添加页面标题</a:t>
            </a:r>
          </a:p>
        </p:txBody>
      </p:sp>
    </p:spTree>
    <p:extLst>
      <p:ext uri="{BB962C8B-B14F-4D97-AF65-F5344CB8AC3E}">
        <p14:creationId xmlns:p14="http://schemas.microsoft.com/office/powerpoint/2010/main" val="153334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CBD994AA-A29A-B16E-AE3B-C1AFFDE196FA}"/>
              </a:ext>
            </a:extLst>
          </p:cNvPr>
          <p:cNvGrpSpPr/>
          <p:nvPr/>
        </p:nvGrpSpPr>
        <p:grpSpPr>
          <a:xfrm>
            <a:off x="614853" y="1095827"/>
            <a:ext cx="11577146" cy="5762173"/>
            <a:chOff x="614853" y="1095827"/>
            <a:chExt cx="11577146" cy="5762173"/>
          </a:xfrm>
        </p:grpSpPr>
        <p:sp>
          <p:nvSpPr>
            <p:cNvPr id="70" name="任意多边形: 形状 69">
              <a:extLst>
                <a:ext uri="{FF2B5EF4-FFF2-40B4-BE49-F238E27FC236}">
                  <a16:creationId xmlns:a16="http://schemas.microsoft.com/office/drawing/2014/main" id="{84FB659C-3339-8DDB-C4D2-847722B11483}"/>
                </a:ext>
              </a:extLst>
            </p:cNvPr>
            <p:cNvSpPr>
              <a:spLocks/>
            </p:cNvSpPr>
            <p:nvPr/>
          </p:nvSpPr>
          <p:spPr>
            <a:xfrm flipH="1">
              <a:off x="4581624" y="1095827"/>
              <a:ext cx="7610375" cy="5762173"/>
            </a:xfrm>
            <a:custGeom>
              <a:avLst/>
              <a:gdLst>
                <a:gd name="csX0" fmla="*/ 7697002 w 7697002"/>
                <a:gd name="csY0" fmla="*/ 0 h 4909554"/>
                <a:gd name="csX1" fmla="*/ 0 w 7697002"/>
                <a:gd name="csY1" fmla="*/ 0 h 4909554"/>
                <a:gd name="csX2" fmla="*/ 0 w 7697002"/>
                <a:gd name="csY2" fmla="*/ 4909554 h 4909554"/>
                <a:gd name="csX3" fmla="*/ 7697002 w 7697002"/>
                <a:gd name="csY3" fmla="*/ 4909554 h 4909554"/>
              </a:gdLst>
              <a:ahLst/>
              <a:cxnLst>
                <a:cxn ang="0">
                  <a:pos x="csX0" y="csY0"/>
                </a:cxn>
                <a:cxn ang="0">
                  <a:pos x="csX1" y="csY1"/>
                </a:cxn>
                <a:cxn ang="0">
                  <a:pos x="csX2" y="csY2"/>
                </a:cxn>
                <a:cxn ang="0">
                  <a:pos x="csX3" y="csY3"/>
                </a:cxn>
              </a:cxnLst>
              <a:rect l="l" t="t" r="r" b="b"/>
              <a:pathLst>
                <a:path w="7697002" h="4909554">
                  <a:moveTo>
                    <a:pt x="7697002" y="0"/>
                  </a:moveTo>
                  <a:lnTo>
                    <a:pt x="0" y="0"/>
                  </a:lnTo>
                  <a:lnTo>
                    <a:pt x="0" y="4909554"/>
                  </a:lnTo>
                  <a:lnTo>
                    <a:pt x="7697002" y="4909554"/>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 name="矩形 25">
              <a:extLst>
                <a:ext uri="{FF2B5EF4-FFF2-40B4-BE49-F238E27FC236}">
                  <a16:creationId xmlns:a16="http://schemas.microsoft.com/office/drawing/2014/main" id="{0CF006A6-A57B-0F15-360F-E0B79D9B3353}"/>
                </a:ext>
              </a:extLst>
            </p:cNvPr>
            <p:cNvSpPr/>
            <p:nvPr/>
          </p:nvSpPr>
          <p:spPr>
            <a:xfrm>
              <a:off x="755144" y="4499656"/>
              <a:ext cx="10681712" cy="163444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Title">
              <a:extLst>
                <a:ext uri="{FF2B5EF4-FFF2-40B4-BE49-F238E27FC236}">
                  <a16:creationId xmlns:a16="http://schemas.microsoft.com/office/drawing/2014/main" id="{B1C240B3-C1EE-3C03-5123-C4CFB151A471}"/>
                </a:ext>
              </a:extLst>
            </p:cNvPr>
            <p:cNvSpPr>
              <a:spLocks/>
            </p:cNvSpPr>
            <p:nvPr/>
          </p:nvSpPr>
          <p:spPr>
            <a:xfrm>
              <a:off x="660398" y="1318697"/>
              <a:ext cx="3667226" cy="3040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a:solidFill>
                    <a:schemeClr val="tx1"/>
                  </a:solidFill>
                  <a:latin typeface="Arial" panose="020B0604020202020204" pitchFamily="34" charset="0"/>
                  <a:cs typeface="+mn-ea"/>
                  <a:sym typeface="Arial" panose="020B0604020202020204" pitchFamily="34" charset="0"/>
                </a:rPr>
                <a:t>单击此处添加长一点的副标题</a:t>
              </a:r>
              <a:endParaRPr lang="en-US" sz="2400" dirty="0">
                <a:solidFill>
                  <a:schemeClr val="tx1"/>
                </a:solidFill>
                <a:latin typeface="Arial" panose="020B0604020202020204" pitchFamily="34" charset="0"/>
                <a:sym typeface="Arial" panose="020B0604020202020204" pitchFamily="34" charset="0"/>
              </a:endParaRPr>
            </a:p>
          </p:txBody>
        </p:sp>
        <p:pic>
          <p:nvPicPr>
            <p:cNvPr id="4" name="图片 3">
              <a:extLst>
                <a:ext uri="{FF2B5EF4-FFF2-40B4-BE49-F238E27FC236}">
                  <a16:creationId xmlns:a16="http://schemas.microsoft.com/office/drawing/2014/main" id="{ABE51EDC-77CF-7390-3E9D-6D2A76EEFA3F}"/>
                </a:ext>
              </a:extLst>
            </p:cNvPr>
            <p:cNvPicPr>
              <a:picLocks noChangeAspect="1"/>
            </p:cNvPicPr>
            <p:nvPr/>
          </p:nvPicPr>
          <p:blipFill>
            <a:blip r:embed="rId4"/>
            <a:stretch>
              <a:fillRect/>
            </a:stretch>
          </p:blipFill>
          <p:spPr>
            <a:xfrm>
              <a:off x="614853" y="4146632"/>
              <a:ext cx="2651990" cy="1987468"/>
            </a:xfrm>
            <a:prstGeom prst="rect">
              <a:avLst/>
            </a:prstGeom>
          </p:spPr>
        </p:pic>
        <p:grpSp>
          <p:nvGrpSpPr>
            <p:cNvPr id="3" name="组合 2">
              <a:extLst>
                <a:ext uri="{FF2B5EF4-FFF2-40B4-BE49-F238E27FC236}">
                  <a16:creationId xmlns:a16="http://schemas.microsoft.com/office/drawing/2014/main" id="{E5C0710D-1F03-A84B-7A67-6336EAF9BCFE}"/>
                </a:ext>
              </a:extLst>
            </p:cNvPr>
            <p:cNvGrpSpPr/>
            <p:nvPr/>
          </p:nvGrpSpPr>
          <p:grpSpPr>
            <a:xfrm>
              <a:off x="5124169" y="1528556"/>
              <a:ext cx="6394732" cy="1151730"/>
              <a:chOff x="5124169" y="1528556"/>
              <a:chExt cx="6394732" cy="1151730"/>
            </a:xfrm>
          </p:grpSpPr>
          <p:sp>
            <p:nvSpPr>
              <p:cNvPr id="65" name="Number1">
                <a:extLst>
                  <a:ext uri="{FF2B5EF4-FFF2-40B4-BE49-F238E27FC236}">
                    <a16:creationId xmlns:a16="http://schemas.microsoft.com/office/drawing/2014/main" id="{F8E53331-4175-D15E-15ED-9C3E1ACB3DF2}"/>
                  </a:ext>
                </a:extLst>
              </p:cNvPr>
              <p:cNvSpPr/>
              <p:nvPr/>
            </p:nvSpPr>
            <p:spPr>
              <a:xfrm>
                <a:off x="5124169" y="1698603"/>
                <a:ext cx="412668" cy="411659"/>
              </a:xfrm>
              <a:prstGeom prst="rect">
                <a:avLst/>
              </a:prstGeom>
              <a:solidFill>
                <a:srgbClr val="FFFF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1200" b="1">
                    <a:solidFill>
                      <a:srgbClr val="2F2F2F"/>
                    </a:solidFill>
                    <a:latin typeface="Arial" panose="020B0604020202020204" pitchFamily="34" charset="0"/>
                    <a:cs typeface="+mn-ea"/>
                    <a:sym typeface="Arial" panose="020B0604020202020204" pitchFamily="34" charset="0"/>
                  </a:rPr>
                  <a:t>01</a:t>
                </a:r>
                <a:endParaRPr lang="zh-CN" altLang="en-US" sz="1200" b="1" dirty="0">
                  <a:solidFill>
                    <a:srgbClr val="2F2F2F"/>
                  </a:solidFill>
                  <a:latin typeface="Arial" panose="020B0604020202020204" pitchFamily="34" charset="0"/>
                  <a:cs typeface="+mn-ea"/>
                  <a:sym typeface="Arial" panose="020B0604020202020204" pitchFamily="34" charset="0"/>
                </a:endParaRPr>
              </a:p>
            </p:txBody>
          </p:sp>
          <p:sp>
            <p:nvSpPr>
              <p:cNvPr id="64" name="Text1">
                <a:extLst>
                  <a:ext uri="{FF2B5EF4-FFF2-40B4-BE49-F238E27FC236}">
                    <a16:creationId xmlns:a16="http://schemas.microsoft.com/office/drawing/2014/main" id="{07943140-7B0C-BAF0-BCD4-53AFC899A3F6}"/>
                  </a:ext>
                </a:extLst>
              </p:cNvPr>
              <p:cNvSpPr txBox="1">
                <a:spLocks/>
              </p:cNvSpPr>
              <p:nvPr/>
            </p:nvSpPr>
            <p:spPr>
              <a:xfrm>
                <a:off x="5656468" y="2104423"/>
                <a:ext cx="5862433" cy="575863"/>
              </a:xfrm>
              <a:prstGeom prst="rect">
                <a:avLst/>
              </a:prstGeom>
              <a:noFill/>
            </p:spPr>
            <p:txBody>
              <a:bodyPr wrap="square" lIns="91440" tIns="45720" rIns="91440" bIns="45720">
                <a:normAutofit/>
              </a:bodyPr>
              <a:lstStyle/>
              <a:p>
                <a:pPr>
                  <a:lnSpc>
                    <a:spcPct val="120000"/>
                  </a:lnSpc>
                  <a:spcAft>
                    <a:spcPts val="600"/>
                  </a:spcAft>
                  <a:buClr>
                    <a:schemeClr val="accent1"/>
                  </a:buClr>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63" name="Bullet1">
                <a:extLst>
                  <a:ext uri="{FF2B5EF4-FFF2-40B4-BE49-F238E27FC236}">
                    <a16:creationId xmlns:a16="http://schemas.microsoft.com/office/drawing/2014/main" id="{5D86791A-BC51-6542-1C79-3EFF06D75C5A}"/>
                  </a:ext>
                </a:extLst>
              </p:cNvPr>
              <p:cNvSpPr txBox="1">
                <a:spLocks/>
              </p:cNvSpPr>
              <p:nvPr/>
            </p:nvSpPr>
            <p:spPr>
              <a:xfrm>
                <a:off x="5656468" y="1528556"/>
                <a:ext cx="5862433" cy="575863"/>
              </a:xfrm>
              <a:prstGeom prst="rect">
                <a:avLst/>
              </a:prstGeom>
              <a:noFill/>
            </p:spPr>
            <p:txBody>
              <a:bodyPr wrap="square" lIns="91440" tIns="45720" rIns="91440" bIns="45720" rtlCol="0" anchor="b">
                <a:normAutofit/>
              </a:bodyPr>
              <a:lstStyle/>
              <a:p>
                <a:pPr lvl="0" defTabSz="913765">
                  <a:buSzPct val="25000"/>
                  <a:defRPr/>
                </a:pPr>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7" name="组合 6">
              <a:extLst>
                <a:ext uri="{FF2B5EF4-FFF2-40B4-BE49-F238E27FC236}">
                  <a16:creationId xmlns:a16="http://schemas.microsoft.com/office/drawing/2014/main" id="{E488D01D-B2FE-4F0E-CC0F-9F74C3D43A2D}"/>
                </a:ext>
              </a:extLst>
            </p:cNvPr>
            <p:cNvGrpSpPr/>
            <p:nvPr/>
          </p:nvGrpSpPr>
          <p:grpSpPr>
            <a:xfrm>
              <a:off x="5124169" y="3009463"/>
              <a:ext cx="6394732" cy="1151730"/>
              <a:chOff x="5124169" y="3009463"/>
              <a:chExt cx="6394732" cy="1151730"/>
            </a:xfrm>
          </p:grpSpPr>
          <p:sp>
            <p:nvSpPr>
              <p:cNvPr id="107" name="Number2">
                <a:extLst>
                  <a:ext uri="{FF2B5EF4-FFF2-40B4-BE49-F238E27FC236}">
                    <a16:creationId xmlns:a16="http://schemas.microsoft.com/office/drawing/2014/main" id="{FF7296F4-40B1-329B-AF0C-D7A3BE6A54AE}"/>
                  </a:ext>
                </a:extLst>
              </p:cNvPr>
              <p:cNvSpPr/>
              <p:nvPr/>
            </p:nvSpPr>
            <p:spPr>
              <a:xfrm>
                <a:off x="5124169" y="3179510"/>
                <a:ext cx="412668" cy="411659"/>
              </a:xfrm>
              <a:prstGeom prst="rect">
                <a:avLst/>
              </a:prstGeom>
              <a:solidFill>
                <a:srgbClr val="FFFF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1200" b="1">
                    <a:solidFill>
                      <a:srgbClr val="2F2F2F"/>
                    </a:solidFill>
                    <a:latin typeface="Arial" panose="020B0604020202020204" pitchFamily="34" charset="0"/>
                    <a:cs typeface="+mn-ea"/>
                    <a:sym typeface="Arial" panose="020B0604020202020204" pitchFamily="34" charset="0"/>
                  </a:rPr>
                  <a:t>02</a:t>
                </a:r>
                <a:endParaRPr lang="zh-CN" altLang="en-US" sz="1200" b="1" dirty="0">
                  <a:solidFill>
                    <a:srgbClr val="2F2F2F"/>
                  </a:solidFill>
                  <a:latin typeface="Arial" panose="020B0604020202020204" pitchFamily="34" charset="0"/>
                  <a:cs typeface="+mn-ea"/>
                  <a:sym typeface="Arial" panose="020B0604020202020204" pitchFamily="34" charset="0"/>
                </a:endParaRPr>
              </a:p>
            </p:txBody>
          </p:sp>
          <p:sp>
            <p:nvSpPr>
              <p:cNvPr id="106" name="Text2">
                <a:extLst>
                  <a:ext uri="{FF2B5EF4-FFF2-40B4-BE49-F238E27FC236}">
                    <a16:creationId xmlns:a16="http://schemas.microsoft.com/office/drawing/2014/main" id="{DFCAE0DD-C17C-992F-D3FD-352BA460C55F}"/>
                  </a:ext>
                </a:extLst>
              </p:cNvPr>
              <p:cNvSpPr txBox="1">
                <a:spLocks/>
              </p:cNvSpPr>
              <p:nvPr/>
            </p:nvSpPr>
            <p:spPr>
              <a:xfrm>
                <a:off x="5656468" y="3585330"/>
                <a:ext cx="5862433" cy="575863"/>
              </a:xfrm>
              <a:prstGeom prst="rect">
                <a:avLst/>
              </a:prstGeom>
              <a:noFill/>
            </p:spPr>
            <p:txBody>
              <a:bodyPr wrap="square" lIns="91440" tIns="45720" rIns="91440" bIns="45720">
                <a:normAutofit/>
              </a:bodyPr>
              <a:lstStyle/>
              <a:p>
                <a:pPr>
                  <a:lnSpc>
                    <a:spcPct val="120000"/>
                  </a:lnSpc>
                  <a:spcAft>
                    <a:spcPts val="600"/>
                  </a:spcAft>
                  <a:buClr>
                    <a:schemeClr val="accent1"/>
                  </a:buClr>
                </a:pPr>
                <a:r>
                  <a:rPr lang="zh-CN" altLang="en-US" sz="1200">
                    <a:solidFill>
                      <a:srgbClr val="FFFFF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sz="1200" dirty="0">
                  <a:solidFill>
                    <a:srgbClr val="FFFFFF"/>
                  </a:solidFill>
                  <a:latin typeface="Arial" panose="020B0604020202020204" pitchFamily="34" charset="0"/>
                  <a:sym typeface="Arial" panose="020B0604020202020204" pitchFamily="34" charset="0"/>
                </a:endParaRPr>
              </a:p>
            </p:txBody>
          </p:sp>
          <p:sp>
            <p:nvSpPr>
              <p:cNvPr id="105" name="Bullet2">
                <a:extLst>
                  <a:ext uri="{FF2B5EF4-FFF2-40B4-BE49-F238E27FC236}">
                    <a16:creationId xmlns:a16="http://schemas.microsoft.com/office/drawing/2014/main" id="{D710F4AB-11DB-5479-ED75-EDCFC8AC4E9E}"/>
                  </a:ext>
                </a:extLst>
              </p:cNvPr>
              <p:cNvSpPr txBox="1">
                <a:spLocks/>
              </p:cNvSpPr>
              <p:nvPr/>
            </p:nvSpPr>
            <p:spPr>
              <a:xfrm>
                <a:off x="5656468" y="3009463"/>
                <a:ext cx="5862433" cy="575863"/>
              </a:xfrm>
              <a:prstGeom prst="rect">
                <a:avLst/>
              </a:prstGeom>
              <a:noFill/>
            </p:spPr>
            <p:txBody>
              <a:bodyPr wrap="square" lIns="91440" tIns="45720" rIns="91440" bIns="45720" rtlCol="0" anchor="b">
                <a:normAutofit/>
              </a:bodyPr>
              <a:lstStyle/>
              <a:p>
                <a:pPr lvl="0" defTabSz="913765">
                  <a:buSzPct val="25000"/>
                  <a:defRPr/>
                </a:pPr>
                <a:r>
                  <a:rPr lang="zh-CN" altLang="en-US" b="1">
                    <a:solidFill>
                      <a:srgbClr val="FFFFFF"/>
                    </a:solidFill>
                    <a:latin typeface="Arial" panose="020B0604020202020204" pitchFamily="34" charset="0"/>
                    <a:cs typeface="+mn-ea"/>
                    <a:sym typeface="Arial" panose="020B0604020202020204" pitchFamily="34" charset="0"/>
                  </a:rPr>
                  <a:t>单击添加小标题</a:t>
                </a:r>
                <a:endParaRPr lang="en-US" dirty="0">
                  <a:solidFill>
                    <a:srgbClr val="FFFFFF"/>
                  </a:solidFill>
                  <a:latin typeface="Arial" panose="020B0604020202020204" pitchFamily="34" charset="0"/>
                  <a:sym typeface="Arial" panose="020B0604020202020204" pitchFamily="34" charset="0"/>
                </a:endParaRPr>
              </a:p>
            </p:txBody>
          </p:sp>
        </p:grpSp>
        <p:grpSp>
          <p:nvGrpSpPr>
            <p:cNvPr id="8" name="组合 7">
              <a:extLst>
                <a:ext uri="{FF2B5EF4-FFF2-40B4-BE49-F238E27FC236}">
                  <a16:creationId xmlns:a16="http://schemas.microsoft.com/office/drawing/2014/main" id="{FABA04D8-B021-77D6-4F66-C91BED88681A}"/>
                </a:ext>
              </a:extLst>
            </p:cNvPr>
            <p:cNvGrpSpPr/>
            <p:nvPr/>
          </p:nvGrpSpPr>
          <p:grpSpPr>
            <a:xfrm>
              <a:off x="3485966" y="4667973"/>
              <a:ext cx="7759886" cy="1323605"/>
              <a:chOff x="3485966" y="4667973"/>
              <a:chExt cx="7759886" cy="1323605"/>
            </a:xfrm>
          </p:grpSpPr>
          <p:sp>
            <p:nvSpPr>
              <p:cNvPr id="117" name="Number3">
                <a:extLst>
                  <a:ext uri="{FF2B5EF4-FFF2-40B4-BE49-F238E27FC236}">
                    <a16:creationId xmlns:a16="http://schemas.microsoft.com/office/drawing/2014/main" id="{59C8B7AA-AB81-9AD6-36DB-27DFBEE4BCF9}"/>
                  </a:ext>
                </a:extLst>
              </p:cNvPr>
              <p:cNvSpPr/>
              <p:nvPr/>
            </p:nvSpPr>
            <p:spPr>
              <a:xfrm>
                <a:off x="3485966" y="4743034"/>
                <a:ext cx="603434" cy="602836"/>
              </a:xfrm>
              <a:prstGeom prst="rect">
                <a:avLst/>
              </a:prstGeom>
              <a:solidFill>
                <a:schemeClr val="accent1"/>
              </a:solidFill>
              <a:effectLst/>
            </p:spPr>
            <p:txBody>
              <a:bodyPr wrap="none" lIns="90000" anchor="ctr">
                <a:normAutofit/>
              </a:bodyPr>
              <a:lstStyle/>
              <a:p>
                <a:pPr algn="ctr">
                  <a:spcBef>
                    <a:spcPts val="1000"/>
                  </a:spcBef>
                </a:pPr>
                <a:r>
                  <a:rPr lang="en-US" altLang="zh-CN" sz="1400">
                    <a:solidFill>
                      <a:srgbClr val="FFFFFF"/>
                    </a:solidFill>
                    <a:latin typeface="Arial" panose="020B0604020202020204" pitchFamily="34" charset="0"/>
                    <a:sym typeface="Arial" panose="020B0604020202020204" pitchFamily="34" charset="0"/>
                  </a:rPr>
                  <a:t>03</a:t>
                </a:r>
                <a:endParaRPr lang="zh-CN" altLang="en-US" sz="1400" dirty="0">
                  <a:solidFill>
                    <a:srgbClr val="FFFFFF"/>
                  </a:solidFill>
                  <a:latin typeface="Arial" panose="020B0604020202020204" pitchFamily="34" charset="0"/>
                  <a:sym typeface="Arial" panose="020B0604020202020204" pitchFamily="34" charset="0"/>
                </a:endParaRPr>
              </a:p>
            </p:txBody>
          </p:sp>
          <p:sp>
            <p:nvSpPr>
              <p:cNvPr id="2" name="Text3">
                <a:extLst>
                  <a:ext uri="{FF2B5EF4-FFF2-40B4-BE49-F238E27FC236}">
                    <a16:creationId xmlns:a16="http://schemas.microsoft.com/office/drawing/2014/main" id="{944249AD-9063-F74B-E249-064B747A1016}"/>
                  </a:ext>
                </a:extLst>
              </p:cNvPr>
              <p:cNvSpPr txBox="1"/>
              <p:nvPr/>
            </p:nvSpPr>
            <p:spPr>
              <a:xfrm>
                <a:off x="4143378" y="5254161"/>
                <a:ext cx="7102474" cy="737417"/>
              </a:xfrm>
              <a:prstGeom prst="rect">
                <a:avLst/>
              </a:prstGeom>
              <a:noFill/>
            </p:spPr>
            <p:txBody>
              <a:bodyPr wrap="square" lIns="91440" tIns="45720" rIns="91440" bIns="45720">
                <a:normAutofit/>
              </a:bodyPr>
              <a:lstStyle/>
              <a:p>
                <a:pPr defTabSz="913765">
                  <a:lnSpc>
                    <a:spcPct val="120000"/>
                  </a:lnSpc>
                  <a:buSzPct val="25000"/>
                  <a:defRPr/>
                </a:pPr>
                <a:r>
                  <a:rPr lang="zh-CN" altLang="en-US" sz="1200">
                    <a:solidFill>
                      <a:srgbClr val="2F2F2F"/>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lang="en-US" altLang="en-US" sz="1200" dirty="0">
                  <a:solidFill>
                    <a:srgbClr val="2F2F2F"/>
                  </a:solidFill>
                  <a:latin typeface="Arial" panose="020B0604020202020204" pitchFamily="34" charset="0"/>
                  <a:cs typeface="+mn-ea"/>
                  <a:sym typeface="Arial" panose="020B0604020202020204" pitchFamily="34" charset="0"/>
                </a:endParaRPr>
              </a:p>
            </p:txBody>
          </p:sp>
          <p:sp>
            <p:nvSpPr>
              <p:cNvPr id="13" name="Bullet3">
                <a:extLst>
                  <a:ext uri="{FF2B5EF4-FFF2-40B4-BE49-F238E27FC236}">
                    <a16:creationId xmlns:a16="http://schemas.microsoft.com/office/drawing/2014/main" id="{8BC76EAD-1464-9D2C-E4E9-4CFA2F6014E6}"/>
                  </a:ext>
                </a:extLst>
              </p:cNvPr>
              <p:cNvSpPr txBox="1"/>
              <p:nvPr/>
            </p:nvSpPr>
            <p:spPr>
              <a:xfrm>
                <a:off x="4143378" y="4667973"/>
                <a:ext cx="7102474" cy="586185"/>
              </a:xfrm>
              <a:prstGeom prst="rect">
                <a:avLst/>
              </a:prstGeom>
              <a:noFill/>
            </p:spPr>
            <p:txBody>
              <a:bodyPr wrap="square" lIns="91440" tIns="45720" rIns="91440" bIns="45720" rtlCol="0" anchor="b">
                <a:normAutofit/>
              </a:bodyPr>
              <a:lstStyle/>
              <a:p>
                <a:pPr lvl="0" defTabSz="913765">
                  <a:buSzPct val="25000"/>
                  <a:defRPr/>
                </a:pPr>
                <a:r>
                  <a:rPr lang="zh-CN" altLang="en-US" b="1">
                    <a:solidFill>
                      <a:srgbClr val="2F2F2F"/>
                    </a:solidFill>
                    <a:latin typeface="Arial" panose="020B0604020202020204" pitchFamily="34" charset="0"/>
                    <a:cs typeface="+mn-ea"/>
                    <a:sym typeface="Arial" panose="020B0604020202020204" pitchFamily="34" charset="0"/>
                  </a:rPr>
                  <a:t>单击添加小标题</a:t>
                </a:r>
                <a:endParaRPr lang="en-US" dirty="0">
                  <a:solidFill>
                    <a:srgbClr val="2F2F2F"/>
                  </a:solidFill>
                  <a:latin typeface="Arial" panose="020B0604020202020204" pitchFamily="34" charset="0"/>
                  <a:sym typeface="Arial" panose="020B0604020202020204" pitchFamily="34" charset="0"/>
                </a:endParaRPr>
              </a:p>
            </p:txBody>
          </p:sp>
        </p:grpSp>
      </p:grpSp>
      <p:sp>
        <p:nvSpPr>
          <p:cNvPr id="5" name="标题 4">
            <a:extLst>
              <a:ext uri="{FF2B5EF4-FFF2-40B4-BE49-F238E27FC236}">
                <a16:creationId xmlns:a16="http://schemas.microsoft.com/office/drawing/2014/main" id="{4DF4E8D6-4B99-BEE4-B9E5-1868993CD740}"/>
              </a:ext>
            </a:extLst>
          </p:cNvPr>
          <p:cNvSpPr>
            <a:spLocks noGrp="1"/>
          </p:cNvSpPr>
          <p:nvPr>
            <p:ph type="title"/>
          </p:nvPr>
        </p:nvSpPr>
        <p:spPr>
          <a:xfrm>
            <a:off x="660400" y="338667"/>
            <a:ext cx="10858500" cy="690032"/>
          </a:xfrm>
        </p:spPr>
        <p:txBody>
          <a:bodyPr/>
          <a:lstStyle/>
          <a:p>
            <a:r>
              <a:rPr lang="zh-CN" altLang="en-US"/>
              <a:t>单击此处添加页面标题</a:t>
            </a:r>
          </a:p>
        </p:txBody>
      </p:sp>
    </p:spTree>
    <p:extLst>
      <p:ext uri="{BB962C8B-B14F-4D97-AF65-F5344CB8AC3E}">
        <p14:creationId xmlns:p14="http://schemas.microsoft.com/office/powerpoint/2010/main" val="2538283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7EFDC2BD-73D8-5B42-F204-61205548B4A2}"/>
              </a:ext>
            </a:extLst>
          </p:cNvPr>
          <p:cNvGrpSpPr/>
          <p:nvPr/>
        </p:nvGrpSpPr>
        <p:grpSpPr>
          <a:xfrm>
            <a:off x="0" y="1500134"/>
            <a:ext cx="12192000" cy="5357866"/>
            <a:chOff x="0" y="1500134"/>
            <a:chExt cx="12192000" cy="5357866"/>
          </a:xfrm>
        </p:grpSpPr>
        <p:sp>
          <p:nvSpPr>
            <p:cNvPr id="98" name="任意多边形: 形状 97">
              <a:extLst>
                <a:ext uri="{FF2B5EF4-FFF2-40B4-BE49-F238E27FC236}">
                  <a16:creationId xmlns:a16="http://schemas.microsoft.com/office/drawing/2014/main" id="{64378404-6191-3CF9-2CE8-065ABE959ACD}"/>
                </a:ext>
              </a:extLst>
            </p:cNvPr>
            <p:cNvSpPr/>
            <p:nvPr/>
          </p:nvSpPr>
          <p:spPr>
            <a:xfrm>
              <a:off x="0" y="4095144"/>
              <a:ext cx="12192000" cy="2762856"/>
            </a:xfrm>
            <a:custGeom>
              <a:avLst/>
              <a:gdLst>
                <a:gd name="csX0" fmla="*/ 0 w 12192000"/>
                <a:gd name="csY0" fmla="*/ 0 h 2762856"/>
                <a:gd name="csX1" fmla="*/ 12192000 w 12192000"/>
                <a:gd name="csY1" fmla="*/ 0 h 2762856"/>
                <a:gd name="csX2" fmla="*/ 12192000 w 12192000"/>
                <a:gd name="csY2" fmla="*/ 2762856 h 2762856"/>
                <a:gd name="csX3" fmla="*/ 0 w 12192000"/>
                <a:gd name="csY3" fmla="*/ 2762856 h 2762856"/>
              </a:gdLst>
              <a:ahLst/>
              <a:cxnLst>
                <a:cxn ang="0">
                  <a:pos x="csX0" y="csY0"/>
                </a:cxn>
                <a:cxn ang="0">
                  <a:pos x="csX1" y="csY1"/>
                </a:cxn>
                <a:cxn ang="0">
                  <a:pos x="csX2" y="csY2"/>
                </a:cxn>
                <a:cxn ang="0">
                  <a:pos x="csX3" y="csY3"/>
                </a:cxn>
              </a:cxnLst>
              <a:rect l="l" t="t" r="r" b="b"/>
              <a:pathLst>
                <a:path w="12192000" h="2762856">
                  <a:moveTo>
                    <a:pt x="0" y="0"/>
                  </a:moveTo>
                  <a:lnTo>
                    <a:pt x="12192000" y="0"/>
                  </a:lnTo>
                  <a:lnTo>
                    <a:pt x="12192000" y="2762856"/>
                  </a:lnTo>
                  <a:lnTo>
                    <a:pt x="0" y="27628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endParaRPr>
            </a:p>
          </p:txBody>
        </p:sp>
        <p:sp>
          <p:nvSpPr>
            <p:cNvPr id="11" name="Title">
              <a:extLst>
                <a:ext uri="{FF2B5EF4-FFF2-40B4-BE49-F238E27FC236}">
                  <a16:creationId xmlns:a16="http://schemas.microsoft.com/office/drawing/2014/main" id="{29F16980-CB73-149E-CE90-315D0E955D86}"/>
                </a:ext>
              </a:extLst>
            </p:cNvPr>
            <p:cNvSpPr txBox="1">
              <a:spLocks/>
            </p:cNvSpPr>
            <p:nvPr/>
          </p:nvSpPr>
          <p:spPr>
            <a:xfrm flipH="1">
              <a:off x="8709305" y="1557884"/>
              <a:ext cx="2809593" cy="1629815"/>
            </a:xfrm>
            <a:prstGeom prst="rect">
              <a:avLst/>
            </a:prstGeom>
            <a:noFill/>
            <a:ln>
              <a:noFill/>
            </a:ln>
          </p:spPr>
          <p:txBody>
            <a:bodyPr wrap="square" lIns="91440" tIns="45720" rIns="91440" bIns="45720" anchor="ctr" anchorCtr="0">
              <a:normAutofit/>
            </a:bodyPr>
            <a:lstStyle/>
            <a:p>
              <a:pPr>
                <a:buSzPct val="25000"/>
              </a:pPr>
              <a:r>
                <a:rPr lang="zh-CN" altLang="en-US" sz="2400" b="1">
                  <a:latin typeface="Arial" panose="020B0604020202020204" pitchFamily="34" charset="0"/>
                  <a:cs typeface="+mn-ea"/>
                  <a:sym typeface="Arial" panose="020B0604020202020204" pitchFamily="34" charset="0"/>
                </a:rPr>
                <a:t>单击此处添加长一点的副标题</a:t>
              </a:r>
              <a:endParaRPr lang="en-US" sz="2400" dirty="0">
                <a:latin typeface="Arial" panose="020B0604020202020204" pitchFamily="34" charset="0"/>
                <a:sym typeface="Arial" panose="020B0604020202020204" pitchFamily="34" charset="0"/>
              </a:endParaRPr>
            </a:p>
          </p:txBody>
        </p:sp>
        <p:sp>
          <p:nvSpPr>
            <p:cNvPr id="12" name="矩形 11">
              <a:extLst>
                <a:ext uri="{FF2B5EF4-FFF2-40B4-BE49-F238E27FC236}">
                  <a16:creationId xmlns:a16="http://schemas.microsoft.com/office/drawing/2014/main" id="{D7A2A89C-0BDF-C261-695E-ECE103C3539E}"/>
                </a:ext>
              </a:extLst>
            </p:cNvPr>
            <p:cNvSpPr>
              <a:spLocks/>
            </p:cNvSpPr>
            <p:nvPr/>
          </p:nvSpPr>
          <p:spPr>
            <a:xfrm>
              <a:off x="742445" y="1500134"/>
              <a:ext cx="7745388" cy="24062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89487443-B280-DD75-34CB-0CF594E3DDBC}"/>
                </a:ext>
              </a:extLst>
            </p:cNvPr>
            <p:cNvCxnSpPr>
              <a:cxnSpLocks/>
            </p:cNvCxnSpPr>
            <p:nvPr/>
          </p:nvCxnSpPr>
          <p:spPr>
            <a:xfrm>
              <a:off x="4615139" y="2195679"/>
              <a:ext cx="0" cy="1050035"/>
            </a:xfrm>
            <a:prstGeom prst="line">
              <a:avLst/>
            </a:prstGeom>
            <a:ln w="9525">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30179B16-1BAB-3711-754A-808DEB8725A4}"/>
                </a:ext>
              </a:extLst>
            </p:cNvPr>
            <p:cNvCxnSpPr>
              <a:cxnSpLocks/>
            </p:cNvCxnSpPr>
            <p:nvPr/>
          </p:nvCxnSpPr>
          <p:spPr>
            <a:xfrm>
              <a:off x="3331915" y="4452886"/>
              <a:ext cx="0" cy="492712"/>
            </a:xfrm>
            <a:prstGeom prst="line">
              <a:avLst/>
            </a:prstGeom>
            <a:ln w="9525">
              <a:solidFill>
                <a:srgbClr val="FFFFFF">
                  <a:alpha val="15000"/>
                </a:srgb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4AF5AF31-C0AE-8476-FAEC-B5B393CA8172}"/>
                </a:ext>
              </a:extLst>
            </p:cNvPr>
            <p:cNvCxnSpPr>
              <a:cxnSpLocks/>
            </p:cNvCxnSpPr>
            <p:nvPr/>
          </p:nvCxnSpPr>
          <p:spPr>
            <a:xfrm>
              <a:off x="3331915" y="5472364"/>
              <a:ext cx="0" cy="492712"/>
            </a:xfrm>
            <a:prstGeom prst="line">
              <a:avLst/>
            </a:prstGeom>
            <a:ln w="9525">
              <a:solidFill>
                <a:srgbClr val="FFFFFF">
                  <a:alpha val="15000"/>
                </a:srgbClr>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DD967272-71D7-41B6-27D0-C91A90757C5C}"/>
                </a:ext>
              </a:extLst>
            </p:cNvPr>
            <p:cNvPicPr>
              <a:picLocks noChangeAspect="1"/>
            </p:cNvPicPr>
            <p:nvPr/>
          </p:nvPicPr>
          <p:blipFill>
            <a:blip r:embed="rId4"/>
            <a:stretch>
              <a:fillRect/>
            </a:stretch>
          </p:blipFill>
          <p:spPr>
            <a:xfrm>
              <a:off x="8518508" y="3374051"/>
              <a:ext cx="3200677" cy="2591025"/>
            </a:xfrm>
            <a:prstGeom prst="rect">
              <a:avLst/>
            </a:prstGeom>
          </p:spPr>
        </p:pic>
        <p:grpSp>
          <p:nvGrpSpPr>
            <p:cNvPr id="2" name="组合 1">
              <a:extLst>
                <a:ext uri="{FF2B5EF4-FFF2-40B4-BE49-F238E27FC236}">
                  <a16:creationId xmlns:a16="http://schemas.microsoft.com/office/drawing/2014/main" id="{199F272D-F5DC-C6D6-555D-4E1E2ACFDAA1}"/>
                </a:ext>
              </a:extLst>
            </p:cNvPr>
            <p:cNvGrpSpPr/>
            <p:nvPr/>
          </p:nvGrpSpPr>
          <p:grpSpPr>
            <a:xfrm>
              <a:off x="1075183" y="1718945"/>
              <a:ext cx="3318482" cy="1932340"/>
              <a:chOff x="1075183" y="1718945"/>
              <a:chExt cx="3318482" cy="1932340"/>
            </a:xfrm>
          </p:grpSpPr>
          <p:sp>
            <p:nvSpPr>
              <p:cNvPr id="28" name="Number1">
                <a:extLst>
                  <a:ext uri="{FF2B5EF4-FFF2-40B4-BE49-F238E27FC236}">
                    <a16:creationId xmlns:a16="http://schemas.microsoft.com/office/drawing/2014/main" id="{7A945813-02CF-9D67-1D20-87AD44806ADE}"/>
                  </a:ext>
                </a:extLst>
              </p:cNvPr>
              <p:cNvSpPr txBox="1">
                <a:spLocks/>
              </p:cNvSpPr>
              <p:nvPr/>
            </p:nvSpPr>
            <p:spPr>
              <a:xfrm>
                <a:off x="1075183" y="2195680"/>
                <a:ext cx="452455" cy="451959"/>
              </a:xfrm>
              <a:prstGeom prst="rect">
                <a:avLst/>
              </a:prstGeom>
              <a:solidFill>
                <a:schemeClr val="accent1"/>
              </a:solidFill>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altLang="zh-CN" sz="1600">
                    <a:solidFill>
                      <a:srgbClr val="FFFFFF"/>
                    </a:solidFill>
                    <a:latin typeface="Arial" panose="020B0604020202020204" pitchFamily="34" charset="0"/>
                    <a:cs typeface="+mn-ea"/>
                    <a:sym typeface="Arial" panose="020B0604020202020204" pitchFamily="34" charset="0"/>
                  </a:rPr>
                  <a:t>01</a:t>
                </a:r>
                <a:endParaRPr lang="en-US" sz="1600" dirty="0">
                  <a:solidFill>
                    <a:srgbClr val="FFFFFF"/>
                  </a:solidFill>
                  <a:latin typeface="Arial" panose="020B0604020202020204" pitchFamily="34" charset="0"/>
                  <a:cs typeface="+mn-ea"/>
                  <a:sym typeface="Arial" panose="020B0604020202020204" pitchFamily="34" charset="0"/>
                </a:endParaRPr>
              </a:p>
            </p:txBody>
          </p:sp>
          <p:sp>
            <p:nvSpPr>
              <p:cNvPr id="26" name="Text1">
                <a:extLst>
                  <a:ext uri="{FF2B5EF4-FFF2-40B4-BE49-F238E27FC236}">
                    <a16:creationId xmlns:a16="http://schemas.microsoft.com/office/drawing/2014/main" id="{B0CF15A9-D766-EB57-6945-4C8F5F2FB419}"/>
                  </a:ext>
                </a:extLst>
              </p:cNvPr>
              <p:cNvSpPr>
                <a:spLocks/>
              </p:cNvSpPr>
              <p:nvPr/>
            </p:nvSpPr>
            <p:spPr>
              <a:xfrm flipH="1">
                <a:off x="1558313" y="2601250"/>
                <a:ext cx="2835352" cy="10500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kumimoji="1" lang="en-US" altLang="en-US" sz="1200" dirty="0">
                  <a:solidFill>
                    <a:schemeClr val="tx1"/>
                  </a:solidFill>
                  <a:latin typeface="Arial" panose="020B0604020202020204" pitchFamily="34" charset="0"/>
                  <a:cs typeface="+mn-ea"/>
                  <a:sym typeface="Arial" panose="020B0604020202020204" pitchFamily="34" charset="0"/>
                </a:endParaRPr>
              </a:p>
            </p:txBody>
          </p:sp>
          <p:sp>
            <p:nvSpPr>
              <p:cNvPr id="27" name="Bullet1">
                <a:extLst>
                  <a:ext uri="{FF2B5EF4-FFF2-40B4-BE49-F238E27FC236}">
                    <a16:creationId xmlns:a16="http://schemas.microsoft.com/office/drawing/2014/main" id="{F2FCEF26-6583-0171-6F3B-BD4C8A958D98}"/>
                  </a:ext>
                </a:extLst>
              </p:cNvPr>
              <p:cNvSpPr>
                <a:spLocks/>
              </p:cNvSpPr>
              <p:nvPr/>
            </p:nvSpPr>
            <p:spPr>
              <a:xfrm flipH="1">
                <a:off x="1558311" y="1718945"/>
                <a:ext cx="2835352" cy="882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solidFill>
                    <a:schemeClr val="tx1"/>
                  </a:solidFill>
                  <a:latin typeface="Arial" panose="020B0604020202020204" pitchFamily="34" charset="0"/>
                  <a:sym typeface="Arial" panose="020B0604020202020204" pitchFamily="34" charset="0"/>
                </a:endParaRPr>
              </a:p>
            </p:txBody>
          </p:sp>
        </p:grpSp>
        <p:grpSp>
          <p:nvGrpSpPr>
            <p:cNvPr id="3" name="组合 2">
              <a:extLst>
                <a:ext uri="{FF2B5EF4-FFF2-40B4-BE49-F238E27FC236}">
                  <a16:creationId xmlns:a16="http://schemas.microsoft.com/office/drawing/2014/main" id="{E03BB27D-F4B6-9AE4-DD4B-3D58B7F9B1D8}"/>
                </a:ext>
              </a:extLst>
            </p:cNvPr>
            <p:cNvGrpSpPr/>
            <p:nvPr/>
          </p:nvGrpSpPr>
          <p:grpSpPr>
            <a:xfrm>
              <a:off x="4836614" y="1718945"/>
              <a:ext cx="3318482" cy="1932340"/>
              <a:chOff x="4836614" y="1718945"/>
              <a:chExt cx="3318482" cy="1932340"/>
            </a:xfrm>
          </p:grpSpPr>
          <p:sp>
            <p:nvSpPr>
              <p:cNvPr id="25" name="Number2">
                <a:extLst>
                  <a:ext uri="{FF2B5EF4-FFF2-40B4-BE49-F238E27FC236}">
                    <a16:creationId xmlns:a16="http://schemas.microsoft.com/office/drawing/2014/main" id="{69F0DC15-0830-6567-2420-8EDEAC5DEA7B}"/>
                  </a:ext>
                </a:extLst>
              </p:cNvPr>
              <p:cNvSpPr txBox="1">
                <a:spLocks/>
              </p:cNvSpPr>
              <p:nvPr/>
            </p:nvSpPr>
            <p:spPr>
              <a:xfrm>
                <a:off x="4836614" y="2195680"/>
                <a:ext cx="452455" cy="451959"/>
              </a:xfrm>
              <a:prstGeom prst="rect">
                <a:avLst/>
              </a:prstGeom>
              <a:solidFill>
                <a:schemeClr val="accent1"/>
              </a:solidFill>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altLang="zh-CN" sz="1600">
                    <a:solidFill>
                      <a:srgbClr val="FFFFFF"/>
                    </a:solidFill>
                    <a:latin typeface="Arial" panose="020B0604020202020204" pitchFamily="34" charset="0"/>
                    <a:cs typeface="+mn-ea"/>
                    <a:sym typeface="Arial" panose="020B0604020202020204" pitchFamily="34" charset="0"/>
                  </a:rPr>
                  <a:t>02</a:t>
                </a:r>
                <a:endParaRPr lang="en-US" sz="1600" dirty="0">
                  <a:solidFill>
                    <a:srgbClr val="FFFFFF"/>
                  </a:solidFill>
                  <a:latin typeface="Arial" panose="020B0604020202020204" pitchFamily="34" charset="0"/>
                  <a:cs typeface="+mn-ea"/>
                  <a:sym typeface="Arial" panose="020B0604020202020204" pitchFamily="34" charset="0"/>
                </a:endParaRPr>
              </a:p>
            </p:txBody>
          </p:sp>
          <p:sp>
            <p:nvSpPr>
              <p:cNvPr id="23" name="Text2">
                <a:extLst>
                  <a:ext uri="{FF2B5EF4-FFF2-40B4-BE49-F238E27FC236}">
                    <a16:creationId xmlns:a16="http://schemas.microsoft.com/office/drawing/2014/main" id="{F8539E61-F3EE-3B3C-3BB5-CF188F6B8779}"/>
                  </a:ext>
                </a:extLst>
              </p:cNvPr>
              <p:cNvSpPr>
                <a:spLocks/>
              </p:cNvSpPr>
              <p:nvPr/>
            </p:nvSpPr>
            <p:spPr>
              <a:xfrm flipH="1">
                <a:off x="5319744" y="2601250"/>
                <a:ext cx="2835352" cy="10500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latin typeface="Arial" panose="020B0604020202020204" pitchFamily="34" charset="0"/>
                    <a:cs typeface="+mn-ea"/>
                    <a:sym typeface="Arial" panose="020B0604020202020204" pitchFamily="34" charset="0"/>
                  </a:rPr>
                  <a:t>单击此处添加文本单击此处添加文本单击此处添加文本单击此处添加文本</a:t>
                </a:r>
                <a:endParaRPr kumimoji="1" lang="en-US" altLang="en-US" sz="1200" dirty="0">
                  <a:solidFill>
                    <a:schemeClr val="tx1"/>
                  </a:solidFill>
                  <a:latin typeface="Arial" panose="020B0604020202020204" pitchFamily="34" charset="0"/>
                  <a:cs typeface="+mn-ea"/>
                  <a:sym typeface="Arial" panose="020B0604020202020204" pitchFamily="34" charset="0"/>
                </a:endParaRPr>
              </a:p>
            </p:txBody>
          </p:sp>
          <p:sp>
            <p:nvSpPr>
              <p:cNvPr id="24" name="Bullet2">
                <a:extLst>
                  <a:ext uri="{FF2B5EF4-FFF2-40B4-BE49-F238E27FC236}">
                    <a16:creationId xmlns:a16="http://schemas.microsoft.com/office/drawing/2014/main" id="{D3CA4129-6789-30B0-D665-1BD146330CD5}"/>
                  </a:ext>
                </a:extLst>
              </p:cNvPr>
              <p:cNvSpPr>
                <a:spLocks/>
              </p:cNvSpPr>
              <p:nvPr/>
            </p:nvSpPr>
            <p:spPr>
              <a:xfrm flipH="1">
                <a:off x="5319742" y="1718945"/>
                <a:ext cx="2835352" cy="882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a:solidFill>
                      <a:schemeClr val="tx1"/>
                    </a:solidFill>
                    <a:latin typeface="Arial" panose="020B0604020202020204" pitchFamily="34" charset="0"/>
                    <a:cs typeface="+mn-ea"/>
                    <a:sym typeface="Arial" panose="020B0604020202020204" pitchFamily="34" charset="0"/>
                  </a:rPr>
                  <a:t>单击添加小标题</a:t>
                </a:r>
                <a:endParaRPr lang="en-US" dirty="0">
                  <a:solidFill>
                    <a:schemeClr val="tx1"/>
                  </a:solidFill>
                  <a:latin typeface="Arial" panose="020B0604020202020204" pitchFamily="34" charset="0"/>
                  <a:sym typeface="Arial" panose="020B0604020202020204" pitchFamily="34" charset="0"/>
                </a:endParaRPr>
              </a:p>
            </p:txBody>
          </p:sp>
        </p:grpSp>
        <p:grpSp>
          <p:nvGrpSpPr>
            <p:cNvPr id="4" name="组合 3">
              <a:extLst>
                <a:ext uri="{FF2B5EF4-FFF2-40B4-BE49-F238E27FC236}">
                  <a16:creationId xmlns:a16="http://schemas.microsoft.com/office/drawing/2014/main" id="{F5C18A0A-DCF7-D724-7BB5-A7FC6A8D5DBE}"/>
                </a:ext>
              </a:extLst>
            </p:cNvPr>
            <p:cNvGrpSpPr/>
            <p:nvPr/>
          </p:nvGrpSpPr>
          <p:grpSpPr>
            <a:xfrm>
              <a:off x="742445" y="4283864"/>
              <a:ext cx="7089912" cy="830758"/>
              <a:chOff x="742445" y="4283864"/>
              <a:chExt cx="7089912" cy="830758"/>
            </a:xfrm>
          </p:grpSpPr>
          <p:sp>
            <p:nvSpPr>
              <p:cNvPr id="69" name="Number3">
                <a:extLst>
                  <a:ext uri="{FF2B5EF4-FFF2-40B4-BE49-F238E27FC236}">
                    <a16:creationId xmlns:a16="http://schemas.microsoft.com/office/drawing/2014/main" id="{BEA13D51-1785-FF3B-E3D4-9958184CD9D9}"/>
                  </a:ext>
                </a:extLst>
              </p:cNvPr>
              <p:cNvSpPr/>
              <p:nvPr/>
            </p:nvSpPr>
            <p:spPr>
              <a:xfrm>
                <a:off x="742445" y="4452887"/>
                <a:ext cx="493200" cy="492712"/>
              </a:xfrm>
              <a:prstGeom prst="rect">
                <a:avLst/>
              </a:prstGeom>
              <a:solidFill>
                <a:srgbClr val="FFFFFF"/>
              </a:solidFill>
              <a:effectLst/>
            </p:spPr>
            <p:txBody>
              <a:bodyPr wrap="none" lIns="90000" anchor="ctr">
                <a:normAutofit/>
              </a:bodyPr>
              <a:lstStyle/>
              <a:p>
                <a:pPr algn="ctr">
                  <a:spcBef>
                    <a:spcPts val="1000"/>
                  </a:spcBef>
                </a:pPr>
                <a:r>
                  <a:rPr lang="en-US" altLang="zh-CN" sz="1400">
                    <a:solidFill>
                      <a:srgbClr val="000000"/>
                    </a:solidFill>
                    <a:latin typeface="Arial" panose="020B0604020202020204" pitchFamily="34" charset="0"/>
                    <a:sym typeface="Arial" panose="020B0604020202020204" pitchFamily="34" charset="0"/>
                  </a:rPr>
                  <a:t>03</a:t>
                </a:r>
                <a:endParaRPr lang="zh-CN" altLang="en-US" sz="1400" dirty="0">
                  <a:solidFill>
                    <a:srgbClr val="000000"/>
                  </a:solidFill>
                  <a:latin typeface="Arial" panose="020B0604020202020204" pitchFamily="34" charset="0"/>
                  <a:sym typeface="Arial" panose="020B0604020202020204" pitchFamily="34" charset="0"/>
                </a:endParaRPr>
              </a:p>
            </p:txBody>
          </p:sp>
          <p:sp>
            <p:nvSpPr>
              <p:cNvPr id="67" name="Text3">
                <a:extLst>
                  <a:ext uri="{FF2B5EF4-FFF2-40B4-BE49-F238E27FC236}">
                    <a16:creationId xmlns:a16="http://schemas.microsoft.com/office/drawing/2014/main" id="{1C99AF09-3BE5-F3F7-F396-B39210534588}"/>
                  </a:ext>
                </a:extLst>
              </p:cNvPr>
              <p:cNvSpPr txBox="1">
                <a:spLocks/>
              </p:cNvSpPr>
              <p:nvPr/>
            </p:nvSpPr>
            <p:spPr bwMode="auto">
              <a:xfrm>
                <a:off x="3416300" y="4283864"/>
                <a:ext cx="4416057"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solidFill>
                      <a:srgbClr val="FFFFFF"/>
                    </a:solidFill>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solidFill>
                    <a:srgbClr val="FFFFFF"/>
                  </a:solidFill>
                  <a:latin typeface="Arial" panose="020B0604020202020204" pitchFamily="34" charset="0"/>
                  <a:sym typeface="Arial" panose="020B0604020202020204" pitchFamily="34" charset="0"/>
                </a:endParaRPr>
              </a:p>
            </p:txBody>
          </p:sp>
          <p:sp>
            <p:nvSpPr>
              <p:cNvPr id="66" name="Bullet3">
                <a:extLst>
                  <a:ext uri="{FF2B5EF4-FFF2-40B4-BE49-F238E27FC236}">
                    <a16:creationId xmlns:a16="http://schemas.microsoft.com/office/drawing/2014/main" id="{70D922F9-4EA2-9E21-A779-9F832E10F930}"/>
                  </a:ext>
                </a:extLst>
              </p:cNvPr>
              <p:cNvSpPr txBox="1">
                <a:spLocks/>
              </p:cNvSpPr>
              <p:nvPr/>
            </p:nvSpPr>
            <p:spPr bwMode="auto">
              <a:xfrm>
                <a:off x="1313405" y="4283864"/>
                <a:ext cx="1934124"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solidFill>
                      <a:srgbClr val="FFFFFF"/>
                    </a:solidFill>
                    <a:latin typeface="Arial" panose="020B0604020202020204" pitchFamily="34" charset="0"/>
                    <a:sym typeface="Arial" panose="020B0604020202020204" pitchFamily="34" charset="0"/>
                  </a:rPr>
                  <a:t>单击添加小标题</a:t>
                </a:r>
                <a:endParaRPr lang="en-US" altLang="en-US" b="1" dirty="0">
                  <a:solidFill>
                    <a:srgbClr val="FFFFFF"/>
                  </a:solidFill>
                  <a:latin typeface="Arial" panose="020B0604020202020204" pitchFamily="34" charset="0"/>
                  <a:sym typeface="Arial" panose="020B0604020202020204" pitchFamily="34" charset="0"/>
                </a:endParaRPr>
              </a:p>
            </p:txBody>
          </p:sp>
        </p:grpSp>
        <p:grpSp>
          <p:nvGrpSpPr>
            <p:cNvPr id="5" name="组合 4">
              <a:extLst>
                <a:ext uri="{FF2B5EF4-FFF2-40B4-BE49-F238E27FC236}">
                  <a16:creationId xmlns:a16="http://schemas.microsoft.com/office/drawing/2014/main" id="{688C40FC-2471-6884-3CDF-58BB19A93314}"/>
                </a:ext>
              </a:extLst>
            </p:cNvPr>
            <p:cNvGrpSpPr/>
            <p:nvPr/>
          </p:nvGrpSpPr>
          <p:grpSpPr>
            <a:xfrm>
              <a:off x="742445" y="5303342"/>
              <a:ext cx="7089912" cy="830758"/>
              <a:chOff x="742445" y="5303342"/>
              <a:chExt cx="7089912" cy="830758"/>
            </a:xfrm>
          </p:grpSpPr>
          <p:sp>
            <p:nvSpPr>
              <p:cNvPr id="94" name="Number4">
                <a:extLst>
                  <a:ext uri="{FF2B5EF4-FFF2-40B4-BE49-F238E27FC236}">
                    <a16:creationId xmlns:a16="http://schemas.microsoft.com/office/drawing/2014/main" id="{1618D309-F0B6-4674-F5F9-481A994DA1CA}"/>
                  </a:ext>
                </a:extLst>
              </p:cNvPr>
              <p:cNvSpPr/>
              <p:nvPr/>
            </p:nvSpPr>
            <p:spPr>
              <a:xfrm>
                <a:off x="742445" y="5472365"/>
                <a:ext cx="493200" cy="492712"/>
              </a:xfrm>
              <a:prstGeom prst="rect">
                <a:avLst/>
              </a:prstGeom>
              <a:solidFill>
                <a:srgbClr val="FFFFFF"/>
              </a:solidFill>
              <a:effectLst/>
            </p:spPr>
            <p:txBody>
              <a:bodyPr wrap="none" lIns="90000" anchor="ctr">
                <a:normAutofit/>
              </a:bodyPr>
              <a:lstStyle/>
              <a:p>
                <a:pPr algn="ctr">
                  <a:spcBef>
                    <a:spcPts val="1000"/>
                  </a:spcBef>
                </a:pPr>
                <a:r>
                  <a:rPr lang="en-US" altLang="zh-CN" sz="1400">
                    <a:solidFill>
                      <a:srgbClr val="000000"/>
                    </a:solidFill>
                    <a:latin typeface="Arial" panose="020B0604020202020204" pitchFamily="34" charset="0"/>
                    <a:sym typeface="Arial" panose="020B0604020202020204" pitchFamily="34" charset="0"/>
                  </a:rPr>
                  <a:t>04</a:t>
                </a:r>
                <a:endParaRPr lang="zh-CN" altLang="en-US" sz="1400" dirty="0">
                  <a:solidFill>
                    <a:srgbClr val="000000"/>
                  </a:solidFill>
                  <a:latin typeface="Arial" panose="020B0604020202020204" pitchFamily="34" charset="0"/>
                  <a:sym typeface="Arial" panose="020B0604020202020204" pitchFamily="34" charset="0"/>
                </a:endParaRPr>
              </a:p>
            </p:txBody>
          </p:sp>
          <p:sp>
            <p:nvSpPr>
              <p:cNvPr id="92" name="Text4">
                <a:extLst>
                  <a:ext uri="{FF2B5EF4-FFF2-40B4-BE49-F238E27FC236}">
                    <a16:creationId xmlns:a16="http://schemas.microsoft.com/office/drawing/2014/main" id="{65680724-647D-D780-9EDD-774E33F2EAE3}"/>
                  </a:ext>
                </a:extLst>
              </p:cNvPr>
              <p:cNvSpPr txBox="1">
                <a:spLocks/>
              </p:cNvSpPr>
              <p:nvPr/>
            </p:nvSpPr>
            <p:spPr bwMode="auto">
              <a:xfrm>
                <a:off x="3416300" y="5303342"/>
                <a:ext cx="4416057"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solidFill>
                      <a:srgbClr val="FFFFFF"/>
                    </a:solidFill>
                    <a:latin typeface="Arial" panose="020B0604020202020204" pitchFamily="34" charset="0"/>
                    <a:sym typeface="Arial" panose="020B0604020202020204" pitchFamily="34" charset="0"/>
                  </a:rPr>
                  <a:t>单击此处添加文本单击此处添加文本单击此处添加文本单击此处添加文本</a:t>
                </a:r>
                <a:endParaRPr lang="en-US" altLang="en-US" sz="1200" dirty="0">
                  <a:solidFill>
                    <a:srgbClr val="FFFFFF"/>
                  </a:solidFill>
                  <a:latin typeface="Arial" panose="020B0604020202020204" pitchFamily="34" charset="0"/>
                  <a:sym typeface="Arial" panose="020B0604020202020204" pitchFamily="34" charset="0"/>
                </a:endParaRPr>
              </a:p>
            </p:txBody>
          </p:sp>
          <p:sp>
            <p:nvSpPr>
              <p:cNvPr id="91" name="Bullet4">
                <a:extLst>
                  <a:ext uri="{FF2B5EF4-FFF2-40B4-BE49-F238E27FC236}">
                    <a16:creationId xmlns:a16="http://schemas.microsoft.com/office/drawing/2014/main" id="{2B06BACE-3F17-1BCC-DCD3-D3C307FC7501}"/>
                  </a:ext>
                </a:extLst>
              </p:cNvPr>
              <p:cNvSpPr txBox="1">
                <a:spLocks/>
              </p:cNvSpPr>
              <p:nvPr/>
            </p:nvSpPr>
            <p:spPr bwMode="auto">
              <a:xfrm>
                <a:off x="1313405" y="5303342"/>
                <a:ext cx="1934124" cy="8307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a:solidFill>
                      <a:srgbClr val="FFFFFF"/>
                    </a:solidFill>
                    <a:latin typeface="Arial" panose="020B0604020202020204" pitchFamily="34" charset="0"/>
                    <a:sym typeface="Arial" panose="020B0604020202020204" pitchFamily="34" charset="0"/>
                  </a:rPr>
                  <a:t>单击添加小标题</a:t>
                </a:r>
                <a:endParaRPr lang="en-US" altLang="en-US" b="1" dirty="0">
                  <a:solidFill>
                    <a:srgbClr val="FFFFFF"/>
                  </a:solidFill>
                  <a:latin typeface="Arial" panose="020B0604020202020204" pitchFamily="34" charset="0"/>
                  <a:sym typeface="Arial" panose="020B0604020202020204" pitchFamily="34" charset="0"/>
                </a:endParaRPr>
              </a:p>
            </p:txBody>
          </p:sp>
        </p:grpSp>
      </p:grpSp>
      <p:sp>
        <p:nvSpPr>
          <p:cNvPr id="7" name="标题 6">
            <a:extLst>
              <a:ext uri="{FF2B5EF4-FFF2-40B4-BE49-F238E27FC236}">
                <a16:creationId xmlns:a16="http://schemas.microsoft.com/office/drawing/2014/main" id="{9628F605-67AC-6D05-8D4F-64A46B1F2874}"/>
              </a:ext>
            </a:extLst>
          </p:cNvPr>
          <p:cNvSpPr>
            <a:spLocks noGrp="1"/>
          </p:cNvSpPr>
          <p:nvPr>
            <p:ph type="title"/>
          </p:nvPr>
        </p:nvSpPr>
        <p:spPr>
          <a:xfrm>
            <a:off x="660400" y="338667"/>
            <a:ext cx="10858500" cy="690032"/>
          </a:xfrm>
        </p:spPr>
        <p:txBody>
          <a:bodyPr/>
          <a:lstStyle/>
          <a:p>
            <a:r>
              <a:rPr lang="zh-CN" altLang="en-US"/>
              <a:t>单击此处添加页面标题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902847"/>
            <a:ext cx="5187472" cy="2618353"/>
          </a:xfrm>
        </p:spPr>
        <p:txBody>
          <a:bodyPr/>
          <a:lstStyle/>
          <a:p>
            <a:r>
              <a:rPr lang="zh-CN" altLang="en-US" dirty="0"/>
              <a:t>谢谢观看</a:t>
            </a:r>
            <a:endParaRPr lang="en-US" dirty="0"/>
          </a:p>
        </p:txBody>
      </p:sp>
      <p:sp>
        <p:nvSpPr>
          <p:cNvPr id="4" name="文本占位符 3"/>
          <p:cNvSpPr>
            <a:spLocks noGrp="1"/>
          </p:cNvSpPr>
          <p:nvPr>
            <p:ph type="body" sz="quarter" idx="13" hasCustomPrompt="1"/>
          </p:nvPr>
        </p:nvSpPr>
        <p:spPr>
          <a:xfrm>
            <a:off x="1285084" y="5703888"/>
            <a:ext cx="1577658" cy="391166"/>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533083" y="5703888"/>
            <a:ext cx="1577658" cy="391166"/>
          </a:xfrm>
        </p:spPr>
        <p:txBody>
          <a:bodyPr>
            <a:normAutofit/>
          </a:bodyPr>
          <a:lstStyle/>
          <a:p>
            <a:r>
              <a:rPr lang="zh-CN" altLang="en-US" dirty="0"/>
              <a:t>20XX.XX.XX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ppt/theme/themeOverride2.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ppt/theme/themeOverride3.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ppt/theme/themeOverride4.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ppt/theme/themeOverride5.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ppt/theme/themeOverride6.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ppt/theme/themeOverride7.xml><?xml version="1.0" encoding="utf-8"?>
<a:themeOverride xmlns:a="http://schemas.openxmlformats.org/drawingml/2006/main">
  <a:clrScheme name="新主题色">
    <a:dk1>
      <a:srgbClr val="000000"/>
    </a:dk1>
    <a:lt1>
      <a:srgbClr val="FFFFFF"/>
    </a:lt1>
    <a:dk2>
      <a:srgbClr val="778495"/>
    </a:dk2>
    <a:lt2>
      <a:srgbClr val="F0F0F0"/>
    </a:lt2>
    <a:accent1>
      <a:srgbClr val="2F8172"/>
    </a:accent1>
    <a:accent2>
      <a:srgbClr val="C59458"/>
    </a:accent2>
    <a:accent3>
      <a:srgbClr val="59B197"/>
    </a:accent3>
    <a:accent4>
      <a:srgbClr val="809791"/>
    </a:accent4>
    <a:accent5>
      <a:srgbClr val="92A89F"/>
    </a:accent5>
    <a:accent6>
      <a:srgbClr val="93B6AB"/>
    </a:accent6>
    <a:hlink>
      <a:srgbClr val="564EF8"/>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840</TotalTime>
  <Words>791</Words>
  <Application>Microsoft Office PowerPoint</Application>
  <PresentationFormat>宽屏</PresentationFormat>
  <Paragraphs>127</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医疗护理 服务质量总结汇报</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李亮 李亮</cp:lastModifiedBy>
  <cp:revision>659</cp:revision>
  <dcterms:created xsi:type="dcterms:W3CDTF">2023-06-05T05:58:43Z</dcterms:created>
  <dcterms:modified xsi:type="dcterms:W3CDTF">2026-06-29T07:52:05Z</dcterms:modified>
</cp:coreProperties>
</file>