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theme/themeOverride3.xml" ContentType="application/vnd.openxmlformats-officedocument.themeOverride+xml"/>
  <Override PartName="/ppt/theme/themeOverride4.xml" ContentType="application/vnd.openxmlformats-officedocument.themeOverride+xml"/>
  <Override PartName="/ppt/notesSlides/notesSlide2.xml" ContentType="application/vnd.openxmlformats-officedocument.presentationml.notesSlide+xml"/>
  <Override PartName="/ppt/theme/themeOverride5.xml" ContentType="application/vnd.openxmlformats-officedocument.themeOverride+xml"/>
  <Override PartName="/ppt/notesSlides/notesSlide3.xml" ContentType="application/vnd.openxmlformats-officedocument.presentationml.notesSlide+xml"/>
  <Override PartName="/ppt/theme/themeOverride6.xml" ContentType="application/vnd.openxmlformats-officedocument.themeOverride+xml"/>
  <Override PartName="/ppt/notesSlides/notesSlide4.xml" ContentType="application/vnd.openxmlformats-officedocument.presentationml.notesSlide+xml"/>
  <Override PartName="/ppt/theme/themeOverride7.xml" ContentType="application/vnd.openxmlformats-officedocument.themeOverride+xml"/>
  <Override PartName="/ppt/notesSlides/notesSlide5.xml" ContentType="application/vnd.openxmlformats-officedocument.presentationml.notesSlide+xml"/>
  <Override PartName="/ppt/theme/themeOverride8.xml" ContentType="application/vnd.openxmlformats-officedocument.themeOverride+xml"/>
  <Override PartName="/ppt/notesSlides/notesSlide6.xml" ContentType="application/vnd.openxmlformats-officedocument.presentationml.notesSlide+xml"/>
  <Override PartName="/ppt/theme/themeOverride9.xml" ContentType="application/vnd.openxmlformats-officedocument.themeOverride+xml"/>
  <Override PartName="/ppt/notesSlides/notesSlide7.xml" ContentType="application/vnd.openxmlformats-officedocument.presentationml.notesSlide+xml"/>
  <Override PartName="/ppt/theme/themeOverride10.xml" ContentType="application/vnd.openxmlformats-officedocument.themeOverride+xml"/>
  <Override PartName="/ppt/notesSlides/notesSlide8.xml" ContentType="application/vnd.openxmlformats-officedocument.presentationml.notesSlide+xml"/>
  <Override PartName="/ppt/theme/themeOverride1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65" r:id="rId4"/>
    <p:sldId id="266" r:id="rId5"/>
    <p:sldId id="269" r:id="rId6"/>
    <p:sldId id="272" r:id="rId7"/>
    <p:sldId id="277" r:id="rId8"/>
    <p:sldId id="280" r:id="rId9"/>
    <p:sldId id="284" r:id="rId10"/>
    <p:sldId id="289" r:id="rId11"/>
    <p:sldId id="315" r:id="rId12"/>
    <p:sldId id="316" r:id="R4ce6c147abb34d24"/>
    <p:sldId id="317" r:id="R97cc838f9fe54889"/>
  </p:sldIdLst>
  <p:sldSz cx="12192000"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95" autoAdjust="0"/>
    <p:restoredTop sz="86483" autoAdjust="0"/>
  </p:normalViewPr>
  <p:slideViewPr>
    <p:cSldViewPr snapToGrid="0" showGuides="1">
      <p:cViewPr varScale="1">
        <p:scale>
          <a:sx n="127" d="100"/>
          <a:sy n="127" d="100"/>
        </p:scale>
        <p:origin x="120" y="72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7.xml" Id="rId8" /><Relationship Type="http://schemas.openxmlformats.org/officeDocument/2006/relationships/notesMaster" Target="notesMasters/notesMaster1.xml" Id="rId13" /><Relationship Type="http://schemas.openxmlformats.org/officeDocument/2006/relationships/tableStyles" Target="tableStyles.xml" Id="rId18" /><Relationship Type="http://schemas.openxmlformats.org/officeDocument/2006/relationships/slide" Target="slides/slide2.xml" Id="rId3" /><Relationship Type="http://schemas.openxmlformats.org/officeDocument/2006/relationships/slide" Target="slides/slide6.xml" Id="rId7" /><Relationship Type="http://schemas.openxmlformats.org/officeDocument/2006/relationships/slide" Target="slides/slide11.xml" Id="rId12" /><Relationship Type="http://schemas.openxmlformats.org/officeDocument/2006/relationships/theme" Target="theme/theme1.xml" Id="rId17" /><Relationship Type="http://schemas.openxmlformats.org/officeDocument/2006/relationships/slide" Target="slides/slide1.xml" Id="rId2" /><Relationship Type="http://schemas.openxmlformats.org/officeDocument/2006/relationships/viewProps" Target="viewProps.xml" Id="rId16"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0.xml" Id="rId11" /><Relationship Type="http://schemas.openxmlformats.org/officeDocument/2006/relationships/slide" Target="slides/slide4.xml" Id="rId5" /><Relationship Type="http://schemas.openxmlformats.org/officeDocument/2006/relationships/presProps" Target="presProps.xml" Id="rId15" /><Relationship Type="http://schemas.openxmlformats.org/officeDocument/2006/relationships/slide" Target="slides/slide9.xml" Id="rId10"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tags" Target="tags/tag1.xml" Id="rId14" /><Relationship Type="http://schemas.openxmlformats.org/officeDocument/2006/relationships/slide" Target="/ppt/slides/slide12.xml" Id="R4ce6c147abb34d24" /><Relationship Type="http://schemas.openxmlformats.org/officeDocument/2006/relationships/slide" Target="/ppt/slides/slide13.xml" Id="R97cc838f9fe54889"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6BE7AB-49DD-403E-A122-7E6A4962CD49}" type="datetimeFigureOut">
              <a:rPr lang="zh-CN" altLang="en-US" smtClean="0"/>
              <a:t>2026/6/30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A588D2-8E93-4470-9E64-9B3C06751012}" type="slidenum">
              <a:rPr lang="zh-CN" altLang="en-US" smtClean="0"/>
              <a:t>‹#›</a:t>
            </a:fld>
            <a:endParaRPr lang="zh-CN" altLang="en-US"/>
          </a:p>
        </p:txBody>
      </p:sp>
    </p:spTree>
    <p:extLst>
      <p:ext uri="{BB962C8B-B14F-4D97-AF65-F5344CB8AC3E}">
        <p14:creationId xmlns:p14="http://schemas.microsoft.com/office/powerpoint/2010/main" val="550256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2ceb0322-c6f6-4f32-9446-0530a43f707d.source.1.zh-Hans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672e7045-748d-4dee-87fe-01221bbdb05d.source.2.zh-Hans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55b01ddf-f9c9-4f1c-9fae-0c21761d9304.source.3.zh-Hans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a683c04d-eecb-4efb-9788-ec45124f78c1.source.2.zh-Hans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dfd9f43c-8d4d-4f4b-b8e3-079a40ad0328.source.2.zh-Hans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7f048677-de47-4c5b-8c95-4f671df4e219.source.2.zh-Hans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d622deca-ebe3-42b5-b835-480d810c3ed8.source.2.zh-Hans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ca6fb037-c89b-4dd2-92ea-fc4146747f38.source.2.zh-Hans</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Title Slide" type="title" preserve="1">
  <p:cSld name="Title Slide">
    <p:spTree>
      <p:nvGrpSpPr>
        <p:cNvPr id="1" name=""/>
        <p:cNvGrpSpPr/>
        <p:nvPr/>
      </p:nvGrpSpPr>
      <p:grpSpPr>
        <a:xfrm>
          <a:off x="0" y="0"/>
          <a:ext cx="0" cy="0"/>
          <a:chOff x="0" y="0"/>
          <a:chExt cx="0" cy="0"/>
        </a:xfrm>
      </p:grpSpPr>
      <p:grpSp>
        <p:nvGrpSpPr>
          <p:cNvPr id="26" name="组合 25">
            <a:extLst>
              <a:ext uri="{FF2B5EF4-FFF2-40B4-BE49-F238E27FC236}">
                <a16:creationId xmlns:a16="http://schemas.microsoft.com/office/drawing/2014/main" id="{1C51DE5B-4405-544E-CCBC-373F73EFA410}"/>
              </a:ext>
            </a:extLst>
          </p:cNvPr>
          <p:cNvGrpSpPr/>
          <p:nvPr userDrawn="1"/>
        </p:nvGrpSpPr>
        <p:grpSpPr>
          <a:xfrm>
            <a:off x="759047" y="591023"/>
            <a:ext cx="10765050" cy="5543077"/>
            <a:chOff x="759047" y="591023"/>
            <a:chExt cx="10765050" cy="5543077"/>
          </a:xfrm>
        </p:grpSpPr>
        <p:pic>
          <p:nvPicPr>
            <p:cNvPr id="6" name="图形 2">
              <a:extLst>
                <a:ext uri="{FF2B5EF4-FFF2-40B4-BE49-F238E27FC236}">
                  <a16:creationId xmlns:a16="http://schemas.microsoft.com/office/drawing/2014/main" id="{96492F28-9246-1BD0-892C-43AFD5EFC3FD}"/>
                </a:ext>
              </a:extLst>
            </p:cNvPr>
            <p:cNvPicPr>
              <a:picLocks noChangeAspect="1"/>
            </p:cNvPicPr>
            <p:nvPr/>
          </p:nvPicPr>
          <p:blipFill>
            <a:blip r:embed="rId2"/>
            <a:stretch>
              <a:fillRect/>
            </a:stretch>
          </p:blipFill>
          <p:spPr>
            <a:xfrm>
              <a:off x="6627645" y="1133689"/>
              <a:ext cx="4896452" cy="5000411"/>
            </a:xfrm>
            <a:custGeom>
              <a:avLst/>
              <a:gdLst>
                <a:gd name="connsiteX0" fmla="*/ -1 w 4896452"/>
                <a:gd name="connsiteY0" fmla="*/ -1 h 5000411"/>
                <a:gd name="connsiteX1" fmla="*/ 4896452 w 4896452"/>
                <a:gd name="connsiteY1" fmla="*/ -1 h 5000411"/>
                <a:gd name="connsiteX2" fmla="*/ 4896452 w 4896452"/>
                <a:gd name="connsiteY2" fmla="*/ 5000411 h 5000411"/>
                <a:gd name="connsiteX3" fmla="*/ -1 w 4896452"/>
                <a:gd name="connsiteY3" fmla="*/ 5000411 h 5000411"/>
              </a:gdLst>
              <a:ahLst/>
              <a:cxnLst>
                <a:cxn ang="0">
                  <a:pos x="connsiteX0" y="connsiteY0"/>
                </a:cxn>
                <a:cxn ang="0">
                  <a:pos x="connsiteX1" y="connsiteY1"/>
                </a:cxn>
                <a:cxn ang="0">
                  <a:pos x="connsiteX2" y="connsiteY2"/>
                </a:cxn>
                <a:cxn ang="0">
                  <a:pos x="connsiteX3" y="connsiteY3"/>
                </a:cxn>
              </a:cxnLst>
              <a:rect l="l" t="t" r="r" b="b"/>
              <a:pathLst>
                <a:path w="4896452" h="5000411">
                  <a:moveTo>
                    <a:pt x="-1" y="-1"/>
                  </a:moveTo>
                  <a:lnTo>
                    <a:pt x="4896452" y="-1"/>
                  </a:lnTo>
                  <a:lnTo>
                    <a:pt x="4896452" y="5000411"/>
                  </a:lnTo>
                  <a:lnTo>
                    <a:pt x="-1" y="5000411"/>
                  </a:lnTo>
                  <a:close/>
                </a:path>
              </a:pathLst>
            </a:custGeom>
          </p:spPr>
        </p:pic>
        <p:grpSp>
          <p:nvGrpSpPr>
            <p:cNvPr id="13" name="组合 12">
              <a:extLst>
                <a:ext uri="{FF2B5EF4-FFF2-40B4-BE49-F238E27FC236}">
                  <a16:creationId xmlns:a16="http://schemas.microsoft.com/office/drawing/2014/main" id="{7A75777B-6E02-3817-8003-AB8AD30BF476}"/>
                </a:ext>
              </a:extLst>
            </p:cNvPr>
            <p:cNvGrpSpPr/>
            <p:nvPr userDrawn="1"/>
          </p:nvGrpSpPr>
          <p:grpSpPr>
            <a:xfrm>
              <a:off x="783166" y="591023"/>
              <a:ext cx="2205567" cy="357244"/>
              <a:chOff x="783166" y="591023"/>
              <a:chExt cx="2205567" cy="357244"/>
            </a:xfrm>
          </p:grpSpPr>
          <p:sp>
            <p:nvSpPr>
              <p:cNvPr id="8" name="矩形: 圆角 7">
                <a:extLst>
                  <a:ext uri="{FF2B5EF4-FFF2-40B4-BE49-F238E27FC236}">
                    <a16:creationId xmlns:a16="http://schemas.microsoft.com/office/drawing/2014/main" id="{3F536431-C958-F985-95CC-C548CE2B1874}"/>
                  </a:ext>
                </a:extLst>
              </p:cNvPr>
              <p:cNvSpPr/>
              <p:nvPr userDrawn="1"/>
            </p:nvSpPr>
            <p:spPr>
              <a:xfrm>
                <a:off x="783166" y="591023"/>
                <a:ext cx="2205567" cy="357244"/>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DAE08495-27BC-A95A-E798-032CA87D455C}"/>
                  </a:ext>
                </a:extLst>
              </p:cNvPr>
              <p:cNvSpPr/>
              <p:nvPr userDrawn="1"/>
            </p:nvSpPr>
            <p:spPr>
              <a:xfrm>
                <a:off x="911034" y="723512"/>
                <a:ext cx="92266" cy="9226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a:extLst>
                <a:ext uri="{FF2B5EF4-FFF2-40B4-BE49-F238E27FC236}">
                  <a16:creationId xmlns:a16="http://schemas.microsoft.com/office/drawing/2014/main" id="{0D67B42C-5727-9548-3466-1A66D4A2E4EE}"/>
                </a:ext>
              </a:extLst>
            </p:cNvPr>
            <p:cNvGrpSpPr/>
            <p:nvPr userDrawn="1"/>
          </p:nvGrpSpPr>
          <p:grpSpPr>
            <a:xfrm>
              <a:off x="3157199" y="591023"/>
              <a:ext cx="2205567" cy="357244"/>
              <a:chOff x="3157199" y="591023"/>
              <a:chExt cx="2205567" cy="357244"/>
            </a:xfrm>
          </p:grpSpPr>
          <p:sp>
            <p:nvSpPr>
              <p:cNvPr id="10" name="矩形: 圆角 9">
                <a:extLst>
                  <a:ext uri="{FF2B5EF4-FFF2-40B4-BE49-F238E27FC236}">
                    <a16:creationId xmlns:a16="http://schemas.microsoft.com/office/drawing/2014/main" id="{890BF777-8231-85E8-DE1F-AD845675B3AD}"/>
                  </a:ext>
                </a:extLst>
              </p:cNvPr>
              <p:cNvSpPr/>
              <p:nvPr userDrawn="1"/>
            </p:nvSpPr>
            <p:spPr>
              <a:xfrm>
                <a:off x="3157199" y="591023"/>
                <a:ext cx="2205567" cy="357244"/>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53666B60-A682-546C-E211-EE6A6CBF5FC5}"/>
                  </a:ext>
                </a:extLst>
              </p:cNvPr>
              <p:cNvSpPr/>
              <p:nvPr userDrawn="1"/>
            </p:nvSpPr>
            <p:spPr>
              <a:xfrm>
                <a:off x="3269000" y="723512"/>
                <a:ext cx="92266" cy="9226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6" name="直接连接符 15">
              <a:extLst>
                <a:ext uri="{FF2B5EF4-FFF2-40B4-BE49-F238E27FC236}">
                  <a16:creationId xmlns:a16="http://schemas.microsoft.com/office/drawing/2014/main" id="{8BFFA6E1-16D3-2580-10F7-4FCAE55CB340}"/>
                </a:ext>
              </a:extLst>
            </p:cNvPr>
            <p:cNvCxnSpPr/>
            <p:nvPr userDrawn="1"/>
          </p:nvCxnSpPr>
          <p:spPr>
            <a:xfrm>
              <a:off x="5520088" y="769645"/>
              <a:ext cx="59988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矩形: 圆角 17">
              <a:extLst>
                <a:ext uri="{FF2B5EF4-FFF2-40B4-BE49-F238E27FC236}">
                  <a16:creationId xmlns:a16="http://schemas.microsoft.com/office/drawing/2014/main" id="{DD48468D-FDCB-C9DA-A968-EC52DD980E0D}"/>
                </a:ext>
              </a:extLst>
            </p:cNvPr>
            <p:cNvSpPr/>
            <p:nvPr userDrawn="1"/>
          </p:nvSpPr>
          <p:spPr>
            <a:xfrm>
              <a:off x="783166" y="4014299"/>
              <a:ext cx="1030394" cy="6494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right-arrow-angle_39329">
              <a:extLst>
                <a:ext uri="{FF2B5EF4-FFF2-40B4-BE49-F238E27FC236}">
                  <a16:creationId xmlns:a16="http://schemas.microsoft.com/office/drawing/2014/main" id="{E741A925-0FD9-9E36-0188-CB32B2C78AD7}"/>
                </a:ext>
              </a:extLst>
            </p:cNvPr>
            <p:cNvSpPr/>
            <p:nvPr userDrawn="1"/>
          </p:nvSpPr>
          <p:spPr>
            <a:xfrm>
              <a:off x="6155552" y="3251158"/>
              <a:ext cx="376939" cy="609685"/>
            </a:xfrm>
            <a:custGeom>
              <a:avLst/>
              <a:gdLst>
                <a:gd name="T0" fmla="*/ 255 w 255"/>
                <a:gd name="T1" fmla="*/ 208 h 413"/>
                <a:gd name="T2" fmla="*/ 60 w 255"/>
                <a:gd name="T3" fmla="*/ 403 h 413"/>
                <a:gd name="T4" fmla="*/ 36 w 255"/>
                <a:gd name="T5" fmla="*/ 413 h 413"/>
                <a:gd name="T6" fmla="*/ 13 w 255"/>
                <a:gd name="T7" fmla="*/ 403 h 413"/>
                <a:gd name="T8" fmla="*/ 13 w 255"/>
                <a:gd name="T9" fmla="*/ 356 h 413"/>
                <a:gd name="T10" fmla="*/ 161 w 255"/>
                <a:gd name="T11" fmla="*/ 208 h 413"/>
                <a:gd name="T12" fmla="*/ 13 w 255"/>
                <a:gd name="T13" fmla="*/ 60 h 413"/>
                <a:gd name="T14" fmla="*/ 13 w 255"/>
                <a:gd name="T15" fmla="*/ 13 h 413"/>
                <a:gd name="T16" fmla="*/ 60 w 255"/>
                <a:gd name="T17" fmla="*/ 13 h 413"/>
                <a:gd name="T18" fmla="*/ 255 w 255"/>
                <a:gd name="T19" fmla="*/ 208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5" h="413">
                  <a:moveTo>
                    <a:pt x="255" y="208"/>
                  </a:moveTo>
                  <a:lnTo>
                    <a:pt x="60" y="403"/>
                  </a:lnTo>
                  <a:cubicBezTo>
                    <a:pt x="53" y="409"/>
                    <a:pt x="45" y="413"/>
                    <a:pt x="36" y="413"/>
                  </a:cubicBezTo>
                  <a:cubicBezTo>
                    <a:pt x="28" y="413"/>
                    <a:pt x="19" y="409"/>
                    <a:pt x="13" y="403"/>
                  </a:cubicBezTo>
                  <a:cubicBezTo>
                    <a:pt x="0" y="390"/>
                    <a:pt x="0" y="369"/>
                    <a:pt x="13" y="356"/>
                  </a:cubicBezTo>
                  <a:lnTo>
                    <a:pt x="161" y="208"/>
                  </a:lnTo>
                  <a:lnTo>
                    <a:pt x="13" y="60"/>
                  </a:lnTo>
                  <a:cubicBezTo>
                    <a:pt x="0" y="47"/>
                    <a:pt x="0" y="26"/>
                    <a:pt x="13" y="13"/>
                  </a:cubicBezTo>
                  <a:cubicBezTo>
                    <a:pt x="26" y="0"/>
                    <a:pt x="47" y="0"/>
                    <a:pt x="60" y="13"/>
                  </a:cubicBezTo>
                  <a:lnTo>
                    <a:pt x="255" y="2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组合 21">
              <a:extLst>
                <a:ext uri="{FF2B5EF4-FFF2-40B4-BE49-F238E27FC236}">
                  <a16:creationId xmlns:a16="http://schemas.microsoft.com/office/drawing/2014/main" id="{3BF60F07-AF45-281F-F859-7E8FC82F4530}"/>
                </a:ext>
              </a:extLst>
            </p:cNvPr>
            <p:cNvGrpSpPr/>
            <p:nvPr userDrawn="1"/>
          </p:nvGrpSpPr>
          <p:grpSpPr>
            <a:xfrm>
              <a:off x="759047" y="5737860"/>
              <a:ext cx="396240" cy="396240"/>
              <a:chOff x="759047" y="5737860"/>
              <a:chExt cx="396240" cy="396240"/>
            </a:xfrm>
          </p:grpSpPr>
          <p:sp>
            <p:nvSpPr>
              <p:cNvPr id="19" name="椭圆 18">
                <a:extLst>
                  <a:ext uri="{FF2B5EF4-FFF2-40B4-BE49-F238E27FC236}">
                    <a16:creationId xmlns:a16="http://schemas.microsoft.com/office/drawing/2014/main" id="{CCF0D442-0F25-CA47-6ED0-9896EE92B18B}"/>
                  </a:ext>
                </a:extLst>
              </p:cNvPr>
              <p:cNvSpPr/>
              <p:nvPr userDrawn="1"/>
            </p:nvSpPr>
            <p:spPr>
              <a:xfrm>
                <a:off x="759047" y="5737860"/>
                <a:ext cx="396240" cy="39624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right-arrow-angle_39329">
                <a:extLst>
                  <a:ext uri="{FF2B5EF4-FFF2-40B4-BE49-F238E27FC236}">
                    <a16:creationId xmlns:a16="http://schemas.microsoft.com/office/drawing/2014/main" id="{539F5D10-9BB8-66EF-246A-6037E2449653}"/>
                  </a:ext>
                </a:extLst>
              </p:cNvPr>
              <p:cNvSpPr/>
              <p:nvPr userDrawn="1"/>
            </p:nvSpPr>
            <p:spPr>
              <a:xfrm>
                <a:off x="896842" y="5838406"/>
                <a:ext cx="120651" cy="195149"/>
              </a:xfrm>
              <a:custGeom>
                <a:avLst/>
                <a:gdLst>
                  <a:gd name="T0" fmla="*/ 255 w 255"/>
                  <a:gd name="T1" fmla="*/ 208 h 413"/>
                  <a:gd name="T2" fmla="*/ 60 w 255"/>
                  <a:gd name="T3" fmla="*/ 403 h 413"/>
                  <a:gd name="T4" fmla="*/ 36 w 255"/>
                  <a:gd name="T5" fmla="*/ 413 h 413"/>
                  <a:gd name="T6" fmla="*/ 13 w 255"/>
                  <a:gd name="T7" fmla="*/ 403 h 413"/>
                  <a:gd name="T8" fmla="*/ 13 w 255"/>
                  <a:gd name="T9" fmla="*/ 356 h 413"/>
                  <a:gd name="T10" fmla="*/ 161 w 255"/>
                  <a:gd name="T11" fmla="*/ 208 h 413"/>
                  <a:gd name="T12" fmla="*/ 13 w 255"/>
                  <a:gd name="T13" fmla="*/ 60 h 413"/>
                  <a:gd name="T14" fmla="*/ 13 w 255"/>
                  <a:gd name="T15" fmla="*/ 13 h 413"/>
                  <a:gd name="T16" fmla="*/ 60 w 255"/>
                  <a:gd name="T17" fmla="*/ 13 h 413"/>
                  <a:gd name="T18" fmla="*/ 255 w 255"/>
                  <a:gd name="T19" fmla="*/ 208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5" h="413">
                    <a:moveTo>
                      <a:pt x="255" y="208"/>
                    </a:moveTo>
                    <a:lnTo>
                      <a:pt x="60" y="403"/>
                    </a:lnTo>
                    <a:cubicBezTo>
                      <a:pt x="53" y="409"/>
                      <a:pt x="45" y="413"/>
                      <a:pt x="36" y="413"/>
                    </a:cubicBezTo>
                    <a:cubicBezTo>
                      <a:pt x="28" y="413"/>
                      <a:pt x="19" y="409"/>
                      <a:pt x="13" y="403"/>
                    </a:cubicBezTo>
                    <a:cubicBezTo>
                      <a:pt x="0" y="390"/>
                      <a:pt x="0" y="369"/>
                      <a:pt x="13" y="356"/>
                    </a:cubicBezTo>
                    <a:lnTo>
                      <a:pt x="161" y="208"/>
                    </a:lnTo>
                    <a:lnTo>
                      <a:pt x="13" y="60"/>
                    </a:lnTo>
                    <a:cubicBezTo>
                      <a:pt x="0" y="47"/>
                      <a:pt x="0" y="26"/>
                      <a:pt x="13" y="13"/>
                    </a:cubicBezTo>
                    <a:cubicBezTo>
                      <a:pt x="26" y="0"/>
                      <a:pt x="47" y="0"/>
                      <a:pt x="60" y="13"/>
                    </a:cubicBezTo>
                    <a:lnTo>
                      <a:pt x="255" y="208"/>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图形 23">
              <a:extLst>
                <a:ext uri="{FF2B5EF4-FFF2-40B4-BE49-F238E27FC236}">
                  <a16:creationId xmlns:a16="http://schemas.microsoft.com/office/drawing/2014/main" id="{C76F7568-E84C-B3CB-41A5-31925F37B5AB}"/>
                </a:ext>
              </a:extLst>
            </p:cNvPr>
            <p:cNvSpPr/>
            <p:nvPr/>
          </p:nvSpPr>
          <p:spPr>
            <a:xfrm>
              <a:off x="768572" y="1155172"/>
              <a:ext cx="466725" cy="466725"/>
            </a:xfrm>
            <a:custGeom>
              <a:avLst/>
              <a:gdLst>
                <a:gd name="connsiteX0" fmla="*/ -81 w 466725"/>
                <a:gd name="connsiteY0" fmla="*/ 233245 h 466725"/>
                <a:gd name="connsiteX1" fmla="*/ 233282 w 466725"/>
                <a:gd name="connsiteY1" fmla="*/ -118 h 466725"/>
                <a:gd name="connsiteX2" fmla="*/ 233282 w 466725"/>
                <a:gd name="connsiteY2" fmla="*/ -118 h 466725"/>
                <a:gd name="connsiteX3" fmla="*/ 466644 w 466725"/>
                <a:gd name="connsiteY3" fmla="*/ 233245 h 466725"/>
                <a:gd name="connsiteX4" fmla="*/ 466644 w 466725"/>
                <a:gd name="connsiteY4" fmla="*/ 233245 h 466725"/>
                <a:gd name="connsiteX5" fmla="*/ 233282 w 466725"/>
                <a:gd name="connsiteY5" fmla="*/ 466607 h 466725"/>
                <a:gd name="connsiteX6" fmla="*/ 233282 w 466725"/>
                <a:gd name="connsiteY6" fmla="*/ 466607 h 466725"/>
                <a:gd name="connsiteX7" fmla="*/ -81 w 466725"/>
                <a:gd name="connsiteY7" fmla="*/ 233245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6725" h="466725">
                  <a:moveTo>
                    <a:pt x="-81" y="233245"/>
                  </a:moveTo>
                  <a:cubicBezTo>
                    <a:pt x="128802" y="233245"/>
                    <a:pt x="233282" y="128765"/>
                    <a:pt x="233282" y="-118"/>
                  </a:cubicBezTo>
                  <a:lnTo>
                    <a:pt x="233282" y="-118"/>
                  </a:lnTo>
                  <a:cubicBezTo>
                    <a:pt x="233282" y="128765"/>
                    <a:pt x="337761" y="233245"/>
                    <a:pt x="466644" y="233245"/>
                  </a:cubicBezTo>
                  <a:lnTo>
                    <a:pt x="466644" y="233245"/>
                  </a:lnTo>
                  <a:cubicBezTo>
                    <a:pt x="337761" y="233245"/>
                    <a:pt x="233282" y="337724"/>
                    <a:pt x="233282" y="466607"/>
                  </a:cubicBezTo>
                  <a:lnTo>
                    <a:pt x="233282" y="466607"/>
                  </a:lnTo>
                  <a:cubicBezTo>
                    <a:pt x="233282" y="337724"/>
                    <a:pt x="128802" y="233245"/>
                    <a:pt x="-81" y="233245"/>
                  </a:cubicBezTo>
                  <a:close/>
                </a:path>
              </a:pathLst>
            </a:custGeom>
            <a:solidFill>
              <a:srgbClr val="155FFD"/>
            </a:solidFill>
            <a:ln w="19050" cap="flat">
              <a:solidFill>
                <a:srgbClr val="000000"/>
              </a:solidFill>
              <a:prstDash val="solid"/>
              <a:miter/>
            </a:ln>
          </p:spPr>
          <p:txBody>
            <a:bodyPr rtlCol="0" anchor="ctr"/>
            <a:lstStyle/>
            <a:p>
              <a:endParaRPr lang="zh-CN" altLang="en-US"/>
            </a:p>
          </p:txBody>
        </p:sp>
      </p:grpSp>
      <p:sp>
        <p:nvSpPr>
          <p:cNvPr id="5" name="7850604b-0e1d-4ec9-a4d3-030a0eb33f20"/>
          <p:cNvSpPr>
            <a:spLocks noGrp="1"/>
          </p:cNvSpPr>
          <p:nvPr userDrawn="1">
            <p:ph type="ctrTitle" hasCustomPrompt="1"/>
          </p:nvPr>
        </p:nvSpPr>
        <p:spPr>
          <a:xfrm>
            <a:off x="660399" y="1828802"/>
            <a:ext cx="5400000" cy="2053008"/>
          </a:xfrm>
          <a:prstGeom prst="rect">
            <a:avLst/>
          </a:prstGeom>
        </p:spPr>
        <p:txBody>
          <a:bodyPr wrap="square" anchor="b">
            <a:normAutofit/>
          </a:bodyPr>
          <a:lstStyle>
            <a:lvl1pPr algn="l">
              <a:lnSpc>
                <a:spcPct val="100000"/>
              </a:lnSpc>
              <a:defRPr sz="4800">
                <a:ln w="19050">
                  <a:noFill/>
                </a:ln>
                <a:solidFill>
                  <a:schemeClr val="tx1"/>
                </a:solidFill>
              </a:defRPr>
            </a:lvl1pPr>
          </a:lstStyle>
          <a:p>
            <a:pPr lvl="0"/>
            <a:r>
              <a:rPr lang="zh-CN" altLang="en-US" dirty="0"/>
              <a:t>Click to add title</a:t>
            </a:r>
            <a:endParaRPr lang="en-US" dirty="0"/>
          </a:p>
        </p:txBody>
      </p:sp>
      <p:sp>
        <p:nvSpPr>
          <p:cNvPr id="9" name="副标题 8"/>
          <p:cNvSpPr>
            <a:spLocks noGrp="1"/>
          </p:cNvSpPr>
          <p:nvPr userDrawn="1">
            <p:ph type="subTitle" sz="quarter" idx="1" hasCustomPrompt="1"/>
          </p:nvPr>
        </p:nvSpPr>
        <p:spPr>
          <a:xfrm>
            <a:off x="660399" y="4155439"/>
            <a:ext cx="5400000" cy="795727"/>
          </a:xfrm>
          <a:prstGeom prst="rect">
            <a:avLst/>
          </a:prstGeom>
          <a:noFill/>
          <a:ln>
            <a:noFill/>
          </a:ln>
          <a:effectLst/>
        </p:spPr>
        <p:txBody>
          <a:bodyPr vert="horz" wrap="square" lIns="91440" tIns="45720" rIns="91440" bIns="45720" rtlCol="0" anchor="t" anchorCtr="0">
            <a:normAutofit/>
          </a:bodyPr>
          <a:lstStyle>
            <a:lvl1pPr marL="0" indent="0" algn="l">
              <a:lnSpc>
                <a:spcPct val="100000"/>
              </a:lnSpc>
              <a:buNone/>
              <a:defRPr lang="en-US" sz="2000" b="0" dirty="0">
                <a:solidFill>
                  <a:schemeClr val="tx1"/>
                </a:solidFill>
                <a:latin typeface="+mj-lt"/>
              </a:defRPr>
            </a:lvl1pPr>
          </a:lstStyle>
          <a:p>
            <a:pPr lvl="0"/>
            <a:r>
              <a:rPr lang="zh-CN" altLang="en-US" dirty="0"/>
              <a:t>Click to add subtitle</a:t>
            </a:r>
            <a:endParaRPr lang="en-US" dirty="0"/>
          </a:p>
        </p:txBody>
      </p:sp>
      <p:sp>
        <p:nvSpPr>
          <p:cNvPr id="4" name="文本占位符 3"/>
          <p:cNvSpPr>
            <a:spLocks noGrp="1"/>
          </p:cNvSpPr>
          <p:nvPr userDrawn="1">
            <p:ph type="body" sz="quarter" idx="13" hasCustomPrompt="1"/>
          </p:nvPr>
        </p:nvSpPr>
        <p:spPr>
          <a:xfrm>
            <a:off x="1066800" y="625645"/>
            <a:ext cx="1753466" cy="288000"/>
          </a:xfrm>
          <a:prstGeom prst="rect">
            <a:avLst/>
          </a:prstGeom>
          <a:noFill/>
          <a:ln>
            <a:noFill/>
          </a:ln>
        </p:spPr>
        <p:txBody>
          <a:bodyPr wrap="square" lIns="90000" anchor="ctr">
            <a:normAutofit/>
          </a:bodyPr>
          <a:lstStyle>
            <a:lvl1pPr marL="0" indent="0" algn="ctr">
              <a:lnSpc>
                <a:spcPct val="100000"/>
              </a:lnSpc>
              <a:buNone/>
              <a:defRPr sz="1200">
                <a:solidFill>
                  <a:schemeClr val="tx1"/>
                </a:solidFill>
              </a:defRPr>
            </a:lvl1pPr>
          </a:lstStyle>
          <a:p>
            <a:pPr lvl="0"/>
            <a:r>
              <a:rPr lang="zh-CN" altLang="en-US" dirty="0"/>
              <a:t>Presenter name</a:t>
            </a:r>
            <a:endParaRPr lang="en-US" dirty="0"/>
          </a:p>
        </p:txBody>
      </p:sp>
      <p:sp>
        <p:nvSpPr>
          <p:cNvPr id="7" name="文本占位符 6"/>
          <p:cNvSpPr>
            <a:spLocks noGrp="1"/>
          </p:cNvSpPr>
          <p:nvPr userDrawn="1">
            <p:ph type="body" sz="quarter" idx="14" hasCustomPrompt="1"/>
          </p:nvPr>
        </p:nvSpPr>
        <p:spPr>
          <a:xfrm>
            <a:off x="3440833" y="625645"/>
            <a:ext cx="1753466" cy="288000"/>
          </a:xfrm>
          <a:prstGeom prst="rect">
            <a:avLst/>
          </a:prstGeom>
          <a:noFill/>
          <a:ln>
            <a:noFill/>
          </a:ln>
        </p:spPr>
        <p:txBody>
          <a:bodyPr wrap="none" anchor="ctr">
            <a:normAutofit/>
          </a:bodyPr>
          <a:lstStyle>
            <a:lvl1pPr marL="0" indent="0" algn="ctr">
              <a:lnSpc>
                <a:spcPct val="100000"/>
              </a:lnSpc>
              <a:buNone/>
              <a:defRPr sz="1200">
                <a:solidFill>
                  <a:schemeClr val="tx1"/>
                </a:solidFill>
              </a:defRPr>
            </a:lvl1pPr>
          </a:lstStyle>
          <a:p>
            <a:pPr lvl="0"/>
            <a:r>
              <a:rPr lang="zh-CN" altLang="en-US" dirty="0"/>
              <a:t>20XX.XX.XX</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Content Placeholder 2"/>
          <p:cNvSpPr>
            <a:spLocks noGrp="1"/>
          </p:cNvSpPr>
          <p:nvPr>
            <p:ph idx="1" hasCustomPrompt="1"/>
          </p:nvPr>
        </p:nvSpPr>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Agenda" preserve="1">
  <p:cSld name="Agenda">
    <p:spTree>
      <p:nvGrpSpPr>
        <p:cNvPr id="1" name=""/>
        <p:cNvGrpSpPr/>
        <p:nvPr/>
      </p:nvGrpSpPr>
      <p:grpSpPr>
        <a:xfrm>
          <a:off x="0" y="0"/>
          <a:ext cx="0" cy="0"/>
          <a:chOff x="0" y="0"/>
          <a:chExt cx="0" cy="0"/>
        </a:xfrm>
      </p:grpSpPr>
      <p:sp>
        <p:nvSpPr>
          <p:cNvPr id="2" name="c474ab12-dce0-4db3-a3ad-b8db9fd01ef7"/>
          <p:cNvSpPr>
            <a:spLocks noGrp="1"/>
          </p:cNvSpPr>
          <p:nvPr userDrawn="1">
            <p:ph type="title" hasCustomPrompt="1"/>
          </p:nvPr>
        </p:nvSpPr>
        <p:spPr>
          <a:xfrm>
            <a:off x="660399" y="1130301"/>
            <a:ext cx="3199954" cy="1375358"/>
          </a:xfrm>
          <a:prstGeom prst="rect">
            <a:avLst/>
          </a:prstGeom>
          <a:noFill/>
        </p:spPr>
        <p:txBody>
          <a:bodyPr anchor="t" anchorCtr="0">
            <a:normAutofit/>
          </a:bodyPr>
          <a:lstStyle>
            <a:lvl1pPr algn="r">
              <a:defRPr sz="2800">
                <a:solidFill>
                  <a:schemeClr val="tx1"/>
                </a:solidFill>
              </a:defRPr>
            </a:lvl1pPr>
          </a:lstStyle>
          <a:p>
            <a:pPr lvl="0"/>
            <a:r>
              <a:rPr lang="zh-CN" altLang="en-US" dirty="0"/>
              <a:t>Agenda</a:t>
            </a:r>
            <a:endParaRPr lang="en-US" dirty="0"/>
          </a:p>
        </p:txBody>
      </p:sp>
      <p:sp>
        <p:nvSpPr>
          <p:cNvPr id="3" name="内容占位符 2"/>
          <p:cNvSpPr>
            <a:spLocks noGrp="1"/>
          </p:cNvSpPr>
          <p:nvPr userDrawn="1">
            <p:ph sz="quarter" idx="1" hasCustomPrompt="1"/>
          </p:nvPr>
        </p:nvSpPr>
        <p:spPr>
          <a:xfrm>
            <a:off x="4235123" y="2326198"/>
            <a:ext cx="7283775" cy="3807901"/>
          </a:xfrm>
        </p:spPr>
        <p:txBody>
          <a:bodyPr numCol="1"/>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userDrawn="1">
            <p:ph type="dt" sz="half" idx="10"/>
          </p:nvPr>
        </p:nvSpPr>
        <p:spPr/>
        <p:txBody>
          <a:bodyPr/>
          <a:lstStyle>
            <a:lvl1pPr>
              <a:defRPr>
                <a:solidFill>
                  <a:srgbClr val="8E8E8E"/>
                </a:solidFill>
              </a:defRPr>
            </a:lvl1pPr>
          </a:lstStyle>
          <a:p>
            <a:endParaRPr lang="en-US" dirty="0"/>
          </a:p>
        </p:txBody>
      </p:sp>
      <p:sp>
        <p:nvSpPr>
          <p:cNvPr id="5" name="页脚占位符 4"/>
          <p:cNvSpPr>
            <a:spLocks noGrp="1"/>
          </p:cNvSpPr>
          <p:nvPr userDrawn="1">
            <p:ph type="ftr" sz="quarter" idx="11"/>
          </p:nvPr>
        </p:nvSpPr>
        <p:spPr/>
        <p:txBody>
          <a:bodyPr/>
          <a:lstStyle>
            <a:lvl1pPr>
              <a:defRPr>
                <a:solidFill>
                  <a:srgbClr val="8E8E8E"/>
                </a:solidFill>
              </a:defRPr>
            </a:lvl1pPr>
          </a:lstStyle>
          <a:p>
            <a:endParaRPr lang="en-US" dirty="0"/>
          </a:p>
        </p:txBody>
      </p:sp>
      <p:sp>
        <p:nvSpPr>
          <p:cNvPr id="6" name="灯片编号占位符 5"/>
          <p:cNvSpPr>
            <a:spLocks noGrp="1"/>
          </p:cNvSpPr>
          <p:nvPr userDrawn="1">
            <p:ph type="sldNum" sz="quarter" idx="12"/>
          </p:nvPr>
        </p:nvSpPr>
        <p:spPr/>
        <p:txBody>
          <a:bodyPr/>
          <a:lstStyle>
            <a:lvl1pPr>
              <a:defRPr>
                <a:solidFill>
                  <a:srgbClr val="8E8E8E"/>
                </a:solidFill>
              </a:defRPr>
            </a:lvl1pPr>
          </a:lstStyle>
          <a:p>
            <a:fld id="{C8BB1146-E542-4D4E-B8E9-6919A11DDD48}" type="slidenum">
              <a:rPr lang="en-US" smtClean="0"/>
              <a:pPr/>
              <a:t>‹#›</a:t>
            </a:fld>
            <a:endParaRPr lang="en-US" dirty="0"/>
          </a:p>
        </p:txBody>
      </p:sp>
      <p:cxnSp>
        <p:nvCxnSpPr>
          <p:cNvPr id="10" name="直接连接符 9">
            <a:extLst>
              <a:ext uri="{FF2B5EF4-FFF2-40B4-BE49-F238E27FC236}">
                <a16:creationId xmlns:a16="http://schemas.microsoft.com/office/drawing/2014/main" id="{04D21A6C-217A-B572-B542-943B98879DD4}"/>
              </a:ext>
            </a:extLst>
          </p:cNvPr>
          <p:cNvCxnSpPr>
            <a:cxnSpLocks/>
          </p:cNvCxnSpPr>
          <p:nvPr userDrawn="1"/>
        </p:nvCxnSpPr>
        <p:spPr>
          <a:xfrm>
            <a:off x="4047738" y="1130300"/>
            <a:ext cx="0" cy="5003800"/>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grpSp>
        <p:nvGrpSpPr>
          <p:cNvPr id="20" name="组合 19">
            <a:extLst>
              <a:ext uri="{FF2B5EF4-FFF2-40B4-BE49-F238E27FC236}">
                <a16:creationId xmlns:a16="http://schemas.microsoft.com/office/drawing/2014/main" id="{4E61C29E-CEEC-E5B2-4558-7A6ECF3F9953}"/>
              </a:ext>
            </a:extLst>
          </p:cNvPr>
          <p:cNvGrpSpPr/>
          <p:nvPr userDrawn="1"/>
        </p:nvGrpSpPr>
        <p:grpSpPr>
          <a:xfrm>
            <a:off x="727777" y="603691"/>
            <a:ext cx="11464223" cy="5632008"/>
            <a:chOff x="727777" y="603691"/>
            <a:chExt cx="11464223" cy="5632008"/>
          </a:xfrm>
        </p:grpSpPr>
        <p:pic>
          <p:nvPicPr>
            <p:cNvPr id="9" name="图形 7">
              <a:extLst>
                <a:ext uri="{FF2B5EF4-FFF2-40B4-BE49-F238E27FC236}">
                  <a16:creationId xmlns:a16="http://schemas.microsoft.com/office/drawing/2014/main" id="{79F5A9B4-7E8A-FF4F-1D91-613740DD9346}"/>
                </a:ext>
              </a:extLst>
            </p:cNvPr>
            <p:cNvPicPr>
              <a:picLocks noChangeAspect="1"/>
            </p:cNvPicPr>
            <p:nvPr/>
          </p:nvPicPr>
          <p:blipFill>
            <a:blip r:embed="rId2"/>
            <a:stretch>
              <a:fillRect/>
            </a:stretch>
          </p:blipFill>
          <p:spPr>
            <a:xfrm>
              <a:off x="727777" y="2781248"/>
              <a:ext cx="3051722" cy="3454451"/>
            </a:xfrm>
            <a:custGeom>
              <a:avLst/>
              <a:gdLst>
                <a:gd name="connsiteX0" fmla="*/ -1 w 3178970"/>
                <a:gd name="connsiteY0" fmla="*/ -1 h 3598492"/>
                <a:gd name="connsiteX1" fmla="*/ 3178969 w 3178970"/>
                <a:gd name="connsiteY1" fmla="*/ -1 h 3598492"/>
                <a:gd name="connsiteX2" fmla="*/ 3178969 w 3178970"/>
                <a:gd name="connsiteY2" fmla="*/ 3598491 h 3598492"/>
                <a:gd name="connsiteX3" fmla="*/ -1 w 3178970"/>
                <a:gd name="connsiteY3" fmla="*/ 3598491 h 3598492"/>
              </a:gdLst>
              <a:ahLst/>
              <a:cxnLst>
                <a:cxn ang="0">
                  <a:pos x="connsiteX0" y="connsiteY0"/>
                </a:cxn>
                <a:cxn ang="0">
                  <a:pos x="connsiteX1" y="connsiteY1"/>
                </a:cxn>
                <a:cxn ang="0">
                  <a:pos x="connsiteX2" y="connsiteY2"/>
                </a:cxn>
                <a:cxn ang="0">
                  <a:pos x="connsiteX3" y="connsiteY3"/>
                </a:cxn>
              </a:cxnLst>
              <a:rect l="l" t="t" r="r" b="b"/>
              <a:pathLst>
                <a:path w="3178970" h="3598492">
                  <a:moveTo>
                    <a:pt x="-1" y="-1"/>
                  </a:moveTo>
                  <a:lnTo>
                    <a:pt x="3178969" y="-1"/>
                  </a:lnTo>
                  <a:lnTo>
                    <a:pt x="3178969" y="3598491"/>
                  </a:lnTo>
                  <a:lnTo>
                    <a:pt x="-1" y="3598491"/>
                  </a:lnTo>
                  <a:close/>
                </a:path>
              </a:pathLst>
            </a:custGeom>
          </p:spPr>
        </p:pic>
        <p:pic>
          <p:nvPicPr>
            <p:cNvPr id="19" name="图片 18">
              <a:extLst>
                <a:ext uri="{FF2B5EF4-FFF2-40B4-BE49-F238E27FC236}">
                  <a16:creationId xmlns:a16="http://schemas.microsoft.com/office/drawing/2014/main" id="{F0725151-ECB1-BBAB-62B9-F71E8256AEE3}"/>
                </a:ext>
              </a:extLst>
            </p:cNvPr>
            <p:cNvPicPr>
              <a:picLocks noChangeAspect="1"/>
            </p:cNvPicPr>
            <p:nvPr userDrawn="1"/>
          </p:nvPicPr>
          <p:blipFill>
            <a:blip r:embed="rId3"/>
            <a:srcRect r="14663"/>
            <a:stretch>
              <a:fillRect/>
            </a:stretch>
          </p:blipFill>
          <p:spPr>
            <a:xfrm>
              <a:off x="8976795" y="603691"/>
              <a:ext cx="3215205" cy="1548518"/>
            </a:xfrm>
            <a:custGeom>
              <a:avLst/>
              <a:gdLst>
                <a:gd name="connsiteX0" fmla="*/ 0 w 3215205"/>
                <a:gd name="connsiteY0" fmla="*/ 0 h 1548518"/>
                <a:gd name="connsiteX1" fmla="*/ 3215205 w 3215205"/>
                <a:gd name="connsiteY1" fmla="*/ 0 h 1548518"/>
                <a:gd name="connsiteX2" fmla="*/ 3215205 w 3215205"/>
                <a:gd name="connsiteY2" fmla="*/ 1548518 h 1548518"/>
                <a:gd name="connsiteX3" fmla="*/ 0 w 3215205"/>
                <a:gd name="connsiteY3" fmla="*/ 1548518 h 1548518"/>
              </a:gdLst>
              <a:ahLst/>
              <a:cxnLst>
                <a:cxn ang="0">
                  <a:pos x="connsiteX0" y="connsiteY0"/>
                </a:cxn>
                <a:cxn ang="0">
                  <a:pos x="connsiteX1" y="connsiteY1"/>
                </a:cxn>
                <a:cxn ang="0">
                  <a:pos x="connsiteX2" y="connsiteY2"/>
                </a:cxn>
                <a:cxn ang="0">
                  <a:pos x="connsiteX3" y="connsiteY3"/>
                </a:cxn>
              </a:cxnLst>
              <a:rect l="l" t="t" r="r" b="b"/>
              <a:pathLst>
                <a:path w="3215205" h="1548518">
                  <a:moveTo>
                    <a:pt x="0" y="0"/>
                  </a:moveTo>
                  <a:lnTo>
                    <a:pt x="3215205" y="0"/>
                  </a:lnTo>
                  <a:lnTo>
                    <a:pt x="3215205" y="1548518"/>
                  </a:lnTo>
                  <a:lnTo>
                    <a:pt x="0" y="1548518"/>
                  </a:lnTo>
                  <a:close/>
                </a:path>
              </a:pathLst>
            </a:custGeom>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reserve="1">
  <p:cSld name="Section Header">
    <p:spTree>
      <p:nvGrpSpPr>
        <p:cNvPr id="1" name=""/>
        <p:cNvGrpSpPr/>
        <p:nvPr/>
      </p:nvGrpSpPr>
      <p:grpSpPr>
        <a:xfrm>
          <a:off x="0" y="0"/>
          <a:ext cx="0" cy="0"/>
          <a:chOff x="0" y="0"/>
          <a:chExt cx="0" cy="0"/>
        </a:xfrm>
      </p:grpSpPr>
      <p:grpSp>
        <p:nvGrpSpPr>
          <p:cNvPr id="23" name="组合 22">
            <a:extLst>
              <a:ext uri="{FF2B5EF4-FFF2-40B4-BE49-F238E27FC236}">
                <a16:creationId xmlns:a16="http://schemas.microsoft.com/office/drawing/2014/main" id="{1A8E5B69-E546-177E-CB9B-7AC14ED28165}"/>
              </a:ext>
            </a:extLst>
          </p:cNvPr>
          <p:cNvGrpSpPr/>
          <p:nvPr userDrawn="1"/>
        </p:nvGrpSpPr>
        <p:grpSpPr>
          <a:xfrm>
            <a:off x="734006" y="615949"/>
            <a:ext cx="10784894" cy="5518151"/>
            <a:chOff x="734006" y="615949"/>
            <a:chExt cx="10784894" cy="5518151"/>
          </a:xfrm>
        </p:grpSpPr>
        <p:pic>
          <p:nvPicPr>
            <p:cNvPr id="2" name="图形 2">
              <a:extLst>
                <a:ext uri="{FF2B5EF4-FFF2-40B4-BE49-F238E27FC236}">
                  <a16:creationId xmlns:a16="http://schemas.microsoft.com/office/drawing/2014/main" id="{24D39F8A-816F-32A3-6484-377D29F30341}"/>
                </a:ext>
              </a:extLst>
            </p:cNvPr>
            <p:cNvPicPr>
              <a:picLocks noChangeAspect="1"/>
            </p:cNvPicPr>
            <p:nvPr userDrawn="1"/>
          </p:nvPicPr>
          <p:blipFill>
            <a:blip r:embed="rId2"/>
            <a:stretch>
              <a:fillRect/>
            </a:stretch>
          </p:blipFill>
          <p:spPr>
            <a:xfrm flipH="1">
              <a:off x="5624595" y="1860273"/>
              <a:ext cx="5833399" cy="4273827"/>
            </a:xfrm>
            <a:custGeom>
              <a:avLst/>
              <a:gdLst>
                <a:gd name="connsiteX0" fmla="*/ -1 w 7735362"/>
                <a:gd name="connsiteY0" fmla="*/ -1 h 5667296"/>
                <a:gd name="connsiteX1" fmla="*/ 7735362 w 7735362"/>
                <a:gd name="connsiteY1" fmla="*/ -1 h 5667296"/>
                <a:gd name="connsiteX2" fmla="*/ 7735362 w 7735362"/>
                <a:gd name="connsiteY2" fmla="*/ 5667296 h 5667296"/>
                <a:gd name="connsiteX3" fmla="*/ -1 w 7735362"/>
                <a:gd name="connsiteY3" fmla="*/ 5667296 h 5667296"/>
              </a:gdLst>
              <a:ahLst/>
              <a:cxnLst>
                <a:cxn ang="0">
                  <a:pos x="connsiteX0" y="connsiteY0"/>
                </a:cxn>
                <a:cxn ang="0">
                  <a:pos x="connsiteX1" y="connsiteY1"/>
                </a:cxn>
                <a:cxn ang="0">
                  <a:pos x="connsiteX2" y="connsiteY2"/>
                </a:cxn>
                <a:cxn ang="0">
                  <a:pos x="connsiteX3" y="connsiteY3"/>
                </a:cxn>
              </a:cxnLst>
              <a:rect l="l" t="t" r="r" b="b"/>
              <a:pathLst>
                <a:path w="7735362" h="5667296">
                  <a:moveTo>
                    <a:pt x="-1" y="-1"/>
                  </a:moveTo>
                  <a:lnTo>
                    <a:pt x="7735362" y="-1"/>
                  </a:lnTo>
                  <a:lnTo>
                    <a:pt x="7735362" y="5667296"/>
                  </a:lnTo>
                  <a:lnTo>
                    <a:pt x="-1" y="5667296"/>
                  </a:lnTo>
                  <a:close/>
                </a:path>
              </a:pathLst>
            </a:custGeom>
          </p:spPr>
        </p:pic>
        <p:sp>
          <p:nvSpPr>
            <p:cNvPr id="3" name="图形 23">
              <a:extLst>
                <a:ext uri="{FF2B5EF4-FFF2-40B4-BE49-F238E27FC236}">
                  <a16:creationId xmlns:a16="http://schemas.microsoft.com/office/drawing/2014/main" id="{72F60499-3D43-6E7C-B45C-1106DC57309C}"/>
                </a:ext>
              </a:extLst>
            </p:cNvPr>
            <p:cNvSpPr/>
            <p:nvPr userDrawn="1"/>
          </p:nvSpPr>
          <p:spPr>
            <a:xfrm rot="2700000">
              <a:off x="768572" y="1155172"/>
              <a:ext cx="466725" cy="466725"/>
            </a:xfrm>
            <a:custGeom>
              <a:avLst/>
              <a:gdLst>
                <a:gd name="connsiteX0" fmla="*/ -81 w 466725"/>
                <a:gd name="connsiteY0" fmla="*/ 233245 h 466725"/>
                <a:gd name="connsiteX1" fmla="*/ 233282 w 466725"/>
                <a:gd name="connsiteY1" fmla="*/ -118 h 466725"/>
                <a:gd name="connsiteX2" fmla="*/ 233282 w 466725"/>
                <a:gd name="connsiteY2" fmla="*/ -118 h 466725"/>
                <a:gd name="connsiteX3" fmla="*/ 466644 w 466725"/>
                <a:gd name="connsiteY3" fmla="*/ 233245 h 466725"/>
                <a:gd name="connsiteX4" fmla="*/ 466644 w 466725"/>
                <a:gd name="connsiteY4" fmla="*/ 233245 h 466725"/>
                <a:gd name="connsiteX5" fmla="*/ 233282 w 466725"/>
                <a:gd name="connsiteY5" fmla="*/ 466607 h 466725"/>
                <a:gd name="connsiteX6" fmla="*/ 233282 w 466725"/>
                <a:gd name="connsiteY6" fmla="*/ 466607 h 466725"/>
                <a:gd name="connsiteX7" fmla="*/ -81 w 466725"/>
                <a:gd name="connsiteY7" fmla="*/ 233245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6725" h="466725">
                  <a:moveTo>
                    <a:pt x="-81" y="233245"/>
                  </a:moveTo>
                  <a:cubicBezTo>
                    <a:pt x="128802" y="233245"/>
                    <a:pt x="233282" y="128765"/>
                    <a:pt x="233282" y="-118"/>
                  </a:cubicBezTo>
                  <a:lnTo>
                    <a:pt x="233282" y="-118"/>
                  </a:lnTo>
                  <a:cubicBezTo>
                    <a:pt x="233282" y="128765"/>
                    <a:pt x="337761" y="233245"/>
                    <a:pt x="466644" y="233245"/>
                  </a:cubicBezTo>
                  <a:lnTo>
                    <a:pt x="466644" y="233245"/>
                  </a:lnTo>
                  <a:cubicBezTo>
                    <a:pt x="337761" y="233245"/>
                    <a:pt x="233282" y="337724"/>
                    <a:pt x="233282" y="466607"/>
                  </a:cubicBezTo>
                  <a:lnTo>
                    <a:pt x="233282" y="466607"/>
                  </a:lnTo>
                  <a:cubicBezTo>
                    <a:pt x="233282" y="337724"/>
                    <a:pt x="128802" y="233245"/>
                    <a:pt x="-81" y="233245"/>
                  </a:cubicBezTo>
                  <a:close/>
                </a:path>
              </a:pathLst>
            </a:custGeom>
            <a:solidFill>
              <a:srgbClr val="155FFD"/>
            </a:solidFill>
            <a:ln w="19050" cap="flat">
              <a:solidFill>
                <a:srgbClr val="000000"/>
              </a:solidFill>
              <a:prstDash val="solid"/>
              <a:miter/>
            </a:ln>
          </p:spPr>
          <p:txBody>
            <a:bodyPr rtlCol="0" anchor="ctr"/>
            <a:lstStyle/>
            <a:p>
              <a:endParaRPr lang="zh-CN" altLang="en-US"/>
            </a:p>
          </p:txBody>
        </p:sp>
        <p:sp>
          <p:nvSpPr>
            <p:cNvPr id="7" name="矩形: 圆角 6">
              <a:extLst>
                <a:ext uri="{FF2B5EF4-FFF2-40B4-BE49-F238E27FC236}">
                  <a16:creationId xmlns:a16="http://schemas.microsoft.com/office/drawing/2014/main" id="{FBFF87D4-57C8-D419-4C61-55CF99ACCCBB}"/>
                </a:ext>
              </a:extLst>
            </p:cNvPr>
            <p:cNvSpPr/>
            <p:nvPr userDrawn="1"/>
          </p:nvSpPr>
          <p:spPr>
            <a:xfrm>
              <a:off x="757766" y="3818170"/>
              <a:ext cx="1030394" cy="6494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a:extLst>
                <a:ext uri="{FF2B5EF4-FFF2-40B4-BE49-F238E27FC236}">
                  <a16:creationId xmlns:a16="http://schemas.microsoft.com/office/drawing/2014/main" id="{43FC629B-BD3D-D97F-D5EF-0DF4DB2B19CE}"/>
                </a:ext>
              </a:extLst>
            </p:cNvPr>
            <p:cNvCxnSpPr>
              <a:cxnSpLocks/>
            </p:cNvCxnSpPr>
            <p:nvPr userDrawn="1"/>
          </p:nvCxnSpPr>
          <p:spPr>
            <a:xfrm>
              <a:off x="757766" y="822960"/>
              <a:ext cx="883708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 name="组合 18">
              <a:extLst>
                <a:ext uri="{FF2B5EF4-FFF2-40B4-BE49-F238E27FC236}">
                  <a16:creationId xmlns:a16="http://schemas.microsoft.com/office/drawing/2014/main" id="{B63A6000-DDEE-3663-227E-CD56451995E2}"/>
                </a:ext>
              </a:extLst>
            </p:cNvPr>
            <p:cNvGrpSpPr/>
            <p:nvPr userDrawn="1"/>
          </p:nvGrpSpPr>
          <p:grpSpPr>
            <a:xfrm>
              <a:off x="9594850" y="615949"/>
              <a:ext cx="1924050" cy="412751"/>
              <a:chOff x="9594850" y="615949"/>
              <a:chExt cx="1924050" cy="412751"/>
            </a:xfrm>
          </p:grpSpPr>
          <p:sp>
            <p:nvSpPr>
              <p:cNvPr id="13" name="矩形: 圆角 12">
                <a:extLst>
                  <a:ext uri="{FF2B5EF4-FFF2-40B4-BE49-F238E27FC236}">
                    <a16:creationId xmlns:a16="http://schemas.microsoft.com/office/drawing/2014/main" id="{F9403AA5-5441-C9C1-FF64-F40333E431DD}"/>
                  </a:ext>
                </a:extLst>
              </p:cNvPr>
              <p:cNvSpPr/>
              <p:nvPr userDrawn="1"/>
            </p:nvSpPr>
            <p:spPr>
              <a:xfrm>
                <a:off x="9594850" y="615949"/>
                <a:ext cx="1924050" cy="412751"/>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a:extLst>
                  <a:ext uri="{FF2B5EF4-FFF2-40B4-BE49-F238E27FC236}">
                    <a16:creationId xmlns:a16="http://schemas.microsoft.com/office/drawing/2014/main" id="{0A9F1A2A-C1C9-E2B5-AD16-B56AEDD29B7E}"/>
                  </a:ext>
                </a:extLst>
              </p:cNvPr>
              <p:cNvGrpSpPr/>
              <p:nvPr userDrawn="1"/>
            </p:nvGrpSpPr>
            <p:grpSpPr>
              <a:xfrm>
                <a:off x="9819084" y="711992"/>
                <a:ext cx="1475583" cy="220663"/>
                <a:chOff x="9779000" y="711992"/>
                <a:chExt cx="1475583" cy="220663"/>
              </a:xfrm>
            </p:grpSpPr>
            <p:sp>
              <p:nvSpPr>
                <p:cNvPr id="14" name="缺角矩形 13">
                  <a:extLst>
                    <a:ext uri="{FF2B5EF4-FFF2-40B4-BE49-F238E27FC236}">
                      <a16:creationId xmlns:a16="http://schemas.microsoft.com/office/drawing/2014/main" id="{3D77CBB0-316E-5484-77AB-13DDA3655F06}"/>
                    </a:ext>
                  </a:extLst>
                </p:cNvPr>
                <p:cNvSpPr/>
                <p:nvPr userDrawn="1"/>
              </p:nvSpPr>
              <p:spPr>
                <a:xfrm>
                  <a:off x="9779000" y="711993"/>
                  <a:ext cx="220662" cy="220662"/>
                </a:xfrm>
                <a:prstGeom prst="plaque">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缺角矩形 14">
                  <a:extLst>
                    <a:ext uri="{FF2B5EF4-FFF2-40B4-BE49-F238E27FC236}">
                      <a16:creationId xmlns:a16="http://schemas.microsoft.com/office/drawing/2014/main" id="{DE08DC0E-C5BE-A9F5-55D4-7912F5C4F981}"/>
                    </a:ext>
                  </a:extLst>
                </p:cNvPr>
                <p:cNvSpPr/>
                <p:nvPr userDrawn="1"/>
              </p:nvSpPr>
              <p:spPr>
                <a:xfrm>
                  <a:off x="10197307" y="711993"/>
                  <a:ext cx="220662" cy="220662"/>
                </a:xfrm>
                <a:prstGeom prst="plaque">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缺角矩形 15">
                  <a:extLst>
                    <a:ext uri="{FF2B5EF4-FFF2-40B4-BE49-F238E27FC236}">
                      <a16:creationId xmlns:a16="http://schemas.microsoft.com/office/drawing/2014/main" id="{BB9CA9E4-7A2D-DAAB-8742-B3B5A0A6F686}"/>
                    </a:ext>
                  </a:extLst>
                </p:cNvPr>
                <p:cNvSpPr/>
                <p:nvPr userDrawn="1"/>
              </p:nvSpPr>
              <p:spPr>
                <a:xfrm>
                  <a:off x="10615614" y="711993"/>
                  <a:ext cx="220662" cy="220662"/>
                </a:xfrm>
                <a:prstGeom prst="plaque">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缺角矩形 16">
                  <a:extLst>
                    <a:ext uri="{FF2B5EF4-FFF2-40B4-BE49-F238E27FC236}">
                      <a16:creationId xmlns:a16="http://schemas.microsoft.com/office/drawing/2014/main" id="{599F7A98-3FC8-6AC9-B835-9099DD84CD6D}"/>
                    </a:ext>
                  </a:extLst>
                </p:cNvPr>
                <p:cNvSpPr/>
                <p:nvPr userDrawn="1"/>
              </p:nvSpPr>
              <p:spPr>
                <a:xfrm>
                  <a:off x="11033921" y="711992"/>
                  <a:ext cx="220662" cy="220662"/>
                </a:xfrm>
                <a:prstGeom prst="plaque">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2" name="组合 21">
              <a:extLst>
                <a:ext uri="{FF2B5EF4-FFF2-40B4-BE49-F238E27FC236}">
                  <a16:creationId xmlns:a16="http://schemas.microsoft.com/office/drawing/2014/main" id="{78E7D1C0-FFD5-9636-A475-01F0A1188AD5}"/>
                </a:ext>
              </a:extLst>
            </p:cNvPr>
            <p:cNvGrpSpPr/>
            <p:nvPr userDrawn="1"/>
          </p:nvGrpSpPr>
          <p:grpSpPr>
            <a:xfrm>
              <a:off x="734006" y="5712460"/>
              <a:ext cx="1426634" cy="421640"/>
              <a:chOff x="734006" y="5712460"/>
              <a:chExt cx="1426634" cy="421640"/>
            </a:xfrm>
          </p:grpSpPr>
          <p:sp>
            <p:nvSpPr>
              <p:cNvPr id="20" name="矩形: 圆角 19">
                <a:extLst>
                  <a:ext uri="{FF2B5EF4-FFF2-40B4-BE49-F238E27FC236}">
                    <a16:creationId xmlns:a16="http://schemas.microsoft.com/office/drawing/2014/main" id="{5A69E6AE-565A-76B6-5747-0CEB45299036}"/>
                  </a:ext>
                </a:extLst>
              </p:cNvPr>
              <p:cNvSpPr/>
              <p:nvPr userDrawn="1"/>
            </p:nvSpPr>
            <p:spPr>
              <a:xfrm>
                <a:off x="734006" y="5712460"/>
                <a:ext cx="1426634" cy="421640"/>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arrow-angle-pointing-up_36586">
                <a:extLst>
                  <a:ext uri="{FF2B5EF4-FFF2-40B4-BE49-F238E27FC236}">
                    <a16:creationId xmlns:a16="http://schemas.microsoft.com/office/drawing/2014/main" id="{51B64DAA-321F-48BE-33C0-CB3068C4AAAD}"/>
                  </a:ext>
                </a:extLst>
              </p:cNvPr>
              <p:cNvSpPr/>
              <p:nvPr userDrawn="1"/>
            </p:nvSpPr>
            <p:spPr>
              <a:xfrm rot="5400000">
                <a:off x="1881672" y="5865217"/>
                <a:ext cx="189866" cy="116126"/>
              </a:xfrm>
              <a:custGeom>
                <a:avLst/>
                <a:gdLst>
                  <a:gd name="T0" fmla="*/ 602275 w 602487"/>
                  <a:gd name="T1" fmla="*/ 602275 w 602487"/>
                  <a:gd name="T2" fmla="*/ 602275 w 602487"/>
                  <a:gd name="T3" fmla="*/ 602275 w 602487"/>
                  <a:gd name="T4" fmla="*/ 602275 w 602487"/>
                  <a:gd name="T5" fmla="*/ 602275 w 602487"/>
                  <a:gd name="T6" fmla="*/ 602275 w 602487"/>
                  <a:gd name="T7" fmla="*/ 602275 w 602487"/>
                  <a:gd name="T8" fmla="*/ 602275 w 602487"/>
                  <a:gd name="T9" fmla="*/ 602275 w 602487"/>
                  <a:gd name="T10" fmla="*/ 602275 w 602487"/>
                  <a:gd name="T11" fmla="*/ 602275 w 602487"/>
                  <a:gd name="T12" fmla="*/ 602275 w 602487"/>
                  <a:gd name="T13" fmla="*/ 602275 w 602487"/>
                  <a:gd name="T14" fmla="*/ 602275 w 602487"/>
                  <a:gd name="T15" fmla="*/ 602275 w 602487"/>
                  <a:gd name="T16" fmla="*/ 602275 w 602487"/>
                  <a:gd name="T17" fmla="*/ 602275 w 602487"/>
                  <a:gd name="T18" fmla="*/ 602275 w 602487"/>
                  <a:gd name="T19" fmla="*/ 602275 w 602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6" h="255">
                    <a:moveTo>
                      <a:pt x="403" y="242"/>
                    </a:moveTo>
                    <a:cubicBezTo>
                      <a:pt x="390" y="255"/>
                      <a:pt x="369" y="255"/>
                      <a:pt x="356" y="242"/>
                    </a:cubicBezTo>
                    <a:lnTo>
                      <a:pt x="208" y="94"/>
                    </a:lnTo>
                    <a:lnTo>
                      <a:pt x="60" y="242"/>
                    </a:lnTo>
                    <a:cubicBezTo>
                      <a:pt x="53" y="249"/>
                      <a:pt x="45" y="252"/>
                      <a:pt x="36" y="252"/>
                    </a:cubicBezTo>
                    <a:cubicBezTo>
                      <a:pt x="28" y="252"/>
                      <a:pt x="19" y="249"/>
                      <a:pt x="13" y="242"/>
                    </a:cubicBezTo>
                    <a:cubicBezTo>
                      <a:pt x="0" y="229"/>
                      <a:pt x="0" y="208"/>
                      <a:pt x="13" y="195"/>
                    </a:cubicBezTo>
                    <a:lnTo>
                      <a:pt x="208" y="0"/>
                    </a:lnTo>
                    <a:lnTo>
                      <a:pt x="403" y="195"/>
                    </a:lnTo>
                    <a:cubicBezTo>
                      <a:pt x="416" y="208"/>
                      <a:pt x="416" y="229"/>
                      <a:pt x="403" y="242"/>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5" name="7850604b-0e1d-4ec9-a4d3-030a0eb33f20"/>
          <p:cNvSpPr>
            <a:spLocks noGrp="1"/>
          </p:cNvSpPr>
          <p:nvPr>
            <p:ph type="title" hasCustomPrompt="1"/>
          </p:nvPr>
        </p:nvSpPr>
        <p:spPr>
          <a:xfrm>
            <a:off x="660400" y="1651000"/>
            <a:ext cx="4846320" cy="2072640"/>
          </a:xfrm>
          <a:prstGeom prst="rect">
            <a:avLst/>
          </a:prstGeom>
        </p:spPr>
        <p:txBody>
          <a:bodyPr>
            <a:normAutofit/>
          </a:bodyPr>
          <a:lstStyle>
            <a:lvl1pPr algn="l">
              <a:lnSpc>
                <a:spcPct val="100000"/>
              </a:lnSpc>
              <a:defRPr sz="4000"/>
            </a:lvl1pPr>
          </a:lstStyle>
          <a:p>
            <a:pPr lvl="0"/>
            <a:r>
              <a:rPr lang="zh-CN" altLang="en-US" dirty="0"/>
              <a:t>Click to add title</a:t>
            </a:r>
            <a:endParaRPr lang="en-US" dirty="0"/>
          </a:p>
        </p:txBody>
      </p:sp>
      <p:sp>
        <p:nvSpPr>
          <p:cNvPr id="25" name="文本占位符 24"/>
          <p:cNvSpPr>
            <a:spLocks noGrp="1"/>
          </p:cNvSpPr>
          <p:nvPr>
            <p:ph type="body" sz="quarter" idx="1" hasCustomPrompt="1"/>
          </p:nvPr>
        </p:nvSpPr>
        <p:spPr>
          <a:xfrm>
            <a:off x="660400" y="3977640"/>
            <a:ext cx="4846320" cy="1089382"/>
          </a:xfrm>
          <a:prstGeom prst="rect">
            <a:avLst/>
          </a:prstGeom>
        </p:spPr>
        <p:txBody>
          <a:bodyPr anchor="t">
            <a:normAutofit/>
          </a:bodyPr>
          <a:lstStyle>
            <a:lvl1pPr marL="0" indent="0" algn="l">
              <a:lnSpc>
                <a:spcPct val="120000"/>
              </a:lnSpc>
              <a:buFont typeface="+mj-lt"/>
              <a:buNone/>
              <a:defRPr sz="2000" b="0">
                <a:solidFill>
                  <a:schemeClr val="tx1"/>
                </a:solidFill>
                <a:latin typeface="+mn-lt"/>
              </a:defRPr>
            </a:lvl1pPr>
          </a:lstStyle>
          <a:p>
            <a:pPr lvl="0"/>
            <a:r>
              <a:rPr lang="zh-CN" altLang="en-US" dirty="0"/>
              <a:t>Click to add text</a:t>
            </a:r>
            <a:endParaRPr lang="en-US" dirty="0"/>
          </a:p>
        </p:txBody>
      </p:sp>
      <p:sp>
        <p:nvSpPr>
          <p:cNvPr id="4" name="日期占位符 3"/>
          <p:cNvSpPr>
            <a:spLocks noGrp="1"/>
          </p:cNvSpPr>
          <p:nvPr>
            <p:ph type="dt" sz="half" idx="10"/>
          </p:nvPr>
        </p:nvSpPr>
        <p:spPr/>
        <p:txBody>
          <a:bodyPr/>
          <a:lstStyle/>
          <a:p>
            <a:fld id="{2A27A813-B2FD-42E1-9222-83B574E99074}" type="datetime1">
              <a:rPr lang="zh-CN" altLang="en-US" smtClean="0"/>
              <a:t>2026/6/30</a:t>
            </a:fld>
            <a:endParaRPr lang="en-US" altLang="zh-CN"/>
          </a:p>
        </p:txBody>
      </p:sp>
      <p:sp>
        <p:nvSpPr>
          <p:cNvPr id="6" name="页脚占位符 5"/>
          <p:cNvSpPr>
            <a:spLocks noGrp="1"/>
          </p:cNvSpPr>
          <p:nvPr>
            <p:ph type="ftr" sz="quarter" idx="11"/>
          </p:nvPr>
        </p:nvSpPr>
        <p:spPr/>
        <p:txBody>
          <a:bodyPr/>
          <a:lstStyle/>
          <a:p>
            <a:r>
              <a:rPr lang="af-ZA" altLang="zh-CN" dirty="0"/>
              <a:t>iSlide</a:t>
            </a:r>
            <a:endParaRPr lang="zh-CN" altLang="en-US" dirty="0"/>
          </a:p>
        </p:txBody>
      </p:sp>
      <p:sp>
        <p:nvSpPr>
          <p:cNvPr id="8" name="灯片编号占位符 7"/>
          <p:cNvSpPr>
            <a:spLocks noGrp="1"/>
          </p:cNvSpPr>
          <p:nvPr>
            <p:ph type="sldNum" sz="quarter" idx="12"/>
          </p:nvPr>
        </p:nvSpPr>
        <p:spPr/>
        <p:txBody>
          <a:bodyPr/>
          <a:lstStyle/>
          <a:p>
            <a:fld id="{7F65B630-C7FF-41C0-9923-C5E5E29EED81}" type="slidenum">
              <a:rPr lang="en-US" altLang="zh-CN" smtClean="0"/>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Closing" preserve="1" userDrawn="1">
  <p:cSld name="Closing">
    <p:spTree>
      <p:nvGrpSpPr>
        <p:cNvPr id="1" name=""/>
        <p:cNvGrpSpPr/>
        <p:nvPr/>
      </p:nvGrpSpPr>
      <p:grpSpPr>
        <a:xfrm>
          <a:off x="0" y="0"/>
          <a:ext cx="0" cy="0"/>
          <a:chOff x="0" y="0"/>
          <a:chExt cx="0" cy="0"/>
        </a:xfrm>
      </p:grpSpPr>
      <p:grpSp>
        <p:nvGrpSpPr>
          <p:cNvPr id="20" name="组合 19">
            <a:extLst>
              <a:ext uri="{FF2B5EF4-FFF2-40B4-BE49-F238E27FC236}">
                <a16:creationId xmlns:a16="http://schemas.microsoft.com/office/drawing/2014/main" id="{490126B1-CD88-C1E6-7A5C-5F3874B8F81A}"/>
              </a:ext>
            </a:extLst>
          </p:cNvPr>
          <p:cNvGrpSpPr/>
          <p:nvPr userDrawn="1"/>
        </p:nvGrpSpPr>
        <p:grpSpPr>
          <a:xfrm>
            <a:off x="759047" y="591023"/>
            <a:ext cx="10765050" cy="5543077"/>
            <a:chOff x="759047" y="591023"/>
            <a:chExt cx="10765050" cy="5543077"/>
          </a:xfrm>
        </p:grpSpPr>
        <p:pic>
          <p:nvPicPr>
            <p:cNvPr id="21" name="图形 2">
              <a:extLst>
                <a:ext uri="{FF2B5EF4-FFF2-40B4-BE49-F238E27FC236}">
                  <a16:creationId xmlns:a16="http://schemas.microsoft.com/office/drawing/2014/main" id="{C32E6204-9736-3552-713A-9BEDF6FF1D23}"/>
                </a:ext>
              </a:extLst>
            </p:cNvPr>
            <p:cNvPicPr>
              <a:picLocks noChangeAspect="1"/>
            </p:cNvPicPr>
            <p:nvPr/>
          </p:nvPicPr>
          <p:blipFill>
            <a:blip r:embed="rId2"/>
            <a:stretch>
              <a:fillRect/>
            </a:stretch>
          </p:blipFill>
          <p:spPr>
            <a:xfrm>
              <a:off x="6627645" y="1133689"/>
              <a:ext cx="4896452" cy="5000411"/>
            </a:xfrm>
            <a:custGeom>
              <a:avLst/>
              <a:gdLst>
                <a:gd name="connsiteX0" fmla="*/ -1 w 4896452"/>
                <a:gd name="connsiteY0" fmla="*/ -1 h 5000411"/>
                <a:gd name="connsiteX1" fmla="*/ 4896452 w 4896452"/>
                <a:gd name="connsiteY1" fmla="*/ -1 h 5000411"/>
                <a:gd name="connsiteX2" fmla="*/ 4896452 w 4896452"/>
                <a:gd name="connsiteY2" fmla="*/ 5000411 h 5000411"/>
                <a:gd name="connsiteX3" fmla="*/ -1 w 4896452"/>
                <a:gd name="connsiteY3" fmla="*/ 5000411 h 5000411"/>
              </a:gdLst>
              <a:ahLst/>
              <a:cxnLst>
                <a:cxn ang="0">
                  <a:pos x="connsiteX0" y="connsiteY0"/>
                </a:cxn>
                <a:cxn ang="0">
                  <a:pos x="connsiteX1" y="connsiteY1"/>
                </a:cxn>
                <a:cxn ang="0">
                  <a:pos x="connsiteX2" y="connsiteY2"/>
                </a:cxn>
                <a:cxn ang="0">
                  <a:pos x="connsiteX3" y="connsiteY3"/>
                </a:cxn>
              </a:cxnLst>
              <a:rect l="l" t="t" r="r" b="b"/>
              <a:pathLst>
                <a:path w="4896452" h="5000411">
                  <a:moveTo>
                    <a:pt x="-1" y="-1"/>
                  </a:moveTo>
                  <a:lnTo>
                    <a:pt x="4896452" y="-1"/>
                  </a:lnTo>
                  <a:lnTo>
                    <a:pt x="4896452" y="5000411"/>
                  </a:lnTo>
                  <a:lnTo>
                    <a:pt x="-1" y="5000411"/>
                  </a:lnTo>
                  <a:close/>
                </a:path>
              </a:pathLst>
            </a:custGeom>
          </p:spPr>
        </p:pic>
        <p:grpSp>
          <p:nvGrpSpPr>
            <p:cNvPr id="22" name="组合 21">
              <a:extLst>
                <a:ext uri="{FF2B5EF4-FFF2-40B4-BE49-F238E27FC236}">
                  <a16:creationId xmlns:a16="http://schemas.microsoft.com/office/drawing/2014/main" id="{4B4107D0-3FC3-CA98-6FCA-2FFE6EB9215A}"/>
                </a:ext>
              </a:extLst>
            </p:cNvPr>
            <p:cNvGrpSpPr/>
            <p:nvPr userDrawn="1"/>
          </p:nvGrpSpPr>
          <p:grpSpPr>
            <a:xfrm>
              <a:off x="783166" y="591023"/>
              <a:ext cx="2205567" cy="357244"/>
              <a:chOff x="783166" y="591023"/>
              <a:chExt cx="2205567" cy="357244"/>
            </a:xfrm>
          </p:grpSpPr>
          <p:sp>
            <p:nvSpPr>
              <p:cNvPr id="33" name="矩形: 圆角 32">
                <a:extLst>
                  <a:ext uri="{FF2B5EF4-FFF2-40B4-BE49-F238E27FC236}">
                    <a16:creationId xmlns:a16="http://schemas.microsoft.com/office/drawing/2014/main" id="{E060480F-6116-BCE2-0306-355142FFD1EA}"/>
                  </a:ext>
                </a:extLst>
              </p:cNvPr>
              <p:cNvSpPr/>
              <p:nvPr userDrawn="1"/>
            </p:nvSpPr>
            <p:spPr>
              <a:xfrm>
                <a:off x="783166" y="591023"/>
                <a:ext cx="2205567" cy="357244"/>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CDCE9DF0-D22F-342C-D46C-74DA38F0A938}"/>
                  </a:ext>
                </a:extLst>
              </p:cNvPr>
              <p:cNvSpPr/>
              <p:nvPr userDrawn="1"/>
            </p:nvSpPr>
            <p:spPr>
              <a:xfrm>
                <a:off x="911034" y="723512"/>
                <a:ext cx="92266" cy="9226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a:extLst>
                <a:ext uri="{FF2B5EF4-FFF2-40B4-BE49-F238E27FC236}">
                  <a16:creationId xmlns:a16="http://schemas.microsoft.com/office/drawing/2014/main" id="{CDFC24B9-6942-7E69-1C18-B3AF3FBDAD30}"/>
                </a:ext>
              </a:extLst>
            </p:cNvPr>
            <p:cNvGrpSpPr/>
            <p:nvPr userDrawn="1"/>
          </p:nvGrpSpPr>
          <p:grpSpPr>
            <a:xfrm>
              <a:off x="3157199" y="591023"/>
              <a:ext cx="2205567" cy="357244"/>
              <a:chOff x="3157199" y="591023"/>
              <a:chExt cx="2205567" cy="357244"/>
            </a:xfrm>
          </p:grpSpPr>
          <p:sp>
            <p:nvSpPr>
              <p:cNvPr id="31" name="矩形: 圆角 30">
                <a:extLst>
                  <a:ext uri="{FF2B5EF4-FFF2-40B4-BE49-F238E27FC236}">
                    <a16:creationId xmlns:a16="http://schemas.microsoft.com/office/drawing/2014/main" id="{A12F3C48-6985-2854-6FE8-B7754E4E82B1}"/>
                  </a:ext>
                </a:extLst>
              </p:cNvPr>
              <p:cNvSpPr/>
              <p:nvPr userDrawn="1"/>
            </p:nvSpPr>
            <p:spPr>
              <a:xfrm>
                <a:off x="3157199" y="591023"/>
                <a:ext cx="2205567" cy="357244"/>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97DD6F68-4EB6-4E56-A14C-368A2CE4F4F5}"/>
                  </a:ext>
                </a:extLst>
              </p:cNvPr>
              <p:cNvSpPr/>
              <p:nvPr userDrawn="1"/>
            </p:nvSpPr>
            <p:spPr>
              <a:xfrm>
                <a:off x="3269000" y="723512"/>
                <a:ext cx="92266" cy="9226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4" name="直接连接符 23">
              <a:extLst>
                <a:ext uri="{FF2B5EF4-FFF2-40B4-BE49-F238E27FC236}">
                  <a16:creationId xmlns:a16="http://schemas.microsoft.com/office/drawing/2014/main" id="{E53FA15A-C4D4-604C-0B12-FC69CE94F550}"/>
                </a:ext>
              </a:extLst>
            </p:cNvPr>
            <p:cNvCxnSpPr/>
            <p:nvPr userDrawn="1"/>
          </p:nvCxnSpPr>
          <p:spPr>
            <a:xfrm>
              <a:off x="5520088" y="769645"/>
              <a:ext cx="59988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矩形: 圆角 24">
              <a:extLst>
                <a:ext uri="{FF2B5EF4-FFF2-40B4-BE49-F238E27FC236}">
                  <a16:creationId xmlns:a16="http://schemas.microsoft.com/office/drawing/2014/main" id="{44077FD7-52CE-1D00-4DF5-F5304C9BB490}"/>
                </a:ext>
              </a:extLst>
            </p:cNvPr>
            <p:cNvSpPr/>
            <p:nvPr userDrawn="1"/>
          </p:nvSpPr>
          <p:spPr>
            <a:xfrm>
              <a:off x="783166" y="4171779"/>
              <a:ext cx="1030394" cy="6494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right-arrow-angle_39329">
              <a:extLst>
                <a:ext uri="{FF2B5EF4-FFF2-40B4-BE49-F238E27FC236}">
                  <a16:creationId xmlns:a16="http://schemas.microsoft.com/office/drawing/2014/main" id="{89554F2E-B2F6-CF52-5F0A-AE53CB31D9C7}"/>
                </a:ext>
              </a:extLst>
            </p:cNvPr>
            <p:cNvSpPr/>
            <p:nvPr userDrawn="1"/>
          </p:nvSpPr>
          <p:spPr>
            <a:xfrm>
              <a:off x="6155552" y="3251158"/>
              <a:ext cx="376939" cy="609685"/>
            </a:xfrm>
            <a:custGeom>
              <a:avLst/>
              <a:gdLst>
                <a:gd name="T0" fmla="*/ 255 w 255"/>
                <a:gd name="T1" fmla="*/ 208 h 413"/>
                <a:gd name="T2" fmla="*/ 60 w 255"/>
                <a:gd name="T3" fmla="*/ 403 h 413"/>
                <a:gd name="T4" fmla="*/ 36 w 255"/>
                <a:gd name="T5" fmla="*/ 413 h 413"/>
                <a:gd name="T6" fmla="*/ 13 w 255"/>
                <a:gd name="T7" fmla="*/ 403 h 413"/>
                <a:gd name="T8" fmla="*/ 13 w 255"/>
                <a:gd name="T9" fmla="*/ 356 h 413"/>
                <a:gd name="T10" fmla="*/ 161 w 255"/>
                <a:gd name="T11" fmla="*/ 208 h 413"/>
                <a:gd name="T12" fmla="*/ 13 w 255"/>
                <a:gd name="T13" fmla="*/ 60 h 413"/>
                <a:gd name="T14" fmla="*/ 13 w 255"/>
                <a:gd name="T15" fmla="*/ 13 h 413"/>
                <a:gd name="T16" fmla="*/ 60 w 255"/>
                <a:gd name="T17" fmla="*/ 13 h 413"/>
                <a:gd name="T18" fmla="*/ 255 w 255"/>
                <a:gd name="T19" fmla="*/ 208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5" h="413">
                  <a:moveTo>
                    <a:pt x="255" y="208"/>
                  </a:moveTo>
                  <a:lnTo>
                    <a:pt x="60" y="403"/>
                  </a:lnTo>
                  <a:cubicBezTo>
                    <a:pt x="53" y="409"/>
                    <a:pt x="45" y="413"/>
                    <a:pt x="36" y="413"/>
                  </a:cubicBezTo>
                  <a:cubicBezTo>
                    <a:pt x="28" y="413"/>
                    <a:pt x="19" y="409"/>
                    <a:pt x="13" y="403"/>
                  </a:cubicBezTo>
                  <a:cubicBezTo>
                    <a:pt x="0" y="390"/>
                    <a:pt x="0" y="369"/>
                    <a:pt x="13" y="356"/>
                  </a:cubicBezTo>
                  <a:lnTo>
                    <a:pt x="161" y="208"/>
                  </a:lnTo>
                  <a:lnTo>
                    <a:pt x="13" y="60"/>
                  </a:lnTo>
                  <a:cubicBezTo>
                    <a:pt x="0" y="47"/>
                    <a:pt x="0" y="26"/>
                    <a:pt x="13" y="13"/>
                  </a:cubicBezTo>
                  <a:cubicBezTo>
                    <a:pt x="26" y="0"/>
                    <a:pt x="47" y="0"/>
                    <a:pt x="60" y="13"/>
                  </a:cubicBezTo>
                  <a:lnTo>
                    <a:pt x="255" y="2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组合 26">
              <a:extLst>
                <a:ext uri="{FF2B5EF4-FFF2-40B4-BE49-F238E27FC236}">
                  <a16:creationId xmlns:a16="http://schemas.microsoft.com/office/drawing/2014/main" id="{981DD3F7-FD9C-1F5C-FD6D-CB202CD490A2}"/>
                </a:ext>
              </a:extLst>
            </p:cNvPr>
            <p:cNvGrpSpPr/>
            <p:nvPr userDrawn="1"/>
          </p:nvGrpSpPr>
          <p:grpSpPr>
            <a:xfrm>
              <a:off x="759047" y="5737860"/>
              <a:ext cx="396240" cy="396240"/>
              <a:chOff x="759047" y="5737860"/>
              <a:chExt cx="396240" cy="396240"/>
            </a:xfrm>
          </p:grpSpPr>
          <p:sp>
            <p:nvSpPr>
              <p:cNvPr id="29" name="椭圆 28">
                <a:extLst>
                  <a:ext uri="{FF2B5EF4-FFF2-40B4-BE49-F238E27FC236}">
                    <a16:creationId xmlns:a16="http://schemas.microsoft.com/office/drawing/2014/main" id="{FDB6BB72-716E-47BA-D5F7-B27FA7EED4EB}"/>
                  </a:ext>
                </a:extLst>
              </p:cNvPr>
              <p:cNvSpPr/>
              <p:nvPr userDrawn="1"/>
            </p:nvSpPr>
            <p:spPr>
              <a:xfrm>
                <a:off x="759047" y="5737860"/>
                <a:ext cx="396240" cy="39624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right-arrow-angle_39329">
                <a:extLst>
                  <a:ext uri="{FF2B5EF4-FFF2-40B4-BE49-F238E27FC236}">
                    <a16:creationId xmlns:a16="http://schemas.microsoft.com/office/drawing/2014/main" id="{5C4E25B1-4487-4463-C013-7D6DC4C734FB}"/>
                  </a:ext>
                </a:extLst>
              </p:cNvPr>
              <p:cNvSpPr/>
              <p:nvPr userDrawn="1"/>
            </p:nvSpPr>
            <p:spPr>
              <a:xfrm>
                <a:off x="896842" y="5838406"/>
                <a:ext cx="120651" cy="195149"/>
              </a:xfrm>
              <a:custGeom>
                <a:avLst/>
                <a:gdLst>
                  <a:gd name="T0" fmla="*/ 255 w 255"/>
                  <a:gd name="T1" fmla="*/ 208 h 413"/>
                  <a:gd name="T2" fmla="*/ 60 w 255"/>
                  <a:gd name="T3" fmla="*/ 403 h 413"/>
                  <a:gd name="T4" fmla="*/ 36 w 255"/>
                  <a:gd name="T5" fmla="*/ 413 h 413"/>
                  <a:gd name="T6" fmla="*/ 13 w 255"/>
                  <a:gd name="T7" fmla="*/ 403 h 413"/>
                  <a:gd name="T8" fmla="*/ 13 w 255"/>
                  <a:gd name="T9" fmla="*/ 356 h 413"/>
                  <a:gd name="T10" fmla="*/ 161 w 255"/>
                  <a:gd name="T11" fmla="*/ 208 h 413"/>
                  <a:gd name="T12" fmla="*/ 13 w 255"/>
                  <a:gd name="T13" fmla="*/ 60 h 413"/>
                  <a:gd name="T14" fmla="*/ 13 w 255"/>
                  <a:gd name="T15" fmla="*/ 13 h 413"/>
                  <a:gd name="T16" fmla="*/ 60 w 255"/>
                  <a:gd name="T17" fmla="*/ 13 h 413"/>
                  <a:gd name="T18" fmla="*/ 255 w 255"/>
                  <a:gd name="T19" fmla="*/ 208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5" h="413">
                    <a:moveTo>
                      <a:pt x="255" y="208"/>
                    </a:moveTo>
                    <a:lnTo>
                      <a:pt x="60" y="403"/>
                    </a:lnTo>
                    <a:cubicBezTo>
                      <a:pt x="53" y="409"/>
                      <a:pt x="45" y="413"/>
                      <a:pt x="36" y="413"/>
                    </a:cubicBezTo>
                    <a:cubicBezTo>
                      <a:pt x="28" y="413"/>
                      <a:pt x="19" y="409"/>
                      <a:pt x="13" y="403"/>
                    </a:cubicBezTo>
                    <a:cubicBezTo>
                      <a:pt x="0" y="390"/>
                      <a:pt x="0" y="369"/>
                      <a:pt x="13" y="356"/>
                    </a:cubicBezTo>
                    <a:lnTo>
                      <a:pt x="161" y="208"/>
                    </a:lnTo>
                    <a:lnTo>
                      <a:pt x="13" y="60"/>
                    </a:lnTo>
                    <a:cubicBezTo>
                      <a:pt x="0" y="47"/>
                      <a:pt x="0" y="26"/>
                      <a:pt x="13" y="13"/>
                    </a:cubicBezTo>
                    <a:cubicBezTo>
                      <a:pt x="26" y="0"/>
                      <a:pt x="47" y="0"/>
                      <a:pt x="60" y="13"/>
                    </a:cubicBezTo>
                    <a:lnTo>
                      <a:pt x="255" y="208"/>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图形 23">
              <a:extLst>
                <a:ext uri="{FF2B5EF4-FFF2-40B4-BE49-F238E27FC236}">
                  <a16:creationId xmlns:a16="http://schemas.microsoft.com/office/drawing/2014/main" id="{828FD905-8F0A-09E7-891D-3C1D42D77C16}"/>
                </a:ext>
              </a:extLst>
            </p:cNvPr>
            <p:cNvSpPr/>
            <p:nvPr/>
          </p:nvSpPr>
          <p:spPr>
            <a:xfrm>
              <a:off x="768572" y="1155172"/>
              <a:ext cx="466725" cy="466725"/>
            </a:xfrm>
            <a:custGeom>
              <a:avLst/>
              <a:gdLst>
                <a:gd name="connsiteX0" fmla="*/ -81 w 466725"/>
                <a:gd name="connsiteY0" fmla="*/ 233245 h 466725"/>
                <a:gd name="connsiteX1" fmla="*/ 233282 w 466725"/>
                <a:gd name="connsiteY1" fmla="*/ -118 h 466725"/>
                <a:gd name="connsiteX2" fmla="*/ 233282 w 466725"/>
                <a:gd name="connsiteY2" fmla="*/ -118 h 466725"/>
                <a:gd name="connsiteX3" fmla="*/ 466644 w 466725"/>
                <a:gd name="connsiteY3" fmla="*/ 233245 h 466725"/>
                <a:gd name="connsiteX4" fmla="*/ 466644 w 466725"/>
                <a:gd name="connsiteY4" fmla="*/ 233245 h 466725"/>
                <a:gd name="connsiteX5" fmla="*/ 233282 w 466725"/>
                <a:gd name="connsiteY5" fmla="*/ 466607 h 466725"/>
                <a:gd name="connsiteX6" fmla="*/ 233282 w 466725"/>
                <a:gd name="connsiteY6" fmla="*/ 466607 h 466725"/>
                <a:gd name="connsiteX7" fmla="*/ -81 w 466725"/>
                <a:gd name="connsiteY7" fmla="*/ 233245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6725" h="466725">
                  <a:moveTo>
                    <a:pt x="-81" y="233245"/>
                  </a:moveTo>
                  <a:cubicBezTo>
                    <a:pt x="128802" y="233245"/>
                    <a:pt x="233282" y="128765"/>
                    <a:pt x="233282" y="-118"/>
                  </a:cubicBezTo>
                  <a:lnTo>
                    <a:pt x="233282" y="-118"/>
                  </a:lnTo>
                  <a:cubicBezTo>
                    <a:pt x="233282" y="128765"/>
                    <a:pt x="337761" y="233245"/>
                    <a:pt x="466644" y="233245"/>
                  </a:cubicBezTo>
                  <a:lnTo>
                    <a:pt x="466644" y="233245"/>
                  </a:lnTo>
                  <a:cubicBezTo>
                    <a:pt x="337761" y="233245"/>
                    <a:pt x="233282" y="337724"/>
                    <a:pt x="233282" y="466607"/>
                  </a:cubicBezTo>
                  <a:lnTo>
                    <a:pt x="233282" y="466607"/>
                  </a:lnTo>
                  <a:cubicBezTo>
                    <a:pt x="233282" y="337724"/>
                    <a:pt x="128802" y="233245"/>
                    <a:pt x="-81" y="233245"/>
                  </a:cubicBezTo>
                  <a:close/>
                </a:path>
              </a:pathLst>
            </a:custGeom>
            <a:solidFill>
              <a:srgbClr val="155FFD"/>
            </a:solidFill>
            <a:ln w="19050" cap="flat">
              <a:solidFill>
                <a:srgbClr val="000000"/>
              </a:solidFill>
              <a:prstDash val="solid"/>
              <a:miter/>
            </a:ln>
          </p:spPr>
          <p:txBody>
            <a:bodyPr rtlCol="0" anchor="ctr"/>
            <a:lstStyle/>
            <a:p>
              <a:endParaRPr lang="zh-CN" altLang="en-US"/>
            </a:p>
          </p:txBody>
        </p:sp>
      </p:grpSp>
      <p:sp>
        <p:nvSpPr>
          <p:cNvPr id="2" name="7850604b-0e1d-4ec9-a4d3-030a0eb33f20">
            <a:extLst>
              <a:ext uri="{FF2B5EF4-FFF2-40B4-BE49-F238E27FC236}">
                <a16:creationId xmlns:a16="http://schemas.microsoft.com/office/drawing/2014/main" id="{6686010E-88F3-780B-A1CD-5BEF28408B67}"/>
              </a:ext>
            </a:extLst>
          </p:cNvPr>
          <p:cNvSpPr>
            <a:spLocks noGrp="1"/>
          </p:cNvSpPr>
          <p:nvPr>
            <p:ph type="ctrTitle" hasCustomPrompt="1"/>
          </p:nvPr>
        </p:nvSpPr>
        <p:spPr>
          <a:xfrm>
            <a:off x="660399" y="1133689"/>
            <a:ext cx="5166361" cy="2945550"/>
          </a:xfrm>
          <a:prstGeom prst="rect">
            <a:avLst/>
          </a:prstGeom>
        </p:spPr>
        <p:txBody>
          <a:bodyPr wrap="square" anchor="b">
            <a:normAutofit/>
          </a:bodyPr>
          <a:lstStyle>
            <a:lvl1pPr algn="l">
              <a:lnSpc>
                <a:spcPct val="100000"/>
              </a:lnSpc>
              <a:defRPr sz="4800">
                <a:ln w="19050">
                  <a:noFill/>
                </a:ln>
                <a:solidFill>
                  <a:schemeClr val="tx1"/>
                </a:solidFill>
              </a:defRPr>
            </a:lvl1pPr>
          </a:lstStyle>
          <a:p>
            <a:pPr lvl="0"/>
            <a:r>
              <a:rPr lang="zh-CN" altLang="en-US" dirty="0"/>
              <a:t>Click to add title</a:t>
            </a:r>
            <a:endParaRPr lang="en-US" dirty="0"/>
          </a:p>
        </p:txBody>
      </p:sp>
      <p:sp>
        <p:nvSpPr>
          <p:cNvPr id="3" name="文本占位符 3">
            <a:extLst>
              <a:ext uri="{FF2B5EF4-FFF2-40B4-BE49-F238E27FC236}">
                <a16:creationId xmlns:a16="http://schemas.microsoft.com/office/drawing/2014/main" id="{AADA2764-D939-6BE4-0519-F64E59ECDA89}"/>
              </a:ext>
            </a:extLst>
          </p:cNvPr>
          <p:cNvSpPr>
            <a:spLocks noGrp="1"/>
          </p:cNvSpPr>
          <p:nvPr>
            <p:ph type="body" sz="quarter" idx="13" hasCustomPrompt="1"/>
          </p:nvPr>
        </p:nvSpPr>
        <p:spPr>
          <a:xfrm>
            <a:off x="1075658" y="622301"/>
            <a:ext cx="1797431" cy="288000"/>
          </a:xfrm>
          <a:prstGeom prst="rect">
            <a:avLst/>
          </a:prstGeom>
          <a:noFill/>
          <a:ln>
            <a:noFill/>
          </a:ln>
        </p:spPr>
        <p:txBody>
          <a:bodyPr wrap="square" lIns="90000" anchor="ctr">
            <a:normAutofit/>
          </a:bodyPr>
          <a:lstStyle>
            <a:lvl1pPr marL="0" indent="0" algn="l">
              <a:lnSpc>
                <a:spcPct val="100000"/>
              </a:lnSpc>
              <a:buNone/>
              <a:defRPr sz="1200">
                <a:solidFill>
                  <a:schemeClr val="tx1"/>
                </a:solidFill>
              </a:defRPr>
            </a:lvl1pPr>
          </a:lstStyle>
          <a:p>
            <a:pPr lvl="0"/>
            <a:r>
              <a:rPr lang="zh-CN" altLang="en-US" dirty="0"/>
              <a:t>Presenter name</a:t>
            </a:r>
            <a:endParaRPr lang="en-US" dirty="0"/>
          </a:p>
        </p:txBody>
      </p:sp>
      <p:sp>
        <p:nvSpPr>
          <p:cNvPr id="4" name="文本占位符 6">
            <a:extLst>
              <a:ext uri="{FF2B5EF4-FFF2-40B4-BE49-F238E27FC236}">
                <a16:creationId xmlns:a16="http://schemas.microsoft.com/office/drawing/2014/main" id="{DF1D15AA-D0FE-4149-5B28-EDBB980FCD9E}"/>
              </a:ext>
            </a:extLst>
          </p:cNvPr>
          <p:cNvSpPr>
            <a:spLocks noGrp="1"/>
          </p:cNvSpPr>
          <p:nvPr>
            <p:ph type="body" sz="quarter" idx="14" hasCustomPrompt="1"/>
          </p:nvPr>
        </p:nvSpPr>
        <p:spPr>
          <a:xfrm>
            <a:off x="3430736" y="630039"/>
            <a:ext cx="1797431" cy="288000"/>
          </a:xfrm>
          <a:prstGeom prst="rect">
            <a:avLst/>
          </a:prstGeom>
          <a:noFill/>
          <a:ln>
            <a:noFill/>
          </a:ln>
        </p:spPr>
        <p:txBody>
          <a:bodyPr wrap="none" anchor="ctr">
            <a:normAutofit/>
          </a:bodyPr>
          <a:lstStyle>
            <a:lvl1pPr marL="0" indent="0" algn="l">
              <a:lnSpc>
                <a:spcPct val="100000"/>
              </a:lnSpc>
              <a:buNone/>
              <a:defRPr sz="1200">
                <a:solidFill>
                  <a:schemeClr val="tx1"/>
                </a:solidFill>
              </a:defRPr>
            </a:lvl1pPr>
          </a:lstStyle>
          <a:p>
            <a:pPr lvl="0"/>
            <a:r>
              <a:rPr lang="zh-CN" altLang="en-US" dirty="0"/>
              <a:t>20XX.XX.XX</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Ref idx="1001">
        <a:schemeClr val="bg1"/>
      </p:bgRef>
    </p:bg>
    <p:spTree>
      <p:nvGrpSpPr>
        <p:cNvPr id="1" name=""/>
        <p:cNvGrpSpPr/>
        <p:nvPr/>
      </p:nvGrpSpPr>
      <p:grpSpPr>
        <a:xfrm>
          <a:off x="0" y="0"/>
          <a:ext cx="0" cy="0"/>
          <a:chOff x="0" y="0"/>
          <a:chExt cx="0" cy="0"/>
        </a:xfrm>
      </p:grpSpPr>
      <p:sp>
        <p:nvSpPr>
          <p:cNvPr id="2" name="b2718e8f-4880-49e2-9e7b-b4b503877afb"/>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en-US"/>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themeOverride" Target="../theme/themeOverride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hemeOverride" Target="../theme/themeOverride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hemeOverride" Target="../theme/themeOverride5.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hemeOverride" Target="../theme/themeOverride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hemeOverride" Target="../theme/themeOverride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hemeOverride" Target="../theme/themeOverride8.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hemeOverride" Target="../theme/themeOverride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hemeOverride" Target="../theme/themeOverride10.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1.xml"/></Relationships>
</file>

<file path=ppt/slides/_rels/slide12.xml.rels>&#65279;<?xml version="1.0" encoding="utf-8"?><Relationships xmlns="http://schemas.openxmlformats.org/package/2006/relationships"><Relationship Type="http://schemas.openxmlformats.org/officeDocument/2006/relationships/image" Target="/ppt/media/image28.png" Id="rId8" /><Relationship Type="http://schemas.openxmlformats.org/officeDocument/2006/relationships/image" Target="/ppt/media/image69.png" Id="rId13" /><Relationship Type="http://schemas.openxmlformats.org/officeDocument/2006/relationships/image" Target="/ppt/media/image510.png" Id="rId12" /><Relationship Type="http://schemas.openxmlformats.org/officeDocument/2006/relationships/image" Target="/ppt/media/image411.png" Id="rId11" /><Relationship Type="http://schemas.openxmlformats.org/officeDocument/2006/relationships/image" Target="/ppt/media/image312.png" Id="rId10" /><Relationship Type="http://schemas.openxmlformats.org/officeDocument/2006/relationships/image" Target="/ppt/media/image72.jpg" Id="rId14" /><Relationship Type="http://schemas.openxmlformats.org/officeDocument/2006/relationships/hyperlink" Target="http://www.islide.cc/" TargetMode="External" Id="rId3" /><Relationship Type="http://schemas.openxmlformats.org/officeDocument/2006/relationships/hyperlink" Target="https://qr10.cn/AvcOJF" TargetMode="External" Id="rId7" /><Relationship Type="http://schemas.openxmlformats.org/officeDocument/2006/relationships/hyperlink" Target="https://qr10.cn/AJClXH" TargetMode="External" Id="rId6" /><Relationship Type="http://schemas.openxmlformats.org/officeDocument/2006/relationships/hyperlink" Target="https://qr10.cn/BlrYkD" TargetMode="External" Id="rId5" /><Relationship Type="http://schemas.openxmlformats.org/officeDocument/2006/relationships/hyperlink" Target="https://qr10.cn/EqbapX" TargetMode="External" Id="rId4" /><Relationship Type="http://schemas.openxmlformats.org/officeDocument/2006/relationships/hyperlink" Target="https://www.toutiao.com/c/user/token/MS4wLjABAAAA4iEx56C0_-0TYakxi5ZDzkL63vnOXTDA_u8TGCGhUo4/?source=m_redirect" TargetMode="External" Id="rId9" /><Relationship Type="http://schemas.openxmlformats.org/officeDocument/2006/relationships/slideLayout" Target="/ppt/slideLayouts/slideLayout6.xml" Id="R4d695e80ac6c4639" /></Relationships>
</file>

<file path=ppt/slides/_rels/slide13.xml.rels>&#65279;<?xml version="1.0" encoding="utf-8"?><Relationships xmlns="http://schemas.openxmlformats.org/package/2006/relationships"><Relationship Type="http://schemas.openxmlformats.org/officeDocument/2006/relationships/image" Target="/ppt/media/image113.png" Id="rId5" /><Relationship Type="http://schemas.openxmlformats.org/officeDocument/2006/relationships/hyperlink" Target="http://www.islide.cc/" TargetMode="External" Id="rId3" /><Relationship Type="http://schemas.openxmlformats.org/officeDocument/2006/relationships/hyperlink" Target="https://www.islide.cc/" TargetMode="External" Id="rId4" /><Relationship Type="http://schemas.openxmlformats.org/officeDocument/2006/relationships/slideLayout" Target="/ppt/slideLayouts/slideLayout6.xml" Id="Racbd801e218b49c4"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660399" y="1828802"/>
            <a:ext cx="5400000" cy="2053008"/>
          </a:xfrm>
        </p:spPr>
        <p:txBody>
          <a:bodyPr/>
          <a:lstStyle/>
          <a:p>
            <a:r>
              <a:rPr lang="zh-CN" altLang="en-US" dirty="0"/>
              <a:t>蓝色简约风通用分析与方案</a:t>
            </a:r>
            <a:endParaRPr lang="en-US" dirty="0"/>
          </a:p>
        </p:txBody>
      </p:sp>
      <p:sp>
        <p:nvSpPr>
          <p:cNvPr id="9" name="副标题 8"/>
          <p:cNvSpPr>
            <a:spLocks noGrp="1"/>
          </p:cNvSpPr>
          <p:nvPr>
            <p:ph type="subTitle" sz="quarter" idx="1" hasCustomPrompt="1"/>
          </p:nvPr>
        </p:nvSpPr>
        <p:spPr>
          <a:xfrm>
            <a:off x="660399" y="4155439"/>
            <a:ext cx="5400000" cy="795727"/>
          </a:xfrm>
        </p:spPr>
        <p:txBody>
          <a:bodyPr>
            <a:normAutofit/>
          </a:bodyPr>
          <a:lstStyle/>
          <a:p>
            <a:r>
              <a:rPr lang="zh-CN" altLang="en-US" dirty="0"/>
              <a:t>以理性分析为起点，以有效行动为终点</a:t>
            </a:r>
          </a:p>
        </p:txBody>
      </p:sp>
      <p:sp>
        <p:nvSpPr>
          <p:cNvPr id="4" name="文本占位符 3"/>
          <p:cNvSpPr>
            <a:spLocks noGrp="1"/>
          </p:cNvSpPr>
          <p:nvPr>
            <p:ph type="body" sz="quarter" idx="13" hasCustomPrompt="1"/>
          </p:nvPr>
        </p:nvSpPr>
        <p:spPr>
          <a:xfrm>
            <a:off x="1066800" y="625645"/>
            <a:ext cx="1753466" cy="288000"/>
          </a:xfrm>
        </p:spPr>
        <p:txBody>
          <a:bodyPr/>
          <a:lstStyle/>
          <a:p>
            <a:r>
              <a:rPr lang="zh-CN" altLang="en-US" dirty="0"/>
              <a:t>Presenter name</a:t>
            </a:r>
            <a:endParaRPr lang="en-US" dirty="0"/>
          </a:p>
        </p:txBody>
      </p:sp>
      <p:sp>
        <p:nvSpPr>
          <p:cNvPr id="7" name="文本占位符 6"/>
          <p:cNvSpPr>
            <a:spLocks noGrp="1"/>
          </p:cNvSpPr>
          <p:nvPr>
            <p:ph type="body" sz="quarter" idx="14" hasCustomPrompt="1"/>
          </p:nvPr>
        </p:nvSpPr>
        <p:spPr>
          <a:xfrm>
            <a:off x="3440833" y="625645"/>
            <a:ext cx="1753466" cy="288000"/>
          </a:xfrm>
        </p:spPr>
        <p:txBody>
          <a:bodyPr/>
          <a:lstStyle/>
          <a:p>
            <a:r>
              <a:rPr lang="zh-CN" altLang="en-US" dirty="0"/>
              <a:t>20XX.XX.XX</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Title 1"/>
          <p:cNvSpPr>
            <a:spLocks noGrp="1"/>
          </p:cNvSpPr>
          <p:nvPr>
            <p:ph type="title" hasCustomPrompt="1"/>
          </p:nvPr>
        </p:nvSpPr>
        <p:spPr/>
        <p:txBody>
          <a:bodyPr/>
          <a:lstStyle>
            <a:lvl1pPr>
              <a:defRPr/>
            </a:lvl1pPr>
          </a:lstStyle>
          <a:p>
            <a:pPr lvl="0"/>
            <a:r>
              <a:rPr lang="zh-CN" altLang="en-US" dirty="0"/>
              <a:t>目录</a:t>
            </a:r>
            <a:endParaRPr lang="en-US" dirty="0"/>
          </a:p>
        </p:txBody>
      </p:sp>
      <p:grpSp>
        <p:nvGrpSpPr>
          <p:cNvPr id="46" name="组合 45">
            <a:extLst>
              <a:ext uri="{FF2B5EF4-FFF2-40B4-BE49-F238E27FC236}">
                <a16:creationId xmlns:a16="http://schemas.microsoft.com/office/drawing/2014/main" id="{73C51A81-4A7D-E9E6-064E-488E6F4356EF}"/>
              </a:ext>
            </a:extLst>
          </p:cNvPr>
          <p:cNvGrpSpPr/>
          <p:nvPr/>
        </p:nvGrpSpPr>
        <p:grpSpPr>
          <a:xfrm>
            <a:off x="660400" y="603691"/>
            <a:ext cx="11531600" cy="5632008"/>
            <a:chOff x="660400" y="603691"/>
            <a:chExt cx="11531600" cy="5632008"/>
          </a:xfrm>
        </p:grpSpPr>
        <p:grpSp>
          <p:nvGrpSpPr>
            <p:cNvPr id="3" name="组合 2">
              <a:extLst>
                <a:ext uri="{FF2B5EF4-FFF2-40B4-BE49-F238E27FC236}">
                  <a16:creationId xmlns:a16="http://schemas.microsoft.com/office/drawing/2014/main" id="{E9E58833-C9D1-2A0D-E1B6-5C629223FA31}"/>
                </a:ext>
              </a:extLst>
            </p:cNvPr>
            <p:cNvGrpSpPr/>
            <p:nvPr/>
          </p:nvGrpSpPr>
          <p:grpSpPr>
            <a:xfrm>
              <a:off x="727777" y="603691"/>
              <a:ext cx="11464223" cy="5632008"/>
              <a:chOff x="727777" y="603691"/>
              <a:chExt cx="11464223" cy="5632008"/>
            </a:xfrm>
          </p:grpSpPr>
          <p:pic>
            <p:nvPicPr>
              <p:cNvPr id="4" name="图形 7">
                <a:extLst>
                  <a:ext uri="{FF2B5EF4-FFF2-40B4-BE49-F238E27FC236}">
                    <a16:creationId xmlns:a16="http://schemas.microsoft.com/office/drawing/2014/main" id="{0CE54E41-5262-17C6-033D-068D562C6D5F}"/>
                  </a:ext>
                </a:extLst>
              </p:cNvPr>
              <p:cNvPicPr>
                <a:picLocks noChangeAspect="1"/>
              </p:cNvPicPr>
              <p:nvPr/>
            </p:nvPicPr>
            <p:blipFill>
              <a:blip r:embed="rId4"/>
              <a:stretch>
                <a:fillRect/>
              </a:stretch>
            </p:blipFill>
            <p:spPr>
              <a:xfrm>
                <a:off x="727777" y="2781248"/>
                <a:ext cx="3051722" cy="3454451"/>
              </a:xfrm>
              <a:custGeom>
                <a:avLst/>
                <a:gdLst>
                  <a:gd name="connsiteX0" fmla="*/ -1 w 3178970"/>
                  <a:gd name="connsiteY0" fmla="*/ -1 h 3598492"/>
                  <a:gd name="connsiteX1" fmla="*/ 3178969 w 3178970"/>
                  <a:gd name="connsiteY1" fmla="*/ -1 h 3598492"/>
                  <a:gd name="connsiteX2" fmla="*/ 3178969 w 3178970"/>
                  <a:gd name="connsiteY2" fmla="*/ 3598491 h 3598492"/>
                  <a:gd name="connsiteX3" fmla="*/ -1 w 3178970"/>
                  <a:gd name="connsiteY3" fmla="*/ 3598491 h 3598492"/>
                </a:gdLst>
                <a:ahLst/>
                <a:cxnLst>
                  <a:cxn ang="0">
                    <a:pos x="connsiteX0" y="connsiteY0"/>
                  </a:cxn>
                  <a:cxn ang="0">
                    <a:pos x="connsiteX1" y="connsiteY1"/>
                  </a:cxn>
                  <a:cxn ang="0">
                    <a:pos x="connsiteX2" y="connsiteY2"/>
                  </a:cxn>
                  <a:cxn ang="0">
                    <a:pos x="connsiteX3" y="connsiteY3"/>
                  </a:cxn>
                </a:cxnLst>
                <a:rect l="l" t="t" r="r" b="b"/>
                <a:pathLst>
                  <a:path w="3178970" h="3598492">
                    <a:moveTo>
                      <a:pt x="-1" y="-1"/>
                    </a:moveTo>
                    <a:lnTo>
                      <a:pt x="3178969" y="-1"/>
                    </a:lnTo>
                    <a:lnTo>
                      <a:pt x="3178969" y="3598491"/>
                    </a:lnTo>
                    <a:lnTo>
                      <a:pt x="-1" y="3598491"/>
                    </a:lnTo>
                    <a:close/>
                  </a:path>
                </a:pathLst>
              </a:custGeom>
            </p:spPr>
          </p:pic>
          <p:pic>
            <p:nvPicPr>
              <p:cNvPr id="5" name="图片 4">
                <a:extLst>
                  <a:ext uri="{FF2B5EF4-FFF2-40B4-BE49-F238E27FC236}">
                    <a16:creationId xmlns:a16="http://schemas.microsoft.com/office/drawing/2014/main" id="{7B0D9B7D-4E8C-28D0-7944-C463DE34BD3C}"/>
                  </a:ext>
                </a:extLst>
              </p:cNvPr>
              <p:cNvPicPr>
                <a:picLocks noChangeAspect="1"/>
              </p:cNvPicPr>
              <p:nvPr userDrawn="1"/>
            </p:nvPicPr>
            <p:blipFill>
              <a:blip r:embed="rId5"/>
              <a:srcRect r="14663"/>
              <a:stretch>
                <a:fillRect/>
              </a:stretch>
            </p:blipFill>
            <p:spPr>
              <a:xfrm>
                <a:off x="8976795" y="603691"/>
                <a:ext cx="3215205" cy="1548518"/>
              </a:xfrm>
              <a:custGeom>
                <a:avLst/>
                <a:gdLst>
                  <a:gd name="connsiteX0" fmla="*/ 0 w 3215205"/>
                  <a:gd name="connsiteY0" fmla="*/ 0 h 1548518"/>
                  <a:gd name="connsiteX1" fmla="*/ 3215205 w 3215205"/>
                  <a:gd name="connsiteY1" fmla="*/ 0 h 1548518"/>
                  <a:gd name="connsiteX2" fmla="*/ 3215205 w 3215205"/>
                  <a:gd name="connsiteY2" fmla="*/ 1548518 h 1548518"/>
                  <a:gd name="connsiteX3" fmla="*/ 0 w 3215205"/>
                  <a:gd name="connsiteY3" fmla="*/ 1548518 h 1548518"/>
                </a:gdLst>
                <a:ahLst/>
                <a:cxnLst>
                  <a:cxn ang="0">
                    <a:pos x="connsiteX0" y="connsiteY0"/>
                  </a:cxn>
                  <a:cxn ang="0">
                    <a:pos x="connsiteX1" y="connsiteY1"/>
                  </a:cxn>
                  <a:cxn ang="0">
                    <a:pos x="connsiteX2" y="connsiteY2"/>
                  </a:cxn>
                  <a:cxn ang="0">
                    <a:pos x="connsiteX3" y="connsiteY3"/>
                  </a:cxn>
                </a:cxnLst>
                <a:rect l="l" t="t" r="r" b="b"/>
                <a:pathLst>
                  <a:path w="3215205" h="1548518">
                    <a:moveTo>
                      <a:pt x="0" y="0"/>
                    </a:moveTo>
                    <a:lnTo>
                      <a:pt x="3215205" y="0"/>
                    </a:lnTo>
                    <a:lnTo>
                      <a:pt x="3215205" y="1548518"/>
                    </a:lnTo>
                    <a:lnTo>
                      <a:pt x="0" y="1548518"/>
                    </a:lnTo>
                    <a:close/>
                  </a:path>
                </a:pathLst>
              </a:custGeom>
            </p:spPr>
          </p:pic>
        </p:grpSp>
        <p:sp>
          <p:nvSpPr>
            <p:cNvPr id="6" name="Title">
              <a:extLst>
                <a:ext uri="{FF2B5EF4-FFF2-40B4-BE49-F238E27FC236}">
                  <a16:creationId xmlns:a16="http://schemas.microsoft.com/office/drawing/2014/main" id="{7E2B3C90-C848-6AB8-7AA1-B4C2559769CF}"/>
                </a:ext>
              </a:extLst>
            </p:cNvPr>
            <p:cNvSpPr txBox="1"/>
            <p:nvPr/>
          </p:nvSpPr>
          <p:spPr>
            <a:xfrm>
              <a:off x="660400" y="1130300"/>
              <a:ext cx="8154922" cy="939132"/>
            </a:xfrm>
            <a:prstGeom prst="rect">
              <a:avLst/>
            </a:prstGeom>
            <a:noFill/>
          </p:spPr>
          <p:txBody>
            <a:bodyPr vert="horz" wrap="square" rtlCol="0" anchor="ctr" anchorCtr="0">
              <a:normAutofit/>
            </a:bodyPr>
            <a:lstStyle/>
            <a:p>
              <a:r>
                <a:rPr lang="en-US" altLang="zh-CN" sz="2400" b="1" dirty="0">
                  <a:cs typeface="+mn-ea"/>
                  <a:sym typeface="+mn-lt"/>
                </a:rPr>
                <a:t>Agenda</a:t>
              </a:r>
              <a:endParaRPr lang="en-US" dirty="0"/>
            </a:p>
          </p:txBody>
        </p:sp>
        <p:grpSp>
          <p:nvGrpSpPr>
            <p:cNvPr id="11" name="组合 10">
              <a:extLst>
                <a:ext uri="{FF2B5EF4-FFF2-40B4-BE49-F238E27FC236}">
                  <a16:creationId xmlns:a16="http://schemas.microsoft.com/office/drawing/2014/main" id="{24074B76-E35F-BBEC-5B77-B87923F18200}"/>
                </a:ext>
              </a:extLst>
            </p:cNvPr>
            <p:cNvGrpSpPr/>
            <p:nvPr/>
          </p:nvGrpSpPr>
          <p:grpSpPr>
            <a:xfrm>
              <a:off x="4007581" y="2401664"/>
              <a:ext cx="3565422" cy="490356"/>
              <a:chOff x="4810124" y="2557674"/>
              <a:chExt cx="3162748" cy="434976"/>
            </a:xfrm>
          </p:grpSpPr>
          <p:sp>
            <p:nvSpPr>
              <p:cNvPr id="9" name="矩形: 圆角 8">
                <a:extLst>
                  <a:ext uri="{FF2B5EF4-FFF2-40B4-BE49-F238E27FC236}">
                    <a16:creationId xmlns:a16="http://schemas.microsoft.com/office/drawing/2014/main" id="{D5CE3D3B-327E-3C10-C959-5B01FBDDDA2F}"/>
                  </a:ext>
                </a:extLst>
              </p:cNvPr>
              <p:cNvSpPr/>
              <p:nvPr/>
            </p:nvSpPr>
            <p:spPr>
              <a:xfrm>
                <a:off x="4810124" y="2557675"/>
                <a:ext cx="3162748" cy="434975"/>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Bullet1">
                <a:extLst>
                  <a:ext uri="{FF2B5EF4-FFF2-40B4-BE49-F238E27FC236}">
                    <a16:creationId xmlns:a16="http://schemas.microsoft.com/office/drawing/2014/main" id="{C07444AD-53AE-9F04-BF86-3D8F5FCF90DB}"/>
                  </a:ext>
                </a:extLst>
              </p:cNvPr>
              <p:cNvSpPr/>
              <p:nvPr/>
            </p:nvSpPr>
            <p:spPr>
              <a:xfrm>
                <a:off x="5289015" y="2580111"/>
                <a:ext cx="2491749" cy="390102"/>
              </a:xfrm>
              <a:prstGeom prst="rect">
                <a:avLst/>
              </a:prstGeom>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cs typeface="+mn-ea"/>
                    <a:sym typeface="+mn-lt"/>
                  </a:rPr>
                  <a:t>单击添加小标题</a:t>
                </a:r>
                <a:endParaRPr lang="en-US" dirty="0"/>
              </a:p>
            </p:txBody>
          </p:sp>
          <p:sp>
            <p:nvSpPr>
              <p:cNvPr id="10" name="Number1">
                <a:extLst>
                  <a:ext uri="{FF2B5EF4-FFF2-40B4-BE49-F238E27FC236}">
                    <a16:creationId xmlns:a16="http://schemas.microsoft.com/office/drawing/2014/main" id="{D2BE34BA-8337-2B32-99A6-33C005B00061}"/>
                  </a:ext>
                </a:extLst>
              </p:cNvPr>
              <p:cNvSpPr/>
              <p:nvPr/>
            </p:nvSpPr>
            <p:spPr>
              <a:xfrm>
                <a:off x="4810124" y="2557674"/>
                <a:ext cx="434975" cy="4349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1600" b="1" dirty="0"/>
                  <a:t>01</a:t>
                </a:r>
                <a:endParaRPr lang="zh-CN" altLang="en-US" sz="1600" b="1" dirty="0"/>
              </a:p>
            </p:txBody>
          </p:sp>
        </p:grpSp>
        <p:grpSp>
          <p:nvGrpSpPr>
            <p:cNvPr id="12" name="组合 11">
              <a:extLst>
                <a:ext uri="{FF2B5EF4-FFF2-40B4-BE49-F238E27FC236}">
                  <a16:creationId xmlns:a16="http://schemas.microsoft.com/office/drawing/2014/main" id="{36788228-028A-A8F2-1134-DBB203705AFB}"/>
                </a:ext>
              </a:extLst>
            </p:cNvPr>
            <p:cNvGrpSpPr/>
            <p:nvPr/>
          </p:nvGrpSpPr>
          <p:grpSpPr>
            <a:xfrm>
              <a:off x="7953478" y="2401664"/>
              <a:ext cx="3565422" cy="490356"/>
              <a:chOff x="4810124" y="2557674"/>
              <a:chExt cx="3162748" cy="434976"/>
            </a:xfrm>
          </p:grpSpPr>
          <p:sp>
            <p:nvSpPr>
              <p:cNvPr id="13" name="矩形: 圆角 12">
                <a:extLst>
                  <a:ext uri="{FF2B5EF4-FFF2-40B4-BE49-F238E27FC236}">
                    <a16:creationId xmlns:a16="http://schemas.microsoft.com/office/drawing/2014/main" id="{B5BFABEC-CDF2-71E9-6E73-1E2A43A23443}"/>
                  </a:ext>
                </a:extLst>
              </p:cNvPr>
              <p:cNvSpPr/>
              <p:nvPr/>
            </p:nvSpPr>
            <p:spPr>
              <a:xfrm>
                <a:off x="4810124" y="2557675"/>
                <a:ext cx="3162748" cy="434975"/>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14" name="Bullet2">
                <a:extLst>
                  <a:ext uri="{FF2B5EF4-FFF2-40B4-BE49-F238E27FC236}">
                    <a16:creationId xmlns:a16="http://schemas.microsoft.com/office/drawing/2014/main" id="{0D3B05AD-88BA-FF4B-388E-4B9773A55F7A}"/>
                  </a:ext>
                </a:extLst>
              </p:cNvPr>
              <p:cNvSpPr/>
              <p:nvPr/>
            </p:nvSpPr>
            <p:spPr>
              <a:xfrm>
                <a:off x="5289015" y="2580111"/>
                <a:ext cx="2491749" cy="390102"/>
              </a:xfrm>
              <a:prstGeom prst="rect">
                <a:avLst/>
              </a:prstGeom>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cs typeface="+mn-ea"/>
                    <a:sym typeface="+mn-lt"/>
                  </a:rPr>
                  <a:t>单击添加小标题</a:t>
                </a:r>
                <a:endParaRPr lang="en-US" dirty="0"/>
              </a:p>
            </p:txBody>
          </p:sp>
          <p:sp>
            <p:nvSpPr>
              <p:cNvPr id="15" name="Number2">
                <a:extLst>
                  <a:ext uri="{FF2B5EF4-FFF2-40B4-BE49-F238E27FC236}">
                    <a16:creationId xmlns:a16="http://schemas.microsoft.com/office/drawing/2014/main" id="{79CF39CD-3125-DFE9-749A-ECC2ACDA6CAF}"/>
                  </a:ext>
                </a:extLst>
              </p:cNvPr>
              <p:cNvSpPr/>
              <p:nvPr/>
            </p:nvSpPr>
            <p:spPr>
              <a:xfrm>
                <a:off x="4810124" y="2557674"/>
                <a:ext cx="434975" cy="434975"/>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1600" b="1" dirty="0"/>
                  <a:t>02</a:t>
                </a:r>
                <a:endParaRPr lang="zh-CN" altLang="en-US" sz="1600" b="1" dirty="0"/>
              </a:p>
            </p:txBody>
          </p:sp>
        </p:grpSp>
        <p:grpSp>
          <p:nvGrpSpPr>
            <p:cNvPr id="17" name="组合 16">
              <a:extLst>
                <a:ext uri="{FF2B5EF4-FFF2-40B4-BE49-F238E27FC236}">
                  <a16:creationId xmlns:a16="http://schemas.microsoft.com/office/drawing/2014/main" id="{6D703216-A9AF-3FE8-8467-5C87E4F831EC}"/>
                </a:ext>
              </a:extLst>
            </p:cNvPr>
            <p:cNvGrpSpPr/>
            <p:nvPr/>
          </p:nvGrpSpPr>
          <p:grpSpPr>
            <a:xfrm>
              <a:off x="4007581" y="3482357"/>
              <a:ext cx="3565422" cy="490356"/>
              <a:chOff x="4810124" y="2557674"/>
              <a:chExt cx="3162748" cy="434976"/>
            </a:xfrm>
          </p:grpSpPr>
          <p:sp>
            <p:nvSpPr>
              <p:cNvPr id="20" name="矩形: 圆角 19">
                <a:extLst>
                  <a:ext uri="{FF2B5EF4-FFF2-40B4-BE49-F238E27FC236}">
                    <a16:creationId xmlns:a16="http://schemas.microsoft.com/office/drawing/2014/main" id="{516CBFE8-018A-A42D-463C-B085350E0DB6}"/>
                  </a:ext>
                </a:extLst>
              </p:cNvPr>
              <p:cNvSpPr/>
              <p:nvPr/>
            </p:nvSpPr>
            <p:spPr>
              <a:xfrm>
                <a:off x="4810124" y="2557675"/>
                <a:ext cx="3162748" cy="434975"/>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21" name="Bullet3">
                <a:extLst>
                  <a:ext uri="{FF2B5EF4-FFF2-40B4-BE49-F238E27FC236}">
                    <a16:creationId xmlns:a16="http://schemas.microsoft.com/office/drawing/2014/main" id="{A9A74875-5108-7F81-52A9-A8AAF94C49B6}"/>
                  </a:ext>
                </a:extLst>
              </p:cNvPr>
              <p:cNvSpPr/>
              <p:nvPr/>
            </p:nvSpPr>
            <p:spPr>
              <a:xfrm>
                <a:off x="5289015" y="2580111"/>
                <a:ext cx="2491749" cy="390102"/>
              </a:xfrm>
              <a:prstGeom prst="rect">
                <a:avLst/>
              </a:prstGeom>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cs typeface="+mn-ea"/>
                    <a:sym typeface="+mn-lt"/>
                  </a:rPr>
                  <a:t>单击添加小标题</a:t>
                </a:r>
                <a:endParaRPr lang="en-US" dirty="0"/>
              </a:p>
            </p:txBody>
          </p:sp>
          <p:sp>
            <p:nvSpPr>
              <p:cNvPr id="22" name="Number3">
                <a:extLst>
                  <a:ext uri="{FF2B5EF4-FFF2-40B4-BE49-F238E27FC236}">
                    <a16:creationId xmlns:a16="http://schemas.microsoft.com/office/drawing/2014/main" id="{F6F1CE1A-395A-D0A6-F786-99DAD04946C3}"/>
                  </a:ext>
                </a:extLst>
              </p:cNvPr>
              <p:cNvSpPr/>
              <p:nvPr/>
            </p:nvSpPr>
            <p:spPr>
              <a:xfrm>
                <a:off x="4810124" y="2557674"/>
                <a:ext cx="434975" cy="434975"/>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1600" b="1" dirty="0"/>
                  <a:t>03</a:t>
                </a:r>
                <a:endParaRPr lang="zh-CN" altLang="en-US" sz="1600" b="1" dirty="0"/>
              </a:p>
            </p:txBody>
          </p:sp>
        </p:grpSp>
        <p:grpSp>
          <p:nvGrpSpPr>
            <p:cNvPr id="23" name="组合 22">
              <a:extLst>
                <a:ext uri="{FF2B5EF4-FFF2-40B4-BE49-F238E27FC236}">
                  <a16:creationId xmlns:a16="http://schemas.microsoft.com/office/drawing/2014/main" id="{A607EB9A-60A0-9583-FF7B-A33DA03F682E}"/>
                </a:ext>
              </a:extLst>
            </p:cNvPr>
            <p:cNvGrpSpPr/>
            <p:nvPr/>
          </p:nvGrpSpPr>
          <p:grpSpPr>
            <a:xfrm>
              <a:off x="7953478" y="3482357"/>
              <a:ext cx="3565422" cy="490356"/>
              <a:chOff x="4810124" y="2557674"/>
              <a:chExt cx="3162748" cy="434976"/>
            </a:xfrm>
          </p:grpSpPr>
          <p:sp>
            <p:nvSpPr>
              <p:cNvPr id="24" name="矩形: 圆角 23">
                <a:extLst>
                  <a:ext uri="{FF2B5EF4-FFF2-40B4-BE49-F238E27FC236}">
                    <a16:creationId xmlns:a16="http://schemas.microsoft.com/office/drawing/2014/main" id="{A06770FC-B4FA-6941-DC13-1E81D1C61008}"/>
                  </a:ext>
                </a:extLst>
              </p:cNvPr>
              <p:cNvSpPr/>
              <p:nvPr/>
            </p:nvSpPr>
            <p:spPr>
              <a:xfrm>
                <a:off x="4810124" y="2557675"/>
                <a:ext cx="3162748" cy="434975"/>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25" name="Bullet4">
                <a:extLst>
                  <a:ext uri="{FF2B5EF4-FFF2-40B4-BE49-F238E27FC236}">
                    <a16:creationId xmlns:a16="http://schemas.microsoft.com/office/drawing/2014/main" id="{F160A567-2418-3156-CA02-48AC555EC555}"/>
                  </a:ext>
                </a:extLst>
              </p:cNvPr>
              <p:cNvSpPr/>
              <p:nvPr/>
            </p:nvSpPr>
            <p:spPr>
              <a:xfrm>
                <a:off x="5289015" y="2580111"/>
                <a:ext cx="2491749" cy="390102"/>
              </a:xfrm>
              <a:prstGeom prst="rect">
                <a:avLst/>
              </a:prstGeom>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cs typeface="+mn-ea"/>
                    <a:sym typeface="+mn-lt"/>
                  </a:rPr>
                  <a:t>单击添加小标题</a:t>
                </a:r>
                <a:endParaRPr lang="en-US" dirty="0"/>
              </a:p>
            </p:txBody>
          </p:sp>
          <p:sp>
            <p:nvSpPr>
              <p:cNvPr id="27" name="Number4">
                <a:extLst>
                  <a:ext uri="{FF2B5EF4-FFF2-40B4-BE49-F238E27FC236}">
                    <a16:creationId xmlns:a16="http://schemas.microsoft.com/office/drawing/2014/main" id="{E153F316-4CAA-4F4F-535B-336D92D74098}"/>
                  </a:ext>
                </a:extLst>
              </p:cNvPr>
              <p:cNvSpPr/>
              <p:nvPr/>
            </p:nvSpPr>
            <p:spPr>
              <a:xfrm>
                <a:off x="4810124" y="2557674"/>
                <a:ext cx="434975" cy="4349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1600" b="1" dirty="0"/>
                  <a:t>04</a:t>
                </a:r>
                <a:endParaRPr lang="zh-CN" altLang="en-US" sz="1600" b="1" dirty="0"/>
              </a:p>
            </p:txBody>
          </p:sp>
        </p:grpSp>
        <p:grpSp>
          <p:nvGrpSpPr>
            <p:cNvPr id="28" name="组合 27">
              <a:extLst>
                <a:ext uri="{FF2B5EF4-FFF2-40B4-BE49-F238E27FC236}">
                  <a16:creationId xmlns:a16="http://schemas.microsoft.com/office/drawing/2014/main" id="{F06D2487-B2D3-E876-7B50-245771463366}"/>
                </a:ext>
              </a:extLst>
            </p:cNvPr>
            <p:cNvGrpSpPr/>
            <p:nvPr/>
          </p:nvGrpSpPr>
          <p:grpSpPr>
            <a:xfrm>
              <a:off x="4007581" y="4563050"/>
              <a:ext cx="3565422" cy="490356"/>
              <a:chOff x="4810124" y="2557674"/>
              <a:chExt cx="3162748" cy="434976"/>
            </a:xfrm>
          </p:grpSpPr>
          <p:sp>
            <p:nvSpPr>
              <p:cNvPr id="29" name="矩形: 圆角 28">
                <a:extLst>
                  <a:ext uri="{FF2B5EF4-FFF2-40B4-BE49-F238E27FC236}">
                    <a16:creationId xmlns:a16="http://schemas.microsoft.com/office/drawing/2014/main" id="{A7F5C881-4D98-FCE6-17A1-CD7D1C9B97A7}"/>
                  </a:ext>
                </a:extLst>
              </p:cNvPr>
              <p:cNvSpPr/>
              <p:nvPr/>
            </p:nvSpPr>
            <p:spPr>
              <a:xfrm>
                <a:off x="4810124" y="2557675"/>
                <a:ext cx="3162748" cy="434975"/>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30" name="Bullet5">
                <a:extLst>
                  <a:ext uri="{FF2B5EF4-FFF2-40B4-BE49-F238E27FC236}">
                    <a16:creationId xmlns:a16="http://schemas.microsoft.com/office/drawing/2014/main" id="{793A6452-A58F-5EBD-6BE2-62619E5048AA}"/>
                  </a:ext>
                </a:extLst>
              </p:cNvPr>
              <p:cNvSpPr/>
              <p:nvPr/>
            </p:nvSpPr>
            <p:spPr>
              <a:xfrm>
                <a:off x="5289015" y="2580111"/>
                <a:ext cx="2491749" cy="390102"/>
              </a:xfrm>
              <a:prstGeom prst="rect">
                <a:avLst/>
              </a:prstGeom>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cs typeface="+mn-ea"/>
                    <a:sym typeface="+mn-lt"/>
                  </a:rPr>
                  <a:t>单击添加小标题</a:t>
                </a:r>
                <a:endParaRPr lang="en-US" dirty="0"/>
              </a:p>
            </p:txBody>
          </p:sp>
          <p:sp>
            <p:nvSpPr>
              <p:cNvPr id="31" name="Number5">
                <a:extLst>
                  <a:ext uri="{FF2B5EF4-FFF2-40B4-BE49-F238E27FC236}">
                    <a16:creationId xmlns:a16="http://schemas.microsoft.com/office/drawing/2014/main" id="{2F183B26-3339-BA91-580D-B3721122A838}"/>
                  </a:ext>
                </a:extLst>
              </p:cNvPr>
              <p:cNvSpPr/>
              <p:nvPr/>
            </p:nvSpPr>
            <p:spPr>
              <a:xfrm>
                <a:off x="4810124" y="2557674"/>
                <a:ext cx="434975" cy="4349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1600" b="1" dirty="0"/>
                  <a:t>05</a:t>
                </a:r>
                <a:endParaRPr lang="zh-CN" altLang="en-US" sz="1600" b="1" dirty="0"/>
              </a:p>
            </p:txBody>
          </p:sp>
        </p:grpSp>
        <p:grpSp>
          <p:nvGrpSpPr>
            <p:cNvPr id="32" name="组合 31">
              <a:extLst>
                <a:ext uri="{FF2B5EF4-FFF2-40B4-BE49-F238E27FC236}">
                  <a16:creationId xmlns:a16="http://schemas.microsoft.com/office/drawing/2014/main" id="{A52A25E3-5F3C-C4D9-46A3-1447B7CA0BE2}"/>
                </a:ext>
              </a:extLst>
            </p:cNvPr>
            <p:cNvGrpSpPr/>
            <p:nvPr/>
          </p:nvGrpSpPr>
          <p:grpSpPr>
            <a:xfrm>
              <a:off x="7953478" y="4563050"/>
              <a:ext cx="3565422" cy="490356"/>
              <a:chOff x="4810124" y="2557674"/>
              <a:chExt cx="3162748" cy="434976"/>
            </a:xfrm>
          </p:grpSpPr>
          <p:sp>
            <p:nvSpPr>
              <p:cNvPr id="33" name="矩形: 圆角 32">
                <a:extLst>
                  <a:ext uri="{FF2B5EF4-FFF2-40B4-BE49-F238E27FC236}">
                    <a16:creationId xmlns:a16="http://schemas.microsoft.com/office/drawing/2014/main" id="{F751879A-86F4-3BA7-7A22-4F7CA1E2C16B}"/>
                  </a:ext>
                </a:extLst>
              </p:cNvPr>
              <p:cNvSpPr/>
              <p:nvPr/>
            </p:nvSpPr>
            <p:spPr>
              <a:xfrm>
                <a:off x="4810124" y="2557675"/>
                <a:ext cx="3162748" cy="434975"/>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34" name="Bullet6">
                <a:extLst>
                  <a:ext uri="{FF2B5EF4-FFF2-40B4-BE49-F238E27FC236}">
                    <a16:creationId xmlns:a16="http://schemas.microsoft.com/office/drawing/2014/main" id="{30EC3089-2C66-A41E-6121-C442B78B0B8C}"/>
                  </a:ext>
                </a:extLst>
              </p:cNvPr>
              <p:cNvSpPr/>
              <p:nvPr/>
            </p:nvSpPr>
            <p:spPr>
              <a:xfrm>
                <a:off x="5289015" y="2580111"/>
                <a:ext cx="2491749" cy="390102"/>
              </a:xfrm>
              <a:prstGeom prst="rect">
                <a:avLst/>
              </a:prstGeom>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cs typeface="+mn-ea"/>
                    <a:sym typeface="+mn-lt"/>
                  </a:rPr>
                  <a:t>单击添加小标题</a:t>
                </a:r>
                <a:endParaRPr lang="en-US" dirty="0"/>
              </a:p>
            </p:txBody>
          </p:sp>
          <p:sp>
            <p:nvSpPr>
              <p:cNvPr id="35" name="Number6">
                <a:extLst>
                  <a:ext uri="{FF2B5EF4-FFF2-40B4-BE49-F238E27FC236}">
                    <a16:creationId xmlns:a16="http://schemas.microsoft.com/office/drawing/2014/main" id="{324B18B4-C35D-9460-7728-1D601F173D3E}"/>
                  </a:ext>
                </a:extLst>
              </p:cNvPr>
              <p:cNvSpPr/>
              <p:nvPr/>
            </p:nvSpPr>
            <p:spPr>
              <a:xfrm>
                <a:off x="4810124" y="2557674"/>
                <a:ext cx="434975" cy="434975"/>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1600" b="1" dirty="0"/>
                  <a:t>06</a:t>
                </a:r>
                <a:endParaRPr lang="zh-CN" altLang="en-US" sz="1600" b="1" dirty="0"/>
              </a:p>
            </p:txBody>
          </p:sp>
        </p:grpSp>
        <p:grpSp>
          <p:nvGrpSpPr>
            <p:cNvPr id="36" name="组合 35">
              <a:extLst>
                <a:ext uri="{FF2B5EF4-FFF2-40B4-BE49-F238E27FC236}">
                  <a16:creationId xmlns:a16="http://schemas.microsoft.com/office/drawing/2014/main" id="{232D79D5-BEF9-97AA-AD7F-0FBAEE34A723}"/>
                </a:ext>
              </a:extLst>
            </p:cNvPr>
            <p:cNvGrpSpPr/>
            <p:nvPr/>
          </p:nvGrpSpPr>
          <p:grpSpPr>
            <a:xfrm>
              <a:off x="4007581" y="5643744"/>
              <a:ext cx="3565422" cy="490356"/>
              <a:chOff x="4810124" y="2557674"/>
              <a:chExt cx="3162748" cy="434976"/>
            </a:xfrm>
          </p:grpSpPr>
          <p:sp>
            <p:nvSpPr>
              <p:cNvPr id="37" name="矩形: 圆角 36">
                <a:extLst>
                  <a:ext uri="{FF2B5EF4-FFF2-40B4-BE49-F238E27FC236}">
                    <a16:creationId xmlns:a16="http://schemas.microsoft.com/office/drawing/2014/main" id="{D7D02BF2-BE9B-A2B3-6C75-0A8773645F19}"/>
                  </a:ext>
                </a:extLst>
              </p:cNvPr>
              <p:cNvSpPr/>
              <p:nvPr/>
            </p:nvSpPr>
            <p:spPr>
              <a:xfrm>
                <a:off x="4810124" y="2557675"/>
                <a:ext cx="3162748" cy="434975"/>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38" name="Bullet7">
                <a:extLst>
                  <a:ext uri="{FF2B5EF4-FFF2-40B4-BE49-F238E27FC236}">
                    <a16:creationId xmlns:a16="http://schemas.microsoft.com/office/drawing/2014/main" id="{A80799A7-7F72-BE10-2690-29366AD27465}"/>
                  </a:ext>
                </a:extLst>
              </p:cNvPr>
              <p:cNvSpPr/>
              <p:nvPr/>
            </p:nvSpPr>
            <p:spPr>
              <a:xfrm>
                <a:off x="5289015" y="2580111"/>
                <a:ext cx="2491749" cy="390102"/>
              </a:xfrm>
              <a:prstGeom prst="rect">
                <a:avLst/>
              </a:prstGeom>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cs typeface="+mn-ea"/>
                    <a:sym typeface="+mn-lt"/>
                  </a:rPr>
                  <a:t>单击添加小标题</a:t>
                </a:r>
                <a:endParaRPr lang="en-US" dirty="0"/>
              </a:p>
            </p:txBody>
          </p:sp>
          <p:sp>
            <p:nvSpPr>
              <p:cNvPr id="39" name="Number7">
                <a:extLst>
                  <a:ext uri="{FF2B5EF4-FFF2-40B4-BE49-F238E27FC236}">
                    <a16:creationId xmlns:a16="http://schemas.microsoft.com/office/drawing/2014/main" id="{C151E1F8-7C6A-FDA6-2E1E-BEF099824FDE}"/>
                  </a:ext>
                </a:extLst>
              </p:cNvPr>
              <p:cNvSpPr/>
              <p:nvPr/>
            </p:nvSpPr>
            <p:spPr>
              <a:xfrm>
                <a:off x="4810124" y="2557674"/>
                <a:ext cx="434975" cy="434975"/>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1600" b="1" dirty="0"/>
                  <a:t>07</a:t>
                </a:r>
                <a:endParaRPr lang="zh-CN" altLang="en-US" sz="1600" b="1" dirty="0"/>
              </a:p>
            </p:txBody>
          </p:sp>
        </p:grpSp>
        <p:grpSp>
          <p:nvGrpSpPr>
            <p:cNvPr id="40" name="组合 39">
              <a:extLst>
                <a:ext uri="{FF2B5EF4-FFF2-40B4-BE49-F238E27FC236}">
                  <a16:creationId xmlns:a16="http://schemas.microsoft.com/office/drawing/2014/main" id="{86A4B982-B9C6-4AE3-5693-063E26C6E1A7}"/>
                </a:ext>
              </a:extLst>
            </p:cNvPr>
            <p:cNvGrpSpPr/>
            <p:nvPr/>
          </p:nvGrpSpPr>
          <p:grpSpPr>
            <a:xfrm>
              <a:off x="7953478" y="5643744"/>
              <a:ext cx="3565422" cy="490356"/>
              <a:chOff x="4810124" y="2557674"/>
              <a:chExt cx="3162748" cy="434976"/>
            </a:xfrm>
          </p:grpSpPr>
          <p:sp>
            <p:nvSpPr>
              <p:cNvPr id="41" name="矩形: 圆角 40">
                <a:extLst>
                  <a:ext uri="{FF2B5EF4-FFF2-40B4-BE49-F238E27FC236}">
                    <a16:creationId xmlns:a16="http://schemas.microsoft.com/office/drawing/2014/main" id="{96A34F9C-D7E0-41A2-E520-8E082E1BB95F}"/>
                  </a:ext>
                </a:extLst>
              </p:cNvPr>
              <p:cNvSpPr/>
              <p:nvPr/>
            </p:nvSpPr>
            <p:spPr>
              <a:xfrm>
                <a:off x="4810124" y="2557675"/>
                <a:ext cx="3162748" cy="434975"/>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42" name="Bullet8">
                <a:extLst>
                  <a:ext uri="{FF2B5EF4-FFF2-40B4-BE49-F238E27FC236}">
                    <a16:creationId xmlns:a16="http://schemas.microsoft.com/office/drawing/2014/main" id="{3C28ADCD-AA0E-8A79-F869-E7C4583CB8B1}"/>
                  </a:ext>
                </a:extLst>
              </p:cNvPr>
              <p:cNvSpPr/>
              <p:nvPr/>
            </p:nvSpPr>
            <p:spPr>
              <a:xfrm>
                <a:off x="5289015" y="2580111"/>
                <a:ext cx="2491749" cy="390102"/>
              </a:xfrm>
              <a:prstGeom prst="rect">
                <a:avLst/>
              </a:prstGeom>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cs typeface="+mn-ea"/>
                    <a:sym typeface="+mn-lt"/>
                  </a:rPr>
                  <a:t>单击添加小标题</a:t>
                </a:r>
                <a:endParaRPr lang="en-US" dirty="0"/>
              </a:p>
            </p:txBody>
          </p:sp>
          <p:sp>
            <p:nvSpPr>
              <p:cNvPr id="44" name="Number8">
                <a:extLst>
                  <a:ext uri="{FF2B5EF4-FFF2-40B4-BE49-F238E27FC236}">
                    <a16:creationId xmlns:a16="http://schemas.microsoft.com/office/drawing/2014/main" id="{F35AA44E-EF8C-3D51-9774-9A5D15B8BA13}"/>
                  </a:ext>
                </a:extLst>
              </p:cNvPr>
              <p:cNvSpPr/>
              <p:nvPr/>
            </p:nvSpPr>
            <p:spPr>
              <a:xfrm>
                <a:off x="4810124" y="2557674"/>
                <a:ext cx="434975" cy="4349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1600" b="1" dirty="0"/>
                  <a:t>08</a:t>
                </a:r>
                <a:endParaRPr lang="zh-CN" altLang="en-US" sz="1600" b="1" dirty="0"/>
              </a:p>
            </p:txBody>
          </p:sp>
        </p:grpSp>
      </p:grpSp>
    </p:spTree>
    <p:extLst>
      <p:ext uri="{BB962C8B-B14F-4D97-AF65-F5344CB8AC3E}">
        <p14:creationId xmlns:p14="http://schemas.microsoft.com/office/powerpoint/2010/main" val="346454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660400" y="1651000"/>
            <a:ext cx="4846320" cy="2072640"/>
          </a:xfrm>
        </p:spPr>
        <p:txBody>
          <a:bodyPr/>
          <a:lstStyle/>
          <a:p>
            <a:r>
              <a:rPr lang="zh-CN" altLang="en-US" dirty="0"/>
              <a:t>单击此处添加章节标题</a:t>
            </a:r>
          </a:p>
        </p:txBody>
      </p:sp>
      <p:sp>
        <p:nvSpPr>
          <p:cNvPr id="25" name="文本占位符 24"/>
          <p:cNvSpPr>
            <a:spLocks noGrp="1"/>
          </p:cNvSpPr>
          <p:nvPr>
            <p:ph type="body" sz="quarter" idx="1" hasCustomPrompt="1"/>
          </p:nvPr>
        </p:nvSpPr>
        <p:spPr>
          <a:xfrm>
            <a:off x="660400" y="3977640"/>
            <a:ext cx="4846320" cy="1089382"/>
          </a:xfrm>
        </p:spPr>
        <p:txBody>
          <a:bodyPr/>
          <a:lstStyle/>
          <a:p>
            <a:r>
              <a:rPr lang="zh-CN" altLang="en-US" dirty="0"/>
              <a:t>单击此处添加章节页描述内容</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6A8C8-0F15-EACB-F1C6-8FE54E1B5712}"/>
            </a:ext>
          </a:extLst>
        </p:cNvPr>
        <p:cNvGrpSpPr/>
        <p:nvPr/>
      </p:nvGrpSpPr>
      <p:grpSpPr>
        <a:xfrm>
          <a:off x="0" y="0"/>
          <a:ext cx="0" cy="0"/>
          <a:chOff x="0" y="0"/>
          <a:chExt cx="0" cy="0"/>
        </a:xfrm>
      </p:grpSpPr>
      <p:sp>
        <p:nvSpPr>
          <p:cNvPr id="24"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113" name="组合 112">
            <a:extLst>
              <a:ext uri="{FF2B5EF4-FFF2-40B4-BE49-F238E27FC236}">
                <a16:creationId xmlns:a16="http://schemas.microsoft.com/office/drawing/2014/main" id="{24F81BE7-F373-9E1F-0033-61A0AAC4574C}"/>
              </a:ext>
            </a:extLst>
          </p:cNvPr>
          <p:cNvGrpSpPr/>
          <p:nvPr/>
        </p:nvGrpSpPr>
        <p:grpSpPr>
          <a:xfrm>
            <a:off x="0" y="784133"/>
            <a:ext cx="12192000" cy="5581615"/>
            <a:chOff x="0" y="784133"/>
            <a:chExt cx="12192000" cy="5581615"/>
          </a:xfrm>
        </p:grpSpPr>
        <p:grpSp>
          <p:nvGrpSpPr>
            <p:cNvPr id="38" name="组合 37">
              <a:extLst>
                <a:ext uri="{FF2B5EF4-FFF2-40B4-BE49-F238E27FC236}">
                  <a16:creationId xmlns:a16="http://schemas.microsoft.com/office/drawing/2014/main" id="{270BCD54-512A-62E5-FFCF-204CF5BF6BD4}"/>
                </a:ext>
              </a:extLst>
            </p:cNvPr>
            <p:cNvGrpSpPr/>
            <p:nvPr/>
          </p:nvGrpSpPr>
          <p:grpSpPr>
            <a:xfrm>
              <a:off x="10279781" y="784133"/>
              <a:ext cx="1912219" cy="1142519"/>
              <a:chOff x="10279781" y="1256573"/>
              <a:chExt cx="1912219" cy="1142519"/>
            </a:xfrm>
          </p:grpSpPr>
          <p:sp>
            <p:nvSpPr>
              <p:cNvPr id="32" name="任意多边形: 形状 31">
                <a:extLst>
                  <a:ext uri="{FF2B5EF4-FFF2-40B4-BE49-F238E27FC236}">
                    <a16:creationId xmlns:a16="http://schemas.microsoft.com/office/drawing/2014/main" id="{51800CDA-B8BD-CC8F-59EC-F5B8CA7C3158}"/>
                  </a:ext>
                </a:extLst>
              </p:cNvPr>
              <p:cNvSpPr/>
              <p:nvPr/>
            </p:nvSpPr>
            <p:spPr>
              <a:xfrm>
                <a:off x="10754642" y="1256573"/>
                <a:ext cx="1437358" cy="1065840"/>
              </a:xfrm>
              <a:custGeom>
                <a:avLst/>
                <a:gdLst>
                  <a:gd name="connsiteX0" fmla="*/ 773680 w 1437358"/>
                  <a:gd name="connsiteY0" fmla="*/ 32201 h 1065840"/>
                  <a:gd name="connsiteX1" fmla="*/ 738182 w 1437358"/>
                  <a:gd name="connsiteY1" fmla="*/ 43232 h 1065840"/>
                  <a:gd name="connsiteX2" fmla="*/ 695113 w 1437358"/>
                  <a:gd name="connsiteY2" fmla="*/ 106695 h 1065840"/>
                  <a:gd name="connsiteX3" fmla="*/ 695113 w 1437358"/>
                  <a:gd name="connsiteY3" fmla="*/ 106713 h 1065840"/>
                  <a:gd name="connsiteX4" fmla="*/ 751564 w 1437358"/>
                  <a:gd name="connsiteY4" fmla="*/ 323517 h 1065840"/>
                  <a:gd name="connsiteX5" fmla="*/ 846776 w 1437358"/>
                  <a:gd name="connsiteY5" fmla="*/ 429315 h 1065840"/>
                  <a:gd name="connsiteX6" fmla="*/ 849910 w 1437358"/>
                  <a:gd name="connsiteY6" fmla="*/ 97908 h 1065840"/>
                  <a:gd name="connsiteX7" fmla="*/ 810558 w 1437358"/>
                  <a:gd name="connsiteY7" fmla="*/ 38522 h 1065840"/>
                  <a:gd name="connsiteX8" fmla="*/ 773680 w 1437358"/>
                  <a:gd name="connsiteY8" fmla="*/ 32201 h 1065840"/>
                  <a:gd name="connsiteX9" fmla="*/ 774475 w 1437358"/>
                  <a:gd name="connsiteY9" fmla="*/ 373 h 1065840"/>
                  <a:gd name="connsiteX10" fmla="*/ 826099 w 1437358"/>
                  <a:gd name="connsiteY10" fmla="*/ 10688 h 1065840"/>
                  <a:gd name="connsiteX11" fmla="*/ 880402 w 1437358"/>
                  <a:gd name="connsiteY11" fmla="*/ 88628 h 1065840"/>
                  <a:gd name="connsiteX12" fmla="*/ 876860 w 1437358"/>
                  <a:gd name="connsiteY12" fmla="*/ 443773 h 1065840"/>
                  <a:gd name="connsiteX13" fmla="*/ 875729 w 1437358"/>
                  <a:gd name="connsiteY13" fmla="*/ 451195 h 1065840"/>
                  <a:gd name="connsiteX14" fmla="*/ 1096545 w 1437358"/>
                  <a:gd name="connsiteY14" fmla="*/ 554551 h 1065840"/>
                  <a:gd name="connsiteX15" fmla="*/ 1415158 w 1437358"/>
                  <a:gd name="connsiteY15" fmla="*/ 621421 h 1065840"/>
                  <a:gd name="connsiteX16" fmla="*/ 1437358 w 1437358"/>
                  <a:gd name="connsiteY16" fmla="*/ 622548 h 1065840"/>
                  <a:gd name="connsiteX17" fmla="*/ 1437358 w 1437358"/>
                  <a:gd name="connsiteY17" fmla="*/ 654619 h 1065840"/>
                  <a:gd name="connsiteX18" fmla="*/ 1417134 w 1437358"/>
                  <a:gd name="connsiteY18" fmla="*/ 653687 h 1065840"/>
                  <a:gd name="connsiteX19" fmla="*/ 1087223 w 1437358"/>
                  <a:gd name="connsiteY19" fmla="*/ 585037 h 1065840"/>
                  <a:gd name="connsiteX20" fmla="*/ 869793 w 1437358"/>
                  <a:gd name="connsiteY20" fmla="*/ 485789 h 1065840"/>
                  <a:gd name="connsiteX21" fmla="*/ 638555 w 1437358"/>
                  <a:gd name="connsiteY21" fmla="*/ 917190 h 1065840"/>
                  <a:gd name="connsiteX22" fmla="*/ 12381 w 1437358"/>
                  <a:gd name="connsiteY22" fmla="*/ 1049938 h 1065840"/>
                  <a:gd name="connsiteX23" fmla="*/ 406 w 1437358"/>
                  <a:gd name="connsiteY23" fmla="*/ 1030842 h 1065840"/>
                  <a:gd name="connsiteX24" fmla="*/ 19502 w 1437358"/>
                  <a:gd name="connsiteY24" fmla="*/ 1018868 h 1065840"/>
                  <a:gd name="connsiteX25" fmla="*/ 618154 w 1437358"/>
                  <a:gd name="connsiteY25" fmla="*/ 892700 h 1065840"/>
                  <a:gd name="connsiteX26" fmla="*/ 841087 w 1437358"/>
                  <a:gd name="connsiteY26" fmla="*/ 465370 h 1065840"/>
                  <a:gd name="connsiteX27" fmla="*/ 724565 w 1437358"/>
                  <a:gd name="connsiteY27" fmla="*/ 340471 h 1065840"/>
                  <a:gd name="connsiteX28" fmla="*/ 663285 w 1437358"/>
                  <a:gd name="connsiteY28" fmla="*/ 104927 h 1065840"/>
                  <a:gd name="connsiteX29" fmla="*/ 724782 w 1437358"/>
                  <a:gd name="connsiteY29" fmla="*/ 14303 h 1065840"/>
                  <a:gd name="connsiteX30" fmla="*/ 774475 w 1437358"/>
                  <a:gd name="connsiteY30" fmla="*/ 373 h 1065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37358" h="1065840">
                    <a:moveTo>
                      <a:pt x="773680" y="32201"/>
                    </a:moveTo>
                    <a:cubicBezTo>
                      <a:pt x="761227" y="33765"/>
                      <a:pt x="749005" y="38222"/>
                      <a:pt x="738182" y="43232"/>
                    </a:cubicBezTo>
                    <a:cubicBezTo>
                      <a:pt x="713198" y="54803"/>
                      <a:pt x="696641" y="79209"/>
                      <a:pt x="695113" y="106695"/>
                    </a:cubicBezTo>
                    <a:lnTo>
                      <a:pt x="695113" y="106713"/>
                    </a:lnTo>
                    <a:cubicBezTo>
                      <a:pt x="692329" y="156078"/>
                      <a:pt x="698397" y="238865"/>
                      <a:pt x="751564" y="323517"/>
                    </a:cubicBezTo>
                    <a:cubicBezTo>
                      <a:pt x="774033" y="359296"/>
                      <a:pt x="804856" y="395304"/>
                      <a:pt x="846776" y="429315"/>
                    </a:cubicBezTo>
                    <a:cubicBezTo>
                      <a:pt x="871453" y="259777"/>
                      <a:pt x="868055" y="157546"/>
                      <a:pt x="849910" y="97908"/>
                    </a:cubicBezTo>
                    <a:cubicBezTo>
                      <a:pt x="840203" y="66008"/>
                      <a:pt x="826647" y="47508"/>
                      <a:pt x="810558" y="38522"/>
                    </a:cubicBezTo>
                    <a:cubicBezTo>
                      <a:pt x="798815" y="31964"/>
                      <a:pt x="786132" y="30636"/>
                      <a:pt x="773680" y="32201"/>
                    </a:cubicBezTo>
                    <a:close/>
                    <a:moveTo>
                      <a:pt x="774475" y="373"/>
                    </a:moveTo>
                    <a:cubicBezTo>
                      <a:pt x="791918" y="-1071"/>
                      <a:pt x="809683" y="1526"/>
                      <a:pt x="826099" y="10688"/>
                    </a:cubicBezTo>
                    <a:cubicBezTo>
                      <a:pt x="847552" y="22669"/>
                      <a:pt x="867459" y="46094"/>
                      <a:pt x="880402" y="88628"/>
                    </a:cubicBezTo>
                    <a:cubicBezTo>
                      <a:pt x="899654" y="151892"/>
                      <a:pt x="904177" y="261209"/>
                      <a:pt x="876860" y="443773"/>
                    </a:cubicBezTo>
                    <a:cubicBezTo>
                      <a:pt x="876493" y="446257"/>
                      <a:pt x="876114" y="448729"/>
                      <a:pt x="875729" y="451195"/>
                    </a:cubicBezTo>
                    <a:cubicBezTo>
                      <a:pt x="931343" y="490384"/>
                      <a:pt x="1003419" y="526073"/>
                      <a:pt x="1096545" y="554551"/>
                    </a:cubicBezTo>
                    <a:cubicBezTo>
                      <a:pt x="1219312" y="592095"/>
                      <a:pt x="1325273" y="612273"/>
                      <a:pt x="1415158" y="621421"/>
                    </a:cubicBezTo>
                    <a:lnTo>
                      <a:pt x="1437358" y="622548"/>
                    </a:lnTo>
                    <a:lnTo>
                      <a:pt x="1437358" y="654619"/>
                    </a:lnTo>
                    <a:lnTo>
                      <a:pt x="1417134" y="653687"/>
                    </a:lnTo>
                    <a:cubicBezTo>
                      <a:pt x="1324055" y="644566"/>
                      <a:pt x="1214335" y="623909"/>
                      <a:pt x="1087223" y="585037"/>
                    </a:cubicBezTo>
                    <a:cubicBezTo>
                      <a:pt x="997206" y="557510"/>
                      <a:pt x="926027" y="523349"/>
                      <a:pt x="869793" y="485789"/>
                    </a:cubicBezTo>
                    <a:cubicBezTo>
                      <a:pt x="830574" y="694877"/>
                      <a:pt x="742975" y="830211"/>
                      <a:pt x="638555" y="917190"/>
                    </a:cubicBezTo>
                    <a:cubicBezTo>
                      <a:pt x="378761" y="1133585"/>
                      <a:pt x="12381" y="1049938"/>
                      <a:pt x="12381" y="1049938"/>
                    </a:cubicBezTo>
                    <a:cubicBezTo>
                      <a:pt x="3804" y="1047971"/>
                      <a:pt x="-1561" y="1039413"/>
                      <a:pt x="406" y="1030842"/>
                    </a:cubicBezTo>
                    <a:cubicBezTo>
                      <a:pt x="2373" y="1022266"/>
                      <a:pt x="10925" y="1016901"/>
                      <a:pt x="19502" y="1018868"/>
                    </a:cubicBezTo>
                    <a:cubicBezTo>
                      <a:pt x="19502" y="1018868"/>
                      <a:pt x="369841" y="1099526"/>
                      <a:pt x="618154" y="892700"/>
                    </a:cubicBezTo>
                    <a:cubicBezTo>
                      <a:pt x="720410" y="807525"/>
                      <a:pt x="804947" y="673484"/>
                      <a:pt x="841087" y="465370"/>
                    </a:cubicBezTo>
                    <a:cubicBezTo>
                      <a:pt x="788540" y="425544"/>
                      <a:pt x="751106" y="382728"/>
                      <a:pt x="724565" y="340471"/>
                    </a:cubicBezTo>
                    <a:cubicBezTo>
                      <a:pt x="666810" y="248512"/>
                      <a:pt x="660260" y="158562"/>
                      <a:pt x="663285" y="104927"/>
                    </a:cubicBezTo>
                    <a:cubicBezTo>
                      <a:pt x="665469" y="65677"/>
                      <a:pt x="689117" y="30830"/>
                      <a:pt x="724782" y="14303"/>
                    </a:cubicBezTo>
                    <a:cubicBezTo>
                      <a:pt x="739911" y="7302"/>
                      <a:pt x="757032" y="1817"/>
                      <a:pt x="774475" y="373"/>
                    </a:cubicBezTo>
                    <a:close/>
                  </a:path>
                </a:pathLst>
              </a:custGeom>
              <a:solidFill>
                <a:srgbClr val="000000"/>
              </a:solidFill>
              <a:ln w="5996" cap="flat">
                <a:noFill/>
                <a:prstDash val="solid"/>
                <a:round/>
              </a:ln>
            </p:spPr>
            <p:txBody>
              <a:bodyPr rtlCol="0" anchor="ctr"/>
              <a:lstStyle/>
              <a:p>
                <a:endParaRPr lang="zh-CN" altLang="en-US"/>
              </a:p>
            </p:txBody>
          </p:sp>
          <p:sp>
            <p:nvSpPr>
              <p:cNvPr id="35" name="图形 33">
                <a:extLst>
                  <a:ext uri="{FF2B5EF4-FFF2-40B4-BE49-F238E27FC236}">
                    <a16:creationId xmlns:a16="http://schemas.microsoft.com/office/drawing/2014/main" id="{119C7D96-05C5-4A85-C11F-5D4CA55190D9}"/>
                  </a:ext>
                </a:extLst>
              </p:cNvPr>
              <p:cNvSpPr/>
              <p:nvPr/>
            </p:nvSpPr>
            <p:spPr>
              <a:xfrm>
                <a:off x="10279781" y="1861249"/>
                <a:ext cx="529439" cy="537843"/>
              </a:xfrm>
              <a:custGeom>
                <a:avLst/>
                <a:gdLst>
                  <a:gd name="connsiteX0" fmla="*/ -1012 w 600075"/>
                  <a:gd name="connsiteY0" fmla="*/ 299809 h 609600"/>
                  <a:gd name="connsiteX1" fmla="*/ 299026 w 600075"/>
                  <a:gd name="connsiteY1" fmla="*/ -229 h 609600"/>
                  <a:gd name="connsiteX2" fmla="*/ 299026 w 600075"/>
                  <a:gd name="connsiteY2" fmla="*/ -229 h 609600"/>
                  <a:gd name="connsiteX3" fmla="*/ 599063 w 600075"/>
                  <a:gd name="connsiteY3" fmla="*/ 299809 h 609600"/>
                  <a:gd name="connsiteX4" fmla="*/ 599063 w 600075"/>
                  <a:gd name="connsiteY4" fmla="*/ 309334 h 609600"/>
                  <a:gd name="connsiteX5" fmla="*/ 299026 w 600075"/>
                  <a:gd name="connsiteY5" fmla="*/ 609371 h 609600"/>
                  <a:gd name="connsiteX6" fmla="*/ 299026 w 600075"/>
                  <a:gd name="connsiteY6" fmla="*/ 609371 h 609600"/>
                  <a:gd name="connsiteX7" fmla="*/ -1012 w 600075"/>
                  <a:gd name="connsiteY7" fmla="*/ 309334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075" h="609600">
                    <a:moveTo>
                      <a:pt x="-1012" y="299809"/>
                    </a:moveTo>
                    <a:cubicBezTo>
                      <a:pt x="164723" y="299809"/>
                      <a:pt x="299026" y="165477"/>
                      <a:pt x="299026" y="-229"/>
                    </a:cubicBezTo>
                    <a:lnTo>
                      <a:pt x="299026" y="-229"/>
                    </a:lnTo>
                    <a:cubicBezTo>
                      <a:pt x="299026" y="165477"/>
                      <a:pt x="433328" y="299809"/>
                      <a:pt x="599063" y="299809"/>
                    </a:cubicBezTo>
                    <a:lnTo>
                      <a:pt x="599063" y="309334"/>
                    </a:lnTo>
                    <a:cubicBezTo>
                      <a:pt x="433328" y="309334"/>
                      <a:pt x="299026" y="443665"/>
                      <a:pt x="299026" y="609371"/>
                    </a:cubicBezTo>
                    <a:lnTo>
                      <a:pt x="299026" y="609371"/>
                    </a:lnTo>
                    <a:cubicBezTo>
                      <a:pt x="299026" y="443665"/>
                      <a:pt x="164723" y="309334"/>
                      <a:pt x="-1012" y="309334"/>
                    </a:cubicBezTo>
                    <a:close/>
                  </a:path>
                </a:pathLst>
              </a:custGeom>
              <a:solidFill>
                <a:srgbClr val="FDA211"/>
              </a:solidFill>
              <a:ln w="25400" cap="flat">
                <a:solidFill>
                  <a:srgbClr val="000000"/>
                </a:solidFill>
                <a:prstDash val="solid"/>
                <a:miter/>
              </a:ln>
            </p:spPr>
            <p:txBody>
              <a:bodyPr rtlCol="0" anchor="ctr"/>
              <a:lstStyle/>
              <a:p>
                <a:endParaRPr lang="zh-CN" altLang="en-US"/>
              </a:p>
            </p:txBody>
          </p:sp>
        </p:grpSp>
        <p:grpSp>
          <p:nvGrpSpPr>
            <p:cNvPr id="37" name="组合 36">
              <a:extLst>
                <a:ext uri="{FF2B5EF4-FFF2-40B4-BE49-F238E27FC236}">
                  <a16:creationId xmlns:a16="http://schemas.microsoft.com/office/drawing/2014/main" id="{E3123DB5-B7AD-7AE8-0ED7-F49E6CAE519F}"/>
                </a:ext>
              </a:extLst>
            </p:cNvPr>
            <p:cNvGrpSpPr/>
            <p:nvPr/>
          </p:nvGrpSpPr>
          <p:grpSpPr>
            <a:xfrm>
              <a:off x="0" y="5613682"/>
              <a:ext cx="2974255" cy="752066"/>
              <a:chOff x="0" y="5613682"/>
              <a:chExt cx="2974255" cy="752066"/>
            </a:xfrm>
          </p:grpSpPr>
          <p:sp>
            <p:nvSpPr>
              <p:cNvPr id="25" name="任意多边形: 形状 24">
                <a:extLst>
                  <a:ext uri="{FF2B5EF4-FFF2-40B4-BE49-F238E27FC236}">
                    <a16:creationId xmlns:a16="http://schemas.microsoft.com/office/drawing/2014/main" id="{CE63C6A5-CD5B-DB71-DF14-1232204EF8B5}"/>
                  </a:ext>
                </a:extLst>
              </p:cNvPr>
              <p:cNvSpPr/>
              <p:nvPr/>
            </p:nvSpPr>
            <p:spPr>
              <a:xfrm>
                <a:off x="0" y="5789680"/>
                <a:ext cx="2590374" cy="576068"/>
              </a:xfrm>
              <a:custGeom>
                <a:avLst/>
                <a:gdLst>
                  <a:gd name="connsiteX0" fmla="*/ 1086063 w 2590374"/>
                  <a:gd name="connsiteY0" fmla="*/ 28611 h 576068"/>
                  <a:gd name="connsiteX1" fmla="*/ 1058596 w 2590374"/>
                  <a:gd name="connsiteY1" fmla="*/ 33756 h 576068"/>
                  <a:gd name="connsiteX2" fmla="*/ 1022087 w 2590374"/>
                  <a:gd name="connsiteY2" fmla="*/ 74275 h 576068"/>
                  <a:gd name="connsiteX3" fmla="*/ 1026716 w 2590374"/>
                  <a:gd name="connsiteY3" fmla="*/ 333622 h 576068"/>
                  <a:gd name="connsiteX4" fmla="*/ 1103573 w 2590374"/>
                  <a:gd name="connsiteY4" fmla="*/ 430672 h 576068"/>
                  <a:gd name="connsiteX5" fmla="*/ 1213082 w 2590374"/>
                  <a:gd name="connsiteY5" fmla="*/ 317686 h 576068"/>
                  <a:gd name="connsiteX6" fmla="*/ 1242915 w 2590374"/>
                  <a:gd name="connsiteY6" fmla="*/ 165143 h 576068"/>
                  <a:gd name="connsiteX7" fmla="*/ 1113136 w 2590374"/>
                  <a:gd name="connsiteY7" fmla="*/ 35518 h 576068"/>
                  <a:gd name="connsiteX8" fmla="*/ 1086063 w 2590374"/>
                  <a:gd name="connsiteY8" fmla="*/ 28611 h 576068"/>
                  <a:gd name="connsiteX9" fmla="*/ 1086987 w 2590374"/>
                  <a:gd name="connsiteY9" fmla="*/ 48 h 576068"/>
                  <a:gd name="connsiteX10" fmla="*/ 1126005 w 2590374"/>
                  <a:gd name="connsiteY10" fmla="*/ 10010 h 576068"/>
                  <a:gd name="connsiteX11" fmla="*/ 1270204 w 2590374"/>
                  <a:gd name="connsiteY11" fmla="*/ 156685 h 576068"/>
                  <a:gd name="connsiteX12" fmla="*/ 1237476 w 2590374"/>
                  <a:gd name="connsiteY12" fmla="*/ 332564 h 576068"/>
                  <a:gd name="connsiteX13" fmla="*/ 1127881 w 2590374"/>
                  <a:gd name="connsiteY13" fmla="*/ 448512 h 576068"/>
                  <a:gd name="connsiteX14" fmla="*/ 1204462 w 2590374"/>
                  <a:gd name="connsiteY14" fmla="*/ 488364 h 576068"/>
                  <a:gd name="connsiteX15" fmla="*/ 2087801 w 2590374"/>
                  <a:gd name="connsiteY15" fmla="*/ 483260 h 576068"/>
                  <a:gd name="connsiteX16" fmla="*/ 2565175 w 2590374"/>
                  <a:gd name="connsiteY16" fmla="*/ 236181 h 576068"/>
                  <a:gd name="connsiteX17" fmla="*/ 2585311 w 2590374"/>
                  <a:gd name="connsiteY17" fmla="*/ 234485 h 576068"/>
                  <a:gd name="connsiteX18" fmla="*/ 2587007 w 2590374"/>
                  <a:gd name="connsiteY18" fmla="*/ 254621 h 576068"/>
                  <a:gd name="connsiteX19" fmla="*/ 2094992 w 2590374"/>
                  <a:gd name="connsiteY19" fmla="*/ 510910 h 576068"/>
                  <a:gd name="connsiteX20" fmla="*/ 1193766 w 2590374"/>
                  <a:gd name="connsiteY20" fmla="*/ 514863 h 576068"/>
                  <a:gd name="connsiteX21" fmla="*/ 1101592 w 2590374"/>
                  <a:gd name="connsiteY21" fmla="*/ 465105 h 576068"/>
                  <a:gd name="connsiteX22" fmla="*/ 641735 w 2590374"/>
                  <a:gd name="connsiteY22" fmla="*/ 524579 h 576068"/>
                  <a:gd name="connsiteX23" fmla="*/ 50262 w 2590374"/>
                  <a:gd name="connsiteY23" fmla="*/ 354650 h 576068"/>
                  <a:gd name="connsiteX24" fmla="*/ 0 w 2590374"/>
                  <a:gd name="connsiteY24" fmla="*/ 332998 h 576068"/>
                  <a:gd name="connsiteX25" fmla="*/ 0 w 2590374"/>
                  <a:gd name="connsiteY25" fmla="*/ 301925 h 576068"/>
                  <a:gd name="connsiteX26" fmla="*/ 61310 w 2590374"/>
                  <a:gd name="connsiteY26" fmla="*/ 328351 h 576068"/>
                  <a:gd name="connsiteX27" fmla="*/ 645421 w 2590374"/>
                  <a:gd name="connsiteY27" fmla="*/ 496242 h 576068"/>
                  <a:gd name="connsiteX28" fmla="*/ 1077503 w 2590374"/>
                  <a:gd name="connsiteY28" fmla="*/ 446207 h 576068"/>
                  <a:gd name="connsiteX29" fmla="*/ 1000770 w 2590374"/>
                  <a:gd name="connsiteY29" fmla="*/ 345595 h 576068"/>
                  <a:gd name="connsiteX30" fmla="*/ 994750 w 2590374"/>
                  <a:gd name="connsiteY30" fmla="*/ 65959 h 576068"/>
                  <a:gd name="connsiteX31" fmla="*/ 994769 w 2590374"/>
                  <a:gd name="connsiteY31" fmla="*/ 65902 h 576068"/>
                  <a:gd name="connsiteX32" fmla="*/ 1047405 w 2590374"/>
                  <a:gd name="connsiteY32" fmla="*/ 7466 h 576068"/>
                  <a:gd name="connsiteX33" fmla="*/ 1086987 w 2590374"/>
                  <a:gd name="connsiteY33" fmla="*/ 48 h 576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590374" h="576068">
                    <a:moveTo>
                      <a:pt x="1086063" y="28611"/>
                    </a:moveTo>
                    <a:cubicBezTo>
                      <a:pt x="1076751" y="28310"/>
                      <a:pt x="1067374" y="30017"/>
                      <a:pt x="1058596" y="33756"/>
                    </a:cubicBezTo>
                    <a:cubicBezTo>
                      <a:pt x="1041051" y="41223"/>
                      <a:pt x="1027697" y="56054"/>
                      <a:pt x="1022087" y="74275"/>
                    </a:cubicBezTo>
                    <a:cubicBezTo>
                      <a:pt x="1001732" y="141464"/>
                      <a:pt x="984692" y="242534"/>
                      <a:pt x="1026716" y="333622"/>
                    </a:cubicBezTo>
                    <a:cubicBezTo>
                      <a:pt x="1042718" y="368311"/>
                      <a:pt x="1067359" y="401430"/>
                      <a:pt x="1103573" y="430672"/>
                    </a:cubicBezTo>
                    <a:cubicBezTo>
                      <a:pt x="1146760" y="402516"/>
                      <a:pt x="1183936" y="365445"/>
                      <a:pt x="1213082" y="317686"/>
                    </a:cubicBezTo>
                    <a:cubicBezTo>
                      <a:pt x="1250163" y="256898"/>
                      <a:pt x="1255726" y="206529"/>
                      <a:pt x="1242915" y="165143"/>
                    </a:cubicBezTo>
                    <a:cubicBezTo>
                      <a:pt x="1223417" y="102202"/>
                      <a:pt x="1163048" y="60711"/>
                      <a:pt x="1113136" y="35518"/>
                    </a:cubicBezTo>
                    <a:cubicBezTo>
                      <a:pt x="1104621" y="31222"/>
                      <a:pt x="1095375" y="28912"/>
                      <a:pt x="1086063" y="28611"/>
                    </a:cubicBezTo>
                    <a:close/>
                    <a:moveTo>
                      <a:pt x="1086987" y="48"/>
                    </a:moveTo>
                    <a:cubicBezTo>
                      <a:pt x="1100407" y="482"/>
                      <a:pt x="1113732" y="3814"/>
                      <a:pt x="1126005" y="10010"/>
                    </a:cubicBezTo>
                    <a:cubicBezTo>
                      <a:pt x="1181983" y="38251"/>
                      <a:pt x="1248344" y="86105"/>
                      <a:pt x="1270204" y="156685"/>
                    </a:cubicBezTo>
                    <a:cubicBezTo>
                      <a:pt x="1284958" y="204320"/>
                      <a:pt x="1280157" y="262603"/>
                      <a:pt x="1237476" y="332564"/>
                    </a:cubicBezTo>
                    <a:cubicBezTo>
                      <a:pt x="1208034" y="380808"/>
                      <a:pt x="1170887" y="418956"/>
                      <a:pt x="1127881" y="448512"/>
                    </a:cubicBezTo>
                    <a:cubicBezTo>
                      <a:pt x="1149808" y="463152"/>
                      <a:pt x="1175182" y="476544"/>
                      <a:pt x="1204462" y="488364"/>
                    </a:cubicBezTo>
                    <a:cubicBezTo>
                      <a:pt x="1414250" y="573013"/>
                      <a:pt x="1779125" y="563527"/>
                      <a:pt x="2087801" y="483260"/>
                    </a:cubicBezTo>
                    <a:cubicBezTo>
                      <a:pt x="2292389" y="430062"/>
                      <a:pt x="2472478" y="345956"/>
                      <a:pt x="2565175" y="236181"/>
                    </a:cubicBezTo>
                    <a:cubicBezTo>
                      <a:pt x="2570261" y="230161"/>
                      <a:pt x="2579282" y="229399"/>
                      <a:pt x="2585311" y="234485"/>
                    </a:cubicBezTo>
                    <a:cubicBezTo>
                      <a:pt x="2591331" y="239572"/>
                      <a:pt x="2592093" y="248592"/>
                      <a:pt x="2587007" y="254621"/>
                    </a:cubicBezTo>
                    <a:cubicBezTo>
                      <a:pt x="2491337" y="367911"/>
                      <a:pt x="2306143" y="456008"/>
                      <a:pt x="2094992" y="510910"/>
                    </a:cubicBezTo>
                    <a:cubicBezTo>
                      <a:pt x="1780067" y="592806"/>
                      <a:pt x="1407802" y="601226"/>
                      <a:pt x="1193766" y="514863"/>
                    </a:cubicBezTo>
                    <a:cubicBezTo>
                      <a:pt x="1157828" y="500357"/>
                      <a:pt x="1127348" y="483573"/>
                      <a:pt x="1101592" y="465105"/>
                    </a:cubicBezTo>
                    <a:cubicBezTo>
                      <a:pt x="977043" y="537218"/>
                      <a:pt x="810908" y="546543"/>
                      <a:pt x="641735" y="524579"/>
                    </a:cubicBezTo>
                    <a:cubicBezTo>
                      <a:pt x="418296" y="495564"/>
                      <a:pt x="190036" y="412710"/>
                      <a:pt x="50262" y="354650"/>
                    </a:cubicBezTo>
                    <a:lnTo>
                      <a:pt x="0" y="332998"/>
                    </a:lnTo>
                    <a:lnTo>
                      <a:pt x="0" y="301925"/>
                    </a:lnTo>
                    <a:lnTo>
                      <a:pt x="61310" y="328351"/>
                    </a:lnTo>
                    <a:cubicBezTo>
                      <a:pt x="199341" y="385719"/>
                      <a:pt x="424757" y="467584"/>
                      <a:pt x="645421" y="496242"/>
                    </a:cubicBezTo>
                    <a:cubicBezTo>
                      <a:pt x="803507" y="516768"/>
                      <a:pt x="959422" y="510425"/>
                      <a:pt x="1077503" y="446207"/>
                    </a:cubicBezTo>
                    <a:cubicBezTo>
                      <a:pt x="1041823" y="415546"/>
                      <a:pt x="1017201" y="381227"/>
                      <a:pt x="1000770" y="345595"/>
                    </a:cubicBezTo>
                    <a:cubicBezTo>
                      <a:pt x="955450" y="247373"/>
                      <a:pt x="972795" y="138397"/>
                      <a:pt x="994750" y="65959"/>
                    </a:cubicBezTo>
                    <a:lnTo>
                      <a:pt x="994769" y="65902"/>
                    </a:lnTo>
                    <a:cubicBezTo>
                      <a:pt x="1002847" y="39623"/>
                      <a:pt x="1022106" y="18239"/>
                      <a:pt x="1047405" y="7466"/>
                    </a:cubicBezTo>
                    <a:cubicBezTo>
                      <a:pt x="1060054" y="2075"/>
                      <a:pt x="1073568" y="-387"/>
                      <a:pt x="1086987" y="48"/>
                    </a:cubicBezTo>
                    <a:close/>
                  </a:path>
                </a:pathLst>
              </a:custGeom>
              <a:solidFill>
                <a:srgbClr val="000000"/>
              </a:solidFill>
              <a:ln w="9525" cap="flat">
                <a:noFill/>
                <a:prstDash val="solid"/>
                <a:round/>
              </a:ln>
            </p:spPr>
            <p:txBody>
              <a:bodyPr rtlCol="0" anchor="ctr"/>
              <a:lstStyle/>
              <a:p>
                <a:endParaRPr lang="zh-CN" altLang="en-US"/>
              </a:p>
            </p:txBody>
          </p:sp>
          <p:sp>
            <p:nvSpPr>
              <p:cNvPr id="36" name="图形 33">
                <a:extLst>
                  <a:ext uri="{FF2B5EF4-FFF2-40B4-BE49-F238E27FC236}">
                    <a16:creationId xmlns:a16="http://schemas.microsoft.com/office/drawing/2014/main" id="{FE1C4174-0FD6-A78A-3961-04ADCA183EF9}"/>
                  </a:ext>
                </a:extLst>
              </p:cNvPr>
              <p:cNvSpPr/>
              <p:nvPr/>
            </p:nvSpPr>
            <p:spPr>
              <a:xfrm>
                <a:off x="2444816" y="5613682"/>
                <a:ext cx="529439" cy="537843"/>
              </a:xfrm>
              <a:custGeom>
                <a:avLst/>
                <a:gdLst>
                  <a:gd name="connsiteX0" fmla="*/ -1012 w 600075"/>
                  <a:gd name="connsiteY0" fmla="*/ 299809 h 609600"/>
                  <a:gd name="connsiteX1" fmla="*/ 299026 w 600075"/>
                  <a:gd name="connsiteY1" fmla="*/ -229 h 609600"/>
                  <a:gd name="connsiteX2" fmla="*/ 299026 w 600075"/>
                  <a:gd name="connsiteY2" fmla="*/ -229 h 609600"/>
                  <a:gd name="connsiteX3" fmla="*/ 599063 w 600075"/>
                  <a:gd name="connsiteY3" fmla="*/ 299809 h 609600"/>
                  <a:gd name="connsiteX4" fmla="*/ 599063 w 600075"/>
                  <a:gd name="connsiteY4" fmla="*/ 309334 h 609600"/>
                  <a:gd name="connsiteX5" fmla="*/ 299026 w 600075"/>
                  <a:gd name="connsiteY5" fmla="*/ 609371 h 609600"/>
                  <a:gd name="connsiteX6" fmla="*/ 299026 w 600075"/>
                  <a:gd name="connsiteY6" fmla="*/ 609371 h 609600"/>
                  <a:gd name="connsiteX7" fmla="*/ -1012 w 600075"/>
                  <a:gd name="connsiteY7" fmla="*/ 309334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075" h="609600">
                    <a:moveTo>
                      <a:pt x="-1012" y="299809"/>
                    </a:moveTo>
                    <a:cubicBezTo>
                      <a:pt x="164723" y="299809"/>
                      <a:pt x="299026" y="165477"/>
                      <a:pt x="299026" y="-229"/>
                    </a:cubicBezTo>
                    <a:lnTo>
                      <a:pt x="299026" y="-229"/>
                    </a:lnTo>
                    <a:cubicBezTo>
                      <a:pt x="299026" y="165477"/>
                      <a:pt x="433328" y="299809"/>
                      <a:pt x="599063" y="299809"/>
                    </a:cubicBezTo>
                    <a:lnTo>
                      <a:pt x="599063" y="309334"/>
                    </a:lnTo>
                    <a:cubicBezTo>
                      <a:pt x="433328" y="309334"/>
                      <a:pt x="299026" y="443665"/>
                      <a:pt x="299026" y="609371"/>
                    </a:cubicBezTo>
                    <a:lnTo>
                      <a:pt x="299026" y="609371"/>
                    </a:lnTo>
                    <a:cubicBezTo>
                      <a:pt x="299026" y="443665"/>
                      <a:pt x="164723" y="309334"/>
                      <a:pt x="-1012" y="309334"/>
                    </a:cubicBezTo>
                    <a:close/>
                  </a:path>
                </a:pathLst>
              </a:custGeom>
              <a:solidFill>
                <a:srgbClr val="FDA211"/>
              </a:solidFill>
              <a:ln w="25400" cap="flat">
                <a:solidFill>
                  <a:srgbClr val="000000"/>
                </a:solidFill>
                <a:prstDash val="solid"/>
                <a:miter/>
              </a:ln>
            </p:spPr>
            <p:txBody>
              <a:bodyPr rtlCol="0" anchor="ctr"/>
              <a:lstStyle/>
              <a:p>
                <a:endParaRPr lang="zh-CN" altLang="en-US"/>
              </a:p>
            </p:txBody>
          </p:sp>
        </p:grpSp>
        <p:sp>
          <p:nvSpPr>
            <p:cNvPr id="39" name="Title">
              <a:extLst>
                <a:ext uri="{FF2B5EF4-FFF2-40B4-BE49-F238E27FC236}">
                  <a16:creationId xmlns:a16="http://schemas.microsoft.com/office/drawing/2014/main" id="{2E89D3A4-68D0-774C-57CD-E44F2BACCA90}"/>
                </a:ext>
              </a:extLst>
            </p:cNvPr>
            <p:cNvSpPr txBox="1"/>
            <p:nvPr/>
          </p:nvSpPr>
          <p:spPr>
            <a:xfrm>
              <a:off x="660400" y="1130300"/>
              <a:ext cx="9362440" cy="796352"/>
            </a:xfrm>
            <a:prstGeom prst="rect">
              <a:avLst/>
            </a:prstGeom>
            <a:noFill/>
          </p:spPr>
          <p:txBody>
            <a:bodyPr vert="horz" wrap="square" rtlCol="0" anchor="ctr" anchorCtr="0">
              <a:normAutofit/>
            </a:bodyPr>
            <a:lstStyle/>
            <a:p>
              <a:r>
                <a:rPr lang="zh-CN" altLang="en-US" sz="2400" b="1" dirty="0">
                  <a:cs typeface="+mn-ea"/>
                  <a:sym typeface="+mn-lt"/>
                </a:rPr>
                <a:t>单击此处添加长一点的副标题</a:t>
              </a:r>
              <a:endParaRPr lang="en-US" dirty="0"/>
            </a:p>
          </p:txBody>
        </p:sp>
        <p:grpSp>
          <p:nvGrpSpPr>
            <p:cNvPr id="108" name="组合 107">
              <a:extLst>
                <a:ext uri="{FF2B5EF4-FFF2-40B4-BE49-F238E27FC236}">
                  <a16:creationId xmlns:a16="http://schemas.microsoft.com/office/drawing/2014/main" id="{6BADDE38-0D16-9454-F8E2-D595A18574AA}"/>
                </a:ext>
              </a:extLst>
            </p:cNvPr>
            <p:cNvGrpSpPr/>
            <p:nvPr/>
          </p:nvGrpSpPr>
          <p:grpSpPr>
            <a:xfrm>
              <a:off x="698500" y="2235200"/>
              <a:ext cx="2590374" cy="3048000"/>
              <a:chOff x="698500" y="2235200"/>
              <a:chExt cx="2590374" cy="3048000"/>
            </a:xfrm>
          </p:grpSpPr>
          <p:sp>
            <p:nvSpPr>
              <p:cNvPr id="40" name="矩形: 圆角 39">
                <a:extLst>
                  <a:ext uri="{FF2B5EF4-FFF2-40B4-BE49-F238E27FC236}">
                    <a16:creationId xmlns:a16="http://schemas.microsoft.com/office/drawing/2014/main" id="{70DC046C-8F70-F912-EA38-C68EA331C865}"/>
                  </a:ext>
                </a:extLst>
              </p:cNvPr>
              <p:cNvSpPr/>
              <p:nvPr/>
            </p:nvSpPr>
            <p:spPr>
              <a:xfrm>
                <a:off x="698500" y="2235200"/>
                <a:ext cx="2590374" cy="3048000"/>
              </a:xfrm>
              <a:prstGeom prst="roundRect">
                <a:avLst>
                  <a:gd name="adj" fmla="val 7934"/>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Text1">
                <a:extLst>
                  <a:ext uri="{FF2B5EF4-FFF2-40B4-BE49-F238E27FC236}">
                    <a16:creationId xmlns:a16="http://schemas.microsoft.com/office/drawing/2014/main" id="{8CF0E07F-AD3E-35D5-574E-93682DDCD3AF}"/>
                  </a:ext>
                </a:extLst>
              </p:cNvPr>
              <p:cNvSpPr txBox="1"/>
              <p:nvPr/>
            </p:nvSpPr>
            <p:spPr>
              <a:xfrm>
                <a:off x="777980" y="3738033"/>
                <a:ext cx="2431415" cy="1406737"/>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42" name="Bullet1">
                <a:extLst>
                  <a:ext uri="{FF2B5EF4-FFF2-40B4-BE49-F238E27FC236}">
                    <a16:creationId xmlns:a16="http://schemas.microsoft.com/office/drawing/2014/main" id="{57CCDDB1-38E8-3118-F593-5EB1BDD07F80}"/>
                  </a:ext>
                </a:extLst>
              </p:cNvPr>
              <p:cNvSpPr/>
              <p:nvPr/>
            </p:nvSpPr>
            <p:spPr>
              <a:xfrm>
                <a:off x="777980" y="3039533"/>
                <a:ext cx="2431415" cy="698500"/>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solidFill>
                      <a:srgbClr val="FFFFFF"/>
                    </a:solidFill>
                    <a:cs typeface="+mn-ea"/>
                    <a:sym typeface="+mn-lt"/>
                  </a:rPr>
                  <a:t>单击添加小标题</a:t>
                </a:r>
                <a:endParaRPr lang="en-US" dirty="0">
                  <a:solidFill>
                    <a:srgbClr val="FFFFFF"/>
                  </a:solidFill>
                </a:endParaRPr>
              </a:p>
            </p:txBody>
          </p:sp>
          <p:sp>
            <p:nvSpPr>
              <p:cNvPr id="105" name="任意多边形: 形状 104">
                <a:extLst>
                  <a:ext uri="{FF2B5EF4-FFF2-40B4-BE49-F238E27FC236}">
                    <a16:creationId xmlns:a16="http://schemas.microsoft.com/office/drawing/2014/main" id="{FEE85F73-2339-CF89-7B86-4C0E0042D9D2}"/>
                  </a:ext>
                </a:extLst>
              </p:cNvPr>
              <p:cNvSpPr/>
              <p:nvPr/>
            </p:nvSpPr>
            <p:spPr>
              <a:xfrm>
                <a:off x="876398" y="2403925"/>
                <a:ext cx="417026" cy="406106"/>
              </a:xfrm>
              <a:custGeom>
                <a:avLst/>
                <a:gdLst>
                  <a:gd name="connsiteX0" fmla="*/ 302665 w 417026"/>
                  <a:gd name="connsiteY0" fmla="*/ 213997 h 406106"/>
                  <a:gd name="connsiteX1" fmla="*/ 317488 w 417026"/>
                  <a:gd name="connsiteY1" fmla="*/ 228820 h 406106"/>
                  <a:gd name="connsiteX2" fmla="*/ 317488 w 417026"/>
                  <a:gd name="connsiteY2" fmla="*/ 298391 h 406106"/>
                  <a:gd name="connsiteX3" fmla="*/ 302665 w 417026"/>
                  <a:gd name="connsiteY3" fmla="*/ 313214 h 406106"/>
                  <a:gd name="connsiteX4" fmla="*/ 287841 w 417026"/>
                  <a:gd name="connsiteY4" fmla="*/ 298391 h 406106"/>
                  <a:gd name="connsiteX5" fmla="*/ 287841 w 417026"/>
                  <a:gd name="connsiteY5" fmla="*/ 228820 h 406106"/>
                  <a:gd name="connsiteX6" fmla="*/ 302665 w 417026"/>
                  <a:gd name="connsiteY6" fmla="*/ 213997 h 406106"/>
                  <a:gd name="connsiteX7" fmla="*/ 114657 w 417026"/>
                  <a:gd name="connsiteY7" fmla="*/ 166662 h 406106"/>
                  <a:gd name="connsiteX8" fmla="*/ 129480 w 417026"/>
                  <a:gd name="connsiteY8" fmla="*/ 181485 h 406106"/>
                  <a:gd name="connsiteX9" fmla="*/ 129480 w 417026"/>
                  <a:gd name="connsiteY9" fmla="*/ 298391 h 406106"/>
                  <a:gd name="connsiteX10" fmla="*/ 114657 w 417026"/>
                  <a:gd name="connsiteY10" fmla="*/ 313214 h 406106"/>
                  <a:gd name="connsiteX11" fmla="*/ 99834 w 417026"/>
                  <a:gd name="connsiteY11" fmla="*/ 298391 h 406106"/>
                  <a:gd name="connsiteX12" fmla="*/ 99834 w 417026"/>
                  <a:gd name="connsiteY12" fmla="*/ 181485 h 406106"/>
                  <a:gd name="connsiteX13" fmla="*/ 114657 w 417026"/>
                  <a:gd name="connsiteY13" fmla="*/ 166662 h 406106"/>
                  <a:gd name="connsiteX14" fmla="*/ 208463 w 417026"/>
                  <a:gd name="connsiteY14" fmla="*/ 93806 h 406106"/>
                  <a:gd name="connsiteX15" fmla="*/ 223286 w 417026"/>
                  <a:gd name="connsiteY15" fmla="*/ 108629 h 406106"/>
                  <a:gd name="connsiteX16" fmla="*/ 223286 w 417026"/>
                  <a:gd name="connsiteY16" fmla="*/ 298391 h 406106"/>
                  <a:gd name="connsiteX17" fmla="*/ 208463 w 417026"/>
                  <a:gd name="connsiteY17" fmla="*/ 313214 h 406106"/>
                  <a:gd name="connsiteX18" fmla="*/ 193640 w 417026"/>
                  <a:gd name="connsiteY18" fmla="*/ 298391 h 406106"/>
                  <a:gd name="connsiteX19" fmla="*/ 193640 w 417026"/>
                  <a:gd name="connsiteY19" fmla="*/ 108629 h 406106"/>
                  <a:gd name="connsiteX20" fmla="*/ 208463 w 417026"/>
                  <a:gd name="connsiteY20" fmla="*/ 93806 h 406106"/>
                  <a:gd name="connsiteX21" fmla="*/ 62480 w 417026"/>
                  <a:gd name="connsiteY21" fmla="*/ 29646 h 406106"/>
                  <a:gd name="connsiteX22" fmla="*/ 29646 w 417026"/>
                  <a:gd name="connsiteY22" fmla="*/ 62480 h 406106"/>
                  <a:gd name="connsiteX23" fmla="*/ 29646 w 417026"/>
                  <a:gd name="connsiteY23" fmla="*/ 343626 h 406106"/>
                  <a:gd name="connsiteX24" fmla="*/ 62480 w 417026"/>
                  <a:gd name="connsiteY24" fmla="*/ 376459 h 406106"/>
                  <a:gd name="connsiteX25" fmla="*/ 354546 w 417026"/>
                  <a:gd name="connsiteY25" fmla="*/ 376459 h 406106"/>
                  <a:gd name="connsiteX26" fmla="*/ 387379 w 417026"/>
                  <a:gd name="connsiteY26" fmla="*/ 343626 h 406106"/>
                  <a:gd name="connsiteX27" fmla="*/ 387379 w 417026"/>
                  <a:gd name="connsiteY27" fmla="*/ 62480 h 406106"/>
                  <a:gd name="connsiteX28" fmla="*/ 354546 w 417026"/>
                  <a:gd name="connsiteY28" fmla="*/ 29646 h 406106"/>
                  <a:gd name="connsiteX29" fmla="*/ 62480 w 417026"/>
                  <a:gd name="connsiteY29" fmla="*/ 0 h 406106"/>
                  <a:gd name="connsiteX30" fmla="*/ 354546 w 417026"/>
                  <a:gd name="connsiteY30" fmla="*/ 0 h 406106"/>
                  <a:gd name="connsiteX31" fmla="*/ 417026 w 417026"/>
                  <a:gd name="connsiteY31" fmla="*/ 62480 h 406106"/>
                  <a:gd name="connsiteX32" fmla="*/ 417026 w 417026"/>
                  <a:gd name="connsiteY32" fmla="*/ 343626 h 406106"/>
                  <a:gd name="connsiteX33" fmla="*/ 354546 w 417026"/>
                  <a:gd name="connsiteY33" fmla="*/ 406106 h 406106"/>
                  <a:gd name="connsiteX34" fmla="*/ 62480 w 417026"/>
                  <a:gd name="connsiteY34" fmla="*/ 406106 h 406106"/>
                  <a:gd name="connsiteX35" fmla="*/ 0 w 417026"/>
                  <a:gd name="connsiteY35" fmla="*/ 343626 h 406106"/>
                  <a:gd name="connsiteX36" fmla="*/ 0 w 417026"/>
                  <a:gd name="connsiteY36" fmla="*/ 62480 h 406106"/>
                  <a:gd name="connsiteX37" fmla="*/ 62480 w 417026"/>
                  <a:gd name="connsiteY37" fmla="*/ 0 h 406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17026" h="406106">
                    <a:moveTo>
                      <a:pt x="302665" y="213997"/>
                    </a:moveTo>
                    <a:cubicBezTo>
                      <a:pt x="310851" y="213997"/>
                      <a:pt x="317488" y="220634"/>
                      <a:pt x="317488" y="228820"/>
                    </a:cubicBezTo>
                    <a:lnTo>
                      <a:pt x="317488" y="298391"/>
                    </a:lnTo>
                    <a:cubicBezTo>
                      <a:pt x="317488" y="306577"/>
                      <a:pt x="310851" y="313214"/>
                      <a:pt x="302665" y="313214"/>
                    </a:cubicBezTo>
                    <a:cubicBezTo>
                      <a:pt x="294478" y="313214"/>
                      <a:pt x="287841" y="306577"/>
                      <a:pt x="287841" y="298391"/>
                    </a:cubicBezTo>
                    <a:lnTo>
                      <a:pt x="287841" y="228820"/>
                    </a:lnTo>
                    <a:cubicBezTo>
                      <a:pt x="287841" y="220634"/>
                      <a:pt x="294478" y="213997"/>
                      <a:pt x="302665" y="213997"/>
                    </a:cubicBezTo>
                    <a:close/>
                    <a:moveTo>
                      <a:pt x="114657" y="166662"/>
                    </a:moveTo>
                    <a:cubicBezTo>
                      <a:pt x="122844" y="166662"/>
                      <a:pt x="129480" y="173298"/>
                      <a:pt x="129480" y="181485"/>
                    </a:cubicBezTo>
                    <a:lnTo>
                      <a:pt x="129480" y="298391"/>
                    </a:lnTo>
                    <a:cubicBezTo>
                      <a:pt x="129480" y="306577"/>
                      <a:pt x="122844" y="313214"/>
                      <a:pt x="114657" y="313214"/>
                    </a:cubicBezTo>
                    <a:cubicBezTo>
                      <a:pt x="106471" y="313214"/>
                      <a:pt x="99834" y="306577"/>
                      <a:pt x="99834" y="298391"/>
                    </a:cubicBezTo>
                    <a:lnTo>
                      <a:pt x="99834" y="181485"/>
                    </a:lnTo>
                    <a:cubicBezTo>
                      <a:pt x="99834" y="173298"/>
                      <a:pt x="106471" y="166662"/>
                      <a:pt x="114657" y="166662"/>
                    </a:cubicBezTo>
                    <a:close/>
                    <a:moveTo>
                      <a:pt x="208463" y="93806"/>
                    </a:moveTo>
                    <a:cubicBezTo>
                      <a:pt x="216650" y="93806"/>
                      <a:pt x="223286" y="100443"/>
                      <a:pt x="223286" y="108629"/>
                    </a:cubicBezTo>
                    <a:lnTo>
                      <a:pt x="223286" y="298391"/>
                    </a:lnTo>
                    <a:cubicBezTo>
                      <a:pt x="223286" y="306577"/>
                      <a:pt x="216650" y="313214"/>
                      <a:pt x="208463" y="313214"/>
                    </a:cubicBezTo>
                    <a:cubicBezTo>
                      <a:pt x="200276" y="313214"/>
                      <a:pt x="193640" y="306577"/>
                      <a:pt x="193640" y="298391"/>
                    </a:cubicBezTo>
                    <a:lnTo>
                      <a:pt x="193640" y="108629"/>
                    </a:lnTo>
                    <a:cubicBezTo>
                      <a:pt x="193640" y="100443"/>
                      <a:pt x="200276" y="93806"/>
                      <a:pt x="208463" y="93806"/>
                    </a:cubicBezTo>
                    <a:close/>
                    <a:moveTo>
                      <a:pt x="62480" y="29646"/>
                    </a:moveTo>
                    <a:cubicBezTo>
                      <a:pt x="44352" y="29660"/>
                      <a:pt x="29660" y="44352"/>
                      <a:pt x="29646" y="62480"/>
                    </a:cubicBezTo>
                    <a:lnTo>
                      <a:pt x="29646" y="343626"/>
                    </a:lnTo>
                    <a:cubicBezTo>
                      <a:pt x="29660" y="361754"/>
                      <a:pt x="44352" y="376446"/>
                      <a:pt x="62480" y="376459"/>
                    </a:cubicBezTo>
                    <a:lnTo>
                      <a:pt x="354546" y="376459"/>
                    </a:lnTo>
                    <a:cubicBezTo>
                      <a:pt x="372673" y="376446"/>
                      <a:pt x="387366" y="361754"/>
                      <a:pt x="387379" y="343626"/>
                    </a:cubicBezTo>
                    <a:lnTo>
                      <a:pt x="387379" y="62480"/>
                    </a:lnTo>
                    <a:cubicBezTo>
                      <a:pt x="387366" y="44352"/>
                      <a:pt x="372673" y="29660"/>
                      <a:pt x="354546" y="29646"/>
                    </a:cubicBezTo>
                    <a:close/>
                    <a:moveTo>
                      <a:pt x="62480" y="0"/>
                    </a:moveTo>
                    <a:lnTo>
                      <a:pt x="354546" y="0"/>
                    </a:lnTo>
                    <a:cubicBezTo>
                      <a:pt x="389041" y="27"/>
                      <a:pt x="416998" y="27984"/>
                      <a:pt x="417026" y="62480"/>
                    </a:cubicBezTo>
                    <a:lnTo>
                      <a:pt x="417026" y="343626"/>
                    </a:lnTo>
                    <a:cubicBezTo>
                      <a:pt x="416998" y="378121"/>
                      <a:pt x="389041" y="406079"/>
                      <a:pt x="354546" y="406106"/>
                    </a:cubicBezTo>
                    <a:lnTo>
                      <a:pt x="62480" y="406106"/>
                    </a:lnTo>
                    <a:cubicBezTo>
                      <a:pt x="27990" y="406065"/>
                      <a:pt x="41" y="378116"/>
                      <a:pt x="0" y="343626"/>
                    </a:cubicBezTo>
                    <a:lnTo>
                      <a:pt x="0" y="62480"/>
                    </a:lnTo>
                    <a:cubicBezTo>
                      <a:pt x="41" y="27990"/>
                      <a:pt x="27990" y="41"/>
                      <a:pt x="62480" y="0"/>
                    </a:cubicBezTo>
                    <a:close/>
                  </a:path>
                </a:pathLst>
              </a:custGeom>
              <a:solidFill>
                <a:srgbClr val="FFFFFF"/>
              </a:solidFill>
              <a:ln w="474" cap="flat">
                <a:noFill/>
                <a:prstDash val="solid"/>
                <a:miter/>
              </a:ln>
            </p:spPr>
            <p:txBody>
              <a:bodyPr rtlCol="0" anchor="ctr"/>
              <a:lstStyle/>
              <a:p>
                <a:endParaRPr lang="zh-CN" altLang="en-US"/>
              </a:p>
            </p:txBody>
          </p:sp>
        </p:grpSp>
        <p:grpSp>
          <p:nvGrpSpPr>
            <p:cNvPr id="109" name="组合 108">
              <a:extLst>
                <a:ext uri="{FF2B5EF4-FFF2-40B4-BE49-F238E27FC236}">
                  <a16:creationId xmlns:a16="http://schemas.microsoft.com/office/drawing/2014/main" id="{372A1822-F009-2C68-9991-CB9E5F9CE315}"/>
                </a:ext>
              </a:extLst>
            </p:cNvPr>
            <p:cNvGrpSpPr/>
            <p:nvPr/>
          </p:nvGrpSpPr>
          <p:grpSpPr>
            <a:xfrm>
              <a:off x="3429142" y="2235200"/>
              <a:ext cx="2590374" cy="3048000"/>
              <a:chOff x="3429142" y="2235200"/>
              <a:chExt cx="2590374" cy="3048000"/>
            </a:xfrm>
          </p:grpSpPr>
          <p:sp>
            <p:nvSpPr>
              <p:cNvPr id="81" name="矩形: 圆角 80">
                <a:extLst>
                  <a:ext uri="{FF2B5EF4-FFF2-40B4-BE49-F238E27FC236}">
                    <a16:creationId xmlns:a16="http://schemas.microsoft.com/office/drawing/2014/main" id="{9992B704-87FC-7BC7-5BDA-C633DAC5DC49}"/>
                  </a:ext>
                </a:extLst>
              </p:cNvPr>
              <p:cNvSpPr/>
              <p:nvPr/>
            </p:nvSpPr>
            <p:spPr>
              <a:xfrm>
                <a:off x="3429142" y="2235200"/>
                <a:ext cx="2590374" cy="3048000"/>
              </a:xfrm>
              <a:prstGeom prst="roundRect">
                <a:avLst>
                  <a:gd name="adj" fmla="val 7934"/>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Text2">
                <a:extLst>
                  <a:ext uri="{FF2B5EF4-FFF2-40B4-BE49-F238E27FC236}">
                    <a16:creationId xmlns:a16="http://schemas.microsoft.com/office/drawing/2014/main" id="{907EB91F-6696-9D45-6A1C-EB448397AE14}"/>
                  </a:ext>
                </a:extLst>
              </p:cNvPr>
              <p:cNvSpPr txBox="1"/>
              <p:nvPr/>
            </p:nvSpPr>
            <p:spPr>
              <a:xfrm>
                <a:off x="3508622" y="3738033"/>
                <a:ext cx="2431415" cy="1406737"/>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83" name="Bullet2">
                <a:extLst>
                  <a:ext uri="{FF2B5EF4-FFF2-40B4-BE49-F238E27FC236}">
                    <a16:creationId xmlns:a16="http://schemas.microsoft.com/office/drawing/2014/main" id="{C597F468-EA3C-9198-E366-9E21DDF81081}"/>
                  </a:ext>
                </a:extLst>
              </p:cNvPr>
              <p:cNvSpPr/>
              <p:nvPr/>
            </p:nvSpPr>
            <p:spPr>
              <a:xfrm>
                <a:off x="3508622" y="3039533"/>
                <a:ext cx="2431415" cy="698500"/>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solidFill>
                      <a:srgbClr val="FFFFFF"/>
                    </a:solidFill>
                    <a:cs typeface="+mn-ea"/>
                    <a:sym typeface="+mn-lt"/>
                  </a:rPr>
                  <a:t>单击添加小标题</a:t>
                </a:r>
                <a:endParaRPr lang="en-US" dirty="0">
                  <a:solidFill>
                    <a:srgbClr val="FFFFFF"/>
                  </a:solidFill>
                </a:endParaRPr>
              </a:p>
            </p:txBody>
          </p:sp>
          <p:sp>
            <p:nvSpPr>
              <p:cNvPr id="106" name="任意多边形: 形状 105">
                <a:extLst>
                  <a:ext uri="{FF2B5EF4-FFF2-40B4-BE49-F238E27FC236}">
                    <a16:creationId xmlns:a16="http://schemas.microsoft.com/office/drawing/2014/main" id="{27F15FCD-6266-2208-20C3-9003F5A0CA81}"/>
                  </a:ext>
                </a:extLst>
              </p:cNvPr>
              <p:cNvSpPr/>
              <p:nvPr/>
            </p:nvSpPr>
            <p:spPr>
              <a:xfrm>
                <a:off x="3596548" y="2403925"/>
                <a:ext cx="419348" cy="395383"/>
              </a:xfrm>
              <a:custGeom>
                <a:avLst/>
                <a:gdLst>
                  <a:gd name="connsiteX0" fmla="*/ 33080 w 419348"/>
                  <a:gd name="connsiteY0" fmla="*/ 365736 h 395383"/>
                  <a:gd name="connsiteX1" fmla="*/ 386366 w 419348"/>
                  <a:gd name="connsiteY1" fmla="*/ 365736 h 395383"/>
                  <a:gd name="connsiteX2" fmla="*/ 401189 w 419348"/>
                  <a:gd name="connsiteY2" fmla="*/ 380559 h 395383"/>
                  <a:gd name="connsiteX3" fmla="*/ 386366 w 419348"/>
                  <a:gd name="connsiteY3" fmla="*/ 395383 h 395383"/>
                  <a:gd name="connsiteX4" fmla="*/ 33080 w 419348"/>
                  <a:gd name="connsiteY4" fmla="*/ 395383 h 395383"/>
                  <a:gd name="connsiteX5" fmla="*/ 18257 w 419348"/>
                  <a:gd name="connsiteY5" fmla="*/ 380559 h 395383"/>
                  <a:gd name="connsiteX6" fmla="*/ 33080 w 419348"/>
                  <a:gd name="connsiteY6" fmla="*/ 365736 h 395383"/>
                  <a:gd name="connsiteX7" fmla="*/ 330359 w 419348"/>
                  <a:gd name="connsiteY7" fmla="*/ 90104 h 395383"/>
                  <a:gd name="connsiteX8" fmla="*/ 340785 w 419348"/>
                  <a:gd name="connsiteY8" fmla="*/ 94596 h 395383"/>
                  <a:gd name="connsiteX9" fmla="*/ 340488 w 419348"/>
                  <a:gd name="connsiteY9" fmla="*/ 115571 h 395383"/>
                  <a:gd name="connsiteX10" fmla="*/ 234577 w 419348"/>
                  <a:gd name="connsiteY10" fmla="*/ 218493 h 395383"/>
                  <a:gd name="connsiteX11" fmla="*/ 224250 w 419348"/>
                  <a:gd name="connsiteY11" fmla="*/ 222693 h 395383"/>
                  <a:gd name="connsiteX12" fmla="*/ 223805 w 419348"/>
                  <a:gd name="connsiteY12" fmla="*/ 222693 h 395383"/>
                  <a:gd name="connsiteX13" fmla="*/ 213305 w 419348"/>
                  <a:gd name="connsiteY13" fmla="*/ 217752 h 395383"/>
                  <a:gd name="connsiteX14" fmla="*/ 158954 w 419348"/>
                  <a:gd name="connsiteY14" fmla="*/ 158459 h 395383"/>
                  <a:gd name="connsiteX15" fmla="*/ 99661 w 419348"/>
                  <a:gd name="connsiteY15" fmla="*/ 217752 h 395383"/>
                  <a:gd name="connsiteX16" fmla="*/ 99491 w 419348"/>
                  <a:gd name="connsiteY16" fmla="*/ 217922 h 395383"/>
                  <a:gd name="connsiteX17" fmla="*/ 78528 w 419348"/>
                  <a:gd name="connsiteY17" fmla="*/ 217764 h 395383"/>
                  <a:gd name="connsiteX18" fmla="*/ 78686 w 419348"/>
                  <a:gd name="connsiteY18" fmla="*/ 196802 h 395383"/>
                  <a:gd name="connsiteX19" fmla="*/ 148800 w 419348"/>
                  <a:gd name="connsiteY19" fmla="*/ 126589 h 395383"/>
                  <a:gd name="connsiteX20" fmla="*/ 149380 w 419348"/>
                  <a:gd name="connsiteY20" fmla="*/ 126034 h 395383"/>
                  <a:gd name="connsiteX21" fmla="*/ 170318 w 419348"/>
                  <a:gd name="connsiteY21" fmla="*/ 127058 h 395383"/>
                  <a:gd name="connsiteX22" fmla="*/ 224868 w 419348"/>
                  <a:gd name="connsiteY22" fmla="*/ 186598 h 395383"/>
                  <a:gd name="connsiteX23" fmla="*/ 319810 w 419348"/>
                  <a:gd name="connsiteY23" fmla="*/ 94299 h 395383"/>
                  <a:gd name="connsiteX24" fmla="*/ 330359 w 419348"/>
                  <a:gd name="connsiteY24" fmla="*/ 90104 h 395383"/>
                  <a:gd name="connsiteX25" fmla="*/ 57637 w 419348"/>
                  <a:gd name="connsiteY25" fmla="*/ 29646 h 395383"/>
                  <a:gd name="connsiteX26" fmla="*/ 29646 w 419348"/>
                  <a:gd name="connsiteY26" fmla="*/ 57662 h 395383"/>
                  <a:gd name="connsiteX27" fmla="*/ 29646 w 419348"/>
                  <a:gd name="connsiteY27" fmla="*/ 271758 h 395383"/>
                  <a:gd name="connsiteX28" fmla="*/ 57637 w 419348"/>
                  <a:gd name="connsiteY28" fmla="*/ 299774 h 395383"/>
                  <a:gd name="connsiteX29" fmla="*/ 361685 w 419348"/>
                  <a:gd name="connsiteY29" fmla="*/ 299774 h 395383"/>
                  <a:gd name="connsiteX30" fmla="*/ 389701 w 419348"/>
                  <a:gd name="connsiteY30" fmla="*/ 271758 h 395383"/>
                  <a:gd name="connsiteX31" fmla="*/ 389701 w 419348"/>
                  <a:gd name="connsiteY31" fmla="*/ 57662 h 395383"/>
                  <a:gd name="connsiteX32" fmla="*/ 361685 w 419348"/>
                  <a:gd name="connsiteY32" fmla="*/ 29646 h 395383"/>
                  <a:gd name="connsiteX33" fmla="*/ 57637 w 419348"/>
                  <a:gd name="connsiteY33" fmla="*/ 0 h 395383"/>
                  <a:gd name="connsiteX34" fmla="*/ 361685 w 419348"/>
                  <a:gd name="connsiteY34" fmla="*/ 0 h 395383"/>
                  <a:gd name="connsiteX35" fmla="*/ 419348 w 419348"/>
                  <a:gd name="connsiteY35" fmla="*/ 57662 h 395383"/>
                  <a:gd name="connsiteX36" fmla="*/ 419348 w 419348"/>
                  <a:gd name="connsiteY36" fmla="*/ 271635 h 395383"/>
                  <a:gd name="connsiteX37" fmla="*/ 361685 w 419348"/>
                  <a:gd name="connsiteY37" fmla="*/ 329297 h 395383"/>
                  <a:gd name="connsiteX38" fmla="*/ 57637 w 419348"/>
                  <a:gd name="connsiteY38" fmla="*/ 329297 h 395383"/>
                  <a:gd name="connsiteX39" fmla="*/ 0 w 419348"/>
                  <a:gd name="connsiteY39" fmla="*/ 271635 h 395383"/>
                  <a:gd name="connsiteX40" fmla="*/ 0 w 419348"/>
                  <a:gd name="connsiteY40" fmla="*/ 57662 h 395383"/>
                  <a:gd name="connsiteX41" fmla="*/ 57637 w 419348"/>
                  <a:gd name="connsiteY41" fmla="*/ 0 h 395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19348" h="395383">
                    <a:moveTo>
                      <a:pt x="33080" y="365736"/>
                    </a:moveTo>
                    <a:lnTo>
                      <a:pt x="386366" y="365736"/>
                    </a:lnTo>
                    <a:cubicBezTo>
                      <a:pt x="394553" y="365736"/>
                      <a:pt x="401189" y="372373"/>
                      <a:pt x="401189" y="380559"/>
                    </a:cubicBezTo>
                    <a:cubicBezTo>
                      <a:pt x="401189" y="388746"/>
                      <a:pt x="394553" y="395383"/>
                      <a:pt x="386366" y="395383"/>
                    </a:cubicBezTo>
                    <a:lnTo>
                      <a:pt x="33080" y="395383"/>
                    </a:lnTo>
                    <a:cubicBezTo>
                      <a:pt x="24894" y="395383"/>
                      <a:pt x="18257" y="388746"/>
                      <a:pt x="18257" y="380559"/>
                    </a:cubicBezTo>
                    <a:cubicBezTo>
                      <a:pt x="18257" y="372373"/>
                      <a:pt x="24894" y="365736"/>
                      <a:pt x="33080" y="365736"/>
                    </a:cubicBezTo>
                    <a:close/>
                    <a:moveTo>
                      <a:pt x="330359" y="90104"/>
                    </a:moveTo>
                    <a:cubicBezTo>
                      <a:pt x="334155" y="90157"/>
                      <a:pt x="337930" y="91659"/>
                      <a:pt x="340785" y="94596"/>
                    </a:cubicBezTo>
                    <a:cubicBezTo>
                      <a:pt x="346495" y="100469"/>
                      <a:pt x="346362" y="109860"/>
                      <a:pt x="340488" y="115571"/>
                    </a:cubicBezTo>
                    <a:lnTo>
                      <a:pt x="234577" y="218493"/>
                    </a:lnTo>
                    <a:cubicBezTo>
                      <a:pt x="231812" y="221183"/>
                      <a:pt x="228107" y="222690"/>
                      <a:pt x="224250" y="222693"/>
                    </a:cubicBezTo>
                    <a:lnTo>
                      <a:pt x="223805" y="222693"/>
                    </a:lnTo>
                    <a:cubicBezTo>
                      <a:pt x="219779" y="222541"/>
                      <a:pt x="215989" y="220757"/>
                      <a:pt x="213305" y="217752"/>
                    </a:cubicBezTo>
                    <a:lnTo>
                      <a:pt x="158954" y="158459"/>
                    </a:lnTo>
                    <a:lnTo>
                      <a:pt x="99661" y="217752"/>
                    </a:lnTo>
                    <a:cubicBezTo>
                      <a:pt x="99605" y="217809"/>
                      <a:pt x="99548" y="217866"/>
                      <a:pt x="99491" y="217922"/>
                    </a:cubicBezTo>
                    <a:cubicBezTo>
                      <a:pt x="93659" y="223667"/>
                      <a:pt x="84273" y="223596"/>
                      <a:pt x="78528" y="217764"/>
                    </a:cubicBezTo>
                    <a:cubicBezTo>
                      <a:pt x="72783" y="211932"/>
                      <a:pt x="72854" y="202547"/>
                      <a:pt x="78686" y="196802"/>
                    </a:cubicBezTo>
                    <a:lnTo>
                      <a:pt x="148800" y="126589"/>
                    </a:lnTo>
                    <a:cubicBezTo>
                      <a:pt x="148988" y="126399"/>
                      <a:pt x="149182" y="126214"/>
                      <a:pt x="149380" y="126034"/>
                    </a:cubicBezTo>
                    <a:cubicBezTo>
                      <a:pt x="155445" y="120535"/>
                      <a:pt x="164819" y="120994"/>
                      <a:pt x="170318" y="127058"/>
                    </a:cubicBezTo>
                    <a:lnTo>
                      <a:pt x="224868" y="186598"/>
                    </a:lnTo>
                    <a:lnTo>
                      <a:pt x="319810" y="94299"/>
                    </a:lnTo>
                    <a:cubicBezTo>
                      <a:pt x="322747" y="91444"/>
                      <a:pt x="326563" y="90050"/>
                      <a:pt x="330359" y="90104"/>
                    </a:cubicBezTo>
                    <a:close/>
                    <a:moveTo>
                      <a:pt x="57637" y="29646"/>
                    </a:moveTo>
                    <a:cubicBezTo>
                      <a:pt x="42180" y="29674"/>
                      <a:pt x="29660" y="42205"/>
                      <a:pt x="29646" y="57662"/>
                    </a:cubicBezTo>
                    <a:lnTo>
                      <a:pt x="29646" y="271758"/>
                    </a:lnTo>
                    <a:cubicBezTo>
                      <a:pt x="29660" y="287216"/>
                      <a:pt x="42180" y="299747"/>
                      <a:pt x="57637" y="299774"/>
                    </a:cubicBezTo>
                    <a:lnTo>
                      <a:pt x="361685" y="299774"/>
                    </a:lnTo>
                    <a:cubicBezTo>
                      <a:pt x="377147" y="299747"/>
                      <a:pt x="389674" y="287220"/>
                      <a:pt x="389701" y="271758"/>
                    </a:cubicBezTo>
                    <a:lnTo>
                      <a:pt x="389701" y="57662"/>
                    </a:lnTo>
                    <a:cubicBezTo>
                      <a:pt x="389674" y="42201"/>
                      <a:pt x="377147" y="29674"/>
                      <a:pt x="361685" y="29646"/>
                    </a:cubicBezTo>
                    <a:close/>
                    <a:moveTo>
                      <a:pt x="57637" y="0"/>
                    </a:moveTo>
                    <a:lnTo>
                      <a:pt x="361685" y="0"/>
                    </a:lnTo>
                    <a:cubicBezTo>
                      <a:pt x="393515" y="41"/>
                      <a:pt x="419307" y="25833"/>
                      <a:pt x="419348" y="57662"/>
                    </a:cubicBezTo>
                    <a:lnTo>
                      <a:pt x="419348" y="271635"/>
                    </a:lnTo>
                    <a:cubicBezTo>
                      <a:pt x="419307" y="303464"/>
                      <a:pt x="393515" y="329256"/>
                      <a:pt x="361685" y="329297"/>
                    </a:cubicBezTo>
                    <a:lnTo>
                      <a:pt x="57637" y="329297"/>
                    </a:lnTo>
                    <a:cubicBezTo>
                      <a:pt x="25813" y="329256"/>
                      <a:pt x="27" y="303460"/>
                      <a:pt x="0" y="271635"/>
                    </a:cubicBezTo>
                    <a:lnTo>
                      <a:pt x="0" y="57662"/>
                    </a:lnTo>
                    <a:cubicBezTo>
                      <a:pt x="27" y="25837"/>
                      <a:pt x="25813" y="41"/>
                      <a:pt x="57637" y="0"/>
                    </a:cubicBezTo>
                    <a:close/>
                  </a:path>
                </a:pathLst>
              </a:custGeom>
              <a:solidFill>
                <a:srgbClr val="FFFFFF"/>
              </a:solidFill>
              <a:ln w="474" cap="flat">
                <a:noFill/>
                <a:prstDash val="solid"/>
                <a:miter/>
              </a:ln>
            </p:spPr>
            <p:txBody>
              <a:bodyPr rtlCol="0" anchor="ctr"/>
              <a:lstStyle/>
              <a:p>
                <a:endParaRPr lang="zh-CN" altLang="en-US"/>
              </a:p>
            </p:txBody>
          </p:sp>
        </p:grpSp>
        <p:grpSp>
          <p:nvGrpSpPr>
            <p:cNvPr id="110" name="组合 109">
              <a:extLst>
                <a:ext uri="{FF2B5EF4-FFF2-40B4-BE49-F238E27FC236}">
                  <a16:creationId xmlns:a16="http://schemas.microsoft.com/office/drawing/2014/main" id="{01AAEFBF-B958-4CCC-C12A-4934582F423F}"/>
                </a:ext>
              </a:extLst>
            </p:cNvPr>
            <p:cNvGrpSpPr/>
            <p:nvPr/>
          </p:nvGrpSpPr>
          <p:grpSpPr>
            <a:xfrm>
              <a:off x="6159784" y="2235200"/>
              <a:ext cx="2590374" cy="3048000"/>
              <a:chOff x="6159784" y="2235200"/>
              <a:chExt cx="2590374" cy="3048000"/>
            </a:xfrm>
          </p:grpSpPr>
          <p:sp>
            <p:nvSpPr>
              <p:cNvPr id="86" name="矩形: 圆角 85">
                <a:extLst>
                  <a:ext uri="{FF2B5EF4-FFF2-40B4-BE49-F238E27FC236}">
                    <a16:creationId xmlns:a16="http://schemas.microsoft.com/office/drawing/2014/main" id="{975B4644-BF76-6537-3D39-B453F39A8ABA}"/>
                  </a:ext>
                </a:extLst>
              </p:cNvPr>
              <p:cNvSpPr/>
              <p:nvPr/>
            </p:nvSpPr>
            <p:spPr>
              <a:xfrm>
                <a:off x="6159784" y="2235200"/>
                <a:ext cx="2590374" cy="3048000"/>
              </a:xfrm>
              <a:prstGeom prst="roundRect">
                <a:avLst>
                  <a:gd name="adj" fmla="val 7934"/>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Text3">
                <a:extLst>
                  <a:ext uri="{FF2B5EF4-FFF2-40B4-BE49-F238E27FC236}">
                    <a16:creationId xmlns:a16="http://schemas.microsoft.com/office/drawing/2014/main" id="{8E90B86E-7CBA-6DA8-21E7-0E0BEA03D6D1}"/>
                  </a:ext>
                </a:extLst>
              </p:cNvPr>
              <p:cNvSpPr txBox="1"/>
              <p:nvPr/>
            </p:nvSpPr>
            <p:spPr>
              <a:xfrm>
                <a:off x="6239264" y="3738033"/>
                <a:ext cx="2431415" cy="1406737"/>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88" name="Bullet3">
                <a:extLst>
                  <a:ext uri="{FF2B5EF4-FFF2-40B4-BE49-F238E27FC236}">
                    <a16:creationId xmlns:a16="http://schemas.microsoft.com/office/drawing/2014/main" id="{69020FA9-63D9-B1DB-F464-2F6D30DF1BB1}"/>
                  </a:ext>
                </a:extLst>
              </p:cNvPr>
              <p:cNvSpPr/>
              <p:nvPr/>
            </p:nvSpPr>
            <p:spPr>
              <a:xfrm>
                <a:off x="6239264" y="3039533"/>
                <a:ext cx="2431415" cy="698500"/>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solidFill>
                      <a:srgbClr val="FFFFFF"/>
                    </a:solidFill>
                    <a:cs typeface="+mn-ea"/>
                    <a:sym typeface="+mn-lt"/>
                  </a:rPr>
                  <a:t>单击添加小标题</a:t>
                </a:r>
                <a:endParaRPr lang="en-US" dirty="0">
                  <a:solidFill>
                    <a:srgbClr val="FFFFFF"/>
                  </a:solidFill>
                </a:endParaRPr>
              </a:p>
            </p:txBody>
          </p:sp>
          <p:sp>
            <p:nvSpPr>
              <p:cNvPr id="101" name="图形 52">
                <a:extLst>
                  <a:ext uri="{FF2B5EF4-FFF2-40B4-BE49-F238E27FC236}">
                    <a16:creationId xmlns:a16="http://schemas.microsoft.com/office/drawing/2014/main" id="{113739A6-727F-17D0-99EC-A102A04593B6}"/>
                  </a:ext>
                </a:extLst>
              </p:cNvPr>
              <p:cNvSpPr/>
              <p:nvPr/>
            </p:nvSpPr>
            <p:spPr>
              <a:xfrm>
                <a:off x="6320959" y="2403925"/>
                <a:ext cx="466911" cy="420286"/>
              </a:xfrm>
              <a:custGeom>
                <a:avLst/>
                <a:gdLst>
                  <a:gd name="connsiteX0" fmla="*/ 461720 w 466911"/>
                  <a:gd name="connsiteY0" fmla="*/ 198803 h 420286"/>
                  <a:gd name="connsiteX1" fmla="*/ 339429 w 466911"/>
                  <a:gd name="connsiteY1" fmla="*/ 13934 h 420286"/>
                  <a:gd name="connsiteX2" fmla="*/ 313587 w 466911"/>
                  <a:gd name="connsiteY2" fmla="*/ 25 h 420286"/>
                  <a:gd name="connsiteX3" fmla="*/ 287745 w 466911"/>
                  <a:gd name="connsiteY3" fmla="*/ 13909 h 420286"/>
                  <a:gd name="connsiteX4" fmla="*/ 274651 w 466911"/>
                  <a:gd name="connsiteY4" fmla="*/ 33674 h 420286"/>
                  <a:gd name="connsiteX5" fmla="*/ 261657 w 466911"/>
                  <a:gd name="connsiteY5" fmla="*/ 13909 h 420286"/>
                  <a:gd name="connsiteX6" fmla="*/ 235790 w 466911"/>
                  <a:gd name="connsiteY6" fmla="*/ 0 h 420286"/>
                  <a:gd name="connsiteX7" fmla="*/ 209948 w 466911"/>
                  <a:gd name="connsiteY7" fmla="*/ 13884 h 420286"/>
                  <a:gd name="connsiteX8" fmla="*/ 194260 w 466911"/>
                  <a:gd name="connsiteY8" fmla="*/ 37305 h 420286"/>
                  <a:gd name="connsiteX9" fmla="*/ 178819 w 466911"/>
                  <a:gd name="connsiteY9" fmla="*/ 13934 h 420286"/>
                  <a:gd name="connsiteX10" fmla="*/ 152953 w 466911"/>
                  <a:gd name="connsiteY10" fmla="*/ 25 h 420286"/>
                  <a:gd name="connsiteX11" fmla="*/ 127111 w 466911"/>
                  <a:gd name="connsiteY11" fmla="*/ 13909 h 420286"/>
                  <a:gd name="connsiteX12" fmla="*/ 5166 w 466911"/>
                  <a:gd name="connsiteY12" fmla="*/ 197618 h 420286"/>
                  <a:gd name="connsiteX13" fmla="*/ 5932 w 466911"/>
                  <a:gd name="connsiteY13" fmla="*/ 233070 h 420286"/>
                  <a:gd name="connsiteX14" fmla="*/ 133164 w 466911"/>
                  <a:gd name="connsiteY14" fmla="*/ 407390 h 420286"/>
                  <a:gd name="connsiteX15" fmla="*/ 158240 w 466911"/>
                  <a:gd name="connsiteY15" fmla="*/ 420138 h 420286"/>
                  <a:gd name="connsiteX16" fmla="*/ 158784 w 466911"/>
                  <a:gd name="connsiteY16" fmla="*/ 420138 h 420286"/>
                  <a:gd name="connsiteX17" fmla="*/ 183933 w 466911"/>
                  <a:gd name="connsiteY17" fmla="*/ 406526 h 420286"/>
                  <a:gd name="connsiteX18" fmla="*/ 198979 w 466911"/>
                  <a:gd name="connsiteY18" fmla="*/ 384291 h 420286"/>
                  <a:gd name="connsiteX19" fmla="*/ 215877 w 466911"/>
                  <a:gd name="connsiteY19" fmla="*/ 407440 h 420286"/>
                  <a:gd name="connsiteX20" fmla="*/ 240953 w 466911"/>
                  <a:gd name="connsiteY20" fmla="*/ 420188 h 420286"/>
                  <a:gd name="connsiteX21" fmla="*/ 241497 w 466911"/>
                  <a:gd name="connsiteY21" fmla="*/ 420188 h 420286"/>
                  <a:gd name="connsiteX22" fmla="*/ 266647 w 466911"/>
                  <a:gd name="connsiteY22" fmla="*/ 406526 h 420286"/>
                  <a:gd name="connsiteX23" fmla="*/ 279345 w 466911"/>
                  <a:gd name="connsiteY23" fmla="*/ 387774 h 420286"/>
                  <a:gd name="connsiteX24" fmla="*/ 293699 w 466911"/>
                  <a:gd name="connsiteY24" fmla="*/ 407539 h 420286"/>
                  <a:gd name="connsiteX25" fmla="*/ 318775 w 466911"/>
                  <a:gd name="connsiteY25" fmla="*/ 420286 h 420286"/>
                  <a:gd name="connsiteX26" fmla="*/ 319318 w 466911"/>
                  <a:gd name="connsiteY26" fmla="*/ 420286 h 420286"/>
                  <a:gd name="connsiteX27" fmla="*/ 344468 w 466911"/>
                  <a:gd name="connsiteY27" fmla="*/ 406526 h 420286"/>
                  <a:gd name="connsiteX28" fmla="*/ 461547 w 466911"/>
                  <a:gd name="connsiteY28" fmla="*/ 233366 h 420286"/>
                  <a:gd name="connsiteX29" fmla="*/ 461720 w 466911"/>
                  <a:gd name="connsiteY29" fmla="*/ 198803 h 420286"/>
                  <a:gd name="connsiteX30" fmla="*/ 159377 w 466911"/>
                  <a:gd name="connsiteY30" fmla="*/ 389874 h 420286"/>
                  <a:gd name="connsiteX31" fmla="*/ 157489 w 466911"/>
                  <a:gd name="connsiteY31" fmla="*/ 390235 h 420286"/>
                  <a:gd name="connsiteX32" fmla="*/ 157128 w 466911"/>
                  <a:gd name="connsiteY32" fmla="*/ 389874 h 420286"/>
                  <a:gd name="connsiteX33" fmla="*/ 29896 w 466911"/>
                  <a:gd name="connsiteY33" fmla="*/ 215554 h 420286"/>
                  <a:gd name="connsiteX34" fmla="*/ 29896 w 466911"/>
                  <a:gd name="connsiteY34" fmla="*/ 213973 h 420286"/>
                  <a:gd name="connsiteX35" fmla="*/ 151866 w 466911"/>
                  <a:gd name="connsiteY35" fmla="*/ 30289 h 420286"/>
                  <a:gd name="connsiteX36" fmla="*/ 153002 w 466911"/>
                  <a:gd name="connsiteY36" fmla="*/ 29671 h 420286"/>
                  <a:gd name="connsiteX37" fmla="*/ 154163 w 466911"/>
                  <a:gd name="connsiteY37" fmla="*/ 30313 h 420286"/>
                  <a:gd name="connsiteX38" fmla="*/ 276480 w 466911"/>
                  <a:gd name="connsiteY38" fmla="*/ 215159 h 420286"/>
                  <a:gd name="connsiteX39" fmla="*/ 276480 w 466911"/>
                  <a:gd name="connsiteY39" fmla="*/ 216715 h 420286"/>
                  <a:gd name="connsiteX40" fmla="*/ 242090 w 466911"/>
                  <a:gd name="connsiteY40" fmla="*/ 389874 h 420286"/>
                  <a:gd name="connsiteX41" fmla="*/ 240978 w 466911"/>
                  <a:gd name="connsiteY41" fmla="*/ 390492 h 420286"/>
                  <a:gd name="connsiteX42" fmla="*/ 239817 w 466911"/>
                  <a:gd name="connsiteY42" fmla="*/ 389924 h 420286"/>
                  <a:gd name="connsiteX43" fmla="*/ 216643 w 466911"/>
                  <a:gd name="connsiteY43" fmla="*/ 358128 h 420286"/>
                  <a:gd name="connsiteX44" fmla="*/ 301012 w 466911"/>
                  <a:gd name="connsiteY44" fmla="*/ 233317 h 420286"/>
                  <a:gd name="connsiteX45" fmla="*/ 301185 w 466911"/>
                  <a:gd name="connsiteY45" fmla="*/ 198730 h 420286"/>
                  <a:gd name="connsiteX46" fmla="*/ 212097 w 466911"/>
                  <a:gd name="connsiteY46" fmla="*/ 64135 h 420286"/>
                  <a:gd name="connsiteX47" fmla="*/ 234579 w 466911"/>
                  <a:gd name="connsiteY47" fmla="*/ 30289 h 420286"/>
                  <a:gd name="connsiteX48" fmla="*/ 235716 w 466911"/>
                  <a:gd name="connsiteY48" fmla="*/ 29671 h 420286"/>
                  <a:gd name="connsiteX49" fmla="*/ 236877 w 466911"/>
                  <a:gd name="connsiteY49" fmla="*/ 30313 h 420286"/>
                  <a:gd name="connsiteX50" fmla="*/ 359193 w 466911"/>
                  <a:gd name="connsiteY50" fmla="*/ 215159 h 420286"/>
                  <a:gd name="connsiteX51" fmla="*/ 359193 w 466911"/>
                  <a:gd name="connsiteY51" fmla="*/ 216715 h 420286"/>
                  <a:gd name="connsiteX52" fmla="*/ 436990 w 466911"/>
                  <a:gd name="connsiteY52" fmla="*/ 216715 h 420286"/>
                  <a:gd name="connsiteX53" fmla="*/ 319911 w 466911"/>
                  <a:gd name="connsiteY53" fmla="*/ 389874 h 420286"/>
                  <a:gd name="connsiteX54" fmla="*/ 318800 w 466911"/>
                  <a:gd name="connsiteY54" fmla="*/ 390492 h 420286"/>
                  <a:gd name="connsiteX55" fmla="*/ 317663 w 466911"/>
                  <a:gd name="connsiteY55" fmla="*/ 389924 h 420286"/>
                  <a:gd name="connsiteX56" fmla="*/ 296985 w 466911"/>
                  <a:gd name="connsiteY56" fmla="*/ 361611 h 420286"/>
                  <a:gd name="connsiteX57" fmla="*/ 383725 w 466911"/>
                  <a:gd name="connsiteY57" fmla="*/ 233317 h 420286"/>
                  <a:gd name="connsiteX58" fmla="*/ 383898 w 466911"/>
                  <a:gd name="connsiteY58" fmla="*/ 198730 h 420286"/>
                  <a:gd name="connsiteX59" fmla="*/ 292488 w 466911"/>
                  <a:gd name="connsiteY59" fmla="*/ 60380 h 420286"/>
                  <a:gd name="connsiteX60" fmla="*/ 312524 w 466911"/>
                  <a:gd name="connsiteY60" fmla="*/ 30215 h 420286"/>
                  <a:gd name="connsiteX61" fmla="*/ 313661 w 466911"/>
                  <a:gd name="connsiteY61" fmla="*/ 29597 h 420286"/>
                  <a:gd name="connsiteX62" fmla="*/ 314822 w 466911"/>
                  <a:gd name="connsiteY62" fmla="*/ 30239 h 420286"/>
                  <a:gd name="connsiteX63" fmla="*/ 437138 w 466911"/>
                  <a:gd name="connsiteY63" fmla="*/ 215084 h 420286"/>
                  <a:gd name="connsiteX64" fmla="*/ 436990 w 466911"/>
                  <a:gd name="connsiteY64" fmla="*/ 216715 h 420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66911" h="420286">
                    <a:moveTo>
                      <a:pt x="461720" y="198803"/>
                    </a:moveTo>
                    <a:lnTo>
                      <a:pt x="339429" y="13934"/>
                    </a:lnTo>
                    <a:cubicBezTo>
                      <a:pt x="333693" y="5256"/>
                      <a:pt x="323989" y="33"/>
                      <a:pt x="313587" y="25"/>
                    </a:cubicBezTo>
                    <a:cubicBezTo>
                      <a:pt x="303187" y="18"/>
                      <a:pt x="293480" y="5234"/>
                      <a:pt x="287745" y="13909"/>
                    </a:cubicBezTo>
                    <a:lnTo>
                      <a:pt x="274651" y="33674"/>
                    </a:lnTo>
                    <a:lnTo>
                      <a:pt x="261657" y="13909"/>
                    </a:lnTo>
                    <a:cubicBezTo>
                      <a:pt x="255916" y="5224"/>
                      <a:pt x="246200" y="0"/>
                      <a:pt x="235790" y="0"/>
                    </a:cubicBezTo>
                    <a:cubicBezTo>
                      <a:pt x="225390" y="-6"/>
                      <a:pt x="215683" y="5209"/>
                      <a:pt x="209948" y="13884"/>
                    </a:cubicBezTo>
                    <a:lnTo>
                      <a:pt x="194260" y="37305"/>
                    </a:lnTo>
                    <a:lnTo>
                      <a:pt x="178819" y="13934"/>
                    </a:lnTo>
                    <a:cubicBezTo>
                      <a:pt x="173079" y="5249"/>
                      <a:pt x="163364" y="25"/>
                      <a:pt x="152953" y="25"/>
                    </a:cubicBezTo>
                    <a:cubicBezTo>
                      <a:pt x="142554" y="18"/>
                      <a:pt x="132846" y="5234"/>
                      <a:pt x="127111" y="13909"/>
                    </a:cubicBezTo>
                    <a:lnTo>
                      <a:pt x="5166" y="197618"/>
                    </a:lnTo>
                    <a:cubicBezTo>
                      <a:pt x="-1993" y="208440"/>
                      <a:pt x="-1687" y="222567"/>
                      <a:pt x="5932" y="233070"/>
                    </a:cubicBezTo>
                    <a:lnTo>
                      <a:pt x="133164" y="407390"/>
                    </a:lnTo>
                    <a:cubicBezTo>
                      <a:pt x="139016" y="415390"/>
                      <a:pt x="148329" y="420123"/>
                      <a:pt x="158240" y="420138"/>
                    </a:cubicBezTo>
                    <a:lnTo>
                      <a:pt x="158784" y="420138"/>
                    </a:lnTo>
                    <a:cubicBezTo>
                      <a:pt x="168885" y="419973"/>
                      <a:pt x="178271" y="414893"/>
                      <a:pt x="183933" y="406526"/>
                    </a:cubicBezTo>
                    <a:lnTo>
                      <a:pt x="198979" y="384291"/>
                    </a:lnTo>
                    <a:lnTo>
                      <a:pt x="215877" y="407440"/>
                    </a:lnTo>
                    <a:cubicBezTo>
                      <a:pt x="221730" y="415439"/>
                      <a:pt x="231042" y="420173"/>
                      <a:pt x="240953" y="420188"/>
                    </a:cubicBezTo>
                    <a:lnTo>
                      <a:pt x="241497" y="420188"/>
                    </a:lnTo>
                    <a:cubicBezTo>
                      <a:pt x="251607" y="420011"/>
                      <a:pt x="260995" y="414912"/>
                      <a:pt x="266647" y="406526"/>
                    </a:cubicBezTo>
                    <a:lnTo>
                      <a:pt x="279345" y="387774"/>
                    </a:lnTo>
                    <a:lnTo>
                      <a:pt x="293699" y="407539"/>
                    </a:lnTo>
                    <a:cubicBezTo>
                      <a:pt x="299552" y="415538"/>
                      <a:pt x="308863" y="420272"/>
                      <a:pt x="318775" y="420286"/>
                    </a:cubicBezTo>
                    <a:lnTo>
                      <a:pt x="319318" y="420286"/>
                    </a:lnTo>
                    <a:cubicBezTo>
                      <a:pt x="329447" y="420088"/>
                      <a:pt x="338839" y="414949"/>
                      <a:pt x="344468" y="406526"/>
                    </a:cubicBezTo>
                    <a:lnTo>
                      <a:pt x="461547" y="233366"/>
                    </a:lnTo>
                    <a:cubicBezTo>
                      <a:pt x="468636" y="222955"/>
                      <a:pt x="468705" y="209285"/>
                      <a:pt x="461720" y="198803"/>
                    </a:cubicBezTo>
                    <a:close/>
                    <a:moveTo>
                      <a:pt x="159377" y="389874"/>
                    </a:moveTo>
                    <a:cubicBezTo>
                      <a:pt x="158955" y="390495"/>
                      <a:pt x="158110" y="390656"/>
                      <a:pt x="157489" y="390235"/>
                    </a:cubicBezTo>
                    <a:cubicBezTo>
                      <a:pt x="157347" y="390139"/>
                      <a:pt x="157225" y="390016"/>
                      <a:pt x="157128" y="389874"/>
                    </a:cubicBezTo>
                    <a:lnTo>
                      <a:pt x="29896" y="215554"/>
                    </a:lnTo>
                    <a:cubicBezTo>
                      <a:pt x="29565" y="215078"/>
                      <a:pt x="29565" y="214448"/>
                      <a:pt x="29896" y="213973"/>
                    </a:cubicBezTo>
                    <a:lnTo>
                      <a:pt x="151866" y="30289"/>
                    </a:lnTo>
                    <a:cubicBezTo>
                      <a:pt x="152102" y="29889"/>
                      <a:pt x="152539" y="29652"/>
                      <a:pt x="153002" y="29671"/>
                    </a:cubicBezTo>
                    <a:cubicBezTo>
                      <a:pt x="153482" y="29642"/>
                      <a:pt x="153934" y="29892"/>
                      <a:pt x="154163" y="30313"/>
                    </a:cubicBezTo>
                    <a:lnTo>
                      <a:pt x="276480" y="215159"/>
                    </a:lnTo>
                    <a:cubicBezTo>
                      <a:pt x="276786" y="215632"/>
                      <a:pt x="276786" y="216241"/>
                      <a:pt x="276480" y="216715"/>
                    </a:cubicBezTo>
                    <a:close/>
                    <a:moveTo>
                      <a:pt x="242090" y="389874"/>
                    </a:moveTo>
                    <a:cubicBezTo>
                      <a:pt x="241858" y="390266"/>
                      <a:pt x="241433" y="390502"/>
                      <a:pt x="240978" y="390492"/>
                    </a:cubicBezTo>
                    <a:cubicBezTo>
                      <a:pt x="240525" y="390487"/>
                      <a:pt x="240099" y="390278"/>
                      <a:pt x="239817" y="389924"/>
                    </a:cubicBezTo>
                    <a:lnTo>
                      <a:pt x="216643" y="358128"/>
                    </a:lnTo>
                    <a:lnTo>
                      <a:pt x="301012" y="233317"/>
                    </a:lnTo>
                    <a:cubicBezTo>
                      <a:pt x="308113" y="222900"/>
                      <a:pt x="308181" y="209217"/>
                      <a:pt x="301185" y="198730"/>
                    </a:cubicBezTo>
                    <a:lnTo>
                      <a:pt x="212097" y="64135"/>
                    </a:lnTo>
                    <a:lnTo>
                      <a:pt x="234579" y="30289"/>
                    </a:lnTo>
                    <a:cubicBezTo>
                      <a:pt x="234816" y="29889"/>
                      <a:pt x="235252" y="29652"/>
                      <a:pt x="235716" y="29671"/>
                    </a:cubicBezTo>
                    <a:cubicBezTo>
                      <a:pt x="236193" y="29647"/>
                      <a:pt x="236643" y="29896"/>
                      <a:pt x="236877" y="30313"/>
                    </a:cubicBezTo>
                    <a:lnTo>
                      <a:pt x="359193" y="215159"/>
                    </a:lnTo>
                    <a:cubicBezTo>
                      <a:pt x="359499" y="215632"/>
                      <a:pt x="359499" y="216241"/>
                      <a:pt x="359193" y="216715"/>
                    </a:cubicBezTo>
                    <a:close/>
                    <a:moveTo>
                      <a:pt x="436990" y="216715"/>
                    </a:moveTo>
                    <a:lnTo>
                      <a:pt x="319911" y="389874"/>
                    </a:lnTo>
                    <a:cubicBezTo>
                      <a:pt x="319680" y="390266"/>
                      <a:pt x="319255" y="390502"/>
                      <a:pt x="318800" y="390492"/>
                    </a:cubicBezTo>
                    <a:cubicBezTo>
                      <a:pt x="318354" y="390487"/>
                      <a:pt x="317935" y="390277"/>
                      <a:pt x="317663" y="389924"/>
                    </a:cubicBezTo>
                    <a:lnTo>
                      <a:pt x="296985" y="361611"/>
                    </a:lnTo>
                    <a:lnTo>
                      <a:pt x="383725" y="233317"/>
                    </a:lnTo>
                    <a:cubicBezTo>
                      <a:pt x="390826" y="222900"/>
                      <a:pt x="390894" y="209217"/>
                      <a:pt x="383898" y="198730"/>
                    </a:cubicBezTo>
                    <a:lnTo>
                      <a:pt x="292488" y="60380"/>
                    </a:lnTo>
                    <a:lnTo>
                      <a:pt x="312524" y="30215"/>
                    </a:lnTo>
                    <a:cubicBezTo>
                      <a:pt x="312761" y="29815"/>
                      <a:pt x="313197" y="29578"/>
                      <a:pt x="313661" y="29597"/>
                    </a:cubicBezTo>
                    <a:cubicBezTo>
                      <a:pt x="314140" y="29567"/>
                      <a:pt x="314593" y="29818"/>
                      <a:pt x="314822" y="30239"/>
                    </a:cubicBezTo>
                    <a:lnTo>
                      <a:pt x="437138" y="215084"/>
                    </a:lnTo>
                    <a:cubicBezTo>
                      <a:pt x="437435" y="215605"/>
                      <a:pt x="437375" y="216256"/>
                      <a:pt x="436990" y="216715"/>
                    </a:cubicBezTo>
                    <a:close/>
                  </a:path>
                </a:pathLst>
              </a:custGeom>
              <a:solidFill>
                <a:srgbClr val="FFFFFF"/>
              </a:solidFill>
              <a:ln w="474" cap="flat">
                <a:noFill/>
                <a:prstDash val="solid"/>
                <a:miter/>
              </a:ln>
            </p:spPr>
            <p:txBody>
              <a:bodyPr rtlCol="0" anchor="ctr"/>
              <a:lstStyle/>
              <a:p>
                <a:endParaRPr lang="zh-CN" altLang="en-US"/>
              </a:p>
            </p:txBody>
          </p:sp>
        </p:grpSp>
        <p:grpSp>
          <p:nvGrpSpPr>
            <p:cNvPr id="112" name="组合 111">
              <a:extLst>
                <a:ext uri="{FF2B5EF4-FFF2-40B4-BE49-F238E27FC236}">
                  <a16:creationId xmlns:a16="http://schemas.microsoft.com/office/drawing/2014/main" id="{0116F46F-27AF-6362-7DBA-07DD988172DA}"/>
                </a:ext>
              </a:extLst>
            </p:cNvPr>
            <p:cNvGrpSpPr/>
            <p:nvPr/>
          </p:nvGrpSpPr>
          <p:grpSpPr>
            <a:xfrm>
              <a:off x="8890426" y="2235200"/>
              <a:ext cx="2590374" cy="3048000"/>
              <a:chOff x="8890426" y="2235200"/>
              <a:chExt cx="2590374" cy="3048000"/>
            </a:xfrm>
          </p:grpSpPr>
          <p:sp>
            <p:nvSpPr>
              <p:cNvPr id="91" name="矩形: 圆角 90">
                <a:extLst>
                  <a:ext uri="{FF2B5EF4-FFF2-40B4-BE49-F238E27FC236}">
                    <a16:creationId xmlns:a16="http://schemas.microsoft.com/office/drawing/2014/main" id="{10B0842F-532B-8336-C44D-77658D27EAE5}"/>
                  </a:ext>
                </a:extLst>
              </p:cNvPr>
              <p:cNvSpPr/>
              <p:nvPr/>
            </p:nvSpPr>
            <p:spPr>
              <a:xfrm>
                <a:off x="8890426" y="2235200"/>
                <a:ext cx="2590374" cy="3048000"/>
              </a:xfrm>
              <a:prstGeom prst="roundRect">
                <a:avLst>
                  <a:gd name="adj" fmla="val 7934"/>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Text4">
                <a:extLst>
                  <a:ext uri="{FF2B5EF4-FFF2-40B4-BE49-F238E27FC236}">
                    <a16:creationId xmlns:a16="http://schemas.microsoft.com/office/drawing/2014/main" id="{A2CB2A73-594F-F3DA-C7FD-2A362BAD6156}"/>
                  </a:ext>
                </a:extLst>
              </p:cNvPr>
              <p:cNvSpPr txBox="1"/>
              <p:nvPr/>
            </p:nvSpPr>
            <p:spPr>
              <a:xfrm>
                <a:off x="8969906" y="3738033"/>
                <a:ext cx="2431415" cy="1406737"/>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93" name="Bullet4">
                <a:extLst>
                  <a:ext uri="{FF2B5EF4-FFF2-40B4-BE49-F238E27FC236}">
                    <a16:creationId xmlns:a16="http://schemas.microsoft.com/office/drawing/2014/main" id="{DDF96442-6188-82F4-7B3D-208A4ACE8EF3}"/>
                  </a:ext>
                </a:extLst>
              </p:cNvPr>
              <p:cNvSpPr/>
              <p:nvPr/>
            </p:nvSpPr>
            <p:spPr>
              <a:xfrm>
                <a:off x="8969906" y="3039533"/>
                <a:ext cx="2431415" cy="698500"/>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solidFill>
                      <a:srgbClr val="FFFFFF"/>
                    </a:solidFill>
                    <a:cs typeface="+mn-ea"/>
                    <a:sym typeface="+mn-lt"/>
                  </a:rPr>
                  <a:t>单击添加小标题</a:t>
                </a:r>
                <a:endParaRPr lang="en-US" dirty="0">
                  <a:solidFill>
                    <a:srgbClr val="FFFFFF"/>
                  </a:solidFill>
                </a:endParaRPr>
              </a:p>
            </p:txBody>
          </p:sp>
          <p:sp>
            <p:nvSpPr>
              <p:cNvPr id="107" name="任意多边形: 形状 106">
                <a:extLst>
                  <a:ext uri="{FF2B5EF4-FFF2-40B4-BE49-F238E27FC236}">
                    <a16:creationId xmlns:a16="http://schemas.microsoft.com/office/drawing/2014/main" id="{FC78C1B8-39B3-7AFA-1FD5-2655407140E9}"/>
                  </a:ext>
                </a:extLst>
              </p:cNvPr>
              <p:cNvSpPr/>
              <p:nvPr/>
            </p:nvSpPr>
            <p:spPr>
              <a:xfrm>
                <a:off x="9056627" y="2403925"/>
                <a:ext cx="449783" cy="449802"/>
              </a:xfrm>
              <a:custGeom>
                <a:avLst/>
                <a:gdLst>
                  <a:gd name="connsiteX0" fmla="*/ 224891 w 449783"/>
                  <a:gd name="connsiteY0" fmla="*/ 184150 h 449802"/>
                  <a:gd name="connsiteX1" fmla="*/ 184226 w 449783"/>
                  <a:gd name="connsiteY1" fmla="*/ 224864 h 449802"/>
                  <a:gd name="connsiteX2" fmla="*/ 224940 w 449783"/>
                  <a:gd name="connsiteY2" fmla="*/ 265529 h 449802"/>
                  <a:gd name="connsiteX3" fmla="*/ 224940 w 449783"/>
                  <a:gd name="connsiteY3" fmla="*/ 265702 h 449802"/>
                  <a:gd name="connsiteX4" fmla="*/ 225015 w 449783"/>
                  <a:gd name="connsiteY4" fmla="*/ 265702 h 449802"/>
                  <a:gd name="connsiteX5" fmla="*/ 265606 w 449783"/>
                  <a:gd name="connsiteY5" fmla="*/ 224864 h 449802"/>
                  <a:gd name="connsiteX6" fmla="*/ 265606 w 449783"/>
                  <a:gd name="connsiteY6" fmla="*/ 224815 h 449802"/>
                  <a:gd name="connsiteX7" fmla="*/ 224891 w 449783"/>
                  <a:gd name="connsiteY7" fmla="*/ 184150 h 449802"/>
                  <a:gd name="connsiteX8" fmla="*/ 224940 w 449783"/>
                  <a:gd name="connsiteY8" fmla="*/ 154528 h 449802"/>
                  <a:gd name="connsiteX9" fmla="*/ 295252 w 449783"/>
                  <a:gd name="connsiteY9" fmla="*/ 224864 h 449802"/>
                  <a:gd name="connsiteX10" fmla="*/ 295252 w 449783"/>
                  <a:gd name="connsiteY10" fmla="*/ 224889 h 449802"/>
                  <a:gd name="connsiteX11" fmla="*/ 224891 w 449783"/>
                  <a:gd name="connsiteY11" fmla="*/ 295200 h 449802"/>
                  <a:gd name="connsiteX12" fmla="*/ 154580 w 449783"/>
                  <a:gd name="connsiteY12" fmla="*/ 224839 h 449802"/>
                  <a:gd name="connsiteX13" fmla="*/ 224940 w 449783"/>
                  <a:gd name="connsiteY13" fmla="*/ 154528 h 449802"/>
                  <a:gd name="connsiteX14" fmla="*/ 215021 w 449783"/>
                  <a:gd name="connsiteY14" fmla="*/ 30275 h 449802"/>
                  <a:gd name="connsiteX15" fmla="*/ 174170 w 449783"/>
                  <a:gd name="connsiteY15" fmla="*/ 70530 h 449802"/>
                  <a:gd name="connsiteX16" fmla="*/ 172163 w 449783"/>
                  <a:gd name="connsiteY16" fmla="*/ 75417 h 449802"/>
                  <a:gd name="connsiteX17" fmla="*/ 151688 w 449783"/>
                  <a:gd name="connsiteY17" fmla="*/ 79918 h 449802"/>
                  <a:gd name="connsiteX18" fmla="*/ 95518 w 449783"/>
                  <a:gd name="connsiteY18" fmla="*/ 79870 h 449802"/>
                  <a:gd name="connsiteX19" fmla="*/ 79920 w 449783"/>
                  <a:gd name="connsiteY19" fmla="*/ 151564 h 449802"/>
                  <a:gd name="connsiteX20" fmla="*/ 81939 w 449783"/>
                  <a:gd name="connsiteY20" fmla="*/ 156435 h 449802"/>
                  <a:gd name="connsiteX21" fmla="*/ 70606 w 449783"/>
                  <a:gd name="connsiteY21" fmla="*/ 174070 h 449802"/>
                  <a:gd name="connsiteX22" fmla="*/ 30590 w 449783"/>
                  <a:gd name="connsiteY22" fmla="*/ 214086 h 449802"/>
                  <a:gd name="connsiteX23" fmla="*/ 70606 w 449783"/>
                  <a:gd name="connsiteY23" fmla="*/ 275584 h 449802"/>
                  <a:gd name="connsiteX24" fmla="*/ 75477 w 449783"/>
                  <a:gd name="connsiteY24" fmla="*/ 277604 h 449802"/>
                  <a:gd name="connsiteX25" fmla="*/ 79920 w 449783"/>
                  <a:gd name="connsiteY25" fmla="*/ 298091 h 449802"/>
                  <a:gd name="connsiteX26" fmla="*/ 79968 w 449783"/>
                  <a:gd name="connsiteY26" fmla="*/ 354261 h 449802"/>
                  <a:gd name="connsiteX27" fmla="*/ 151688 w 449783"/>
                  <a:gd name="connsiteY27" fmla="*/ 369736 h 449802"/>
                  <a:gd name="connsiteX28" fmla="*/ 156541 w 449783"/>
                  <a:gd name="connsiteY28" fmla="*/ 367732 h 449802"/>
                  <a:gd name="connsiteX29" fmla="*/ 174170 w 449783"/>
                  <a:gd name="connsiteY29" fmla="*/ 379075 h 449802"/>
                  <a:gd name="connsiteX30" fmla="*/ 214257 w 449783"/>
                  <a:gd name="connsiteY30" fmla="*/ 419162 h 449802"/>
                  <a:gd name="connsiteX31" fmla="*/ 275709 w 449783"/>
                  <a:gd name="connsiteY31" fmla="*/ 379075 h 449802"/>
                  <a:gd name="connsiteX32" fmla="*/ 277713 w 449783"/>
                  <a:gd name="connsiteY32" fmla="*/ 374222 h 449802"/>
                  <a:gd name="connsiteX33" fmla="*/ 298191 w 449783"/>
                  <a:gd name="connsiteY33" fmla="*/ 369736 h 449802"/>
                  <a:gd name="connsiteX34" fmla="*/ 354362 w 449783"/>
                  <a:gd name="connsiteY34" fmla="*/ 369784 h 449802"/>
                  <a:gd name="connsiteX35" fmla="*/ 369960 w 449783"/>
                  <a:gd name="connsiteY35" fmla="*/ 298091 h 449802"/>
                  <a:gd name="connsiteX36" fmla="*/ 367940 w 449783"/>
                  <a:gd name="connsiteY36" fmla="*/ 293219 h 449802"/>
                  <a:gd name="connsiteX37" fmla="*/ 379274 w 449783"/>
                  <a:gd name="connsiteY37" fmla="*/ 275584 h 449802"/>
                  <a:gd name="connsiteX38" fmla="*/ 379274 w 449783"/>
                  <a:gd name="connsiteY38" fmla="*/ 275510 h 449802"/>
                  <a:gd name="connsiteX39" fmla="*/ 419290 w 449783"/>
                  <a:gd name="connsiteY39" fmla="*/ 235494 h 449802"/>
                  <a:gd name="connsiteX40" fmla="*/ 379274 w 449783"/>
                  <a:gd name="connsiteY40" fmla="*/ 173996 h 449802"/>
                  <a:gd name="connsiteX41" fmla="*/ 374403 w 449783"/>
                  <a:gd name="connsiteY41" fmla="*/ 171976 h 449802"/>
                  <a:gd name="connsiteX42" fmla="*/ 369960 w 449783"/>
                  <a:gd name="connsiteY42" fmla="*/ 151489 h 449802"/>
                  <a:gd name="connsiteX43" fmla="*/ 369912 w 449783"/>
                  <a:gd name="connsiteY43" fmla="*/ 95319 h 449802"/>
                  <a:gd name="connsiteX44" fmla="*/ 298191 w 449783"/>
                  <a:gd name="connsiteY44" fmla="*/ 79844 h 449802"/>
                  <a:gd name="connsiteX45" fmla="*/ 293355 w 449783"/>
                  <a:gd name="connsiteY45" fmla="*/ 81847 h 449802"/>
                  <a:gd name="connsiteX46" fmla="*/ 275709 w 449783"/>
                  <a:gd name="connsiteY46" fmla="*/ 70530 h 449802"/>
                  <a:gd name="connsiteX47" fmla="*/ 235623 w 449783"/>
                  <a:gd name="connsiteY47" fmla="*/ 30443 h 449802"/>
                  <a:gd name="connsiteX48" fmla="*/ 215021 w 449783"/>
                  <a:gd name="connsiteY48" fmla="*/ 30275 h 449802"/>
                  <a:gd name="connsiteX49" fmla="*/ 221673 w 449783"/>
                  <a:gd name="connsiteY49" fmla="*/ 63 h 449802"/>
                  <a:gd name="connsiteX50" fmla="*/ 298710 w 449783"/>
                  <a:gd name="connsiteY50" fmla="*/ 46838 h 449802"/>
                  <a:gd name="connsiteX51" fmla="*/ 353847 w 449783"/>
                  <a:gd name="connsiteY51" fmla="*/ 46831 h 449802"/>
                  <a:gd name="connsiteX52" fmla="*/ 403016 w 449783"/>
                  <a:gd name="connsiteY52" fmla="*/ 151119 h 449802"/>
                  <a:gd name="connsiteX53" fmla="*/ 449783 w 449783"/>
                  <a:gd name="connsiteY53" fmla="*/ 224914 h 449802"/>
                  <a:gd name="connsiteX54" fmla="*/ 403016 w 449783"/>
                  <a:gd name="connsiteY54" fmla="*/ 298684 h 449802"/>
                  <a:gd name="connsiteX55" fmla="*/ 403009 w 449783"/>
                  <a:gd name="connsiteY55" fmla="*/ 353821 h 449802"/>
                  <a:gd name="connsiteX56" fmla="*/ 298710 w 449783"/>
                  <a:gd name="connsiteY56" fmla="*/ 402965 h 449802"/>
                  <a:gd name="connsiteX57" fmla="*/ 259649 w 449783"/>
                  <a:gd name="connsiteY57" fmla="*/ 442026 h 449802"/>
                  <a:gd name="connsiteX58" fmla="*/ 151170 w 449783"/>
                  <a:gd name="connsiteY58" fmla="*/ 402965 h 449802"/>
                  <a:gd name="connsiteX59" fmla="*/ 96032 w 449783"/>
                  <a:gd name="connsiteY59" fmla="*/ 402971 h 449802"/>
                  <a:gd name="connsiteX60" fmla="*/ 46864 w 449783"/>
                  <a:gd name="connsiteY60" fmla="*/ 298684 h 449802"/>
                  <a:gd name="connsiteX61" fmla="*/ 7764 w 449783"/>
                  <a:gd name="connsiteY61" fmla="*/ 259584 h 449802"/>
                  <a:gd name="connsiteX62" fmla="*/ 46864 w 449783"/>
                  <a:gd name="connsiteY62" fmla="*/ 151119 h 449802"/>
                  <a:gd name="connsiteX63" fmla="*/ 46870 w 449783"/>
                  <a:gd name="connsiteY63" fmla="*/ 95982 h 449802"/>
                  <a:gd name="connsiteX64" fmla="*/ 151170 w 449783"/>
                  <a:gd name="connsiteY64" fmla="*/ 46838 h 449802"/>
                  <a:gd name="connsiteX65" fmla="*/ 190231 w 449783"/>
                  <a:gd name="connsiteY65" fmla="*/ 7777 h 449802"/>
                  <a:gd name="connsiteX66" fmla="*/ 221673 w 449783"/>
                  <a:gd name="connsiteY66" fmla="*/ 63 h 44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449783" h="449802">
                    <a:moveTo>
                      <a:pt x="224891" y="184150"/>
                    </a:moveTo>
                    <a:cubicBezTo>
                      <a:pt x="202419" y="184163"/>
                      <a:pt x="184213" y="202392"/>
                      <a:pt x="184226" y="224864"/>
                    </a:cubicBezTo>
                    <a:cubicBezTo>
                      <a:pt x="184240" y="247336"/>
                      <a:pt x="202468" y="265543"/>
                      <a:pt x="224940" y="265529"/>
                    </a:cubicBezTo>
                    <a:lnTo>
                      <a:pt x="224940" y="265702"/>
                    </a:lnTo>
                    <a:cubicBezTo>
                      <a:pt x="224965" y="265702"/>
                      <a:pt x="224990" y="265702"/>
                      <a:pt x="225015" y="265702"/>
                    </a:cubicBezTo>
                    <a:cubicBezTo>
                      <a:pt x="247501" y="265633"/>
                      <a:pt x="265674" y="247350"/>
                      <a:pt x="265606" y="224864"/>
                    </a:cubicBezTo>
                    <a:cubicBezTo>
                      <a:pt x="265606" y="224847"/>
                      <a:pt x="265606" y="224831"/>
                      <a:pt x="265606" y="224815"/>
                    </a:cubicBezTo>
                    <a:cubicBezTo>
                      <a:pt x="265592" y="202342"/>
                      <a:pt x="247363" y="184136"/>
                      <a:pt x="224891" y="184150"/>
                    </a:cubicBezTo>
                    <a:close/>
                    <a:moveTo>
                      <a:pt x="224940" y="154528"/>
                    </a:moveTo>
                    <a:cubicBezTo>
                      <a:pt x="263760" y="154583"/>
                      <a:pt x="295211" y="186045"/>
                      <a:pt x="295252" y="224864"/>
                    </a:cubicBezTo>
                    <a:cubicBezTo>
                      <a:pt x="295252" y="224872"/>
                      <a:pt x="295252" y="224880"/>
                      <a:pt x="295252" y="224889"/>
                    </a:cubicBezTo>
                    <a:cubicBezTo>
                      <a:pt x="295238" y="263734"/>
                      <a:pt x="263737" y="295214"/>
                      <a:pt x="224891" y="295200"/>
                    </a:cubicBezTo>
                    <a:cubicBezTo>
                      <a:pt x="186045" y="295186"/>
                      <a:pt x="154566" y="263685"/>
                      <a:pt x="154580" y="224839"/>
                    </a:cubicBezTo>
                    <a:cubicBezTo>
                      <a:pt x="154594" y="185994"/>
                      <a:pt x="186095" y="154515"/>
                      <a:pt x="224940" y="154528"/>
                    </a:cubicBezTo>
                    <a:close/>
                    <a:moveTo>
                      <a:pt x="215021" y="30275"/>
                    </a:moveTo>
                    <a:cubicBezTo>
                      <a:pt x="195178" y="34148"/>
                      <a:pt x="178596" y="49501"/>
                      <a:pt x="174170" y="70530"/>
                    </a:cubicBezTo>
                    <a:cubicBezTo>
                      <a:pt x="173799" y="72266"/>
                      <a:pt x="173119" y="73921"/>
                      <a:pt x="172163" y="75417"/>
                    </a:cubicBezTo>
                    <a:cubicBezTo>
                      <a:pt x="167752" y="82313"/>
                      <a:pt x="158586" y="84329"/>
                      <a:pt x="151688" y="79918"/>
                    </a:cubicBezTo>
                    <a:cubicBezTo>
                      <a:pt x="134594" y="68891"/>
                      <a:pt x="112632" y="68872"/>
                      <a:pt x="95518" y="79870"/>
                    </a:cubicBezTo>
                    <a:cubicBezTo>
                      <a:pt x="71413" y="95360"/>
                      <a:pt x="64429" y="127459"/>
                      <a:pt x="79920" y="151564"/>
                    </a:cubicBezTo>
                    <a:cubicBezTo>
                      <a:pt x="80879" y="153054"/>
                      <a:pt x="81563" y="154703"/>
                      <a:pt x="81939" y="156435"/>
                    </a:cubicBezTo>
                    <a:cubicBezTo>
                      <a:pt x="83679" y="164434"/>
                      <a:pt x="78605" y="172330"/>
                      <a:pt x="70606" y="174070"/>
                    </a:cubicBezTo>
                    <a:cubicBezTo>
                      <a:pt x="50526" y="178319"/>
                      <a:pt x="34839" y="194006"/>
                      <a:pt x="30590" y="214086"/>
                    </a:cubicBezTo>
                    <a:cubicBezTo>
                      <a:pt x="24658" y="242118"/>
                      <a:pt x="42574" y="269652"/>
                      <a:pt x="70606" y="275584"/>
                    </a:cubicBezTo>
                    <a:cubicBezTo>
                      <a:pt x="72337" y="275961"/>
                      <a:pt x="73987" y="276645"/>
                      <a:pt x="75477" y="277604"/>
                    </a:cubicBezTo>
                    <a:cubicBezTo>
                      <a:pt x="82361" y="282034"/>
                      <a:pt x="84350" y="291206"/>
                      <a:pt x="79920" y="298091"/>
                    </a:cubicBezTo>
                    <a:cubicBezTo>
                      <a:pt x="68922" y="315204"/>
                      <a:pt x="68941" y="337166"/>
                      <a:pt x="79968" y="354261"/>
                    </a:cubicBezTo>
                    <a:cubicBezTo>
                      <a:pt x="95500" y="378339"/>
                      <a:pt x="127610" y="385268"/>
                      <a:pt x="151688" y="369736"/>
                    </a:cubicBezTo>
                    <a:cubicBezTo>
                      <a:pt x="153174" y="368784"/>
                      <a:pt x="154817" y="368106"/>
                      <a:pt x="156541" y="367732"/>
                    </a:cubicBezTo>
                    <a:cubicBezTo>
                      <a:pt x="164541" y="365996"/>
                      <a:pt x="172435" y="371074"/>
                      <a:pt x="174170" y="379075"/>
                    </a:cubicBezTo>
                    <a:cubicBezTo>
                      <a:pt x="178405" y="399201"/>
                      <a:pt x="194130" y="414926"/>
                      <a:pt x="214257" y="419162"/>
                    </a:cubicBezTo>
                    <a:cubicBezTo>
                      <a:pt x="242296" y="425061"/>
                      <a:pt x="269809" y="407114"/>
                      <a:pt x="275709" y="379075"/>
                    </a:cubicBezTo>
                    <a:cubicBezTo>
                      <a:pt x="276083" y="377351"/>
                      <a:pt x="276762" y="375708"/>
                      <a:pt x="277713" y="374222"/>
                    </a:cubicBezTo>
                    <a:cubicBezTo>
                      <a:pt x="282130" y="367329"/>
                      <a:pt x="291298" y="365320"/>
                      <a:pt x="298191" y="369736"/>
                    </a:cubicBezTo>
                    <a:cubicBezTo>
                      <a:pt x="315286" y="380763"/>
                      <a:pt x="337248" y="380782"/>
                      <a:pt x="354362" y="369784"/>
                    </a:cubicBezTo>
                    <a:cubicBezTo>
                      <a:pt x="378467" y="354294"/>
                      <a:pt x="385450" y="322196"/>
                      <a:pt x="369960" y="298091"/>
                    </a:cubicBezTo>
                    <a:cubicBezTo>
                      <a:pt x="369001" y="296601"/>
                      <a:pt x="368317" y="294951"/>
                      <a:pt x="367940" y="293219"/>
                    </a:cubicBezTo>
                    <a:cubicBezTo>
                      <a:pt x="366200" y="285220"/>
                      <a:pt x="371274" y="277325"/>
                      <a:pt x="379274" y="275584"/>
                    </a:cubicBezTo>
                    <a:lnTo>
                      <a:pt x="379274" y="275510"/>
                    </a:lnTo>
                    <a:cubicBezTo>
                      <a:pt x="399353" y="271261"/>
                      <a:pt x="415040" y="255574"/>
                      <a:pt x="419290" y="235494"/>
                    </a:cubicBezTo>
                    <a:cubicBezTo>
                      <a:pt x="425222" y="207462"/>
                      <a:pt x="407306" y="179928"/>
                      <a:pt x="379274" y="173996"/>
                    </a:cubicBezTo>
                    <a:cubicBezTo>
                      <a:pt x="377543" y="173619"/>
                      <a:pt x="375892" y="172935"/>
                      <a:pt x="374403" y="171976"/>
                    </a:cubicBezTo>
                    <a:cubicBezTo>
                      <a:pt x="367519" y="167546"/>
                      <a:pt x="365530" y="158373"/>
                      <a:pt x="369960" y="151489"/>
                    </a:cubicBezTo>
                    <a:cubicBezTo>
                      <a:pt x="380957" y="134376"/>
                      <a:pt x="380939" y="112414"/>
                      <a:pt x="369912" y="95319"/>
                    </a:cubicBezTo>
                    <a:cubicBezTo>
                      <a:pt x="354380" y="71240"/>
                      <a:pt x="322269" y="64312"/>
                      <a:pt x="298191" y="79844"/>
                    </a:cubicBezTo>
                    <a:cubicBezTo>
                      <a:pt x="296710" y="80793"/>
                      <a:pt x="295073" y="81471"/>
                      <a:pt x="293355" y="81847"/>
                    </a:cubicBezTo>
                    <a:cubicBezTo>
                      <a:pt x="285358" y="83595"/>
                      <a:pt x="277457" y="78528"/>
                      <a:pt x="275709" y="70530"/>
                    </a:cubicBezTo>
                    <a:cubicBezTo>
                      <a:pt x="271474" y="50403"/>
                      <a:pt x="255749" y="34679"/>
                      <a:pt x="235623" y="30443"/>
                    </a:cubicBezTo>
                    <a:cubicBezTo>
                      <a:pt x="228613" y="28968"/>
                      <a:pt x="221636" y="28984"/>
                      <a:pt x="215021" y="30275"/>
                    </a:cubicBezTo>
                    <a:close/>
                    <a:moveTo>
                      <a:pt x="221673" y="63"/>
                    </a:moveTo>
                    <a:cubicBezTo>
                      <a:pt x="253420" y="-1195"/>
                      <a:pt x="284333" y="16281"/>
                      <a:pt x="298710" y="46838"/>
                    </a:cubicBezTo>
                    <a:cubicBezTo>
                      <a:pt x="316530" y="40432"/>
                      <a:pt x="336025" y="40430"/>
                      <a:pt x="353847" y="46831"/>
                    </a:cubicBezTo>
                    <a:cubicBezTo>
                      <a:pt x="396223" y="62052"/>
                      <a:pt x="418236" y="108743"/>
                      <a:pt x="403016" y="151119"/>
                    </a:cubicBezTo>
                    <a:cubicBezTo>
                      <a:pt x="431474" y="164705"/>
                      <a:pt x="449645" y="193379"/>
                      <a:pt x="449783" y="224914"/>
                    </a:cubicBezTo>
                    <a:cubicBezTo>
                      <a:pt x="449636" y="256439"/>
                      <a:pt x="431465" y="285101"/>
                      <a:pt x="403016" y="298684"/>
                    </a:cubicBezTo>
                    <a:cubicBezTo>
                      <a:pt x="409417" y="316506"/>
                      <a:pt x="409415" y="336000"/>
                      <a:pt x="403009" y="353821"/>
                    </a:cubicBezTo>
                    <a:cubicBezTo>
                      <a:pt x="387778" y="396193"/>
                      <a:pt x="341082" y="418196"/>
                      <a:pt x="298710" y="402965"/>
                    </a:cubicBezTo>
                    <a:cubicBezTo>
                      <a:pt x="290632" y="420134"/>
                      <a:pt x="276818" y="433948"/>
                      <a:pt x="259649" y="442026"/>
                    </a:cubicBezTo>
                    <a:cubicBezTo>
                      <a:pt x="218907" y="461195"/>
                      <a:pt x="170339" y="443707"/>
                      <a:pt x="151170" y="402965"/>
                    </a:cubicBezTo>
                    <a:cubicBezTo>
                      <a:pt x="133349" y="409370"/>
                      <a:pt x="113855" y="409373"/>
                      <a:pt x="96032" y="402971"/>
                    </a:cubicBezTo>
                    <a:cubicBezTo>
                      <a:pt x="53657" y="387751"/>
                      <a:pt x="31643" y="341059"/>
                      <a:pt x="46864" y="298684"/>
                    </a:cubicBezTo>
                    <a:cubicBezTo>
                      <a:pt x="29674" y="290603"/>
                      <a:pt x="15845" y="276774"/>
                      <a:pt x="7764" y="259584"/>
                    </a:cubicBezTo>
                    <a:cubicBezTo>
                      <a:pt x="-11390" y="218835"/>
                      <a:pt x="6115" y="170273"/>
                      <a:pt x="46864" y="151119"/>
                    </a:cubicBezTo>
                    <a:cubicBezTo>
                      <a:pt x="40462" y="133297"/>
                      <a:pt x="40465" y="113802"/>
                      <a:pt x="46870" y="95982"/>
                    </a:cubicBezTo>
                    <a:cubicBezTo>
                      <a:pt x="62101" y="53609"/>
                      <a:pt x="108798" y="31607"/>
                      <a:pt x="151170" y="46838"/>
                    </a:cubicBezTo>
                    <a:cubicBezTo>
                      <a:pt x="159248" y="29668"/>
                      <a:pt x="173062" y="15855"/>
                      <a:pt x="190231" y="7777"/>
                    </a:cubicBezTo>
                    <a:cubicBezTo>
                      <a:pt x="200417" y="2984"/>
                      <a:pt x="211091" y="483"/>
                      <a:pt x="221673" y="63"/>
                    </a:cubicBezTo>
                    <a:close/>
                  </a:path>
                </a:pathLst>
              </a:custGeom>
              <a:solidFill>
                <a:srgbClr val="FFFFFF"/>
              </a:solidFill>
              <a:ln w="474" cap="flat">
                <a:noFill/>
                <a:prstDash val="solid"/>
                <a:miter/>
              </a:ln>
            </p:spPr>
            <p:txBody>
              <a:bodyPr rtlCol="0" anchor="ctr"/>
              <a:lstStyle/>
              <a:p>
                <a:endParaRPr lang="zh-CN" altLang="en-US"/>
              </a:p>
            </p:txBody>
          </p:sp>
        </p:grpSp>
      </p:grpSp>
    </p:spTree>
    <p:extLst>
      <p:ext uri="{BB962C8B-B14F-4D97-AF65-F5344CB8AC3E}">
        <p14:creationId xmlns:p14="http://schemas.microsoft.com/office/powerpoint/2010/main" val="895066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BC973-BAC1-E433-C1BF-8F1509D053B4}"/>
            </a:ext>
          </a:extLst>
        </p:cNvPr>
        <p:cNvGrpSpPr/>
        <p:nvPr/>
      </p:nvGrpSpPr>
      <p:grpSpPr>
        <a:xfrm>
          <a:off x="0" y="0"/>
          <a:ext cx="0" cy="0"/>
          <a:chOff x="0" y="0"/>
          <a:chExt cx="0" cy="0"/>
        </a:xfrm>
      </p:grpSpPr>
      <p:sp>
        <p:nvSpPr>
          <p:cNvPr id="86"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31" name="组合 30">
            <a:extLst>
              <a:ext uri="{FF2B5EF4-FFF2-40B4-BE49-F238E27FC236}">
                <a16:creationId xmlns:a16="http://schemas.microsoft.com/office/drawing/2014/main" id="{EEA0976B-AD85-B3A6-EE9A-A42EB014C0C3}"/>
              </a:ext>
            </a:extLst>
          </p:cNvPr>
          <p:cNvGrpSpPr/>
          <p:nvPr/>
        </p:nvGrpSpPr>
        <p:grpSpPr>
          <a:xfrm>
            <a:off x="659274" y="1130300"/>
            <a:ext cx="10859626" cy="5003800"/>
            <a:chOff x="659274" y="1130300"/>
            <a:chExt cx="10859626" cy="5003800"/>
          </a:xfrm>
        </p:grpSpPr>
        <p:sp>
          <p:nvSpPr>
            <p:cNvPr id="60" name="Title">
              <a:extLst>
                <a:ext uri="{FF2B5EF4-FFF2-40B4-BE49-F238E27FC236}">
                  <a16:creationId xmlns:a16="http://schemas.microsoft.com/office/drawing/2014/main" id="{89536175-ED01-6398-6742-C0CCD5572259}"/>
                </a:ext>
              </a:extLst>
            </p:cNvPr>
            <p:cNvSpPr txBox="1"/>
            <p:nvPr/>
          </p:nvSpPr>
          <p:spPr>
            <a:xfrm>
              <a:off x="660400" y="1130300"/>
              <a:ext cx="10858500" cy="525780"/>
            </a:xfrm>
            <a:prstGeom prst="rect">
              <a:avLst/>
            </a:prstGeom>
            <a:noFill/>
          </p:spPr>
          <p:txBody>
            <a:bodyPr vert="horz" wrap="square" rtlCol="0" anchor="t" anchorCtr="1">
              <a:normAutofit/>
            </a:bodyPr>
            <a:lstStyle/>
            <a:p>
              <a:pPr algn="ctr"/>
              <a:r>
                <a:rPr lang="zh-CN" altLang="en-US" sz="2400" b="1" dirty="0">
                  <a:cs typeface="+mn-ea"/>
                  <a:sym typeface="+mn-lt"/>
                </a:rPr>
                <a:t>单击此处添加长一点的副标题</a:t>
              </a:r>
              <a:endParaRPr lang="en-US" dirty="0"/>
            </a:p>
          </p:txBody>
        </p:sp>
        <p:pic>
          <p:nvPicPr>
            <p:cNvPr id="4" name="图形 2">
              <a:extLst>
                <a:ext uri="{FF2B5EF4-FFF2-40B4-BE49-F238E27FC236}">
                  <a16:creationId xmlns:a16="http://schemas.microsoft.com/office/drawing/2014/main" id="{1BF1DB52-B920-24A4-6CF2-E035278C1F59}"/>
                </a:ext>
              </a:extLst>
            </p:cNvPr>
            <p:cNvPicPr>
              <a:picLocks noChangeAspect="1"/>
            </p:cNvPicPr>
            <p:nvPr/>
          </p:nvPicPr>
          <p:blipFill>
            <a:blip r:embed="rId4"/>
            <a:stretch>
              <a:fillRect/>
            </a:stretch>
          </p:blipFill>
          <p:spPr>
            <a:xfrm>
              <a:off x="659274" y="2307924"/>
              <a:ext cx="4712826" cy="3419776"/>
            </a:xfrm>
            <a:custGeom>
              <a:avLst/>
              <a:gdLst>
                <a:gd name="connsiteX0" fmla="*/ -1 w 5188558"/>
                <a:gd name="connsiteY0" fmla="*/ -1 h 3764982"/>
                <a:gd name="connsiteX1" fmla="*/ 5188558 w 5188558"/>
                <a:gd name="connsiteY1" fmla="*/ -1 h 3764982"/>
                <a:gd name="connsiteX2" fmla="*/ 5188558 w 5188558"/>
                <a:gd name="connsiteY2" fmla="*/ 3764982 h 3764982"/>
                <a:gd name="connsiteX3" fmla="*/ -1 w 5188558"/>
                <a:gd name="connsiteY3" fmla="*/ 3764982 h 3764982"/>
              </a:gdLst>
              <a:ahLst/>
              <a:cxnLst>
                <a:cxn ang="0">
                  <a:pos x="connsiteX0" y="connsiteY0"/>
                </a:cxn>
                <a:cxn ang="0">
                  <a:pos x="connsiteX1" y="connsiteY1"/>
                </a:cxn>
                <a:cxn ang="0">
                  <a:pos x="connsiteX2" y="connsiteY2"/>
                </a:cxn>
                <a:cxn ang="0">
                  <a:pos x="connsiteX3" y="connsiteY3"/>
                </a:cxn>
              </a:cxnLst>
              <a:rect l="l" t="t" r="r" b="b"/>
              <a:pathLst>
                <a:path w="5188558" h="3764982">
                  <a:moveTo>
                    <a:pt x="-1" y="-1"/>
                  </a:moveTo>
                  <a:lnTo>
                    <a:pt x="5188558" y="-1"/>
                  </a:lnTo>
                  <a:lnTo>
                    <a:pt x="5188558" y="3764982"/>
                  </a:lnTo>
                  <a:lnTo>
                    <a:pt x="-1" y="3764982"/>
                  </a:lnTo>
                  <a:close/>
                </a:path>
              </a:pathLst>
            </a:custGeom>
          </p:spPr>
        </p:pic>
        <p:grpSp>
          <p:nvGrpSpPr>
            <p:cNvPr id="7" name="组合 6">
              <a:extLst>
                <a:ext uri="{FF2B5EF4-FFF2-40B4-BE49-F238E27FC236}">
                  <a16:creationId xmlns:a16="http://schemas.microsoft.com/office/drawing/2014/main" id="{9912AAD8-8923-ECA9-FFF5-3C4AC07B43F7}"/>
                </a:ext>
              </a:extLst>
            </p:cNvPr>
            <p:cNvGrpSpPr/>
            <p:nvPr/>
          </p:nvGrpSpPr>
          <p:grpSpPr>
            <a:xfrm>
              <a:off x="10256520" y="5830904"/>
              <a:ext cx="1262380" cy="303196"/>
              <a:chOff x="10256520" y="5830904"/>
              <a:chExt cx="1262380" cy="303196"/>
            </a:xfrm>
          </p:grpSpPr>
          <p:sp>
            <p:nvSpPr>
              <p:cNvPr id="5" name="矩形: 圆角 4">
                <a:extLst>
                  <a:ext uri="{FF2B5EF4-FFF2-40B4-BE49-F238E27FC236}">
                    <a16:creationId xmlns:a16="http://schemas.microsoft.com/office/drawing/2014/main" id="{7A7C6F4D-4A03-7039-BFEA-45EFAAC86845}"/>
                  </a:ext>
                </a:extLst>
              </p:cNvPr>
              <p:cNvSpPr/>
              <p:nvPr/>
            </p:nvSpPr>
            <p:spPr>
              <a:xfrm>
                <a:off x="10256520" y="5830904"/>
                <a:ext cx="1262380" cy="303196"/>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right-arrow-angle_39329">
                <a:extLst>
                  <a:ext uri="{FF2B5EF4-FFF2-40B4-BE49-F238E27FC236}">
                    <a16:creationId xmlns:a16="http://schemas.microsoft.com/office/drawing/2014/main" id="{5D581622-D374-7FEB-CA43-6924C08ABE93}"/>
                  </a:ext>
                </a:extLst>
              </p:cNvPr>
              <p:cNvSpPr/>
              <p:nvPr/>
            </p:nvSpPr>
            <p:spPr>
              <a:xfrm>
                <a:off x="11322812" y="5902366"/>
                <a:ext cx="99089" cy="160273"/>
              </a:xfrm>
              <a:custGeom>
                <a:avLst/>
                <a:gdLst>
                  <a:gd name="T0" fmla="*/ 255 w 255"/>
                  <a:gd name="T1" fmla="*/ 208 h 413"/>
                  <a:gd name="T2" fmla="*/ 60 w 255"/>
                  <a:gd name="T3" fmla="*/ 403 h 413"/>
                  <a:gd name="T4" fmla="*/ 36 w 255"/>
                  <a:gd name="T5" fmla="*/ 413 h 413"/>
                  <a:gd name="T6" fmla="*/ 13 w 255"/>
                  <a:gd name="T7" fmla="*/ 403 h 413"/>
                  <a:gd name="T8" fmla="*/ 13 w 255"/>
                  <a:gd name="T9" fmla="*/ 356 h 413"/>
                  <a:gd name="T10" fmla="*/ 161 w 255"/>
                  <a:gd name="T11" fmla="*/ 208 h 413"/>
                  <a:gd name="T12" fmla="*/ 13 w 255"/>
                  <a:gd name="T13" fmla="*/ 60 h 413"/>
                  <a:gd name="T14" fmla="*/ 13 w 255"/>
                  <a:gd name="T15" fmla="*/ 13 h 413"/>
                  <a:gd name="T16" fmla="*/ 60 w 255"/>
                  <a:gd name="T17" fmla="*/ 13 h 413"/>
                  <a:gd name="T18" fmla="*/ 255 w 255"/>
                  <a:gd name="T19" fmla="*/ 208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5" h="413">
                    <a:moveTo>
                      <a:pt x="255" y="208"/>
                    </a:moveTo>
                    <a:lnTo>
                      <a:pt x="60" y="403"/>
                    </a:lnTo>
                    <a:cubicBezTo>
                      <a:pt x="53" y="409"/>
                      <a:pt x="45" y="413"/>
                      <a:pt x="36" y="413"/>
                    </a:cubicBezTo>
                    <a:cubicBezTo>
                      <a:pt x="28" y="413"/>
                      <a:pt x="19" y="409"/>
                      <a:pt x="13" y="403"/>
                    </a:cubicBezTo>
                    <a:cubicBezTo>
                      <a:pt x="0" y="390"/>
                      <a:pt x="0" y="369"/>
                      <a:pt x="13" y="356"/>
                    </a:cubicBezTo>
                    <a:lnTo>
                      <a:pt x="161" y="208"/>
                    </a:lnTo>
                    <a:lnTo>
                      <a:pt x="13" y="60"/>
                    </a:lnTo>
                    <a:cubicBezTo>
                      <a:pt x="0" y="47"/>
                      <a:pt x="0" y="26"/>
                      <a:pt x="13" y="13"/>
                    </a:cubicBezTo>
                    <a:cubicBezTo>
                      <a:pt x="26" y="0"/>
                      <a:pt x="47" y="0"/>
                      <a:pt x="60" y="13"/>
                    </a:cubicBezTo>
                    <a:lnTo>
                      <a:pt x="255" y="208"/>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组合 16">
              <a:extLst>
                <a:ext uri="{FF2B5EF4-FFF2-40B4-BE49-F238E27FC236}">
                  <a16:creationId xmlns:a16="http://schemas.microsoft.com/office/drawing/2014/main" id="{F97442CE-21DB-1CC0-403A-CC853C74BEAB}"/>
                </a:ext>
              </a:extLst>
            </p:cNvPr>
            <p:cNvGrpSpPr/>
            <p:nvPr/>
          </p:nvGrpSpPr>
          <p:grpSpPr>
            <a:xfrm>
              <a:off x="5521960" y="1835484"/>
              <a:ext cx="2923540" cy="1847516"/>
              <a:chOff x="5521960" y="1835484"/>
              <a:chExt cx="2923540" cy="1847516"/>
            </a:xfrm>
          </p:grpSpPr>
          <p:sp>
            <p:nvSpPr>
              <p:cNvPr id="8" name="矩形: 圆角 7">
                <a:extLst>
                  <a:ext uri="{FF2B5EF4-FFF2-40B4-BE49-F238E27FC236}">
                    <a16:creationId xmlns:a16="http://schemas.microsoft.com/office/drawing/2014/main" id="{845B6AA5-857A-38B1-F4F6-38F37F6681CE}"/>
                  </a:ext>
                </a:extLst>
              </p:cNvPr>
              <p:cNvSpPr/>
              <p:nvPr/>
            </p:nvSpPr>
            <p:spPr>
              <a:xfrm>
                <a:off x="5521960" y="1835484"/>
                <a:ext cx="2923540" cy="1847516"/>
              </a:xfrm>
              <a:prstGeom prst="roundRect">
                <a:avLst>
                  <a:gd name="adj" fmla="val 9500"/>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1">
                <a:extLst>
                  <a:ext uri="{FF2B5EF4-FFF2-40B4-BE49-F238E27FC236}">
                    <a16:creationId xmlns:a16="http://schemas.microsoft.com/office/drawing/2014/main" id="{5B76971F-CB7D-EF39-A333-78B4060653AE}"/>
                  </a:ext>
                </a:extLst>
              </p:cNvPr>
              <p:cNvSpPr txBox="1"/>
              <p:nvPr/>
            </p:nvSpPr>
            <p:spPr>
              <a:xfrm>
                <a:off x="5614584" y="2456181"/>
                <a:ext cx="2738292" cy="1104899"/>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13" name="Bullet1">
                <a:extLst>
                  <a:ext uri="{FF2B5EF4-FFF2-40B4-BE49-F238E27FC236}">
                    <a16:creationId xmlns:a16="http://schemas.microsoft.com/office/drawing/2014/main" id="{ADA69FA0-CE6A-F31D-81CF-F7CA9363ED25}"/>
                  </a:ext>
                </a:extLst>
              </p:cNvPr>
              <p:cNvSpPr/>
              <p:nvPr/>
            </p:nvSpPr>
            <p:spPr>
              <a:xfrm>
                <a:off x="5614584" y="1945639"/>
                <a:ext cx="2738292" cy="510541"/>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solidFill>
                      <a:srgbClr val="FFFFFF"/>
                    </a:solidFill>
                    <a:cs typeface="+mn-ea"/>
                    <a:sym typeface="+mn-lt"/>
                  </a:rPr>
                  <a:t>单击添加小标题</a:t>
                </a:r>
                <a:endParaRPr lang="en-US" dirty="0">
                  <a:solidFill>
                    <a:srgbClr val="FFFFFF"/>
                  </a:solidFill>
                </a:endParaRPr>
              </a:p>
            </p:txBody>
          </p:sp>
        </p:grpSp>
        <p:grpSp>
          <p:nvGrpSpPr>
            <p:cNvPr id="19" name="组合 18">
              <a:extLst>
                <a:ext uri="{FF2B5EF4-FFF2-40B4-BE49-F238E27FC236}">
                  <a16:creationId xmlns:a16="http://schemas.microsoft.com/office/drawing/2014/main" id="{3C7CCE13-2BE0-D1F1-D316-4B5EDCCE5A54}"/>
                </a:ext>
              </a:extLst>
            </p:cNvPr>
            <p:cNvGrpSpPr/>
            <p:nvPr/>
          </p:nvGrpSpPr>
          <p:grpSpPr>
            <a:xfrm>
              <a:off x="8595360" y="1835484"/>
              <a:ext cx="2923540" cy="1847516"/>
              <a:chOff x="5521960" y="1835484"/>
              <a:chExt cx="2923540" cy="1847516"/>
            </a:xfrm>
          </p:grpSpPr>
          <p:sp>
            <p:nvSpPr>
              <p:cNvPr id="20" name="矩形: 圆角 19">
                <a:extLst>
                  <a:ext uri="{FF2B5EF4-FFF2-40B4-BE49-F238E27FC236}">
                    <a16:creationId xmlns:a16="http://schemas.microsoft.com/office/drawing/2014/main" id="{497151AB-4376-1D91-6983-32ED9BD7B185}"/>
                  </a:ext>
                </a:extLst>
              </p:cNvPr>
              <p:cNvSpPr/>
              <p:nvPr/>
            </p:nvSpPr>
            <p:spPr>
              <a:xfrm>
                <a:off x="5521960" y="1835484"/>
                <a:ext cx="2923540" cy="1847516"/>
              </a:xfrm>
              <a:prstGeom prst="roundRect">
                <a:avLst>
                  <a:gd name="adj" fmla="val 9500"/>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2">
                <a:extLst>
                  <a:ext uri="{FF2B5EF4-FFF2-40B4-BE49-F238E27FC236}">
                    <a16:creationId xmlns:a16="http://schemas.microsoft.com/office/drawing/2014/main" id="{B3F6AE7B-F65D-BD18-AE46-F206DB03CE4D}"/>
                  </a:ext>
                </a:extLst>
              </p:cNvPr>
              <p:cNvSpPr txBox="1"/>
              <p:nvPr/>
            </p:nvSpPr>
            <p:spPr>
              <a:xfrm>
                <a:off x="5614584" y="2456181"/>
                <a:ext cx="2738292" cy="1104899"/>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22" name="Bullet2">
                <a:extLst>
                  <a:ext uri="{FF2B5EF4-FFF2-40B4-BE49-F238E27FC236}">
                    <a16:creationId xmlns:a16="http://schemas.microsoft.com/office/drawing/2014/main" id="{080BAE1D-0D27-3249-CC10-BA892F7C0509}"/>
                  </a:ext>
                </a:extLst>
              </p:cNvPr>
              <p:cNvSpPr/>
              <p:nvPr/>
            </p:nvSpPr>
            <p:spPr>
              <a:xfrm>
                <a:off x="5614584" y="1945639"/>
                <a:ext cx="2738292" cy="510541"/>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solidFill>
                      <a:srgbClr val="FFFFFF"/>
                    </a:solidFill>
                    <a:cs typeface="+mn-ea"/>
                    <a:sym typeface="+mn-lt"/>
                  </a:rPr>
                  <a:t>单击添加小标题</a:t>
                </a:r>
                <a:endParaRPr lang="en-US" dirty="0">
                  <a:solidFill>
                    <a:srgbClr val="FFFFFF"/>
                  </a:solidFill>
                </a:endParaRPr>
              </a:p>
            </p:txBody>
          </p:sp>
        </p:grpSp>
        <p:grpSp>
          <p:nvGrpSpPr>
            <p:cNvPr id="23" name="组合 22">
              <a:extLst>
                <a:ext uri="{FF2B5EF4-FFF2-40B4-BE49-F238E27FC236}">
                  <a16:creationId xmlns:a16="http://schemas.microsoft.com/office/drawing/2014/main" id="{ACD5EFCE-5C42-493A-4C4A-324C6527CA88}"/>
                </a:ext>
              </a:extLst>
            </p:cNvPr>
            <p:cNvGrpSpPr/>
            <p:nvPr/>
          </p:nvGrpSpPr>
          <p:grpSpPr>
            <a:xfrm>
              <a:off x="5521960" y="3816684"/>
              <a:ext cx="2923540" cy="1847516"/>
              <a:chOff x="5521960" y="1835484"/>
              <a:chExt cx="2923540" cy="1847516"/>
            </a:xfrm>
          </p:grpSpPr>
          <p:sp>
            <p:nvSpPr>
              <p:cNvPr id="24" name="矩形: 圆角 23">
                <a:extLst>
                  <a:ext uri="{FF2B5EF4-FFF2-40B4-BE49-F238E27FC236}">
                    <a16:creationId xmlns:a16="http://schemas.microsoft.com/office/drawing/2014/main" id="{1900F4B9-F0A7-BC6D-51BB-BD77922CB0A8}"/>
                  </a:ext>
                </a:extLst>
              </p:cNvPr>
              <p:cNvSpPr/>
              <p:nvPr/>
            </p:nvSpPr>
            <p:spPr>
              <a:xfrm>
                <a:off x="5521960" y="1835484"/>
                <a:ext cx="2923540" cy="1847516"/>
              </a:xfrm>
              <a:prstGeom prst="roundRect">
                <a:avLst>
                  <a:gd name="adj" fmla="val 9500"/>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3">
                <a:extLst>
                  <a:ext uri="{FF2B5EF4-FFF2-40B4-BE49-F238E27FC236}">
                    <a16:creationId xmlns:a16="http://schemas.microsoft.com/office/drawing/2014/main" id="{8EB70C00-B6DE-8824-9F99-2882663D14AB}"/>
                  </a:ext>
                </a:extLst>
              </p:cNvPr>
              <p:cNvSpPr txBox="1"/>
              <p:nvPr/>
            </p:nvSpPr>
            <p:spPr>
              <a:xfrm>
                <a:off x="5614584" y="2456181"/>
                <a:ext cx="2738292" cy="1104899"/>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26" name="Bullet3">
                <a:extLst>
                  <a:ext uri="{FF2B5EF4-FFF2-40B4-BE49-F238E27FC236}">
                    <a16:creationId xmlns:a16="http://schemas.microsoft.com/office/drawing/2014/main" id="{7BDAD137-89E6-9171-5511-03DB5D660D2B}"/>
                  </a:ext>
                </a:extLst>
              </p:cNvPr>
              <p:cNvSpPr/>
              <p:nvPr/>
            </p:nvSpPr>
            <p:spPr>
              <a:xfrm>
                <a:off x="5614584" y="1945639"/>
                <a:ext cx="2738292" cy="510541"/>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solidFill>
                      <a:srgbClr val="FFFFFF"/>
                    </a:solidFill>
                    <a:cs typeface="+mn-ea"/>
                    <a:sym typeface="+mn-lt"/>
                  </a:rPr>
                  <a:t>单击添加小标题</a:t>
                </a:r>
                <a:endParaRPr lang="en-US" dirty="0">
                  <a:solidFill>
                    <a:srgbClr val="FFFFFF"/>
                  </a:solidFill>
                </a:endParaRPr>
              </a:p>
            </p:txBody>
          </p:sp>
        </p:grpSp>
        <p:grpSp>
          <p:nvGrpSpPr>
            <p:cNvPr id="27" name="组合 26">
              <a:extLst>
                <a:ext uri="{FF2B5EF4-FFF2-40B4-BE49-F238E27FC236}">
                  <a16:creationId xmlns:a16="http://schemas.microsoft.com/office/drawing/2014/main" id="{08E614CA-5385-A230-1194-2D2D1FF897FD}"/>
                </a:ext>
              </a:extLst>
            </p:cNvPr>
            <p:cNvGrpSpPr/>
            <p:nvPr/>
          </p:nvGrpSpPr>
          <p:grpSpPr>
            <a:xfrm>
              <a:off x="8595360" y="3816684"/>
              <a:ext cx="2923540" cy="1847516"/>
              <a:chOff x="5521960" y="1835484"/>
              <a:chExt cx="2923540" cy="1847516"/>
            </a:xfrm>
          </p:grpSpPr>
          <p:sp>
            <p:nvSpPr>
              <p:cNvPr id="28" name="矩形: 圆角 27">
                <a:extLst>
                  <a:ext uri="{FF2B5EF4-FFF2-40B4-BE49-F238E27FC236}">
                    <a16:creationId xmlns:a16="http://schemas.microsoft.com/office/drawing/2014/main" id="{ACAB9572-2D58-8BE8-533F-6A13D0FA6335}"/>
                  </a:ext>
                </a:extLst>
              </p:cNvPr>
              <p:cNvSpPr/>
              <p:nvPr/>
            </p:nvSpPr>
            <p:spPr>
              <a:xfrm>
                <a:off x="5521960" y="1835484"/>
                <a:ext cx="2923540" cy="1847516"/>
              </a:xfrm>
              <a:prstGeom prst="roundRect">
                <a:avLst>
                  <a:gd name="adj" fmla="val 9500"/>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4">
                <a:extLst>
                  <a:ext uri="{FF2B5EF4-FFF2-40B4-BE49-F238E27FC236}">
                    <a16:creationId xmlns:a16="http://schemas.microsoft.com/office/drawing/2014/main" id="{EC7CD0B5-10CE-8CA9-009B-52BF37DC2508}"/>
                  </a:ext>
                </a:extLst>
              </p:cNvPr>
              <p:cNvSpPr txBox="1"/>
              <p:nvPr/>
            </p:nvSpPr>
            <p:spPr>
              <a:xfrm>
                <a:off x="5614584" y="2456181"/>
                <a:ext cx="2738292" cy="1104899"/>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30" name="Bullet4">
                <a:extLst>
                  <a:ext uri="{FF2B5EF4-FFF2-40B4-BE49-F238E27FC236}">
                    <a16:creationId xmlns:a16="http://schemas.microsoft.com/office/drawing/2014/main" id="{2CAC5889-CC64-1870-4564-A1597CBD5C8F}"/>
                  </a:ext>
                </a:extLst>
              </p:cNvPr>
              <p:cNvSpPr/>
              <p:nvPr/>
            </p:nvSpPr>
            <p:spPr>
              <a:xfrm>
                <a:off x="5614584" y="1945639"/>
                <a:ext cx="2738292" cy="510541"/>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solidFill>
                      <a:srgbClr val="FFFFFF"/>
                    </a:solidFill>
                    <a:cs typeface="+mn-ea"/>
                    <a:sym typeface="+mn-lt"/>
                  </a:rPr>
                  <a:t>单击添加小标题</a:t>
                </a:r>
                <a:endParaRPr lang="en-US" dirty="0">
                  <a:solidFill>
                    <a:srgbClr val="FFFFFF"/>
                  </a:solidFill>
                </a:endParaRPr>
              </a:p>
            </p:txBody>
          </p:sp>
        </p:grpSp>
      </p:grpSp>
      <p:cxnSp>
        <p:nvCxnSpPr>
          <p:cNvPr id="33" name="直接连接符 32">
            <a:extLst>
              <a:ext uri="{FF2B5EF4-FFF2-40B4-BE49-F238E27FC236}">
                <a16:creationId xmlns:a16="http://schemas.microsoft.com/office/drawing/2014/main" id="{C8A5B833-4E0F-E928-34FD-81EC0A80ABB9}"/>
              </a:ext>
            </a:extLst>
          </p:cNvPr>
          <p:cNvCxnSpPr>
            <a:stCxn id="5" idx="1"/>
          </p:cNvCxnSpPr>
          <p:nvPr/>
        </p:nvCxnSpPr>
        <p:spPr>
          <a:xfrm flipH="1">
            <a:off x="660400" y="5982502"/>
            <a:ext cx="95961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8149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139" name="组合 138">
            <a:extLst>
              <a:ext uri="{FF2B5EF4-FFF2-40B4-BE49-F238E27FC236}">
                <a16:creationId xmlns:a16="http://schemas.microsoft.com/office/drawing/2014/main" id="{D700FF8E-1A47-BE38-8D6E-971430D8B916}"/>
              </a:ext>
            </a:extLst>
          </p:cNvPr>
          <p:cNvGrpSpPr/>
          <p:nvPr/>
        </p:nvGrpSpPr>
        <p:grpSpPr>
          <a:xfrm>
            <a:off x="660400" y="1130300"/>
            <a:ext cx="10858500" cy="5003801"/>
            <a:chOff x="660400" y="1130300"/>
            <a:chExt cx="10858500" cy="5003801"/>
          </a:xfrm>
        </p:grpSpPr>
        <p:grpSp>
          <p:nvGrpSpPr>
            <p:cNvPr id="132" name="组合 131">
              <a:extLst>
                <a:ext uri="{FF2B5EF4-FFF2-40B4-BE49-F238E27FC236}">
                  <a16:creationId xmlns:a16="http://schemas.microsoft.com/office/drawing/2014/main" id="{11C41462-D57A-1BB2-595A-07E2A84EE63C}"/>
                </a:ext>
              </a:extLst>
            </p:cNvPr>
            <p:cNvGrpSpPr/>
            <p:nvPr/>
          </p:nvGrpSpPr>
          <p:grpSpPr>
            <a:xfrm>
              <a:off x="660400" y="1130300"/>
              <a:ext cx="10858500" cy="5003801"/>
              <a:chOff x="660400" y="1130300"/>
              <a:chExt cx="10858500" cy="5003801"/>
            </a:xfrm>
          </p:grpSpPr>
          <p:sp>
            <p:nvSpPr>
              <p:cNvPr id="2" name="Title">
                <a:extLst>
                  <a:ext uri="{FF2B5EF4-FFF2-40B4-BE49-F238E27FC236}">
                    <a16:creationId xmlns:a16="http://schemas.microsoft.com/office/drawing/2014/main" id="{B9573715-681B-677E-B875-6370A48AFC3B}"/>
                  </a:ext>
                </a:extLst>
              </p:cNvPr>
              <p:cNvSpPr txBox="1"/>
              <p:nvPr/>
            </p:nvSpPr>
            <p:spPr>
              <a:xfrm>
                <a:off x="660400" y="1130300"/>
                <a:ext cx="10858500" cy="525780"/>
              </a:xfrm>
              <a:prstGeom prst="rect">
                <a:avLst/>
              </a:prstGeom>
              <a:noFill/>
            </p:spPr>
            <p:txBody>
              <a:bodyPr vert="horz" wrap="square" rtlCol="0" anchor="t" anchorCtr="1">
                <a:normAutofit/>
              </a:bodyPr>
              <a:lstStyle/>
              <a:p>
                <a:pPr algn="ctr"/>
                <a:r>
                  <a:rPr lang="zh-CN" altLang="en-US" sz="2400" b="1" dirty="0">
                    <a:cs typeface="+mn-ea"/>
                    <a:sym typeface="+mn-lt"/>
                  </a:rPr>
                  <a:t>单击此处添加长一点的副标题</a:t>
                </a:r>
                <a:endParaRPr lang="en-US" dirty="0"/>
              </a:p>
            </p:txBody>
          </p:sp>
          <p:grpSp>
            <p:nvGrpSpPr>
              <p:cNvPr id="101" name="组合 100">
                <a:extLst>
                  <a:ext uri="{FF2B5EF4-FFF2-40B4-BE49-F238E27FC236}">
                    <a16:creationId xmlns:a16="http://schemas.microsoft.com/office/drawing/2014/main" id="{5874D29D-87DC-483E-6F18-78A09282AA9F}"/>
                  </a:ext>
                </a:extLst>
              </p:cNvPr>
              <p:cNvGrpSpPr/>
              <p:nvPr/>
            </p:nvGrpSpPr>
            <p:grpSpPr>
              <a:xfrm>
                <a:off x="660400" y="2258060"/>
                <a:ext cx="2494280" cy="3876041"/>
                <a:chOff x="749301" y="2258060"/>
                <a:chExt cx="2494280" cy="3876041"/>
              </a:xfrm>
            </p:grpSpPr>
            <p:grpSp>
              <p:nvGrpSpPr>
                <p:cNvPr id="100" name="组合 99">
                  <a:extLst>
                    <a:ext uri="{FF2B5EF4-FFF2-40B4-BE49-F238E27FC236}">
                      <a16:creationId xmlns:a16="http://schemas.microsoft.com/office/drawing/2014/main" id="{7296FD5D-921B-5953-F842-265A4A86866A}"/>
                    </a:ext>
                  </a:extLst>
                </p:cNvPr>
                <p:cNvGrpSpPr/>
                <p:nvPr/>
              </p:nvGrpSpPr>
              <p:grpSpPr>
                <a:xfrm>
                  <a:off x="1448647" y="2258060"/>
                  <a:ext cx="1095588" cy="1513840"/>
                  <a:chOff x="1510452" y="2258060"/>
                  <a:chExt cx="1095588" cy="1513840"/>
                </a:xfrm>
              </p:grpSpPr>
              <p:sp>
                <p:nvSpPr>
                  <p:cNvPr id="8" name="椭圆 7">
                    <a:extLst>
                      <a:ext uri="{FF2B5EF4-FFF2-40B4-BE49-F238E27FC236}">
                        <a16:creationId xmlns:a16="http://schemas.microsoft.com/office/drawing/2014/main" id="{59A73F53-BDA3-B7DC-4F96-08CB97355BDB}"/>
                      </a:ext>
                    </a:extLst>
                  </p:cNvPr>
                  <p:cNvSpPr/>
                  <p:nvPr/>
                </p:nvSpPr>
                <p:spPr>
                  <a:xfrm>
                    <a:off x="1669626" y="2258060"/>
                    <a:ext cx="777240" cy="777240"/>
                  </a:xfrm>
                  <a:prstGeom prst="ellipse">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Number1">
                    <a:extLst>
                      <a:ext uri="{FF2B5EF4-FFF2-40B4-BE49-F238E27FC236}">
                        <a16:creationId xmlns:a16="http://schemas.microsoft.com/office/drawing/2014/main" id="{99EF9079-709B-FD71-986C-19EFACF5303C}"/>
                      </a:ext>
                    </a:extLst>
                  </p:cNvPr>
                  <p:cNvSpPr/>
                  <p:nvPr/>
                </p:nvSpPr>
                <p:spPr>
                  <a:xfrm>
                    <a:off x="1510452" y="3319780"/>
                    <a:ext cx="1095588" cy="452120"/>
                  </a:xfrm>
                  <a:prstGeom prst="roundRect">
                    <a:avLst>
                      <a:gd name="adj" fmla="val 50000"/>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01</a:t>
                    </a:r>
                    <a:endParaRPr lang="zh-CN" altLang="en-US" dirty="0"/>
                  </a:p>
                </p:txBody>
              </p:sp>
              <p:sp>
                <p:nvSpPr>
                  <p:cNvPr id="93" name="Icon1">
                    <a:extLst>
                      <a:ext uri="{FF2B5EF4-FFF2-40B4-BE49-F238E27FC236}">
                        <a16:creationId xmlns:a16="http://schemas.microsoft.com/office/drawing/2014/main" id="{EB77ACDC-5522-F2B1-390F-A45D799D7B9D}"/>
                      </a:ext>
                    </a:extLst>
                  </p:cNvPr>
                  <p:cNvSpPr/>
                  <p:nvPr/>
                </p:nvSpPr>
                <p:spPr>
                  <a:xfrm>
                    <a:off x="1891784" y="2484537"/>
                    <a:ext cx="332924" cy="324285"/>
                  </a:xfrm>
                  <a:custGeom>
                    <a:avLst/>
                    <a:gdLst>
                      <a:gd name="connsiteX0" fmla="*/ 236814 w 332924"/>
                      <a:gd name="connsiteY0" fmla="*/ 59982 h 324285"/>
                      <a:gd name="connsiteX1" fmla="*/ 144816 w 332924"/>
                      <a:gd name="connsiteY1" fmla="*/ 151241 h 324285"/>
                      <a:gd name="connsiteX2" fmla="*/ 133847 w 332924"/>
                      <a:gd name="connsiteY2" fmla="*/ 197467 h 324285"/>
                      <a:gd name="connsiteX3" fmla="*/ 181058 w 332924"/>
                      <a:gd name="connsiteY3" fmla="*/ 185664 h 324285"/>
                      <a:gd name="connsiteX4" fmla="*/ 273188 w 332924"/>
                      <a:gd name="connsiteY4" fmla="*/ 95333 h 324285"/>
                      <a:gd name="connsiteX5" fmla="*/ 274533 w 332924"/>
                      <a:gd name="connsiteY5" fmla="*/ 22641 h 324285"/>
                      <a:gd name="connsiteX6" fmla="*/ 274306 w 332924"/>
                      <a:gd name="connsiteY6" fmla="*/ 22736 h 324285"/>
                      <a:gd name="connsiteX7" fmla="*/ 252955 w 332924"/>
                      <a:gd name="connsiteY7" fmla="*/ 43954 h 324285"/>
                      <a:gd name="connsiteX8" fmla="*/ 289424 w 332924"/>
                      <a:gd name="connsiteY8" fmla="*/ 79401 h 324285"/>
                      <a:gd name="connsiteX9" fmla="*/ 310093 w 332924"/>
                      <a:gd name="connsiteY9" fmla="*/ 59110 h 324285"/>
                      <a:gd name="connsiteX10" fmla="*/ 310093 w 332924"/>
                      <a:gd name="connsiteY10" fmla="*/ 58826 h 324285"/>
                      <a:gd name="connsiteX11" fmla="*/ 310093 w 332924"/>
                      <a:gd name="connsiteY11" fmla="*/ 58580 h 324285"/>
                      <a:gd name="connsiteX12" fmla="*/ 274780 w 332924"/>
                      <a:gd name="connsiteY12" fmla="*/ 22736 h 324285"/>
                      <a:gd name="connsiteX13" fmla="*/ 274533 w 332924"/>
                      <a:gd name="connsiteY13" fmla="*/ 22641 h 324285"/>
                      <a:gd name="connsiteX14" fmla="*/ 66668 w 332924"/>
                      <a:gd name="connsiteY14" fmla="*/ 4075 h 324285"/>
                      <a:gd name="connsiteX15" fmla="*/ 174655 w 332924"/>
                      <a:gd name="connsiteY15" fmla="*/ 4075 h 324285"/>
                      <a:gd name="connsiteX16" fmla="*/ 186022 w 332924"/>
                      <a:gd name="connsiteY16" fmla="*/ 15442 h 324285"/>
                      <a:gd name="connsiteX17" fmla="*/ 174655 w 332924"/>
                      <a:gd name="connsiteY17" fmla="*/ 26809 h 324285"/>
                      <a:gd name="connsiteX18" fmla="*/ 66668 w 332924"/>
                      <a:gd name="connsiteY18" fmla="*/ 26809 h 324285"/>
                      <a:gd name="connsiteX19" fmla="*/ 22734 w 332924"/>
                      <a:gd name="connsiteY19" fmla="*/ 70705 h 324285"/>
                      <a:gd name="connsiteX20" fmla="*/ 22734 w 332924"/>
                      <a:gd name="connsiteY20" fmla="*/ 257655 h 324285"/>
                      <a:gd name="connsiteX21" fmla="*/ 66668 w 332924"/>
                      <a:gd name="connsiteY21" fmla="*/ 301551 h 324285"/>
                      <a:gd name="connsiteX22" fmla="*/ 239674 w 332924"/>
                      <a:gd name="connsiteY22" fmla="*/ 301551 h 324285"/>
                      <a:gd name="connsiteX23" fmla="*/ 283589 w 332924"/>
                      <a:gd name="connsiteY23" fmla="*/ 257655 h 324285"/>
                      <a:gd name="connsiteX24" fmla="*/ 283589 w 332924"/>
                      <a:gd name="connsiteY24" fmla="*/ 168992 h 324285"/>
                      <a:gd name="connsiteX25" fmla="*/ 294956 w 332924"/>
                      <a:gd name="connsiteY25" fmla="*/ 157625 h 324285"/>
                      <a:gd name="connsiteX26" fmla="*/ 306323 w 332924"/>
                      <a:gd name="connsiteY26" fmla="*/ 168992 h 324285"/>
                      <a:gd name="connsiteX27" fmla="*/ 306323 w 332924"/>
                      <a:gd name="connsiteY27" fmla="*/ 257655 h 324285"/>
                      <a:gd name="connsiteX28" fmla="*/ 239656 w 332924"/>
                      <a:gd name="connsiteY28" fmla="*/ 324285 h 324285"/>
                      <a:gd name="connsiteX29" fmla="*/ 66649 w 332924"/>
                      <a:gd name="connsiteY29" fmla="*/ 324285 h 324285"/>
                      <a:gd name="connsiteX30" fmla="*/ 0 w 332924"/>
                      <a:gd name="connsiteY30" fmla="*/ 257655 h 324285"/>
                      <a:gd name="connsiteX31" fmla="*/ 0 w 332924"/>
                      <a:gd name="connsiteY31" fmla="*/ 70705 h 324285"/>
                      <a:gd name="connsiteX32" fmla="*/ 66668 w 332924"/>
                      <a:gd name="connsiteY32" fmla="*/ 4075 h 324285"/>
                      <a:gd name="connsiteX33" fmla="*/ 274704 w 332924"/>
                      <a:gd name="connsiteY33" fmla="*/ 2 h 324285"/>
                      <a:gd name="connsiteX34" fmla="*/ 290978 w 332924"/>
                      <a:gd name="connsiteY34" fmla="*/ 6822 h 324285"/>
                      <a:gd name="connsiteX35" fmla="*/ 326291 w 332924"/>
                      <a:gd name="connsiteY35" fmla="*/ 42666 h 324285"/>
                      <a:gd name="connsiteX36" fmla="*/ 326291 w 332924"/>
                      <a:gd name="connsiteY36" fmla="*/ 42723 h 324285"/>
                      <a:gd name="connsiteX37" fmla="*/ 326313 w 332924"/>
                      <a:gd name="connsiteY37" fmla="*/ 42745 h 324285"/>
                      <a:gd name="connsiteX38" fmla="*/ 326007 w 332924"/>
                      <a:gd name="connsiteY38" fmla="*/ 75403 h 324285"/>
                      <a:gd name="connsiteX39" fmla="*/ 196158 w 332924"/>
                      <a:gd name="connsiteY39" fmla="*/ 202809 h 324285"/>
                      <a:gd name="connsiteX40" fmla="*/ 187727 w 332924"/>
                      <a:gd name="connsiteY40" fmla="*/ 207526 h 324285"/>
                      <a:gd name="connsiteX41" fmla="*/ 132464 w 332924"/>
                      <a:gd name="connsiteY41" fmla="*/ 221356 h 324285"/>
                      <a:gd name="connsiteX42" fmla="*/ 127936 w 332924"/>
                      <a:gd name="connsiteY42" fmla="*/ 221906 h 324285"/>
                      <a:gd name="connsiteX43" fmla="*/ 123695 w 332924"/>
                      <a:gd name="connsiteY43" fmla="*/ 221397 h 324285"/>
                      <a:gd name="connsiteX44" fmla="*/ 110071 w 332924"/>
                      <a:gd name="connsiteY44" fmla="*/ 199172 h 324285"/>
                      <a:gd name="connsiteX45" fmla="*/ 122972 w 332924"/>
                      <a:gd name="connsiteY45" fmla="*/ 144837 h 324285"/>
                      <a:gd name="connsiteX46" fmla="*/ 127917 w 332924"/>
                      <a:gd name="connsiteY46" fmla="*/ 136028 h 324285"/>
                      <a:gd name="connsiteX47" fmla="*/ 258316 w 332924"/>
                      <a:gd name="connsiteY47" fmla="*/ 6689 h 324285"/>
                      <a:gd name="connsiteX48" fmla="*/ 274704 w 332924"/>
                      <a:gd name="connsiteY48" fmla="*/ 2 h 324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332924" h="324285">
                        <a:moveTo>
                          <a:pt x="236814" y="59982"/>
                        </a:moveTo>
                        <a:lnTo>
                          <a:pt x="144816" y="151241"/>
                        </a:lnTo>
                        <a:lnTo>
                          <a:pt x="133847" y="197467"/>
                        </a:lnTo>
                        <a:lnTo>
                          <a:pt x="181058" y="185664"/>
                        </a:lnTo>
                        <a:lnTo>
                          <a:pt x="273188" y="95333"/>
                        </a:lnTo>
                        <a:close/>
                        <a:moveTo>
                          <a:pt x="274533" y="22641"/>
                        </a:moveTo>
                        <a:cubicBezTo>
                          <a:pt x="274447" y="22637"/>
                          <a:pt x="274363" y="22671"/>
                          <a:pt x="274306" y="22736"/>
                        </a:cubicBezTo>
                        <a:lnTo>
                          <a:pt x="252955" y="43954"/>
                        </a:lnTo>
                        <a:lnTo>
                          <a:pt x="289424" y="79401"/>
                        </a:lnTo>
                        <a:lnTo>
                          <a:pt x="310093" y="59110"/>
                        </a:lnTo>
                        <a:cubicBezTo>
                          <a:pt x="310140" y="59022"/>
                          <a:pt x="310140" y="58915"/>
                          <a:pt x="310093" y="58826"/>
                        </a:cubicBezTo>
                        <a:cubicBezTo>
                          <a:pt x="310124" y="58747"/>
                          <a:pt x="310124" y="58659"/>
                          <a:pt x="310093" y="58580"/>
                        </a:cubicBezTo>
                        <a:lnTo>
                          <a:pt x="274780" y="22736"/>
                        </a:lnTo>
                        <a:cubicBezTo>
                          <a:pt x="274742" y="22641"/>
                          <a:pt x="274685" y="22641"/>
                          <a:pt x="274533" y="22641"/>
                        </a:cubicBezTo>
                        <a:close/>
                        <a:moveTo>
                          <a:pt x="66668" y="4075"/>
                        </a:moveTo>
                        <a:lnTo>
                          <a:pt x="174655" y="4075"/>
                        </a:lnTo>
                        <a:cubicBezTo>
                          <a:pt x="180933" y="4075"/>
                          <a:pt x="186022" y="9164"/>
                          <a:pt x="186022" y="15442"/>
                        </a:cubicBezTo>
                        <a:cubicBezTo>
                          <a:pt x="186022" y="21720"/>
                          <a:pt x="180933" y="26809"/>
                          <a:pt x="174655" y="26809"/>
                        </a:cubicBezTo>
                        <a:lnTo>
                          <a:pt x="66668" y="26809"/>
                        </a:lnTo>
                        <a:cubicBezTo>
                          <a:pt x="42423" y="26819"/>
                          <a:pt x="22766" y="46460"/>
                          <a:pt x="22734" y="70705"/>
                        </a:cubicBezTo>
                        <a:lnTo>
                          <a:pt x="22734" y="257655"/>
                        </a:lnTo>
                        <a:cubicBezTo>
                          <a:pt x="22766" y="281900"/>
                          <a:pt x="42423" y="301540"/>
                          <a:pt x="66668" y="301551"/>
                        </a:cubicBezTo>
                        <a:lnTo>
                          <a:pt x="239674" y="301551"/>
                        </a:lnTo>
                        <a:cubicBezTo>
                          <a:pt x="263912" y="301530"/>
                          <a:pt x="283558" y="281893"/>
                          <a:pt x="283589" y="257655"/>
                        </a:cubicBezTo>
                        <a:lnTo>
                          <a:pt x="283589" y="168992"/>
                        </a:lnTo>
                        <a:cubicBezTo>
                          <a:pt x="283589" y="162714"/>
                          <a:pt x="288679" y="157625"/>
                          <a:pt x="294956" y="157625"/>
                        </a:cubicBezTo>
                        <a:cubicBezTo>
                          <a:pt x="301234" y="157625"/>
                          <a:pt x="306323" y="162714"/>
                          <a:pt x="306323" y="168992"/>
                        </a:cubicBezTo>
                        <a:lnTo>
                          <a:pt x="306323" y="257655"/>
                        </a:lnTo>
                        <a:cubicBezTo>
                          <a:pt x="306271" y="294447"/>
                          <a:pt x="276448" y="324254"/>
                          <a:pt x="239656" y="324285"/>
                        </a:cubicBezTo>
                        <a:lnTo>
                          <a:pt x="66649" y="324285"/>
                        </a:lnTo>
                        <a:cubicBezTo>
                          <a:pt x="29864" y="324244"/>
                          <a:pt x="52" y="294440"/>
                          <a:pt x="0" y="257655"/>
                        </a:cubicBezTo>
                        <a:lnTo>
                          <a:pt x="0" y="70705"/>
                        </a:lnTo>
                        <a:cubicBezTo>
                          <a:pt x="52" y="33913"/>
                          <a:pt x="29876" y="4106"/>
                          <a:pt x="66668" y="4075"/>
                        </a:cubicBezTo>
                        <a:close/>
                        <a:moveTo>
                          <a:pt x="274704" y="2"/>
                        </a:moveTo>
                        <a:cubicBezTo>
                          <a:pt x="280820" y="19"/>
                          <a:pt x="286677" y="2474"/>
                          <a:pt x="290978" y="6822"/>
                        </a:cubicBezTo>
                        <a:lnTo>
                          <a:pt x="326291" y="42666"/>
                        </a:lnTo>
                        <a:lnTo>
                          <a:pt x="326291" y="42723"/>
                        </a:lnTo>
                        <a:cubicBezTo>
                          <a:pt x="326299" y="42730"/>
                          <a:pt x="326306" y="42737"/>
                          <a:pt x="326313" y="42745"/>
                        </a:cubicBezTo>
                        <a:cubicBezTo>
                          <a:pt x="335247" y="51848"/>
                          <a:pt x="335110" y="66469"/>
                          <a:pt x="326007" y="75403"/>
                        </a:cubicBezTo>
                        <a:lnTo>
                          <a:pt x="196158" y="202809"/>
                        </a:lnTo>
                        <a:cubicBezTo>
                          <a:pt x="193812" y="205097"/>
                          <a:pt x="190904" y="206725"/>
                          <a:pt x="187727" y="207526"/>
                        </a:cubicBezTo>
                        <a:lnTo>
                          <a:pt x="132464" y="221356"/>
                        </a:lnTo>
                        <a:cubicBezTo>
                          <a:pt x="130981" y="221715"/>
                          <a:pt x="129462" y="221900"/>
                          <a:pt x="127936" y="221906"/>
                        </a:cubicBezTo>
                        <a:cubicBezTo>
                          <a:pt x="126508" y="221901"/>
                          <a:pt x="125084" y="221730"/>
                          <a:pt x="123695" y="221397"/>
                        </a:cubicBezTo>
                        <a:cubicBezTo>
                          <a:pt x="113796" y="219022"/>
                          <a:pt x="107696" y="209071"/>
                          <a:pt x="110071" y="199172"/>
                        </a:cubicBezTo>
                        <a:lnTo>
                          <a:pt x="122972" y="144837"/>
                        </a:lnTo>
                        <a:cubicBezTo>
                          <a:pt x="123764" y="141495"/>
                          <a:pt x="125477" y="138443"/>
                          <a:pt x="127917" y="136028"/>
                        </a:cubicBezTo>
                        <a:lnTo>
                          <a:pt x="258316" y="6689"/>
                        </a:lnTo>
                        <a:cubicBezTo>
                          <a:pt x="262651" y="2338"/>
                          <a:pt x="268562" y="-74"/>
                          <a:pt x="274704" y="2"/>
                        </a:cubicBezTo>
                        <a:close/>
                      </a:path>
                    </a:pathLst>
                  </a:custGeom>
                  <a:solidFill>
                    <a:srgbClr val="00A0E9"/>
                  </a:solidFill>
                  <a:ln w="363" cap="flat">
                    <a:noFill/>
                    <a:prstDash val="solid"/>
                    <a:miter/>
                  </a:ln>
                </p:spPr>
                <p:txBody>
                  <a:bodyPr rtlCol="0" anchor="ctr"/>
                  <a:lstStyle/>
                  <a:p>
                    <a:endParaRPr lang="zh-CN" altLang="en-US"/>
                  </a:p>
                </p:txBody>
              </p:sp>
              <p:cxnSp>
                <p:nvCxnSpPr>
                  <p:cNvPr id="97" name="直接连接符 96">
                    <a:extLst>
                      <a:ext uri="{FF2B5EF4-FFF2-40B4-BE49-F238E27FC236}">
                        <a16:creationId xmlns:a16="http://schemas.microsoft.com/office/drawing/2014/main" id="{D86A2D7B-CE8D-47AD-7883-5363EEA5B2B6}"/>
                      </a:ext>
                    </a:extLst>
                  </p:cNvPr>
                  <p:cNvCxnSpPr>
                    <a:stCxn id="8" idx="4"/>
                    <a:endCxn id="9" idx="0"/>
                  </p:cNvCxnSpPr>
                  <p:nvPr/>
                </p:nvCxnSpPr>
                <p:spPr>
                  <a:xfrm>
                    <a:off x="2058246" y="3035300"/>
                    <a:ext cx="0" cy="2844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8" name="Bullet1">
                  <a:extLst>
                    <a:ext uri="{FF2B5EF4-FFF2-40B4-BE49-F238E27FC236}">
                      <a16:creationId xmlns:a16="http://schemas.microsoft.com/office/drawing/2014/main" id="{95A525C9-3ACD-5D78-A7BE-4C37466630B9}"/>
                    </a:ext>
                  </a:extLst>
                </p:cNvPr>
                <p:cNvSpPr>
                  <a:spLocks/>
                </p:cNvSpPr>
                <p:nvPr/>
              </p:nvSpPr>
              <p:spPr>
                <a:xfrm>
                  <a:off x="749301" y="3855720"/>
                  <a:ext cx="249428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p>
              </p:txBody>
            </p:sp>
            <p:sp>
              <p:nvSpPr>
                <p:cNvPr id="99" name="Text1">
                  <a:extLst>
                    <a:ext uri="{FF2B5EF4-FFF2-40B4-BE49-F238E27FC236}">
                      <a16:creationId xmlns:a16="http://schemas.microsoft.com/office/drawing/2014/main" id="{1C74660F-23C1-138A-3AE2-665A458C5FD9}"/>
                    </a:ext>
                  </a:extLst>
                </p:cNvPr>
                <p:cNvSpPr/>
                <p:nvPr/>
              </p:nvSpPr>
              <p:spPr>
                <a:xfrm>
                  <a:off x="749301" y="4617721"/>
                  <a:ext cx="2494280" cy="1516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p>
              </p:txBody>
            </p:sp>
          </p:grpSp>
          <p:grpSp>
            <p:nvGrpSpPr>
              <p:cNvPr id="130" name="组合 129">
                <a:extLst>
                  <a:ext uri="{FF2B5EF4-FFF2-40B4-BE49-F238E27FC236}">
                    <a16:creationId xmlns:a16="http://schemas.microsoft.com/office/drawing/2014/main" id="{12EE01A7-E426-472D-95D9-588A01CA357E}"/>
                  </a:ext>
                </a:extLst>
              </p:cNvPr>
              <p:cNvGrpSpPr/>
              <p:nvPr/>
            </p:nvGrpSpPr>
            <p:grpSpPr>
              <a:xfrm>
                <a:off x="3448473" y="2258060"/>
                <a:ext cx="2494280" cy="3876041"/>
                <a:chOff x="3448473" y="2258060"/>
                <a:chExt cx="2494280" cy="3876041"/>
              </a:xfrm>
            </p:grpSpPr>
            <p:sp>
              <p:nvSpPr>
                <p:cNvPr id="106" name="椭圆 105">
                  <a:extLst>
                    <a:ext uri="{FF2B5EF4-FFF2-40B4-BE49-F238E27FC236}">
                      <a16:creationId xmlns:a16="http://schemas.microsoft.com/office/drawing/2014/main" id="{D29FE34B-1995-626E-59B3-2276933DB736}"/>
                    </a:ext>
                  </a:extLst>
                </p:cNvPr>
                <p:cNvSpPr/>
                <p:nvPr/>
              </p:nvSpPr>
              <p:spPr>
                <a:xfrm>
                  <a:off x="4306993" y="2258060"/>
                  <a:ext cx="777240" cy="777240"/>
                </a:xfrm>
                <a:prstGeom prst="ellipse">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Number2">
                  <a:extLst>
                    <a:ext uri="{FF2B5EF4-FFF2-40B4-BE49-F238E27FC236}">
                      <a16:creationId xmlns:a16="http://schemas.microsoft.com/office/drawing/2014/main" id="{8791B01E-A224-2F0B-F224-69CBFED2F392}"/>
                    </a:ext>
                  </a:extLst>
                </p:cNvPr>
                <p:cNvSpPr/>
                <p:nvPr/>
              </p:nvSpPr>
              <p:spPr>
                <a:xfrm>
                  <a:off x="4147819" y="3319780"/>
                  <a:ext cx="1095588" cy="452120"/>
                </a:xfrm>
                <a:prstGeom prst="roundRect">
                  <a:avLst>
                    <a:gd name="adj" fmla="val 50000"/>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02</a:t>
                  </a:r>
                  <a:endParaRPr lang="zh-CN" altLang="en-US" dirty="0"/>
                </a:p>
              </p:txBody>
            </p:sp>
            <p:cxnSp>
              <p:nvCxnSpPr>
                <p:cNvPr id="109" name="直接连接符 108">
                  <a:extLst>
                    <a:ext uri="{FF2B5EF4-FFF2-40B4-BE49-F238E27FC236}">
                      <a16:creationId xmlns:a16="http://schemas.microsoft.com/office/drawing/2014/main" id="{250051BF-BEAC-5D2D-E234-F816349AEA71}"/>
                    </a:ext>
                  </a:extLst>
                </p:cNvPr>
                <p:cNvCxnSpPr>
                  <a:stCxn id="106" idx="4"/>
                  <a:endCxn id="107" idx="0"/>
                </p:cNvCxnSpPr>
                <p:nvPr/>
              </p:nvCxnSpPr>
              <p:spPr>
                <a:xfrm>
                  <a:off x="4695613" y="3035300"/>
                  <a:ext cx="0" cy="2844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4" name="Bullet2">
                  <a:extLst>
                    <a:ext uri="{FF2B5EF4-FFF2-40B4-BE49-F238E27FC236}">
                      <a16:creationId xmlns:a16="http://schemas.microsoft.com/office/drawing/2014/main" id="{E2862C86-7A85-73CF-7F89-82454A06D912}"/>
                    </a:ext>
                  </a:extLst>
                </p:cNvPr>
                <p:cNvSpPr>
                  <a:spLocks/>
                </p:cNvSpPr>
                <p:nvPr/>
              </p:nvSpPr>
              <p:spPr>
                <a:xfrm>
                  <a:off x="3448473" y="3855720"/>
                  <a:ext cx="249428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p>
              </p:txBody>
            </p:sp>
            <p:sp>
              <p:nvSpPr>
                <p:cNvPr id="105" name="Text2">
                  <a:extLst>
                    <a:ext uri="{FF2B5EF4-FFF2-40B4-BE49-F238E27FC236}">
                      <a16:creationId xmlns:a16="http://schemas.microsoft.com/office/drawing/2014/main" id="{E0B99EE3-D9A2-AA7A-5E4E-F5F8C49B0367}"/>
                    </a:ext>
                  </a:extLst>
                </p:cNvPr>
                <p:cNvSpPr/>
                <p:nvPr/>
              </p:nvSpPr>
              <p:spPr>
                <a:xfrm>
                  <a:off x="3448473" y="4617721"/>
                  <a:ext cx="2494280" cy="1516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p>
              </p:txBody>
            </p:sp>
            <p:sp>
              <p:nvSpPr>
                <p:cNvPr id="126" name="Icon2">
                  <a:extLst>
                    <a:ext uri="{FF2B5EF4-FFF2-40B4-BE49-F238E27FC236}">
                      <a16:creationId xmlns:a16="http://schemas.microsoft.com/office/drawing/2014/main" id="{BB591676-1FDE-F3A1-E1EF-8ECD44E89EF8}"/>
                    </a:ext>
                  </a:extLst>
                </p:cNvPr>
                <p:cNvSpPr/>
                <p:nvPr/>
              </p:nvSpPr>
              <p:spPr>
                <a:xfrm>
                  <a:off x="4534826" y="2495081"/>
                  <a:ext cx="321574" cy="303198"/>
                </a:xfrm>
                <a:custGeom>
                  <a:avLst/>
                  <a:gdLst>
                    <a:gd name="connsiteX0" fmla="*/ 25368 w 321574"/>
                    <a:gd name="connsiteY0" fmla="*/ 280463 h 303198"/>
                    <a:gd name="connsiteX1" fmla="*/ 296283 w 321574"/>
                    <a:gd name="connsiteY1" fmla="*/ 280463 h 303198"/>
                    <a:gd name="connsiteX2" fmla="*/ 307650 w 321574"/>
                    <a:gd name="connsiteY2" fmla="*/ 291830 h 303198"/>
                    <a:gd name="connsiteX3" fmla="*/ 296283 w 321574"/>
                    <a:gd name="connsiteY3" fmla="*/ 303198 h 303198"/>
                    <a:gd name="connsiteX4" fmla="*/ 25368 w 321574"/>
                    <a:gd name="connsiteY4" fmla="*/ 303198 h 303198"/>
                    <a:gd name="connsiteX5" fmla="*/ 14001 w 321574"/>
                    <a:gd name="connsiteY5" fmla="*/ 291830 h 303198"/>
                    <a:gd name="connsiteX6" fmla="*/ 25368 w 321574"/>
                    <a:gd name="connsiteY6" fmla="*/ 280463 h 303198"/>
                    <a:gd name="connsiteX7" fmla="*/ 245245 w 321574"/>
                    <a:gd name="connsiteY7" fmla="*/ 72314 h 303198"/>
                    <a:gd name="connsiteX8" fmla="*/ 261329 w 321574"/>
                    <a:gd name="connsiteY8" fmla="*/ 72541 h 303198"/>
                    <a:gd name="connsiteX9" fmla="*/ 261102 w 321574"/>
                    <a:gd name="connsiteY9" fmla="*/ 88625 h 303198"/>
                    <a:gd name="connsiteX10" fmla="*/ 179884 w 321574"/>
                    <a:gd name="connsiteY10" fmla="*/ 167551 h 303198"/>
                    <a:gd name="connsiteX11" fmla="*/ 171965 w 321574"/>
                    <a:gd name="connsiteY11" fmla="*/ 170771 h 303198"/>
                    <a:gd name="connsiteX12" fmla="*/ 171624 w 321574"/>
                    <a:gd name="connsiteY12" fmla="*/ 170771 h 303198"/>
                    <a:gd name="connsiteX13" fmla="*/ 163573 w 321574"/>
                    <a:gd name="connsiteY13" fmla="*/ 166982 h 303198"/>
                    <a:gd name="connsiteX14" fmla="*/ 121893 w 321574"/>
                    <a:gd name="connsiteY14" fmla="*/ 121514 h 303198"/>
                    <a:gd name="connsiteX15" fmla="*/ 76425 w 321574"/>
                    <a:gd name="connsiteY15" fmla="*/ 166982 h 303198"/>
                    <a:gd name="connsiteX16" fmla="*/ 76295 w 321574"/>
                    <a:gd name="connsiteY16" fmla="*/ 167113 h 303198"/>
                    <a:gd name="connsiteX17" fmla="*/ 60220 w 321574"/>
                    <a:gd name="connsiteY17" fmla="*/ 166992 h 303198"/>
                    <a:gd name="connsiteX18" fmla="*/ 60341 w 321574"/>
                    <a:gd name="connsiteY18" fmla="*/ 150917 h 303198"/>
                    <a:gd name="connsiteX19" fmla="*/ 114107 w 321574"/>
                    <a:gd name="connsiteY19" fmla="*/ 97075 h 303198"/>
                    <a:gd name="connsiteX20" fmla="*/ 114552 w 321574"/>
                    <a:gd name="connsiteY20" fmla="*/ 96649 h 303198"/>
                    <a:gd name="connsiteX21" fmla="*/ 130608 w 321574"/>
                    <a:gd name="connsiteY21" fmla="*/ 97435 h 303198"/>
                    <a:gd name="connsiteX22" fmla="*/ 172439 w 321574"/>
                    <a:gd name="connsiteY22" fmla="*/ 143093 h 303198"/>
                    <a:gd name="connsiteX23" fmla="*/ 44199 w 321574"/>
                    <a:gd name="connsiteY23" fmla="*/ 22734 h 303198"/>
                    <a:gd name="connsiteX24" fmla="*/ 22734 w 321574"/>
                    <a:gd name="connsiteY24" fmla="*/ 44218 h 303198"/>
                    <a:gd name="connsiteX25" fmla="*/ 22734 w 321574"/>
                    <a:gd name="connsiteY25" fmla="*/ 208396 h 303198"/>
                    <a:gd name="connsiteX26" fmla="*/ 44199 w 321574"/>
                    <a:gd name="connsiteY26" fmla="*/ 229880 h 303198"/>
                    <a:gd name="connsiteX27" fmla="*/ 277356 w 321574"/>
                    <a:gd name="connsiteY27" fmla="*/ 229880 h 303198"/>
                    <a:gd name="connsiteX28" fmla="*/ 298840 w 321574"/>
                    <a:gd name="connsiteY28" fmla="*/ 208396 h 303198"/>
                    <a:gd name="connsiteX29" fmla="*/ 298840 w 321574"/>
                    <a:gd name="connsiteY29" fmla="*/ 44218 h 303198"/>
                    <a:gd name="connsiteX30" fmla="*/ 277356 w 321574"/>
                    <a:gd name="connsiteY30" fmla="*/ 22734 h 303198"/>
                    <a:gd name="connsiteX31" fmla="*/ 44199 w 321574"/>
                    <a:gd name="connsiteY31" fmla="*/ 0 h 303198"/>
                    <a:gd name="connsiteX32" fmla="*/ 277356 w 321574"/>
                    <a:gd name="connsiteY32" fmla="*/ 0 h 303198"/>
                    <a:gd name="connsiteX33" fmla="*/ 321574 w 321574"/>
                    <a:gd name="connsiteY33" fmla="*/ 44218 h 303198"/>
                    <a:gd name="connsiteX34" fmla="*/ 321574 w 321574"/>
                    <a:gd name="connsiteY34" fmla="*/ 208301 h 303198"/>
                    <a:gd name="connsiteX35" fmla="*/ 277356 w 321574"/>
                    <a:gd name="connsiteY35" fmla="*/ 252519 h 303198"/>
                    <a:gd name="connsiteX36" fmla="*/ 44199 w 321574"/>
                    <a:gd name="connsiteY36" fmla="*/ 252519 h 303198"/>
                    <a:gd name="connsiteX37" fmla="*/ 0 w 321574"/>
                    <a:gd name="connsiteY37" fmla="*/ 208301 h 303198"/>
                    <a:gd name="connsiteX38" fmla="*/ 0 w 321574"/>
                    <a:gd name="connsiteY38" fmla="*/ 44218 h 303198"/>
                    <a:gd name="connsiteX39" fmla="*/ 44199 w 321574"/>
                    <a:gd name="connsiteY39" fmla="*/ 0 h 303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21574" h="303198">
                      <a:moveTo>
                        <a:pt x="25368" y="280463"/>
                      </a:moveTo>
                      <a:lnTo>
                        <a:pt x="296283" y="280463"/>
                      </a:lnTo>
                      <a:cubicBezTo>
                        <a:pt x="302561" y="280463"/>
                        <a:pt x="307650" y="285553"/>
                        <a:pt x="307650" y="291830"/>
                      </a:cubicBezTo>
                      <a:cubicBezTo>
                        <a:pt x="307650" y="298108"/>
                        <a:pt x="302561" y="303198"/>
                        <a:pt x="296283" y="303198"/>
                      </a:cubicBezTo>
                      <a:lnTo>
                        <a:pt x="25368" y="303198"/>
                      </a:lnTo>
                      <a:cubicBezTo>
                        <a:pt x="19090" y="303198"/>
                        <a:pt x="14001" y="298108"/>
                        <a:pt x="14001" y="291830"/>
                      </a:cubicBezTo>
                      <a:cubicBezTo>
                        <a:pt x="14001" y="285553"/>
                        <a:pt x="19090" y="280463"/>
                        <a:pt x="25368" y="280463"/>
                      </a:cubicBezTo>
                      <a:close/>
                      <a:moveTo>
                        <a:pt x="245245" y="72314"/>
                      </a:moveTo>
                      <a:cubicBezTo>
                        <a:pt x="249749" y="67935"/>
                        <a:pt x="256950" y="68037"/>
                        <a:pt x="261329" y="72541"/>
                      </a:cubicBezTo>
                      <a:cubicBezTo>
                        <a:pt x="265708" y="77045"/>
                        <a:pt x="265606" y="84247"/>
                        <a:pt x="261102" y="88625"/>
                      </a:cubicBezTo>
                      <a:lnTo>
                        <a:pt x="179884" y="167551"/>
                      </a:lnTo>
                      <a:cubicBezTo>
                        <a:pt x="177764" y="169614"/>
                        <a:pt x="174923" y="170769"/>
                        <a:pt x="171965" y="170771"/>
                      </a:cubicBezTo>
                      <a:lnTo>
                        <a:pt x="171624" y="170771"/>
                      </a:lnTo>
                      <a:cubicBezTo>
                        <a:pt x="168537" y="170655"/>
                        <a:pt x="165630" y="169287"/>
                        <a:pt x="163573" y="166982"/>
                      </a:cubicBezTo>
                      <a:lnTo>
                        <a:pt x="121893" y="121514"/>
                      </a:lnTo>
                      <a:lnTo>
                        <a:pt x="76425" y="166982"/>
                      </a:lnTo>
                      <a:cubicBezTo>
                        <a:pt x="76382" y="167026"/>
                        <a:pt x="76339" y="167070"/>
                        <a:pt x="76295" y="167113"/>
                      </a:cubicBezTo>
                      <a:cubicBezTo>
                        <a:pt x="71822" y="171518"/>
                        <a:pt x="64625" y="171464"/>
                        <a:pt x="60220" y="166992"/>
                      </a:cubicBezTo>
                      <a:cubicBezTo>
                        <a:pt x="55814" y="162519"/>
                        <a:pt x="55868" y="155322"/>
                        <a:pt x="60341" y="150917"/>
                      </a:cubicBezTo>
                      <a:lnTo>
                        <a:pt x="114107" y="97075"/>
                      </a:lnTo>
                      <a:cubicBezTo>
                        <a:pt x="114251" y="96929"/>
                        <a:pt x="114400" y="96787"/>
                        <a:pt x="114552" y="96649"/>
                      </a:cubicBezTo>
                      <a:cubicBezTo>
                        <a:pt x="119203" y="92432"/>
                        <a:pt x="126391" y="92784"/>
                        <a:pt x="130608" y="97435"/>
                      </a:cubicBezTo>
                      <a:lnTo>
                        <a:pt x="172439" y="143093"/>
                      </a:lnTo>
                      <a:close/>
                      <a:moveTo>
                        <a:pt x="44199" y="22734"/>
                      </a:moveTo>
                      <a:cubicBezTo>
                        <a:pt x="32346" y="22755"/>
                        <a:pt x="22745" y="32365"/>
                        <a:pt x="22734" y="44218"/>
                      </a:cubicBezTo>
                      <a:lnTo>
                        <a:pt x="22734" y="208396"/>
                      </a:lnTo>
                      <a:cubicBezTo>
                        <a:pt x="22745" y="220250"/>
                        <a:pt x="32346" y="229859"/>
                        <a:pt x="44199" y="229880"/>
                      </a:cubicBezTo>
                      <a:lnTo>
                        <a:pt x="277356" y="229880"/>
                      </a:lnTo>
                      <a:cubicBezTo>
                        <a:pt x="289213" y="229859"/>
                        <a:pt x="298819" y="220253"/>
                        <a:pt x="298840" y="208396"/>
                      </a:cubicBezTo>
                      <a:lnTo>
                        <a:pt x="298840" y="44218"/>
                      </a:lnTo>
                      <a:cubicBezTo>
                        <a:pt x="298819" y="32361"/>
                        <a:pt x="289213" y="22755"/>
                        <a:pt x="277356" y="22734"/>
                      </a:cubicBezTo>
                      <a:close/>
                      <a:moveTo>
                        <a:pt x="44199" y="0"/>
                      </a:moveTo>
                      <a:lnTo>
                        <a:pt x="277356" y="0"/>
                      </a:lnTo>
                      <a:cubicBezTo>
                        <a:pt x="301764" y="31"/>
                        <a:pt x="321543" y="19810"/>
                        <a:pt x="321574" y="44218"/>
                      </a:cubicBezTo>
                      <a:lnTo>
                        <a:pt x="321574" y="208301"/>
                      </a:lnTo>
                      <a:cubicBezTo>
                        <a:pt x="321543" y="232709"/>
                        <a:pt x="301764" y="252488"/>
                        <a:pt x="277356" y="252519"/>
                      </a:cubicBezTo>
                      <a:lnTo>
                        <a:pt x="44199" y="252519"/>
                      </a:lnTo>
                      <a:cubicBezTo>
                        <a:pt x="19794" y="252488"/>
                        <a:pt x="21" y="232706"/>
                        <a:pt x="0" y="208301"/>
                      </a:cubicBezTo>
                      <a:lnTo>
                        <a:pt x="0" y="44218"/>
                      </a:lnTo>
                      <a:cubicBezTo>
                        <a:pt x="21" y="19813"/>
                        <a:pt x="19794" y="31"/>
                        <a:pt x="44199" y="0"/>
                      </a:cubicBezTo>
                      <a:close/>
                    </a:path>
                  </a:pathLst>
                </a:custGeom>
                <a:solidFill>
                  <a:schemeClr val="accent2"/>
                </a:solidFill>
                <a:ln w="363" cap="flat">
                  <a:noFill/>
                  <a:prstDash val="solid"/>
                  <a:miter/>
                </a:ln>
              </p:spPr>
              <p:txBody>
                <a:bodyPr rtlCol="0" anchor="ctr"/>
                <a:lstStyle/>
                <a:p>
                  <a:endParaRPr lang="zh-CN" altLang="en-US"/>
                </a:p>
              </p:txBody>
            </p:sp>
          </p:grpSp>
          <p:grpSp>
            <p:nvGrpSpPr>
              <p:cNvPr id="129" name="组合 128">
                <a:extLst>
                  <a:ext uri="{FF2B5EF4-FFF2-40B4-BE49-F238E27FC236}">
                    <a16:creationId xmlns:a16="http://schemas.microsoft.com/office/drawing/2014/main" id="{1407698A-8E22-FCA8-A2B2-F8294D724976}"/>
                  </a:ext>
                </a:extLst>
              </p:cNvPr>
              <p:cNvGrpSpPr/>
              <p:nvPr/>
            </p:nvGrpSpPr>
            <p:grpSpPr>
              <a:xfrm>
                <a:off x="6236546" y="2258060"/>
                <a:ext cx="2494280" cy="3876041"/>
                <a:chOff x="6236546" y="2258060"/>
                <a:chExt cx="2494280" cy="3876041"/>
              </a:xfrm>
            </p:grpSpPr>
            <p:sp>
              <p:nvSpPr>
                <p:cNvPr id="114" name="椭圆 113">
                  <a:extLst>
                    <a:ext uri="{FF2B5EF4-FFF2-40B4-BE49-F238E27FC236}">
                      <a16:creationId xmlns:a16="http://schemas.microsoft.com/office/drawing/2014/main" id="{A737B65D-21A3-7C68-1D13-826C5DF26812}"/>
                    </a:ext>
                  </a:extLst>
                </p:cNvPr>
                <p:cNvSpPr/>
                <p:nvPr/>
              </p:nvSpPr>
              <p:spPr>
                <a:xfrm>
                  <a:off x="7095066" y="2258060"/>
                  <a:ext cx="777240" cy="777240"/>
                </a:xfrm>
                <a:prstGeom prst="ellipse">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Number3">
                  <a:extLst>
                    <a:ext uri="{FF2B5EF4-FFF2-40B4-BE49-F238E27FC236}">
                      <a16:creationId xmlns:a16="http://schemas.microsoft.com/office/drawing/2014/main" id="{1322B0FB-A2EC-EDAB-96BE-9F0484807017}"/>
                    </a:ext>
                  </a:extLst>
                </p:cNvPr>
                <p:cNvSpPr/>
                <p:nvPr/>
              </p:nvSpPr>
              <p:spPr>
                <a:xfrm>
                  <a:off x="6935892" y="3319780"/>
                  <a:ext cx="1095588" cy="452120"/>
                </a:xfrm>
                <a:prstGeom prst="roundRect">
                  <a:avLst>
                    <a:gd name="adj" fmla="val 50000"/>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03</a:t>
                  </a:r>
                  <a:endParaRPr lang="zh-CN" altLang="en-US" dirty="0"/>
                </a:p>
              </p:txBody>
            </p:sp>
            <p:cxnSp>
              <p:nvCxnSpPr>
                <p:cNvPr id="117" name="直接连接符 116">
                  <a:extLst>
                    <a:ext uri="{FF2B5EF4-FFF2-40B4-BE49-F238E27FC236}">
                      <a16:creationId xmlns:a16="http://schemas.microsoft.com/office/drawing/2014/main" id="{70AB8B97-EE2C-DFF9-B9AB-485268FE2D2B}"/>
                    </a:ext>
                  </a:extLst>
                </p:cNvPr>
                <p:cNvCxnSpPr>
                  <a:stCxn id="114" idx="4"/>
                  <a:endCxn id="115" idx="0"/>
                </p:cNvCxnSpPr>
                <p:nvPr/>
              </p:nvCxnSpPr>
              <p:spPr>
                <a:xfrm>
                  <a:off x="7483686" y="3035300"/>
                  <a:ext cx="0" cy="2844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2" name="Bullet3">
                  <a:extLst>
                    <a:ext uri="{FF2B5EF4-FFF2-40B4-BE49-F238E27FC236}">
                      <a16:creationId xmlns:a16="http://schemas.microsoft.com/office/drawing/2014/main" id="{63F83C36-5F6B-8FD3-D5F0-5069AD6A8A64}"/>
                    </a:ext>
                  </a:extLst>
                </p:cNvPr>
                <p:cNvSpPr>
                  <a:spLocks/>
                </p:cNvSpPr>
                <p:nvPr/>
              </p:nvSpPr>
              <p:spPr>
                <a:xfrm>
                  <a:off x="6236546" y="3855720"/>
                  <a:ext cx="249428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p>
              </p:txBody>
            </p:sp>
            <p:sp>
              <p:nvSpPr>
                <p:cNvPr id="113" name="Text3">
                  <a:extLst>
                    <a:ext uri="{FF2B5EF4-FFF2-40B4-BE49-F238E27FC236}">
                      <a16:creationId xmlns:a16="http://schemas.microsoft.com/office/drawing/2014/main" id="{993A91DE-F49E-40F7-58AD-3FB142760190}"/>
                    </a:ext>
                  </a:extLst>
                </p:cNvPr>
                <p:cNvSpPr/>
                <p:nvPr/>
              </p:nvSpPr>
              <p:spPr>
                <a:xfrm>
                  <a:off x="6236546" y="4617721"/>
                  <a:ext cx="2494280" cy="1516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p>
              </p:txBody>
            </p:sp>
            <p:sp>
              <p:nvSpPr>
                <p:cNvPr id="127" name="Icon3">
                  <a:extLst>
                    <a:ext uri="{FF2B5EF4-FFF2-40B4-BE49-F238E27FC236}">
                      <a16:creationId xmlns:a16="http://schemas.microsoft.com/office/drawing/2014/main" id="{25F89BDC-D146-BB8D-F553-94C5A0135605}"/>
                    </a:ext>
                  </a:extLst>
                </p:cNvPr>
                <p:cNvSpPr/>
                <p:nvPr/>
              </p:nvSpPr>
              <p:spPr>
                <a:xfrm>
                  <a:off x="7318101" y="2480906"/>
                  <a:ext cx="331171" cy="331548"/>
                </a:xfrm>
                <a:custGeom>
                  <a:avLst/>
                  <a:gdLst>
                    <a:gd name="connsiteX0" fmla="*/ 127057 w 331171"/>
                    <a:gd name="connsiteY0" fmla="*/ 52373 h 331548"/>
                    <a:gd name="connsiteX1" fmla="*/ 22812 w 331171"/>
                    <a:gd name="connsiteY1" fmla="*/ 173954 h 331548"/>
                    <a:gd name="connsiteX2" fmla="*/ 146741 w 331171"/>
                    <a:gd name="connsiteY2" fmla="*/ 308776 h 331548"/>
                    <a:gd name="connsiteX3" fmla="*/ 279357 w 331171"/>
                    <a:gd name="connsiteY3" fmla="*/ 203858 h 331548"/>
                    <a:gd name="connsiteX4" fmla="*/ 160855 w 331171"/>
                    <a:gd name="connsiteY4" fmla="*/ 203858 h 331548"/>
                    <a:gd name="connsiteX5" fmla="*/ 127057 w 331171"/>
                    <a:gd name="connsiteY5" fmla="*/ 170079 h 331548"/>
                    <a:gd name="connsiteX6" fmla="*/ 138477 w 331171"/>
                    <a:gd name="connsiteY6" fmla="*/ 27824 h 331548"/>
                    <a:gd name="connsiteX7" fmla="*/ 149791 w 331171"/>
                    <a:gd name="connsiteY7" fmla="*/ 39244 h 331548"/>
                    <a:gd name="connsiteX8" fmla="*/ 149791 w 331171"/>
                    <a:gd name="connsiteY8" fmla="*/ 170079 h 331548"/>
                    <a:gd name="connsiteX9" fmla="*/ 160855 w 331171"/>
                    <a:gd name="connsiteY9" fmla="*/ 181124 h 331548"/>
                    <a:gd name="connsiteX10" fmla="*/ 292429 w 331171"/>
                    <a:gd name="connsiteY10" fmla="*/ 181124 h 331548"/>
                    <a:gd name="connsiteX11" fmla="*/ 292372 w 331171"/>
                    <a:gd name="connsiteY11" fmla="*/ 181067 h 331548"/>
                    <a:gd name="connsiteX12" fmla="*/ 293462 w 331171"/>
                    <a:gd name="connsiteY12" fmla="*/ 181115 h 331548"/>
                    <a:gd name="connsiteX13" fmla="*/ 303739 w 331171"/>
                    <a:gd name="connsiteY13" fmla="*/ 193476 h 331548"/>
                    <a:gd name="connsiteX14" fmla="*/ 152178 w 331171"/>
                    <a:gd name="connsiteY14" fmla="*/ 331548 h 331548"/>
                    <a:gd name="connsiteX15" fmla="*/ 145851 w 331171"/>
                    <a:gd name="connsiteY15" fmla="*/ 331435 h 331548"/>
                    <a:gd name="connsiteX16" fmla="*/ 144 w 331171"/>
                    <a:gd name="connsiteY16" fmla="*/ 185936 h 331548"/>
                    <a:gd name="connsiteX17" fmla="*/ 137325 w 331171"/>
                    <a:gd name="connsiteY17" fmla="*/ 27877 h 331548"/>
                    <a:gd name="connsiteX18" fmla="*/ 138477 w 331171"/>
                    <a:gd name="connsiteY18" fmla="*/ 27824 h 331548"/>
                    <a:gd name="connsiteX19" fmla="*/ 191963 w 331171"/>
                    <a:gd name="connsiteY19" fmla="*/ 25396 h 331548"/>
                    <a:gd name="connsiteX20" fmla="*/ 191963 w 331171"/>
                    <a:gd name="connsiteY20" fmla="*/ 136945 h 331548"/>
                    <a:gd name="connsiteX21" fmla="*/ 305482 w 331171"/>
                    <a:gd name="connsiteY21" fmla="*/ 136945 h 331548"/>
                    <a:gd name="connsiteX22" fmla="*/ 191963 w 331171"/>
                    <a:gd name="connsiteY22" fmla="*/ 25396 h 331548"/>
                    <a:gd name="connsiteX23" fmla="*/ 182472 w 331171"/>
                    <a:gd name="connsiteY23" fmla="*/ 161 h 331548"/>
                    <a:gd name="connsiteX24" fmla="*/ 330925 w 331171"/>
                    <a:gd name="connsiteY24" fmla="*/ 146246 h 331548"/>
                    <a:gd name="connsiteX25" fmla="*/ 330982 w 331171"/>
                    <a:gd name="connsiteY25" fmla="*/ 146360 h 331548"/>
                    <a:gd name="connsiteX26" fmla="*/ 331171 w 331171"/>
                    <a:gd name="connsiteY26" fmla="*/ 148425 h 331548"/>
                    <a:gd name="connsiteX27" fmla="*/ 319805 w 331171"/>
                    <a:gd name="connsiteY27" fmla="*/ 159792 h 331548"/>
                    <a:gd name="connsiteX28" fmla="*/ 188155 w 331171"/>
                    <a:gd name="connsiteY28" fmla="*/ 159792 h 331548"/>
                    <a:gd name="connsiteX29" fmla="*/ 169210 w 331171"/>
                    <a:gd name="connsiteY29" fmla="*/ 140847 h 331548"/>
                    <a:gd name="connsiteX30" fmla="*/ 169210 w 331171"/>
                    <a:gd name="connsiteY30" fmla="*/ 11376 h 331548"/>
                    <a:gd name="connsiteX31" fmla="*/ 169369 w 331171"/>
                    <a:gd name="connsiteY31" fmla="*/ 9474 h 331548"/>
                    <a:gd name="connsiteX32" fmla="*/ 182472 w 331171"/>
                    <a:gd name="connsiteY32" fmla="*/ 161 h 331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31171" h="331548">
                      <a:moveTo>
                        <a:pt x="127057" y="52373"/>
                      </a:moveTo>
                      <a:cubicBezTo>
                        <a:pt x="68408" y="63976"/>
                        <a:pt x="25327" y="114222"/>
                        <a:pt x="22812" y="173954"/>
                      </a:cubicBezTo>
                      <a:cubicBezTo>
                        <a:pt x="19804" y="245407"/>
                        <a:pt x="75289" y="305768"/>
                        <a:pt x="146741" y="308776"/>
                      </a:cubicBezTo>
                      <a:cubicBezTo>
                        <a:pt x="210839" y="311504"/>
                        <a:pt x="267263" y="266865"/>
                        <a:pt x="279357" y="203858"/>
                      </a:cubicBezTo>
                      <a:lnTo>
                        <a:pt x="160855" y="203858"/>
                      </a:lnTo>
                      <a:cubicBezTo>
                        <a:pt x="142205" y="203837"/>
                        <a:pt x="127088" y="188729"/>
                        <a:pt x="127057" y="170079"/>
                      </a:cubicBezTo>
                      <a:close/>
                      <a:moveTo>
                        <a:pt x="138477" y="27824"/>
                      </a:moveTo>
                      <a:cubicBezTo>
                        <a:pt x="144755" y="27853"/>
                        <a:pt x="149821" y="32966"/>
                        <a:pt x="149791" y="39244"/>
                      </a:cubicBezTo>
                      <a:lnTo>
                        <a:pt x="149791" y="170079"/>
                      </a:lnTo>
                      <a:cubicBezTo>
                        <a:pt x="149801" y="176182"/>
                        <a:pt x="154752" y="181124"/>
                        <a:pt x="160855" y="181124"/>
                      </a:cubicBezTo>
                      <a:lnTo>
                        <a:pt x="292429" y="181124"/>
                      </a:lnTo>
                      <a:lnTo>
                        <a:pt x="292372" y="181067"/>
                      </a:lnTo>
                      <a:cubicBezTo>
                        <a:pt x="292736" y="181066"/>
                        <a:pt x="293100" y="181082"/>
                        <a:pt x="293462" y="181115"/>
                      </a:cubicBezTo>
                      <a:cubicBezTo>
                        <a:pt x="299713" y="181691"/>
                        <a:pt x="304315" y="187225"/>
                        <a:pt x="303739" y="193476"/>
                      </a:cubicBezTo>
                      <a:cubicBezTo>
                        <a:pt x="296493" y="271753"/>
                        <a:pt x="230789" y="331609"/>
                        <a:pt x="152178" y="331548"/>
                      </a:cubicBezTo>
                      <a:cubicBezTo>
                        <a:pt x="150075" y="331548"/>
                        <a:pt x="147972" y="331435"/>
                        <a:pt x="145851" y="331435"/>
                      </a:cubicBezTo>
                      <a:cubicBezTo>
                        <a:pt x="67456" y="328233"/>
                        <a:pt x="3440" y="264331"/>
                        <a:pt x="144" y="185936"/>
                      </a:cubicBezTo>
                      <a:cubicBezTo>
                        <a:pt x="-3352" y="105182"/>
                        <a:pt x="56883" y="35780"/>
                        <a:pt x="137325" y="27877"/>
                      </a:cubicBezTo>
                      <a:cubicBezTo>
                        <a:pt x="137708" y="27840"/>
                        <a:pt x="138093" y="27822"/>
                        <a:pt x="138477" y="27824"/>
                      </a:cubicBezTo>
                      <a:close/>
                      <a:moveTo>
                        <a:pt x="191963" y="25396"/>
                      </a:moveTo>
                      <a:lnTo>
                        <a:pt x="191963" y="136945"/>
                      </a:lnTo>
                      <a:lnTo>
                        <a:pt x="305482" y="136945"/>
                      </a:lnTo>
                      <a:cubicBezTo>
                        <a:pt x="290243" y="82178"/>
                        <a:pt x="246988" y="39674"/>
                        <a:pt x="191963" y="25396"/>
                      </a:cubicBezTo>
                      <a:close/>
                      <a:moveTo>
                        <a:pt x="182472" y="161"/>
                      </a:moveTo>
                      <a:cubicBezTo>
                        <a:pt x="257676" y="12942"/>
                        <a:pt x="316936" y="71257"/>
                        <a:pt x="330925" y="146246"/>
                      </a:cubicBezTo>
                      <a:lnTo>
                        <a:pt x="330982" y="146360"/>
                      </a:lnTo>
                      <a:cubicBezTo>
                        <a:pt x="331108" y="147041"/>
                        <a:pt x="331171" y="147732"/>
                        <a:pt x="331171" y="148425"/>
                      </a:cubicBezTo>
                      <a:cubicBezTo>
                        <a:pt x="331172" y="154703"/>
                        <a:pt x="326082" y="159792"/>
                        <a:pt x="319805" y="159792"/>
                      </a:cubicBezTo>
                      <a:lnTo>
                        <a:pt x="188155" y="159792"/>
                      </a:lnTo>
                      <a:cubicBezTo>
                        <a:pt x="177692" y="159792"/>
                        <a:pt x="169210" y="151310"/>
                        <a:pt x="169210" y="140847"/>
                      </a:cubicBezTo>
                      <a:lnTo>
                        <a:pt x="169210" y="11376"/>
                      </a:lnTo>
                      <a:cubicBezTo>
                        <a:pt x="169210" y="10739"/>
                        <a:pt x="169263" y="10103"/>
                        <a:pt x="169369" y="9474"/>
                      </a:cubicBezTo>
                      <a:cubicBezTo>
                        <a:pt x="170416" y="3284"/>
                        <a:pt x="176281" y="-886"/>
                        <a:pt x="182472" y="161"/>
                      </a:cubicBezTo>
                      <a:close/>
                    </a:path>
                  </a:pathLst>
                </a:custGeom>
                <a:solidFill>
                  <a:srgbClr val="00A0E9"/>
                </a:solidFill>
                <a:ln w="363" cap="flat">
                  <a:noFill/>
                  <a:prstDash val="solid"/>
                  <a:miter/>
                </a:ln>
              </p:spPr>
              <p:txBody>
                <a:bodyPr rtlCol="0" anchor="ctr"/>
                <a:lstStyle/>
                <a:p>
                  <a:endParaRPr lang="zh-CN" altLang="en-US"/>
                </a:p>
              </p:txBody>
            </p:sp>
          </p:grpSp>
          <p:grpSp>
            <p:nvGrpSpPr>
              <p:cNvPr id="131" name="组合 130">
                <a:extLst>
                  <a:ext uri="{FF2B5EF4-FFF2-40B4-BE49-F238E27FC236}">
                    <a16:creationId xmlns:a16="http://schemas.microsoft.com/office/drawing/2014/main" id="{125FAE7D-F1FC-9316-B702-8C88BB7C1AC8}"/>
                  </a:ext>
                </a:extLst>
              </p:cNvPr>
              <p:cNvGrpSpPr/>
              <p:nvPr/>
            </p:nvGrpSpPr>
            <p:grpSpPr>
              <a:xfrm>
                <a:off x="9024620" y="2258060"/>
                <a:ext cx="2494280" cy="3876041"/>
                <a:chOff x="9024620" y="2258060"/>
                <a:chExt cx="2494280" cy="3876041"/>
              </a:xfrm>
            </p:grpSpPr>
            <p:sp>
              <p:nvSpPr>
                <p:cNvPr id="122" name="椭圆 121">
                  <a:extLst>
                    <a:ext uri="{FF2B5EF4-FFF2-40B4-BE49-F238E27FC236}">
                      <a16:creationId xmlns:a16="http://schemas.microsoft.com/office/drawing/2014/main" id="{3563E54D-410A-A466-0C1D-77FBA8C2D4D2}"/>
                    </a:ext>
                  </a:extLst>
                </p:cNvPr>
                <p:cNvSpPr/>
                <p:nvPr/>
              </p:nvSpPr>
              <p:spPr>
                <a:xfrm>
                  <a:off x="9883140" y="2258060"/>
                  <a:ext cx="777240" cy="777240"/>
                </a:xfrm>
                <a:prstGeom prst="ellipse">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Number4">
                  <a:extLst>
                    <a:ext uri="{FF2B5EF4-FFF2-40B4-BE49-F238E27FC236}">
                      <a16:creationId xmlns:a16="http://schemas.microsoft.com/office/drawing/2014/main" id="{B5FDFD66-4885-7F80-06E4-81D5C75B665E}"/>
                    </a:ext>
                  </a:extLst>
                </p:cNvPr>
                <p:cNvSpPr/>
                <p:nvPr/>
              </p:nvSpPr>
              <p:spPr>
                <a:xfrm>
                  <a:off x="9723966" y="3319780"/>
                  <a:ext cx="1095588" cy="452120"/>
                </a:xfrm>
                <a:prstGeom prst="roundRect">
                  <a:avLst>
                    <a:gd name="adj" fmla="val 50000"/>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04</a:t>
                  </a:r>
                  <a:endParaRPr lang="zh-CN" altLang="en-US" dirty="0"/>
                </a:p>
              </p:txBody>
            </p:sp>
            <p:cxnSp>
              <p:nvCxnSpPr>
                <p:cNvPr id="125" name="直接连接符 124">
                  <a:extLst>
                    <a:ext uri="{FF2B5EF4-FFF2-40B4-BE49-F238E27FC236}">
                      <a16:creationId xmlns:a16="http://schemas.microsoft.com/office/drawing/2014/main" id="{F4FF2F17-A7DA-A22C-BE50-AF668BE82498}"/>
                    </a:ext>
                  </a:extLst>
                </p:cNvPr>
                <p:cNvCxnSpPr>
                  <a:stCxn id="122" idx="4"/>
                  <a:endCxn id="123" idx="0"/>
                </p:cNvCxnSpPr>
                <p:nvPr/>
              </p:nvCxnSpPr>
              <p:spPr>
                <a:xfrm>
                  <a:off x="10271760" y="3035300"/>
                  <a:ext cx="0" cy="2844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0" name="Bullet4">
                  <a:extLst>
                    <a:ext uri="{FF2B5EF4-FFF2-40B4-BE49-F238E27FC236}">
                      <a16:creationId xmlns:a16="http://schemas.microsoft.com/office/drawing/2014/main" id="{71D95292-B293-757F-AEB3-0C201D89FED6}"/>
                    </a:ext>
                  </a:extLst>
                </p:cNvPr>
                <p:cNvSpPr>
                  <a:spLocks/>
                </p:cNvSpPr>
                <p:nvPr/>
              </p:nvSpPr>
              <p:spPr>
                <a:xfrm>
                  <a:off x="9024620" y="3855720"/>
                  <a:ext cx="249428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p>
              </p:txBody>
            </p:sp>
            <p:sp>
              <p:nvSpPr>
                <p:cNvPr id="121" name="Text4">
                  <a:extLst>
                    <a:ext uri="{FF2B5EF4-FFF2-40B4-BE49-F238E27FC236}">
                      <a16:creationId xmlns:a16="http://schemas.microsoft.com/office/drawing/2014/main" id="{E57BF086-3162-9300-374B-89211B8A6F0B}"/>
                    </a:ext>
                  </a:extLst>
                </p:cNvPr>
                <p:cNvSpPr/>
                <p:nvPr/>
              </p:nvSpPr>
              <p:spPr>
                <a:xfrm>
                  <a:off x="9024620" y="4617721"/>
                  <a:ext cx="2494280" cy="1516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p>
              </p:txBody>
            </p:sp>
            <p:sp>
              <p:nvSpPr>
                <p:cNvPr id="128" name="Icon4">
                  <a:extLst>
                    <a:ext uri="{FF2B5EF4-FFF2-40B4-BE49-F238E27FC236}">
                      <a16:creationId xmlns:a16="http://schemas.microsoft.com/office/drawing/2014/main" id="{D78CDD1F-9BA6-7A50-84CB-E4A9C66BD033}"/>
                    </a:ext>
                  </a:extLst>
                </p:cNvPr>
                <p:cNvSpPr/>
                <p:nvPr/>
              </p:nvSpPr>
              <p:spPr>
                <a:xfrm>
                  <a:off x="10096395" y="2505075"/>
                  <a:ext cx="350731" cy="283210"/>
                </a:xfrm>
                <a:custGeom>
                  <a:avLst/>
                  <a:gdLst>
                    <a:gd name="connsiteX0" fmla="*/ 135893 w 350731"/>
                    <a:gd name="connsiteY0" fmla="*/ 108954 h 283210"/>
                    <a:gd name="connsiteX1" fmla="*/ 135893 w 350731"/>
                    <a:gd name="connsiteY1" fmla="*/ 174959 h 283210"/>
                    <a:gd name="connsiteX2" fmla="*/ 193070 w 350731"/>
                    <a:gd name="connsiteY2" fmla="*/ 141956 h 283210"/>
                    <a:gd name="connsiteX3" fmla="*/ 129680 w 350731"/>
                    <a:gd name="connsiteY3" fmla="*/ 86529 h 283210"/>
                    <a:gd name="connsiteX4" fmla="*/ 146521 w 350731"/>
                    <a:gd name="connsiteY4" fmla="*/ 88796 h 283210"/>
                    <a:gd name="connsiteX5" fmla="*/ 205251 w 350731"/>
                    <a:gd name="connsiteY5" fmla="*/ 122727 h 283210"/>
                    <a:gd name="connsiteX6" fmla="*/ 205195 w 350731"/>
                    <a:gd name="connsiteY6" fmla="*/ 122727 h 283210"/>
                    <a:gd name="connsiteX7" fmla="*/ 213297 w 350731"/>
                    <a:gd name="connsiteY7" fmla="*/ 130829 h 283210"/>
                    <a:gd name="connsiteX8" fmla="*/ 205195 w 350731"/>
                    <a:gd name="connsiteY8" fmla="*/ 161167 h 283210"/>
                    <a:gd name="connsiteX9" fmla="*/ 146465 w 350731"/>
                    <a:gd name="connsiteY9" fmla="*/ 195116 h 283210"/>
                    <a:gd name="connsiteX10" fmla="*/ 135207 w 350731"/>
                    <a:gd name="connsiteY10" fmla="*/ 198133 h 283210"/>
                    <a:gd name="connsiteX11" fmla="*/ 113159 w 350731"/>
                    <a:gd name="connsiteY11" fmla="*/ 175887 h 283210"/>
                    <a:gd name="connsiteX12" fmla="*/ 113159 w 350731"/>
                    <a:gd name="connsiteY12" fmla="*/ 108007 h 283210"/>
                    <a:gd name="connsiteX13" fmla="*/ 116167 w 350731"/>
                    <a:gd name="connsiteY13" fmla="*/ 96834 h 283210"/>
                    <a:gd name="connsiteX14" fmla="*/ 129680 w 350731"/>
                    <a:gd name="connsiteY14" fmla="*/ 86529 h 283210"/>
                    <a:gd name="connsiteX15" fmla="*/ 315360 w 350731"/>
                    <a:gd name="connsiteY15" fmla="*/ 73336 h 283210"/>
                    <a:gd name="connsiteX16" fmla="*/ 290997 w 350731"/>
                    <a:gd name="connsiteY16" fmla="*/ 87413 h 283210"/>
                    <a:gd name="connsiteX17" fmla="*/ 290997 w 350731"/>
                    <a:gd name="connsiteY17" fmla="*/ 191838 h 283210"/>
                    <a:gd name="connsiteX18" fmla="*/ 315341 w 350731"/>
                    <a:gd name="connsiteY18" fmla="*/ 205876 h 283210"/>
                    <a:gd name="connsiteX19" fmla="*/ 319513 w 350731"/>
                    <a:gd name="connsiteY19" fmla="*/ 206997 h 283210"/>
                    <a:gd name="connsiteX20" fmla="*/ 327997 w 350731"/>
                    <a:gd name="connsiteY20" fmla="*/ 198582 h 283210"/>
                    <a:gd name="connsiteX21" fmla="*/ 327997 w 350731"/>
                    <a:gd name="connsiteY21" fmla="*/ 80630 h 283210"/>
                    <a:gd name="connsiteX22" fmla="*/ 326886 w 350731"/>
                    <a:gd name="connsiteY22" fmla="*/ 76489 h 283210"/>
                    <a:gd name="connsiteX23" fmla="*/ 315360 w 350731"/>
                    <a:gd name="connsiteY23" fmla="*/ 73336 h 283210"/>
                    <a:gd name="connsiteX24" fmla="*/ 70552 w 350731"/>
                    <a:gd name="connsiteY24" fmla="*/ 62386 h 283210"/>
                    <a:gd name="connsiteX25" fmla="*/ 63675 w 350731"/>
                    <a:gd name="connsiteY25" fmla="*/ 69301 h 283210"/>
                    <a:gd name="connsiteX26" fmla="*/ 70590 w 350731"/>
                    <a:gd name="connsiteY26" fmla="*/ 76178 h 283210"/>
                    <a:gd name="connsiteX27" fmla="*/ 70590 w 350731"/>
                    <a:gd name="connsiteY27" fmla="*/ 76273 h 283210"/>
                    <a:gd name="connsiteX28" fmla="*/ 70666 w 350731"/>
                    <a:gd name="connsiteY28" fmla="*/ 76272 h 283210"/>
                    <a:gd name="connsiteX29" fmla="*/ 77467 w 350731"/>
                    <a:gd name="connsiteY29" fmla="*/ 69282 h 283210"/>
                    <a:gd name="connsiteX30" fmla="*/ 77467 w 350731"/>
                    <a:gd name="connsiteY30" fmla="*/ 69263 h 283210"/>
                    <a:gd name="connsiteX31" fmla="*/ 70552 w 350731"/>
                    <a:gd name="connsiteY31" fmla="*/ 62386 h 283210"/>
                    <a:gd name="connsiteX32" fmla="*/ 70590 w 350731"/>
                    <a:gd name="connsiteY32" fmla="*/ 39671 h 283210"/>
                    <a:gd name="connsiteX33" fmla="*/ 100201 w 350731"/>
                    <a:gd name="connsiteY33" fmla="*/ 69282 h 283210"/>
                    <a:gd name="connsiteX34" fmla="*/ 100201 w 350731"/>
                    <a:gd name="connsiteY34" fmla="*/ 69320 h 283210"/>
                    <a:gd name="connsiteX35" fmla="*/ 70552 w 350731"/>
                    <a:gd name="connsiteY35" fmla="*/ 98931 h 283210"/>
                    <a:gd name="connsiteX36" fmla="*/ 40941 w 350731"/>
                    <a:gd name="connsiteY36" fmla="*/ 69282 h 283210"/>
                    <a:gd name="connsiteX37" fmla="*/ 70590 w 350731"/>
                    <a:gd name="connsiteY37" fmla="*/ 39671 h 283210"/>
                    <a:gd name="connsiteX38" fmla="*/ 39785 w 350731"/>
                    <a:gd name="connsiteY38" fmla="*/ 22734 h 283210"/>
                    <a:gd name="connsiteX39" fmla="*/ 22734 w 350731"/>
                    <a:gd name="connsiteY39" fmla="*/ 39785 h 283210"/>
                    <a:gd name="connsiteX40" fmla="*/ 22734 w 350731"/>
                    <a:gd name="connsiteY40" fmla="*/ 243426 h 283210"/>
                    <a:gd name="connsiteX41" fmla="*/ 39785 w 350731"/>
                    <a:gd name="connsiteY41" fmla="*/ 260476 h 283210"/>
                    <a:gd name="connsiteX42" fmla="*/ 251212 w 350731"/>
                    <a:gd name="connsiteY42" fmla="*/ 260476 h 283210"/>
                    <a:gd name="connsiteX43" fmla="*/ 268262 w 350731"/>
                    <a:gd name="connsiteY43" fmla="*/ 243426 h 283210"/>
                    <a:gd name="connsiteX44" fmla="*/ 268225 w 350731"/>
                    <a:gd name="connsiteY44" fmla="*/ 243426 h 283210"/>
                    <a:gd name="connsiteX45" fmla="*/ 268225 w 350731"/>
                    <a:gd name="connsiteY45" fmla="*/ 39785 h 283210"/>
                    <a:gd name="connsiteX46" fmla="*/ 251174 w 350731"/>
                    <a:gd name="connsiteY46" fmla="*/ 22734 h 283210"/>
                    <a:gd name="connsiteX47" fmla="*/ 39785 w 350731"/>
                    <a:gd name="connsiteY47" fmla="*/ 0 h 283210"/>
                    <a:gd name="connsiteX48" fmla="*/ 251212 w 350731"/>
                    <a:gd name="connsiteY48" fmla="*/ 0 h 283210"/>
                    <a:gd name="connsiteX49" fmla="*/ 290997 w 350731"/>
                    <a:gd name="connsiteY49" fmla="*/ 39785 h 283210"/>
                    <a:gd name="connsiteX50" fmla="*/ 290997 w 350731"/>
                    <a:gd name="connsiteY50" fmla="*/ 61230 h 283210"/>
                    <a:gd name="connsiteX51" fmla="*/ 303993 w 350731"/>
                    <a:gd name="connsiteY51" fmla="*/ 53652 h 283210"/>
                    <a:gd name="connsiteX52" fmla="*/ 335158 w 350731"/>
                    <a:gd name="connsiteY52" fmla="*/ 53652 h 283210"/>
                    <a:gd name="connsiteX53" fmla="*/ 350731 w 350731"/>
                    <a:gd name="connsiteY53" fmla="*/ 80630 h 283210"/>
                    <a:gd name="connsiteX54" fmla="*/ 350731 w 350731"/>
                    <a:gd name="connsiteY54" fmla="*/ 198582 h 283210"/>
                    <a:gd name="connsiteX55" fmla="*/ 335120 w 350731"/>
                    <a:gd name="connsiteY55" fmla="*/ 225636 h 283210"/>
                    <a:gd name="connsiteX56" fmla="*/ 303955 w 350731"/>
                    <a:gd name="connsiteY56" fmla="*/ 225636 h 283210"/>
                    <a:gd name="connsiteX57" fmla="*/ 290959 w 350731"/>
                    <a:gd name="connsiteY57" fmla="*/ 218058 h 283210"/>
                    <a:gd name="connsiteX58" fmla="*/ 290959 w 350731"/>
                    <a:gd name="connsiteY58" fmla="*/ 243426 h 283210"/>
                    <a:gd name="connsiteX59" fmla="*/ 251174 w 350731"/>
                    <a:gd name="connsiteY59" fmla="*/ 283210 h 283210"/>
                    <a:gd name="connsiteX60" fmla="*/ 39785 w 350731"/>
                    <a:gd name="connsiteY60" fmla="*/ 283210 h 283210"/>
                    <a:gd name="connsiteX61" fmla="*/ 0 w 350731"/>
                    <a:gd name="connsiteY61" fmla="*/ 243426 h 283210"/>
                    <a:gd name="connsiteX62" fmla="*/ 0 w 350731"/>
                    <a:gd name="connsiteY62" fmla="*/ 39785 h 283210"/>
                    <a:gd name="connsiteX63" fmla="*/ 39785 w 350731"/>
                    <a:gd name="connsiteY63" fmla="*/ 0 h 2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50731" h="283210">
                      <a:moveTo>
                        <a:pt x="135893" y="108954"/>
                      </a:moveTo>
                      <a:lnTo>
                        <a:pt x="135893" y="174959"/>
                      </a:lnTo>
                      <a:lnTo>
                        <a:pt x="193070" y="141956"/>
                      </a:lnTo>
                      <a:close/>
                      <a:moveTo>
                        <a:pt x="129680" y="86529"/>
                      </a:moveTo>
                      <a:cubicBezTo>
                        <a:pt x="135173" y="85074"/>
                        <a:pt x="141221" y="85715"/>
                        <a:pt x="146521" y="88796"/>
                      </a:cubicBezTo>
                      <a:lnTo>
                        <a:pt x="205251" y="122727"/>
                      </a:lnTo>
                      <a:lnTo>
                        <a:pt x="205195" y="122727"/>
                      </a:lnTo>
                      <a:cubicBezTo>
                        <a:pt x="208557" y="124672"/>
                        <a:pt x="211351" y="127466"/>
                        <a:pt x="213297" y="130829"/>
                      </a:cubicBezTo>
                      <a:cubicBezTo>
                        <a:pt x="219437" y="141444"/>
                        <a:pt x="215809" y="155026"/>
                        <a:pt x="205195" y="161167"/>
                      </a:cubicBezTo>
                      <a:lnTo>
                        <a:pt x="146465" y="195116"/>
                      </a:lnTo>
                      <a:cubicBezTo>
                        <a:pt x="143049" y="197109"/>
                        <a:pt x="139161" y="198151"/>
                        <a:pt x="135207" y="198133"/>
                      </a:cubicBezTo>
                      <a:cubicBezTo>
                        <a:pt x="122976" y="198078"/>
                        <a:pt x="113104" y="188118"/>
                        <a:pt x="113159" y="175887"/>
                      </a:cubicBezTo>
                      <a:lnTo>
                        <a:pt x="113159" y="108007"/>
                      </a:lnTo>
                      <a:cubicBezTo>
                        <a:pt x="113157" y="104082"/>
                        <a:pt x="114195" y="100227"/>
                        <a:pt x="116167" y="96834"/>
                      </a:cubicBezTo>
                      <a:cubicBezTo>
                        <a:pt x="119248" y="91533"/>
                        <a:pt x="124187" y="87983"/>
                        <a:pt x="129680" y="86529"/>
                      </a:cubicBezTo>
                      <a:close/>
                      <a:moveTo>
                        <a:pt x="315360" y="73336"/>
                      </a:moveTo>
                      <a:lnTo>
                        <a:pt x="290997" y="87413"/>
                      </a:lnTo>
                      <a:lnTo>
                        <a:pt x="290997" y="191838"/>
                      </a:lnTo>
                      <a:lnTo>
                        <a:pt x="315341" y="205876"/>
                      </a:lnTo>
                      <a:cubicBezTo>
                        <a:pt x="316611" y="206605"/>
                        <a:pt x="318049" y="206992"/>
                        <a:pt x="319513" y="206997"/>
                      </a:cubicBezTo>
                      <a:cubicBezTo>
                        <a:pt x="324179" y="207016"/>
                        <a:pt x="327978" y="203249"/>
                        <a:pt x="327997" y="198582"/>
                      </a:cubicBezTo>
                      <a:lnTo>
                        <a:pt x="327997" y="80630"/>
                      </a:lnTo>
                      <a:cubicBezTo>
                        <a:pt x="327989" y="79177"/>
                        <a:pt x="327606" y="77751"/>
                        <a:pt x="326886" y="76489"/>
                      </a:cubicBezTo>
                      <a:cubicBezTo>
                        <a:pt x="324574" y="72435"/>
                        <a:pt x="319414" y="71024"/>
                        <a:pt x="315360" y="73336"/>
                      </a:cubicBezTo>
                      <a:close/>
                      <a:moveTo>
                        <a:pt x="70552" y="62386"/>
                      </a:moveTo>
                      <a:cubicBezTo>
                        <a:pt x="66743" y="62397"/>
                        <a:pt x="63664" y="65493"/>
                        <a:pt x="63675" y="69301"/>
                      </a:cubicBezTo>
                      <a:cubicBezTo>
                        <a:pt x="63685" y="73109"/>
                        <a:pt x="66781" y="76188"/>
                        <a:pt x="70590" y="76178"/>
                      </a:cubicBezTo>
                      <a:lnTo>
                        <a:pt x="70590" y="76273"/>
                      </a:lnTo>
                      <a:cubicBezTo>
                        <a:pt x="70615" y="76273"/>
                        <a:pt x="70641" y="76272"/>
                        <a:pt x="70666" y="76272"/>
                      </a:cubicBezTo>
                      <a:cubicBezTo>
                        <a:pt x="74475" y="76220"/>
                        <a:pt x="77519" y="73090"/>
                        <a:pt x="77467" y="69282"/>
                      </a:cubicBezTo>
                      <a:cubicBezTo>
                        <a:pt x="77467" y="69276"/>
                        <a:pt x="77467" y="69269"/>
                        <a:pt x="77467" y="69263"/>
                      </a:cubicBezTo>
                      <a:cubicBezTo>
                        <a:pt x="77457" y="65454"/>
                        <a:pt x="74361" y="62376"/>
                        <a:pt x="70552" y="62386"/>
                      </a:cubicBezTo>
                      <a:close/>
                      <a:moveTo>
                        <a:pt x="70590" y="39671"/>
                      </a:moveTo>
                      <a:cubicBezTo>
                        <a:pt x="86935" y="39692"/>
                        <a:pt x="100180" y="52937"/>
                        <a:pt x="100201" y="69282"/>
                      </a:cubicBezTo>
                      <a:cubicBezTo>
                        <a:pt x="100201" y="69295"/>
                        <a:pt x="100201" y="69307"/>
                        <a:pt x="100201" y="69320"/>
                      </a:cubicBezTo>
                      <a:cubicBezTo>
                        <a:pt x="100191" y="85684"/>
                        <a:pt x="86916" y="98941"/>
                        <a:pt x="70552" y="98931"/>
                      </a:cubicBezTo>
                      <a:cubicBezTo>
                        <a:pt x="54188" y="98921"/>
                        <a:pt x="40930" y="85646"/>
                        <a:pt x="40941" y="69282"/>
                      </a:cubicBezTo>
                      <a:cubicBezTo>
                        <a:pt x="40951" y="52918"/>
                        <a:pt x="54226" y="39660"/>
                        <a:pt x="70590" y="39671"/>
                      </a:cubicBezTo>
                      <a:close/>
                      <a:moveTo>
                        <a:pt x="39785" y="22734"/>
                      </a:moveTo>
                      <a:cubicBezTo>
                        <a:pt x="30368" y="22734"/>
                        <a:pt x="22734" y="30368"/>
                        <a:pt x="22734" y="39785"/>
                      </a:cubicBezTo>
                      <a:lnTo>
                        <a:pt x="22734" y="243426"/>
                      </a:lnTo>
                      <a:cubicBezTo>
                        <a:pt x="22734" y="252842"/>
                        <a:pt x="30368" y="260476"/>
                        <a:pt x="39785" y="260476"/>
                      </a:cubicBezTo>
                      <a:lnTo>
                        <a:pt x="251212" y="260476"/>
                      </a:lnTo>
                      <a:cubicBezTo>
                        <a:pt x="260629" y="260476"/>
                        <a:pt x="268262" y="252842"/>
                        <a:pt x="268262" y="243426"/>
                      </a:cubicBezTo>
                      <a:lnTo>
                        <a:pt x="268225" y="243426"/>
                      </a:lnTo>
                      <a:lnTo>
                        <a:pt x="268225" y="39785"/>
                      </a:lnTo>
                      <a:cubicBezTo>
                        <a:pt x="268225" y="30368"/>
                        <a:pt x="260591" y="22734"/>
                        <a:pt x="251174" y="22734"/>
                      </a:cubicBezTo>
                      <a:close/>
                      <a:moveTo>
                        <a:pt x="39785" y="0"/>
                      </a:moveTo>
                      <a:lnTo>
                        <a:pt x="251212" y="0"/>
                      </a:lnTo>
                      <a:cubicBezTo>
                        <a:pt x="273185" y="0"/>
                        <a:pt x="290997" y="17812"/>
                        <a:pt x="290997" y="39785"/>
                      </a:cubicBezTo>
                      <a:lnTo>
                        <a:pt x="290997" y="61230"/>
                      </a:lnTo>
                      <a:lnTo>
                        <a:pt x="303993" y="53652"/>
                      </a:lnTo>
                      <a:cubicBezTo>
                        <a:pt x="313617" y="48018"/>
                        <a:pt x="325534" y="48018"/>
                        <a:pt x="335158" y="53652"/>
                      </a:cubicBezTo>
                      <a:cubicBezTo>
                        <a:pt x="344842" y="59171"/>
                        <a:pt x="350796" y="69484"/>
                        <a:pt x="350731" y="80630"/>
                      </a:cubicBezTo>
                      <a:lnTo>
                        <a:pt x="350731" y="198582"/>
                      </a:lnTo>
                      <a:cubicBezTo>
                        <a:pt x="350808" y="209761"/>
                        <a:pt x="344837" y="220108"/>
                        <a:pt x="335120" y="225636"/>
                      </a:cubicBezTo>
                      <a:cubicBezTo>
                        <a:pt x="325496" y="231270"/>
                        <a:pt x="313579" y="231270"/>
                        <a:pt x="303955" y="225636"/>
                      </a:cubicBezTo>
                      <a:lnTo>
                        <a:pt x="290959" y="218058"/>
                      </a:lnTo>
                      <a:lnTo>
                        <a:pt x="290959" y="243426"/>
                      </a:lnTo>
                      <a:cubicBezTo>
                        <a:pt x="290959" y="265398"/>
                        <a:pt x="273147" y="283210"/>
                        <a:pt x="251174" y="283210"/>
                      </a:cubicBezTo>
                      <a:lnTo>
                        <a:pt x="39785" y="283210"/>
                      </a:lnTo>
                      <a:cubicBezTo>
                        <a:pt x="17812" y="283210"/>
                        <a:pt x="0" y="265398"/>
                        <a:pt x="0" y="243426"/>
                      </a:cubicBezTo>
                      <a:lnTo>
                        <a:pt x="0" y="39785"/>
                      </a:lnTo>
                      <a:cubicBezTo>
                        <a:pt x="0" y="17812"/>
                        <a:pt x="17812" y="0"/>
                        <a:pt x="39785" y="0"/>
                      </a:cubicBezTo>
                      <a:close/>
                    </a:path>
                  </a:pathLst>
                </a:custGeom>
                <a:solidFill>
                  <a:schemeClr val="accent2"/>
                </a:solidFill>
                <a:ln w="363" cap="flat">
                  <a:noFill/>
                  <a:prstDash val="solid"/>
                  <a:miter/>
                </a:ln>
              </p:spPr>
              <p:txBody>
                <a:bodyPr rtlCol="0" anchor="ctr"/>
                <a:lstStyle/>
                <a:p>
                  <a:endParaRPr lang="zh-CN" altLang="en-US"/>
                </a:p>
              </p:txBody>
            </p:sp>
          </p:grpSp>
        </p:grpSp>
        <p:cxnSp>
          <p:nvCxnSpPr>
            <p:cNvPr id="134" name="直接连接符 133">
              <a:extLst>
                <a:ext uri="{FF2B5EF4-FFF2-40B4-BE49-F238E27FC236}">
                  <a16:creationId xmlns:a16="http://schemas.microsoft.com/office/drawing/2014/main" id="{0665395C-DB13-EBC5-5D07-DDDFED1D1810}"/>
                </a:ext>
              </a:extLst>
            </p:cNvPr>
            <p:cNvCxnSpPr>
              <a:stCxn id="9" idx="3"/>
              <a:endCxn id="107" idx="1"/>
            </p:cNvCxnSpPr>
            <p:nvPr/>
          </p:nvCxnSpPr>
          <p:spPr>
            <a:xfrm>
              <a:off x="2455334" y="3545840"/>
              <a:ext cx="169248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5A8EDF44-F866-E084-A2B0-C06850E3ABAF}"/>
                </a:ext>
              </a:extLst>
            </p:cNvPr>
            <p:cNvCxnSpPr>
              <a:stCxn id="107" idx="3"/>
              <a:endCxn id="115" idx="1"/>
            </p:cNvCxnSpPr>
            <p:nvPr/>
          </p:nvCxnSpPr>
          <p:spPr>
            <a:xfrm>
              <a:off x="5243407" y="3545840"/>
              <a:ext cx="169248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19DAB646-02D7-D357-B5DA-CF67BBF95BDC}"/>
                </a:ext>
              </a:extLst>
            </p:cNvPr>
            <p:cNvCxnSpPr>
              <a:stCxn id="115" idx="3"/>
              <a:endCxn id="123" idx="1"/>
            </p:cNvCxnSpPr>
            <p:nvPr/>
          </p:nvCxnSpPr>
          <p:spPr>
            <a:xfrm>
              <a:off x="8031480" y="3545840"/>
              <a:ext cx="169248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6EABC-30C8-25A2-2E0F-424855E3C558}"/>
            </a:ext>
          </a:extLst>
        </p:cNvPr>
        <p:cNvGrpSpPr/>
        <p:nvPr/>
      </p:nvGrpSpPr>
      <p:grpSpPr>
        <a:xfrm>
          <a:off x="0" y="0"/>
          <a:ext cx="0" cy="0"/>
          <a:chOff x="0" y="0"/>
          <a:chExt cx="0" cy="0"/>
        </a:xfrm>
      </p:grpSpPr>
      <p:sp>
        <p:nvSpPr>
          <p:cNvPr id="22"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117" name="组合 116">
            <a:extLst>
              <a:ext uri="{FF2B5EF4-FFF2-40B4-BE49-F238E27FC236}">
                <a16:creationId xmlns:a16="http://schemas.microsoft.com/office/drawing/2014/main" id="{827AFDE0-3839-9DD6-7029-D80319FF9E79}"/>
              </a:ext>
            </a:extLst>
          </p:cNvPr>
          <p:cNvGrpSpPr/>
          <p:nvPr/>
        </p:nvGrpSpPr>
        <p:grpSpPr>
          <a:xfrm>
            <a:off x="660400" y="1130300"/>
            <a:ext cx="10858500" cy="5003800"/>
            <a:chOff x="660400" y="1130300"/>
            <a:chExt cx="10858500" cy="5003800"/>
          </a:xfrm>
        </p:grpSpPr>
        <p:sp>
          <p:nvSpPr>
            <p:cNvPr id="4" name="Title">
              <a:extLst>
                <a:ext uri="{FF2B5EF4-FFF2-40B4-BE49-F238E27FC236}">
                  <a16:creationId xmlns:a16="http://schemas.microsoft.com/office/drawing/2014/main" id="{BA80A351-CDB0-AB50-58E6-322E57B3BCF8}"/>
                </a:ext>
              </a:extLst>
            </p:cNvPr>
            <p:cNvSpPr txBox="1"/>
            <p:nvPr/>
          </p:nvSpPr>
          <p:spPr>
            <a:xfrm>
              <a:off x="660400" y="1130300"/>
              <a:ext cx="10858500" cy="525780"/>
            </a:xfrm>
            <a:prstGeom prst="rect">
              <a:avLst/>
            </a:prstGeom>
            <a:noFill/>
          </p:spPr>
          <p:txBody>
            <a:bodyPr vert="horz" wrap="square" rtlCol="0" anchor="t" anchorCtr="1">
              <a:normAutofit/>
            </a:bodyPr>
            <a:lstStyle/>
            <a:p>
              <a:pPr algn="ctr"/>
              <a:r>
                <a:rPr lang="zh-CN" altLang="en-US" sz="2400" b="1" dirty="0">
                  <a:cs typeface="+mn-ea"/>
                  <a:sym typeface="+mn-lt"/>
                </a:rPr>
                <a:t>单击此处添加长一点的副标题</a:t>
              </a:r>
              <a:endParaRPr lang="en-US" dirty="0"/>
            </a:p>
          </p:txBody>
        </p:sp>
        <p:grpSp>
          <p:nvGrpSpPr>
            <p:cNvPr id="113" name="组合 112">
              <a:extLst>
                <a:ext uri="{FF2B5EF4-FFF2-40B4-BE49-F238E27FC236}">
                  <a16:creationId xmlns:a16="http://schemas.microsoft.com/office/drawing/2014/main" id="{3CA88F19-C5FD-F3D1-04D0-AD4F6F796E79}"/>
                </a:ext>
              </a:extLst>
            </p:cNvPr>
            <p:cNvGrpSpPr/>
            <p:nvPr/>
          </p:nvGrpSpPr>
          <p:grpSpPr>
            <a:xfrm>
              <a:off x="660400" y="2107726"/>
              <a:ext cx="2646189" cy="4026374"/>
              <a:chOff x="660400" y="2107726"/>
              <a:chExt cx="2646189" cy="4026374"/>
            </a:xfrm>
          </p:grpSpPr>
          <p:grpSp>
            <p:nvGrpSpPr>
              <p:cNvPr id="97" name="组合 96">
                <a:extLst>
                  <a:ext uri="{FF2B5EF4-FFF2-40B4-BE49-F238E27FC236}">
                    <a16:creationId xmlns:a16="http://schemas.microsoft.com/office/drawing/2014/main" id="{86D1BBE3-A0C2-B074-AB0D-B88E3A8445CB}"/>
                  </a:ext>
                </a:extLst>
              </p:cNvPr>
              <p:cNvGrpSpPr/>
              <p:nvPr/>
            </p:nvGrpSpPr>
            <p:grpSpPr>
              <a:xfrm>
                <a:off x="660400" y="2758440"/>
                <a:ext cx="2646189" cy="3375660"/>
                <a:chOff x="660400" y="2021840"/>
                <a:chExt cx="2646189" cy="3375660"/>
              </a:xfrm>
            </p:grpSpPr>
            <p:sp>
              <p:nvSpPr>
                <p:cNvPr id="6" name="矩形: 圆角 5">
                  <a:extLst>
                    <a:ext uri="{FF2B5EF4-FFF2-40B4-BE49-F238E27FC236}">
                      <a16:creationId xmlns:a16="http://schemas.microsoft.com/office/drawing/2014/main" id="{3965E403-5564-9922-2B0D-41EACA35047C}"/>
                    </a:ext>
                  </a:extLst>
                </p:cNvPr>
                <p:cNvSpPr/>
                <p:nvPr/>
              </p:nvSpPr>
              <p:spPr>
                <a:xfrm>
                  <a:off x="660400" y="2021840"/>
                  <a:ext cx="2646189" cy="3375660"/>
                </a:xfrm>
                <a:prstGeom prst="roundRect">
                  <a:avLst>
                    <a:gd name="adj" fmla="val 14700"/>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Bullet1">
                  <a:extLst>
                    <a:ext uri="{FF2B5EF4-FFF2-40B4-BE49-F238E27FC236}">
                      <a16:creationId xmlns:a16="http://schemas.microsoft.com/office/drawing/2014/main" id="{8EF31593-955D-40DE-5F25-8819D714D11C}"/>
                    </a:ext>
                  </a:extLst>
                </p:cNvPr>
                <p:cNvSpPr txBox="1"/>
                <p:nvPr/>
              </p:nvSpPr>
              <p:spPr>
                <a:xfrm>
                  <a:off x="731520" y="2858307"/>
                  <a:ext cx="2494280" cy="723093"/>
                </a:xfrm>
                <a:prstGeom prst="rect">
                  <a:avLst/>
                </a:prstGeom>
                <a:noFill/>
                <a:effectLst/>
              </p:spPr>
              <p:txBody>
                <a:bodyPr wrap="square" rtlCol="0" anchor="b" anchorCtr="0">
                  <a:norm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1800" dirty="0">
                      <a:solidFill>
                        <a:srgbClr val="FFFFFF"/>
                      </a:solidFill>
                      <a:effectLst/>
                      <a:cs typeface="+mn-ea"/>
                      <a:sym typeface="+mn-lt"/>
                    </a:rPr>
                    <a:t>单击添加小标题</a:t>
                  </a:r>
                  <a:endParaRPr lang="en-US" dirty="0">
                    <a:solidFill>
                      <a:srgbClr val="FFFFFF"/>
                    </a:solidFill>
                  </a:endParaRPr>
                </a:p>
              </p:txBody>
            </p:sp>
            <p:sp>
              <p:nvSpPr>
                <p:cNvPr id="27" name="Text1">
                  <a:extLst>
                    <a:ext uri="{FF2B5EF4-FFF2-40B4-BE49-F238E27FC236}">
                      <a16:creationId xmlns:a16="http://schemas.microsoft.com/office/drawing/2014/main" id="{64E52490-1D4C-7289-9AE8-00E968A1705D}"/>
                    </a:ext>
                  </a:extLst>
                </p:cNvPr>
                <p:cNvSpPr txBox="1"/>
                <p:nvPr/>
              </p:nvSpPr>
              <p:spPr>
                <a:xfrm>
                  <a:off x="731520" y="3581400"/>
                  <a:ext cx="2494280" cy="1568450"/>
                </a:xfrm>
                <a:prstGeom prst="rect">
                  <a:avLst/>
                </a:prstGeom>
                <a:noFill/>
                <a:ln>
                  <a:noFill/>
                </a:ln>
              </p:spPr>
              <p:txBody>
                <a:bodyPr wrap="square" lIns="91440" tIns="45720" rIns="91440" bIns="45720" anchor="t" anchorCtr="0">
                  <a:normAutofit/>
                </a:bodyPr>
                <a:lstStyle/>
                <a:p>
                  <a:pPr marR="0" lvl="0" indent="0" defTabSz="913765" fontAlgn="auto">
                    <a:lnSpc>
                      <a:spcPct val="120000"/>
                    </a:lnSpc>
                    <a:spcBef>
                      <a:spcPts val="0"/>
                    </a:spcBef>
                    <a:spcAft>
                      <a:spcPts val="0"/>
                    </a:spcAft>
                    <a:buClrTx/>
                    <a:buSzPct val="25000"/>
                    <a:buFontTx/>
                    <a:buNone/>
                    <a:defRPr/>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grpSp>
              <p:nvGrpSpPr>
                <p:cNvPr id="93" name="组合 92">
                  <a:extLst>
                    <a:ext uri="{FF2B5EF4-FFF2-40B4-BE49-F238E27FC236}">
                      <a16:creationId xmlns:a16="http://schemas.microsoft.com/office/drawing/2014/main" id="{1B11A651-9A8E-E469-2464-9FDA78D14C3D}"/>
                    </a:ext>
                  </a:extLst>
                </p:cNvPr>
                <p:cNvGrpSpPr/>
                <p:nvPr/>
              </p:nvGrpSpPr>
              <p:grpSpPr>
                <a:xfrm>
                  <a:off x="777432" y="2117774"/>
                  <a:ext cx="670560" cy="670560"/>
                  <a:chOff x="777432" y="2117774"/>
                  <a:chExt cx="670560" cy="670560"/>
                </a:xfrm>
              </p:grpSpPr>
              <p:sp>
                <p:nvSpPr>
                  <p:cNvPr id="16" name="椭圆 15">
                    <a:extLst>
                      <a:ext uri="{FF2B5EF4-FFF2-40B4-BE49-F238E27FC236}">
                        <a16:creationId xmlns:a16="http://schemas.microsoft.com/office/drawing/2014/main" id="{6861BF8D-A9D4-2E5C-075D-23BFEDEFFC06}"/>
                      </a:ext>
                    </a:extLst>
                  </p:cNvPr>
                  <p:cNvSpPr/>
                  <p:nvPr/>
                </p:nvSpPr>
                <p:spPr>
                  <a:xfrm>
                    <a:off x="777432" y="2117774"/>
                    <a:ext cx="670560" cy="670560"/>
                  </a:xfrm>
                  <a:prstGeom prst="ellipse">
                    <a:avLst/>
                  </a:prstGeom>
                  <a:solidFill>
                    <a:srgbClr val="FFFFFF"/>
                  </a:solid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Icon1">
                    <a:extLst>
                      <a:ext uri="{FF2B5EF4-FFF2-40B4-BE49-F238E27FC236}">
                        <a16:creationId xmlns:a16="http://schemas.microsoft.com/office/drawing/2014/main" id="{23AAF3E6-051F-479C-5932-E4EBC173D68D}"/>
                      </a:ext>
                    </a:extLst>
                  </p:cNvPr>
                  <p:cNvSpPr/>
                  <p:nvPr/>
                </p:nvSpPr>
                <p:spPr>
                  <a:xfrm>
                    <a:off x="936795" y="2267563"/>
                    <a:ext cx="351835" cy="351835"/>
                  </a:xfrm>
                  <a:custGeom>
                    <a:avLst/>
                    <a:gdLst>
                      <a:gd name="connsiteX0" fmla="*/ 224783 w 351835"/>
                      <a:gd name="connsiteY0" fmla="*/ 0 h 351835"/>
                      <a:gd name="connsiteX1" fmla="*/ 224783 w 351835"/>
                      <a:gd name="connsiteY1" fmla="*/ 351836 h 351835"/>
                      <a:gd name="connsiteX2" fmla="*/ 127052 w 351835"/>
                      <a:gd name="connsiteY2" fmla="*/ 351836 h 351835"/>
                      <a:gd name="connsiteX3" fmla="*/ 127052 w 351835"/>
                      <a:gd name="connsiteY3" fmla="*/ 0 h 351835"/>
                      <a:gd name="connsiteX4" fmla="*/ 224783 w 351835"/>
                      <a:gd name="connsiteY4" fmla="*/ 0 h 351835"/>
                      <a:gd name="connsiteX5" fmla="*/ 97732 w 351835"/>
                      <a:gd name="connsiteY5" fmla="*/ 87959 h 351835"/>
                      <a:gd name="connsiteX6" fmla="*/ 97732 w 351835"/>
                      <a:gd name="connsiteY6" fmla="*/ 351836 h 351835"/>
                      <a:gd name="connsiteX7" fmla="*/ 0 w 351835"/>
                      <a:gd name="connsiteY7" fmla="*/ 351836 h 351835"/>
                      <a:gd name="connsiteX8" fmla="*/ 0 w 351835"/>
                      <a:gd name="connsiteY8" fmla="*/ 87959 h 351835"/>
                      <a:gd name="connsiteX9" fmla="*/ 97732 w 351835"/>
                      <a:gd name="connsiteY9" fmla="*/ 87959 h 351835"/>
                      <a:gd name="connsiteX10" fmla="*/ 351836 w 351835"/>
                      <a:gd name="connsiteY10" fmla="*/ 185691 h 351835"/>
                      <a:gd name="connsiteX11" fmla="*/ 351836 w 351835"/>
                      <a:gd name="connsiteY11" fmla="*/ 351836 h 351835"/>
                      <a:gd name="connsiteX12" fmla="*/ 254103 w 351835"/>
                      <a:gd name="connsiteY12" fmla="*/ 351836 h 351835"/>
                      <a:gd name="connsiteX13" fmla="*/ 254103 w 351835"/>
                      <a:gd name="connsiteY13" fmla="*/ 185691 h 351835"/>
                      <a:gd name="connsiteX14" fmla="*/ 351836 w 351835"/>
                      <a:gd name="connsiteY14" fmla="*/ 185691 h 351835"/>
                      <a:gd name="connsiteX15" fmla="*/ 195464 w 351835"/>
                      <a:gd name="connsiteY15" fmla="*/ 29320 h 351835"/>
                      <a:gd name="connsiteX16" fmla="*/ 156371 w 351835"/>
                      <a:gd name="connsiteY16" fmla="*/ 29320 h 351835"/>
                      <a:gd name="connsiteX17" fmla="*/ 156371 w 351835"/>
                      <a:gd name="connsiteY17" fmla="*/ 322516 h 351835"/>
                      <a:gd name="connsiteX18" fmla="*/ 195464 w 351835"/>
                      <a:gd name="connsiteY18" fmla="*/ 322516 h 351835"/>
                      <a:gd name="connsiteX19" fmla="*/ 195464 w 351835"/>
                      <a:gd name="connsiteY19" fmla="*/ 29320 h 351835"/>
                      <a:gd name="connsiteX20" fmla="*/ 68412 w 351835"/>
                      <a:gd name="connsiteY20" fmla="*/ 117279 h 351835"/>
                      <a:gd name="connsiteX21" fmla="*/ 29320 w 351835"/>
                      <a:gd name="connsiteY21" fmla="*/ 117279 h 351835"/>
                      <a:gd name="connsiteX22" fmla="*/ 29320 w 351835"/>
                      <a:gd name="connsiteY22" fmla="*/ 322516 h 351835"/>
                      <a:gd name="connsiteX23" fmla="*/ 68412 w 351835"/>
                      <a:gd name="connsiteY23" fmla="*/ 322516 h 351835"/>
                      <a:gd name="connsiteX24" fmla="*/ 68412 w 351835"/>
                      <a:gd name="connsiteY24" fmla="*/ 117279 h 351835"/>
                      <a:gd name="connsiteX25" fmla="*/ 322516 w 351835"/>
                      <a:gd name="connsiteY25" fmla="*/ 215010 h 351835"/>
                      <a:gd name="connsiteX26" fmla="*/ 283423 w 351835"/>
                      <a:gd name="connsiteY26" fmla="*/ 215010 h 351835"/>
                      <a:gd name="connsiteX27" fmla="*/ 283423 w 351835"/>
                      <a:gd name="connsiteY27" fmla="*/ 322516 h 351835"/>
                      <a:gd name="connsiteX28" fmla="*/ 322516 w 351835"/>
                      <a:gd name="connsiteY28" fmla="*/ 322516 h 351835"/>
                      <a:gd name="connsiteX29" fmla="*/ 322516 w 351835"/>
                      <a:gd name="connsiteY29" fmla="*/ 215010 h 35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51835" h="351835">
                        <a:moveTo>
                          <a:pt x="224783" y="0"/>
                        </a:moveTo>
                        <a:lnTo>
                          <a:pt x="224783" y="351836"/>
                        </a:lnTo>
                        <a:lnTo>
                          <a:pt x="127052" y="351836"/>
                        </a:lnTo>
                        <a:lnTo>
                          <a:pt x="127052" y="0"/>
                        </a:lnTo>
                        <a:lnTo>
                          <a:pt x="224783" y="0"/>
                        </a:lnTo>
                        <a:close/>
                        <a:moveTo>
                          <a:pt x="97732" y="87959"/>
                        </a:moveTo>
                        <a:lnTo>
                          <a:pt x="97732" y="351836"/>
                        </a:lnTo>
                        <a:lnTo>
                          <a:pt x="0" y="351836"/>
                        </a:lnTo>
                        <a:lnTo>
                          <a:pt x="0" y="87959"/>
                        </a:lnTo>
                        <a:lnTo>
                          <a:pt x="97732" y="87959"/>
                        </a:lnTo>
                        <a:close/>
                        <a:moveTo>
                          <a:pt x="351836" y="185691"/>
                        </a:moveTo>
                        <a:lnTo>
                          <a:pt x="351836" y="351836"/>
                        </a:lnTo>
                        <a:lnTo>
                          <a:pt x="254103" y="351836"/>
                        </a:lnTo>
                        <a:lnTo>
                          <a:pt x="254103" y="185691"/>
                        </a:lnTo>
                        <a:lnTo>
                          <a:pt x="351836" y="185691"/>
                        </a:lnTo>
                        <a:close/>
                        <a:moveTo>
                          <a:pt x="195464" y="29320"/>
                        </a:moveTo>
                        <a:lnTo>
                          <a:pt x="156371" y="29320"/>
                        </a:lnTo>
                        <a:lnTo>
                          <a:pt x="156371" y="322516"/>
                        </a:lnTo>
                        <a:lnTo>
                          <a:pt x="195464" y="322516"/>
                        </a:lnTo>
                        <a:lnTo>
                          <a:pt x="195464" y="29320"/>
                        </a:lnTo>
                        <a:close/>
                        <a:moveTo>
                          <a:pt x="68412" y="117279"/>
                        </a:moveTo>
                        <a:lnTo>
                          <a:pt x="29320" y="117279"/>
                        </a:lnTo>
                        <a:lnTo>
                          <a:pt x="29320" y="322516"/>
                        </a:lnTo>
                        <a:lnTo>
                          <a:pt x="68412" y="322516"/>
                        </a:lnTo>
                        <a:lnTo>
                          <a:pt x="68412" y="117279"/>
                        </a:lnTo>
                        <a:close/>
                        <a:moveTo>
                          <a:pt x="322516" y="215010"/>
                        </a:moveTo>
                        <a:lnTo>
                          <a:pt x="283423" y="215010"/>
                        </a:lnTo>
                        <a:lnTo>
                          <a:pt x="283423" y="322516"/>
                        </a:lnTo>
                        <a:lnTo>
                          <a:pt x="322516" y="322516"/>
                        </a:lnTo>
                        <a:lnTo>
                          <a:pt x="322516" y="215010"/>
                        </a:lnTo>
                        <a:close/>
                      </a:path>
                    </a:pathLst>
                  </a:custGeom>
                  <a:solidFill>
                    <a:schemeClr val="accent1"/>
                  </a:solidFill>
                  <a:ln w="456" cap="flat">
                    <a:noFill/>
                    <a:prstDash val="solid"/>
                    <a:miter/>
                  </a:ln>
                </p:spPr>
                <p:txBody>
                  <a:bodyPr rtlCol="0" anchor="ctr"/>
                  <a:lstStyle/>
                  <a:p>
                    <a:endParaRPr lang="zh-CN" altLang="en-US"/>
                  </a:p>
                </p:txBody>
              </p:sp>
            </p:grpSp>
          </p:grpSp>
          <p:sp>
            <p:nvSpPr>
              <p:cNvPr id="103" name="Number1">
                <a:extLst>
                  <a:ext uri="{FF2B5EF4-FFF2-40B4-BE49-F238E27FC236}">
                    <a16:creationId xmlns:a16="http://schemas.microsoft.com/office/drawing/2014/main" id="{F19ADD7B-FDCD-5E7F-3AD1-C680A5190798}"/>
                  </a:ext>
                </a:extLst>
              </p:cNvPr>
              <p:cNvSpPr/>
              <p:nvPr/>
            </p:nvSpPr>
            <p:spPr>
              <a:xfrm>
                <a:off x="1335388" y="2107726"/>
                <a:ext cx="1296212" cy="478204"/>
              </a:xfrm>
              <a:prstGeom prst="roundRect">
                <a:avLst>
                  <a:gd name="adj" fmla="val 50000"/>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t>01</a:t>
                </a:r>
                <a:endParaRPr lang="zh-CN" altLang="en-US" b="1" dirty="0"/>
              </a:p>
            </p:txBody>
          </p:sp>
        </p:grpSp>
        <p:grpSp>
          <p:nvGrpSpPr>
            <p:cNvPr id="114" name="组合 113">
              <a:extLst>
                <a:ext uri="{FF2B5EF4-FFF2-40B4-BE49-F238E27FC236}">
                  <a16:creationId xmlns:a16="http://schemas.microsoft.com/office/drawing/2014/main" id="{59FBB598-199B-771A-D4BB-83A90F078985}"/>
                </a:ext>
              </a:extLst>
            </p:cNvPr>
            <p:cNvGrpSpPr/>
            <p:nvPr/>
          </p:nvGrpSpPr>
          <p:grpSpPr>
            <a:xfrm>
              <a:off x="3397836" y="2107726"/>
              <a:ext cx="2646189" cy="4026374"/>
              <a:chOff x="3397836" y="2107726"/>
              <a:chExt cx="2646189" cy="4026374"/>
            </a:xfrm>
          </p:grpSpPr>
          <p:grpSp>
            <p:nvGrpSpPr>
              <p:cNvPr id="98" name="组合 97">
                <a:extLst>
                  <a:ext uri="{FF2B5EF4-FFF2-40B4-BE49-F238E27FC236}">
                    <a16:creationId xmlns:a16="http://schemas.microsoft.com/office/drawing/2014/main" id="{78593832-0AB7-0428-0A26-E0574E312D86}"/>
                  </a:ext>
                </a:extLst>
              </p:cNvPr>
              <p:cNvGrpSpPr/>
              <p:nvPr/>
            </p:nvGrpSpPr>
            <p:grpSpPr>
              <a:xfrm>
                <a:off x="3397836" y="2758440"/>
                <a:ext cx="2646189" cy="3375660"/>
                <a:chOff x="3397837" y="2021840"/>
                <a:chExt cx="2646189" cy="3375660"/>
              </a:xfrm>
            </p:grpSpPr>
            <p:sp>
              <p:nvSpPr>
                <p:cNvPr id="12" name="矩形: 圆角 11">
                  <a:extLst>
                    <a:ext uri="{FF2B5EF4-FFF2-40B4-BE49-F238E27FC236}">
                      <a16:creationId xmlns:a16="http://schemas.microsoft.com/office/drawing/2014/main" id="{3D619E19-2BF4-9DF3-7BBA-1920A84A4972}"/>
                    </a:ext>
                  </a:extLst>
                </p:cNvPr>
                <p:cNvSpPr/>
                <p:nvPr/>
              </p:nvSpPr>
              <p:spPr>
                <a:xfrm>
                  <a:off x="3397837" y="2021840"/>
                  <a:ext cx="2646189" cy="3375660"/>
                </a:xfrm>
                <a:prstGeom prst="roundRect">
                  <a:avLst>
                    <a:gd name="adj" fmla="val 14700"/>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Bullet2">
                  <a:extLst>
                    <a:ext uri="{FF2B5EF4-FFF2-40B4-BE49-F238E27FC236}">
                      <a16:creationId xmlns:a16="http://schemas.microsoft.com/office/drawing/2014/main" id="{75FEF0F0-15F3-D09F-AD03-D17FDEF70F92}"/>
                    </a:ext>
                  </a:extLst>
                </p:cNvPr>
                <p:cNvSpPr txBox="1"/>
                <p:nvPr/>
              </p:nvSpPr>
              <p:spPr>
                <a:xfrm>
                  <a:off x="3474720" y="2858307"/>
                  <a:ext cx="2494280" cy="723093"/>
                </a:xfrm>
                <a:prstGeom prst="rect">
                  <a:avLst/>
                </a:prstGeom>
                <a:noFill/>
                <a:effectLst/>
              </p:spPr>
              <p:txBody>
                <a:bodyPr wrap="square" rtlCol="0" anchor="b" anchorCtr="0">
                  <a:norm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1800" dirty="0">
                      <a:solidFill>
                        <a:srgbClr val="FFFFFF"/>
                      </a:solidFill>
                      <a:effectLst/>
                      <a:cs typeface="+mn-ea"/>
                      <a:sym typeface="+mn-lt"/>
                    </a:rPr>
                    <a:t>单击添加小标题</a:t>
                  </a:r>
                  <a:endParaRPr lang="en-US" dirty="0">
                    <a:solidFill>
                      <a:srgbClr val="FFFFFF"/>
                    </a:solidFill>
                  </a:endParaRPr>
                </a:p>
              </p:txBody>
            </p:sp>
            <p:sp>
              <p:nvSpPr>
                <p:cNvPr id="29" name="Text2">
                  <a:extLst>
                    <a:ext uri="{FF2B5EF4-FFF2-40B4-BE49-F238E27FC236}">
                      <a16:creationId xmlns:a16="http://schemas.microsoft.com/office/drawing/2014/main" id="{EA237E1B-DDEA-8B52-3962-6ECFBB4AF58F}"/>
                    </a:ext>
                  </a:extLst>
                </p:cNvPr>
                <p:cNvSpPr txBox="1"/>
                <p:nvPr/>
              </p:nvSpPr>
              <p:spPr>
                <a:xfrm>
                  <a:off x="3474720" y="3581400"/>
                  <a:ext cx="2494280" cy="1568450"/>
                </a:xfrm>
                <a:prstGeom prst="rect">
                  <a:avLst/>
                </a:prstGeom>
                <a:noFill/>
                <a:ln>
                  <a:noFill/>
                </a:ln>
              </p:spPr>
              <p:txBody>
                <a:bodyPr wrap="square" lIns="91440" tIns="45720" rIns="91440" bIns="45720" anchor="t" anchorCtr="0">
                  <a:normAutofit/>
                </a:bodyPr>
                <a:lstStyle/>
                <a:p>
                  <a:pPr marR="0" lvl="0" indent="0" defTabSz="913765" fontAlgn="auto">
                    <a:lnSpc>
                      <a:spcPct val="120000"/>
                    </a:lnSpc>
                    <a:spcBef>
                      <a:spcPts val="0"/>
                    </a:spcBef>
                    <a:spcAft>
                      <a:spcPts val="0"/>
                    </a:spcAft>
                    <a:buClrTx/>
                    <a:buSzPct val="25000"/>
                    <a:buFontTx/>
                    <a:buNone/>
                    <a:defRPr/>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grpSp>
              <p:nvGrpSpPr>
                <p:cNvPr id="94" name="组合 93">
                  <a:extLst>
                    <a:ext uri="{FF2B5EF4-FFF2-40B4-BE49-F238E27FC236}">
                      <a16:creationId xmlns:a16="http://schemas.microsoft.com/office/drawing/2014/main" id="{9E7F6D06-B778-B674-27FD-F1837BAB041A}"/>
                    </a:ext>
                  </a:extLst>
                </p:cNvPr>
                <p:cNvGrpSpPr/>
                <p:nvPr/>
              </p:nvGrpSpPr>
              <p:grpSpPr>
                <a:xfrm>
                  <a:off x="3510472" y="2117774"/>
                  <a:ext cx="670560" cy="670560"/>
                  <a:chOff x="3510472" y="2117774"/>
                  <a:chExt cx="670560" cy="670560"/>
                </a:xfrm>
              </p:grpSpPr>
              <p:sp>
                <p:nvSpPr>
                  <p:cNvPr id="23" name="椭圆 22">
                    <a:extLst>
                      <a:ext uri="{FF2B5EF4-FFF2-40B4-BE49-F238E27FC236}">
                        <a16:creationId xmlns:a16="http://schemas.microsoft.com/office/drawing/2014/main" id="{FCA46AF0-885C-B3C8-1FBE-F4C1E32B3377}"/>
                      </a:ext>
                    </a:extLst>
                  </p:cNvPr>
                  <p:cNvSpPr/>
                  <p:nvPr/>
                </p:nvSpPr>
                <p:spPr>
                  <a:xfrm>
                    <a:off x="3510472" y="2117774"/>
                    <a:ext cx="670560" cy="670560"/>
                  </a:xfrm>
                  <a:prstGeom prst="ellipse">
                    <a:avLst/>
                  </a:prstGeom>
                  <a:solidFill>
                    <a:srgbClr val="FFFFFF"/>
                  </a:solid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Icon2">
                    <a:extLst>
                      <a:ext uri="{FF2B5EF4-FFF2-40B4-BE49-F238E27FC236}">
                        <a16:creationId xmlns:a16="http://schemas.microsoft.com/office/drawing/2014/main" id="{B143A0B5-510B-6A96-979C-657935307D65}"/>
                      </a:ext>
                    </a:extLst>
                  </p:cNvPr>
                  <p:cNvSpPr/>
                  <p:nvPr/>
                </p:nvSpPr>
                <p:spPr>
                  <a:xfrm>
                    <a:off x="3635067" y="2285023"/>
                    <a:ext cx="421371" cy="316915"/>
                  </a:xfrm>
                  <a:custGeom>
                    <a:avLst/>
                    <a:gdLst>
                      <a:gd name="connsiteX0" fmla="*/ 210632 w 421371"/>
                      <a:gd name="connsiteY0" fmla="*/ 111464 h 316915"/>
                      <a:gd name="connsiteX1" fmla="*/ 286648 w 421371"/>
                      <a:gd name="connsiteY1" fmla="*/ 187479 h 316915"/>
                      <a:gd name="connsiteX2" fmla="*/ 225341 w 421371"/>
                      <a:gd name="connsiteY2" fmla="*/ 248777 h 316915"/>
                      <a:gd name="connsiteX3" fmla="*/ 225341 w 421371"/>
                      <a:gd name="connsiteY3" fmla="*/ 316916 h 316915"/>
                      <a:gd name="connsiteX4" fmla="*/ 196021 w 421371"/>
                      <a:gd name="connsiteY4" fmla="*/ 316916 h 316915"/>
                      <a:gd name="connsiteX5" fmla="*/ 196021 w 421371"/>
                      <a:gd name="connsiteY5" fmla="*/ 248875 h 316915"/>
                      <a:gd name="connsiteX6" fmla="*/ 134616 w 421371"/>
                      <a:gd name="connsiteY6" fmla="*/ 187479 h 316915"/>
                      <a:gd name="connsiteX7" fmla="*/ 210632 w 421371"/>
                      <a:gd name="connsiteY7" fmla="*/ 111464 h 316915"/>
                      <a:gd name="connsiteX8" fmla="*/ 210105 w 421371"/>
                      <a:gd name="connsiteY8" fmla="*/ 0 h 316915"/>
                      <a:gd name="connsiteX9" fmla="*/ 323718 w 421371"/>
                      <a:gd name="connsiteY9" fmla="*/ 97664 h 316915"/>
                      <a:gd name="connsiteX10" fmla="*/ 324070 w 421371"/>
                      <a:gd name="connsiteY10" fmla="*/ 100234 h 316915"/>
                      <a:gd name="connsiteX11" fmla="*/ 325800 w 421371"/>
                      <a:gd name="connsiteY11" fmla="*/ 100273 h 316915"/>
                      <a:gd name="connsiteX12" fmla="*/ 421333 w 421371"/>
                      <a:gd name="connsiteY12" fmla="*/ 195806 h 316915"/>
                      <a:gd name="connsiteX13" fmla="*/ 421372 w 421371"/>
                      <a:gd name="connsiteY13" fmla="*/ 198504 h 316915"/>
                      <a:gd name="connsiteX14" fmla="*/ 328624 w 421371"/>
                      <a:gd name="connsiteY14" fmla="*/ 296627 h 316915"/>
                      <a:gd name="connsiteX15" fmla="*/ 325878 w 421371"/>
                      <a:gd name="connsiteY15" fmla="*/ 296744 h 316915"/>
                      <a:gd name="connsiteX16" fmla="*/ 323102 w 421371"/>
                      <a:gd name="connsiteY16" fmla="*/ 296783 h 316915"/>
                      <a:gd name="connsiteX17" fmla="*/ 260798 w 421371"/>
                      <a:gd name="connsiteY17" fmla="*/ 296783 h 316915"/>
                      <a:gd name="connsiteX18" fmla="*/ 260798 w 421371"/>
                      <a:gd name="connsiteY18" fmla="*/ 267463 h 316915"/>
                      <a:gd name="connsiteX19" fmla="*/ 322877 w 421371"/>
                      <a:gd name="connsiteY19" fmla="*/ 267463 h 316915"/>
                      <a:gd name="connsiteX20" fmla="*/ 325223 w 421371"/>
                      <a:gd name="connsiteY20" fmla="*/ 267424 h 316915"/>
                      <a:gd name="connsiteX21" fmla="*/ 391951 w 421371"/>
                      <a:gd name="connsiteY21" fmla="*/ 196322 h 316915"/>
                      <a:gd name="connsiteX22" fmla="*/ 320849 w 421371"/>
                      <a:gd name="connsiteY22" fmla="*/ 129594 h 316915"/>
                      <a:gd name="connsiteX23" fmla="*/ 316036 w 421371"/>
                      <a:gd name="connsiteY23" fmla="*/ 129915 h 316915"/>
                      <a:gd name="connsiteX24" fmla="*/ 312547 w 421371"/>
                      <a:gd name="connsiteY24" fmla="*/ 130355 h 316915"/>
                      <a:gd name="connsiteX25" fmla="*/ 295513 w 421371"/>
                      <a:gd name="connsiteY25" fmla="*/ 132965 h 316915"/>
                      <a:gd name="connsiteX26" fmla="*/ 295679 w 421371"/>
                      <a:gd name="connsiteY26" fmla="*/ 114894 h 316915"/>
                      <a:gd name="connsiteX27" fmla="*/ 210105 w 421371"/>
                      <a:gd name="connsiteY27" fmla="*/ 29320 h 316915"/>
                      <a:gd name="connsiteX28" fmla="*/ 124569 w 421371"/>
                      <a:gd name="connsiteY28" fmla="*/ 112118 h 316915"/>
                      <a:gd name="connsiteX29" fmla="*/ 124530 w 421371"/>
                      <a:gd name="connsiteY29" fmla="*/ 114620 h 316915"/>
                      <a:gd name="connsiteX30" fmla="*/ 124862 w 421371"/>
                      <a:gd name="connsiteY30" fmla="*/ 132574 h 316915"/>
                      <a:gd name="connsiteX31" fmla="*/ 107877 w 421371"/>
                      <a:gd name="connsiteY31" fmla="*/ 130218 h 316915"/>
                      <a:gd name="connsiteX32" fmla="*/ 36487 w 421371"/>
                      <a:gd name="connsiteY32" fmla="*/ 196639 h 316915"/>
                      <a:gd name="connsiteX33" fmla="*/ 95953 w 421371"/>
                      <a:gd name="connsiteY33" fmla="*/ 267424 h 316915"/>
                      <a:gd name="connsiteX34" fmla="*/ 98269 w 421371"/>
                      <a:gd name="connsiteY34" fmla="*/ 267463 h 316915"/>
                      <a:gd name="connsiteX35" fmla="*/ 160564 w 421371"/>
                      <a:gd name="connsiteY35" fmla="*/ 267463 h 316915"/>
                      <a:gd name="connsiteX36" fmla="*/ 160564 w 421371"/>
                      <a:gd name="connsiteY36" fmla="*/ 296783 h 316915"/>
                      <a:gd name="connsiteX37" fmla="*/ 98269 w 421371"/>
                      <a:gd name="connsiteY37" fmla="*/ 296783 h 316915"/>
                      <a:gd name="connsiteX38" fmla="*/ 0 w 421371"/>
                      <a:gd name="connsiteY38" fmla="*/ 198504 h 316915"/>
                      <a:gd name="connsiteX39" fmla="*/ 92875 w 421371"/>
                      <a:gd name="connsiteY39" fmla="*/ 100381 h 316915"/>
                      <a:gd name="connsiteX40" fmla="*/ 96139 w 421371"/>
                      <a:gd name="connsiteY40" fmla="*/ 100253 h 316915"/>
                      <a:gd name="connsiteX41" fmla="*/ 96501 w 421371"/>
                      <a:gd name="connsiteY41" fmla="*/ 97664 h 316915"/>
                      <a:gd name="connsiteX42" fmla="*/ 207192 w 421371"/>
                      <a:gd name="connsiteY42" fmla="*/ 39 h 316915"/>
                      <a:gd name="connsiteX43" fmla="*/ 210105 w 421371"/>
                      <a:gd name="connsiteY43" fmla="*/ 0 h 316915"/>
                      <a:gd name="connsiteX44" fmla="*/ 210642 w 421371"/>
                      <a:gd name="connsiteY44" fmla="*/ 152911 h 316915"/>
                      <a:gd name="connsiteX45" fmla="*/ 176084 w 421371"/>
                      <a:gd name="connsiteY45" fmla="*/ 187460 h 316915"/>
                      <a:gd name="connsiteX46" fmla="*/ 210642 w 421371"/>
                      <a:gd name="connsiteY46" fmla="*/ 222018 h 316915"/>
                      <a:gd name="connsiteX47" fmla="*/ 245190 w 421371"/>
                      <a:gd name="connsiteY47" fmla="*/ 187460 h 316915"/>
                      <a:gd name="connsiteX48" fmla="*/ 210642 w 421371"/>
                      <a:gd name="connsiteY48" fmla="*/ 152911 h 316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21371" h="316915">
                        <a:moveTo>
                          <a:pt x="210632" y="111464"/>
                        </a:moveTo>
                        <a:lnTo>
                          <a:pt x="286648" y="187479"/>
                        </a:lnTo>
                        <a:lnTo>
                          <a:pt x="225341" y="248777"/>
                        </a:lnTo>
                        <a:lnTo>
                          <a:pt x="225341" y="316916"/>
                        </a:lnTo>
                        <a:lnTo>
                          <a:pt x="196021" y="316916"/>
                        </a:lnTo>
                        <a:lnTo>
                          <a:pt x="196021" y="248875"/>
                        </a:lnTo>
                        <a:lnTo>
                          <a:pt x="134616" y="187479"/>
                        </a:lnTo>
                        <a:lnTo>
                          <a:pt x="210632" y="111464"/>
                        </a:lnTo>
                        <a:close/>
                        <a:moveTo>
                          <a:pt x="210105" y="0"/>
                        </a:moveTo>
                        <a:cubicBezTo>
                          <a:pt x="267698" y="0"/>
                          <a:pt x="315401" y="42387"/>
                          <a:pt x="323718" y="97664"/>
                        </a:cubicBezTo>
                        <a:lnTo>
                          <a:pt x="324070" y="100234"/>
                        </a:lnTo>
                        <a:lnTo>
                          <a:pt x="325800" y="100273"/>
                        </a:lnTo>
                        <a:cubicBezTo>
                          <a:pt x="377930" y="101680"/>
                          <a:pt x="419925" y="143676"/>
                          <a:pt x="421333" y="195806"/>
                        </a:cubicBezTo>
                        <a:lnTo>
                          <a:pt x="421372" y="198504"/>
                        </a:lnTo>
                        <a:cubicBezTo>
                          <a:pt x="421372" y="250751"/>
                          <a:pt x="380549" y="293636"/>
                          <a:pt x="328624" y="296627"/>
                        </a:cubicBezTo>
                        <a:lnTo>
                          <a:pt x="325878" y="296744"/>
                        </a:lnTo>
                        <a:lnTo>
                          <a:pt x="323102" y="296783"/>
                        </a:lnTo>
                        <a:lnTo>
                          <a:pt x="260798" y="296783"/>
                        </a:lnTo>
                        <a:lnTo>
                          <a:pt x="260798" y="267463"/>
                        </a:lnTo>
                        <a:lnTo>
                          <a:pt x="322877" y="267463"/>
                        </a:lnTo>
                        <a:lnTo>
                          <a:pt x="325223" y="267424"/>
                        </a:lnTo>
                        <a:cubicBezTo>
                          <a:pt x="363284" y="266217"/>
                          <a:pt x="393159" y="234383"/>
                          <a:pt x="391951" y="196322"/>
                        </a:cubicBezTo>
                        <a:cubicBezTo>
                          <a:pt x="390744" y="158261"/>
                          <a:pt x="358910" y="128386"/>
                          <a:pt x="320849" y="129594"/>
                        </a:cubicBezTo>
                        <a:cubicBezTo>
                          <a:pt x="319241" y="129645"/>
                          <a:pt x="317636" y="129752"/>
                          <a:pt x="316036" y="129915"/>
                        </a:cubicBezTo>
                        <a:lnTo>
                          <a:pt x="312547" y="130355"/>
                        </a:lnTo>
                        <a:lnTo>
                          <a:pt x="295513" y="132965"/>
                        </a:lnTo>
                        <a:lnTo>
                          <a:pt x="295679" y="114894"/>
                        </a:lnTo>
                        <a:cubicBezTo>
                          <a:pt x="295679" y="67633"/>
                          <a:pt x="257366" y="29320"/>
                          <a:pt x="210105" y="29320"/>
                        </a:cubicBezTo>
                        <a:cubicBezTo>
                          <a:pt x="163692" y="29320"/>
                          <a:pt x="125908" y="66282"/>
                          <a:pt x="124569" y="112118"/>
                        </a:cubicBezTo>
                        <a:lnTo>
                          <a:pt x="124530" y="114620"/>
                        </a:lnTo>
                        <a:lnTo>
                          <a:pt x="124862" y="132574"/>
                        </a:lnTo>
                        <a:lnTo>
                          <a:pt x="107877" y="130218"/>
                        </a:lnTo>
                        <a:cubicBezTo>
                          <a:pt x="69821" y="128846"/>
                          <a:pt x="37859" y="158584"/>
                          <a:pt x="36487" y="196639"/>
                        </a:cubicBezTo>
                        <a:cubicBezTo>
                          <a:pt x="35212" y="231997"/>
                          <a:pt x="60906" y="262581"/>
                          <a:pt x="95953" y="267424"/>
                        </a:cubicBezTo>
                        <a:lnTo>
                          <a:pt x="98269" y="267463"/>
                        </a:lnTo>
                        <a:lnTo>
                          <a:pt x="160564" y="267463"/>
                        </a:lnTo>
                        <a:lnTo>
                          <a:pt x="160564" y="296783"/>
                        </a:lnTo>
                        <a:lnTo>
                          <a:pt x="98269" y="296783"/>
                        </a:lnTo>
                        <a:cubicBezTo>
                          <a:pt x="43999" y="296783"/>
                          <a:pt x="0" y="252784"/>
                          <a:pt x="0" y="198504"/>
                        </a:cubicBezTo>
                        <a:cubicBezTo>
                          <a:pt x="0" y="146041"/>
                          <a:pt x="41116" y="103176"/>
                          <a:pt x="92875" y="100381"/>
                        </a:cubicBezTo>
                        <a:lnTo>
                          <a:pt x="96139" y="100253"/>
                        </a:lnTo>
                        <a:lnTo>
                          <a:pt x="96501" y="97664"/>
                        </a:lnTo>
                        <a:cubicBezTo>
                          <a:pt x="104671" y="43325"/>
                          <a:pt x="150908" y="1446"/>
                          <a:pt x="207192" y="39"/>
                        </a:cubicBezTo>
                        <a:lnTo>
                          <a:pt x="210105" y="0"/>
                        </a:lnTo>
                        <a:close/>
                        <a:moveTo>
                          <a:pt x="210642" y="152911"/>
                        </a:moveTo>
                        <a:lnTo>
                          <a:pt x="176084" y="187460"/>
                        </a:lnTo>
                        <a:lnTo>
                          <a:pt x="210642" y="222018"/>
                        </a:lnTo>
                        <a:lnTo>
                          <a:pt x="245190" y="187460"/>
                        </a:lnTo>
                        <a:lnTo>
                          <a:pt x="210642" y="152911"/>
                        </a:lnTo>
                        <a:close/>
                      </a:path>
                    </a:pathLst>
                  </a:custGeom>
                  <a:solidFill>
                    <a:schemeClr val="accent2"/>
                  </a:solidFill>
                  <a:ln w="456" cap="flat">
                    <a:noFill/>
                    <a:prstDash val="solid"/>
                    <a:miter/>
                  </a:ln>
                </p:spPr>
                <p:txBody>
                  <a:bodyPr rtlCol="0" anchor="ctr"/>
                  <a:lstStyle/>
                  <a:p>
                    <a:endParaRPr lang="zh-CN" altLang="en-US"/>
                  </a:p>
                </p:txBody>
              </p:sp>
            </p:grpSp>
          </p:grpSp>
          <p:sp>
            <p:nvSpPr>
              <p:cNvPr id="104" name="Number2">
                <a:extLst>
                  <a:ext uri="{FF2B5EF4-FFF2-40B4-BE49-F238E27FC236}">
                    <a16:creationId xmlns:a16="http://schemas.microsoft.com/office/drawing/2014/main" id="{05AA01BC-DEB2-40C8-01CB-A9EA73A0A3F7}"/>
                  </a:ext>
                </a:extLst>
              </p:cNvPr>
              <p:cNvSpPr/>
              <p:nvPr/>
            </p:nvSpPr>
            <p:spPr>
              <a:xfrm>
                <a:off x="4072825" y="2107726"/>
                <a:ext cx="1296212" cy="478204"/>
              </a:xfrm>
              <a:prstGeom prst="roundRect">
                <a:avLst>
                  <a:gd name="adj" fmla="val 50000"/>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t>02</a:t>
                </a:r>
                <a:endParaRPr lang="zh-CN" altLang="en-US" b="1" dirty="0"/>
              </a:p>
            </p:txBody>
          </p:sp>
        </p:grpSp>
        <p:grpSp>
          <p:nvGrpSpPr>
            <p:cNvPr id="115" name="组合 114">
              <a:extLst>
                <a:ext uri="{FF2B5EF4-FFF2-40B4-BE49-F238E27FC236}">
                  <a16:creationId xmlns:a16="http://schemas.microsoft.com/office/drawing/2014/main" id="{B1D9763D-2E66-D104-3EAC-7747AE71A9B6}"/>
                </a:ext>
              </a:extLst>
            </p:cNvPr>
            <p:cNvGrpSpPr/>
            <p:nvPr/>
          </p:nvGrpSpPr>
          <p:grpSpPr>
            <a:xfrm>
              <a:off x="6135273" y="2107726"/>
              <a:ext cx="2646189" cy="4026374"/>
              <a:chOff x="6135273" y="2107726"/>
              <a:chExt cx="2646189" cy="4026374"/>
            </a:xfrm>
          </p:grpSpPr>
          <p:grpSp>
            <p:nvGrpSpPr>
              <p:cNvPr id="99" name="组合 98">
                <a:extLst>
                  <a:ext uri="{FF2B5EF4-FFF2-40B4-BE49-F238E27FC236}">
                    <a16:creationId xmlns:a16="http://schemas.microsoft.com/office/drawing/2014/main" id="{ACA6DEE2-7378-EECA-7AB1-5814D8A3AEED}"/>
                  </a:ext>
                </a:extLst>
              </p:cNvPr>
              <p:cNvGrpSpPr/>
              <p:nvPr/>
            </p:nvGrpSpPr>
            <p:grpSpPr>
              <a:xfrm>
                <a:off x="6135273" y="2758440"/>
                <a:ext cx="2646189" cy="3375660"/>
                <a:chOff x="6135274" y="2021840"/>
                <a:chExt cx="2646189" cy="3375660"/>
              </a:xfrm>
            </p:grpSpPr>
            <p:sp>
              <p:nvSpPr>
                <p:cNvPr id="13" name="矩形: 圆角 12">
                  <a:extLst>
                    <a:ext uri="{FF2B5EF4-FFF2-40B4-BE49-F238E27FC236}">
                      <a16:creationId xmlns:a16="http://schemas.microsoft.com/office/drawing/2014/main" id="{CDF1812A-7FB0-BB5D-AF5A-ED458BDFB584}"/>
                    </a:ext>
                  </a:extLst>
                </p:cNvPr>
                <p:cNvSpPr/>
                <p:nvPr/>
              </p:nvSpPr>
              <p:spPr>
                <a:xfrm>
                  <a:off x="6135274" y="2021840"/>
                  <a:ext cx="2646189" cy="3375660"/>
                </a:xfrm>
                <a:prstGeom prst="roundRect">
                  <a:avLst>
                    <a:gd name="adj" fmla="val 14700"/>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Bullet3">
                  <a:extLst>
                    <a:ext uri="{FF2B5EF4-FFF2-40B4-BE49-F238E27FC236}">
                      <a16:creationId xmlns:a16="http://schemas.microsoft.com/office/drawing/2014/main" id="{B4F42FCF-A631-69E1-2DFC-B8A17D2DD727}"/>
                    </a:ext>
                  </a:extLst>
                </p:cNvPr>
                <p:cNvSpPr txBox="1"/>
                <p:nvPr/>
              </p:nvSpPr>
              <p:spPr>
                <a:xfrm>
                  <a:off x="6217920" y="2858307"/>
                  <a:ext cx="2494280" cy="723093"/>
                </a:xfrm>
                <a:prstGeom prst="rect">
                  <a:avLst/>
                </a:prstGeom>
                <a:noFill/>
                <a:effectLst/>
              </p:spPr>
              <p:txBody>
                <a:bodyPr wrap="square" rtlCol="0" anchor="b" anchorCtr="0">
                  <a:norm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1800" dirty="0">
                      <a:solidFill>
                        <a:srgbClr val="FFFFFF"/>
                      </a:solidFill>
                      <a:effectLst/>
                      <a:cs typeface="+mn-ea"/>
                      <a:sym typeface="+mn-lt"/>
                    </a:rPr>
                    <a:t>单击添加小标题</a:t>
                  </a:r>
                  <a:endParaRPr lang="en-US" dirty="0">
                    <a:solidFill>
                      <a:srgbClr val="FFFFFF"/>
                    </a:solidFill>
                  </a:endParaRPr>
                </a:p>
              </p:txBody>
            </p:sp>
            <p:sp>
              <p:nvSpPr>
                <p:cNvPr id="31" name="Text3">
                  <a:extLst>
                    <a:ext uri="{FF2B5EF4-FFF2-40B4-BE49-F238E27FC236}">
                      <a16:creationId xmlns:a16="http://schemas.microsoft.com/office/drawing/2014/main" id="{56BD093E-86DC-CB63-2673-4C287F3792FE}"/>
                    </a:ext>
                  </a:extLst>
                </p:cNvPr>
                <p:cNvSpPr txBox="1"/>
                <p:nvPr/>
              </p:nvSpPr>
              <p:spPr>
                <a:xfrm>
                  <a:off x="6217920" y="3581400"/>
                  <a:ext cx="2494280" cy="1568450"/>
                </a:xfrm>
                <a:prstGeom prst="rect">
                  <a:avLst/>
                </a:prstGeom>
                <a:noFill/>
                <a:ln>
                  <a:noFill/>
                </a:ln>
              </p:spPr>
              <p:txBody>
                <a:bodyPr wrap="square" lIns="91440" tIns="45720" rIns="91440" bIns="45720" anchor="t" anchorCtr="0">
                  <a:normAutofit/>
                </a:bodyPr>
                <a:lstStyle/>
                <a:p>
                  <a:pPr marR="0" lvl="0" indent="0" defTabSz="913765" fontAlgn="auto">
                    <a:lnSpc>
                      <a:spcPct val="120000"/>
                    </a:lnSpc>
                    <a:spcBef>
                      <a:spcPts val="0"/>
                    </a:spcBef>
                    <a:spcAft>
                      <a:spcPts val="0"/>
                    </a:spcAft>
                    <a:buClrTx/>
                    <a:buSzPct val="25000"/>
                    <a:buFontTx/>
                    <a:buNone/>
                    <a:defRPr/>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grpSp>
              <p:nvGrpSpPr>
                <p:cNvPr id="95" name="组合 94">
                  <a:extLst>
                    <a:ext uri="{FF2B5EF4-FFF2-40B4-BE49-F238E27FC236}">
                      <a16:creationId xmlns:a16="http://schemas.microsoft.com/office/drawing/2014/main" id="{9C3DBA0B-A0C7-7A06-13A4-3F3071715606}"/>
                    </a:ext>
                  </a:extLst>
                </p:cNvPr>
                <p:cNvGrpSpPr/>
                <p:nvPr/>
              </p:nvGrpSpPr>
              <p:grpSpPr>
                <a:xfrm>
                  <a:off x="6243512" y="2117774"/>
                  <a:ext cx="670560" cy="670560"/>
                  <a:chOff x="6243512" y="2117774"/>
                  <a:chExt cx="670560" cy="670560"/>
                </a:xfrm>
              </p:grpSpPr>
              <p:sp>
                <p:nvSpPr>
                  <p:cNvPr id="24" name="椭圆 23">
                    <a:extLst>
                      <a:ext uri="{FF2B5EF4-FFF2-40B4-BE49-F238E27FC236}">
                        <a16:creationId xmlns:a16="http://schemas.microsoft.com/office/drawing/2014/main" id="{BB76511C-D77A-856F-222E-3390ECE9ECD6}"/>
                      </a:ext>
                    </a:extLst>
                  </p:cNvPr>
                  <p:cNvSpPr/>
                  <p:nvPr/>
                </p:nvSpPr>
                <p:spPr>
                  <a:xfrm>
                    <a:off x="6243512" y="2117774"/>
                    <a:ext cx="670560" cy="670560"/>
                  </a:xfrm>
                  <a:prstGeom prst="ellipse">
                    <a:avLst/>
                  </a:prstGeom>
                  <a:solidFill>
                    <a:srgbClr val="FFFFFF"/>
                  </a:solid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Icon3">
                    <a:extLst>
                      <a:ext uri="{FF2B5EF4-FFF2-40B4-BE49-F238E27FC236}">
                        <a16:creationId xmlns:a16="http://schemas.microsoft.com/office/drawing/2014/main" id="{DBCD2BBB-033C-657B-D4B0-2FA6609492E4}"/>
                      </a:ext>
                    </a:extLst>
                  </p:cNvPr>
                  <p:cNvSpPr/>
                  <p:nvPr/>
                </p:nvSpPr>
                <p:spPr>
                  <a:xfrm>
                    <a:off x="6388215" y="2252903"/>
                    <a:ext cx="381155" cy="381154"/>
                  </a:xfrm>
                  <a:custGeom>
                    <a:avLst/>
                    <a:gdLst>
                      <a:gd name="connsiteX0" fmla="*/ 190578 w 381155"/>
                      <a:gd name="connsiteY0" fmla="*/ 0 h 381154"/>
                      <a:gd name="connsiteX1" fmla="*/ 381155 w 381155"/>
                      <a:gd name="connsiteY1" fmla="*/ 190577 h 381154"/>
                      <a:gd name="connsiteX2" fmla="*/ 190578 w 381155"/>
                      <a:gd name="connsiteY2" fmla="*/ 381155 h 381154"/>
                      <a:gd name="connsiteX3" fmla="*/ 0 w 381155"/>
                      <a:gd name="connsiteY3" fmla="*/ 190577 h 381154"/>
                      <a:gd name="connsiteX4" fmla="*/ 190578 w 381155"/>
                      <a:gd name="connsiteY4" fmla="*/ 0 h 381154"/>
                      <a:gd name="connsiteX5" fmla="*/ 269633 w 381155"/>
                      <a:gd name="connsiteY5" fmla="*/ 49990 h 381154"/>
                      <a:gd name="connsiteX6" fmla="*/ 269741 w 381155"/>
                      <a:gd name="connsiteY6" fmla="*/ 49765 h 381154"/>
                      <a:gd name="connsiteX7" fmla="*/ 265519 w 381155"/>
                      <a:gd name="connsiteY7" fmla="*/ 58854 h 381154"/>
                      <a:gd name="connsiteX8" fmla="*/ 262665 w 381155"/>
                      <a:gd name="connsiteY8" fmla="*/ 64591 h 381154"/>
                      <a:gd name="connsiteX9" fmla="*/ 205296 w 381155"/>
                      <a:gd name="connsiteY9" fmla="*/ 113711 h 381154"/>
                      <a:gd name="connsiteX10" fmla="*/ 192307 w 381155"/>
                      <a:gd name="connsiteY10" fmla="*/ 114601 h 381154"/>
                      <a:gd name="connsiteX11" fmla="*/ 190558 w 381155"/>
                      <a:gd name="connsiteY11" fmla="*/ 115011 h 381154"/>
                      <a:gd name="connsiteX12" fmla="*/ 190499 w 381155"/>
                      <a:gd name="connsiteY12" fmla="*/ 114982 h 381154"/>
                      <a:gd name="connsiteX13" fmla="*/ 190441 w 381155"/>
                      <a:gd name="connsiteY13" fmla="*/ 115099 h 381154"/>
                      <a:gd name="connsiteX14" fmla="*/ 190294 w 381155"/>
                      <a:gd name="connsiteY14" fmla="*/ 117670 h 381154"/>
                      <a:gd name="connsiteX15" fmla="*/ 190490 w 381155"/>
                      <a:gd name="connsiteY15" fmla="*/ 119409 h 381154"/>
                      <a:gd name="connsiteX16" fmla="*/ 190871 w 381155"/>
                      <a:gd name="connsiteY16" fmla="*/ 121579 h 381154"/>
                      <a:gd name="connsiteX17" fmla="*/ 191437 w 381155"/>
                      <a:gd name="connsiteY17" fmla="*/ 124188 h 381154"/>
                      <a:gd name="connsiteX18" fmla="*/ 191809 w 381155"/>
                      <a:gd name="connsiteY18" fmla="*/ 125654 h 381154"/>
                      <a:gd name="connsiteX19" fmla="*/ 192728 w 381155"/>
                      <a:gd name="connsiteY19" fmla="*/ 128918 h 381154"/>
                      <a:gd name="connsiteX20" fmla="*/ 193275 w 381155"/>
                      <a:gd name="connsiteY20" fmla="*/ 130726 h 381154"/>
                      <a:gd name="connsiteX21" fmla="*/ 194585 w 381155"/>
                      <a:gd name="connsiteY21" fmla="*/ 134685 h 381154"/>
                      <a:gd name="connsiteX22" fmla="*/ 196178 w 381155"/>
                      <a:gd name="connsiteY22" fmla="*/ 139112 h 381154"/>
                      <a:gd name="connsiteX23" fmla="*/ 182847 w 381155"/>
                      <a:gd name="connsiteY23" fmla="*/ 200957 h 381154"/>
                      <a:gd name="connsiteX24" fmla="*/ 131411 w 381155"/>
                      <a:gd name="connsiteY24" fmla="*/ 188164 h 381154"/>
                      <a:gd name="connsiteX25" fmla="*/ 128645 w 381155"/>
                      <a:gd name="connsiteY25" fmla="*/ 181224 h 381154"/>
                      <a:gd name="connsiteX26" fmla="*/ 126280 w 381155"/>
                      <a:gd name="connsiteY26" fmla="*/ 175478 h 381154"/>
                      <a:gd name="connsiteX27" fmla="*/ 124882 w 381155"/>
                      <a:gd name="connsiteY27" fmla="*/ 172243 h 381154"/>
                      <a:gd name="connsiteX28" fmla="*/ 123309 w 381155"/>
                      <a:gd name="connsiteY28" fmla="*/ 168822 h 381154"/>
                      <a:gd name="connsiteX29" fmla="*/ 121882 w 381155"/>
                      <a:gd name="connsiteY29" fmla="*/ 166047 h 381154"/>
                      <a:gd name="connsiteX30" fmla="*/ 121344 w 381155"/>
                      <a:gd name="connsiteY30" fmla="*/ 165099 h 381154"/>
                      <a:gd name="connsiteX31" fmla="*/ 120308 w 381155"/>
                      <a:gd name="connsiteY31" fmla="*/ 163447 h 381154"/>
                      <a:gd name="connsiteX32" fmla="*/ 114737 w 381155"/>
                      <a:gd name="connsiteY32" fmla="*/ 159176 h 381154"/>
                      <a:gd name="connsiteX33" fmla="*/ 113281 w 381155"/>
                      <a:gd name="connsiteY33" fmla="*/ 158971 h 381154"/>
                      <a:gd name="connsiteX34" fmla="*/ 111659 w 381155"/>
                      <a:gd name="connsiteY34" fmla="*/ 158922 h 381154"/>
                      <a:gd name="connsiteX35" fmla="*/ 103811 w 381155"/>
                      <a:gd name="connsiteY35" fmla="*/ 159020 h 381154"/>
                      <a:gd name="connsiteX36" fmla="*/ 98856 w 381155"/>
                      <a:gd name="connsiteY36" fmla="*/ 158991 h 381154"/>
                      <a:gd name="connsiteX37" fmla="*/ 74462 w 381155"/>
                      <a:gd name="connsiteY37" fmla="*/ 152286 h 381154"/>
                      <a:gd name="connsiteX38" fmla="*/ 68510 w 381155"/>
                      <a:gd name="connsiteY38" fmla="*/ 114229 h 381154"/>
                      <a:gd name="connsiteX39" fmla="*/ 69390 w 381155"/>
                      <a:gd name="connsiteY39" fmla="*/ 112099 h 381154"/>
                      <a:gd name="connsiteX40" fmla="*/ 67230 w 381155"/>
                      <a:gd name="connsiteY40" fmla="*/ 86718 h 381154"/>
                      <a:gd name="connsiteX41" fmla="*/ 29320 w 381155"/>
                      <a:gd name="connsiteY41" fmla="*/ 190577 h 381154"/>
                      <a:gd name="connsiteX42" fmla="*/ 190578 w 381155"/>
                      <a:gd name="connsiteY42" fmla="*/ 351835 h 381154"/>
                      <a:gd name="connsiteX43" fmla="*/ 232192 w 381155"/>
                      <a:gd name="connsiteY43" fmla="*/ 346411 h 381154"/>
                      <a:gd name="connsiteX44" fmla="*/ 216740 w 381155"/>
                      <a:gd name="connsiteY44" fmla="*/ 314082 h 381154"/>
                      <a:gd name="connsiteX45" fmla="*/ 214903 w 381155"/>
                      <a:gd name="connsiteY45" fmla="*/ 312762 h 381154"/>
                      <a:gd name="connsiteX46" fmla="*/ 204553 w 381155"/>
                      <a:gd name="connsiteY46" fmla="*/ 225194 h 381154"/>
                      <a:gd name="connsiteX47" fmla="*/ 271637 w 381155"/>
                      <a:gd name="connsiteY47" fmla="*/ 229133 h 381154"/>
                      <a:gd name="connsiteX48" fmla="*/ 273367 w 381155"/>
                      <a:gd name="connsiteY48" fmla="*/ 230912 h 381154"/>
                      <a:gd name="connsiteX49" fmla="*/ 281058 w 381155"/>
                      <a:gd name="connsiteY49" fmla="*/ 236942 h 381154"/>
                      <a:gd name="connsiteX50" fmla="*/ 281957 w 381155"/>
                      <a:gd name="connsiteY50" fmla="*/ 237137 h 381154"/>
                      <a:gd name="connsiteX51" fmla="*/ 283081 w 381155"/>
                      <a:gd name="connsiteY51" fmla="*/ 237196 h 381154"/>
                      <a:gd name="connsiteX52" fmla="*/ 284107 w 381155"/>
                      <a:gd name="connsiteY52" fmla="*/ 237157 h 381154"/>
                      <a:gd name="connsiteX53" fmla="*/ 286384 w 381155"/>
                      <a:gd name="connsiteY53" fmla="*/ 236913 h 381154"/>
                      <a:gd name="connsiteX54" fmla="*/ 291535 w 381155"/>
                      <a:gd name="connsiteY54" fmla="*/ 236218 h 381154"/>
                      <a:gd name="connsiteX55" fmla="*/ 300741 w 381155"/>
                      <a:gd name="connsiteY55" fmla="*/ 235202 h 381154"/>
                      <a:gd name="connsiteX56" fmla="*/ 337782 w 381155"/>
                      <a:gd name="connsiteY56" fmla="*/ 256508 h 381154"/>
                      <a:gd name="connsiteX57" fmla="*/ 351836 w 381155"/>
                      <a:gd name="connsiteY57" fmla="*/ 190577 h 381154"/>
                      <a:gd name="connsiteX58" fmla="*/ 269633 w 381155"/>
                      <a:gd name="connsiteY58" fmla="*/ 49990 h 381154"/>
                      <a:gd name="connsiteX59" fmla="*/ 219790 w 381155"/>
                      <a:gd name="connsiteY59" fmla="*/ 250243 h 381154"/>
                      <a:gd name="connsiteX60" fmla="*/ 229719 w 381155"/>
                      <a:gd name="connsiteY60" fmla="*/ 287313 h 381154"/>
                      <a:gd name="connsiteX61" fmla="*/ 231654 w 381155"/>
                      <a:gd name="connsiteY61" fmla="*/ 288701 h 381154"/>
                      <a:gd name="connsiteX62" fmla="*/ 261756 w 381155"/>
                      <a:gd name="connsiteY62" fmla="*/ 335319 h 381154"/>
                      <a:gd name="connsiteX63" fmla="*/ 318411 w 381155"/>
                      <a:gd name="connsiteY63" fmla="*/ 288896 h 381154"/>
                      <a:gd name="connsiteX64" fmla="*/ 317922 w 381155"/>
                      <a:gd name="connsiteY64" fmla="*/ 286883 h 381154"/>
                      <a:gd name="connsiteX65" fmla="*/ 316848 w 381155"/>
                      <a:gd name="connsiteY65" fmla="*/ 282876 h 381154"/>
                      <a:gd name="connsiteX66" fmla="*/ 316329 w 381155"/>
                      <a:gd name="connsiteY66" fmla="*/ 281068 h 381154"/>
                      <a:gd name="connsiteX67" fmla="*/ 315313 w 381155"/>
                      <a:gd name="connsiteY67" fmla="*/ 277774 h 381154"/>
                      <a:gd name="connsiteX68" fmla="*/ 314805 w 381155"/>
                      <a:gd name="connsiteY68" fmla="*/ 276289 h 381154"/>
                      <a:gd name="connsiteX69" fmla="*/ 313808 w 381155"/>
                      <a:gd name="connsiteY69" fmla="*/ 273640 h 381154"/>
                      <a:gd name="connsiteX70" fmla="*/ 302784 w 381155"/>
                      <a:gd name="connsiteY70" fmla="*/ 264453 h 381154"/>
                      <a:gd name="connsiteX71" fmla="*/ 300145 w 381155"/>
                      <a:gd name="connsiteY71" fmla="*/ 264678 h 381154"/>
                      <a:gd name="connsiteX72" fmla="*/ 297272 w 381155"/>
                      <a:gd name="connsiteY72" fmla="*/ 265020 h 381154"/>
                      <a:gd name="connsiteX73" fmla="*/ 289991 w 381155"/>
                      <a:gd name="connsiteY73" fmla="*/ 266017 h 381154"/>
                      <a:gd name="connsiteX74" fmla="*/ 286472 w 381155"/>
                      <a:gd name="connsiteY74" fmla="*/ 266408 h 381154"/>
                      <a:gd name="connsiteX75" fmla="*/ 283638 w 381155"/>
                      <a:gd name="connsiteY75" fmla="*/ 266584 h 381154"/>
                      <a:gd name="connsiteX76" fmla="*/ 279729 w 381155"/>
                      <a:gd name="connsiteY76" fmla="*/ 266427 h 381154"/>
                      <a:gd name="connsiteX77" fmla="*/ 277119 w 381155"/>
                      <a:gd name="connsiteY77" fmla="*/ 266056 h 381154"/>
                      <a:gd name="connsiteX78" fmla="*/ 276543 w 381155"/>
                      <a:gd name="connsiteY78" fmla="*/ 265958 h 381154"/>
                      <a:gd name="connsiteX79" fmla="*/ 251963 w 381155"/>
                      <a:gd name="connsiteY79" fmla="*/ 250947 h 381154"/>
                      <a:gd name="connsiteX80" fmla="*/ 219800 w 381155"/>
                      <a:gd name="connsiteY80" fmla="*/ 250233 h 381154"/>
                      <a:gd name="connsiteX81" fmla="*/ 190587 w 381155"/>
                      <a:gd name="connsiteY81" fmla="*/ 29319 h 381154"/>
                      <a:gd name="connsiteX82" fmla="*/ 88067 w 381155"/>
                      <a:gd name="connsiteY82" fmla="*/ 66106 h 381154"/>
                      <a:gd name="connsiteX83" fmla="*/ 97370 w 381155"/>
                      <a:gd name="connsiteY83" fmla="*/ 121090 h 381154"/>
                      <a:gd name="connsiteX84" fmla="*/ 96393 w 381155"/>
                      <a:gd name="connsiteY84" fmla="*/ 123523 h 381154"/>
                      <a:gd name="connsiteX85" fmla="*/ 94526 w 381155"/>
                      <a:gd name="connsiteY85" fmla="*/ 128772 h 381154"/>
                      <a:gd name="connsiteX86" fmla="*/ 94370 w 381155"/>
                      <a:gd name="connsiteY86" fmla="*/ 129358 h 381154"/>
                      <a:gd name="connsiteX87" fmla="*/ 96764 w 381155"/>
                      <a:gd name="connsiteY87" fmla="*/ 129554 h 381154"/>
                      <a:gd name="connsiteX88" fmla="*/ 98787 w 381155"/>
                      <a:gd name="connsiteY88" fmla="*/ 129651 h 381154"/>
                      <a:gd name="connsiteX89" fmla="*/ 99931 w 381155"/>
                      <a:gd name="connsiteY89" fmla="*/ 129671 h 381154"/>
                      <a:gd name="connsiteX90" fmla="*/ 105785 w 381155"/>
                      <a:gd name="connsiteY90" fmla="*/ 129671 h 381154"/>
                      <a:gd name="connsiteX91" fmla="*/ 111669 w 381155"/>
                      <a:gd name="connsiteY91" fmla="*/ 129603 h 381154"/>
                      <a:gd name="connsiteX92" fmla="*/ 147272 w 381155"/>
                      <a:gd name="connsiteY92" fmla="*/ 151710 h 381154"/>
                      <a:gd name="connsiteX93" fmla="*/ 149247 w 381155"/>
                      <a:gd name="connsiteY93" fmla="*/ 155511 h 381154"/>
                      <a:gd name="connsiteX94" fmla="*/ 151240 w 381155"/>
                      <a:gd name="connsiteY94" fmla="*/ 159685 h 381154"/>
                      <a:gd name="connsiteX95" fmla="*/ 153283 w 381155"/>
                      <a:gd name="connsiteY95" fmla="*/ 164239 h 381154"/>
                      <a:gd name="connsiteX96" fmla="*/ 155384 w 381155"/>
                      <a:gd name="connsiteY96" fmla="*/ 169203 h 381154"/>
                      <a:gd name="connsiteX97" fmla="*/ 158707 w 381155"/>
                      <a:gd name="connsiteY97" fmla="*/ 177423 h 381154"/>
                      <a:gd name="connsiteX98" fmla="*/ 164532 w 381155"/>
                      <a:gd name="connsiteY98" fmla="*/ 178068 h 381154"/>
                      <a:gd name="connsiteX99" fmla="*/ 168734 w 381155"/>
                      <a:gd name="connsiteY99" fmla="*/ 149403 h 381154"/>
                      <a:gd name="connsiteX100" fmla="*/ 167063 w 381155"/>
                      <a:gd name="connsiteY100" fmla="*/ 97351 h 381154"/>
                      <a:gd name="connsiteX101" fmla="*/ 200165 w 381155"/>
                      <a:gd name="connsiteY101" fmla="*/ 84460 h 381154"/>
                      <a:gd name="connsiteX102" fmla="*/ 205296 w 381155"/>
                      <a:gd name="connsiteY102" fmla="*/ 84392 h 381154"/>
                      <a:gd name="connsiteX103" fmla="*/ 242874 w 381155"/>
                      <a:gd name="connsiteY103" fmla="*/ 37998 h 381154"/>
                      <a:gd name="connsiteX104" fmla="*/ 190578 w 381155"/>
                      <a:gd name="connsiteY104" fmla="*/ 29319 h 381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81155" h="381154">
                        <a:moveTo>
                          <a:pt x="190578" y="0"/>
                        </a:moveTo>
                        <a:cubicBezTo>
                          <a:pt x="295835" y="0"/>
                          <a:pt x="381155" y="85320"/>
                          <a:pt x="381155" y="190577"/>
                        </a:cubicBezTo>
                        <a:cubicBezTo>
                          <a:pt x="381155" y="295835"/>
                          <a:pt x="295835" y="381155"/>
                          <a:pt x="190578" y="381155"/>
                        </a:cubicBezTo>
                        <a:cubicBezTo>
                          <a:pt x="85320" y="381155"/>
                          <a:pt x="0" y="295835"/>
                          <a:pt x="0" y="190577"/>
                        </a:cubicBezTo>
                        <a:cubicBezTo>
                          <a:pt x="0" y="85320"/>
                          <a:pt x="85320" y="0"/>
                          <a:pt x="190578" y="0"/>
                        </a:cubicBezTo>
                        <a:close/>
                        <a:moveTo>
                          <a:pt x="269633" y="49990"/>
                        </a:moveTo>
                        <a:lnTo>
                          <a:pt x="269741" y="49765"/>
                        </a:lnTo>
                        <a:cubicBezTo>
                          <a:pt x="268343" y="52892"/>
                          <a:pt x="266946" y="55922"/>
                          <a:pt x="265519" y="58854"/>
                        </a:cubicBezTo>
                        <a:lnTo>
                          <a:pt x="262665" y="64591"/>
                        </a:lnTo>
                        <a:cubicBezTo>
                          <a:pt x="246862" y="95377"/>
                          <a:pt x="229241" y="113711"/>
                          <a:pt x="205296" y="113711"/>
                        </a:cubicBezTo>
                        <a:cubicBezTo>
                          <a:pt x="199100" y="113711"/>
                          <a:pt x="195073" y="113995"/>
                          <a:pt x="192307" y="114601"/>
                        </a:cubicBezTo>
                        <a:lnTo>
                          <a:pt x="190558" y="115011"/>
                        </a:lnTo>
                        <a:cubicBezTo>
                          <a:pt x="190519" y="115011"/>
                          <a:pt x="190499" y="115002"/>
                          <a:pt x="190499" y="114982"/>
                        </a:cubicBezTo>
                        <a:lnTo>
                          <a:pt x="190441" y="115099"/>
                        </a:lnTo>
                        <a:cubicBezTo>
                          <a:pt x="190228" y="115939"/>
                          <a:pt x="190179" y="116811"/>
                          <a:pt x="190294" y="117670"/>
                        </a:cubicBezTo>
                        <a:lnTo>
                          <a:pt x="190490" y="119409"/>
                        </a:lnTo>
                        <a:lnTo>
                          <a:pt x="190871" y="121579"/>
                        </a:lnTo>
                        <a:lnTo>
                          <a:pt x="191437" y="124188"/>
                        </a:lnTo>
                        <a:lnTo>
                          <a:pt x="191809" y="125654"/>
                        </a:lnTo>
                        <a:lnTo>
                          <a:pt x="192728" y="128918"/>
                        </a:lnTo>
                        <a:cubicBezTo>
                          <a:pt x="192894" y="129505"/>
                          <a:pt x="193079" y="130101"/>
                          <a:pt x="193275" y="130726"/>
                        </a:cubicBezTo>
                        <a:lnTo>
                          <a:pt x="194585" y="134685"/>
                        </a:lnTo>
                        <a:cubicBezTo>
                          <a:pt x="195073" y="136082"/>
                          <a:pt x="195591" y="137558"/>
                          <a:pt x="196178" y="139112"/>
                        </a:cubicBezTo>
                        <a:cubicBezTo>
                          <a:pt x="205364" y="163643"/>
                          <a:pt x="199383" y="187724"/>
                          <a:pt x="182847" y="200957"/>
                        </a:cubicBezTo>
                        <a:cubicBezTo>
                          <a:pt x="164835" y="215372"/>
                          <a:pt x="140412" y="211023"/>
                          <a:pt x="131411" y="188164"/>
                        </a:cubicBezTo>
                        <a:lnTo>
                          <a:pt x="128645" y="181224"/>
                        </a:lnTo>
                        <a:lnTo>
                          <a:pt x="126280" y="175478"/>
                        </a:lnTo>
                        <a:lnTo>
                          <a:pt x="124882" y="172243"/>
                        </a:lnTo>
                        <a:lnTo>
                          <a:pt x="123309" y="168822"/>
                        </a:lnTo>
                        <a:lnTo>
                          <a:pt x="121882" y="166047"/>
                        </a:lnTo>
                        <a:lnTo>
                          <a:pt x="121344" y="165099"/>
                        </a:lnTo>
                        <a:lnTo>
                          <a:pt x="120308" y="163447"/>
                        </a:lnTo>
                        <a:cubicBezTo>
                          <a:pt x="118451" y="160740"/>
                          <a:pt x="116790" y="159616"/>
                          <a:pt x="114737" y="159176"/>
                        </a:cubicBezTo>
                        <a:lnTo>
                          <a:pt x="113281" y="158971"/>
                        </a:lnTo>
                        <a:lnTo>
                          <a:pt x="111659" y="158922"/>
                        </a:lnTo>
                        <a:lnTo>
                          <a:pt x="103811" y="159020"/>
                        </a:lnTo>
                        <a:lnTo>
                          <a:pt x="98856" y="158991"/>
                        </a:lnTo>
                        <a:cubicBezTo>
                          <a:pt x="87910" y="158785"/>
                          <a:pt x="81020" y="157290"/>
                          <a:pt x="74462" y="152286"/>
                        </a:cubicBezTo>
                        <a:cubicBezTo>
                          <a:pt x="63418" y="143852"/>
                          <a:pt x="62197" y="130472"/>
                          <a:pt x="68510" y="114229"/>
                        </a:cubicBezTo>
                        <a:lnTo>
                          <a:pt x="69390" y="112099"/>
                        </a:lnTo>
                        <a:cubicBezTo>
                          <a:pt x="74012" y="101163"/>
                          <a:pt x="73436" y="93471"/>
                          <a:pt x="67230" y="86718"/>
                        </a:cubicBezTo>
                        <a:cubicBezTo>
                          <a:pt x="42695" y="115757"/>
                          <a:pt x="29261" y="152561"/>
                          <a:pt x="29320" y="190577"/>
                        </a:cubicBezTo>
                        <a:cubicBezTo>
                          <a:pt x="29320" y="279641"/>
                          <a:pt x="101524" y="351835"/>
                          <a:pt x="190578" y="351835"/>
                        </a:cubicBezTo>
                        <a:cubicBezTo>
                          <a:pt x="204973" y="351835"/>
                          <a:pt x="218920" y="349949"/>
                          <a:pt x="232192" y="346411"/>
                        </a:cubicBezTo>
                        <a:cubicBezTo>
                          <a:pt x="234342" y="333648"/>
                          <a:pt x="229426" y="323493"/>
                          <a:pt x="216740" y="314082"/>
                        </a:cubicBezTo>
                        <a:lnTo>
                          <a:pt x="214903" y="312762"/>
                        </a:lnTo>
                        <a:cubicBezTo>
                          <a:pt x="176358" y="285935"/>
                          <a:pt x="174637" y="243402"/>
                          <a:pt x="204553" y="225194"/>
                        </a:cubicBezTo>
                        <a:cubicBezTo>
                          <a:pt x="227775" y="211053"/>
                          <a:pt x="252931" y="210769"/>
                          <a:pt x="271637" y="229133"/>
                        </a:cubicBezTo>
                        <a:lnTo>
                          <a:pt x="273367" y="230912"/>
                        </a:lnTo>
                        <a:cubicBezTo>
                          <a:pt x="277080" y="234870"/>
                          <a:pt x="279328" y="236443"/>
                          <a:pt x="281058" y="236942"/>
                        </a:cubicBezTo>
                        <a:lnTo>
                          <a:pt x="281957" y="237137"/>
                        </a:lnTo>
                        <a:lnTo>
                          <a:pt x="283081" y="237196"/>
                        </a:lnTo>
                        <a:lnTo>
                          <a:pt x="284107" y="237157"/>
                        </a:lnTo>
                        <a:lnTo>
                          <a:pt x="286384" y="236913"/>
                        </a:lnTo>
                        <a:lnTo>
                          <a:pt x="291535" y="236218"/>
                        </a:lnTo>
                        <a:cubicBezTo>
                          <a:pt x="295063" y="235720"/>
                          <a:pt x="297741" y="235407"/>
                          <a:pt x="300741" y="235202"/>
                        </a:cubicBezTo>
                        <a:cubicBezTo>
                          <a:pt x="318186" y="233981"/>
                          <a:pt x="329572" y="240773"/>
                          <a:pt x="337782" y="256508"/>
                        </a:cubicBezTo>
                        <a:cubicBezTo>
                          <a:pt x="347077" y="235773"/>
                          <a:pt x="351868" y="213301"/>
                          <a:pt x="351836" y="190577"/>
                        </a:cubicBezTo>
                        <a:cubicBezTo>
                          <a:pt x="351836" y="130238"/>
                          <a:pt x="318704" y="77648"/>
                          <a:pt x="269633" y="49990"/>
                        </a:cubicBezTo>
                        <a:close/>
                        <a:moveTo>
                          <a:pt x="219790" y="250243"/>
                        </a:moveTo>
                        <a:cubicBezTo>
                          <a:pt x="209313" y="256625"/>
                          <a:pt x="209626" y="272389"/>
                          <a:pt x="229719" y="287313"/>
                        </a:cubicBezTo>
                        <a:lnTo>
                          <a:pt x="231654" y="288701"/>
                        </a:lnTo>
                        <a:cubicBezTo>
                          <a:pt x="249901" y="301406"/>
                          <a:pt x="260065" y="317297"/>
                          <a:pt x="261756" y="335319"/>
                        </a:cubicBezTo>
                        <a:cubicBezTo>
                          <a:pt x="283941" y="324379"/>
                          <a:pt x="303323" y="308498"/>
                          <a:pt x="318411" y="288896"/>
                        </a:cubicBezTo>
                        <a:lnTo>
                          <a:pt x="317922" y="286883"/>
                        </a:lnTo>
                        <a:lnTo>
                          <a:pt x="316848" y="282876"/>
                        </a:lnTo>
                        <a:lnTo>
                          <a:pt x="316329" y="281068"/>
                        </a:lnTo>
                        <a:lnTo>
                          <a:pt x="315313" y="277774"/>
                        </a:lnTo>
                        <a:lnTo>
                          <a:pt x="314805" y="276289"/>
                        </a:lnTo>
                        <a:lnTo>
                          <a:pt x="313808" y="273640"/>
                        </a:lnTo>
                        <a:cubicBezTo>
                          <a:pt x="310632" y="265900"/>
                          <a:pt x="307455" y="264121"/>
                          <a:pt x="302784" y="264453"/>
                        </a:cubicBezTo>
                        <a:lnTo>
                          <a:pt x="300145" y="264678"/>
                        </a:lnTo>
                        <a:lnTo>
                          <a:pt x="297272" y="265020"/>
                        </a:lnTo>
                        <a:lnTo>
                          <a:pt x="289991" y="266017"/>
                        </a:lnTo>
                        <a:lnTo>
                          <a:pt x="286472" y="266408"/>
                        </a:lnTo>
                        <a:lnTo>
                          <a:pt x="283638" y="266584"/>
                        </a:lnTo>
                        <a:cubicBezTo>
                          <a:pt x="282333" y="266622"/>
                          <a:pt x="281027" y="266570"/>
                          <a:pt x="279729" y="266427"/>
                        </a:cubicBezTo>
                        <a:lnTo>
                          <a:pt x="277119" y="266056"/>
                        </a:lnTo>
                        <a:lnTo>
                          <a:pt x="276543" y="265958"/>
                        </a:lnTo>
                        <a:cubicBezTo>
                          <a:pt x="267727" y="264404"/>
                          <a:pt x="260085" y="259616"/>
                          <a:pt x="251963" y="250947"/>
                        </a:cubicBezTo>
                        <a:cubicBezTo>
                          <a:pt x="243851" y="242278"/>
                          <a:pt x="232983" y="242209"/>
                          <a:pt x="219800" y="250233"/>
                        </a:cubicBezTo>
                        <a:close/>
                        <a:moveTo>
                          <a:pt x="190587" y="29319"/>
                        </a:moveTo>
                        <a:cubicBezTo>
                          <a:pt x="151651" y="29319"/>
                          <a:pt x="115930" y="43119"/>
                          <a:pt x="88067" y="66106"/>
                        </a:cubicBezTo>
                        <a:cubicBezTo>
                          <a:pt x="102208" y="80932"/>
                          <a:pt x="105463" y="100058"/>
                          <a:pt x="97370" y="121090"/>
                        </a:cubicBezTo>
                        <a:lnTo>
                          <a:pt x="96393" y="123523"/>
                        </a:lnTo>
                        <a:cubicBezTo>
                          <a:pt x="95655" y="125229"/>
                          <a:pt x="95031" y="126983"/>
                          <a:pt x="94526" y="128772"/>
                        </a:cubicBezTo>
                        <a:lnTo>
                          <a:pt x="94370" y="129358"/>
                        </a:lnTo>
                        <a:lnTo>
                          <a:pt x="96764" y="129554"/>
                        </a:lnTo>
                        <a:lnTo>
                          <a:pt x="98787" y="129651"/>
                        </a:lnTo>
                        <a:lnTo>
                          <a:pt x="99931" y="129671"/>
                        </a:lnTo>
                        <a:lnTo>
                          <a:pt x="105785" y="129671"/>
                        </a:lnTo>
                        <a:lnTo>
                          <a:pt x="111669" y="129603"/>
                        </a:lnTo>
                        <a:cubicBezTo>
                          <a:pt x="129124" y="129603"/>
                          <a:pt x="138105" y="134812"/>
                          <a:pt x="147272" y="151710"/>
                        </a:cubicBezTo>
                        <a:lnTo>
                          <a:pt x="149247" y="155511"/>
                        </a:lnTo>
                        <a:lnTo>
                          <a:pt x="151240" y="159685"/>
                        </a:lnTo>
                        <a:lnTo>
                          <a:pt x="153283" y="164239"/>
                        </a:lnTo>
                        <a:lnTo>
                          <a:pt x="155384" y="169203"/>
                        </a:lnTo>
                        <a:lnTo>
                          <a:pt x="158707" y="177423"/>
                        </a:lnTo>
                        <a:cubicBezTo>
                          <a:pt x="159978" y="180667"/>
                          <a:pt x="161043" y="180863"/>
                          <a:pt x="164532" y="178068"/>
                        </a:cubicBezTo>
                        <a:cubicBezTo>
                          <a:pt x="170933" y="172947"/>
                          <a:pt x="173572" y="162333"/>
                          <a:pt x="168734" y="149403"/>
                        </a:cubicBezTo>
                        <a:cubicBezTo>
                          <a:pt x="159655" y="125185"/>
                          <a:pt x="158316" y="109069"/>
                          <a:pt x="167063" y="97351"/>
                        </a:cubicBezTo>
                        <a:cubicBezTo>
                          <a:pt x="174237" y="87744"/>
                          <a:pt x="183756" y="84900"/>
                          <a:pt x="200165" y="84460"/>
                        </a:cubicBezTo>
                        <a:lnTo>
                          <a:pt x="205296" y="84392"/>
                        </a:lnTo>
                        <a:cubicBezTo>
                          <a:pt x="216056" y="84392"/>
                          <a:pt x="230081" y="66214"/>
                          <a:pt x="242874" y="37998"/>
                        </a:cubicBezTo>
                        <a:cubicBezTo>
                          <a:pt x="226042" y="32232"/>
                          <a:pt x="208370" y="29299"/>
                          <a:pt x="190578" y="29319"/>
                        </a:cubicBezTo>
                        <a:close/>
                      </a:path>
                    </a:pathLst>
                  </a:custGeom>
                  <a:solidFill>
                    <a:schemeClr val="accent1"/>
                  </a:solidFill>
                  <a:ln w="456" cap="flat">
                    <a:noFill/>
                    <a:prstDash val="solid"/>
                    <a:miter/>
                  </a:ln>
                </p:spPr>
                <p:txBody>
                  <a:bodyPr rtlCol="0" anchor="ctr"/>
                  <a:lstStyle/>
                  <a:p>
                    <a:endParaRPr lang="zh-CN" altLang="en-US"/>
                  </a:p>
                </p:txBody>
              </p:sp>
            </p:grpSp>
          </p:grpSp>
          <p:sp>
            <p:nvSpPr>
              <p:cNvPr id="105" name="Number3">
                <a:extLst>
                  <a:ext uri="{FF2B5EF4-FFF2-40B4-BE49-F238E27FC236}">
                    <a16:creationId xmlns:a16="http://schemas.microsoft.com/office/drawing/2014/main" id="{E560ED51-8C14-E60F-CB2C-891D545F7E7C}"/>
                  </a:ext>
                </a:extLst>
              </p:cNvPr>
              <p:cNvSpPr/>
              <p:nvPr/>
            </p:nvSpPr>
            <p:spPr>
              <a:xfrm>
                <a:off x="6810262" y="2107726"/>
                <a:ext cx="1296212" cy="478204"/>
              </a:xfrm>
              <a:prstGeom prst="roundRect">
                <a:avLst>
                  <a:gd name="adj" fmla="val 50000"/>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t>03</a:t>
                </a:r>
                <a:endParaRPr lang="zh-CN" altLang="en-US" b="1" dirty="0"/>
              </a:p>
            </p:txBody>
          </p:sp>
        </p:grpSp>
        <p:grpSp>
          <p:nvGrpSpPr>
            <p:cNvPr id="116" name="组合 115">
              <a:extLst>
                <a:ext uri="{FF2B5EF4-FFF2-40B4-BE49-F238E27FC236}">
                  <a16:creationId xmlns:a16="http://schemas.microsoft.com/office/drawing/2014/main" id="{C5E22A93-B859-FE90-E1DE-41C0DE5422F9}"/>
                </a:ext>
              </a:extLst>
            </p:cNvPr>
            <p:cNvGrpSpPr/>
            <p:nvPr/>
          </p:nvGrpSpPr>
          <p:grpSpPr>
            <a:xfrm>
              <a:off x="8872710" y="2107726"/>
              <a:ext cx="2646189" cy="4026374"/>
              <a:chOff x="8872710" y="2107726"/>
              <a:chExt cx="2646189" cy="4026374"/>
            </a:xfrm>
          </p:grpSpPr>
          <p:grpSp>
            <p:nvGrpSpPr>
              <p:cNvPr id="100" name="组合 99">
                <a:extLst>
                  <a:ext uri="{FF2B5EF4-FFF2-40B4-BE49-F238E27FC236}">
                    <a16:creationId xmlns:a16="http://schemas.microsoft.com/office/drawing/2014/main" id="{5CAF42E6-81E5-2B39-755C-3229AA16DBAE}"/>
                  </a:ext>
                </a:extLst>
              </p:cNvPr>
              <p:cNvGrpSpPr/>
              <p:nvPr/>
            </p:nvGrpSpPr>
            <p:grpSpPr>
              <a:xfrm>
                <a:off x="8872710" y="2758440"/>
                <a:ext cx="2646189" cy="3375660"/>
                <a:chOff x="8872711" y="2021840"/>
                <a:chExt cx="2646189" cy="3375660"/>
              </a:xfrm>
            </p:grpSpPr>
            <p:sp>
              <p:nvSpPr>
                <p:cNvPr id="14" name="矩形: 圆角 13">
                  <a:extLst>
                    <a:ext uri="{FF2B5EF4-FFF2-40B4-BE49-F238E27FC236}">
                      <a16:creationId xmlns:a16="http://schemas.microsoft.com/office/drawing/2014/main" id="{29A0AB6C-892E-6933-2043-19F0034B6370}"/>
                    </a:ext>
                  </a:extLst>
                </p:cNvPr>
                <p:cNvSpPr/>
                <p:nvPr/>
              </p:nvSpPr>
              <p:spPr>
                <a:xfrm>
                  <a:off x="8872711" y="2021840"/>
                  <a:ext cx="2646189" cy="3375660"/>
                </a:xfrm>
                <a:prstGeom prst="roundRect">
                  <a:avLst>
                    <a:gd name="adj" fmla="val 14700"/>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Bullet4">
                  <a:extLst>
                    <a:ext uri="{FF2B5EF4-FFF2-40B4-BE49-F238E27FC236}">
                      <a16:creationId xmlns:a16="http://schemas.microsoft.com/office/drawing/2014/main" id="{FD6FC958-D102-57AD-150C-69B294A5C5A7}"/>
                    </a:ext>
                  </a:extLst>
                </p:cNvPr>
                <p:cNvSpPr txBox="1"/>
                <p:nvPr/>
              </p:nvSpPr>
              <p:spPr>
                <a:xfrm>
                  <a:off x="8961120" y="2858307"/>
                  <a:ext cx="2494280" cy="723093"/>
                </a:xfrm>
                <a:prstGeom prst="rect">
                  <a:avLst/>
                </a:prstGeom>
                <a:noFill/>
                <a:effectLst/>
              </p:spPr>
              <p:txBody>
                <a:bodyPr wrap="square" rtlCol="0" anchor="b" anchorCtr="0">
                  <a:norm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1800" dirty="0">
                      <a:solidFill>
                        <a:srgbClr val="FFFFFF"/>
                      </a:solidFill>
                      <a:effectLst/>
                      <a:cs typeface="+mn-ea"/>
                      <a:sym typeface="+mn-lt"/>
                    </a:rPr>
                    <a:t>单击添加小标题</a:t>
                  </a:r>
                  <a:endParaRPr lang="en-US" dirty="0">
                    <a:solidFill>
                      <a:srgbClr val="FFFFFF"/>
                    </a:solidFill>
                  </a:endParaRPr>
                </a:p>
              </p:txBody>
            </p:sp>
            <p:sp>
              <p:nvSpPr>
                <p:cNvPr id="33" name="Text4">
                  <a:extLst>
                    <a:ext uri="{FF2B5EF4-FFF2-40B4-BE49-F238E27FC236}">
                      <a16:creationId xmlns:a16="http://schemas.microsoft.com/office/drawing/2014/main" id="{83243C91-5991-BD42-AC1C-8F5448200912}"/>
                    </a:ext>
                  </a:extLst>
                </p:cNvPr>
                <p:cNvSpPr txBox="1"/>
                <p:nvPr/>
              </p:nvSpPr>
              <p:spPr>
                <a:xfrm>
                  <a:off x="8961120" y="3581400"/>
                  <a:ext cx="2494280" cy="1568450"/>
                </a:xfrm>
                <a:prstGeom prst="rect">
                  <a:avLst/>
                </a:prstGeom>
                <a:noFill/>
                <a:ln>
                  <a:noFill/>
                </a:ln>
              </p:spPr>
              <p:txBody>
                <a:bodyPr wrap="square" lIns="91440" tIns="45720" rIns="91440" bIns="45720" anchor="t" anchorCtr="0">
                  <a:normAutofit/>
                </a:bodyPr>
                <a:lstStyle/>
                <a:p>
                  <a:pPr marR="0" lvl="0" indent="0" defTabSz="913765" fontAlgn="auto">
                    <a:lnSpc>
                      <a:spcPct val="120000"/>
                    </a:lnSpc>
                    <a:spcBef>
                      <a:spcPts val="0"/>
                    </a:spcBef>
                    <a:spcAft>
                      <a:spcPts val="0"/>
                    </a:spcAft>
                    <a:buClrTx/>
                    <a:buSzPct val="25000"/>
                    <a:buFontTx/>
                    <a:buNone/>
                    <a:defRPr/>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grpSp>
              <p:nvGrpSpPr>
                <p:cNvPr id="96" name="组合 95">
                  <a:extLst>
                    <a:ext uri="{FF2B5EF4-FFF2-40B4-BE49-F238E27FC236}">
                      <a16:creationId xmlns:a16="http://schemas.microsoft.com/office/drawing/2014/main" id="{CEFC51C3-8A71-B71C-390E-F75111A8B25D}"/>
                    </a:ext>
                  </a:extLst>
                </p:cNvPr>
                <p:cNvGrpSpPr/>
                <p:nvPr/>
              </p:nvGrpSpPr>
              <p:grpSpPr>
                <a:xfrm>
                  <a:off x="8976552" y="2117774"/>
                  <a:ext cx="670560" cy="670560"/>
                  <a:chOff x="8976552" y="2117774"/>
                  <a:chExt cx="670560" cy="670560"/>
                </a:xfrm>
              </p:grpSpPr>
              <p:sp>
                <p:nvSpPr>
                  <p:cNvPr id="25" name="椭圆 24">
                    <a:extLst>
                      <a:ext uri="{FF2B5EF4-FFF2-40B4-BE49-F238E27FC236}">
                        <a16:creationId xmlns:a16="http://schemas.microsoft.com/office/drawing/2014/main" id="{5066C107-C002-6B96-9EA7-AF2C26354EFB}"/>
                      </a:ext>
                    </a:extLst>
                  </p:cNvPr>
                  <p:cNvSpPr/>
                  <p:nvPr/>
                </p:nvSpPr>
                <p:spPr>
                  <a:xfrm>
                    <a:off x="8976552" y="2117774"/>
                    <a:ext cx="670560" cy="670560"/>
                  </a:xfrm>
                  <a:prstGeom prst="ellipse">
                    <a:avLst/>
                  </a:prstGeom>
                  <a:solidFill>
                    <a:srgbClr val="FFFFFF"/>
                  </a:solid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Icon4">
                    <a:extLst>
                      <a:ext uri="{FF2B5EF4-FFF2-40B4-BE49-F238E27FC236}">
                        <a16:creationId xmlns:a16="http://schemas.microsoft.com/office/drawing/2014/main" id="{EF98053A-C6E2-BEBC-485C-79C2BBC36DCD}"/>
                      </a:ext>
                    </a:extLst>
                  </p:cNvPr>
                  <p:cNvSpPr/>
                  <p:nvPr/>
                </p:nvSpPr>
                <p:spPr>
                  <a:xfrm>
                    <a:off x="9155461" y="2287109"/>
                    <a:ext cx="312742" cy="312742"/>
                  </a:xfrm>
                  <a:custGeom>
                    <a:avLst/>
                    <a:gdLst>
                      <a:gd name="connsiteX0" fmla="*/ 136825 w 312742"/>
                      <a:gd name="connsiteY0" fmla="*/ 156371 h 312742"/>
                      <a:gd name="connsiteX1" fmla="*/ 136825 w 312742"/>
                      <a:gd name="connsiteY1" fmla="*/ 312743 h 312742"/>
                      <a:gd name="connsiteX2" fmla="*/ 0 w 312742"/>
                      <a:gd name="connsiteY2" fmla="*/ 312743 h 312742"/>
                      <a:gd name="connsiteX3" fmla="*/ 0 w 312742"/>
                      <a:gd name="connsiteY3" fmla="*/ 156371 h 312742"/>
                      <a:gd name="connsiteX4" fmla="*/ 136825 w 312742"/>
                      <a:gd name="connsiteY4" fmla="*/ 156371 h 312742"/>
                      <a:gd name="connsiteX5" fmla="*/ 312743 w 312742"/>
                      <a:gd name="connsiteY5" fmla="*/ 195464 h 312742"/>
                      <a:gd name="connsiteX6" fmla="*/ 312743 w 312742"/>
                      <a:gd name="connsiteY6" fmla="*/ 312743 h 312742"/>
                      <a:gd name="connsiteX7" fmla="*/ 175918 w 312742"/>
                      <a:gd name="connsiteY7" fmla="*/ 312743 h 312742"/>
                      <a:gd name="connsiteX8" fmla="*/ 175918 w 312742"/>
                      <a:gd name="connsiteY8" fmla="*/ 195464 h 312742"/>
                      <a:gd name="connsiteX9" fmla="*/ 312743 w 312742"/>
                      <a:gd name="connsiteY9" fmla="*/ 195464 h 312742"/>
                      <a:gd name="connsiteX10" fmla="*/ 107505 w 312742"/>
                      <a:gd name="connsiteY10" fmla="*/ 185691 h 312742"/>
                      <a:gd name="connsiteX11" fmla="*/ 29320 w 312742"/>
                      <a:gd name="connsiteY11" fmla="*/ 185691 h 312742"/>
                      <a:gd name="connsiteX12" fmla="*/ 29320 w 312742"/>
                      <a:gd name="connsiteY12" fmla="*/ 283423 h 312742"/>
                      <a:gd name="connsiteX13" fmla="*/ 107505 w 312742"/>
                      <a:gd name="connsiteY13" fmla="*/ 283423 h 312742"/>
                      <a:gd name="connsiteX14" fmla="*/ 107505 w 312742"/>
                      <a:gd name="connsiteY14" fmla="*/ 185691 h 312742"/>
                      <a:gd name="connsiteX15" fmla="*/ 283423 w 312742"/>
                      <a:gd name="connsiteY15" fmla="*/ 224784 h 312742"/>
                      <a:gd name="connsiteX16" fmla="*/ 205237 w 312742"/>
                      <a:gd name="connsiteY16" fmla="*/ 224784 h 312742"/>
                      <a:gd name="connsiteX17" fmla="*/ 205237 w 312742"/>
                      <a:gd name="connsiteY17" fmla="*/ 283423 h 312742"/>
                      <a:gd name="connsiteX18" fmla="*/ 283423 w 312742"/>
                      <a:gd name="connsiteY18" fmla="*/ 283423 h 312742"/>
                      <a:gd name="connsiteX19" fmla="*/ 283423 w 312742"/>
                      <a:gd name="connsiteY19" fmla="*/ 224784 h 312742"/>
                      <a:gd name="connsiteX20" fmla="*/ 312743 w 312742"/>
                      <a:gd name="connsiteY20" fmla="*/ 0 h 312742"/>
                      <a:gd name="connsiteX21" fmla="*/ 312743 w 312742"/>
                      <a:gd name="connsiteY21" fmla="*/ 156371 h 312742"/>
                      <a:gd name="connsiteX22" fmla="*/ 175918 w 312742"/>
                      <a:gd name="connsiteY22" fmla="*/ 156371 h 312742"/>
                      <a:gd name="connsiteX23" fmla="*/ 175918 w 312742"/>
                      <a:gd name="connsiteY23" fmla="*/ 0 h 312742"/>
                      <a:gd name="connsiteX24" fmla="*/ 312743 w 312742"/>
                      <a:gd name="connsiteY24" fmla="*/ 0 h 312742"/>
                      <a:gd name="connsiteX25" fmla="*/ 283423 w 312742"/>
                      <a:gd name="connsiteY25" fmla="*/ 29320 h 312742"/>
                      <a:gd name="connsiteX26" fmla="*/ 205237 w 312742"/>
                      <a:gd name="connsiteY26" fmla="*/ 29320 h 312742"/>
                      <a:gd name="connsiteX27" fmla="*/ 205237 w 312742"/>
                      <a:gd name="connsiteY27" fmla="*/ 127052 h 312742"/>
                      <a:gd name="connsiteX28" fmla="*/ 283423 w 312742"/>
                      <a:gd name="connsiteY28" fmla="*/ 127052 h 312742"/>
                      <a:gd name="connsiteX29" fmla="*/ 283423 w 312742"/>
                      <a:gd name="connsiteY29" fmla="*/ 29320 h 312742"/>
                      <a:gd name="connsiteX30" fmla="*/ 136825 w 312742"/>
                      <a:gd name="connsiteY30" fmla="*/ 0 h 312742"/>
                      <a:gd name="connsiteX31" fmla="*/ 136825 w 312742"/>
                      <a:gd name="connsiteY31" fmla="*/ 117279 h 312742"/>
                      <a:gd name="connsiteX32" fmla="*/ 0 w 312742"/>
                      <a:gd name="connsiteY32" fmla="*/ 117279 h 312742"/>
                      <a:gd name="connsiteX33" fmla="*/ 0 w 312742"/>
                      <a:gd name="connsiteY33" fmla="*/ 0 h 312742"/>
                      <a:gd name="connsiteX34" fmla="*/ 136825 w 312742"/>
                      <a:gd name="connsiteY34" fmla="*/ 0 h 312742"/>
                      <a:gd name="connsiteX35" fmla="*/ 107505 w 312742"/>
                      <a:gd name="connsiteY35" fmla="*/ 29320 h 312742"/>
                      <a:gd name="connsiteX36" fmla="*/ 29320 w 312742"/>
                      <a:gd name="connsiteY36" fmla="*/ 29320 h 312742"/>
                      <a:gd name="connsiteX37" fmla="*/ 29320 w 312742"/>
                      <a:gd name="connsiteY37" fmla="*/ 87959 h 312742"/>
                      <a:gd name="connsiteX38" fmla="*/ 107505 w 312742"/>
                      <a:gd name="connsiteY38" fmla="*/ 87959 h 312742"/>
                      <a:gd name="connsiteX39" fmla="*/ 107505 w 312742"/>
                      <a:gd name="connsiteY39" fmla="*/ 29320 h 312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12742" h="312742">
                        <a:moveTo>
                          <a:pt x="136825" y="156371"/>
                        </a:moveTo>
                        <a:lnTo>
                          <a:pt x="136825" y="312743"/>
                        </a:lnTo>
                        <a:lnTo>
                          <a:pt x="0" y="312743"/>
                        </a:lnTo>
                        <a:lnTo>
                          <a:pt x="0" y="156371"/>
                        </a:lnTo>
                        <a:lnTo>
                          <a:pt x="136825" y="156371"/>
                        </a:lnTo>
                        <a:close/>
                        <a:moveTo>
                          <a:pt x="312743" y="195464"/>
                        </a:moveTo>
                        <a:lnTo>
                          <a:pt x="312743" y="312743"/>
                        </a:lnTo>
                        <a:lnTo>
                          <a:pt x="175918" y="312743"/>
                        </a:lnTo>
                        <a:lnTo>
                          <a:pt x="175918" y="195464"/>
                        </a:lnTo>
                        <a:lnTo>
                          <a:pt x="312743" y="195464"/>
                        </a:lnTo>
                        <a:close/>
                        <a:moveTo>
                          <a:pt x="107505" y="185691"/>
                        </a:moveTo>
                        <a:lnTo>
                          <a:pt x="29320" y="185691"/>
                        </a:lnTo>
                        <a:lnTo>
                          <a:pt x="29320" y="283423"/>
                        </a:lnTo>
                        <a:lnTo>
                          <a:pt x="107505" y="283423"/>
                        </a:lnTo>
                        <a:lnTo>
                          <a:pt x="107505" y="185691"/>
                        </a:lnTo>
                        <a:close/>
                        <a:moveTo>
                          <a:pt x="283423" y="224784"/>
                        </a:moveTo>
                        <a:lnTo>
                          <a:pt x="205237" y="224784"/>
                        </a:lnTo>
                        <a:lnTo>
                          <a:pt x="205237" y="283423"/>
                        </a:lnTo>
                        <a:lnTo>
                          <a:pt x="283423" y="283423"/>
                        </a:lnTo>
                        <a:lnTo>
                          <a:pt x="283423" y="224784"/>
                        </a:lnTo>
                        <a:close/>
                        <a:moveTo>
                          <a:pt x="312743" y="0"/>
                        </a:moveTo>
                        <a:lnTo>
                          <a:pt x="312743" y="156371"/>
                        </a:lnTo>
                        <a:lnTo>
                          <a:pt x="175918" y="156371"/>
                        </a:lnTo>
                        <a:lnTo>
                          <a:pt x="175918" y="0"/>
                        </a:lnTo>
                        <a:lnTo>
                          <a:pt x="312743" y="0"/>
                        </a:lnTo>
                        <a:close/>
                        <a:moveTo>
                          <a:pt x="283423" y="29320"/>
                        </a:moveTo>
                        <a:lnTo>
                          <a:pt x="205237" y="29320"/>
                        </a:lnTo>
                        <a:lnTo>
                          <a:pt x="205237" y="127052"/>
                        </a:lnTo>
                        <a:lnTo>
                          <a:pt x="283423" y="127052"/>
                        </a:lnTo>
                        <a:lnTo>
                          <a:pt x="283423" y="29320"/>
                        </a:lnTo>
                        <a:close/>
                        <a:moveTo>
                          <a:pt x="136825" y="0"/>
                        </a:moveTo>
                        <a:lnTo>
                          <a:pt x="136825" y="117279"/>
                        </a:lnTo>
                        <a:lnTo>
                          <a:pt x="0" y="117279"/>
                        </a:lnTo>
                        <a:lnTo>
                          <a:pt x="0" y="0"/>
                        </a:lnTo>
                        <a:lnTo>
                          <a:pt x="136825" y="0"/>
                        </a:lnTo>
                        <a:close/>
                        <a:moveTo>
                          <a:pt x="107505" y="29320"/>
                        </a:moveTo>
                        <a:lnTo>
                          <a:pt x="29320" y="29320"/>
                        </a:lnTo>
                        <a:lnTo>
                          <a:pt x="29320" y="87959"/>
                        </a:lnTo>
                        <a:lnTo>
                          <a:pt x="107505" y="87959"/>
                        </a:lnTo>
                        <a:lnTo>
                          <a:pt x="107505" y="29320"/>
                        </a:lnTo>
                        <a:close/>
                      </a:path>
                    </a:pathLst>
                  </a:custGeom>
                  <a:solidFill>
                    <a:schemeClr val="accent2"/>
                  </a:solidFill>
                  <a:ln w="456" cap="flat">
                    <a:noFill/>
                    <a:prstDash val="solid"/>
                    <a:miter/>
                  </a:ln>
                </p:spPr>
                <p:txBody>
                  <a:bodyPr rtlCol="0" anchor="ctr"/>
                  <a:lstStyle/>
                  <a:p>
                    <a:endParaRPr lang="zh-CN" altLang="en-US"/>
                  </a:p>
                </p:txBody>
              </p:sp>
            </p:grpSp>
          </p:grpSp>
          <p:sp>
            <p:nvSpPr>
              <p:cNvPr id="106" name="Number4">
                <a:extLst>
                  <a:ext uri="{FF2B5EF4-FFF2-40B4-BE49-F238E27FC236}">
                    <a16:creationId xmlns:a16="http://schemas.microsoft.com/office/drawing/2014/main" id="{625E1256-4894-B1BF-B1DA-CAF7E32D9C82}"/>
                  </a:ext>
                </a:extLst>
              </p:cNvPr>
              <p:cNvSpPr/>
              <p:nvPr/>
            </p:nvSpPr>
            <p:spPr>
              <a:xfrm>
                <a:off x="9547699" y="2107726"/>
                <a:ext cx="1296212" cy="478204"/>
              </a:xfrm>
              <a:prstGeom prst="roundRect">
                <a:avLst>
                  <a:gd name="adj" fmla="val 50000"/>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t>04</a:t>
                </a:r>
                <a:endParaRPr lang="zh-CN" altLang="en-US" b="1" dirty="0"/>
              </a:p>
            </p:txBody>
          </p:sp>
        </p:grpSp>
        <p:cxnSp>
          <p:nvCxnSpPr>
            <p:cNvPr id="108" name="直接连接符 107">
              <a:extLst>
                <a:ext uri="{FF2B5EF4-FFF2-40B4-BE49-F238E27FC236}">
                  <a16:creationId xmlns:a16="http://schemas.microsoft.com/office/drawing/2014/main" id="{62F75B5B-4022-1F0D-5A6B-091CA3E70265}"/>
                </a:ext>
              </a:extLst>
            </p:cNvPr>
            <p:cNvCxnSpPr>
              <a:stCxn id="103" idx="3"/>
              <a:endCxn id="104" idx="1"/>
            </p:cNvCxnSpPr>
            <p:nvPr/>
          </p:nvCxnSpPr>
          <p:spPr>
            <a:xfrm>
              <a:off x="2631600" y="2346828"/>
              <a:ext cx="144122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8F3719AB-0C29-E89F-F5AE-BD3DC339F61A}"/>
                </a:ext>
              </a:extLst>
            </p:cNvPr>
            <p:cNvCxnSpPr>
              <a:stCxn id="104" idx="3"/>
              <a:endCxn id="105" idx="1"/>
            </p:cNvCxnSpPr>
            <p:nvPr/>
          </p:nvCxnSpPr>
          <p:spPr>
            <a:xfrm>
              <a:off x="5369037" y="2346828"/>
              <a:ext cx="144122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C9BDB596-D46A-9149-95A0-AC520C01C4EF}"/>
                </a:ext>
              </a:extLst>
            </p:cNvPr>
            <p:cNvCxnSpPr>
              <a:stCxn id="105" idx="3"/>
              <a:endCxn id="106" idx="1"/>
            </p:cNvCxnSpPr>
            <p:nvPr/>
          </p:nvCxnSpPr>
          <p:spPr>
            <a:xfrm>
              <a:off x="8106474" y="2346828"/>
              <a:ext cx="144122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8122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110" name="组合 109">
            <a:extLst>
              <a:ext uri="{FF2B5EF4-FFF2-40B4-BE49-F238E27FC236}">
                <a16:creationId xmlns:a16="http://schemas.microsoft.com/office/drawing/2014/main" id="{8A2FF0DB-C924-60F1-ED6B-FE33F56AFCB0}"/>
              </a:ext>
            </a:extLst>
          </p:cNvPr>
          <p:cNvGrpSpPr/>
          <p:nvPr/>
        </p:nvGrpSpPr>
        <p:grpSpPr>
          <a:xfrm>
            <a:off x="660400" y="1130300"/>
            <a:ext cx="10858500" cy="5003800"/>
            <a:chOff x="660400" y="1130300"/>
            <a:chExt cx="10858500" cy="5003800"/>
          </a:xfrm>
        </p:grpSpPr>
        <p:sp>
          <p:nvSpPr>
            <p:cNvPr id="3" name="Title">
              <a:extLst>
                <a:ext uri="{FF2B5EF4-FFF2-40B4-BE49-F238E27FC236}">
                  <a16:creationId xmlns:a16="http://schemas.microsoft.com/office/drawing/2014/main" id="{194FB664-65A2-9837-4B10-35D8771023BD}"/>
                </a:ext>
              </a:extLst>
            </p:cNvPr>
            <p:cNvSpPr txBox="1"/>
            <p:nvPr/>
          </p:nvSpPr>
          <p:spPr>
            <a:xfrm>
              <a:off x="660400" y="1130300"/>
              <a:ext cx="10858500" cy="461665"/>
            </a:xfrm>
            <a:prstGeom prst="rect">
              <a:avLst/>
            </a:prstGeom>
            <a:noFill/>
          </p:spPr>
          <p:txBody>
            <a:bodyPr vert="horz" wrap="square" rtlCol="0" anchor="t" anchorCtr="1">
              <a:normAutofit/>
            </a:bodyPr>
            <a:lstStyle/>
            <a:p>
              <a:pPr algn="ctr"/>
              <a:r>
                <a:rPr lang="zh-CN" altLang="en-US" sz="2400" b="1" dirty="0">
                  <a:cs typeface="+mn-ea"/>
                  <a:sym typeface="+mn-lt"/>
                </a:rPr>
                <a:t>单击此处添加长一点的副标题</a:t>
              </a:r>
              <a:endParaRPr lang="en-US" dirty="0"/>
            </a:p>
          </p:txBody>
        </p:sp>
        <p:pic>
          <p:nvPicPr>
            <p:cNvPr id="28" name="图形 26">
              <a:extLst>
                <a:ext uri="{FF2B5EF4-FFF2-40B4-BE49-F238E27FC236}">
                  <a16:creationId xmlns:a16="http://schemas.microsoft.com/office/drawing/2014/main" id="{48014BF2-6CC5-23AB-DAA7-8909BB95D830}"/>
                </a:ext>
              </a:extLst>
            </p:cNvPr>
            <p:cNvPicPr>
              <a:picLocks noChangeAspect="1"/>
            </p:cNvPicPr>
            <p:nvPr/>
          </p:nvPicPr>
          <p:blipFill>
            <a:blip r:embed="rId4"/>
            <a:stretch>
              <a:fillRect/>
            </a:stretch>
          </p:blipFill>
          <p:spPr>
            <a:xfrm>
              <a:off x="4418233" y="2642223"/>
              <a:ext cx="3342833" cy="2884625"/>
            </a:xfrm>
            <a:custGeom>
              <a:avLst/>
              <a:gdLst>
                <a:gd name="connsiteX0" fmla="*/ -1 w 7966531"/>
                <a:gd name="connsiteY0" fmla="*/ -1 h 6874545"/>
                <a:gd name="connsiteX1" fmla="*/ 7966530 w 7966531"/>
                <a:gd name="connsiteY1" fmla="*/ -1 h 6874545"/>
                <a:gd name="connsiteX2" fmla="*/ 7966530 w 7966531"/>
                <a:gd name="connsiteY2" fmla="*/ 6874544 h 6874545"/>
                <a:gd name="connsiteX3" fmla="*/ -1 w 7966531"/>
                <a:gd name="connsiteY3" fmla="*/ 6874544 h 6874545"/>
              </a:gdLst>
              <a:ahLst/>
              <a:cxnLst>
                <a:cxn ang="0">
                  <a:pos x="connsiteX0" y="connsiteY0"/>
                </a:cxn>
                <a:cxn ang="0">
                  <a:pos x="connsiteX1" y="connsiteY1"/>
                </a:cxn>
                <a:cxn ang="0">
                  <a:pos x="connsiteX2" y="connsiteY2"/>
                </a:cxn>
                <a:cxn ang="0">
                  <a:pos x="connsiteX3" y="connsiteY3"/>
                </a:cxn>
              </a:cxnLst>
              <a:rect l="l" t="t" r="r" b="b"/>
              <a:pathLst>
                <a:path w="7966531" h="6874545">
                  <a:moveTo>
                    <a:pt x="-1" y="-1"/>
                  </a:moveTo>
                  <a:lnTo>
                    <a:pt x="7966530" y="-1"/>
                  </a:lnTo>
                  <a:lnTo>
                    <a:pt x="7966530" y="6874544"/>
                  </a:lnTo>
                  <a:lnTo>
                    <a:pt x="-1" y="6874544"/>
                  </a:lnTo>
                  <a:close/>
                </a:path>
              </a:pathLst>
            </a:custGeom>
          </p:spPr>
        </p:pic>
        <p:grpSp>
          <p:nvGrpSpPr>
            <p:cNvPr id="107" name="组合 106">
              <a:extLst>
                <a:ext uri="{FF2B5EF4-FFF2-40B4-BE49-F238E27FC236}">
                  <a16:creationId xmlns:a16="http://schemas.microsoft.com/office/drawing/2014/main" id="{28744369-91DC-E965-C0A3-2B151980B5BA}"/>
                </a:ext>
              </a:extLst>
            </p:cNvPr>
            <p:cNvGrpSpPr/>
            <p:nvPr/>
          </p:nvGrpSpPr>
          <p:grpSpPr>
            <a:xfrm>
              <a:off x="7855355" y="1905108"/>
              <a:ext cx="3663545" cy="1747628"/>
              <a:chOff x="7855355" y="1905108"/>
              <a:chExt cx="3663545" cy="1747628"/>
            </a:xfrm>
          </p:grpSpPr>
          <p:sp>
            <p:nvSpPr>
              <p:cNvPr id="17" name="矩形: 圆角 16">
                <a:extLst>
                  <a:ext uri="{FF2B5EF4-FFF2-40B4-BE49-F238E27FC236}">
                    <a16:creationId xmlns:a16="http://schemas.microsoft.com/office/drawing/2014/main" id="{082A60FE-19AF-7941-9887-A4C599D05A54}"/>
                  </a:ext>
                </a:extLst>
              </p:cNvPr>
              <p:cNvSpPr/>
              <p:nvPr/>
            </p:nvSpPr>
            <p:spPr>
              <a:xfrm>
                <a:off x="7855355" y="1905108"/>
                <a:ext cx="3663545" cy="1747628"/>
              </a:xfrm>
              <a:prstGeom prst="roundRect">
                <a:avLst>
                  <a:gd name="adj" fmla="val 21379"/>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D6DCE66C-433A-6F68-65F3-857167BFEC72}"/>
                  </a:ext>
                </a:extLst>
              </p:cNvPr>
              <p:cNvSpPr/>
              <p:nvPr/>
            </p:nvSpPr>
            <p:spPr>
              <a:xfrm>
                <a:off x="7972387" y="2001042"/>
                <a:ext cx="670560" cy="670560"/>
              </a:xfrm>
              <a:prstGeom prst="ellipse">
                <a:avLst/>
              </a:prstGeom>
              <a:solidFill>
                <a:srgbClr val="FFFFFF"/>
              </a:solid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Bullet2">
                <a:extLst>
                  <a:ext uri="{FF2B5EF4-FFF2-40B4-BE49-F238E27FC236}">
                    <a16:creationId xmlns:a16="http://schemas.microsoft.com/office/drawing/2014/main" id="{AED4C7D8-B967-82B4-8AC1-5BDC057CA273}"/>
                  </a:ext>
                </a:extLst>
              </p:cNvPr>
              <p:cNvSpPr>
                <a:spLocks/>
              </p:cNvSpPr>
              <p:nvPr/>
            </p:nvSpPr>
            <p:spPr>
              <a:xfrm>
                <a:off x="8802310" y="2001041"/>
                <a:ext cx="2546919" cy="670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rgbClr val="FFFFFF"/>
                    </a:solidFill>
                    <a:cs typeface="+mn-ea"/>
                    <a:sym typeface="+mn-lt"/>
                  </a:rPr>
                  <a:t>单击添加小标题</a:t>
                </a:r>
                <a:endParaRPr lang="en-US" dirty="0">
                  <a:solidFill>
                    <a:srgbClr val="FFFFFF"/>
                  </a:solidFill>
                </a:endParaRPr>
              </a:p>
            </p:txBody>
          </p:sp>
          <p:sp>
            <p:nvSpPr>
              <p:cNvPr id="22" name="Text2">
                <a:extLst>
                  <a:ext uri="{FF2B5EF4-FFF2-40B4-BE49-F238E27FC236}">
                    <a16:creationId xmlns:a16="http://schemas.microsoft.com/office/drawing/2014/main" id="{40C0FAF0-9497-12E3-39C0-1137E3418CAF}"/>
                  </a:ext>
                </a:extLst>
              </p:cNvPr>
              <p:cNvSpPr>
                <a:spLocks/>
              </p:cNvSpPr>
              <p:nvPr/>
            </p:nvSpPr>
            <p:spPr>
              <a:xfrm>
                <a:off x="8025026" y="2767537"/>
                <a:ext cx="3324203" cy="670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102" name="Icon2">
                <a:extLst>
                  <a:ext uri="{FF2B5EF4-FFF2-40B4-BE49-F238E27FC236}">
                    <a16:creationId xmlns:a16="http://schemas.microsoft.com/office/drawing/2014/main" id="{FE8AEA2C-9BCC-233C-1DC3-2F515951F837}"/>
                  </a:ext>
                </a:extLst>
              </p:cNvPr>
              <p:cNvSpPr/>
              <p:nvPr/>
            </p:nvSpPr>
            <p:spPr>
              <a:xfrm>
                <a:off x="8151384" y="2152314"/>
                <a:ext cx="312567" cy="368017"/>
              </a:xfrm>
              <a:custGeom>
                <a:avLst/>
                <a:gdLst>
                  <a:gd name="connsiteX0" fmla="*/ 156284 w 312567"/>
                  <a:gd name="connsiteY0" fmla="*/ 9 h 368017"/>
                  <a:gd name="connsiteX1" fmla="*/ 312568 w 312567"/>
                  <a:gd name="connsiteY1" fmla="*/ 73837 h 368017"/>
                  <a:gd name="connsiteX2" fmla="*/ 312568 w 312567"/>
                  <a:gd name="connsiteY2" fmla="*/ 200553 h 368017"/>
                  <a:gd name="connsiteX3" fmla="*/ 168278 w 312567"/>
                  <a:gd name="connsiteY3" fmla="*/ 364847 h 368017"/>
                  <a:gd name="connsiteX4" fmla="*/ 164571 w 312567"/>
                  <a:gd name="connsiteY4" fmla="*/ 365875 h 368017"/>
                  <a:gd name="connsiteX5" fmla="*/ 156284 w 312567"/>
                  <a:gd name="connsiteY5" fmla="*/ 368018 h 368017"/>
                  <a:gd name="connsiteX6" fmla="*/ 147898 w 312567"/>
                  <a:gd name="connsiteY6" fmla="*/ 365848 h 368017"/>
                  <a:gd name="connsiteX7" fmla="*/ 134 w 312567"/>
                  <a:gd name="connsiteY7" fmla="*/ 205866 h 368017"/>
                  <a:gd name="connsiteX8" fmla="*/ 27 w 312567"/>
                  <a:gd name="connsiteY8" fmla="*/ 202982 h 368017"/>
                  <a:gd name="connsiteX9" fmla="*/ 0 w 312567"/>
                  <a:gd name="connsiteY9" fmla="*/ 73847 h 368017"/>
                  <a:gd name="connsiteX10" fmla="*/ 156284 w 312567"/>
                  <a:gd name="connsiteY10" fmla="*/ 0 h 368017"/>
                  <a:gd name="connsiteX11" fmla="*/ 156275 w 312567"/>
                  <a:gd name="connsiteY11" fmla="*/ 29641 h 368017"/>
                  <a:gd name="connsiteX12" fmla="*/ 26782 w 312567"/>
                  <a:gd name="connsiteY12" fmla="*/ 90806 h 368017"/>
                  <a:gd name="connsiteX13" fmla="*/ 26818 w 312567"/>
                  <a:gd name="connsiteY13" fmla="*/ 202634 h 368017"/>
                  <a:gd name="connsiteX14" fmla="*/ 147523 w 312567"/>
                  <a:gd name="connsiteY14" fmla="*/ 337878 h 368017"/>
                  <a:gd name="connsiteX15" fmla="*/ 151095 w 312567"/>
                  <a:gd name="connsiteY15" fmla="*/ 338940 h 368017"/>
                  <a:gd name="connsiteX16" fmla="*/ 154721 w 312567"/>
                  <a:gd name="connsiteY16" fmla="*/ 339940 h 368017"/>
                  <a:gd name="connsiteX17" fmla="*/ 156266 w 312567"/>
                  <a:gd name="connsiteY17" fmla="*/ 340342 h 368017"/>
                  <a:gd name="connsiteX18" fmla="*/ 157749 w 312567"/>
                  <a:gd name="connsiteY18" fmla="*/ 339967 h 368017"/>
                  <a:gd name="connsiteX19" fmla="*/ 285634 w 312567"/>
                  <a:gd name="connsiteY19" fmla="*/ 205777 h 368017"/>
                  <a:gd name="connsiteX20" fmla="*/ 285741 w 312567"/>
                  <a:gd name="connsiteY20" fmla="*/ 203160 h 368017"/>
                  <a:gd name="connsiteX21" fmla="*/ 285776 w 312567"/>
                  <a:gd name="connsiteY21" fmla="*/ 200553 h 368017"/>
                  <a:gd name="connsiteX22" fmla="*/ 285776 w 312567"/>
                  <a:gd name="connsiteY22" fmla="*/ 90806 h 368017"/>
                  <a:gd name="connsiteX23" fmla="*/ 156275 w 312567"/>
                  <a:gd name="connsiteY23" fmla="*/ 29641 h 368017"/>
                  <a:gd name="connsiteX24" fmla="*/ 200106 w 312567"/>
                  <a:gd name="connsiteY24" fmla="*/ 128912 h 368017"/>
                  <a:gd name="connsiteX25" fmla="*/ 219048 w 312567"/>
                  <a:gd name="connsiteY25" fmla="*/ 147854 h 368017"/>
                  <a:gd name="connsiteX26" fmla="*/ 133797 w 312567"/>
                  <a:gd name="connsiteY26" fmla="*/ 233104 h 368017"/>
                  <a:gd name="connsiteX27" fmla="*/ 73811 w 312567"/>
                  <a:gd name="connsiteY27" fmla="*/ 173118 h 368017"/>
                  <a:gd name="connsiteX28" fmla="*/ 92752 w 312567"/>
                  <a:gd name="connsiteY28" fmla="*/ 154177 h 368017"/>
                  <a:gd name="connsiteX29" fmla="*/ 133788 w 312567"/>
                  <a:gd name="connsiteY29" fmla="*/ 195221 h 368017"/>
                  <a:gd name="connsiteX30" fmla="*/ 200106 w 312567"/>
                  <a:gd name="connsiteY30" fmla="*/ 128912 h 368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12567" h="368017">
                    <a:moveTo>
                      <a:pt x="156284" y="9"/>
                    </a:moveTo>
                    <a:lnTo>
                      <a:pt x="312568" y="73837"/>
                    </a:lnTo>
                    <a:lnTo>
                      <a:pt x="312568" y="200553"/>
                    </a:lnTo>
                    <a:cubicBezTo>
                      <a:pt x="312568" y="268389"/>
                      <a:pt x="256878" y="339628"/>
                      <a:pt x="168278" y="364847"/>
                    </a:cubicBezTo>
                    <a:lnTo>
                      <a:pt x="164571" y="365875"/>
                    </a:lnTo>
                    <a:lnTo>
                      <a:pt x="156284" y="368018"/>
                    </a:lnTo>
                    <a:lnTo>
                      <a:pt x="147898" y="365848"/>
                    </a:lnTo>
                    <a:cubicBezTo>
                      <a:pt x="60013" y="342342"/>
                      <a:pt x="3376" y="273292"/>
                      <a:pt x="134" y="205866"/>
                    </a:cubicBezTo>
                    <a:lnTo>
                      <a:pt x="27" y="202982"/>
                    </a:lnTo>
                    <a:lnTo>
                      <a:pt x="0" y="73847"/>
                    </a:lnTo>
                    <a:lnTo>
                      <a:pt x="156284" y="0"/>
                    </a:lnTo>
                    <a:close/>
                    <a:moveTo>
                      <a:pt x="156275" y="29641"/>
                    </a:moveTo>
                    <a:lnTo>
                      <a:pt x="26782" y="90806"/>
                    </a:lnTo>
                    <a:lnTo>
                      <a:pt x="26818" y="202634"/>
                    </a:lnTo>
                    <a:cubicBezTo>
                      <a:pt x="28194" y="256887"/>
                      <a:pt x="74034" y="315390"/>
                      <a:pt x="147523" y="337878"/>
                    </a:cubicBezTo>
                    <a:lnTo>
                      <a:pt x="151095" y="338940"/>
                    </a:lnTo>
                    <a:lnTo>
                      <a:pt x="154721" y="339940"/>
                    </a:lnTo>
                    <a:lnTo>
                      <a:pt x="156266" y="340342"/>
                    </a:lnTo>
                    <a:lnTo>
                      <a:pt x="157749" y="339967"/>
                    </a:lnTo>
                    <a:cubicBezTo>
                      <a:pt x="234399" y="319462"/>
                      <a:pt x="282740" y="260789"/>
                      <a:pt x="285634" y="205777"/>
                    </a:cubicBezTo>
                    <a:lnTo>
                      <a:pt x="285741" y="203160"/>
                    </a:lnTo>
                    <a:lnTo>
                      <a:pt x="285776" y="200553"/>
                    </a:lnTo>
                    <a:lnTo>
                      <a:pt x="285776" y="90806"/>
                    </a:lnTo>
                    <a:lnTo>
                      <a:pt x="156275" y="29641"/>
                    </a:lnTo>
                    <a:close/>
                    <a:moveTo>
                      <a:pt x="200106" y="128912"/>
                    </a:moveTo>
                    <a:lnTo>
                      <a:pt x="219048" y="147854"/>
                    </a:lnTo>
                    <a:lnTo>
                      <a:pt x="133797" y="233104"/>
                    </a:lnTo>
                    <a:lnTo>
                      <a:pt x="73811" y="173118"/>
                    </a:lnTo>
                    <a:lnTo>
                      <a:pt x="92752" y="154177"/>
                    </a:lnTo>
                    <a:lnTo>
                      <a:pt x="133788" y="195221"/>
                    </a:lnTo>
                    <a:lnTo>
                      <a:pt x="200106" y="128912"/>
                    </a:lnTo>
                    <a:close/>
                  </a:path>
                </a:pathLst>
              </a:custGeom>
              <a:solidFill>
                <a:schemeClr val="accent2"/>
              </a:solidFill>
              <a:ln w="419" cap="flat">
                <a:noFill/>
                <a:prstDash val="solid"/>
                <a:miter/>
              </a:ln>
            </p:spPr>
            <p:txBody>
              <a:bodyPr rtlCol="0" anchor="ctr"/>
              <a:lstStyle/>
              <a:p>
                <a:endParaRPr lang="zh-CN" altLang="en-US"/>
              </a:p>
            </p:txBody>
          </p:sp>
        </p:grpSp>
        <p:grpSp>
          <p:nvGrpSpPr>
            <p:cNvPr id="106" name="组合 105">
              <a:extLst>
                <a:ext uri="{FF2B5EF4-FFF2-40B4-BE49-F238E27FC236}">
                  <a16:creationId xmlns:a16="http://schemas.microsoft.com/office/drawing/2014/main" id="{8CFC7E13-4F25-3B74-8562-4C0B8A8B6BD6}"/>
                </a:ext>
              </a:extLst>
            </p:cNvPr>
            <p:cNvGrpSpPr/>
            <p:nvPr/>
          </p:nvGrpSpPr>
          <p:grpSpPr>
            <a:xfrm>
              <a:off x="660400" y="4386472"/>
              <a:ext cx="3663545" cy="1747628"/>
              <a:chOff x="660400" y="4386472"/>
              <a:chExt cx="3663545" cy="1747628"/>
            </a:xfrm>
          </p:grpSpPr>
          <p:sp>
            <p:nvSpPr>
              <p:cNvPr id="33" name="矩形: 圆角 32">
                <a:extLst>
                  <a:ext uri="{FF2B5EF4-FFF2-40B4-BE49-F238E27FC236}">
                    <a16:creationId xmlns:a16="http://schemas.microsoft.com/office/drawing/2014/main" id="{8D7E9087-6C6D-4606-92C5-DCB22397346A}"/>
                  </a:ext>
                </a:extLst>
              </p:cNvPr>
              <p:cNvSpPr/>
              <p:nvPr/>
            </p:nvSpPr>
            <p:spPr>
              <a:xfrm>
                <a:off x="660400" y="4386472"/>
                <a:ext cx="3663545" cy="1747628"/>
              </a:xfrm>
              <a:prstGeom prst="roundRect">
                <a:avLst>
                  <a:gd name="adj" fmla="val 21379"/>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6C7C439C-D73C-23AE-9C4E-9418EAB876FF}"/>
                  </a:ext>
                </a:extLst>
              </p:cNvPr>
              <p:cNvSpPr/>
              <p:nvPr/>
            </p:nvSpPr>
            <p:spPr>
              <a:xfrm>
                <a:off x="777432" y="4482406"/>
                <a:ext cx="670560" cy="670560"/>
              </a:xfrm>
              <a:prstGeom prst="ellipse">
                <a:avLst/>
              </a:prstGeom>
              <a:solidFill>
                <a:srgbClr val="FFFFFF"/>
              </a:solid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Bullet3">
                <a:extLst>
                  <a:ext uri="{FF2B5EF4-FFF2-40B4-BE49-F238E27FC236}">
                    <a16:creationId xmlns:a16="http://schemas.microsoft.com/office/drawing/2014/main" id="{42DB4D96-F907-BC41-46BC-FF3CB8A5FD54}"/>
                  </a:ext>
                </a:extLst>
              </p:cNvPr>
              <p:cNvSpPr>
                <a:spLocks/>
              </p:cNvSpPr>
              <p:nvPr/>
            </p:nvSpPr>
            <p:spPr>
              <a:xfrm>
                <a:off x="1607355" y="4482405"/>
                <a:ext cx="2546919" cy="670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rgbClr val="FFFFFF"/>
                    </a:solidFill>
                    <a:cs typeface="+mn-ea"/>
                    <a:sym typeface="+mn-lt"/>
                  </a:rPr>
                  <a:t>单击添加小标题</a:t>
                </a:r>
                <a:endParaRPr lang="en-US" dirty="0">
                  <a:solidFill>
                    <a:srgbClr val="FFFFFF"/>
                  </a:solidFill>
                </a:endParaRPr>
              </a:p>
            </p:txBody>
          </p:sp>
          <p:sp>
            <p:nvSpPr>
              <p:cNvPr id="36" name="Text3">
                <a:extLst>
                  <a:ext uri="{FF2B5EF4-FFF2-40B4-BE49-F238E27FC236}">
                    <a16:creationId xmlns:a16="http://schemas.microsoft.com/office/drawing/2014/main" id="{2A84B62C-3CAC-1436-D114-D734D4E17B15}"/>
                  </a:ext>
                </a:extLst>
              </p:cNvPr>
              <p:cNvSpPr>
                <a:spLocks/>
              </p:cNvSpPr>
              <p:nvPr/>
            </p:nvSpPr>
            <p:spPr>
              <a:xfrm>
                <a:off x="830071" y="5248901"/>
                <a:ext cx="3324203" cy="670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103" name="Icon3">
                <a:extLst>
                  <a:ext uri="{FF2B5EF4-FFF2-40B4-BE49-F238E27FC236}">
                    <a16:creationId xmlns:a16="http://schemas.microsoft.com/office/drawing/2014/main" id="{28C8580D-1923-BE72-E2F9-6CFBEAA47FED}"/>
                  </a:ext>
                </a:extLst>
              </p:cNvPr>
              <p:cNvSpPr/>
              <p:nvPr/>
            </p:nvSpPr>
            <p:spPr>
              <a:xfrm>
                <a:off x="938567" y="4643541"/>
                <a:ext cx="348290" cy="348290"/>
              </a:xfrm>
              <a:custGeom>
                <a:avLst/>
                <a:gdLst>
                  <a:gd name="connsiteX0" fmla="*/ 174145 w 348290"/>
                  <a:gd name="connsiteY0" fmla="*/ 0 h 348290"/>
                  <a:gd name="connsiteX1" fmla="*/ 348290 w 348290"/>
                  <a:gd name="connsiteY1" fmla="*/ 174145 h 348290"/>
                  <a:gd name="connsiteX2" fmla="*/ 174145 w 348290"/>
                  <a:gd name="connsiteY2" fmla="*/ 348290 h 348290"/>
                  <a:gd name="connsiteX3" fmla="*/ 0 w 348290"/>
                  <a:gd name="connsiteY3" fmla="*/ 174145 h 348290"/>
                  <a:gd name="connsiteX4" fmla="*/ 174145 w 348290"/>
                  <a:gd name="connsiteY4" fmla="*/ 0 h 348290"/>
                  <a:gd name="connsiteX5" fmla="*/ 160749 w 348290"/>
                  <a:gd name="connsiteY5" fmla="*/ 27390 h 348290"/>
                  <a:gd name="connsiteX6" fmla="*/ 26792 w 348290"/>
                  <a:gd name="connsiteY6" fmla="*/ 174145 h 348290"/>
                  <a:gd name="connsiteX7" fmla="*/ 174145 w 348290"/>
                  <a:gd name="connsiteY7" fmla="*/ 321499 h 348290"/>
                  <a:gd name="connsiteX8" fmla="*/ 268433 w 348290"/>
                  <a:gd name="connsiteY8" fmla="*/ 287384 h 348290"/>
                  <a:gd name="connsiteX9" fmla="*/ 168599 w 348290"/>
                  <a:gd name="connsiteY9" fmla="*/ 187541 h 348290"/>
                  <a:gd name="connsiteX10" fmla="*/ 160749 w 348290"/>
                  <a:gd name="connsiteY10" fmla="*/ 187541 h 348290"/>
                  <a:gd name="connsiteX11" fmla="*/ 160749 w 348290"/>
                  <a:gd name="connsiteY11" fmla="*/ 27390 h 348290"/>
                  <a:gd name="connsiteX12" fmla="*/ 287384 w 348290"/>
                  <a:gd name="connsiteY12" fmla="*/ 268425 h 348290"/>
                  <a:gd name="connsiteX13" fmla="*/ 320901 w 348290"/>
                  <a:gd name="connsiteY13" fmla="*/ 187541 h 348290"/>
                  <a:gd name="connsiteX14" fmla="*/ 206474 w 348290"/>
                  <a:gd name="connsiteY14" fmla="*/ 187541 h 348290"/>
                  <a:gd name="connsiteX15" fmla="*/ 287384 w 348290"/>
                  <a:gd name="connsiteY15" fmla="*/ 268434 h 348290"/>
                  <a:gd name="connsiteX16" fmla="*/ 187541 w 348290"/>
                  <a:gd name="connsiteY16" fmla="*/ 27399 h 348290"/>
                  <a:gd name="connsiteX17" fmla="*/ 187541 w 348290"/>
                  <a:gd name="connsiteY17" fmla="*/ 160749 h 348290"/>
                  <a:gd name="connsiteX18" fmla="*/ 320901 w 348290"/>
                  <a:gd name="connsiteY18" fmla="*/ 160749 h 348290"/>
                  <a:gd name="connsiteX19" fmla="*/ 187541 w 348290"/>
                  <a:gd name="connsiteY19" fmla="*/ 27399 h 348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8290" h="348290">
                    <a:moveTo>
                      <a:pt x="174145" y="0"/>
                    </a:moveTo>
                    <a:cubicBezTo>
                      <a:pt x="270327" y="0"/>
                      <a:pt x="348290" y="77963"/>
                      <a:pt x="348290" y="174145"/>
                    </a:cubicBezTo>
                    <a:cubicBezTo>
                      <a:pt x="348290" y="270327"/>
                      <a:pt x="270327" y="348290"/>
                      <a:pt x="174145" y="348290"/>
                    </a:cubicBezTo>
                    <a:cubicBezTo>
                      <a:pt x="77963" y="348290"/>
                      <a:pt x="0" y="270327"/>
                      <a:pt x="0" y="174145"/>
                    </a:cubicBezTo>
                    <a:cubicBezTo>
                      <a:pt x="0" y="77963"/>
                      <a:pt x="77963" y="0"/>
                      <a:pt x="174145" y="0"/>
                    </a:cubicBezTo>
                    <a:close/>
                    <a:moveTo>
                      <a:pt x="160749" y="27390"/>
                    </a:moveTo>
                    <a:cubicBezTo>
                      <a:pt x="85644" y="34159"/>
                      <a:pt x="26792" y="97280"/>
                      <a:pt x="26792" y="174145"/>
                    </a:cubicBezTo>
                    <a:cubicBezTo>
                      <a:pt x="26792" y="255529"/>
                      <a:pt x="92761" y="321499"/>
                      <a:pt x="174145" y="321499"/>
                    </a:cubicBezTo>
                    <a:cubicBezTo>
                      <a:pt x="210010" y="321499"/>
                      <a:pt x="242884" y="308684"/>
                      <a:pt x="268433" y="287384"/>
                    </a:cubicBezTo>
                    <a:lnTo>
                      <a:pt x="168599" y="187541"/>
                    </a:lnTo>
                    <a:lnTo>
                      <a:pt x="160749" y="187541"/>
                    </a:lnTo>
                    <a:lnTo>
                      <a:pt x="160749" y="27390"/>
                    </a:lnTo>
                    <a:close/>
                    <a:moveTo>
                      <a:pt x="287384" y="268425"/>
                    </a:moveTo>
                    <a:cubicBezTo>
                      <a:pt x="306529" y="245504"/>
                      <a:pt x="318222" y="217285"/>
                      <a:pt x="320901" y="187541"/>
                    </a:cubicBezTo>
                    <a:lnTo>
                      <a:pt x="206474" y="187541"/>
                    </a:lnTo>
                    <a:lnTo>
                      <a:pt x="287384" y="268434"/>
                    </a:lnTo>
                    <a:close/>
                    <a:moveTo>
                      <a:pt x="187541" y="27399"/>
                    </a:moveTo>
                    <a:lnTo>
                      <a:pt x="187541" y="160749"/>
                    </a:lnTo>
                    <a:lnTo>
                      <a:pt x="320901" y="160749"/>
                    </a:lnTo>
                    <a:cubicBezTo>
                      <a:pt x="314533" y="90073"/>
                      <a:pt x="258235" y="33757"/>
                      <a:pt x="187541" y="27399"/>
                    </a:cubicBezTo>
                    <a:close/>
                  </a:path>
                </a:pathLst>
              </a:custGeom>
              <a:solidFill>
                <a:schemeClr val="accent2"/>
              </a:solidFill>
              <a:ln w="419" cap="flat">
                <a:noFill/>
                <a:prstDash val="solid"/>
                <a:miter/>
              </a:ln>
            </p:spPr>
            <p:txBody>
              <a:bodyPr rtlCol="0" anchor="ctr"/>
              <a:lstStyle/>
              <a:p>
                <a:endParaRPr lang="zh-CN" altLang="en-US"/>
              </a:p>
            </p:txBody>
          </p:sp>
        </p:grpSp>
        <p:grpSp>
          <p:nvGrpSpPr>
            <p:cNvPr id="108" name="组合 107">
              <a:extLst>
                <a:ext uri="{FF2B5EF4-FFF2-40B4-BE49-F238E27FC236}">
                  <a16:creationId xmlns:a16="http://schemas.microsoft.com/office/drawing/2014/main" id="{DFD975CF-C2B2-179F-77FA-B0C8B047E8AE}"/>
                </a:ext>
              </a:extLst>
            </p:cNvPr>
            <p:cNvGrpSpPr/>
            <p:nvPr/>
          </p:nvGrpSpPr>
          <p:grpSpPr>
            <a:xfrm>
              <a:off x="7855355" y="4386472"/>
              <a:ext cx="3663545" cy="1747628"/>
              <a:chOff x="7855355" y="4386472"/>
              <a:chExt cx="3663545" cy="1747628"/>
            </a:xfrm>
          </p:grpSpPr>
          <p:grpSp>
            <p:nvGrpSpPr>
              <p:cNvPr id="39" name="组合 38">
                <a:extLst>
                  <a:ext uri="{FF2B5EF4-FFF2-40B4-BE49-F238E27FC236}">
                    <a16:creationId xmlns:a16="http://schemas.microsoft.com/office/drawing/2014/main" id="{F8304B6C-6010-20D5-58B7-5E5445619917}"/>
                  </a:ext>
                </a:extLst>
              </p:cNvPr>
              <p:cNvGrpSpPr/>
              <p:nvPr/>
            </p:nvGrpSpPr>
            <p:grpSpPr>
              <a:xfrm>
                <a:off x="7855355" y="4386472"/>
                <a:ext cx="3663545" cy="1747628"/>
                <a:chOff x="660400" y="1705692"/>
                <a:chExt cx="3663545" cy="1747628"/>
              </a:xfrm>
            </p:grpSpPr>
            <p:sp>
              <p:nvSpPr>
                <p:cNvPr id="40" name="矩形: 圆角 39">
                  <a:extLst>
                    <a:ext uri="{FF2B5EF4-FFF2-40B4-BE49-F238E27FC236}">
                      <a16:creationId xmlns:a16="http://schemas.microsoft.com/office/drawing/2014/main" id="{01BDAF97-E757-2A94-6D52-9F1C9D67BCF4}"/>
                    </a:ext>
                  </a:extLst>
                </p:cNvPr>
                <p:cNvSpPr/>
                <p:nvPr/>
              </p:nvSpPr>
              <p:spPr>
                <a:xfrm>
                  <a:off x="660400" y="1705692"/>
                  <a:ext cx="3663545" cy="1747628"/>
                </a:xfrm>
                <a:prstGeom prst="roundRect">
                  <a:avLst>
                    <a:gd name="adj" fmla="val 21379"/>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a:extLst>
                    <a:ext uri="{FF2B5EF4-FFF2-40B4-BE49-F238E27FC236}">
                      <a16:creationId xmlns:a16="http://schemas.microsoft.com/office/drawing/2014/main" id="{E760F8A7-1C7F-384E-0294-68BF8EA75560}"/>
                    </a:ext>
                  </a:extLst>
                </p:cNvPr>
                <p:cNvSpPr/>
                <p:nvPr/>
              </p:nvSpPr>
              <p:spPr>
                <a:xfrm>
                  <a:off x="777432" y="1801626"/>
                  <a:ext cx="670560" cy="670560"/>
                </a:xfrm>
                <a:prstGeom prst="ellipse">
                  <a:avLst/>
                </a:prstGeom>
                <a:solidFill>
                  <a:srgbClr val="FFFFFF"/>
                </a:solid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Bullet4">
                  <a:extLst>
                    <a:ext uri="{FF2B5EF4-FFF2-40B4-BE49-F238E27FC236}">
                      <a16:creationId xmlns:a16="http://schemas.microsoft.com/office/drawing/2014/main" id="{D149670D-0B43-3C56-3257-00C7496C9640}"/>
                    </a:ext>
                  </a:extLst>
                </p:cNvPr>
                <p:cNvSpPr>
                  <a:spLocks/>
                </p:cNvSpPr>
                <p:nvPr/>
              </p:nvSpPr>
              <p:spPr>
                <a:xfrm>
                  <a:off x="1607355" y="1801625"/>
                  <a:ext cx="2546919" cy="670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rgbClr val="FFFFFF"/>
                      </a:solidFill>
                      <a:cs typeface="+mn-ea"/>
                      <a:sym typeface="+mn-lt"/>
                    </a:rPr>
                    <a:t>单击添加小标题</a:t>
                  </a:r>
                  <a:endParaRPr lang="en-US" dirty="0">
                    <a:solidFill>
                      <a:srgbClr val="FFFFFF"/>
                    </a:solidFill>
                  </a:endParaRPr>
                </a:p>
              </p:txBody>
            </p:sp>
            <p:sp>
              <p:nvSpPr>
                <p:cNvPr id="43" name="Text4">
                  <a:extLst>
                    <a:ext uri="{FF2B5EF4-FFF2-40B4-BE49-F238E27FC236}">
                      <a16:creationId xmlns:a16="http://schemas.microsoft.com/office/drawing/2014/main" id="{6F9AC1D9-8076-687C-9764-CED605ADA0D1}"/>
                    </a:ext>
                  </a:extLst>
                </p:cNvPr>
                <p:cNvSpPr>
                  <a:spLocks/>
                </p:cNvSpPr>
                <p:nvPr/>
              </p:nvSpPr>
              <p:spPr>
                <a:xfrm>
                  <a:off x="830071" y="2568121"/>
                  <a:ext cx="3324203" cy="670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grpSp>
          <p:sp>
            <p:nvSpPr>
              <p:cNvPr id="104" name="Icon4">
                <a:extLst>
                  <a:ext uri="{FF2B5EF4-FFF2-40B4-BE49-F238E27FC236}">
                    <a16:creationId xmlns:a16="http://schemas.microsoft.com/office/drawing/2014/main" id="{2A151CFB-CEE6-C099-4CF5-E636F33C7096}"/>
                  </a:ext>
                </a:extLst>
              </p:cNvPr>
              <p:cNvSpPr/>
              <p:nvPr/>
            </p:nvSpPr>
            <p:spPr>
              <a:xfrm>
                <a:off x="8151383" y="4643540"/>
                <a:ext cx="312567" cy="321498"/>
              </a:xfrm>
              <a:custGeom>
                <a:avLst/>
                <a:gdLst>
                  <a:gd name="connsiteX0" fmla="*/ 241124 w 312567"/>
                  <a:gd name="connsiteY0" fmla="*/ 0 h 321498"/>
                  <a:gd name="connsiteX1" fmla="*/ 241124 w 312567"/>
                  <a:gd name="connsiteY1" fmla="*/ 26792 h 321498"/>
                  <a:gd name="connsiteX2" fmla="*/ 312568 w 312567"/>
                  <a:gd name="connsiteY2" fmla="*/ 26792 h 321498"/>
                  <a:gd name="connsiteX3" fmla="*/ 312568 w 312567"/>
                  <a:gd name="connsiteY3" fmla="*/ 321499 h 321498"/>
                  <a:gd name="connsiteX4" fmla="*/ 0 w 312567"/>
                  <a:gd name="connsiteY4" fmla="*/ 321499 h 321498"/>
                  <a:gd name="connsiteX5" fmla="*/ 0 w 312567"/>
                  <a:gd name="connsiteY5" fmla="*/ 26792 h 321498"/>
                  <a:gd name="connsiteX6" fmla="*/ 71444 w 312567"/>
                  <a:gd name="connsiteY6" fmla="*/ 26792 h 321498"/>
                  <a:gd name="connsiteX7" fmla="*/ 71444 w 312567"/>
                  <a:gd name="connsiteY7" fmla="*/ 0 h 321498"/>
                  <a:gd name="connsiteX8" fmla="*/ 241124 w 312567"/>
                  <a:gd name="connsiteY8" fmla="*/ 0 h 321498"/>
                  <a:gd name="connsiteX9" fmla="*/ 71444 w 312567"/>
                  <a:gd name="connsiteY9" fmla="*/ 53583 h 321498"/>
                  <a:gd name="connsiteX10" fmla="*/ 26792 w 312567"/>
                  <a:gd name="connsiteY10" fmla="*/ 53583 h 321498"/>
                  <a:gd name="connsiteX11" fmla="*/ 26792 w 312567"/>
                  <a:gd name="connsiteY11" fmla="*/ 294707 h 321498"/>
                  <a:gd name="connsiteX12" fmla="*/ 285776 w 312567"/>
                  <a:gd name="connsiteY12" fmla="*/ 294707 h 321498"/>
                  <a:gd name="connsiteX13" fmla="*/ 285776 w 312567"/>
                  <a:gd name="connsiteY13" fmla="*/ 53583 h 321498"/>
                  <a:gd name="connsiteX14" fmla="*/ 241124 w 312567"/>
                  <a:gd name="connsiteY14" fmla="*/ 53583 h 321498"/>
                  <a:gd name="connsiteX15" fmla="*/ 241124 w 312567"/>
                  <a:gd name="connsiteY15" fmla="*/ 80375 h 321498"/>
                  <a:gd name="connsiteX16" fmla="*/ 71444 w 312567"/>
                  <a:gd name="connsiteY16" fmla="*/ 80375 h 321498"/>
                  <a:gd name="connsiteX17" fmla="*/ 71444 w 312567"/>
                  <a:gd name="connsiteY17" fmla="*/ 53583 h 321498"/>
                  <a:gd name="connsiteX18" fmla="*/ 169680 w 312567"/>
                  <a:gd name="connsiteY18" fmla="*/ 107166 h 321498"/>
                  <a:gd name="connsiteX19" fmla="*/ 169671 w 312567"/>
                  <a:gd name="connsiteY19" fmla="*/ 174145 h 321498"/>
                  <a:gd name="connsiteX20" fmla="*/ 236659 w 312567"/>
                  <a:gd name="connsiteY20" fmla="*/ 174145 h 321498"/>
                  <a:gd name="connsiteX21" fmla="*/ 236659 w 312567"/>
                  <a:gd name="connsiteY21" fmla="*/ 200937 h 321498"/>
                  <a:gd name="connsiteX22" fmla="*/ 169671 w 312567"/>
                  <a:gd name="connsiteY22" fmla="*/ 200937 h 321498"/>
                  <a:gd name="connsiteX23" fmla="*/ 169680 w 312567"/>
                  <a:gd name="connsiteY23" fmla="*/ 267916 h 321498"/>
                  <a:gd name="connsiteX24" fmla="*/ 142888 w 312567"/>
                  <a:gd name="connsiteY24" fmla="*/ 267916 h 321498"/>
                  <a:gd name="connsiteX25" fmla="*/ 142879 w 312567"/>
                  <a:gd name="connsiteY25" fmla="*/ 200937 h 321498"/>
                  <a:gd name="connsiteX26" fmla="*/ 75909 w 312567"/>
                  <a:gd name="connsiteY26" fmla="*/ 200937 h 321498"/>
                  <a:gd name="connsiteX27" fmla="*/ 75909 w 312567"/>
                  <a:gd name="connsiteY27" fmla="*/ 174145 h 321498"/>
                  <a:gd name="connsiteX28" fmla="*/ 142879 w 312567"/>
                  <a:gd name="connsiteY28" fmla="*/ 174145 h 321498"/>
                  <a:gd name="connsiteX29" fmla="*/ 142888 w 312567"/>
                  <a:gd name="connsiteY29" fmla="*/ 107166 h 321498"/>
                  <a:gd name="connsiteX30" fmla="*/ 169680 w 312567"/>
                  <a:gd name="connsiteY30" fmla="*/ 107166 h 321498"/>
                  <a:gd name="connsiteX31" fmla="*/ 214333 w 312567"/>
                  <a:gd name="connsiteY31" fmla="*/ 26792 h 321498"/>
                  <a:gd name="connsiteX32" fmla="*/ 98235 w 312567"/>
                  <a:gd name="connsiteY32" fmla="*/ 26792 h 321498"/>
                  <a:gd name="connsiteX33" fmla="*/ 98235 w 312567"/>
                  <a:gd name="connsiteY33" fmla="*/ 53583 h 321498"/>
                  <a:gd name="connsiteX34" fmla="*/ 214333 w 312567"/>
                  <a:gd name="connsiteY34" fmla="*/ 53583 h 321498"/>
                  <a:gd name="connsiteX35" fmla="*/ 214333 w 312567"/>
                  <a:gd name="connsiteY35" fmla="*/ 26792 h 321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12567" h="321498">
                    <a:moveTo>
                      <a:pt x="241124" y="0"/>
                    </a:moveTo>
                    <a:lnTo>
                      <a:pt x="241124" y="26792"/>
                    </a:lnTo>
                    <a:lnTo>
                      <a:pt x="312568" y="26792"/>
                    </a:lnTo>
                    <a:lnTo>
                      <a:pt x="312568" y="321499"/>
                    </a:lnTo>
                    <a:lnTo>
                      <a:pt x="0" y="321499"/>
                    </a:lnTo>
                    <a:lnTo>
                      <a:pt x="0" y="26792"/>
                    </a:lnTo>
                    <a:lnTo>
                      <a:pt x="71444" y="26792"/>
                    </a:lnTo>
                    <a:lnTo>
                      <a:pt x="71444" y="0"/>
                    </a:lnTo>
                    <a:lnTo>
                      <a:pt x="241124" y="0"/>
                    </a:lnTo>
                    <a:close/>
                    <a:moveTo>
                      <a:pt x="71444" y="53583"/>
                    </a:moveTo>
                    <a:lnTo>
                      <a:pt x="26792" y="53583"/>
                    </a:lnTo>
                    <a:lnTo>
                      <a:pt x="26792" y="294707"/>
                    </a:lnTo>
                    <a:lnTo>
                      <a:pt x="285776" y="294707"/>
                    </a:lnTo>
                    <a:lnTo>
                      <a:pt x="285776" y="53583"/>
                    </a:lnTo>
                    <a:lnTo>
                      <a:pt x="241124" y="53583"/>
                    </a:lnTo>
                    <a:lnTo>
                      <a:pt x="241124" y="80375"/>
                    </a:lnTo>
                    <a:lnTo>
                      <a:pt x="71444" y="80375"/>
                    </a:lnTo>
                    <a:lnTo>
                      <a:pt x="71444" y="53583"/>
                    </a:lnTo>
                    <a:close/>
                    <a:moveTo>
                      <a:pt x="169680" y="107166"/>
                    </a:moveTo>
                    <a:lnTo>
                      <a:pt x="169671" y="174145"/>
                    </a:lnTo>
                    <a:lnTo>
                      <a:pt x="236659" y="174145"/>
                    </a:lnTo>
                    <a:lnTo>
                      <a:pt x="236659" y="200937"/>
                    </a:lnTo>
                    <a:lnTo>
                      <a:pt x="169671" y="200937"/>
                    </a:lnTo>
                    <a:lnTo>
                      <a:pt x="169680" y="267916"/>
                    </a:lnTo>
                    <a:lnTo>
                      <a:pt x="142888" y="267916"/>
                    </a:lnTo>
                    <a:lnTo>
                      <a:pt x="142879" y="200937"/>
                    </a:lnTo>
                    <a:lnTo>
                      <a:pt x="75909" y="200937"/>
                    </a:lnTo>
                    <a:lnTo>
                      <a:pt x="75909" y="174145"/>
                    </a:lnTo>
                    <a:lnTo>
                      <a:pt x="142879" y="174145"/>
                    </a:lnTo>
                    <a:lnTo>
                      <a:pt x="142888" y="107166"/>
                    </a:lnTo>
                    <a:lnTo>
                      <a:pt x="169680" y="107166"/>
                    </a:lnTo>
                    <a:close/>
                    <a:moveTo>
                      <a:pt x="214333" y="26792"/>
                    </a:moveTo>
                    <a:lnTo>
                      <a:pt x="98235" y="26792"/>
                    </a:lnTo>
                    <a:lnTo>
                      <a:pt x="98235" y="53583"/>
                    </a:lnTo>
                    <a:lnTo>
                      <a:pt x="214333" y="53583"/>
                    </a:lnTo>
                    <a:lnTo>
                      <a:pt x="214333" y="26792"/>
                    </a:lnTo>
                    <a:close/>
                  </a:path>
                </a:pathLst>
              </a:custGeom>
              <a:solidFill>
                <a:schemeClr val="accent1"/>
              </a:solidFill>
              <a:ln w="419" cap="flat">
                <a:noFill/>
                <a:prstDash val="solid"/>
                <a:miter/>
              </a:ln>
            </p:spPr>
            <p:txBody>
              <a:bodyPr rtlCol="0" anchor="ctr"/>
              <a:lstStyle/>
              <a:p>
                <a:endParaRPr lang="zh-CN" altLang="en-US"/>
              </a:p>
            </p:txBody>
          </p:sp>
        </p:grpSp>
        <p:grpSp>
          <p:nvGrpSpPr>
            <p:cNvPr id="109" name="组合 108">
              <a:extLst>
                <a:ext uri="{FF2B5EF4-FFF2-40B4-BE49-F238E27FC236}">
                  <a16:creationId xmlns:a16="http://schemas.microsoft.com/office/drawing/2014/main" id="{3435B3DA-B0A2-A88F-AD37-F08E3729704A}"/>
                </a:ext>
              </a:extLst>
            </p:cNvPr>
            <p:cNvGrpSpPr/>
            <p:nvPr/>
          </p:nvGrpSpPr>
          <p:grpSpPr>
            <a:xfrm>
              <a:off x="660400" y="1905108"/>
              <a:ext cx="3663545" cy="1747628"/>
              <a:chOff x="660400" y="1905108"/>
              <a:chExt cx="3663545" cy="1747628"/>
            </a:xfrm>
          </p:grpSpPr>
          <p:grpSp>
            <p:nvGrpSpPr>
              <p:cNvPr id="15" name="组合 14">
                <a:extLst>
                  <a:ext uri="{FF2B5EF4-FFF2-40B4-BE49-F238E27FC236}">
                    <a16:creationId xmlns:a16="http://schemas.microsoft.com/office/drawing/2014/main" id="{8CD7AFF2-FB3C-E49E-3818-69400AB22B09}"/>
                  </a:ext>
                </a:extLst>
              </p:cNvPr>
              <p:cNvGrpSpPr/>
              <p:nvPr/>
            </p:nvGrpSpPr>
            <p:grpSpPr>
              <a:xfrm>
                <a:off x="660400" y="1905108"/>
                <a:ext cx="3663545" cy="1747628"/>
                <a:chOff x="660400" y="1705692"/>
                <a:chExt cx="3663545" cy="1747628"/>
              </a:xfrm>
            </p:grpSpPr>
            <p:sp>
              <p:nvSpPr>
                <p:cNvPr id="6" name="矩形: 圆角 5">
                  <a:extLst>
                    <a:ext uri="{FF2B5EF4-FFF2-40B4-BE49-F238E27FC236}">
                      <a16:creationId xmlns:a16="http://schemas.microsoft.com/office/drawing/2014/main" id="{7EDDA9B7-9B03-BF0D-B75C-333D48CA423B}"/>
                    </a:ext>
                  </a:extLst>
                </p:cNvPr>
                <p:cNvSpPr/>
                <p:nvPr/>
              </p:nvSpPr>
              <p:spPr>
                <a:xfrm>
                  <a:off x="660400" y="1705692"/>
                  <a:ext cx="3663545" cy="1747628"/>
                </a:xfrm>
                <a:prstGeom prst="roundRect">
                  <a:avLst>
                    <a:gd name="adj" fmla="val 21379"/>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00398C1B-2985-0EF9-300E-472FEE1F0477}"/>
                    </a:ext>
                  </a:extLst>
                </p:cNvPr>
                <p:cNvSpPr/>
                <p:nvPr/>
              </p:nvSpPr>
              <p:spPr>
                <a:xfrm>
                  <a:off x="777432" y="1801626"/>
                  <a:ext cx="670560" cy="670560"/>
                </a:xfrm>
                <a:prstGeom prst="ellipse">
                  <a:avLst/>
                </a:prstGeom>
                <a:solidFill>
                  <a:srgbClr val="FFFFFF"/>
                </a:solid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Bullet1">
                  <a:extLst>
                    <a:ext uri="{FF2B5EF4-FFF2-40B4-BE49-F238E27FC236}">
                      <a16:creationId xmlns:a16="http://schemas.microsoft.com/office/drawing/2014/main" id="{642E966B-7F3B-40DC-6335-4CDA9ABDB3B6}"/>
                    </a:ext>
                  </a:extLst>
                </p:cNvPr>
                <p:cNvSpPr>
                  <a:spLocks/>
                </p:cNvSpPr>
                <p:nvPr/>
              </p:nvSpPr>
              <p:spPr>
                <a:xfrm>
                  <a:off x="1607355" y="1801625"/>
                  <a:ext cx="2546919" cy="670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rgbClr val="FFFFFF"/>
                      </a:solidFill>
                      <a:cs typeface="+mn-ea"/>
                      <a:sym typeface="+mn-lt"/>
                    </a:rPr>
                    <a:t>单击添加小标题</a:t>
                  </a:r>
                  <a:endParaRPr lang="en-US" dirty="0">
                    <a:solidFill>
                      <a:srgbClr val="FFFFFF"/>
                    </a:solidFill>
                  </a:endParaRPr>
                </a:p>
              </p:txBody>
            </p:sp>
            <p:sp>
              <p:nvSpPr>
                <p:cNvPr id="14" name="Text1">
                  <a:extLst>
                    <a:ext uri="{FF2B5EF4-FFF2-40B4-BE49-F238E27FC236}">
                      <a16:creationId xmlns:a16="http://schemas.microsoft.com/office/drawing/2014/main" id="{E05169D6-2F16-B098-693D-513A3B31FDEA}"/>
                    </a:ext>
                  </a:extLst>
                </p:cNvPr>
                <p:cNvSpPr>
                  <a:spLocks/>
                </p:cNvSpPr>
                <p:nvPr/>
              </p:nvSpPr>
              <p:spPr>
                <a:xfrm>
                  <a:off x="830071" y="2568121"/>
                  <a:ext cx="3324203" cy="670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grpSp>
          <p:sp>
            <p:nvSpPr>
              <p:cNvPr id="105" name="Icon1">
                <a:extLst>
                  <a:ext uri="{FF2B5EF4-FFF2-40B4-BE49-F238E27FC236}">
                    <a16:creationId xmlns:a16="http://schemas.microsoft.com/office/drawing/2014/main" id="{B2B18430-C651-6778-7197-FB01A1A3AD2E}"/>
                  </a:ext>
                </a:extLst>
              </p:cNvPr>
              <p:cNvSpPr/>
              <p:nvPr/>
            </p:nvSpPr>
            <p:spPr>
              <a:xfrm>
                <a:off x="965358" y="2165732"/>
                <a:ext cx="294707" cy="321498"/>
              </a:xfrm>
              <a:custGeom>
                <a:avLst/>
                <a:gdLst>
                  <a:gd name="connsiteX0" fmla="*/ 294707 w 294707"/>
                  <a:gd name="connsiteY0" fmla="*/ 0 h 321498"/>
                  <a:gd name="connsiteX1" fmla="*/ 294707 w 294707"/>
                  <a:gd name="connsiteY1" fmla="*/ 321499 h 321498"/>
                  <a:gd name="connsiteX2" fmla="*/ 0 w 294707"/>
                  <a:gd name="connsiteY2" fmla="*/ 321499 h 321498"/>
                  <a:gd name="connsiteX3" fmla="*/ 0 w 294707"/>
                  <a:gd name="connsiteY3" fmla="*/ 0 h 321498"/>
                  <a:gd name="connsiteX4" fmla="*/ 294707 w 294707"/>
                  <a:gd name="connsiteY4" fmla="*/ 0 h 321498"/>
                  <a:gd name="connsiteX5" fmla="*/ 267916 w 294707"/>
                  <a:gd name="connsiteY5" fmla="*/ 223263 h 321498"/>
                  <a:gd name="connsiteX6" fmla="*/ 26792 w 294707"/>
                  <a:gd name="connsiteY6" fmla="*/ 223263 h 321498"/>
                  <a:gd name="connsiteX7" fmla="*/ 26792 w 294707"/>
                  <a:gd name="connsiteY7" fmla="*/ 294707 h 321498"/>
                  <a:gd name="connsiteX8" fmla="*/ 267916 w 294707"/>
                  <a:gd name="connsiteY8" fmla="*/ 294707 h 321498"/>
                  <a:gd name="connsiteX9" fmla="*/ 267916 w 294707"/>
                  <a:gd name="connsiteY9" fmla="*/ 223263 h 321498"/>
                  <a:gd name="connsiteX10" fmla="*/ 227728 w 294707"/>
                  <a:gd name="connsiteY10" fmla="*/ 245589 h 321498"/>
                  <a:gd name="connsiteX11" fmla="*/ 227728 w 294707"/>
                  <a:gd name="connsiteY11" fmla="*/ 272381 h 321498"/>
                  <a:gd name="connsiteX12" fmla="*/ 174145 w 294707"/>
                  <a:gd name="connsiteY12" fmla="*/ 272381 h 321498"/>
                  <a:gd name="connsiteX13" fmla="*/ 174145 w 294707"/>
                  <a:gd name="connsiteY13" fmla="*/ 245589 h 321498"/>
                  <a:gd name="connsiteX14" fmla="*/ 227728 w 294707"/>
                  <a:gd name="connsiteY14" fmla="*/ 245589 h 321498"/>
                  <a:gd name="connsiteX15" fmla="*/ 267916 w 294707"/>
                  <a:gd name="connsiteY15" fmla="*/ 125027 h 321498"/>
                  <a:gd name="connsiteX16" fmla="*/ 26792 w 294707"/>
                  <a:gd name="connsiteY16" fmla="*/ 125027 h 321498"/>
                  <a:gd name="connsiteX17" fmla="*/ 26792 w 294707"/>
                  <a:gd name="connsiteY17" fmla="*/ 196471 h 321498"/>
                  <a:gd name="connsiteX18" fmla="*/ 267916 w 294707"/>
                  <a:gd name="connsiteY18" fmla="*/ 196471 h 321498"/>
                  <a:gd name="connsiteX19" fmla="*/ 267916 w 294707"/>
                  <a:gd name="connsiteY19" fmla="*/ 125027 h 321498"/>
                  <a:gd name="connsiteX20" fmla="*/ 227728 w 294707"/>
                  <a:gd name="connsiteY20" fmla="*/ 147354 h 321498"/>
                  <a:gd name="connsiteX21" fmla="*/ 227728 w 294707"/>
                  <a:gd name="connsiteY21" fmla="*/ 174145 h 321498"/>
                  <a:gd name="connsiteX22" fmla="*/ 174145 w 294707"/>
                  <a:gd name="connsiteY22" fmla="*/ 174145 h 321498"/>
                  <a:gd name="connsiteX23" fmla="*/ 174145 w 294707"/>
                  <a:gd name="connsiteY23" fmla="*/ 147354 h 321498"/>
                  <a:gd name="connsiteX24" fmla="*/ 227728 w 294707"/>
                  <a:gd name="connsiteY24" fmla="*/ 147354 h 321498"/>
                  <a:gd name="connsiteX25" fmla="*/ 267916 w 294707"/>
                  <a:gd name="connsiteY25" fmla="*/ 26792 h 321498"/>
                  <a:gd name="connsiteX26" fmla="*/ 26792 w 294707"/>
                  <a:gd name="connsiteY26" fmla="*/ 26792 h 321498"/>
                  <a:gd name="connsiteX27" fmla="*/ 26792 w 294707"/>
                  <a:gd name="connsiteY27" fmla="*/ 98235 h 321498"/>
                  <a:gd name="connsiteX28" fmla="*/ 267916 w 294707"/>
                  <a:gd name="connsiteY28" fmla="*/ 98235 h 321498"/>
                  <a:gd name="connsiteX29" fmla="*/ 267916 w 294707"/>
                  <a:gd name="connsiteY29" fmla="*/ 26792 h 321498"/>
                  <a:gd name="connsiteX30" fmla="*/ 227728 w 294707"/>
                  <a:gd name="connsiteY30" fmla="*/ 49118 h 321498"/>
                  <a:gd name="connsiteX31" fmla="*/ 227728 w 294707"/>
                  <a:gd name="connsiteY31" fmla="*/ 75909 h 321498"/>
                  <a:gd name="connsiteX32" fmla="*/ 174145 w 294707"/>
                  <a:gd name="connsiteY32" fmla="*/ 75909 h 321498"/>
                  <a:gd name="connsiteX33" fmla="*/ 174145 w 294707"/>
                  <a:gd name="connsiteY33" fmla="*/ 49118 h 321498"/>
                  <a:gd name="connsiteX34" fmla="*/ 227728 w 294707"/>
                  <a:gd name="connsiteY34" fmla="*/ 49118 h 321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94707" h="321498">
                    <a:moveTo>
                      <a:pt x="294707" y="0"/>
                    </a:moveTo>
                    <a:lnTo>
                      <a:pt x="294707" y="321499"/>
                    </a:lnTo>
                    <a:lnTo>
                      <a:pt x="0" y="321499"/>
                    </a:lnTo>
                    <a:lnTo>
                      <a:pt x="0" y="0"/>
                    </a:lnTo>
                    <a:lnTo>
                      <a:pt x="294707" y="0"/>
                    </a:lnTo>
                    <a:close/>
                    <a:moveTo>
                      <a:pt x="267916" y="223263"/>
                    </a:moveTo>
                    <a:lnTo>
                      <a:pt x="26792" y="223263"/>
                    </a:lnTo>
                    <a:lnTo>
                      <a:pt x="26792" y="294707"/>
                    </a:lnTo>
                    <a:lnTo>
                      <a:pt x="267916" y="294707"/>
                    </a:lnTo>
                    <a:lnTo>
                      <a:pt x="267916" y="223263"/>
                    </a:lnTo>
                    <a:close/>
                    <a:moveTo>
                      <a:pt x="227728" y="245589"/>
                    </a:moveTo>
                    <a:lnTo>
                      <a:pt x="227728" y="272381"/>
                    </a:lnTo>
                    <a:lnTo>
                      <a:pt x="174145" y="272381"/>
                    </a:lnTo>
                    <a:lnTo>
                      <a:pt x="174145" y="245589"/>
                    </a:lnTo>
                    <a:lnTo>
                      <a:pt x="227728" y="245589"/>
                    </a:lnTo>
                    <a:close/>
                    <a:moveTo>
                      <a:pt x="267916" y="125027"/>
                    </a:moveTo>
                    <a:lnTo>
                      <a:pt x="26792" y="125027"/>
                    </a:lnTo>
                    <a:lnTo>
                      <a:pt x="26792" y="196471"/>
                    </a:lnTo>
                    <a:lnTo>
                      <a:pt x="267916" y="196471"/>
                    </a:lnTo>
                    <a:lnTo>
                      <a:pt x="267916" y="125027"/>
                    </a:lnTo>
                    <a:close/>
                    <a:moveTo>
                      <a:pt x="227728" y="147354"/>
                    </a:moveTo>
                    <a:lnTo>
                      <a:pt x="227728" y="174145"/>
                    </a:lnTo>
                    <a:lnTo>
                      <a:pt x="174145" y="174145"/>
                    </a:lnTo>
                    <a:lnTo>
                      <a:pt x="174145" y="147354"/>
                    </a:lnTo>
                    <a:lnTo>
                      <a:pt x="227728" y="147354"/>
                    </a:lnTo>
                    <a:close/>
                    <a:moveTo>
                      <a:pt x="267916" y="26792"/>
                    </a:moveTo>
                    <a:lnTo>
                      <a:pt x="26792" y="26792"/>
                    </a:lnTo>
                    <a:lnTo>
                      <a:pt x="26792" y="98235"/>
                    </a:lnTo>
                    <a:lnTo>
                      <a:pt x="267916" y="98235"/>
                    </a:lnTo>
                    <a:lnTo>
                      <a:pt x="267916" y="26792"/>
                    </a:lnTo>
                    <a:close/>
                    <a:moveTo>
                      <a:pt x="227728" y="49118"/>
                    </a:moveTo>
                    <a:lnTo>
                      <a:pt x="227728" y="75909"/>
                    </a:lnTo>
                    <a:lnTo>
                      <a:pt x="174145" y="75909"/>
                    </a:lnTo>
                    <a:lnTo>
                      <a:pt x="174145" y="49118"/>
                    </a:lnTo>
                    <a:lnTo>
                      <a:pt x="227728" y="49118"/>
                    </a:lnTo>
                    <a:close/>
                  </a:path>
                </a:pathLst>
              </a:custGeom>
              <a:solidFill>
                <a:schemeClr val="accent1"/>
              </a:solidFill>
              <a:ln w="419" cap="flat">
                <a:noFill/>
                <a:prstDash val="solid"/>
                <a:miter/>
              </a:ln>
            </p:spPr>
            <p:txBody>
              <a:bodyPr rtlCol="0" anchor="ctr"/>
              <a:lstStyle/>
              <a:p>
                <a:endParaRPr lang="zh-CN" altLang="en-US"/>
              </a:p>
            </p:txBody>
          </p: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BCF6F-C9E5-5083-3A9A-0D09F1E2F29D}"/>
            </a:ext>
          </a:extLst>
        </p:cNvPr>
        <p:cNvGrpSpPr/>
        <p:nvPr/>
      </p:nvGrpSpPr>
      <p:grpSpPr>
        <a:xfrm>
          <a:off x="0" y="0"/>
          <a:ext cx="0" cy="0"/>
          <a:chOff x="0" y="0"/>
          <a:chExt cx="0" cy="0"/>
        </a:xfrm>
      </p:grpSpPr>
      <p:sp>
        <p:nvSpPr>
          <p:cNvPr id="191"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48" name="组合 47">
            <a:extLst>
              <a:ext uri="{FF2B5EF4-FFF2-40B4-BE49-F238E27FC236}">
                <a16:creationId xmlns:a16="http://schemas.microsoft.com/office/drawing/2014/main" id="{309D88E2-9828-CC28-147C-1A7E2AB0F5F2}"/>
              </a:ext>
            </a:extLst>
          </p:cNvPr>
          <p:cNvGrpSpPr/>
          <p:nvPr/>
        </p:nvGrpSpPr>
        <p:grpSpPr>
          <a:xfrm>
            <a:off x="660400" y="1130300"/>
            <a:ext cx="10858500" cy="5003800"/>
            <a:chOff x="660400" y="1130300"/>
            <a:chExt cx="10858500" cy="5003800"/>
          </a:xfrm>
        </p:grpSpPr>
        <p:sp>
          <p:nvSpPr>
            <p:cNvPr id="6" name="Title">
              <a:extLst>
                <a:ext uri="{FF2B5EF4-FFF2-40B4-BE49-F238E27FC236}">
                  <a16:creationId xmlns:a16="http://schemas.microsoft.com/office/drawing/2014/main" id="{D5302C58-D23C-5D98-9F02-9F4F2B3D0FE9}"/>
                </a:ext>
              </a:extLst>
            </p:cNvPr>
            <p:cNvSpPr txBox="1"/>
            <p:nvPr/>
          </p:nvSpPr>
          <p:spPr>
            <a:xfrm>
              <a:off x="660400" y="1130300"/>
              <a:ext cx="10858500" cy="461665"/>
            </a:xfrm>
            <a:prstGeom prst="rect">
              <a:avLst/>
            </a:prstGeom>
            <a:noFill/>
          </p:spPr>
          <p:txBody>
            <a:bodyPr vert="horz" wrap="square" rtlCol="0" anchor="t" anchorCtr="1">
              <a:normAutofit/>
            </a:bodyPr>
            <a:lstStyle/>
            <a:p>
              <a:pPr algn="ctr"/>
              <a:r>
                <a:rPr lang="zh-CN" altLang="en-US" sz="2400" b="1" dirty="0">
                  <a:cs typeface="+mn-ea"/>
                  <a:sym typeface="+mn-lt"/>
                </a:rPr>
                <a:t>单击此处添加长一点的副标题</a:t>
              </a:r>
              <a:endParaRPr lang="en-US" dirty="0"/>
            </a:p>
          </p:txBody>
        </p:sp>
        <p:grpSp>
          <p:nvGrpSpPr>
            <p:cNvPr id="22" name="组合 21">
              <a:extLst>
                <a:ext uri="{FF2B5EF4-FFF2-40B4-BE49-F238E27FC236}">
                  <a16:creationId xmlns:a16="http://schemas.microsoft.com/office/drawing/2014/main" id="{F321F669-ADCD-92A2-09F8-4BADC2625DA4}"/>
                </a:ext>
              </a:extLst>
            </p:cNvPr>
            <p:cNvGrpSpPr/>
            <p:nvPr/>
          </p:nvGrpSpPr>
          <p:grpSpPr>
            <a:xfrm>
              <a:off x="682625" y="1816100"/>
              <a:ext cx="3463065" cy="2095500"/>
              <a:chOff x="704850" y="1816100"/>
              <a:chExt cx="3463065" cy="2095500"/>
            </a:xfrm>
          </p:grpSpPr>
          <p:sp>
            <p:nvSpPr>
              <p:cNvPr id="2" name="矩形: 圆角 1">
                <a:extLst>
                  <a:ext uri="{FF2B5EF4-FFF2-40B4-BE49-F238E27FC236}">
                    <a16:creationId xmlns:a16="http://schemas.microsoft.com/office/drawing/2014/main" id="{AEE4E8B5-9648-1EC2-8618-B82D8D93808D}"/>
                  </a:ext>
                </a:extLst>
              </p:cNvPr>
              <p:cNvSpPr/>
              <p:nvPr/>
            </p:nvSpPr>
            <p:spPr>
              <a:xfrm>
                <a:off x="704850" y="1816100"/>
                <a:ext cx="3463065" cy="2095500"/>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06FE7280-C5BB-39C5-87D4-0EE066AE0AE3}"/>
                  </a:ext>
                </a:extLst>
              </p:cNvPr>
              <p:cNvSpPr/>
              <p:nvPr/>
            </p:nvSpPr>
            <p:spPr>
              <a:xfrm>
                <a:off x="800100" y="1914525"/>
                <a:ext cx="530225" cy="53022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b="1" dirty="0">
                    <a:solidFill>
                      <a:srgbClr val="FFFFFF"/>
                    </a:solidFill>
                  </a:rPr>
                  <a:t>01</a:t>
                </a:r>
                <a:endParaRPr lang="zh-CN" altLang="en-US" b="1" dirty="0">
                  <a:solidFill>
                    <a:srgbClr val="FFFFFF"/>
                  </a:solidFill>
                </a:endParaRPr>
              </a:p>
            </p:txBody>
          </p:sp>
          <p:sp>
            <p:nvSpPr>
              <p:cNvPr id="20" name="Bullet1">
                <a:extLst>
                  <a:ext uri="{FF2B5EF4-FFF2-40B4-BE49-F238E27FC236}">
                    <a16:creationId xmlns:a16="http://schemas.microsoft.com/office/drawing/2014/main" id="{F764151C-A3E5-392D-422D-CE029FA43E4F}"/>
                  </a:ext>
                </a:extLst>
              </p:cNvPr>
              <p:cNvSpPr>
                <a:spLocks/>
              </p:cNvSpPr>
              <p:nvPr/>
            </p:nvSpPr>
            <p:spPr>
              <a:xfrm>
                <a:off x="1425575" y="1914525"/>
                <a:ext cx="2574925" cy="530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solidFill>
                    <a:schemeClr val="tx1"/>
                  </a:solidFill>
                </a:endParaRPr>
              </a:p>
            </p:txBody>
          </p:sp>
          <p:sp>
            <p:nvSpPr>
              <p:cNvPr id="21" name="Text1">
                <a:extLst>
                  <a:ext uri="{FF2B5EF4-FFF2-40B4-BE49-F238E27FC236}">
                    <a16:creationId xmlns:a16="http://schemas.microsoft.com/office/drawing/2014/main" id="{20D6A87C-3956-507F-56AF-B45E2CD7521D}"/>
                  </a:ext>
                </a:extLst>
              </p:cNvPr>
              <p:cNvSpPr>
                <a:spLocks/>
              </p:cNvSpPr>
              <p:nvPr/>
            </p:nvSpPr>
            <p:spPr>
              <a:xfrm>
                <a:off x="800101" y="2543175"/>
                <a:ext cx="3200400" cy="11736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solidFill>
                    <a:schemeClr val="tx1"/>
                  </a:solidFill>
                </a:endParaRPr>
              </a:p>
            </p:txBody>
          </p:sp>
        </p:grpSp>
        <p:grpSp>
          <p:nvGrpSpPr>
            <p:cNvPr id="23" name="组合 22">
              <a:extLst>
                <a:ext uri="{FF2B5EF4-FFF2-40B4-BE49-F238E27FC236}">
                  <a16:creationId xmlns:a16="http://schemas.microsoft.com/office/drawing/2014/main" id="{CDA6D61A-5067-F7D4-53BB-FB8351E7A444}"/>
                </a:ext>
              </a:extLst>
            </p:cNvPr>
            <p:cNvGrpSpPr/>
            <p:nvPr/>
          </p:nvGrpSpPr>
          <p:grpSpPr>
            <a:xfrm>
              <a:off x="4358117" y="1816100"/>
              <a:ext cx="3463065" cy="2095500"/>
              <a:chOff x="704850" y="1816100"/>
              <a:chExt cx="3463065" cy="2095500"/>
            </a:xfrm>
          </p:grpSpPr>
          <p:sp>
            <p:nvSpPr>
              <p:cNvPr id="24" name="矩形: 圆角 23">
                <a:extLst>
                  <a:ext uri="{FF2B5EF4-FFF2-40B4-BE49-F238E27FC236}">
                    <a16:creationId xmlns:a16="http://schemas.microsoft.com/office/drawing/2014/main" id="{1884716F-EA46-A85B-2480-5DFA1D6961B9}"/>
                  </a:ext>
                </a:extLst>
              </p:cNvPr>
              <p:cNvSpPr/>
              <p:nvPr/>
            </p:nvSpPr>
            <p:spPr>
              <a:xfrm>
                <a:off x="704850" y="1816100"/>
                <a:ext cx="3463065" cy="2095500"/>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BF0D247E-2FBD-9534-095D-55BF5D7CDB81}"/>
                  </a:ext>
                </a:extLst>
              </p:cNvPr>
              <p:cNvSpPr/>
              <p:nvPr/>
            </p:nvSpPr>
            <p:spPr>
              <a:xfrm>
                <a:off x="800100" y="1914525"/>
                <a:ext cx="530225" cy="53022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b="1" dirty="0">
                    <a:solidFill>
                      <a:srgbClr val="FFFFFF"/>
                    </a:solidFill>
                  </a:rPr>
                  <a:t>02</a:t>
                </a:r>
                <a:endParaRPr lang="zh-CN" altLang="en-US" b="1" dirty="0">
                  <a:solidFill>
                    <a:srgbClr val="FFFFFF"/>
                  </a:solidFill>
                </a:endParaRPr>
              </a:p>
            </p:txBody>
          </p:sp>
          <p:sp>
            <p:nvSpPr>
              <p:cNvPr id="26" name="Bullet2">
                <a:extLst>
                  <a:ext uri="{FF2B5EF4-FFF2-40B4-BE49-F238E27FC236}">
                    <a16:creationId xmlns:a16="http://schemas.microsoft.com/office/drawing/2014/main" id="{08D2B037-5006-AE02-F0F9-AF2D574A395E}"/>
                  </a:ext>
                </a:extLst>
              </p:cNvPr>
              <p:cNvSpPr>
                <a:spLocks/>
              </p:cNvSpPr>
              <p:nvPr/>
            </p:nvSpPr>
            <p:spPr>
              <a:xfrm>
                <a:off x="1425575" y="1914525"/>
                <a:ext cx="2574925" cy="530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solidFill>
                    <a:schemeClr val="tx1"/>
                  </a:solidFill>
                </a:endParaRPr>
              </a:p>
            </p:txBody>
          </p:sp>
          <p:sp>
            <p:nvSpPr>
              <p:cNvPr id="27" name="Text2">
                <a:extLst>
                  <a:ext uri="{FF2B5EF4-FFF2-40B4-BE49-F238E27FC236}">
                    <a16:creationId xmlns:a16="http://schemas.microsoft.com/office/drawing/2014/main" id="{BF367AF3-E89E-EBC4-F52A-EF0E9C675795}"/>
                  </a:ext>
                </a:extLst>
              </p:cNvPr>
              <p:cNvSpPr>
                <a:spLocks/>
              </p:cNvSpPr>
              <p:nvPr/>
            </p:nvSpPr>
            <p:spPr>
              <a:xfrm>
                <a:off x="800101" y="2543175"/>
                <a:ext cx="3200400" cy="11736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solidFill>
                    <a:schemeClr val="tx1"/>
                  </a:solidFill>
                </a:endParaRPr>
              </a:p>
            </p:txBody>
          </p:sp>
        </p:grpSp>
        <p:grpSp>
          <p:nvGrpSpPr>
            <p:cNvPr id="28" name="组合 27">
              <a:extLst>
                <a:ext uri="{FF2B5EF4-FFF2-40B4-BE49-F238E27FC236}">
                  <a16:creationId xmlns:a16="http://schemas.microsoft.com/office/drawing/2014/main" id="{964CF495-AA00-6137-C9A0-1B44130CD236}"/>
                </a:ext>
              </a:extLst>
            </p:cNvPr>
            <p:cNvGrpSpPr/>
            <p:nvPr/>
          </p:nvGrpSpPr>
          <p:grpSpPr>
            <a:xfrm>
              <a:off x="8033610" y="1816100"/>
              <a:ext cx="3463065" cy="2095500"/>
              <a:chOff x="704850" y="1816100"/>
              <a:chExt cx="3463065" cy="2095500"/>
            </a:xfrm>
          </p:grpSpPr>
          <p:sp>
            <p:nvSpPr>
              <p:cNvPr id="29" name="矩形: 圆角 28">
                <a:extLst>
                  <a:ext uri="{FF2B5EF4-FFF2-40B4-BE49-F238E27FC236}">
                    <a16:creationId xmlns:a16="http://schemas.microsoft.com/office/drawing/2014/main" id="{1FB52E18-E0AA-2210-2FC0-B2563F74F76B}"/>
                  </a:ext>
                </a:extLst>
              </p:cNvPr>
              <p:cNvSpPr/>
              <p:nvPr/>
            </p:nvSpPr>
            <p:spPr>
              <a:xfrm>
                <a:off x="704850" y="1816100"/>
                <a:ext cx="3463065" cy="2095500"/>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a:extLst>
                  <a:ext uri="{FF2B5EF4-FFF2-40B4-BE49-F238E27FC236}">
                    <a16:creationId xmlns:a16="http://schemas.microsoft.com/office/drawing/2014/main" id="{C7298B8A-3ACF-F930-AFA6-2BB27D969681}"/>
                  </a:ext>
                </a:extLst>
              </p:cNvPr>
              <p:cNvSpPr/>
              <p:nvPr/>
            </p:nvSpPr>
            <p:spPr>
              <a:xfrm>
                <a:off x="800100" y="1914525"/>
                <a:ext cx="530225" cy="53022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b="1" dirty="0">
                    <a:solidFill>
                      <a:srgbClr val="FFFFFF"/>
                    </a:solidFill>
                  </a:rPr>
                  <a:t>03</a:t>
                </a:r>
                <a:endParaRPr lang="zh-CN" altLang="en-US" b="1" dirty="0">
                  <a:solidFill>
                    <a:srgbClr val="FFFFFF"/>
                  </a:solidFill>
                </a:endParaRPr>
              </a:p>
            </p:txBody>
          </p:sp>
          <p:sp>
            <p:nvSpPr>
              <p:cNvPr id="31" name="Bullet3">
                <a:extLst>
                  <a:ext uri="{FF2B5EF4-FFF2-40B4-BE49-F238E27FC236}">
                    <a16:creationId xmlns:a16="http://schemas.microsoft.com/office/drawing/2014/main" id="{6A6A96D7-1071-2197-9A4F-F694393821B2}"/>
                  </a:ext>
                </a:extLst>
              </p:cNvPr>
              <p:cNvSpPr>
                <a:spLocks/>
              </p:cNvSpPr>
              <p:nvPr/>
            </p:nvSpPr>
            <p:spPr>
              <a:xfrm>
                <a:off x="1425575" y="1914525"/>
                <a:ext cx="2574925" cy="530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solidFill>
                    <a:schemeClr val="tx1"/>
                  </a:solidFill>
                </a:endParaRPr>
              </a:p>
            </p:txBody>
          </p:sp>
          <p:sp>
            <p:nvSpPr>
              <p:cNvPr id="32" name="Text3">
                <a:extLst>
                  <a:ext uri="{FF2B5EF4-FFF2-40B4-BE49-F238E27FC236}">
                    <a16:creationId xmlns:a16="http://schemas.microsoft.com/office/drawing/2014/main" id="{5CA9374F-A9E0-9FC6-F728-D787AA13CC49}"/>
                  </a:ext>
                </a:extLst>
              </p:cNvPr>
              <p:cNvSpPr>
                <a:spLocks/>
              </p:cNvSpPr>
              <p:nvPr/>
            </p:nvSpPr>
            <p:spPr>
              <a:xfrm>
                <a:off x="800101" y="2543175"/>
                <a:ext cx="3200400" cy="11736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solidFill>
                    <a:schemeClr val="tx1"/>
                  </a:solidFill>
                </a:endParaRPr>
              </a:p>
            </p:txBody>
          </p:sp>
        </p:grpSp>
        <p:grpSp>
          <p:nvGrpSpPr>
            <p:cNvPr id="33" name="组合 32">
              <a:extLst>
                <a:ext uri="{FF2B5EF4-FFF2-40B4-BE49-F238E27FC236}">
                  <a16:creationId xmlns:a16="http://schemas.microsoft.com/office/drawing/2014/main" id="{D624FEB7-940C-A723-D0C2-18472252A304}"/>
                </a:ext>
              </a:extLst>
            </p:cNvPr>
            <p:cNvGrpSpPr/>
            <p:nvPr/>
          </p:nvGrpSpPr>
          <p:grpSpPr>
            <a:xfrm>
              <a:off x="682625" y="4038600"/>
              <a:ext cx="3463065" cy="2095500"/>
              <a:chOff x="704850" y="1816100"/>
              <a:chExt cx="3463065" cy="2095500"/>
            </a:xfrm>
          </p:grpSpPr>
          <p:sp>
            <p:nvSpPr>
              <p:cNvPr id="34" name="矩形: 圆角 33">
                <a:extLst>
                  <a:ext uri="{FF2B5EF4-FFF2-40B4-BE49-F238E27FC236}">
                    <a16:creationId xmlns:a16="http://schemas.microsoft.com/office/drawing/2014/main" id="{FD5514F2-77CB-1B7E-AD63-51A4C44BCF73}"/>
                  </a:ext>
                </a:extLst>
              </p:cNvPr>
              <p:cNvSpPr/>
              <p:nvPr/>
            </p:nvSpPr>
            <p:spPr>
              <a:xfrm>
                <a:off x="704850" y="1816100"/>
                <a:ext cx="3463065" cy="2095500"/>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a:extLst>
                  <a:ext uri="{FF2B5EF4-FFF2-40B4-BE49-F238E27FC236}">
                    <a16:creationId xmlns:a16="http://schemas.microsoft.com/office/drawing/2014/main" id="{3084B1CE-8541-5A51-C627-FBF862D3E190}"/>
                  </a:ext>
                </a:extLst>
              </p:cNvPr>
              <p:cNvSpPr/>
              <p:nvPr/>
            </p:nvSpPr>
            <p:spPr>
              <a:xfrm>
                <a:off x="800100" y="1914525"/>
                <a:ext cx="530225" cy="53022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b="1" dirty="0">
                    <a:solidFill>
                      <a:srgbClr val="FFFFFF"/>
                    </a:solidFill>
                  </a:rPr>
                  <a:t>04</a:t>
                </a:r>
                <a:endParaRPr lang="zh-CN" altLang="en-US" b="1" dirty="0">
                  <a:solidFill>
                    <a:srgbClr val="FFFFFF"/>
                  </a:solidFill>
                </a:endParaRPr>
              </a:p>
            </p:txBody>
          </p:sp>
          <p:sp>
            <p:nvSpPr>
              <p:cNvPr id="36" name="Bullet4">
                <a:extLst>
                  <a:ext uri="{FF2B5EF4-FFF2-40B4-BE49-F238E27FC236}">
                    <a16:creationId xmlns:a16="http://schemas.microsoft.com/office/drawing/2014/main" id="{4859DCDF-6C6F-8663-4FB9-FAA184E63721}"/>
                  </a:ext>
                </a:extLst>
              </p:cNvPr>
              <p:cNvSpPr>
                <a:spLocks/>
              </p:cNvSpPr>
              <p:nvPr/>
            </p:nvSpPr>
            <p:spPr>
              <a:xfrm>
                <a:off x="1425575" y="1914525"/>
                <a:ext cx="2574925" cy="530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solidFill>
                    <a:schemeClr val="tx1"/>
                  </a:solidFill>
                </a:endParaRPr>
              </a:p>
            </p:txBody>
          </p:sp>
          <p:sp>
            <p:nvSpPr>
              <p:cNvPr id="37" name="Text4">
                <a:extLst>
                  <a:ext uri="{FF2B5EF4-FFF2-40B4-BE49-F238E27FC236}">
                    <a16:creationId xmlns:a16="http://schemas.microsoft.com/office/drawing/2014/main" id="{C8D0795C-24E4-C08D-E437-442BB0BA9E8C}"/>
                  </a:ext>
                </a:extLst>
              </p:cNvPr>
              <p:cNvSpPr>
                <a:spLocks/>
              </p:cNvSpPr>
              <p:nvPr/>
            </p:nvSpPr>
            <p:spPr>
              <a:xfrm>
                <a:off x="800101" y="2543175"/>
                <a:ext cx="3200400" cy="11736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solidFill>
                    <a:schemeClr val="tx1"/>
                  </a:solidFill>
                </a:endParaRPr>
              </a:p>
            </p:txBody>
          </p:sp>
        </p:grpSp>
        <p:grpSp>
          <p:nvGrpSpPr>
            <p:cNvPr id="38" name="组合 37">
              <a:extLst>
                <a:ext uri="{FF2B5EF4-FFF2-40B4-BE49-F238E27FC236}">
                  <a16:creationId xmlns:a16="http://schemas.microsoft.com/office/drawing/2014/main" id="{1924BC33-4F94-F37E-B7F6-3126CB2F32C9}"/>
                </a:ext>
              </a:extLst>
            </p:cNvPr>
            <p:cNvGrpSpPr/>
            <p:nvPr/>
          </p:nvGrpSpPr>
          <p:grpSpPr>
            <a:xfrm>
              <a:off x="4358117" y="4038600"/>
              <a:ext cx="3463065" cy="2095500"/>
              <a:chOff x="704850" y="1816100"/>
              <a:chExt cx="3463065" cy="2095500"/>
            </a:xfrm>
          </p:grpSpPr>
          <p:sp>
            <p:nvSpPr>
              <p:cNvPr id="39" name="矩形: 圆角 38">
                <a:extLst>
                  <a:ext uri="{FF2B5EF4-FFF2-40B4-BE49-F238E27FC236}">
                    <a16:creationId xmlns:a16="http://schemas.microsoft.com/office/drawing/2014/main" id="{A9E09F01-B94B-2748-23EC-79C591025E00}"/>
                  </a:ext>
                </a:extLst>
              </p:cNvPr>
              <p:cNvSpPr/>
              <p:nvPr/>
            </p:nvSpPr>
            <p:spPr>
              <a:xfrm>
                <a:off x="704850" y="1816100"/>
                <a:ext cx="3463065" cy="2095500"/>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5D6CF5B1-8D96-9F81-5BCD-7676531D96EA}"/>
                  </a:ext>
                </a:extLst>
              </p:cNvPr>
              <p:cNvSpPr/>
              <p:nvPr/>
            </p:nvSpPr>
            <p:spPr>
              <a:xfrm>
                <a:off x="800100" y="1914525"/>
                <a:ext cx="530225" cy="53022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b="1" dirty="0">
                    <a:solidFill>
                      <a:srgbClr val="FFFFFF"/>
                    </a:solidFill>
                  </a:rPr>
                  <a:t>05</a:t>
                </a:r>
                <a:endParaRPr lang="zh-CN" altLang="en-US" b="1" dirty="0">
                  <a:solidFill>
                    <a:srgbClr val="FFFFFF"/>
                  </a:solidFill>
                </a:endParaRPr>
              </a:p>
            </p:txBody>
          </p:sp>
          <p:sp>
            <p:nvSpPr>
              <p:cNvPr id="41" name="Bullet5">
                <a:extLst>
                  <a:ext uri="{FF2B5EF4-FFF2-40B4-BE49-F238E27FC236}">
                    <a16:creationId xmlns:a16="http://schemas.microsoft.com/office/drawing/2014/main" id="{D2AAEF64-4989-F38A-D12B-BD4616782801}"/>
                  </a:ext>
                </a:extLst>
              </p:cNvPr>
              <p:cNvSpPr>
                <a:spLocks/>
              </p:cNvSpPr>
              <p:nvPr/>
            </p:nvSpPr>
            <p:spPr>
              <a:xfrm>
                <a:off x="1425575" y="1914525"/>
                <a:ext cx="2574925" cy="530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solidFill>
                    <a:schemeClr val="tx1"/>
                  </a:solidFill>
                </a:endParaRPr>
              </a:p>
            </p:txBody>
          </p:sp>
          <p:sp>
            <p:nvSpPr>
              <p:cNvPr id="42" name="Text5">
                <a:extLst>
                  <a:ext uri="{FF2B5EF4-FFF2-40B4-BE49-F238E27FC236}">
                    <a16:creationId xmlns:a16="http://schemas.microsoft.com/office/drawing/2014/main" id="{41B2FE06-5FD7-BBEE-3995-44BDEE04188B}"/>
                  </a:ext>
                </a:extLst>
              </p:cNvPr>
              <p:cNvSpPr>
                <a:spLocks/>
              </p:cNvSpPr>
              <p:nvPr/>
            </p:nvSpPr>
            <p:spPr>
              <a:xfrm>
                <a:off x="800101" y="2543175"/>
                <a:ext cx="3200400" cy="11736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solidFill>
                    <a:schemeClr val="tx1"/>
                  </a:solidFill>
                </a:endParaRPr>
              </a:p>
            </p:txBody>
          </p:sp>
        </p:grpSp>
        <p:grpSp>
          <p:nvGrpSpPr>
            <p:cNvPr id="43" name="组合 42">
              <a:extLst>
                <a:ext uri="{FF2B5EF4-FFF2-40B4-BE49-F238E27FC236}">
                  <a16:creationId xmlns:a16="http://schemas.microsoft.com/office/drawing/2014/main" id="{71C1C767-537C-9C84-5840-0CA7E55892CA}"/>
                </a:ext>
              </a:extLst>
            </p:cNvPr>
            <p:cNvGrpSpPr/>
            <p:nvPr/>
          </p:nvGrpSpPr>
          <p:grpSpPr>
            <a:xfrm>
              <a:off x="8033610" y="4038600"/>
              <a:ext cx="3463065" cy="2095500"/>
              <a:chOff x="704850" y="1816100"/>
              <a:chExt cx="3463065" cy="2095500"/>
            </a:xfrm>
          </p:grpSpPr>
          <p:sp>
            <p:nvSpPr>
              <p:cNvPr id="44" name="矩形: 圆角 43">
                <a:extLst>
                  <a:ext uri="{FF2B5EF4-FFF2-40B4-BE49-F238E27FC236}">
                    <a16:creationId xmlns:a16="http://schemas.microsoft.com/office/drawing/2014/main" id="{4D73F8A4-68F1-F5C9-3E8E-1FC316C4C13B}"/>
                  </a:ext>
                </a:extLst>
              </p:cNvPr>
              <p:cNvSpPr/>
              <p:nvPr/>
            </p:nvSpPr>
            <p:spPr>
              <a:xfrm>
                <a:off x="704850" y="1816100"/>
                <a:ext cx="3463065" cy="2095500"/>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a:extLst>
                  <a:ext uri="{FF2B5EF4-FFF2-40B4-BE49-F238E27FC236}">
                    <a16:creationId xmlns:a16="http://schemas.microsoft.com/office/drawing/2014/main" id="{FE57088C-EEDB-6052-969F-A0520C02AC94}"/>
                  </a:ext>
                </a:extLst>
              </p:cNvPr>
              <p:cNvSpPr/>
              <p:nvPr/>
            </p:nvSpPr>
            <p:spPr>
              <a:xfrm>
                <a:off x="800100" y="1914525"/>
                <a:ext cx="530225" cy="53022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b="1" dirty="0">
                    <a:solidFill>
                      <a:srgbClr val="FFFFFF"/>
                    </a:solidFill>
                  </a:rPr>
                  <a:t>06</a:t>
                </a:r>
                <a:endParaRPr lang="zh-CN" altLang="en-US" b="1" dirty="0">
                  <a:solidFill>
                    <a:srgbClr val="FFFFFF"/>
                  </a:solidFill>
                </a:endParaRPr>
              </a:p>
            </p:txBody>
          </p:sp>
          <p:sp>
            <p:nvSpPr>
              <p:cNvPr id="46" name="Bullet6">
                <a:extLst>
                  <a:ext uri="{FF2B5EF4-FFF2-40B4-BE49-F238E27FC236}">
                    <a16:creationId xmlns:a16="http://schemas.microsoft.com/office/drawing/2014/main" id="{4FB5473E-A764-77A0-F7E1-43674011D184}"/>
                  </a:ext>
                </a:extLst>
              </p:cNvPr>
              <p:cNvSpPr>
                <a:spLocks/>
              </p:cNvSpPr>
              <p:nvPr/>
            </p:nvSpPr>
            <p:spPr>
              <a:xfrm>
                <a:off x="1425575" y="1914525"/>
                <a:ext cx="2574925" cy="530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solidFill>
                    <a:schemeClr val="tx1"/>
                  </a:solidFill>
                </a:endParaRPr>
              </a:p>
            </p:txBody>
          </p:sp>
          <p:sp>
            <p:nvSpPr>
              <p:cNvPr id="47" name="Text6">
                <a:extLst>
                  <a:ext uri="{FF2B5EF4-FFF2-40B4-BE49-F238E27FC236}">
                    <a16:creationId xmlns:a16="http://schemas.microsoft.com/office/drawing/2014/main" id="{39128B2E-9C71-4D87-06D5-52EF2EEBB036}"/>
                  </a:ext>
                </a:extLst>
              </p:cNvPr>
              <p:cNvSpPr>
                <a:spLocks/>
              </p:cNvSpPr>
              <p:nvPr/>
            </p:nvSpPr>
            <p:spPr>
              <a:xfrm>
                <a:off x="800101" y="2543175"/>
                <a:ext cx="3200400" cy="11736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solidFill>
                    <a:schemeClr val="tx1"/>
                  </a:solidFill>
                </a:endParaRPr>
              </a:p>
            </p:txBody>
          </p:sp>
        </p:grpSp>
      </p:grpSp>
    </p:spTree>
    <p:extLst>
      <p:ext uri="{BB962C8B-B14F-4D97-AF65-F5344CB8AC3E}">
        <p14:creationId xmlns:p14="http://schemas.microsoft.com/office/powerpoint/2010/main" val="350650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57" name="组合 56">
            <a:extLst>
              <a:ext uri="{FF2B5EF4-FFF2-40B4-BE49-F238E27FC236}">
                <a16:creationId xmlns:a16="http://schemas.microsoft.com/office/drawing/2014/main" id="{6CE7B8E2-3608-75C8-88C7-DB3325DBB34A}"/>
              </a:ext>
            </a:extLst>
          </p:cNvPr>
          <p:cNvGrpSpPr/>
          <p:nvPr/>
        </p:nvGrpSpPr>
        <p:grpSpPr>
          <a:xfrm>
            <a:off x="666750" y="1130300"/>
            <a:ext cx="10858500" cy="5299684"/>
            <a:chOff x="666750" y="1130300"/>
            <a:chExt cx="10858500" cy="5299684"/>
          </a:xfrm>
        </p:grpSpPr>
        <p:sp>
          <p:nvSpPr>
            <p:cNvPr id="5" name="Title">
              <a:extLst>
                <a:ext uri="{FF2B5EF4-FFF2-40B4-BE49-F238E27FC236}">
                  <a16:creationId xmlns:a16="http://schemas.microsoft.com/office/drawing/2014/main" id="{C44A61D1-21FE-08CA-0AE6-08E8810DCFB4}"/>
                </a:ext>
              </a:extLst>
            </p:cNvPr>
            <p:cNvSpPr/>
            <p:nvPr/>
          </p:nvSpPr>
          <p:spPr>
            <a:xfrm>
              <a:off x="666750" y="1130300"/>
              <a:ext cx="10858500" cy="508811"/>
            </a:xfrm>
            <a:prstGeom prst="rect">
              <a:avLst/>
            </a:prstGeom>
          </p:spPr>
          <p:txBody>
            <a:bodyPr anchor="t" anchorCtr="0">
              <a:noAutofit/>
            </a:bodyPr>
            <a:lstStyle/>
            <a:p>
              <a:pPr algn="ctr">
                <a:buSzPct val="25000"/>
              </a:pPr>
              <a:r>
                <a:rPr lang="zh-CN" altLang="en-US" sz="2400" b="1" dirty="0">
                  <a:cs typeface="+mn-ea"/>
                  <a:sym typeface="+mn-lt"/>
                </a:rPr>
                <a:t>单击此处添加长一点的副标题</a:t>
              </a:r>
              <a:endParaRPr lang="en-US" dirty="0"/>
            </a:p>
          </p:txBody>
        </p:sp>
        <p:pic>
          <p:nvPicPr>
            <p:cNvPr id="4" name="图形 2">
              <a:extLst>
                <a:ext uri="{FF2B5EF4-FFF2-40B4-BE49-F238E27FC236}">
                  <a16:creationId xmlns:a16="http://schemas.microsoft.com/office/drawing/2014/main" id="{A1A2FEF5-61D3-57B3-26D2-44F79B6FE145}"/>
                </a:ext>
              </a:extLst>
            </p:cNvPr>
            <p:cNvPicPr>
              <a:picLocks noChangeAspect="1"/>
            </p:cNvPicPr>
            <p:nvPr/>
          </p:nvPicPr>
          <p:blipFill>
            <a:blip r:embed="rId4"/>
            <a:stretch>
              <a:fillRect/>
            </a:stretch>
          </p:blipFill>
          <p:spPr>
            <a:xfrm>
              <a:off x="7456196" y="1875102"/>
              <a:ext cx="4062704" cy="4554882"/>
            </a:xfrm>
            <a:custGeom>
              <a:avLst/>
              <a:gdLst>
                <a:gd name="connsiteX0" fmla="*/ -1 w 4338942"/>
                <a:gd name="connsiteY0" fmla="*/ -1 h 4864585"/>
                <a:gd name="connsiteX1" fmla="*/ 4338941 w 4338942"/>
                <a:gd name="connsiteY1" fmla="*/ -1 h 4864585"/>
                <a:gd name="connsiteX2" fmla="*/ 4338941 w 4338942"/>
                <a:gd name="connsiteY2" fmla="*/ 4864584 h 4864585"/>
                <a:gd name="connsiteX3" fmla="*/ -1 w 4338942"/>
                <a:gd name="connsiteY3" fmla="*/ 4864584 h 4864585"/>
              </a:gdLst>
              <a:ahLst/>
              <a:cxnLst>
                <a:cxn ang="0">
                  <a:pos x="connsiteX0" y="connsiteY0"/>
                </a:cxn>
                <a:cxn ang="0">
                  <a:pos x="connsiteX1" y="connsiteY1"/>
                </a:cxn>
                <a:cxn ang="0">
                  <a:pos x="connsiteX2" y="connsiteY2"/>
                </a:cxn>
                <a:cxn ang="0">
                  <a:pos x="connsiteX3" y="connsiteY3"/>
                </a:cxn>
              </a:cxnLst>
              <a:rect l="l" t="t" r="r" b="b"/>
              <a:pathLst>
                <a:path w="4338942" h="4864585">
                  <a:moveTo>
                    <a:pt x="-1" y="-1"/>
                  </a:moveTo>
                  <a:lnTo>
                    <a:pt x="4338941" y="-1"/>
                  </a:lnTo>
                  <a:lnTo>
                    <a:pt x="4338941" y="4864584"/>
                  </a:lnTo>
                  <a:lnTo>
                    <a:pt x="-1" y="4864584"/>
                  </a:lnTo>
                  <a:close/>
                </a:path>
              </a:pathLst>
            </a:custGeom>
          </p:spPr>
        </p:pic>
        <p:grpSp>
          <p:nvGrpSpPr>
            <p:cNvPr id="20" name="组合 19">
              <a:extLst>
                <a:ext uri="{FF2B5EF4-FFF2-40B4-BE49-F238E27FC236}">
                  <a16:creationId xmlns:a16="http://schemas.microsoft.com/office/drawing/2014/main" id="{64CBD008-3877-2697-732B-01E537CB3B8D}"/>
                </a:ext>
              </a:extLst>
            </p:cNvPr>
            <p:cNvGrpSpPr/>
            <p:nvPr/>
          </p:nvGrpSpPr>
          <p:grpSpPr>
            <a:xfrm>
              <a:off x="739302" y="1934417"/>
              <a:ext cx="3044757" cy="2053167"/>
              <a:chOff x="739302" y="1837897"/>
              <a:chExt cx="3044757" cy="2053167"/>
            </a:xfrm>
          </p:grpSpPr>
          <p:sp>
            <p:nvSpPr>
              <p:cNvPr id="6" name="矩形: 圆角 5">
                <a:extLst>
                  <a:ext uri="{FF2B5EF4-FFF2-40B4-BE49-F238E27FC236}">
                    <a16:creationId xmlns:a16="http://schemas.microsoft.com/office/drawing/2014/main" id="{26A1508F-2815-AE1D-CA3A-6212C6E5A36D}"/>
                  </a:ext>
                </a:extLst>
              </p:cNvPr>
              <p:cNvSpPr/>
              <p:nvPr/>
            </p:nvSpPr>
            <p:spPr>
              <a:xfrm>
                <a:off x="739302" y="1837897"/>
                <a:ext cx="3044757" cy="2053167"/>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Number1">
                <a:extLst>
                  <a:ext uri="{FF2B5EF4-FFF2-40B4-BE49-F238E27FC236}">
                    <a16:creationId xmlns:a16="http://schemas.microsoft.com/office/drawing/2014/main" id="{DBF9E1A7-5D49-2541-D64B-4A3C49836D3B}"/>
                  </a:ext>
                </a:extLst>
              </p:cNvPr>
              <p:cNvSpPr/>
              <p:nvPr/>
            </p:nvSpPr>
            <p:spPr>
              <a:xfrm>
                <a:off x="924128" y="3307942"/>
                <a:ext cx="1434829" cy="389107"/>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01</a:t>
                </a:r>
                <a:endParaRPr lang="zh-CN" altLang="en-US" dirty="0"/>
              </a:p>
            </p:txBody>
          </p:sp>
          <p:grpSp>
            <p:nvGrpSpPr>
              <p:cNvPr id="16" name="组合 15">
                <a:extLst>
                  <a:ext uri="{FF2B5EF4-FFF2-40B4-BE49-F238E27FC236}">
                    <a16:creationId xmlns:a16="http://schemas.microsoft.com/office/drawing/2014/main" id="{BDAF6269-32C6-E1F9-2D77-FDFC2BEA8C15}"/>
                  </a:ext>
                </a:extLst>
              </p:cNvPr>
              <p:cNvGrpSpPr/>
              <p:nvPr/>
            </p:nvGrpSpPr>
            <p:grpSpPr>
              <a:xfrm>
                <a:off x="890540" y="1988496"/>
                <a:ext cx="2718421" cy="1245950"/>
                <a:chOff x="660400" y="4021985"/>
                <a:chExt cx="2494280" cy="1826856"/>
              </a:xfrm>
            </p:grpSpPr>
            <p:sp>
              <p:nvSpPr>
                <p:cNvPr id="14" name="Bullet1">
                  <a:extLst>
                    <a:ext uri="{FF2B5EF4-FFF2-40B4-BE49-F238E27FC236}">
                      <a16:creationId xmlns:a16="http://schemas.microsoft.com/office/drawing/2014/main" id="{D90A57C5-0CFD-81BF-3071-932CFD429378}"/>
                    </a:ext>
                  </a:extLst>
                </p:cNvPr>
                <p:cNvSpPr>
                  <a:spLocks/>
                </p:cNvSpPr>
                <p:nvPr/>
              </p:nvSpPr>
              <p:spPr>
                <a:xfrm>
                  <a:off x="660400" y="4021985"/>
                  <a:ext cx="2494280" cy="5957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p>
              </p:txBody>
            </p:sp>
            <p:sp>
              <p:nvSpPr>
                <p:cNvPr id="15" name="Text1">
                  <a:extLst>
                    <a:ext uri="{FF2B5EF4-FFF2-40B4-BE49-F238E27FC236}">
                      <a16:creationId xmlns:a16="http://schemas.microsoft.com/office/drawing/2014/main" id="{F2547A24-5A49-7827-05C1-A513FE6C6968}"/>
                    </a:ext>
                  </a:extLst>
                </p:cNvPr>
                <p:cNvSpPr/>
                <p:nvPr/>
              </p:nvSpPr>
              <p:spPr>
                <a:xfrm>
                  <a:off x="660400" y="4617721"/>
                  <a:ext cx="2494280" cy="12311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p>
              </p:txBody>
            </p:sp>
          </p:grpSp>
        </p:grpSp>
        <p:grpSp>
          <p:nvGrpSpPr>
            <p:cNvPr id="21" name="组合 20">
              <a:extLst>
                <a:ext uri="{FF2B5EF4-FFF2-40B4-BE49-F238E27FC236}">
                  <a16:creationId xmlns:a16="http://schemas.microsoft.com/office/drawing/2014/main" id="{57966CDE-B2CF-B445-02B8-8A766B128207}"/>
                </a:ext>
              </a:extLst>
            </p:cNvPr>
            <p:cNvGrpSpPr/>
            <p:nvPr/>
          </p:nvGrpSpPr>
          <p:grpSpPr>
            <a:xfrm>
              <a:off x="3881334" y="1934417"/>
              <a:ext cx="3044757" cy="2053167"/>
              <a:chOff x="3973749" y="1837897"/>
              <a:chExt cx="3044757" cy="2053167"/>
            </a:xfrm>
          </p:grpSpPr>
          <p:sp>
            <p:nvSpPr>
              <p:cNvPr id="9" name="矩形: 圆角 8">
                <a:extLst>
                  <a:ext uri="{FF2B5EF4-FFF2-40B4-BE49-F238E27FC236}">
                    <a16:creationId xmlns:a16="http://schemas.microsoft.com/office/drawing/2014/main" id="{40499331-A596-F842-5AEB-F64B0CF0E027}"/>
                  </a:ext>
                </a:extLst>
              </p:cNvPr>
              <p:cNvSpPr/>
              <p:nvPr/>
            </p:nvSpPr>
            <p:spPr>
              <a:xfrm>
                <a:off x="3973749" y="1837897"/>
                <a:ext cx="3044757" cy="2053167"/>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Number2">
                <a:extLst>
                  <a:ext uri="{FF2B5EF4-FFF2-40B4-BE49-F238E27FC236}">
                    <a16:creationId xmlns:a16="http://schemas.microsoft.com/office/drawing/2014/main" id="{47BE0C16-0BF8-FBB6-4D81-8131BEA19A18}"/>
                  </a:ext>
                </a:extLst>
              </p:cNvPr>
              <p:cNvSpPr/>
              <p:nvPr/>
            </p:nvSpPr>
            <p:spPr>
              <a:xfrm>
                <a:off x="4185298" y="3307942"/>
                <a:ext cx="1434829" cy="389107"/>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02</a:t>
                </a:r>
                <a:endParaRPr lang="zh-CN" altLang="en-US" dirty="0"/>
              </a:p>
            </p:txBody>
          </p:sp>
          <p:grpSp>
            <p:nvGrpSpPr>
              <p:cNvPr id="17" name="组合 16">
                <a:extLst>
                  <a:ext uri="{FF2B5EF4-FFF2-40B4-BE49-F238E27FC236}">
                    <a16:creationId xmlns:a16="http://schemas.microsoft.com/office/drawing/2014/main" id="{6260CFC7-E4E4-AF3D-59D7-D03F8A7651BE}"/>
                  </a:ext>
                </a:extLst>
              </p:cNvPr>
              <p:cNvGrpSpPr/>
              <p:nvPr/>
            </p:nvGrpSpPr>
            <p:grpSpPr>
              <a:xfrm>
                <a:off x="4136916" y="1988496"/>
                <a:ext cx="2718421" cy="1245950"/>
                <a:chOff x="660400" y="4021985"/>
                <a:chExt cx="2494280" cy="1826856"/>
              </a:xfrm>
            </p:grpSpPr>
            <p:sp>
              <p:nvSpPr>
                <p:cNvPr id="18" name="Bullet2">
                  <a:extLst>
                    <a:ext uri="{FF2B5EF4-FFF2-40B4-BE49-F238E27FC236}">
                      <a16:creationId xmlns:a16="http://schemas.microsoft.com/office/drawing/2014/main" id="{EF4E5581-E4AB-B4F5-9F34-989750662796}"/>
                    </a:ext>
                  </a:extLst>
                </p:cNvPr>
                <p:cNvSpPr>
                  <a:spLocks/>
                </p:cNvSpPr>
                <p:nvPr/>
              </p:nvSpPr>
              <p:spPr>
                <a:xfrm>
                  <a:off x="660400" y="4021985"/>
                  <a:ext cx="2494280" cy="5957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p>
              </p:txBody>
            </p:sp>
            <p:sp>
              <p:nvSpPr>
                <p:cNvPr id="19" name="Text2">
                  <a:extLst>
                    <a:ext uri="{FF2B5EF4-FFF2-40B4-BE49-F238E27FC236}">
                      <a16:creationId xmlns:a16="http://schemas.microsoft.com/office/drawing/2014/main" id="{8359F59A-DF5F-83C9-FCCE-5F956AB54E26}"/>
                    </a:ext>
                  </a:extLst>
                </p:cNvPr>
                <p:cNvSpPr/>
                <p:nvPr/>
              </p:nvSpPr>
              <p:spPr>
                <a:xfrm>
                  <a:off x="660400" y="4617721"/>
                  <a:ext cx="2494280" cy="12311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p>
              </p:txBody>
            </p:sp>
          </p:grpSp>
        </p:grpSp>
        <p:grpSp>
          <p:nvGrpSpPr>
            <p:cNvPr id="39" name="组合 38">
              <a:extLst>
                <a:ext uri="{FF2B5EF4-FFF2-40B4-BE49-F238E27FC236}">
                  <a16:creationId xmlns:a16="http://schemas.microsoft.com/office/drawing/2014/main" id="{AAD5BC2B-9C3E-882B-EDE8-F938D60CE6A8}"/>
                </a:ext>
              </a:extLst>
            </p:cNvPr>
            <p:cNvGrpSpPr/>
            <p:nvPr/>
          </p:nvGrpSpPr>
          <p:grpSpPr>
            <a:xfrm>
              <a:off x="739302" y="4080932"/>
              <a:ext cx="3044757" cy="2053167"/>
              <a:chOff x="739302" y="1837897"/>
              <a:chExt cx="3044757" cy="2053167"/>
            </a:xfrm>
          </p:grpSpPr>
          <p:sp>
            <p:nvSpPr>
              <p:cNvPr id="40" name="矩形: 圆角 39">
                <a:extLst>
                  <a:ext uri="{FF2B5EF4-FFF2-40B4-BE49-F238E27FC236}">
                    <a16:creationId xmlns:a16="http://schemas.microsoft.com/office/drawing/2014/main" id="{E1F58BD9-6C73-C783-C9A1-FC1407A6CAC4}"/>
                  </a:ext>
                </a:extLst>
              </p:cNvPr>
              <p:cNvSpPr/>
              <p:nvPr/>
            </p:nvSpPr>
            <p:spPr>
              <a:xfrm>
                <a:off x="739302" y="1837897"/>
                <a:ext cx="3044757" cy="2053167"/>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Number3">
                <a:extLst>
                  <a:ext uri="{FF2B5EF4-FFF2-40B4-BE49-F238E27FC236}">
                    <a16:creationId xmlns:a16="http://schemas.microsoft.com/office/drawing/2014/main" id="{66C18816-D591-AD7C-F911-17A9568B20C2}"/>
                  </a:ext>
                </a:extLst>
              </p:cNvPr>
              <p:cNvSpPr/>
              <p:nvPr/>
            </p:nvSpPr>
            <p:spPr>
              <a:xfrm>
                <a:off x="924128" y="3307942"/>
                <a:ext cx="1434829" cy="389107"/>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03</a:t>
                </a:r>
                <a:endParaRPr lang="zh-CN" altLang="en-US" dirty="0"/>
              </a:p>
            </p:txBody>
          </p:sp>
          <p:grpSp>
            <p:nvGrpSpPr>
              <p:cNvPr id="42" name="组合 41">
                <a:extLst>
                  <a:ext uri="{FF2B5EF4-FFF2-40B4-BE49-F238E27FC236}">
                    <a16:creationId xmlns:a16="http://schemas.microsoft.com/office/drawing/2014/main" id="{BC42218E-AF54-3299-D9D3-B0349D0E0DB1}"/>
                  </a:ext>
                </a:extLst>
              </p:cNvPr>
              <p:cNvGrpSpPr/>
              <p:nvPr/>
            </p:nvGrpSpPr>
            <p:grpSpPr>
              <a:xfrm>
                <a:off x="890540" y="1988496"/>
                <a:ext cx="2718421" cy="1245950"/>
                <a:chOff x="660400" y="4021985"/>
                <a:chExt cx="2494280" cy="1826856"/>
              </a:xfrm>
            </p:grpSpPr>
            <p:sp>
              <p:nvSpPr>
                <p:cNvPr id="45" name="Bullet3">
                  <a:extLst>
                    <a:ext uri="{FF2B5EF4-FFF2-40B4-BE49-F238E27FC236}">
                      <a16:creationId xmlns:a16="http://schemas.microsoft.com/office/drawing/2014/main" id="{548BC6B3-5531-F5CE-4009-BA243A7227BD}"/>
                    </a:ext>
                  </a:extLst>
                </p:cNvPr>
                <p:cNvSpPr>
                  <a:spLocks/>
                </p:cNvSpPr>
                <p:nvPr/>
              </p:nvSpPr>
              <p:spPr>
                <a:xfrm>
                  <a:off x="660400" y="4021985"/>
                  <a:ext cx="2494280" cy="5957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p>
              </p:txBody>
            </p:sp>
            <p:sp>
              <p:nvSpPr>
                <p:cNvPr id="46" name="Text3">
                  <a:extLst>
                    <a:ext uri="{FF2B5EF4-FFF2-40B4-BE49-F238E27FC236}">
                      <a16:creationId xmlns:a16="http://schemas.microsoft.com/office/drawing/2014/main" id="{DB17659F-040B-7BA2-8269-A273FFDFC992}"/>
                    </a:ext>
                  </a:extLst>
                </p:cNvPr>
                <p:cNvSpPr/>
                <p:nvPr/>
              </p:nvSpPr>
              <p:spPr>
                <a:xfrm>
                  <a:off x="660400" y="4617721"/>
                  <a:ext cx="2494280" cy="12311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p>
              </p:txBody>
            </p:sp>
          </p:grpSp>
        </p:grpSp>
        <p:grpSp>
          <p:nvGrpSpPr>
            <p:cNvPr id="47" name="组合 46">
              <a:extLst>
                <a:ext uri="{FF2B5EF4-FFF2-40B4-BE49-F238E27FC236}">
                  <a16:creationId xmlns:a16="http://schemas.microsoft.com/office/drawing/2014/main" id="{82AC6091-0322-0385-4A94-4F701E33796E}"/>
                </a:ext>
              </a:extLst>
            </p:cNvPr>
            <p:cNvGrpSpPr/>
            <p:nvPr/>
          </p:nvGrpSpPr>
          <p:grpSpPr>
            <a:xfrm>
              <a:off x="3881334" y="4080932"/>
              <a:ext cx="3044757" cy="2053167"/>
              <a:chOff x="3973749" y="1837897"/>
              <a:chExt cx="3044757" cy="2053167"/>
            </a:xfrm>
          </p:grpSpPr>
          <p:sp>
            <p:nvSpPr>
              <p:cNvPr id="49" name="矩形: 圆角 48">
                <a:extLst>
                  <a:ext uri="{FF2B5EF4-FFF2-40B4-BE49-F238E27FC236}">
                    <a16:creationId xmlns:a16="http://schemas.microsoft.com/office/drawing/2014/main" id="{05F3A0B4-328C-2716-5B68-198749E40D0B}"/>
                  </a:ext>
                </a:extLst>
              </p:cNvPr>
              <p:cNvSpPr/>
              <p:nvPr/>
            </p:nvSpPr>
            <p:spPr>
              <a:xfrm>
                <a:off x="3973749" y="1837897"/>
                <a:ext cx="3044757" cy="2053167"/>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Number4">
                <a:extLst>
                  <a:ext uri="{FF2B5EF4-FFF2-40B4-BE49-F238E27FC236}">
                    <a16:creationId xmlns:a16="http://schemas.microsoft.com/office/drawing/2014/main" id="{555F9E8C-6CDB-FE64-6D42-9EB64DFAA16D}"/>
                  </a:ext>
                </a:extLst>
              </p:cNvPr>
              <p:cNvSpPr/>
              <p:nvPr/>
            </p:nvSpPr>
            <p:spPr>
              <a:xfrm>
                <a:off x="4185298" y="3307942"/>
                <a:ext cx="1434829" cy="389107"/>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04</a:t>
                </a:r>
                <a:endParaRPr lang="zh-CN" altLang="en-US" dirty="0"/>
              </a:p>
            </p:txBody>
          </p:sp>
          <p:grpSp>
            <p:nvGrpSpPr>
              <p:cNvPr id="51" name="组合 50">
                <a:extLst>
                  <a:ext uri="{FF2B5EF4-FFF2-40B4-BE49-F238E27FC236}">
                    <a16:creationId xmlns:a16="http://schemas.microsoft.com/office/drawing/2014/main" id="{D57CEBDB-6B28-C83F-850F-DD62920D65C9}"/>
                  </a:ext>
                </a:extLst>
              </p:cNvPr>
              <p:cNvGrpSpPr/>
              <p:nvPr/>
            </p:nvGrpSpPr>
            <p:grpSpPr>
              <a:xfrm>
                <a:off x="4136916" y="1988496"/>
                <a:ext cx="2718421" cy="1245950"/>
                <a:chOff x="660400" y="4021985"/>
                <a:chExt cx="2494280" cy="1826856"/>
              </a:xfrm>
            </p:grpSpPr>
            <p:sp>
              <p:nvSpPr>
                <p:cNvPr id="52" name="Bullet4">
                  <a:extLst>
                    <a:ext uri="{FF2B5EF4-FFF2-40B4-BE49-F238E27FC236}">
                      <a16:creationId xmlns:a16="http://schemas.microsoft.com/office/drawing/2014/main" id="{CCD4E872-E2AC-96CB-AFBA-C954C0195D99}"/>
                    </a:ext>
                  </a:extLst>
                </p:cNvPr>
                <p:cNvSpPr>
                  <a:spLocks/>
                </p:cNvSpPr>
                <p:nvPr/>
              </p:nvSpPr>
              <p:spPr>
                <a:xfrm>
                  <a:off x="660400" y="4021985"/>
                  <a:ext cx="2494280" cy="5957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p>
              </p:txBody>
            </p:sp>
            <p:sp>
              <p:nvSpPr>
                <p:cNvPr id="55" name="Text4">
                  <a:extLst>
                    <a:ext uri="{FF2B5EF4-FFF2-40B4-BE49-F238E27FC236}">
                      <a16:creationId xmlns:a16="http://schemas.microsoft.com/office/drawing/2014/main" id="{BD5F2BB5-339E-3F02-18A9-AAC5FEDA8AEE}"/>
                    </a:ext>
                  </a:extLst>
                </p:cNvPr>
                <p:cNvSpPr/>
                <p:nvPr/>
              </p:nvSpPr>
              <p:spPr>
                <a:xfrm>
                  <a:off x="660400" y="4617721"/>
                  <a:ext cx="2494280" cy="12311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p>
              </p:txBody>
            </p:sp>
          </p:grpSp>
        </p:grpSp>
      </p:grpSp>
    </p:spTree>
    <p:extLst>
      <p:ext uri="{BB962C8B-B14F-4D97-AF65-F5344CB8AC3E}">
        <p14:creationId xmlns:p14="http://schemas.microsoft.com/office/powerpoint/2010/main" val="408004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660399" y="1133689"/>
            <a:ext cx="5166361" cy="2945550"/>
          </a:xfrm>
        </p:spPr>
        <p:txBody>
          <a:bodyPr/>
          <a:lstStyle/>
          <a:p>
            <a:r>
              <a:rPr lang="zh-CN" altLang="en-US" dirty="0"/>
              <a:t>谢谢观看</a:t>
            </a:r>
            <a:r>
              <a:rPr lang="en-US" altLang="zh-CN" dirty="0"/>
              <a:t>-48px</a:t>
            </a:r>
            <a:endParaRPr lang="en-US" dirty="0"/>
          </a:p>
        </p:txBody>
      </p:sp>
      <p:sp>
        <p:nvSpPr>
          <p:cNvPr id="4" name="文本占位符 3"/>
          <p:cNvSpPr>
            <a:spLocks noGrp="1"/>
          </p:cNvSpPr>
          <p:nvPr>
            <p:ph type="body" sz="quarter" idx="13" hasCustomPrompt="1"/>
          </p:nvPr>
        </p:nvSpPr>
        <p:spPr>
          <a:xfrm>
            <a:off x="1075658" y="622301"/>
            <a:ext cx="1797431" cy="288000"/>
          </a:xfrm>
        </p:spPr>
        <p:txBody>
          <a:bodyPr>
            <a:normAutofit/>
          </a:bodyPr>
          <a:lstStyle/>
          <a:p>
            <a:r>
              <a:rPr lang="zh-CN" altLang="en-US" dirty="0"/>
              <a:t>Presenter name</a:t>
            </a:r>
            <a:r>
              <a:rPr lang="en-US" altLang="zh-CN" dirty="0"/>
              <a:t>-12px</a:t>
            </a:r>
            <a:endParaRPr lang="en-US" dirty="0"/>
          </a:p>
        </p:txBody>
      </p:sp>
      <p:sp>
        <p:nvSpPr>
          <p:cNvPr id="7" name="文本占位符 6"/>
          <p:cNvSpPr>
            <a:spLocks noGrp="1"/>
          </p:cNvSpPr>
          <p:nvPr>
            <p:ph type="body" sz="quarter" idx="14" hasCustomPrompt="1"/>
          </p:nvPr>
        </p:nvSpPr>
        <p:spPr>
          <a:xfrm>
            <a:off x="3430736" y="630039"/>
            <a:ext cx="1797431" cy="288000"/>
          </a:xfrm>
        </p:spPr>
        <p:txBody>
          <a:bodyPr>
            <a:normAutofit/>
          </a:bodyPr>
          <a:lstStyle/>
          <a:p>
            <a:r>
              <a:rPr lang="zh-CN" altLang="en-US" dirty="0"/>
              <a:t>20XX.XX.XX</a:t>
            </a:r>
            <a:r>
              <a:rPr lang="en-US" altLang="zh-CN" dirty="0"/>
              <a:t>-12px</a:t>
            </a:r>
            <a:endParaRPr lang="en-US" dirty="0"/>
          </a:p>
        </p:txBody>
      </p:sp>
    </p:spTree>
  </p:cSld>
  <p:clrMapOvr>
    <a:masterClrMapping/>
  </p:clrMapOvr>
</p:sld>
</file>

<file path=ppt/slides/slide12.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9" name="组合 58">
            <a:extLst>
              <a:ext uri="{FF2B5EF4-FFF2-40B4-BE49-F238E27FC236}">
                <a16:creationId xmlns:a16="http://schemas.microsoft.com/office/drawing/2014/main" id="{8D24E74A-4CE9-4D4F-AB1A-F910DC2C9174}"/>
              </a:ext>
            </a:extLst>
          </p:cNvPr>
          <p:cNvGrpSpPr/>
          <p:nvPr/>
        </p:nvGrpSpPr>
        <p:grpSpPr>
          <a:xfrm>
            <a:off x="5258601" y="0"/>
            <a:ext cx="6939359" cy="6858000"/>
            <a:chOff x="5252643" y="0"/>
            <a:chExt cx="6939358" cy="6858000"/>
          </a:xfrm>
          <a:solidFill>
            <a:schemeClr val="tx2">
              <a:alpha val="20000"/>
            </a:schemeClr>
          </a:solidFill>
        </p:grpSpPr>
        <p:sp>
          <p:nvSpPr>
            <p:cNvPr id="60" name="任意多边形: 形状 59">
              <a:extLst>
                <a:ext uri="{FF2B5EF4-FFF2-40B4-BE49-F238E27FC236}">
                  <a16:creationId xmlns:a16="http://schemas.microsoft.com/office/drawing/2014/main" id="{5B0E59EE-36DB-408E-B429-71C48992586F}"/>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任意多边形: 形状 60">
              <a:extLst>
                <a:ext uri="{FF2B5EF4-FFF2-40B4-BE49-F238E27FC236}">
                  <a16:creationId xmlns:a16="http://schemas.microsoft.com/office/drawing/2014/main" id="{E2EF584E-2264-4AC3-9BF3-AA5E54DE8D11}"/>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任意多边形: 形状 61">
              <a:extLst>
                <a:ext uri="{FF2B5EF4-FFF2-40B4-BE49-F238E27FC236}">
                  <a16:creationId xmlns:a16="http://schemas.microsoft.com/office/drawing/2014/main" id="{5FEF2384-F66D-4626-BB03-F5AD7219248E}"/>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7" name="矩形 189">
            <a:extLst>
              <a:ext uri="{FF2B5EF4-FFF2-40B4-BE49-F238E27FC236}">
                <a16:creationId xmlns:a16="http://schemas.microsoft.com/office/drawing/2014/main" id="{63B72852-A360-4EF8-A2F9-3A064EA5CCA7}"/>
              </a:ext>
            </a:extLst>
          </p:cNvPr>
          <p:cNvSpPr/>
          <p:nvPr/>
        </p:nvSpPr>
        <p:spPr>
          <a:xfrm>
            <a:off x="662896" y="2301813"/>
            <a:ext cx="2890520" cy="375552"/>
          </a:xfrm>
          <a:prstGeom prst="rect">
            <a:avLst/>
          </a:prstGeom>
          <a:noFill/>
          <a:ln>
            <a:noFill/>
          </a:ln>
        </p:spPr>
        <p:txBody>
          <a:bodyPr wrap="square" anchor="ctr">
            <a:spAutoFit/>
          </a:bodyPr>
          <a:lstStyle/>
          <a:p>
            <a:pPr defTabSz="914332">
              <a:lnSpc>
                <a:spcPct val="150000"/>
              </a:lnSpc>
              <a:defRPr/>
            </a:pPr>
            <a:r>
              <a:rPr lang="en-US" altLang="zh-CN" sz="14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4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4" name="组合 13">
            <a:extLst>
              <a:ext uri="{FF2B5EF4-FFF2-40B4-BE49-F238E27FC236}">
                <a16:creationId xmlns:a16="http://schemas.microsoft.com/office/drawing/2014/main" id="{D6757B43-6712-4BAE-8670-B715B10BFA4C}"/>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A540713F-FC29-4BB1-A3F5-C1360CCAFA2B}"/>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B52E13E3-2F81-47A6-9CF9-D29EFF6EC715}"/>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2802B983-0393-404D-8EF6-C2BC0F6D1A21}"/>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C1218BD-82A2-4F82-84D5-EBFDB414ABDB}"/>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8" name="矩形 190">
            <a:extLst>
              <a:ext uri="{FF2B5EF4-FFF2-40B4-BE49-F238E27FC236}">
                <a16:creationId xmlns:a16="http://schemas.microsoft.com/office/drawing/2014/main" id="{F754BA71-8184-4828-95E4-4301AEC6A769}"/>
              </a:ext>
            </a:extLst>
          </p:cNvPr>
          <p:cNvSpPr>
            <a:spLocks/>
          </p:cNvSpPr>
          <p:nvPr/>
        </p:nvSpPr>
        <p:spPr>
          <a:xfrm>
            <a:off x="637768" y="1990359"/>
            <a:ext cx="8015025" cy="370375"/>
          </a:xfrm>
          <a:prstGeom prst="rect">
            <a:avLst/>
          </a:prstGeom>
          <a:noFill/>
          <a:ln>
            <a:noFill/>
          </a:ln>
        </p:spPr>
        <p:txBody>
          <a:bodyPr wrap="square" anchor="t">
            <a:noAutofit/>
          </a:bodyPr>
          <a:lstStyle/>
          <a:p>
            <a:pPr defTabSz="914332">
              <a:lnSpc>
                <a:spcPct val="120000"/>
              </a:lnSpc>
              <a:defRPr/>
            </a:pPr>
            <a:r>
              <a:rPr lang="zh-CN" altLang="en-US" sz="1400" dirty="0">
                <a:latin typeface="Arial" panose="020B0604020202020204" pitchFamily="34" charset="0"/>
                <a:ea typeface="微软雅黑" panose="020B0503020204020204" pitchFamily="34" charset="-122"/>
                <a:sym typeface="Arial" panose="020B0604020202020204" pitchFamily="34" charset="0"/>
              </a:rPr>
              <a:t>欢迎关注</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官方渠道，通过</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小红书、微博、抖音等官方渠道了解更多产品资讯及活动信息。</a:t>
            </a:r>
          </a:p>
          <a:p>
            <a:pPr defTabSz="914332">
              <a:lnSpc>
                <a:spcPct val="120000"/>
              </a:lnSpc>
              <a:defRPr/>
            </a:pP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90">
            <a:extLst>
              <a:ext uri="{FF2B5EF4-FFF2-40B4-BE49-F238E27FC236}">
                <a16:creationId xmlns:a16="http://schemas.microsoft.com/office/drawing/2014/main" id="{F6CD38CE-FC32-B793-7C2A-F7EF662A7A51}"/>
              </a:ext>
            </a:extLst>
          </p:cNvPr>
          <p:cNvSpPr/>
          <p:nvPr/>
        </p:nvSpPr>
        <p:spPr>
          <a:xfrm>
            <a:off x="660400" y="5478694"/>
            <a:ext cx="4710695" cy="613373"/>
          </a:xfrm>
          <a:prstGeom prst="rect">
            <a:avLst/>
          </a:prstGeom>
          <a:noFill/>
          <a:ln>
            <a:noFill/>
          </a:ln>
        </p:spPr>
        <p:txBody>
          <a:bodyPr wrap="square" anchor="t">
            <a:spAutoFit/>
          </a:bodyPr>
          <a:lstStyle/>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抖音、视频号每周直播，带你从小白进阶</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高手！</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插件不会用，</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页面不会设计？ </a:t>
            </a:r>
            <a:r>
              <a:rPr lang="en-US" altLang="zh-CN" sz="1200" dirty="0">
                <a:latin typeface="Arial" panose="020B0604020202020204" pitchFamily="34" charset="0"/>
                <a:ea typeface="微软雅黑" panose="020B0503020204020204" pitchFamily="34" charset="-122"/>
                <a:sym typeface="Arial" panose="020B0604020202020204" pitchFamily="34" charset="0"/>
              </a:rPr>
              <a:t>—— </a:t>
            </a:r>
            <a:r>
              <a:rPr lang="zh-CN" altLang="en-US" sz="1200" dirty="0">
                <a:latin typeface="Arial" panose="020B0604020202020204" pitchFamily="34" charset="0"/>
                <a:ea typeface="微软雅黑" panose="020B0503020204020204" pitchFamily="34" charset="-122"/>
                <a:sym typeface="Arial" panose="020B0604020202020204" pitchFamily="34" charset="0"/>
              </a:rPr>
              <a:t>那就来</a:t>
            </a:r>
            <a:r>
              <a:rPr lang="en-US" altLang="zh-CN" sz="1200"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dirty="0">
                <a:latin typeface="Arial" panose="020B0604020202020204" pitchFamily="34" charset="0"/>
                <a:ea typeface="微软雅黑" panose="020B0503020204020204" pitchFamily="34" charset="-122"/>
                <a:sym typeface="Arial" panose="020B0604020202020204" pitchFamily="34" charset="0"/>
              </a:rPr>
              <a:t>官方直播间。</a:t>
            </a:r>
          </a:p>
        </p:txBody>
      </p:sp>
      <p:sp>
        <p:nvSpPr>
          <p:cNvPr id="5" name="矩形 190">
            <a:hlinkClick r:id="rId4"/>
            <a:extLst>
              <a:ext uri="{FF2B5EF4-FFF2-40B4-BE49-F238E27FC236}">
                <a16:creationId xmlns:a16="http://schemas.microsoft.com/office/drawing/2014/main" id="{FE57F7A2-24A5-5A1E-982E-795C9546819B}"/>
              </a:ext>
            </a:extLst>
          </p:cNvPr>
          <p:cNvSpPr/>
          <p:nvPr/>
        </p:nvSpPr>
        <p:spPr>
          <a:xfrm>
            <a:off x="2621897"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微博</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190">
            <a:hlinkClick r:id="rId5"/>
            <a:extLst>
              <a:ext uri="{FF2B5EF4-FFF2-40B4-BE49-F238E27FC236}">
                <a16:creationId xmlns:a16="http://schemas.microsoft.com/office/drawing/2014/main" id="{37D005C4-EDE6-B355-1311-5813EB22500E}"/>
              </a:ext>
            </a:extLst>
          </p:cNvPr>
          <p:cNvSpPr/>
          <p:nvPr/>
        </p:nvSpPr>
        <p:spPr>
          <a:xfrm>
            <a:off x="6477894"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今日头条</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hlinkClick r:id="rId6"/>
            <a:extLst>
              <a:ext uri="{FF2B5EF4-FFF2-40B4-BE49-F238E27FC236}">
                <a16:creationId xmlns:a16="http://schemas.microsoft.com/office/drawing/2014/main" id="{3A868ED5-BC74-DD2F-DEC9-29A1627F6A2B}"/>
              </a:ext>
            </a:extLst>
          </p:cNvPr>
          <p:cNvSpPr/>
          <p:nvPr/>
        </p:nvSpPr>
        <p:spPr>
          <a:xfrm>
            <a:off x="4549896"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抖音</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3" name="矩形 190">
            <a:hlinkClick r:id="rId7"/>
            <a:extLst>
              <a:ext uri="{FF2B5EF4-FFF2-40B4-BE49-F238E27FC236}">
                <a16:creationId xmlns:a16="http://schemas.microsoft.com/office/drawing/2014/main" id="{E535A71A-1CC2-0C48-391C-0B15D364B466}"/>
              </a:ext>
            </a:extLst>
          </p:cNvPr>
          <p:cNvSpPr/>
          <p:nvPr/>
        </p:nvSpPr>
        <p:spPr>
          <a:xfrm>
            <a:off x="693898"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小红书</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grpSp>
        <p:nvGrpSpPr>
          <p:cNvPr id="35" name="组合 34">
            <a:extLst>
              <a:ext uri="{FF2B5EF4-FFF2-40B4-BE49-F238E27FC236}">
                <a16:creationId xmlns:a16="http://schemas.microsoft.com/office/drawing/2014/main" id="{B383A3BE-9AE6-DC13-77D6-D4415A95C8D8}"/>
              </a:ext>
            </a:extLst>
          </p:cNvPr>
          <p:cNvGrpSpPr/>
          <p:nvPr/>
        </p:nvGrpSpPr>
        <p:grpSpPr>
          <a:xfrm>
            <a:off x="2567653" y="3254342"/>
            <a:ext cx="1368001" cy="1368000"/>
            <a:chOff x="2739339" y="3229459"/>
            <a:chExt cx="1509223" cy="1509222"/>
          </a:xfrm>
        </p:grpSpPr>
        <p:sp>
          <p:nvSpPr>
            <p:cNvPr id="31" name="矩形: 圆角 30">
              <a:extLst>
                <a:ext uri="{FF2B5EF4-FFF2-40B4-BE49-F238E27FC236}">
                  <a16:creationId xmlns:a16="http://schemas.microsoft.com/office/drawing/2014/main" id="{BD946598-62CE-BC2A-E787-8C4868E8DF45}"/>
                </a:ext>
              </a:extLst>
            </p:cNvPr>
            <p:cNvSpPr/>
            <p:nvPr/>
          </p:nvSpPr>
          <p:spPr>
            <a:xfrm>
              <a:off x="2739339" y="3229459"/>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a:extLst>
                <a:ext uri="{FF2B5EF4-FFF2-40B4-BE49-F238E27FC236}">
                  <a16:creationId xmlns:a16="http://schemas.microsoft.com/office/drawing/2014/main" id="{1CE37304-ACA3-F579-875F-25F9F81CD7B4}"/>
                </a:ext>
              </a:extLst>
            </p:cNvPr>
            <p:cNvGrpSpPr/>
            <p:nvPr/>
          </p:nvGrpSpPr>
          <p:grpSpPr>
            <a:xfrm>
              <a:off x="2802496" y="3294739"/>
              <a:ext cx="1389534" cy="1389535"/>
              <a:chOff x="2878177" y="3312010"/>
              <a:chExt cx="1389534" cy="1389535"/>
            </a:xfrm>
          </p:grpSpPr>
          <p:pic>
            <p:nvPicPr>
              <p:cNvPr id="1028" name="Picture 4">
                <a:extLst>
                  <a:ext uri="{FF2B5EF4-FFF2-40B4-BE49-F238E27FC236}">
                    <a16:creationId xmlns:a16="http://schemas.microsoft.com/office/drawing/2014/main" id="{91044262-320B-75C3-C123-09C6DA2F96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78177" y="3312010"/>
                <a:ext cx="1389534" cy="1389535"/>
              </a:xfrm>
              <a:prstGeom prst="rect">
                <a:avLst/>
              </a:prstGeom>
              <a:noFill/>
              <a:extLst>
                <a:ext uri="{909E8E84-426E-40DD-AFC4-6F175D3DCCD1}">
                  <a14:hiddenFill xmlns:a14="http://schemas.microsoft.com/office/drawing/2010/main">
                    <a:solidFill>
                      <a:srgbClr val="FFFFFF"/>
                    </a:solidFill>
                  </a14:hiddenFill>
                </a:ext>
              </a:extLst>
            </p:spPr>
          </p:pic>
          <p:grpSp>
            <p:nvGrpSpPr>
              <p:cNvPr id="6" name="组合 5">
                <a:extLst>
                  <a:ext uri="{FF2B5EF4-FFF2-40B4-BE49-F238E27FC236}">
                    <a16:creationId xmlns:a16="http://schemas.microsoft.com/office/drawing/2014/main" id="{E119DACB-B049-0B56-5447-59DCBED0DB21}"/>
                  </a:ext>
                </a:extLst>
              </p:cNvPr>
              <p:cNvGrpSpPr/>
              <p:nvPr/>
            </p:nvGrpSpPr>
            <p:grpSpPr>
              <a:xfrm>
                <a:off x="3425344" y="3859736"/>
                <a:ext cx="295200" cy="294083"/>
                <a:chOff x="3415340" y="3859736"/>
                <a:chExt cx="295200" cy="294083"/>
              </a:xfrm>
            </p:grpSpPr>
            <p:sp>
              <p:nvSpPr>
                <p:cNvPr id="43" name="矩形: 圆角 42">
                  <a:extLst>
                    <a:ext uri="{FF2B5EF4-FFF2-40B4-BE49-F238E27FC236}">
                      <a16:creationId xmlns:a16="http://schemas.microsoft.com/office/drawing/2014/main" id="{31DC748E-87B9-1FFE-1DF6-243607BBEC87}"/>
                    </a:ext>
                  </a:extLst>
                </p:cNvPr>
                <p:cNvSpPr/>
                <p:nvPr/>
              </p:nvSpPr>
              <p:spPr>
                <a:xfrm>
                  <a:off x="3415340" y="3859736"/>
                  <a:ext cx="295200" cy="294083"/>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9" name="组合 18">
                  <a:extLst>
                    <a:ext uri="{FF2B5EF4-FFF2-40B4-BE49-F238E27FC236}">
                      <a16:creationId xmlns:a16="http://schemas.microsoft.com/office/drawing/2014/main" id="{FEFCB14B-B9B9-7B0B-207B-13F14530A7AB}"/>
                    </a:ext>
                  </a:extLst>
                </p:cNvPr>
                <p:cNvGrpSpPr/>
                <p:nvPr/>
              </p:nvGrpSpPr>
              <p:grpSpPr>
                <a:xfrm>
                  <a:off x="3427370" y="3896955"/>
                  <a:ext cx="271140" cy="219645"/>
                  <a:chOff x="2062162" y="2200292"/>
                  <a:chExt cx="3033693" cy="2457527"/>
                </a:xfrm>
              </p:grpSpPr>
              <p:sp>
                <p:nvSpPr>
                  <p:cNvPr id="38" name="任意多边形 538">
                    <a:extLst>
                      <a:ext uri="{FF2B5EF4-FFF2-40B4-BE49-F238E27FC236}">
                        <a16:creationId xmlns:a16="http://schemas.microsoft.com/office/drawing/2014/main" id="{60FCD814-95F1-09B3-D634-AB372830E867}"/>
                      </a:ext>
                    </a:extLst>
                  </p:cNvPr>
                  <p:cNvSpPr/>
                  <p:nvPr/>
                </p:nvSpPr>
                <p:spPr>
                  <a:xfrm>
                    <a:off x="2285237" y="3250596"/>
                    <a:ext cx="2054828" cy="1279588"/>
                  </a:xfrm>
                  <a:custGeom>
                    <a:avLst/>
                    <a:gdLst>
                      <a:gd name="connsiteX0" fmla="*/ 0 w 2054828"/>
                      <a:gd name="connsiteY0" fmla="*/ 639794 h 1279588"/>
                      <a:gd name="connsiteX1" fmla="*/ 1027462 w 2054828"/>
                      <a:gd name="connsiteY1" fmla="*/ 1279589 h 1279588"/>
                      <a:gd name="connsiteX2" fmla="*/ 2054828 w 2054828"/>
                      <a:gd name="connsiteY2" fmla="*/ 639794 h 1279588"/>
                      <a:gd name="connsiteX3" fmla="*/ 1027462 w 2054828"/>
                      <a:gd name="connsiteY3" fmla="*/ 0 h 1279588"/>
                      <a:gd name="connsiteX4" fmla="*/ 0 w 2054828"/>
                      <a:gd name="connsiteY4" fmla="*/ 639794 h 127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4828" h="1279588">
                        <a:moveTo>
                          <a:pt x="0" y="639794"/>
                        </a:moveTo>
                        <a:cubicBezTo>
                          <a:pt x="0" y="993077"/>
                          <a:pt x="459962" y="1279589"/>
                          <a:pt x="1027462" y="1279589"/>
                        </a:cubicBezTo>
                        <a:cubicBezTo>
                          <a:pt x="1594866" y="1279589"/>
                          <a:pt x="2054828" y="993077"/>
                          <a:pt x="2054828" y="639794"/>
                        </a:cubicBezTo>
                        <a:cubicBezTo>
                          <a:pt x="2054828" y="286417"/>
                          <a:pt x="1594866" y="0"/>
                          <a:pt x="1027462" y="0"/>
                        </a:cubicBezTo>
                        <a:cubicBezTo>
                          <a:pt x="459962" y="0"/>
                          <a:pt x="0" y="286417"/>
                          <a:pt x="0" y="639794"/>
                        </a:cubicBezTo>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39" name="任意多边形 539">
                    <a:extLst>
                      <a:ext uri="{FF2B5EF4-FFF2-40B4-BE49-F238E27FC236}">
                        <a16:creationId xmlns:a16="http://schemas.microsoft.com/office/drawing/2014/main" id="{C211156A-F263-1023-1064-44039BC6F3C7}"/>
                      </a:ext>
                    </a:extLst>
                  </p:cNvPr>
                  <p:cNvSpPr/>
                  <p:nvPr/>
                </p:nvSpPr>
                <p:spPr>
                  <a:xfrm>
                    <a:off x="2062162" y="2547155"/>
                    <a:ext cx="2646616" cy="2110664"/>
                  </a:xfrm>
                  <a:custGeom>
                    <a:avLst/>
                    <a:gdLst>
                      <a:gd name="connsiteX0" fmla="*/ 2278952 w 2646616"/>
                      <a:gd name="connsiteY0" fmla="*/ 836315 h 2110664"/>
                      <a:gd name="connsiteX1" fmla="*/ 2229326 w 2646616"/>
                      <a:gd name="connsiteY1" fmla="*/ 758686 h 2110664"/>
                      <a:gd name="connsiteX2" fmla="*/ 2230279 w 2646616"/>
                      <a:gd name="connsiteY2" fmla="*/ 456648 h 2110664"/>
                      <a:gd name="connsiteX3" fmla="*/ 1553528 w 2646616"/>
                      <a:gd name="connsiteY3" fmla="*/ 452838 h 2110664"/>
                      <a:gd name="connsiteX4" fmla="*/ 1481328 w 2646616"/>
                      <a:gd name="connsiteY4" fmla="*/ 418358 h 2110664"/>
                      <a:gd name="connsiteX5" fmla="*/ 1447800 w 2646616"/>
                      <a:gd name="connsiteY5" fmla="*/ 63837 h 2110664"/>
                      <a:gd name="connsiteX6" fmla="*/ 452533 w 2646616"/>
                      <a:gd name="connsiteY6" fmla="*/ 452171 h 2110664"/>
                      <a:gd name="connsiteX7" fmla="*/ 0 w 2646616"/>
                      <a:gd name="connsiteY7" fmla="*/ 1303992 h 2110664"/>
                      <a:gd name="connsiteX8" fmla="*/ 1272731 w 2646616"/>
                      <a:gd name="connsiteY8" fmla="*/ 2110665 h 2110664"/>
                      <a:gd name="connsiteX9" fmla="*/ 2646616 w 2646616"/>
                      <a:gd name="connsiteY9" fmla="*/ 1250652 h 2110664"/>
                      <a:gd name="connsiteX10" fmla="*/ 2278952 w 2646616"/>
                      <a:gd name="connsiteY10" fmla="*/ 836315 h 2110664"/>
                      <a:gd name="connsiteX11" fmla="*/ 1274445 w 2646616"/>
                      <a:gd name="connsiteY11" fmla="*/ 1930833 h 2110664"/>
                      <a:gd name="connsiteX12" fmla="*/ 306038 w 2646616"/>
                      <a:gd name="connsiteY12" fmla="*/ 1423626 h 2110664"/>
                      <a:gd name="connsiteX13" fmla="*/ 1156430 w 2646616"/>
                      <a:gd name="connsiteY13" fmla="*/ 736778 h 2110664"/>
                      <a:gd name="connsiteX14" fmla="*/ 2124837 w 2646616"/>
                      <a:gd name="connsiteY14" fmla="*/ 1243699 h 2110664"/>
                      <a:gd name="connsiteX15" fmla="*/ 1274445 w 2646616"/>
                      <a:gd name="connsiteY15" fmla="*/ 1930833 h 2110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46616" h="2110664">
                        <a:moveTo>
                          <a:pt x="2278952" y="836315"/>
                        </a:moveTo>
                        <a:cubicBezTo>
                          <a:pt x="2236184" y="823456"/>
                          <a:pt x="2206943" y="814788"/>
                          <a:pt x="2229326" y="758686"/>
                        </a:cubicBezTo>
                        <a:cubicBezTo>
                          <a:pt x="2277809" y="636861"/>
                          <a:pt x="2282762" y="531705"/>
                          <a:pt x="2230279" y="456648"/>
                        </a:cubicBezTo>
                        <a:cubicBezTo>
                          <a:pt x="2131790" y="315964"/>
                          <a:pt x="1862328" y="323584"/>
                          <a:pt x="1553528" y="452838"/>
                        </a:cubicBezTo>
                        <a:cubicBezTo>
                          <a:pt x="1553528" y="452648"/>
                          <a:pt x="1456563" y="495320"/>
                          <a:pt x="1481328" y="418358"/>
                        </a:cubicBezTo>
                        <a:cubicBezTo>
                          <a:pt x="1528858" y="265672"/>
                          <a:pt x="1521714" y="137656"/>
                          <a:pt x="1447800" y="63837"/>
                        </a:cubicBezTo>
                        <a:cubicBezTo>
                          <a:pt x="1280255" y="-103803"/>
                          <a:pt x="834581" y="70124"/>
                          <a:pt x="452533" y="452171"/>
                        </a:cubicBezTo>
                        <a:cubicBezTo>
                          <a:pt x="166211" y="738398"/>
                          <a:pt x="0" y="1041674"/>
                          <a:pt x="0" y="1303992"/>
                        </a:cubicBezTo>
                        <a:cubicBezTo>
                          <a:pt x="0" y="1805674"/>
                          <a:pt x="643319" y="2110665"/>
                          <a:pt x="1272731" y="2110665"/>
                        </a:cubicBezTo>
                        <a:cubicBezTo>
                          <a:pt x="2097786" y="2110665"/>
                          <a:pt x="2646616" y="1631271"/>
                          <a:pt x="2646616" y="1250652"/>
                        </a:cubicBezTo>
                        <a:cubicBezTo>
                          <a:pt x="2646616" y="1020719"/>
                          <a:pt x="2452973" y="890226"/>
                          <a:pt x="2278952" y="836315"/>
                        </a:cubicBezTo>
                        <a:close/>
                        <a:moveTo>
                          <a:pt x="1274445" y="1930833"/>
                        </a:moveTo>
                        <a:cubicBezTo>
                          <a:pt x="772192" y="1980363"/>
                          <a:pt x="338709" y="1753382"/>
                          <a:pt x="306038" y="1423626"/>
                        </a:cubicBezTo>
                        <a:cubicBezTo>
                          <a:pt x="273463" y="1093966"/>
                          <a:pt x="654272" y="786499"/>
                          <a:pt x="1156430" y="736778"/>
                        </a:cubicBezTo>
                        <a:cubicBezTo>
                          <a:pt x="1658684" y="687153"/>
                          <a:pt x="2092262" y="914134"/>
                          <a:pt x="2124837" y="1243699"/>
                        </a:cubicBezTo>
                        <a:cubicBezTo>
                          <a:pt x="2157317" y="1573645"/>
                          <a:pt x="1776698" y="1881112"/>
                          <a:pt x="1274445" y="1930833"/>
                        </a:cubicBezTo>
                        <a:close/>
                      </a:path>
                    </a:pathLst>
                  </a:custGeom>
                  <a:solidFill>
                    <a:srgbClr val="D52B2A"/>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0" name="任意多边形 540">
                    <a:extLst>
                      <a:ext uri="{FF2B5EF4-FFF2-40B4-BE49-F238E27FC236}">
                        <a16:creationId xmlns:a16="http://schemas.microsoft.com/office/drawing/2014/main" id="{2BF6317C-3C4E-D672-8A71-1CAC3C637089}"/>
                      </a:ext>
                    </a:extLst>
                  </p:cNvPr>
                  <p:cNvSpPr/>
                  <p:nvPr/>
                </p:nvSpPr>
                <p:spPr>
                  <a:xfrm>
                    <a:off x="4032574" y="2200292"/>
                    <a:ext cx="1063281" cy="1131222"/>
                  </a:xfrm>
                  <a:custGeom>
                    <a:avLst/>
                    <a:gdLst>
                      <a:gd name="connsiteX0" fmla="*/ 856417 w 1063281"/>
                      <a:gd name="connsiteY0" fmla="*/ 265064 h 1131222"/>
                      <a:gd name="connsiteX1" fmla="*/ 92036 w 1063281"/>
                      <a:gd name="connsiteY1" fmla="*/ 17604 h 1131222"/>
                      <a:gd name="connsiteX2" fmla="*/ 91941 w 1063281"/>
                      <a:gd name="connsiteY2" fmla="*/ 17604 h 1131222"/>
                      <a:gd name="connsiteX3" fmla="*/ 2596 w 1063281"/>
                      <a:gd name="connsiteY3" fmla="*/ 155431 h 1131222"/>
                      <a:gd name="connsiteX4" fmla="*/ 140518 w 1063281"/>
                      <a:gd name="connsiteY4" fmla="*/ 244871 h 1131222"/>
                      <a:gd name="connsiteX5" fmla="*/ 684015 w 1063281"/>
                      <a:gd name="connsiteY5" fmla="*/ 420797 h 1131222"/>
                      <a:gd name="connsiteX6" fmla="*/ 803363 w 1063281"/>
                      <a:gd name="connsiteY6" fmla="*/ 979343 h 1131222"/>
                      <a:gd name="connsiteX7" fmla="*/ 803363 w 1063281"/>
                      <a:gd name="connsiteY7" fmla="*/ 979343 h 1131222"/>
                      <a:gd name="connsiteX8" fmla="*/ 878229 w 1063281"/>
                      <a:gd name="connsiteY8" fmla="*/ 1125552 h 1131222"/>
                      <a:gd name="connsiteX9" fmla="*/ 1024438 w 1063281"/>
                      <a:gd name="connsiteY9" fmla="*/ 1050971 h 1131222"/>
                      <a:gd name="connsiteX10" fmla="*/ 1024438 w 1063281"/>
                      <a:gd name="connsiteY10" fmla="*/ 1050495 h 1131222"/>
                      <a:gd name="connsiteX11" fmla="*/ 856417 w 1063281"/>
                      <a:gd name="connsiteY11" fmla="*/ 265064 h 1131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3281" h="1131222">
                        <a:moveTo>
                          <a:pt x="856417" y="265064"/>
                        </a:moveTo>
                        <a:cubicBezTo>
                          <a:pt x="657154" y="44179"/>
                          <a:pt x="363308" y="-40022"/>
                          <a:pt x="92036" y="17604"/>
                        </a:cubicBezTo>
                        <a:lnTo>
                          <a:pt x="91941" y="17604"/>
                        </a:lnTo>
                        <a:cubicBezTo>
                          <a:pt x="29171" y="31034"/>
                          <a:pt x="-10834" y="92756"/>
                          <a:pt x="2596" y="155431"/>
                        </a:cubicBezTo>
                        <a:cubicBezTo>
                          <a:pt x="15931" y="218105"/>
                          <a:pt x="77748" y="258206"/>
                          <a:pt x="140518" y="244871"/>
                        </a:cubicBezTo>
                        <a:cubicBezTo>
                          <a:pt x="333495" y="203913"/>
                          <a:pt x="542378" y="263825"/>
                          <a:pt x="684015" y="420797"/>
                        </a:cubicBezTo>
                        <a:cubicBezTo>
                          <a:pt x="825556" y="577674"/>
                          <a:pt x="863942" y="791701"/>
                          <a:pt x="803363" y="979343"/>
                        </a:cubicBezTo>
                        <a:lnTo>
                          <a:pt x="803363" y="979343"/>
                        </a:lnTo>
                        <a:cubicBezTo>
                          <a:pt x="783646" y="1040494"/>
                          <a:pt x="817079" y="1105835"/>
                          <a:pt x="878229" y="1125552"/>
                        </a:cubicBezTo>
                        <a:cubicBezTo>
                          <a:pt x="939189" y="1145269"/>
                          <a:pt x="1004721" y="1111931"/>
                          <a:pt x="1024438" y="1050971"/>
                        </a:cubicBezTo>
                        <a:cubicBezTo>
                          <a:pt x="1024438" y="1050876"/>
                          <a:pt x="1024438" y="1050590"/>
                          <a:pt x="1024438" y="1050495"/>
                        </a:cubicBezTo>
                        <a:cubicBezTo>
                          <a:pt x="1109401" y="786557"/>
                          <a:pt x="1055680" y="485758"/>
                          <a:pt x="856417" y="26506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1" name="任意多边形 541">
                    <a:extLst>
                      <a:ext uri="{FF2B5EF4-FFF2-40B4-BE49-F238E27FC236}">
                        <a16:creationId xmlns:a16="http://schemas.microsoft.com/office/drawing/2014/main" id="{6A12430C-F657-41EF-B67C-5576494E5733}"/>
                      </a:ext>
                    </a:extLst>
                  </p:cNvPr>
                  <p:cNvSpPr/>
                  <p:nvPr/>
                </p:nvSpPr>
                <p:spPr>
                  <a:xfrm>
                    <a:off x="4131596" y="2612531"/>
                    <a:ext cx="552131" cy="580885"/>
                  </a:xfrm>
                  <a:custGeom>
                    <a:avLst/>
                    <a:gdLst>
                      <a:gd name="connsiteX0" fmla="*/ 451452 w 552131"/>
                      <a:gd name="connsiteY0" fmla="*/ 128954 h 580885"/>
                      <a:gd name="connsiteX1" fmla="*/ 79120 w 552131"/>
                      <a:gd name="connsiteY1" fmla="*/ 8653 h 580885"/>
                      <a:gd name="connsiteX2" fmla="*/ 2253 w 552131"/>
                      <a:gd name="connsiteY2" fmla="*/ 127430 h 580885"/>
                      <a:gd name="connsiteX3" fmla="*/ 120839 w 552131"/>
                      <a:gd name="connsiteY3" fmla="*/ 204106 h 580885"/>
                      <a:gd name="connsiteX4" fmla="*/ 120839 w 552131"/>
                      <a:gd name="connsiteY4" fmla="*/ 204201 h 580885"/>
                      <a:gd name="connsiteX5" fmla="*/ 302958 w 552131"/>
                      <a:gd name="connsiteY5" fmla="*/ 262970 h 580885"/>
                      <a:gd name="connsiteX6" fmla="*/ 342772 w 552131"/>
                      <a:gd name="connsiteY6" fmla="*/ 450137 h 580885"/>
                      <a:gd name="connsiteX7" fmla="*/ 342867 w 552131"/>
                      <a:gd name="connsiteY7" fmla="*/ 450137 h 580885"/>
                      <a:gd name="connsiteX8" fmla="*/ 407161 w 552131"/>
                      <a:gd name="connsiteY8" fmla="*/ 576057 h 580885"/>
                      <a:gd name="connsiteX9" fmla="*/ 533082 w 552131"/>
                      <a:gd name="connsiteY9" fmla="*/ 511573 h 580885"/>
                      <a:gd name="connsiteX10" fmla="*/ 451452 w 552131"/>
                      <a:gd name="connsiteY10" fmla="*/ 128954 h 580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2131" h="580885">
                        <a:moveTo>
                          <a:pt x="451452" y="128954"/>
                        </a:moveTo>
                        <a:cubicBezTo>
                          <a:pt x="354488" y="21321"/>
                          <a:pt x="211327" y="-19541"/>
                          <a:pt x="79120" y="8653"/>
                        </a:cubicBezTo>
                        <a:cubicBezTo>
                          <a:pt x="25113" y="20178"/>
                          <a:pt x="-9367" y="73328"/>
                          <a:pt x="2253" y="127430"/>
                        </a:cubicBezTo>
                        <a:cubicBezTo>
                          <a:pt x="13779" y="181246"/>
                          <a:pt x="66928" y="215917"/>
                          <a:pt x="120839" y="204106"/>
                        </a:cubicBezTo>
                        <a:lnTo>
                          <a:pt x="120839" y="204201"/>
                        </a:lnTo>
                        <a:cubicBezTo>
                          <a:pt x="185419" y="190580"/>
                          <a:pt x="255523" y="210487"/>
                          <a:pt x="302958" y="262970"/>
                        </a:cubicBezTo>
                        <a:cubicBezTo>
                          <a:pt x="350392" y="315548"/>
                          <a:pt x="363155" y="387272"/>
                          <a:pt x="342772" y="450137"/>
                        </a:cubicBezTo>
                        <a:lnTo>
                          <a:pt x="342867" y="450137"/>
                        </a:lnTo>
                        <a:cubicBezTo>
                          <a:pt x="325913" y="502619"/>
                          <a:pt x="354678" y="559103"/>
                          <a:pt x="407161" y="576057"/>
                        </a:cubicBezTo>
                        <a:cubicBezTo>
                          <a:pt x="459739" y="592916"/>
                          <a:pt x="516127" y="564246"/>
                          <a:pt x="533082" y="511573"/>
                        </a:cubicBezTo>
                        <a:cubicBezTo>
                          <a:pt x="574610" y="383081"/>
                          <a:pt x="548607" y="236491"/>
                          <a:pt x="451452" y="12895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2" name="任意多边形 542">
                    <a:extLst>
                      <a:ext uri="{FF2B5EF4-FFF2-40B4-BE49-F238E27FC236}">
                        <a16:creationId xmlns:a16="http://schemas.microsoft.com/office/drawing/2014/main" id="{9A7AA684-C16D-0062-B912-DC566C41FAAD}"/>
                      </a:ext>
                    </a:extLst>
                  </p:cNvPr>
                  <p:cNvSpPr/>
                  <p:nvPr/>
                </p:nvSpPr>
                <p:spPr>
                  <a:xfrm>
                    <a:off x="2732248" y="3521291"/>
                    <a:ext cx="961899" cy="839749"/>
                  </a:xfrm>
                  <a:custGeom>
                    <a:avLst/>
                    <a:gdLst>
                      <a:gd name="connsiteX0" fmla="*/ 654460 w 961899"/>
                      <a:gd name="connsiteY0" fmla="*/ 16484 h 839749"/>
                      <a:gd name="connsiteX1" fmla="*/ 41526 w 961899"/>
                      <a:gd name="connsiteY1" fmla="*/ 283946 h 839749"/>
                      <a:gd name="connsiteX2" fmla="*/ 279461 w 961899"/>
                      <a:gd name="connsiteY2" fmla="*/ 815060 h 839749"/>
                      <a:gd name="connsiteX3" fmla="*/ 926875 w 961899"/>
                      <a:gd name="connsiteY3" fmla="*/ 540264 h 839749"/>
                      <a:gd name="connsiteX4" fmla="*/ 654460 w 961899"/>
                      <a:gd name="connsiteY4" fmla="*/ 16484 h 839749"/>
                      <a:gd name="connsiteX5" fmla="*/ 472056 w 961899"/>
                      <a:gd name="connsiteY5" fmla="*/ 564934 h 839749"/>
                      <a:gd name="connsiteX6" fmla="*/ 241075 w 961899"/>
                      <a:gd name="connsiteY6" fmla="*/ 640658 h 839749"/>
                      <a:gd name="connsiteX7" fmla="*/ 189640 w 961899"/>
                      <a:gd name="connsiteY7" fmla="*/ 439871 h 839749"/>
                      <a:gd name="connsiteX8" fmla="*/ 415954 w 961899"/>
                      <a:gd name="connsiteY8" fmla="*/ 363671 h 839749"/>
                      <a:gd name="connsiteX9" fmla="*/ 472056 w 961899"/>
                      <a:gd name="connsiteY9" fmla="*/ 564934 h 839749"/>
                      <a:gd name="connsiteX10" fmla="*/ 632076 w 961899"/>
                      <a:gd name="connsiteY10" fmla="*/ 359575 h 839749"/>
                      <a:gd name="connsiteX11" fmla="*/ 545303 w 961899"/>
                      <a:gd name="connsiteY11" fmla="*/ 391484 h 839749"/>
                      <a:gd name="connsiteX12" fmla="*/ 523015 w 961899"/>
                      <a:gd name="connsiteY12" fmla="*/ 316046 h 839749"/>
                      <a:gd name="connsiteX13" fmla="*/ 607692 w 961899"/>
                      <a:gd name="connsiteY13" fmla="*/ 284232 h 839749"/>
                      <a:gd name="connsiteX14" fmla="*/ 632076 w 961899"/>
                      <a:gd name="connsiteY14" fmla="*/ 359575 h 839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1899" h="839749">
                        <a:moveTo>
                          <a:pt x="654460" y="16484"/>
                        </a:moveTo>
                        <a:cubicBezTo>
                          <a:pt x="415478" y="-45714"/>
                          <a:pt x="145349" y="73444"/>
                          <a:pt x="41526" y="283946"/>
                        </a:cubicBezTo>
                        <a:cubicBezTo>
                          <a:pt x="-64201" y="498735"/>
                          <a:pt x="38002" y="737146"/>
                          <a:pt x="279461" y="815060"/>
                        </a:cubicBezTo>
                        <a:cubicBezTo>
                          <a:pt x="529587" y="895737"/>
                          <a:pt x="824386" y="772103"/>
                          <a:pt x="926875" y="540264"/>
                        </a:cubicBezTo>
                        <a:cubicBezTo>
                          <a:pt x="1028030" y="313664"/>
                          <a:pt x="901824" y="80397"/>
                          <a:pt x="654460" y="16484"/>
                        </a:cubicBezTo>
                        <a:close/>
                        <a:moveTo>
                          <a:pt x="472056" y="564934"/>
                        </a:moveTo>
                        <a:cubicBezTo>
                          <a:pt x="423479" y="642467"/>
                          <a:pt x="319466" y="676376"/>
                          <a:pt x="241075" y="640658"/>
                        </a:cubicBezTo>
                        <a:cubicBezTo>
                          <a:pt x="163827" y="605510"/>
                          <a:pt x="141062" y="515499"/>
                          <a:pt x="189640" y="439871"/>
                        </a:cubicBezTo>
                        <a:cubicBezTo>
                          <a:pt x="237646" y="364623"/>
                          <a:pt x="338135" y="331095"/>
                          <a:pt x="415954" y="363671"/>
                        </a:cubicBezTo>
                        <a:cubicBezTo>
                          <a:pt x="494630" y="397199"/>
                          <a:pt x="519681" y="486638"/>
                          <a:pt x="472056" y="564934"/>
                        </a:cubicBezTo>
                        <a:close/>
                        <a:moveTo>
                          <a:pt x="632076" y="359575"/>
                        </a:moveTo>
                        <a:cubicBezTo>
                          <a:pt x="614550" y="389579"/>
                          <a:pt x="575688" y="404057"/>
                          <a:pt x="545303" y="391484"/>
                        </a:cubicBezTo>
                        <a:cubicBezTo>
                          <a:pt x="515395" y="379196"/>
                          <a:pt x="506060" y="345573"/>
                          <a:pt x="523015" y="316046"/>
                        </a:cubicBezTo>
                        <a:cubicBezTo>
                          <a:pt x="540541" y="286709"/>
                          <a:pt x="577784" y="272326"/>
                          <a:pt x="607692" y="284232"/>
                        </a:cubicBezTo>
                        <a:cubicBezTo>
                          <a:pt x="637886" y="295281"/>
                          <a:pt x="648840" y="329285"/>
                          <a:pt x="632076" y="359575"/>
                        </a:cubicBezTo>
                        <a:close/>
                      </a:path>
                    </a:pathLst>
                  </a:custGeom>
                  <a:solidFill>
                    <a:srgbClr val="040000"/>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grpSp>
      <p:grpSp>
        <p:nvGrpSpPr>
          <p:cNvPr id="2" name="组合 1">
            <a:extLst>
              <a:ext uri="{FF2B5EF4-FFF2-40B4-BE49-F238E27FC236}">
                <a16:creationId xmlns:a16="http://schemas.microsoft.com/office/drawing/2014/main" id="{230BF9C2-4094-4E53-8F06-44C3D6154D74}"/>
              </a:ext>
            </a:extLst>
          </p:cNvPr>
          <p:cNvGrpSpPr/>
          <p:nvPr/>
        </p:nvGrpSpPr>
        <p:grpSpPr>
          <a:xfrm>
            <a:off x="6423649" y="3254342"/>
            <a:ext cx="1368000" cy="1368000"/>
            <a:chOff x="6425148" y="3254342"/>
            <a:chExt cx="1368000" cy="1368000"/>
          </a:xfrm>
        </p:grpSpPr>
        <p:sp>
          <p:nvSpPr>
            <p:cNvPr id="44" name="矩形: 圆角 43">
              <a:extLst>
                <a:ext uri="{FF2B5EF4-FFF2-40B4-BE49-F238E27FC236}">
                  <a16:creationId xmlns:a16="http://schemas.microsoft.com/office/drawing/2014/main" id="{FD6CE19C-3D96-2D88-E2BE-6DB3A16FEFEA}"/>
                </a:ext>
              </a:extLst>
            </p:cNvPr>
            <p:cNvSpPr/>
            <p:nvPr/>
          </p:nvSpPr>
          <p:spPr>
            <a:xfrm>
              <a:off x="6425148" y="3254342"/>
              <a:ext cx="1368000"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2" name="Picture 8">
              <a:hlinkClick r:id="rId9"/>
              <a:extLst>
                <a:ext uri="{FF2B5EF4-FFF2-40B4-BE49-F238E27FC236}">
                  <a16:creationId xmlns:a16="http://schemas.microsoft.com/office/drawing/2014/main" id="{A79B0CD7-506F-45B2-4B0F-72D4A514DD3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82386" y="3313512"/>
              <a:ext cx="1259513" cy="1259515"/>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组合 24">
              <a:extLst>
                <a:ext uri="{FF2B5EF4-FFF2-40B4-BE49-F238E27FC236}">
                  <a16:creationId xmlns:a16="http://schemas.microsoft.com/office/drawing/2014/main" id="{45275ADB-1441-0456-C0B0-F0DEFAE0548B}"/>
                </a:ext>
              </a:extLst>
            </p:cNvPr>
            <p:cNvGrpSpPr/>
            <p:nvPr/>
          </p:nvGrpSpPr>
          <p:grpSpPr>
            <a:xfrm>
              <a:off x="6978354" y="3809481"/>
              <a:ext cx="267577" cy="267577"/>
              <a:chOff x="7829470" y="3878223"/>
              <a:chExt cx="257036" cy="257015"/>
            </a:xfrm>
          </p:grpSpPr>
          <p:sp>
            <p:nvSpPr>
              <p:cNvPr id="21" name="任意多边形: 形状 20">
                <a:extLst>
                  <a:ext uri="{FF2B5EF4-FFF2-40B4-BE49-F238E27FC236}">
                    <a16:creationId xmlns:a16="http://schemas.microsoft.com/office/drawing/2014/main" id="{9CFFB2E8-8D6B-1C3D-612C-AD8F6DCB2A21}"/>
                  </a:ext>
                </a:extLst>
              </p:cNvPr>
              <p:cNvSpPr/>
              <p:nvPr/>
            </p:nvSpPr>
            <p:spPr>
              <a:xfrm>
                <a:off x="7829470" y="3878223"/>
                <a:ext cx="257036" cy="257015"/>
              </a:xfrm>
              <a:custGeom>
                <a:avLst/>
                <a:gdLst>
                  <a:gd name="connsiteX0" fmla="*/ 51374 w 257036"/>
                  <a:gd name="connsiteY0" fmla="*/ 75 h 257015"/>
                  <a:gd name="connsiteX1" fmla="*/ 205566 w 257036"/>
                  <a:gd name="connsiteY1" fmla="*/ 75 h 257015"/>
                  <a:gd name="connsiteX2" fmla="*/ 256988 w 257036"/>
                  <a:gd name="connsiteY2" fmla="*/ 51476 h 257015"/>
                  <a:gd name="connsiteX3" fmla="*/ 256988 w 257036"/>
                  <a:gd name="connsiteY3" fmla="*/ 205688 h 257015"/>
                  <a:gd name="connsiteX4" fmla="*/ 205566 w 257036"/>
                  <a:gd name="connsiteY4" fmla="*/ 257090 h 257015"/>
                  <a:gd name="connsiteX5" fmla="*/ 51374 w 257036"/>
                  <a:gd name="connsiteY5" fmla="*/ 257090 h 257015"/>
                  <a:gd name="connsiteX6" fmla="*/ -48 w 257036"/>
                  <a:gd name="connsiteY6" fmla="*/ 205688 h 257015"/>
                  <a:gd name="connsiteX7" fmla="*/ -48 w 257036"/>
                  <a:gd name="connsiteY7" fmla="*/ 51476 h 257015"/>
                  <a:gd name="connsiteX8" fmla="*/ 51374 w 257036"/>
                  <a:gd name="connsiteY8" fmla="*/ 75 h 25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036" h="257015">
                    <a:moveTo>
                      <a:pt x="51374" y="75"/>
                    </a:moveTo>
                    <a:lnTo>
                      <a:pt x="205566" y="75"/>
                    </a:lnTo>
                    <a:cubicBezTo>
                      <a:pt x="239847" y="75"/>
                      <a:pt x="256988" y="17209"/>
                      <a:pt x="256988" y="51476"/>
                    </a:cubicBezTo>
                    <a:lnTo>
                      <a:pt x="256988" y="205688"/>
                    </a:lnTo>
                    <a:cubicBezTo>
                      <a:pt x="256988" y="239956"/>
                      <a:pt x="239847" y="257090"/>
                      <a:pt x="205566" y="257090"/>
                    </a:cubicBezTo>
                    <a:lnTo>
                      <a:pt x="51374" y="257090"/>
                    </a:lnTo>
                    <a:cubicBezTo>
                      <a:pt x="17093" y="257090"/>
                      <a:pt x="-48" y="239956"/>
                      <a:pt x="-48" y="205688"/>
                    </a:cubicBezTo>
                    <a:lnTo>
                      <a:pt x="-48" y="51476"/>
                    </a:lnTo>
                    <a:cubicBezTo>
                      <a:pt x="-48" y="17206"/>
                      <a:pt x="17093" y="72"/>
                      <a:pt x="51374" y="75"/>
                    </a:cubicBezTo>
                    <a:close/>
                  </a:path>
                </a:pathLst>
              </a:custGeom>
              <a:solidFill>
                <a:srgbClr val="FFFFFF"/>
              </a:solidFill>
              <a:ln w="12700" cap="flat">
                <a:solidFill>
                  <a:schemeClr val="bg1"/>
                </a:solid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6A4F007D-B4D0-2DFA-D984-3A7E5E5E6758}"/>
                  </a:ext>
                </a:extLst>
              </p:cNvPr>
              <p:cNvSpPr/>
              <p:nvPr/>
            </p:nvSpPr>
            <p:spPr>
              <a:xfrm>
                <a:off x="7829470" y="3925346"/>
                <a:ext cx="257018" cy="169196"/>
              </a:xfrm>
              <a:custGeom>
                <a:avLst/>
                <a:gdLst>
                  <a:gd name="connsiteX0" fmla="*/ 256971 w 257018"/>
                  <a:gd name="connsiteY0" fmla="*/ 154287 h 169196"/>
                  <a:gd name="connsiteX1" fmla="*/ -48 w 257018"/>
                  <a:gd name="connsiteY1" fmla="*/ 169272 h 169196"/>
                  <a:gd name="connsiteX2" fmla="*/ -48 w 257018"/>
                  <a:gd name="connsiteY2" fmla="*/ 15060 h 169196"/>
                  <a:gd name="connsiteX3" fmla="*/ 256971 w 257018"/>
                  <a:gd name="connsiteY3" fmla="*/ 75 h 169196"/>
                </a:gdLst>
                <a:ahLst/>
                <a:cxnLst>
                  <a:cxn ang="0">
                    <a:pos x="connsiteX0" y="connsiteY0"/>
                  </a:cxn>
                  <a:cxn ang="0">
                    <a:pos x="connsiteX1" y="connsiteY1"/>
                  </a:cxn>
                  <a:cxn ang="0">
                    <a:pos x="connsiteX2" y="connsiteY2"/>
                  </a:cxn>
                  <a:cxn ang="0">
                    <a:pos x="connsiteX3" y="connsiteY3"/>
                  </a:cxn>
                </a:cxnLst>
                <a:rect l="l" t="t" r="r" b="b"/>
                <a:pathLst>
                  <a:path w="257018" h="169196">
                    <a:moveTo>
                      <a:pt x="256971" y="154287"/>
                    </a:moveTo>
                    <a:lnTo>
                      <a:pt x="-48" y="169272"/>
                    </a:lnTo>
                    <a:lnTo>
                      <a:pt x="-48" y="15060"/>
                    </a:lnTo>
                    <a:lnTo>
                      <a:pt x="256971" y="75"/>
                    </a:lnTo>
                    <a:close/>
                  </a:path>
                </a:pathLst>
              </a:custGeom>
              <a:solidFill>
                <a:srgbClr val="FF3434"/>
              </a:solidFill>
              <a:ln w="332"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6905C7DD-40CD-CFBE-BECC-D77EFB6CCE2A}"/>
                  </a:ext>
                </a:extLst>
              </p:cNvPr>
              <p:cNvSpPr/>
              <p:nvPr/>
            </p:nvSpPr>
            <p:spPr>
              <a:xfrm>
                <a:off x="7864168" y="3951696"/>
                <a:ext cx="196851" cy="111796"/>
              </a:xfrm>
              <a:custGeom>
                <a:avLst/>
                <a:gdLst>
                  <a:gd name="connsiteX0" fmla="*/ 15796 w 196851"/>
                  <a:gd name="connsiteY0" fmla="*/ 29627 h 111796"/>
                  <a:gd name="connsiteX1" fmla="*/ 1018 w 196851"/>
                  <a:gd name="connsiteY1" fmla="*/ 28343 h 111796"/>
                  <a:gd name="connsiteX2" fmla="*/ 348 w 196851"/>
                  <a:gd name="connsiteY2" fmla="*/ 27377 h 111796"/>
                  <a:gd name="connsiteX3" fmla="*/ 376 w 196851"/>
                  <a:gd name="connsiteY3" fmla="*/ 27263 h 111796"/>
                  <a:gd name="connsiteX4" fmla="*/ 376 w 196851"/>
                  <a:gd name="connsiteY4" fmla="*/ 12702 h 111796"/>
                  <a:gd name="connsiteX5" fmla="*/ 490 w 196851"/>
                  <a:gd name="connsiteY5" fmla="*/ 12485 h 111796"/>
                  <a:gd name="connsiteX6" fmla="*/ 594 w 196851"/>
                  <a:gd name="connsiteY6" fmla="*/ 12278 h 111796"/>
                  <a:gd name="connsiteX7" fmla="*/ 7013 w 196851"/>
                  <a:gd name="connsiteY7" fmla="*/ 12920 h 111796"/>
                  <a:gd name="connsiteX8" fmla="*/ 21532 w 196851"/>
                  <a:gd name="connsiteY8" fmla="*/ 14335 h 111796"/>
                  <a:gd name="connsiteX9" fmla="*/ 22654 w 196851"/>
                  <a:gd name="connsiteY9" fmla="*/ 14411 h 111796"/>
                  <a:gd name="connsiteX10" fmla="*/ 28521 w 196851"/>
                  <a:gd name="connsiteY10" fmla="*/ 14953 h 111796"/>
                  <a:gd name="connsiteX11" fmla="*/ 34405 w 196851"/>
                  <a:gd name="connsiteY11" fmla="*/ 15491 h 111796"/>
                  <a:gd name="connsiteX12" fmla="*/ 35485 w 196851"/>
                  <a:gd name="connsiteY12" fmla="*/ 16340 h 111796"/>
                  <a:gd name="connsiteX13" fmla="*/ 35485 w 196851"/>
                  <a:gd name="connsiteY13" fmla="*/ 30911 h 111796"/>
                  <a:gd name="connsiteX14" fmla="*/ 35268 w 196851"/>
                  <a:gd name="connsiteY14" fmla="*/ 31335 h 111796"/>
                  <a:gd name="connsiteX15" fmla="*/ 28200 w 196851"/>
                  <a:gd name="connsiteY15" fmla="*/ 30693 h 111796"/>
                  <a:gd name="connsiteX16" fmla="*/ 15776 w 196851"/>
                  <a:gd name="connsiteY16" fmla="*/ 29627 h 111796"/>
                  <a:gd name="connsiteX17" fmla="*/ 27158 w 196851"/>
                  <a:gd name="connsiteY17" fmla="*/ 41192 h 111796"/>
                  <a:gd name="connsiteX18" fmla="*/ 34226 w 196851"/>
                  <a:gd name="connsiteY18" fmla="*/ 41834 h 111796"/>
                  <a:gd name="connsiteX19" fmla="*/ 35292 w 196851"/>
                  <a:gd name="connsiteY19" fmla="*/ 42683 h 111796"/>
                  <a:gd name="connsiteX20" fmla="*/ 35292 w 196851"/>
                  <a:gd name="connsiteY20" fmla="*/ 57036 h 111796"/>
                  <a:gd name="connsiteX21" fmla="*/ 35188 w 196851"/>
                  <a:gd name="connsiteY21" fmla="*/ 57357 h 111796"/>
                  <a:gd name="connsiteX22" fmla="*/ 35071 w 196851"/>
                  <a:gd name="connsiteY22" fmla="*/ 57681 h 111796"/>
                  <a:gd name="connsiteX23" fmla="*/ -48 w 196851"/>
                  <a:gd name="connsiteY23" fmla="*/ 54468 h 111796"/>
                  <a:gd name="connsiteX24" fmla="*/ -48 w 196851"/>
                  <a:gd name="connsiteY24" fmla="*/ 38828 h 111796"/>
                  <a:gd name="connsiteX25" fmla="*/ 3586 w 196851"/>
                  <a:gd name="connsiteY25" fmla="*/ 39045 h 111796"/>
                  <a:gd name="connsiteX26" fmla="*/ 15372 w 196851"/>
                  <a:gd name="connsiteY26" fmla="*/ 40115 h 111796"/>
                  <a:gd name="connsiteX27" fmla="*/ 27158 w 196851"/>
                  <a:gd name="connsiteY27" fmla="*/ 41192 h 111796"/>
                  <a:gd name="connsiteX28" fmla="*/ 111973 w 196851"/>
                  <a:gd name="connsiteY28" fmla="*/ 86171 h 111796"/>
                  <a:gd name="connsiteX29" fmla="*/ 113464 w 196851"/>
                  <a:gd name="connsiteY29" fmla="*/ 85091 h 111796"/>
                  <a:gd name="connsiteX30" fmla="*/ 119676 w 196851"/>
                  <a:gd name="connsiteY30" fmla="*/ 84821 h 111796"/>
                  <a:gd name="connsiteX31" fmla="*/ 130803 w 196851"/>
                  <a:gd name="connsiteY31" fmla="*/ 84449 h 111796"/>
                  <a:gd name="connsiteX32" fmla="*/ 131448 w 196851"/>
                  <a:gd name="connsiteY32" fmla="*/ 84449 h 111796"/>
                  <a:gd name="connsiteX33" fmla="*/ 131024 w 196851"/>
                  <a:gd name="connsiteY33" fmla="*/ 85349 h 111796"/>
                  <a:gd name="connsiteX34" fmla="*/ 130803 w 196851"/>
                  <a:gd name="connsiteY34" fmla="*/ 85733 h 111796"/>
                  <a:gd name="connsiteX35" fmla="*/ 123852 w 196851"/>
                  <a:gd name="connsiteY35" fmla="*/ 97297 h 111796"/>
                  <a:gd name="connsiteX36" fmla="*/ 116888 w 196851"/>
                  <a:gd name="connsiteY36" fmla="*/ 108866 h 111796"/>
                  <a:gd name="connsiteX37" fmla="*/ 114959 w 196851"/>
                  <a:gd name="connsiteY37" fmla="*/ 109946 h 111796"/>
                  <a:gd name="connsiteX38" fmla="*/ 106710 w 196851"/>
                  <a:gd name="connsiteY38" fmla="*/ 110370 h 111796"/>
                  <a:gd name="connsiteX39" fmla="*/ 98472 w 196851"/>
                  <a:gd name="connsiteY39" fmla="*/ 110792 h 111796"/>
                  <a:gd name="connsiteX40" fmla="*/ 97192 w 196851"/>
                  <a:gd name="connsiteY40" fmla="*/ 110792 h 111796"/>
                  <a:gd name="connsiteX41" fmla="*/ 97620 w 196851"/>
                  <a:gd name="connsiteY41" fmla="*/ 109894 h 111796"/>
                  <a:gd name="connsiteX42" fmla="*/ 111973 w 196851"/>
                  <a:gd name="connsiteY42" fmla="*/ 86171 h 111796"/>
                  <a:gd name="connsiteX43" fmla="*/ 74062 w 196851"/>
                  <a:gd name="connsiteY43" fmla="*/ 87237 h 111796"/>
                  <a:gd name="connsiteX44" fmla="*/ 75553 w 196851"/>
                  <a:gd name="connsiteY44" fmla="*/ 88097 h 111796"/>
                  <a:gd name="connsiteX45" fmla="*/ 89907 w 196851"/>
                  <a:gd name="connsiteY45" fmla="*/ 109946 h 111796"/>
                  <a:gd name="connsiteX46" fmla="*/ 90166 w 196851"/>
                  <a:gd name="connsiteY46" fmla="*/ 110395 h 111796"/>
                  <a:gd name="connsiteX47" fmla="*/ 90331 w 196851"/>
                  <a:gd name="connsiteY47" fmla="*/ 110792 h 111796"/>
                  <a:gd name="connsiteX48" fmla="*/ 89689 w 196851"/>
                  <a:gd name="connsiteY48" fmla="*/ 110909 h 111796"/>
                  <a:gd name="connsiteX49" fmla="*/ 89047 w 196851"/>
                  <a:gd name="connsiteY49" fmla="*/ 111012 h 111796"/>
                  <a:gd name="connsiteX50" fmla="*/ 72340 w 196851"/>
                  <a:gd name="connsiteY50" fmla="*/ 111872 h 111796"/>
                  <a:gd name="connsiteX51" fmla="*/ 70849 w 196851"/>
                  <a:gd name="connsiteY51" fmla="*/ 111230 h 111796"/>
                  <a:gd name="connsiteX52" fmla="*/ 66635 w 196851"/>
                  <a:gd name="connsiteY52" fmla="*/ 104855 h 111796"/>
                  <a:gd name="connsiteX53" fmla="*/ 56282 w 196851"/>
                  <a:gd name="connsiteY53" fmla="*/ 88946 h 111796"/>
                  <a:gd name="connsiteX54" fmla="*/ 56023 w 196851"/>
                  <a:gd name="connsiteY54" fmla="*/ 88511 h 111796"/>
                  <a:gd name="connsiteX55" fmla="*/ 55857 w 196851"/>
                  <a:gd name="connsiteY55" fmla="*/ 88097 h 111796"/>
                  <a:gd name="connsiteX56" fmla="*/ 62070 w 196851"/>
                  <a:gd name="connsiteY56" fmla="*/ 87662 h 111796"/>
                  <a:gd name="connsiteX57" fmla="*/ 73483 w 196851"/>
                  <a:gd name="connsiteY57" fmla="*/ 87275 h 111796"/>
                  <a:gd name="connsiteX58" fmla="*/ 180724 w 196851"/>
                  <a:gd name="connsiteY58" fmla="*/ 81674 h 111796"/>
                  <a:gd name="connsiteX59" fmla="*/ 181791 w 196851"/>
                  <a:gd name="connsiteY59" fmla="*/ 82316 h 111796"/>
                  <a:gd name="connsiteX60" fmla="*/ 196351 w 196851"/>
                  <a:gd name="connsiteY60" fmla="*/ 104804 h 111796"/>
                  <a:gd name="connsiteX61" fmla="*/ 196568 w 196851"/>
                  <a:gd name="connsiteY61" fmla="*/ 105446 h 111796"/>
                  <a:gd name="connsiteX62" fmla="*/ 188217 w 196851"/>
                  <a:gd name="connsiteY62" fmla="*/ 105870 h 111796"/>
                  <a:gd name="connsiteX63" fmla="*/ 178578 w 196851"/>
                  <a:gd name="connsiteY63" fmla="*/ 106295 h 111796"/>
                  <a:gd name="connsiteX64" fmla="*/ 177076 w 196851"/>
                  <a:gd name="connsiteY64" fmla="*/ 105653 h 111796"/>
                  <a:gd name="connsiteX65" fmla="*/ 169801 w 196851"/>
                  <a:gd name="connsiteY65" fmla="*/ 94409 h 111796"/>
                  <a:gd name="connsiteX66" fmla="*/ 162516 w 196851"/>
                  <a:gd name="connsiteY66" fmla="*/ 83165 h 111796"/>
                  <a:gd name="connsiteX67" fmla="*/ 162516 w 196851"/>
                  <a:gd name="connsiteY67" fmla="*/ 83010 h 111796"/>
                  <a:gd name="connsiteX68" fmla="*/ 162298 w 196851"/>
                  <a:gd name="connsiteY68" fmla="*/ 82520 h 111796"/>
                  <a:gd name="connsiteX69" fmla="*/ 164814 w 196851"/>
                  <a:gd name="connsiteY69" fmla="*/ 82419 h 111796"/>
                  <a:gd name="connsiteX70" fmla="*/ 167013 w 196851"/>
                  <a:gd name="connsiteY70" fmla="*/ 82316 h 111796"/>
                  <a:gd name="connsiteX71" fmla="*/ 97206 w 196851"/>
                  <a:gd name="connsiteY71" fmla="*/ 60470 h 111796"/>
                  <a:gd name="connsiteX72" fmla="*/ 97206 w 196851"/>
                  <a:gd name="connsiteY72" fmla="*/ 57257 h 111796"/>
                  <a:gd name="connsiteX73" fmla="*/ 96567 w 196851"/>
                  <a:gd name="connsiteY73" fmla="*/ 47400 h 111796"/>
                  <a:gd name="connsiteX74" fmla="*/ 98055 w 196851"/>
                  <a:gd name="connsiteY74" fmla="*/ 45692 h 111796"/>
                  <a:gd name="connsiteX75" fmla="*/ 123117 w 196851"/>
                  <a:gd name="connsiteY75" fmla="*/ 39266 h 111796"/>
                  <a:gd name="connsiteX76" fmla="*/ 123669 w 196851"/>
                  <a:gd name="connsiteY76" fmla="*/ 39073 h 111796"/>
                  <a:gd name="connsiteX77" fmla="*/ 124180 w 196851"/>
                  <a:gd name="connsiteY77" fmla="*/ 38828 h 111796"/>
                  <a:gd name="connsiteX78" fmla="*/ 111549 w 196851"/>
                  <a:gd name="connsiteY78" fmla="*/ 31553 h 111796"/>
                  <a:gd name="connsiteX79" fmla="*/ 103363 w 196851"/>
                  <a:gd name="connsiteY79" fmla="*/ 26031 h 111796"/>
                  <a:gd name="connsiteX80" fmla="*/ 99342 w 196851"/>
                  <a:gd name="connsiteY80" fmla="*/ 23204 h 111796"/>
                  <a:gd name="connsiteX81" fmla="*/ 99984 w 196851"/>
                  <a:gd name="connsiteY81" fmla="*/ 22124 h 111796"/>
                  <a:gd name="connsiteX82" fmla="*/ 106731 w 196851"/>
                  <a:gd name="connsiteY82" fmla="*/ 11639 h 111796"/>
                  <a:gd name="connsiteX83" fmla="*/ 113478 w 196851"/>
                  <a:gd name="connsiteY83" fmla="*/ 1141 h 111796"/>
                  <a:gd name="connsiteX84" fmla="*/ 115842 w 196851"/>
                  <a:gd name="connsiteY84" fmla="*/ 278 h 111796"/>
                  <a:gd name="connsiteX85" fmla="*/ 122151 w 196851"/>
                  <a:gd name="connsiteY85" fmla="*/ 2849 h 111796"/>
                  <a:gd name="connsiteX86" fmla="*/ 128473 w 196851"/>
                  <a:gd name="connsiteY86" fmla="*/ 5420 h 111796"/>
                  <a:gd name="connsiteX87" fmla="*/ 130403 w 196851"/>
                  <a:gd name="connsiteY87" fmla="*/ 5855 h 111796"/>
                  <a:gd name="connsiteX88" fmla="*/ 145719 w 196851"/>
                  <a:gd name="connsiteY88" fmla="*/ 4996 h 111796"/>
                  <a:gd name="connsiteX89" fmla="*/ 161025 w 196851"/>
                  <a:gd name="connsiteY89" fmla="*/ 4133 h 111796"/>
                  <a:gd name="connsiteX90" fmla="*/ 169932 w 196851"/>
                  <a:gd name="connsiteY90" fmla="*/ 3698 h 111796"/>
                  <a:gd name="connsiteX91" fmla="*/ 178157 w 196851"/>
                  <a:gd name="connsiteY91" fmla="*/ 3284 h 111796"/>
                  <a:gd name="connsiteX92" fmla="*/ 189514 w 196851"/>
                  <a:gd name="connsiteY92" fmla="*/ 2642 h 111796"/>
                  <a:gd name="connsiteX93" fmla="*/ 191019 w 196851"/>
                  <a:gd name="connsiteY93" fmla="*/ 3930 h 111796"/>
                  <a:gd name="connsiteX94" fmla="*/ 191019 w 196851"/>
                  <a:gd name="connsiteY94" fmla="*/ 17617 h 111796"/>
                  <a:gd name="connsiteX95" fmla="*/ 190160 w 196851"/>
                  <a:gd name="connsiteY95" fmla="*/ 19763 h 111796"/>
                  <a:gd name="connsiteX96" fmla="*/ 169598 w 196851"/>
                  <a:gd name="connsiteY96" fmla="*/ 35183 h 111796"/>
                  <a:gd name="connsiteX97" fmla="*/ 168093 w 196851"/>
                  <a:gd name="connsiteY97" fmla="*/ 36046 h 111796"/>
                  <a:gd name="connsiteX98" fmla="*/ 173004 w 196851"/>
                  <a:gd name="connsiteY98" fmla="*/ 36919 h 111796"/>
                  <a:gd name="connsiteX99" fmla="*/ 176241 w 196851"/>
                  <a:gd name="connsiteY99" fmla="*/ 37537 h 111796"/>
                  <a:gd name="connsiteX100" fmla="*/ 178270 w 196851"/>
                  <a:gd name="connsiteY100" fmla="*/ 37806 h 111796"/>
                  <a:gd name="connsiteX101" fmla="*/ 195723 w 196851"/>
                  <a:gd name="connsiteY101" fmla="*/ 40326 h 111796"/>
                  <a:gd name="connsiteX102" fmla="*/ 196803 w 196851"/>
                  <a:gd name="connsiteY102" fmla="*/ 41185 h 111796"/>
                  <a:gd name="connsiteX103" fmla="*/ 196803 w 196851"/>
                  <a:gd name="connsiteY103" fmla="*/ 55103 h 111796"/>
                  <a:gd name="connsiteX104" fmla="*/ 196582 w 196851"/>
                  <a:gd name="connsiteY104" fmla="*/ 55321 h 111796"/>
                  <a:gd name="connsiteX105" fmla="*/ 193590 w 196851"/>
                  <a:gd name="connsiteY105" fmla="*/ 55103 h 111796"/>
                  <a:gd name="connsiteX106" fmla="*/ 158250 w 196851"/>
                  <a:gd name="connsiteY106" fmla="*/ 49102 h 111796"/>
                  <a:gd name="connsiteX107" fmla="*/ 152891 w 196851"/>
                  <a:gd name="connsiteY107" fmla="*/ 47721 h 111796"/>
                  <a:gd name="connsiteX108" fmla="*/ 147531 w 196851"/>
                  <a:gd name="connsiteY108" fmla="*/ 46341 h 111796"/>
                  <a:gd name="connsiteX109" fmla="*/ 145605 w 196851"/>
                  <a:gd name="connsiteY109" fmla="*/ 46548 h 111796"/>
                  <a:gd name="connsiteX110" fmla="*/ 98493 w 196851"/>
                  <a:gd name="connsiteY110" fmla="*/ 60260 h 111796"/>
                  <a:gd name="connsiteX111" fmla="*/ 97206 w 196851"/>
                  <a:gd name="connsiteY111" fmla="*/ 60480 h 111796"/>
                  <a:gd name="connsiteX112" fmla="*/ 123500 w 196851"/>
                  <a:gd name="connsiteY112" fmla="*/ 20412 h 111796"/>
                  <a:gd name="connsiteX113" fmla="*/ 123756 w 196851"/>
                  <a:gd name="connsiteY113" fmla="*/ 20619 h 111796"/>
                  <a:gd name="connsiteX114" fmla="*/ 146668 w 196851"/>
                  <a:gd name="connsiteY114" fmla="*/ 30462 h 111796"/>
                  <a:gd name="connsiteX115" fmla="*/ 148159 w 196851"/>
                  <a:gd name="connsiteY115" fmla="*/ 30255 h 111796"/>
                  <a:gd name="connsiteX116" fmla="*/ 151707 w 196851"/>
                  <a:gd name="connsiteY116" fmla="*/ 28495 h 111796"/>
                  <a:gd name="connsiteX117" fmla="*/ 162516 w 196851"/>
                  <a:gd name="connsiteY117" fmla="*/ 22973 h 111796"/>
                  <a:gd name="connsiteX118" fmla="*/ 170226 w 196851"/>
                  <a:gd name="connsiteY118" fmla="*/ 18259 h 111796"/>
                  <a:gd name="connsiteX119" fmla="*/ 170032 w 196851"/>
                  <a:gd name="connsiteY119" fmla="*/ 18024 h 111796"/>
                  <a:gd name="connsiteX120" fmla="*/ 170005 w 196851"/>
                  <a:gd name="connsiteY120" fmla="*/ 17834 h 111796"/>
                  <a:gd name="connsiteX121" fmla="*/ 125633 w 196851"/>
                  <a:gd name="connsiteY121" fmla="*/ 20057 h 111796"/>
                  <a:gd name="connsiteX122" fmla="*/ 123321 w 196851"/>
                  <a:gd name="connsiteY122" fmla="*/ 20185 h 111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96851" h="111796">
                    <a:moveTo>
                      <a:pt x="15796" y="29627"/>
                    </a:moveTo>
                    <a:lnTo>
                      <a:pt x="1018" y="28343"/>
                    </a:lnTo>
                    <a:cubicBezTo>
                      <a:pt x="566" y="28262"/>
                      <a:pt x="266" y="27829"/>
                      <a:pt x="348" y="27377"/>
                    </a:cubicBezTo>
                    <a:cubicBezTo>
                      <a:pt x="354" y="27338"/>
                      <a:pt x="364" y="27300"/>
                      <a:pt x="376" y="27263"/>
                    </a:cubicBezTo>
                    <a:lnTo>
                      <a:pt x="376" y="12702"/>
                    </a:lnTo>
                    <a:cubicBezTo>
                      <a:pt x="382" y="12617"/>
                      <a:pt x="423" y="12538"/>
                      <a:pt x="490" y="12485"/>
                    </a:cubicBezTo>
                    <a:cubicBezTo>
                      <a:pt x="554" y="12435"/>
                      <a:pt x="593" y="12359"/>
                      <a:pt x="594" y="12278"/>
                    </a:cubicBezTo>
                    <a:lnTo>
                      <a:pt x="7013" y="12920"/>
                    </a:lnTo>
                    <a:cubicBezTo>
                      <a:pt x="11793" y="13510"/>
                      <a:pt x="16742" y="13921"/>
                      <a:pt x="21532" y="14335"/>
                    </a:cubicBezTo>
                    <a:lnTo>
                      <a:pt x="22654" y="14411"/>
                    </a:lnTo>
                    <a:cubicBezTo>
                      <a:pt x="24580" y="14632"/>
                      <a:pt x="26561" y="14797"/>
                      <a:pt x="28521" y="14953"/>
                    </a:cubicBezTo>
                    <a:cubicBezTo>
                      <a:pt x="30481" y="15108"/>
                      <a:pt x="32479" y="15270"/>
                      <a:pt x="34405" y="15491"/>
                    </a:cubicBezTo>
                    <a:cubicBezTo>
                      <a:pt x="35047" y="15491"/>
                      <a:pt x="35485" y="15491"/>
                      <a:pt x="35485" y="16340"/>
                    </a:cubicBezTo>
                    <a:lnTo>
                      <a:pt x="35485" y="30911"/>
                    </a:lnTo>
                    <a:cubicBezTo>
                      <a:pt x="35367" y="31023"/>
                      <a:pt x="35290" y="31173"/>
                      <a:pt x="35268" y="31335"/>
                    </a:cubicBezTo>
                    <a:lnTo>
                      <a:pt x="28200" y="30693"/>
                    </a:lnTo>
                    <a:cubicBezTo>
                      <a:pt x="24124" y="30476"/>
                      <a:pt x="19845" y="30051"/>
                      <a:pt x="15776" y="29627"/>
                    </a:cubicBezTo>
                    <a:close/>
                    <a:moveTo>
                      <a:pt x="27158" y="41192"/>
                    </a:moveTo>
                    <a:lnTo>
                      <a:pt x="34226" y="41834"/>
                    </a:lnTo>
                    <a:cubicBezTo>
                      <a:pt x="34867" y="41834"/>
                      <a:pt x="35509" y="42041"/>
                      <a:pt x="35292" y="42683"/>
                    </a:cubicBezTo>
                    <a:lnTo>
                      <a:pt x="35292" y="57036"/>
                    </a:lnTo>
                    <a:cubicBezTo>
                      <a:pt x="35282" y="57150"/>
                      <a:pt x="35247" y="57259"/>
                      <a:pt x="35188" y="57357"/>
                    </a:cubicBezTo>
                    <a:cubicBezTo>
                      <a:pt x="35128" y="57456"/>
                      <a:pt x="35088" y="57567"/>
                      <a:pt x="35071" y="57681"/>
                    </a:cubicBezTo>
                    <a:cubicBezTo>
                      <a:pt x="23365" y="56619"/>
                      <a:pt x="11658" y="55548"/>
                      <a:pt x="-48" y="54468"/>
                    </a:cubicBezTo>
                    <a:lnTo>
                      <a:pt x="-48" y="38828"/>
                    </a:lnTo>
                    <a:cubicBezTo>
                      <a:pt x="1168" y="38792"/>
                      <a:pt x="2384" y="38865"/>
                      <a:pt x="3586" y="39045"/>
                    </a:cubicBezTo>
                    <a:cubicBezTo>
                      <a:pt x="7558" y="39370"/>
                      <a:pt x="11465" y="39735"/>
                      <a:pt x="15372" y="40115"/>
                    </a:cubicBezTo>
                    <a:cubicBezTo>
                      <a:pt x="19279" y="40495"/>
                      <a:pt x="23185" y="40871"/>
                      <a:pt x="27158" y="41192"/>
                    </a:cubicBezTo>
                    <a:close/>
                    <a:moveTo>
                      <a:pt x="111973" y="86171"/>
                    </a:moveTo>
                    <a:cubicBezTo>
                      <a:pt x="112177" y="85733"/>
                      <a:pt x="113040" y="85091"/>
                      <a:pt x="113464" y="85091"/>
                    </a:cubicBezTo>
                    <a:cubicBezTo>
                      <a:pt x="115570" y="85029"/>
                      <a:pt x="117640" y="84925"/>
                      <a:pt x="119676" y="84821"/>
                    </a:cubicBezTo>
                    <a:cubicBezTo>
                      <a:pt x="123473" y="84628"/>
                      <a:pt x="127193" y="84449"/>
                      <a:pt x="130803" y="84449"/>
                    </a:cubicBezTo>
                    <a:lnTo>
                      <a:pt x="131448" y="84449"/>
                    </a:lnTo>
                    <a:cubicBezTo>
                      <a:pt x="131353" y="84769"/>
                      <a:pt x="131210" y="85072"/>
                      <a:pt x="131024" y="85349"/>
                    </a:cubicBezTo>
                    <a:lnTo>
                      <a:pt x="130803" y="85733"/>
                    </a:lnTo>
                    <a:cubicBezTo>
                      <a:pt x="128453" y="89588"/>
                      <a:pt x="126154" y="93446"/>
                      <a:pt x="123852" y="97297"/>
                    </a:cubicBezTo>
                    <a:cubicBezTo>
                      <a:pt x="121550" y="101149"/>
                      <a:pt x="119238" y="105011"/>
                      <a:pt x="116888" y="108866"/>
                    </a:cubicBezTo>
                    <a:cubicBezTo>
                      <a:pt x="116478" y="109538"/>
                      <a:pt x="115746" y="109948"/>
                      <a:pt x="114959" y="109946"/>
                    </a:cubicBezTo>
                    <a:cubicBezTo>
                      <a:pt x="112170" y="110049"/>
                      <a:pt x="109437" y="110201"/>
                      <a:pt x="106710" y="110370"/>
                    </a:cubicBezTo>
                    <a:cubicBezTo>
                      <a:pt x="103984" y="110540"/>
                      <a:pt x="101247" y="110691"/>
                      <a:pt x="98472" y="110792"/>
                    </a:cubicBezTo>
                    <a:lnTo>
                      <a:pt x="97192" y="110792"/>
                    </a:lnTo>
                    <a:cubicBezTo>
                      <a:pt x="97291" y="110473"/>
                      <a:pt x="97435" y="110171"/>
                      <a:pt x="97620" y="109894"/>
                    </a:cubicBezTo>
                    <a:cubicBezTo>
                      <a:pt x="102353" y="101957"/>
                      <a:pt x="107137" y="94049"/>
                      <a:pt x="111973" y="86171"/>
                    </a:cubicBezTo>
                    <a:close/>
                    <a:moveTo>
                      <a:pt x="74062" y="87237"/>
                    </a:moveTo>
                    <a:cubicBezTo>
                      <a:pt x="74487" y="87237"/>
                      <a:pt x="75129" y="87662"/>
                      <a:pt x="75553" y="88097"/>
                    </a:cubicBezTo>
                    <a:cubicBezTo>
                      <a:pt x="80271" y="95372"/>
                      <a:pt x="84985" y="102657"/>
                      <a:pt x="89907" y="109946"/>
                    </a:cubicBezTo>
                    <a:cubicBezTo>
                      <a:pt x="90026" y="110074"/>
                      <a:pt x="90114" y="110228"/>
                      <a:pt x="90166" y="110395"/>
                    </a:cubicBezTo>
                    <a:lnTo>
                      <a:pt x="90331" y="110792"/>
                    </a:lnTo>
                    <a:cubicBezTo>
                      <a:pt x="90113" y="110806"/>
                      <a:pt x="89898" y="110846"/>
                      <a:pt x="89689" y="110909"/>
                    </a:cubicBezTo>
                    <a:cubicBezTo>
                      <a:pt x="89480" y="110969"/>
                      <a:pt x="89265" y="111004"/>
                      <a:pt x="89047" y="111012"/>
                    </a:cubicBezTo>
                    <a:cubicBezTo>
                      <a:pt x="83481" y="111437"/>
                      <a:pt x="77917" y="111654"/>
                      <a:pt x="72340" y="111872"/>
                    </a:cubicBezTo>
                    <a:cubicBezTo>
                      <a:pt x="71916" y="111872"/>
                      <a:pt x="71056" y="111654"/>
                      <a:pt x="70849" y="111230"/>
                    </a:cubicBezTo>
                    <a:lnTo>
                      <a:pt x="66635" y="104855"/>
                    </a:lnTo>
                    <a:cubicBezTo>
                      <a:pt x="63126" y="99561"/>
                      <a:pt x="59657" y="94319"/>
                      <a:pt x="56282" y="88946"/>
                    </a:cubicBezTo>
                    <a:cubicBezTo>
                      <a:pt x="56165" y="88821"/>
                      <a:pt x="56077" y="88673"/>
                      <a:pt x="56023" y="88511"/>
                    </a:cubicBezTo>
                    <a:cubicBezTo>
                      <a:pt x="55980" y="88368"/>
                      <a:pt x="55925" y="88229"/>
                      <a:pt x="55857" y="88097"/>
                    </a:cubicBezTo>
                    <a:cubicBezTo>
                      <a:pt x="58001" y="87879"/>
                      <a:pt x="60137" y="87662"/>
                      <a:pt x="62070" y="87662"/>
                    </a:cubicBezTo>
                    <a:cubicBezTo>
                      <a:pt x="65952" y="87662"/>
                      <a:pt x="69628" y="87469"/>
                      <a:pt x="73483" y="87275"/>
                    </a:cubicBezTo>
                    <a:close/>
                    <a:moveTo>
                      <a:pt x="180724" y="81674"/>
                    </a:moveTo>
                    <a:cubicBezTo>
                      <a:pt x="181149" y="81674"/>
                      <a:pt x="181573" y="82095"/>
                      <a:pt x="181791" y="82316"/>
                    </a:cubicBezTo>
                    <a:cubicBezTo>
                      <a:pt x="186712" y="89808"/>
                      <a:pt x="191647" y="97297"/>
                      <a:pt x="196351" y="104804"/>
                    </a:cubicBezTo>
                    <a:cubicBezTo>
                      <a:pt x="196323" y="105039"/>
                      <a:pt x="196403" y="105276"/>
                      <a:pt x="196568" y="105446"/>
                    </a:cubicBezTo>
                    <a:cubicBezTo>
                      <a:pt x="193782" y="105480"/>
                      <a:pt x="190998" y="105622"/>
                      <a:pt x="188217" y="105870"/>
                    </a:cubicBezTo>
                    <a:cubicBezTo>
                      <a:pt x="185004" y="106091"/>
                      <a:pt x="181791" y="106295"/>
                      <a:pt x="178578" y="106295"/>
                    </a:cubicBezTo>
                    <a:cubicBezTo>
                      <a:pt x="178157" y="106295"/>
                      <a:pt x="177294" y="106091"/>
                      <a:pt x="177076" y="105653"/>
                    </a:cubicBezTo>
                    <a:cubicBezTo>
                      <a:pt x="174624" y="101912"/>
                      <a:pt x="172199" y="98164"/>
                      <a:pt x="169801" y="94409"/>
                    </a:cubicBezTo>
                    <a:cubicBezTo>
                      <a:pt x="167385" y="90668"/>
                      <a:pt x="164970" y="86916"/>
                      <a:pt x="162516" y="83165"/>
                    </a:cubicBezTo>
                    <a:lnTo>
                      <a:pt x="162516" y="83010"/>
                    </a:lnTo>
                    <a:cubicBezTo>
                      <a:pt x="162464" y="82838"/>
                      <a:pt x="162391" y="82673"/>
                      <a:pt x="162298" y="82520"/>
                    </a:cubicBezTo>
                    <a:cubicBezTo>
                      <a:pt x="163196" y="82520"/>
                      <a:pt x="164024" y="82471"/>
                      <a:pt x="164814" y="82419"/>
                    </a:cubicBezTo>
                    <a:cubicBezTo>
                      <a:pt x="165560" y="82354"/>
                      <a:pt x="166295" y="82316"/>
                      <a:pt x="167013" y="82316"/>
                    </a:cubicBezTo>
                    <a:close/>
                    <a:moveTo>
                      <a:pt x="97206" y="60470"/>
                    </a:moveTo>
                    <a:lnTo>
                      <a:pt x="97206" y="57257"/>
                    </a:lnTo>
                    <a:cubicBezTo>
                      <a:pt x="97206" y="53827"/>
                      <a:pt x="97206" y="50393"/>
                      <a:pt x="96567" y="47400"/>
                    </a:cubicBezTo>
                    <a:cubicBezTo>
                      <a:pt x="96567" y="46331"/>
                      <a:pt x="96988" y="45896"/>
                      <a:pt x="98055" y="45692"/>
                    </a:cubicBezTo>
                    <a:lnTo>
                      <a:pt x="123117" y="39266"/>
                    </a:lnTo>
                    <a:cubicBezTo>
                      <a:pt x="123294" y="39183"/>
                      <a:pt x="123479" y="39118"/>
                      <a:pt x="123669" y="39073"/>
                    </a:cubicBezTo>
                    <a:cubicBezTo>
                      <a:pt x="123857" y="39032"/>
                      <a:pt x="124031" y="38949"/>
                      <a:pt x="124180" y="38828"/>
                    </a:cubicBezTo>
                    <a:cubicBezTo>
                      <a:pt x="119904" y="36478"/>
                      <a:pt x="115621" y="34124"/>
                      <a:pt x="111549" y="31553"/>
                    </a:cubicBezTo>
                    <a:cubicBezTo>
                      <a:pt x="108747" y="29825"/>
                      <a:pt x="106018" y="27984"/>
                      <a:pt x="103363" y="26031"/>
                    </a:cubicBezTo>
                    <a:cubicBezTo>
                      <a:pt x="102038" y="25082"/>
                      <a:pt x="100702" y="24129"/>
                      <a:pt x="99342" y="23204"/>
                    </a:cubicBezTo>
                    <a:cubicBezTo>
                      <a:pt x="99512" y="22820"/>
                      <a:pt x="99727" y="22457"/>
                      <a:pt x="99984" y="22124"/>
                    </a:cubicBezTo>
                    <a:cubicBezTo>
                      <a:pt x="102231" y="18590"/>
                      <a:pt x="104471" y="15122"/>
                      <a:pt x="106731" y="11639"/>
                    </a:cubicBezTo>
                    <a:cubicBezTo>
                      <a:pt x="108992" y="8157"/>
                      <a:pt x="111218" y="4675"/>
                      <a:pt x="113478" y="1141"/>
                    </a:cubicBezTo>
                    <a:cubicBezTo>
                      <a:pt x="114120" y="71"/>
                      <a:pt x="114555" y="-146"/>
                      <a:pt x="115842" y="278"/>
                    </a:cubicBezTo>
                    <a:lnTo>
                      <a:pt x="122151" y="2849"/>
                    </a:lnTo>
                    <a:cubicBezTo>
                      <a:pt x="124246" y="3709"/>
                      <a:pt x="126327" y="4575"/>
                      <a:pt x="128473" y="5420"/>
                    </a:cubicBezTo>
                    <a:cubicBezTo>
                      <a:pt x="129089" y="5668"/>
                      <a:pt x="129740" y="5815"/>
                      <a:pt x="130403" y="5855"/>
                    </a:cubicBezTo>
                    <a:cubicBezTo>
                      <a:pt x="135541" y="5534"/>
                      <a:pt x="140632" y="5265"/>
                      <a:pt x="145719" y="4996"/>
                    </a:cubicBezTo>
                    <a:cubicBezTo>
                      <a:pt x="150806" y="4727"/>
                      <a:pt x="155886" y="4454"/>
                      <a:pt x="161025" y="4133"/>
                    </a:cubicBezTo>
                    <a:cubicBezTo>
                      <a:pt x="164007" y="4030"/>
                      <a:pt x="166975" y="3864"/>
                      <a:pt x="169932" y="3698"/>
                    </a:cubicBezTo>
                    <a:cubicBezTo>
                      <a:pt x="172693" y="3543"/>
                      <a:pt x="175454" y="3388"/>
                      <a:pt x="178157" y="3284"/>
                    </a:cubicBezTo>
                    <a:lnTo>
                      <a:pt x="189514" y="2642"/>
                    </a:lnTo>
                    <a:cubicBezTo>
                      <a:pt x="190802" y="2425"/>
                      <a:pt x="191019" y="2849"/>
                      <a:pt x="191019" y="3930"/>
                    </a:cubicBezTo>
                    <a:lnTo>
                      <a:pt x="191019" y="17617"/>
                    </a:lnTo>
                    <a:cubicBezTo>
                      <a:pt x="191060" y="18424"/>
                      <a:pt x="190746" y="19208"/>
                      <a:pt x="190160" y="19763"/>
                    </a:cubicBezTo>
                    <a:cubicBezTo>
                      <a:pt x="183975" y="25740"/>
                      <a:pt x="177067" y="30920"/>
                      <a:pt x="169598" y="35183"/>
                    </a:cubicBezTo>
                    <a:cubicBezTo>
                      <a:pt x="169076" y="35435"/>
                      <a:pt x="168574" y="35723"/>
                      <a:pt x="168093" y="36046"/>
                    </a:cubicBezTo>
                    <a:cubicBezTo>
                      <a:pt x="169853" y="36301"/>
                      <a:pt x="171447" y="36612"/>
                      <a:pt x="173004" y="36919"/>
                    </a:cubicBezTo>
                    <a:cubicBezTo>
                      <a:pt x="174094" y="37150"/>
                      <a:pt x="175161" y="37358"/>
                      <a:pt x="176241" y="37537"/>
                    </a:cubicBezTo>
                    <a:lnTo>
                      <a:pt x="178270" y="37806"/>
                    </a:lnTo>
                    <a:cubicBezTo>
                      <a:pt x="184055" y="38576"/>
                      <a:pt x="189966" y="39363"/>
                      <a:pt x="195723" y="40326"/>
                    </a:cubicBezTo>
                    <a:cubicBezTo>
                      <a:pt x="196161" y="40326"/>
                      <a:pt x="196803" y="40967"/>
                      <a:pt x="196803" y="41185"/>
                    </a:cubicBezTo>
                    <a:lnTo>
                      <a:pt x="196803" y="55103"/>
                    </a:lnTo>
                    <a:lnTo>
                      <a:pt x="196582" y="55321"/>
                    </a:lnTo>
                    <a:cubicBezTo>
                      <a:pt x="195580" y="55357"/>
                      <a:pt x="194577" y="55284"/>
                      <a:pt x="193590" y="55103"/>
                    </a:cubicBezTo>
                    <a:cubicBezTo>
                      <a:pt x="181587" y="53599"/>
                      <a:pt x="169815" y="51890"/>
                      <a:pt x="158250" y="49102"/>
                    </a:cubicBezTo>
                    <a:cubicBezTo>
                      <a:pt x="156425" y="48677"/>
                      <a:pt x="154651" y="48201"/>
                      <a:pt x="152891" y="47721"/>
                    </a:cubicBezTo>
                    <a:cubicBezTo>
                      <a:pt x="151130" y="47242"/>
                      <a:pt x="149325" y="46762"/>
                      <a:pt x="147531" y="46341"/>
                    </a:cubicBezTo>
                    <a:cubicBezTo>
                      <a:pt x="146882" y="46307"/>
                      <a:pt x="146232" y="46377"/>
                      <a:pt x="145605" y="46548"/>
                    </a:cubicBezTo>
                    <a:cubicBezTo>
                      <a:pt x="130420" y="52332"/>
                      <a:pt x="114545" y="56622"/>
                      <a:pt x="98493" y="60260"/>
                    </a:cubicBezTo>
                    <a:cubicBezTo>
                      <a:pt x="98089" y="60439"/>
                      <a:pt x="97647" y="60515"/>
                      <a:pt x="97206" y="60480"/>
                    </a:cubicBezTo>
                    <a:close/>
                    <a:moveTo>
                      <a:pt x="123500" y="20412"/>
                    </a:moveTo>
                    <a:cubicBezTo>
                      <a:pt x="123562" y="20540"/>
                      <a:pt x="123614" y="20619"/>
                      <a:pt x="123756" y="20619"/>
                    </a:cubicBezTo>
                    <a:cubicBezTo>
                      <a:pt x="131036" y="24676"/>
                      <a:pt x="138714" y="27973"/>
                      <a:pt x="146668" y="30462"/>
                    </a:cubicBezTo>
                    <a:cubicBezTo>
                      <a:pt x="147096" y="30680"/>
                      <a:pt x="147738" y="30462"/>
                      <a:pt x="148159" y="30255"/>
                    </a:cubicBezTo>
                    <a:lnTo>
                      <a:pt x="151707" y="28495"/>
                    </a:lnTo>
                    <a:cubicBezTo>
                      <a:pt x="155306" y="26711"/>
                      <a:pt x="158982" y="24899"/>
                      <a:pt x="162516" y="22973"/>
                    </a:cubicBezTo>
                    <a:cubicBezTo>
                      <a:pt x="165087" y="21689"/>
                      <a:pt x="167655" y="19977"/>
                      <a:pt x="170226" y="18259"/>
                    </a:cubicBezTo>
                    <a:cubicBezTo>
                      <a:pt x="170098" y="18128"/>
                      <a:pt x="170046" y="18090"/>
                      <a:pt x="170032" y="18024"/>
                    </a:cubicBezTo>
                    <a:cubicBezTo>
                      <a:pt x="170007" y="17964"/>
                      <a:pt x="169997" y="17899"/>
                      <a:pt x="170005" y="17834"/>
                    </a:cubicBezTo>
                    <a:cubicBezTo>
                      <a:pt x="155165" y="18449"/>
                      <a:pt x="140477" y="19246"/>
                      <a:pt x="125633" y="20057"/>
                    </a:cubicBezTo>
                    <a:lnTo>
                      <a:pt x="123321" y="20185"/>
                    </a:lnTo>
                    <a:close/>
                  </a:path>
                </a:pathLst>
              </a:custGeom>
              <a:solidFill>
                <a:srgbClr val="FFFFFF"/>
              </a:solidFill>
              <a:ln w="332"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7CAC22E5-71FB-3BEF-9C6F-661E13EBE44C}"/>
                  </a:ext>
                </a:extLst>
              </p:cNvPr>
              <p:cNvSpPr/>
              <p:nvPr/>
            </p:nvSpPr>
            <p:spPr>
              <a:xfrm>
                <a:off x="7855415" y="3957473"/>
                <a:ext cx="205589" cy="110102"/>
              </a:xfrm>
              <a:custGeom>
                <a:avLst/>
                <a:gdLst>
                  <a:gd name="connsiteX0" fmla="*/ 95025 w 205589"/>
                  <a:gd name="connsiteY0" fmla="*/ 73961 h 110102"/>
                  <a:gd name="connsiteX1" fmla="*/ 91166 w 205589"/>
                  <a:gd name="connsiteY1" fmla="*/ 74168 h 110102"/>
                  <a:gd name="connsiteX2" fmla="*/ 69745 w 205589"/>
                  <a:gd name="connsiteY2" fmla="*/ 75245 h 110102"/>
                  <a:gd name="connsiteX3" fmla="*/ 61521 w 205589"/>
                  <a:gd name="connsiteY3" fmla="*/ 75631 h 110102"/>
                  <a:gd name="connsiteX4" fmla="*/ 60976 w 205589"/>
                  <a:gd name="connsiteY4" fmla="*/ 75686 h 110102"/>
                  <a:gd name="connsiteX5" fmla="*/ 59895 w 205589"/>
                  <a:gd name="connsiteY5" fmla="*/ 76328 h 110102"/>
                  <a:gd name="connsiteX6" fmla="*/ 35696 w 205589"/>
                  <a:gd name="connsiteY6" fmla="*/ 102902 h 110102"/>
                  <a:gd name="connsiteX7" fmla="*/ 29694 w 205589"/>
                  <a:gd name="connsiteY7" fmla="*/ 108248 h 110102"/>
                  <a:gd name="connsiteX8" fmla="*/ 29349 w 205589"/>
                  <a:gd name="connsiteY8" fmla="*/ 108428 h 110102"/>
                  <a:gd name="connsiteX9" fmla="*/ 28193 w 205589"/>
                  <a:gd name="connsiteY9" fmla="*/ 108890 h 110102"/>
                  <a:gd name="connsiteX10" fmla="*/ 5702 w 205589"/>
                  <a:gd name="connsiteY10" fmla="*/ 110177 h 110102"/>
                  <a:gd name="connsiteX11" fmla="*/ 3776 w 205589"/>
                  <a:gd name="connsiteY11" fmla="*/ 110177 h 110102"/>
                  <a:gd name="connsiteX12" fmla="*/ 13929 w 205589"/>
                  <a:gd name="connsiteY12" fmla="*/ 101284 h 110102"/>
                  <a:gd name="connsiteX13" fmla="*/ 39758 w 205589"/>
                  <a:gd name="connsiteY13" fmla="*/ 77201 h 110102"/>
                  <a:gd name="connsiteX14" fmla="*/ 36127 w 205589"/>
                  <a:gd name="connsiteY14" fmla="*/ 77201 h 110102"/>
                  <a:gd name="connsiteX15" fmla="*/ 5412 w 205589"/>
                  <a:gd name="connsiteY15" fmla="*/ 78910 h 110102"/>
                  <a:gd name="connsiteX16" fmla="*/ 798 w 205589"/>
                  <a:gd name="connsiteY16" fmla="*/ 79131 h 110102"/>
                  <a:gd name="connsiteX17" fmla="*/ -48 w 205589"/>
                  <a:gd name="connsiteY17" fmla="*/ 78268 h 110102"/>
                  <a:gd name="connsiteX18" fmla="*/ -48 w 205589"/>
                  <a:gd name="connsiteY18" fmla="*/ 65398 h 110102"/>
                  <a:gd name="connsiteX19" fmla="*/ 156 w 205589"/>
                  <a:gd name="connsiteY19" fmla="*/ 64970 h 110102"/>
                  <a:gd name="connsiteX20" fmla="*/ 3486 w 205589"/>
                  <a:gd name="connsiteY20" fmla="*/ 64753 h 110102"/>
                  <a:gd name="connsiteX21" fmla="*/ 6799 w 205589"/>
                  <a:gd name="connsiteY21" fmla="*/ 64536 h 110102"/>
                  <a:gd name="connsiteX22" fmla="*/ 17722 w 205589"/>
                  <a:gd name="connsiteY22" fmla="*/ 64008 h 110102"/>
                  <a:gd name="connsiteX23" fmla="*/ 28645 w 205589"/>
                  <a:gd name="connsiteY23" fmla="*/ 63469 h 110102"/>
                  <a:gd name="connsiteX24" fmla="*/ 48141 w 205589"/>
                  <a:gd name="connsiteY24" fmla="*/ 62403 h 110102"/>
                  <a:gd name="connsiteX25" fmla="*/ 50070 w 205589"/>
                  <a:gd name="connsiteY25" fmla="*/ 61116 h 110102"/>
                  <a:gd name="connsiteX26" fmla="*/ 53707 w 205589"/>
                  <a:gd name="connsiteY26" fmla="*/ 45903 h 110102"/>
                  <a:gd name="connsiteX27" fmla="*/ 55416 w 205589"/>
                  <a:gd name="connsiteY27" fmla="*/ 17206 h 110102"/>
                  <a:gd name="connsiteX28" fmla="*/ 55530 w 205589"/>
                  <a:gd name="connsiteY28" fmla="*/ 9714 h 110102"/>
                  <a:gd name="connsiteX29" fmla="*/ 55633 w 205589"/>
                  <a:gd name="connsiteY29" fmla="*/ 2208 h 110102"/>
                  <a:gd name="connsiteX30" fmla="*/ 57138 w 205589"/>
                  <a:gd name="connsiteY30" fmla="*/ 720 h 110102"/>
                  <a:gd name="connsiteX31" fmla="*/ 63664 w 205589"/>
                  <a:gd name="connsiteY31" fmla="*/ 396 h 110102"/>
                  <a:gd name="connsiteX32" fmla="*/ 70194 w 205589"/>
                  <a:gd name="connsiteY32" fmla="*/ 75 h 110102"/>
                  <a:gd name="connsiteX33" fmla="*/ 71505 w 205589"/>
                  <a:gd name="connsiteY33" fmla="*/ 254 h 110102"/>
                  <a:gd name="connsiteX34" fmla="*/ 71698 w 205589"/>
                  <a:gd name="connsiteY34" fmla="*/ 1566 h 110102"/>
                  <a:gd name="connsiteX35" fmla="*/ 70836 w 205589"/>
                  <a:gd name="connsiteY35" fmla="*/ 30276 h 110102"/>
                  <a:gd name="connsiteX36" fmla="*/ 67623 w 205589"/>
                  <a:gd name="connsiteY36" fmla="*/ 56619 h 110102"/>
                  <a:gd name="connsiteX37" fmla="*/ 66339 w 205589"/>
                  <a:gd name="connsiteY37" fmla="*/ 61323 h 110102"/>
                  <a:gd name="connsiteX38" fmla="*/ 82597 w 205589"/>
                  <a:gd name="connsiteY38" fmla="*/ 60474 h 110102"/>
                  <a:gd name="connsiteX39" fmla="*/ 98876 w 205589"/>
                  <a:gd name="connsiteY39" fmla="*/ 59614 h 110102"/>
                  <a:gd name="connsiteX40" fmla="*/ 98876 w 205589"/>
                  <a:gd name="connsiteY40" fmla="*/ 73764 h 110102"/>
                  <a:gd name="connsiteX41" fmla="*/ 95025 w 205589"/>
                  <a:gd name="connsiteY41" fmla="*/ 73981 h 110102"/>
                  <a:gd name="connsiteX42" fmla="*/ 205542 w 205589"/>
                  <a:gd name="connsiteY42" fmla="*/ 67100 h 110102"/>
                  <a:gd name="connsiteX43" fmla="*/ 204254 w 205589"/>
                  <a:gd name="connsiteY43" fmla="*/ 68384 h 110102"/>
                  <a:gd name="connsiteX44" fmla="*/ 188513 w 205589"/>
                  <a:gd name="connsiteY44" fmla="*/ 69143 h 110102"/>
                  <a:gd name="connsiteX45" fmla="*/ 172769 w 205589"/>
                  <a:gd name="connsiteY45" fmla="*/ 69888 h 110102"/>
                  <a:gd name="connsiteX46" fmla="*/ 168918 w 205589"/>
                  <a:gd name="connsiteY46" fmla="*/ 69988 h 110102"/>
                  <a:gd name="connsiteX47" fmla="*/ 165059 w 205589"/>
                  <a:gd name="connsiteY47" fmla="*/ 70106 h 110102"/>
                  <a:gd name="connsiteX48" fmla="*/ 163558 w 205589"/>
                  <a:gd name="connsiteY48" fmla="*/ 71597 h 110102"/>
                  <a:gd name="connsiteX49" fmla="*/ 163558 w 205589"/>
                  <a:gd name="connsiteY49" fmla="*/ 100086 h 110102"/>
                  <a:gd name="connsiteX50" fmla="*/ 163337 w 205589"/>
                  <a:gd name="connsiteY50" fmla="*/ 101591 h 110102"/>
                  <a:gd name="connsiteX51" fmla="*/ 161846 w 205589"/>
                  <a:gd name="connsiteY51" fmla="*/ 101794 h 110102"/>
                  <a:gd name="connsiteX52" fmla="*/ 150281 w 205589"/>
                  <a:gd name="connsiteY52" fmla="*/ 102440 h 110102"/>
                  <a:gd name="connsiteX53" fmla="*/ 147275 w 205589"/>
                  <a:gd name="connsiteY53" fmla="*/ 102440 h 110102"/>
                  <a:gd name="connsiteX54" fmla="*/ 147275 w 205589"/>
                  <a:gd name="connsiteY54" fmla="*/ 71172 h 110102"/>
                  <a:gd name="connsiteX55" fmla="*/ 125982 w 205589"/>
                  <a:gd name="connsiteY55" fmla="*/ 72277 h 110102"/>
                  <a:gd name="connsiteX56" fmla="*/ 105934 w 205589"/>
                  <a:gd name="connsiteY56" fmla="*/ 73312 h 110102"/>
                  <a:gd name="connsiteX57" fmla="*/ 105727 w 205589"/>
                  <a:gd name="connsiteY57" fmla="*/ 72246 h 110102"/>
                  <a:gd name="connsiteX58" fmla="*/ 105727 w 205589"/>
                  <a:gd name="connsiteY58" fmla="*/ 60256 h 110102"/>
                  <a:gd name="connsiteX59" fmla="*/ 107011 w 205589"/>
                  <a:gd name="connsiteY59" fmla="*/ 58969 h 110102"/>
                  <a:gd name="connsiteX60" fmla="*/ 115262 w 205589"/>
                  <a:gd name="connsiteY60" fmla="*/ 58548 h 110102"/>
                  <a:gd name="connsiteX61" fmla="*/ 123500 w 205589"/>
                  <a:gd name="connsiteY61" fmla="*/ 58110 h 110102"/>
                  <a:gd name="connsiteX62" fmla="*/ 131393 w 205589"/>
                  <a:gd name="connsiteY62" fmla="*/ 57685 h 110102"/>
                  <a:gd name="connsiteX63" fmla="*/ 147269 w 205589"/>
                  <a:gd name="connsiteY63" fmla="*/ 56826 h 110102"/>
                  <a:gd name="connsiteX64" fmla="*/ 147269 w 205589"/>
                  <a:gd name="connsiteY64" fmla="*/ 50838 h 110102"/>
                  <a:gd name="connsiteX65" fmla="*/ 147344 w 205589"/>
                  <a:gd name="connsiteY65" fmla="*/ 49247 h 110102"/>
                  <a:gd name="connsiteX66" fmla="*/ 149194 w 205589"/>
                  <a:gd name="connsiteY66" fmla="*/ 48902 h 110102"/>
                  <a:gd name="connsiteX67" fmla="*/ 162046 w 205589"/>
                  <a:gd name="connsiteY67" fmla="*/ 48260 h 110102"/>
                  <a:gd name="connsiteX68" fmla="*/ 163551 w 205589"/>
                  <a:gd name="connsiteY68" fmla="*/ 48284 h 110102"/>
                  <a:gd name="connsiteX69" fmla="*/ 163769 w 205589"/>
                  <a:gd name="connsiteY69" fmla="*/ 49751 h 110102"/>
                  <a:gd name="connsiteX70" fmla="*/ 163769 w 205589"/>
                  <a:gd name="connsiteY70" fmla="*/ 55117 h 110102"/>
                  <a:gd name="connsiteX71" fmla="*/ 164835 w 205589"/>
                  <a:gd name="connsiteY71" fmla="*/ 56184 h 110102"/>
                  <a:gd name="connsiteX72" fmla="*/ 174088 w 205589"/>
                  <a:gd name="connsiteY72" fmla="*/ 55670 h 110102"/>
                  <a:gd name="connsiteX73" fmla="*/ 183689 w 205589"/>
                  <a:gd name="connsiteY73" fmla="*/ 55117 h 110102"/>
                  <a:gd name="connsiteX74" fmla="*/ 193324 w 205589"/>
                  <a:gd name="connsiteY74" fmla="*/ 54693 h 110102"/>
                  <a:gd name="connsiteX75" fmla="*/ 204247 w 205589"/>
                  <a:gd name="connsiteY75" fmla="*/ 54051 h 110102"/>
                  <a:gd name="connsiteX76" fmla="*/ 205535 w 205589"/>
                  <a:gd name="connsiteY76" fmla="*/ 55335 h 110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05589" h="110102">
                    <a:moveTo>
                      <a:pt x="95025" y="73961"/>
                    </a:moveTo>
                    <a:cubicBezTo>
                      <a:pt x="93737" y="74013"/>
                      <a:pt x="92454" y="74064"/>
                      <a:pt x="91166" y="74168"/>
                    </a:cubicBezTo>
                    <a:cubicBezTo>
                      <a:pt x="83881" y="74603"/>
                      <a:pt x="76596" y="75027"/>
                      <a:pt x="69745" y="75245"/>
                    </a:cubicBezTo>
                    <a:cubicBezTo>
                      <a:pt x="66932" y="75245"/>
                      <a:pt x="64309" y="75428"/>
                      <a:pt x="61521" y="75631"/>
                    </a:cubicBezTo>
                    <a:lnTo>
                      <a:pt x="60976" y="75686"/>
                    </a:lnTo>
                    <a:cubicBezTo>
                      <a:pt x="60537" y="75686"/>
                      <a:pt x="60113" y="76111"/>
                      <a:pt x="59895" y="76328"/>
                    </a:cubicBezTo>
                    <a:cubicBezTo>
                      <a:pt x="53266" y="86609"/>
                      <a:pt x="44476" y="94744"/>
                      <a:pt x="35696" y="102902"/>
                    </a:cubicBezTo>
                    <a:cubicBezTo>
                      <a:pt x="33690" y="104679"/>
                      <a:pt x="31689" y="106460"/>
                      <a:pt x="29694" y="108248"/>
                    </a:cubicBezTo>
                    <a:lnTo>
                      <a:pt x="29349" y="108428"/>
                    </a:lnTo>
                    <a:cubicBezTo>
                      <a:pt x="29002" y="108664"/>
                      <a:pt x="28607" y="108822"/>
                      <a:pt x="28193" y="108890"/>
                    </a:cubicBezTo>
                    <a:lnTo>
                      <a:pt x="5702" y="110177"/>
                    </a:lnTo>
                    <a:lnTo>
                      <a:pt x="3776" y="110177"/>
                    </a:lnTo>
                    <a:cubicBezTo>
                      <a:pt x="7141" y="107171"/>
                      <a:pt x="10533" y="104228"/>
                      <a:pt x="13929" y="101284"/>
                    </a:cubicBezTo>
                    <a:cubicBezTo>
                      <a:pt x="22833" y="93574"/>
                      <a:pt x="31685" y="85888"/>
                      <a:pt x="39758" y="77201"/>
                    </a:cubicBezTo>
                    <a:lnTo>
                      <a:pt x="36127" y="77201"/>
                    </a:lnTo>
                    <a:cubicBezTo>
                      <a:pt x="25895" y="77919"/>
                      <a:pt x="15657" y="78489"/>
                      <a:pt x="5412" y="78910"/>
                    </a:cubicBezTo>
                    <a:cubicBezTo>
                      <a:pt x="3859" y="78962"/>
                      <a:pt x="2306" y="79013"/>
                      <a:pt x="798" y="79131"/>
                    </a:cubicBezTo>
                    <a:cubicBezTo>
                      <a:pt x="156" y="79131"/>
                      <a:pt x="-48" y="78910"/>
                      <a:pt x="-48" y="78268"/>
                    </a:cubicBezTo>
                    <a:lnTo>
                      <a:pt x="-48" y="65398"/>
                    </a:lnTo>
                    <a:cubicBezTo>
                      <a:pt x="62" y="65280"/>
                      <a:pt x="133" y="65131"/>
                      <a:pt x="156" y="64970"/>
                    </a:cubicBezTo>
                    <a:cubicBezTo>
                      <a:pt x="1236" y="64857"/>
                      <a:pt x="2354" y="64805"/>
                      <a:pt x="3486" y="64753"/>
                    </a:cubicBezTo>
                    <a:cubicBezTo>
                      <a:pt x="4618" y="64701"/>
                      <a:pt x="5733" y="64653"/>
                      <a:pt x="6799" y="64536"/>
                    </a:cubicBezTo>
                    <a:cubicBezTo>
                      <a:pt x="10437" y="64332"/>
                      <a:pt x="14088" y="64163"/>
                      <a:pt x="17722" y="64008"/>
                    </a:cubicBezTo>
                    <a:cubicBezTo>
                      <a:pt x="21356" y="63852"/>
                      <a:pt x="25007" y="63687"/>
                      <a:pt x="28645" y="63469"/>
                    </a:cubicBezTo>
                    <a:cubicBezTo>
                      <a:pt x="35071" y="63045"/>
                      <a:pt x="41715" y="62606"/>
                      <a:pt x="48141" y="62403"/>
                    </a:cubicBezTo>
                    <a:cubicBezTo>
                      <a:pt x="49207" y="62403"/>
                      <a:pt x="49632" y="61965"/>
                      <a:pt x="50070" y="61116"/>
                    </a:cubicBezTo>
                    <a:cubicBezTo>
                      <a:pt x="51805" y="56184"/>
                      <a:pt x="53024" y="51086"/>
                      <a:pt x="53707" y="45903"/>
                    </a:cubicBezTo>
                    <a:cubicBezTo>
                      <a:pt x="54991" y="36481"/>
                      <a:pt x="55209" y="26842"/>
                      <a:pt x="55416" y="17206"/>
                    </a:cubicBezTo>
                    <a:cubicBezTo>
                      <a:pt x="55416" y="14739"/>
                      <a:pt x="55478" y="12233"/>
                      <a:pt x="55530" y="9714"/>
                    </a:cubicBezTo>
                    <a:cubicBezTo>
                      <a:pt x="55581" y="7194"/>
                      <a:pt x="55633" y="4675"/>
                      <a:pt x="55633" y="2208"/>
                    </a:cubicBezTo>
                    <a:cubicBezTo>
                      <a:pt x="55633" y="1141"/>
                      <a:pt x="56058" y="720"/>
                      <a:pt x="57138" y="720"/>
                    </a:cubicBezTo>
                    <a:lnTo>
                      <a:pt x="63664" y="396"/>
                    </a:lnTo>
                    <a:lnTo>
                      <a:pt x="70194" y="75"/>
                    </a:lnTo>
                    <a:cubicBezTo>
                      <a:pt x="70953" y="75"/>
                      <a:pt x="71326" y="75"/>
                      <a:pt x="71505" y="254"/>
                    </a:cubicBezTo>
                    <a:cubicBezTo>
                      <a:pt x="71685" y="434"/>
                      <a:pt x="71698" y="820"/>
                      <a:pt x="71698" y="1566"/>
                    </a:cubicBezTo>
                    <a:cubicBezTo>
                      <a:pt x="71477" y="11205"/>
                      <a:pt x="71274" y="20637"/>
                      <a:pt x="70836" y="30276"/>
                    </a:cubicBezTo>
                    <a:cubicBezTo>
                      <a:pt x="70411" y="39052"/>
                      <a:pt x="69769" y="47829"/>
                      <a:pt x="67623" y="56619"/>
                    </a:cubicBezTo>
                    <a:cubicBezTo>
                      <a:pt x="67198" y="58110"/>
                      <a:pt x="66774" y="59614"/>
                      <a:pt x="66339" y="61323"/>
                    </a:cubicBezTo>
                    <a:cubicBezTo>
                      <a:pt x="71736" y="61005"/>
                      <a:pt x="77156" y="60722"/>
                      <a:pt x="82597" y="60474"/>
                    </a:cubicBezTo>
                    <a:cubicBezTo>
                      <a:pt x="87995" y="60204"/>
                      <a:pt x="93417" y="59935"/>
                      <a:pt x="98876" y="59614"/>
                    </a:cubicBezTo>
                    <a:lnTo>
                      <a:pt x="98876" y="73764"/>
                    </a:lnTo>
                    <a:cubicBezTo>
                      <a:pt x="97592" y="73868"/>
                      <a:pt x="96309" y="73916"/>
                      <a:pt x="95025" y="73981"/>
                    </a:cubicBezTo>
                    <a:close/>
                    <a:moveTo>
                      <a:pt x="205542" y="67100"/>
                    </a:moveTo>
                    <a:cubicBezTo>
                      <a:pt x="205542" y="68177"/>
                      <a:pt x="205103" y="68384"/>
                      <a:pt x="204254" y="68384"/>
                    </a:cubicBezTo>
                    <a:cubicBezTo>
                      <a:pt x="198998" y="68601"/>
                      <a:pt x="193756" y="68874"/>
                      <a:pt x="188513" y="69143"/>
                    </a:cubicBezTo>
                    <a:cubicBezTo>
                      <a:pt x="183271" y="69412"/>
                      <a:pt x="178015" y="69668"/>
                      <a:pt x="172769" y="69888"/>
                    </a:cubicBezTo>
                    <a:cubicBezTo>
                      <a:pt x="171485" y="69888"/>
                      <a:pt x="170202" y="69940"/>
                      <a:pt x="168918" y="69988"/>
                    </a:cubicBezTo>
                    <a:cubicBezTo>
                      <a:pt x="167634" y="70037"/>
                      <a:pt x="166347" y="70106"/>
                      <a:pt x="165059" y="70106"/>
                    </a:cubicBezTo>
                    <a:cubicBezTo>
                      <a:pt x="163983" y="70106"/>
                      <a:pt x="163558" y="70530"/>
                      <a:pt x="163558" y="71597"/>
                    </a:cubicBezTo>
                    <a:lnTo>
                      <a:pt x="163558" y="100086"/>
                    </a:lnTo>
                    <a:cubicBezTo>
                      <a:pt x="163558" y="100949"/>
                      <a:pt x="163558" y="101373"/>
                      <a:pt x="163337" y="101591"/>
                    </a:cubicBezTo>
                    <a:cubicBezTo>
                      <a:pt x="163116" y="101808"/>
                      <a:pt x="162695" y="101794"/>
                      <a:pt x="161846" y="101794"/>
                    </a:cubicBezTo>
                    <a:lnTo>
                      <a:pt x="150281" y="102440"/>
                    </a:lnTo>
                    <a:lnTo>
                      <a:pt x="147275" y="102440"/>
                    </a:lnTo>
                    <a:lnTo>
                      <a:pt x="147275" y="71172"/>
                    </a:lnTo>
                    <a:cubicBezTo>
                      <a:pt x="140128" y="71517"/>
                      <a:pt x="133050" y="71894"/>
                      <a:pt x="125982" y="72277"/>
                    </a:cubicBezTo>
                    <a:cubicBezTo>
                      <a:pt x="119286" y="72639"/>
                      <a:pt x="112615" y="72998"/>
                      <a:pt x="105934" y="73312"/>
                    </a:cubicBezTo>
                    <a:cubicBezTo>
                      <a:pt x="105783" y="72978"/>
                      <a:pt x="105712" y="72612"/>
                      <a:pt x="105727" y="72246"/>
                    </a:cubicBezTo>
                    <a:lnTo>
                      <a:pt x="105727" y="60256"/>
                    </a:lnTo>
                    <a:cubicBezTo>
                      <a:pt x="105727" y="59393"/>
                      <a:pt x="106151" y="58969"/>
                      <a:pt x="107011" y="58969"/>
                    </a:cubicBezTo>
                    <a:cubicBezTo>
                      <a:pt x="109803" y="58869"/>
                      <a:pt x="112533" y="58714"/>
                      <a:pt x="115262" y="58548"/>
                    </a:cubicBezTo>
                    <a:cubicBezTo>
                      <a:pt x="117992" y="58382"/>
                      <a:pt x="120726" y="58227"/>
                      <a:pt x="123500" y="58110"/>
                    </a:cubicBezTo>
                    <a:cubicBezTo>
                      <a:pt x="126147" y="57982"/>
                      <a:pt x="128770" y="57827"/>
                      <a:pt x="131393" y="57685"/>
                    </a:cubicBezTo>
                    <a:lnTo>
                      <a:pt x="147269" y="56826"/>
                    </a:lnTo>
                    <a:lnTo>
                      <a:pt x="147269" y="50838"/>
                    </a:lnTo>
                    <a:cubicBezTo>
                      <a:pt x="147269" y="49889"/>
                      <a:pt x="147165" y="49457"/>
                      <a:pt x="147344" y="49247"/>
                    </a:cubicBezTo>
                    <a:cubicBezTo>
                      <a:pt x="147524" y="49036"/>
                      <a:pt x="147986" y="49016"/>
                      <a:pt x="149194" y="48902"/>
                    </a:cubicBezTo>
                    <a:lnTo>
                      <a:pt x="162046" y="48260"/>
                    </a:lnTo>
                    <a:cubicBezTo>
                      <a:pt x="162909" y="48143"/>
                      <a:pt x="163330" y="48091"/>
                      <a:pt x="163551" y="48284"/>
                    </a:cubicBezTo>
                    <a:cubicBezTo>
                      <a:pt x="163772" y="48477"/>
                      <a:pt x="163769" y="48902"/>
                      <a:pt x="163769" y="49751"/>
                    </a:cubicBezTo>
                    <a:lnTo>
                      <a:pt x="163769" y="55117"/>
                    </a:lnTo>
                    <a:cubicBezTo>
                      <a:pt x="163769" y="55977"/>
                      <a:pt x="163976" y="56184"/>
                      <a:pt x="164835" y="56184"/>
                    </a:cubicBezTo>
                    <a:cubicBezTo>
                      <a:pt x="167941" y="55977"/>
                      <a:pt x="171047" y="55821"/>
                      <a:pt x="174088" y="55670"/>
                    </a:cubicBezTo>
                    <a:cubicBezTo>
                      <a:pt x="177301" y="55500"/>
                      <a:pt x="180500" y="55324"/>
                      <a:pt x="183689" y="55117"/>
                    </a:cubicBezTo>
                    <a:cubicBezTo>
                      <a:pt x="186902" y="55117"/>
                      <a:pt x="190111" y="54897"/>
                      <a:pt x="193324" y="54693"/>
                    </a:cubicBezTo>
                    <a:lnTo>
                      <a:pt x="204247" y="54051"/>
                    </a:lnTo>
                    <a:cubicBezTo>
                      <a:pt x="205314" y="54051"/>
                      <a:pt x="205535" y="54472"/>
                      <a:pt x="205535" y="55335"/>
                    </a:cubicBezTo>
                    <a:close/>
                  </a:path>
                </a:pathLst>
              </a:custGeom>
              <a:solidFill>
                <a:srgbClr val="FFFFFF"/>
              </a:solidFill>
              <a:ln w="332" cap="flat">
                <a:noFill/>
                <a:prstDash val="solid"/>
                <a:miter/>
              </a:ln>
            </p:spPr>
            <p:txBody>
              <a:bodyPr rtlCol="0" anchor="ctr"/>
              <a:lstStyle/>
              <a:p>
                <a:endParaRPr lang="zh-CN" altLang="en-US"/>
              </a:p>
            </p:txBody>
          </p:sp>
        </p:grpSp>
      </p:grpSp>
      <p:grpSp>
        <p:nvGrpSpPr>
          <p:cNvPr id="37" name="组合 36">
            <a:extLst>
              <a:ext uri="{FF2B5EF4-FFF2-40B4-BE49-F238E27FC236}">
                <a16:creationId xmlns:a16="http://schemas.microsoft.com/office/drawing/2014/main" id="{90549284-4DD9-6296-179A-00214DB79B27}"/>
              </a:ext>
            </a:extLst>
          </p:cNvPr>
          <p:cNvGrpSpPr/>
          <p:nvPr/>
        </p:nvGrpSpPr>
        <p:grpSpPr>
          <a:xfrm>
            <a:off x="4495651" y="3254342"/>
            <a:ext cx="1368000" cy="1368000"/>
            <a:chOff x="5050952" y="3219662"/>
            <a:chExt cx="1509223" cy="1509222"/>
          </a:xfrm>
        </p:grpSpPr>
        <p:sp>
          <p:nvSpPr>
            <p:cNvPr id="34" name="矩形: 圆角 33">
              <a:extLst>
                <a:ext uri="{FF2B5EF4-FFF2-40B4-BE49-F238E27FC236}">
                  <a16:creationId xmlns:a16="http://schemas.microsoft.com/office/drawing/2014/main" id="{A9B35EC6-336E-6B9A-DD1B-7D97CC384B60}"/>
                </a:ext>
              </a:extLst>
            </p:cNvPr>
            <p:cNvSpPr/>
            <p:nvPr/>
          </p:nvSpPr>
          <p:spPr>
            <a:xfrm>
              <a:off x="5050952" y="3219662"/>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a:extLst>
                <a:ext uri="{FF2B5EF4-FFF2-40B4-BE49-F238E27FC236}">
                  <a16:creationId xmlns:a16="http://schemas.microsoft.com/office/drawing/2014/main" id="{39D250B7-DD83-E1D2-4E5C-811B7244EDED}"/>
                </a:ext>
              </a:extLst>
            </p:cNvPr>
            <p:cNvGrpSpPr/>
            <p:nvPr/>
          </p:nvGrpSpPr>
          <p:grpSpPr>
            <a:xfrm>
              <a:off x="5114101" y="3284941"/>
              <a:ext cx="1389535" cy="1389536"/>
              <a:chOff x="5070027" y="3312010"/>
              <a:chExt cx="1389535" cy="1389536"/>
            </a:xfrm>
          </p:grpSpPr>
          <p:pic>
            <p:nvPicPr>
              <p:cNvPr id="1030" name="Picture 6">
                <a:extLst>
                  <a:ext uri="{FF2B5EF4-FFF2-40B4-BE49-F238E27FC236}">
                    <a16:creationId xmlns:a16="http://schemas.microsoft.com/office/drawing/2014/main" id="{C630B8D8-6416-B311-6D39-6261D48D7CB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70027" y="3312010"/>
                <a:ext cx="1389535" cy="1389536"/>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组合 12">
                <a:extLst>
                  <a:ext uri="{FF2B5EF4-FFF2-40B4-BE49-F238E27FC236}">
                    <a16:creationId xmlns:a16="http://schemas.microsoft.com/office/drawing/2014/main" id="{1BD4347D-9C84-AB27-CAC2-E70960D955FD}"/>
                  </a:ext>
                </a:extLst>
              </p:cNvPr>
              <p:cNvGrpSpPr/>
              <p:nvPr/>
            </p:nvGrpSpPr>
            <p:grpSpPr>
              <a:xfrm>
                <a:off x="5617194" y="3859178"/>
                <a:ext cx="295200" cy="295200"/>
                <a:chOff x="5638852" y="3880835"/>
                <a:chExt cx="295200" cy="295200"/>
              </a:xfrm>
            </p:grpSpPr>
            <p:sp>
              <p:nvSpPr>
                <p:cNvPr id="53" name="任意多边形: 形状 52">
                  <a:extLst>
                    <a:ext uri="{FF2B5EF4-FFF2-40B4-BE49-F238E27FC236}">
                      <a16:creationId xmlns:a16="http://schemas.microsoft.com/office/drawing/2014/main" id="{C73A9DAE-4636-3402-9D80-82A247E0BB6F}"/>
                    </a:ext>
                  </a:extLst>
                </p:cNvPr>
                <p:cNvSpPr/>
                <p:nvPr/>
              </p:nvSpPr>
              <p:spPr>
                <a:xfrm>
                  <a:off x="5638852" y="3880835"/>
                  <a:ext cx="295200" cy="295200"/>
                </a:xfrm>
                <a:custGeom>
                  <a:avLst/>
                  <a:gdLst>
                    <a:gd name="connsiteX0" fmla="*/ 292103 w 1622810"/>
                    <a:gd name="connsiteY0" fmla="*/ 111 h 1622810"/>
                    <a:gd name="connsiteX1" fmla="*/ 1330686 w 1622810"/>
                    <a:gd name="connsiteY1" fmla="*/ 111 h 1622810"/>
                    <a:gd name="connsiteX2" fmla="*/ 1622799 w 1622810"/>
                    <a:gd name="connsiteY2" fmla="*/ 292205 h 1622810"/>
                    <a:gd name="connsiteX3" fmla="*/ 1622799 w 1622810"/>
                    <a:gd name="connsiteY3" fmla="*/ 1330808 h 1622810"/>
                    <a:gd name="connsiteX4" fmla="*/ 1330686 w 1622810"/>
                    <a:gd name="connsiteY4" fmla="*/ 1622921 h 1622810"/>
                    <a:gd name="connsiteX5" fmla="*/ 292103 w 1622810"/>
                    <a:gd name="connsiteY5" fmla="*/ 1622921 h 1622810"/>
                    <a:gd name="connsiteX6" fmla="*/ -11 w 1622810"/>
                    <a:gd name="connsiteY6" fmla="*/ 1330808 h 1622810"/>
                    <a:gd name="connsiteX7" fmla="*/ -11 w 1622810"/>
                    <a:gd name="connsiteY7" fmla="*/ 292205 h 1622810"/>
                    <a:gd name="connsiteX8" fmla="*/ 292103 w 1622810"/>
                    <a:gd name="connsiteY8" fmla="*/ 111 h 162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2810" h="1622810">
                      <a:moveTo>
                        <a:pt x="292103" y="111"/>
                      </a:moveTo>
                      <a:lnTo>
                        <a:pt x="1330686" y="111"/>
                      </a:lnTo>
                      <a:cubicBezTo>
                        <a:pt x="1525429" y="111"/>
                        <a:pt x="1622799" y="97476"/>
                        <a:pt x="1622799" y="292205"/>
                      </a:cubicBezTo>
                      <a:lnTo>
                        <a:pt x="1622799" y="1330808"/>
                      </a:lnTo>
                      <a:cubicBezTo>
                        <a:pt x="1622799" y="1525551"/>
                        <a:pt x="1525429" y="1622921"/>
                        <a:pt x="1330686" y="1622921"/>
                      </a:cubicBezTo>
                      <a:lnTo>
                        <a:pt x="292103" y="1622921"/>
                      </a:lnTo>
                      <a:cubicBezTo>
                        <a:pt x="97360" y="1622921"/>
                        <a:pt x="-11" y="1525551"/>
                        <a:pt x="-11" y="1330808"/>
                      </a:cubicBezTo>
                      <a:lnTo>
                        <a:pt x="-11" y="292205"/>
                      </a:lnTo>
                      <a:cubicBezTo>
                        <a:pt x="-11" y="97476"/>
                        <a:pt x="97360" y="111"/>
                        <a:pt x="292103" y="111"/>
                      </a:cubicBezTo>
                      <a:close/>
                    </a:path>
                  </a:pathLst>
                </a:custGeom>
                <a:solidFill>
                  <a:srgbClr val="111111"/>
                </a:solidFill>
                <a:ln w="12700" cap="flat">
                  <a:solidFill>
                    <a:srgbClr val="FFFFFF"/>
                  </a:solidFill>
                  <a:prstDash val="solid"/>
                  <a:miter/>
                </a:ln>
              </p:spPr>
              <p:txBody>
                <a:bodyPr rtlCol="0" anchor="ctr"/>
                <a:lstStyle/>
                <a:p>
                  <a:endParaRPr lang="zh-CN" altLang="en-US"/>
                </a:p>
              </p:txBody>
            </p:sp>
            <p:grpSp>
              <p:nvGrpSpPr>
                <p:cNvPr id="10" name="组合 9">
                  <a:extLst>
                    <a:ext uri="{FF2B5EF4-FFF2-40B4-BE49-F238E27FC236}">
                      <a16:creationId xmlns:a16="http://schemas.microsoft.com/office/drawing/2014/main" id="{E57A8968-DFBE-04AC-7EE6-E7B454498D74}"/>
                    </a:ext>
                  </a:extLst>
                </p:cNvPr>
                <p:cNvGrpSpPr/>
                <p:nvPr/>
              </p:nvGrpSpPr>
              <p:grpSpPr>
                <a:xfrm>
                  <a:off x="5705964" y="3927149"/>
                  <a:ext cx="160977" cy="202573"/>
                  <a:chOff x="5679421" y="3904200"/>
                  <a:chExt cx="160977" cy="202573"/>
                </a:xfrm>
              </p:grpSpPr>
              <p:sp>
                <p:nvSpPr>
                  <p:cNvPr id="54" name="任意多边形: 形状 53">
                    <a:extLst>
                      <a:ext uri="{FF2B5EF4-FFF2-40B4-BE49-F238E27FC236}">
                        <a16:creationId xmlns:a16="http://schemas.microsoft.com/office/drawing/2014/main" id="{2041520E-72A6-C128-C242-267D2AC8F1D0}"/>
                      </a:ext>
                    </a:extLst>
                  </p:cNvPr>
                  <p:cNvSpPr/>
                  <p:nvPr/>
                </p:nvSpPr>
                <p:spPr>
                  <a:xfrm>
                    <a:off x="5689100" y="3913883"/>
                    <a:ext cx="151298" cy="192890"/>
                  </a:xfrm>
                  <a:custGeom>
                    <a:avLst/>
                    <a:gdLst>
                      <a:gd name="connsiteX0" fmla="*/ -11 w 974755"/>
                      <a:gd name="connsiteY0" fmla="*/ 849927 h 1242721"/>
                      <a:gd name="connsiteX1" fmla="*/ 389804 w 974755"/>
                      <a:gd name="connsiteY1" fmla="*/ 460112 h 1242721"/>
                      <a:gd name="connsiteX2" fmla="*/ 389804 w 974755"/>
                      <a:gd name="connsiteY2" fmla="*/ 694005 h 1242721"/>
                      <a:gd name="connsiteX3" fmla="*/ 233882 w 974755"/>
                      <a:gd name="connsiteY3" fmla="*/ 849908 h 1242721"/>
                      <a:gd name="connsiteX4" fmla="*/ 366290 w 974755"/>
                      <a:gd name="connsiteY4" fmla="*/ 1008960 h 1242721"/>
                      <a:gd name="connsiteX5" fmla="*/ 514566 w 974755"/>
                      <a:gd name="connsiteY5" fmla="*/ 886615 h 1242721"/>
                      <a:gd name="connsiteX6" fmla="*/ 514566 w 974755"/>
                      <a:gd name="connsiteY6" fmla="*/ 111 h 1242721"/>
                      <a:gd name="connsiteX7" fmla="*/ 763792 w 974755"/>
                      <a:gd name="connsiteY7" fmla="*/ 111 h 1242721"/>
                      <a:gd name="connsiteX8" fmla="*/ 974745 w 974755"/>
                      <a:gd name="connsiteY8" fmla="*/ 210886 h 1242721"/>
                      <a:gd name="connsiteX9" fmla="*/ 974547 w 974755"/>
                      <a:gd name="connsiteY9" fmla="*/ 444344 h 1242721"/>
                      <a:gd name="connsiteX10" fmla="*/ 748518 w 974755"/>
                      <a:gd name="connsiteY10" fmla="*/ 382676 h 1242721"/>
                      <a:gd name="connsiteX11" fmla="*/ 748518 w 974755"/>
                      <a:gd name="connsiteY11" fmla="*/ 886615 h 1242721"/>
                      <a:gd name="connsiteX12" fmla="*/ 366369 w 974755"/>
                      <a:gd name="connsiteY12" fmla="*/ 1242833 h 1242721"/>
                      <a:gd name="connsiteX13" fmla="*/ 88 w 974755"/>
                      <a:gd name="connsiteY13" fmla="*/ 849927 h 1242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721">
                        <a:moveTo>
                          <a:pt x="-11" y="849927"/>
                        </a:moveTo>
                        <a:cubicBezTo>
                          <a:pt x="227" y="634754"/>
                          <a:pt x="174612" y="460370"/>
                          <a:pt x="389804" y="460112"/>
                        </a:cubicBezTo>
                        <a:lnTo>
                          <a:pt x="389804" y="694005"/>
                        </a:lnTo>
                        <a:cubicBezTo>
                          <a:pt x="303735" y="694092"/>
                          <a:pt x="233981" y="763838"/>
                          <a:pt x="233882" y="849908"/>
                        </a:cubicBezTo>
                        <a:cubicBezTo>
                          <a:pt x="233882" y="926531"/>
                          <a:pt x="275324" y="1008960"/>
                          <a:pt x="366290" y="1008960"/>
                        </a:cubicBezTo>
                        <a:cubicBezTo>
                          <a:pt x="372352" y="1008960"/>
                          <a:pt x="514566" y="1007553"/>
                          <a:pt x="514566" y="886615"/>
                        </a:cubicBezTo>
                        <a:lnTo>
                          <a:pt x="514566" y="111"/>
                        </a:lnTo>
                        <a:lnTo>
                          <a:pt x="763792" y="111"/>
                        </a:lnTo>
                        <a:cubicBezTo>
                          <a:pt x="764053" y="116480"/>
                          <a:pt x="858377" y="210724"/>
                          <a:pt x="974745" y="210886"/>
                        </a:cubicBezTo>
                        <a:lnTo>
                          <a:pt x="974547" y="444344"/>
                        </a:lnTo>
                        <a:cubicBezTo>
                          <a:pt x="894967" y="444958"/>
                          <a:pt x="816759" y="423621"/>
                          <a:pt x="748518" y="382676"/>
                        </a:cubicBezTo>
                        <a:lnTo>
                          <a:pt x="748518" y="886615"/>
                        </a:lnTo>
                        <a:cubicBezTo>
                          <a:pt x="748518" y="1117992"/>
                          <a:pt x="551630" y="1242833"/>
                          <a:pt x="366369" y="1242833"/>
                        </a:cubicBezTo>
                        <a:cubicBezTo>
                          <a:pt x="157575" y="1242833"/>
                          <a:pt x="88" y="1073935"/>
                          <a:pt x="88" y="849927"/>
                        </a:cubicBezTo>
                        <a:close/>
                      </a:path>
                    </a:pathLst>
                  </a:custGeom>
                  <a:solidFill>
                    <a:srgbClr val="FF4040"/>
                  </a:solidFill>
                  <a:ln w="1977" cap="flat">
                    <a:no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D276CF54-134A-E352-E39D-84B736282288}"/>
                      </a:ext>
                    </a:extLst>
                  </p:cNvPr>
                  <p:cNvSpPr/>
                  <p:nvPr/>
                </p:nvSpPr>
                <p:spPr>
                  <a:xfrm>
                    <a:off x="5679421" y="3904200"/>
                    <a:ext cx="151298" cy="192878"/>
                  </a:xfrm>
                  <a:custGeom>
                    <a:avLst/>
                    <a:gdLst>
                      <a:gd name="connsiteX0" fmla="*/ -11 w 974755"/>
                      <a:gd name="connsiteY0" fmla="*/ 849927 h 1242642"/>
                      <a:gd name="connsiteX1" fmla="*/ 389804 w 974755"/>
                      <a:gd name="connsiteY1" fmla="*/ 460112 h 1242642"/>
                      <a:gd name="connsiteX2" fmla="*/ 389804 w 974755"/>
                      <a:gd name="connsiteY2" fmla="*/ 694005 h 1242642"/>
                      <a:gd name="connsiteX3" fmla="*/ 233882 w 974755"/>
                      <a:gd name="connsiteY3" fmla="*/ 849927 h 1242642"/>
                      <a:gd name="connsiteX4" fmla="*/ 366290 w 974755"/>
                      <a:gd name="connsiteY4" fmla="*/ 1008960 h 1242642"/>
                      <a:gd name="connsiteX5" fmla="*/ 514546 w 974755"/>
                      <a:gd name="connsiteY5" fmla="*/ 886615 h 1242642"/>
                      <a:gd name="connsiteX6" fmla="*/ 514546 w 974755"/>
                      <a:gd name="connsiteY6" fmla="*/ 111 h 1242642"/>
                      <a:gd name="connsiteX7" fmla="*/ 763772 w 974755"/>
                      <a:gd name="connsiteY7" fmla="*/ 111 h 1242642"/>
                      <a:gd name="connsiteX8" fmla="*/ 974745 w 974755"/>
                      <a:gd name="connsiteY8" fmla="*/ 210886 h 1242642"/>
                      <a:gd name="connsiteX9" fmla="*/ 974547 w 974755"/>
                      <a:gd name="connsiteY9" fmla="*/ 444264 h 1242642"/>
                      <a:gd name="connsiteX10" fmla="*/ 748518 w 974755"/>
                      <a:gd name="connsiteY10" fmla="*/ 382597 h 1242642"/>
                      <a:gd name="connsiteX11" fmla="*/ 748518 w 974755"/>
                      <a:gd name="connsiteY11" fmla="*/ 886536 h 1242642"/>
                      <a:gd name="connsiteX12" fmla="*/ 366350 w 974755"/>
                      <a:gd name="connsiteY12" fmla="*/ 1242754 h 1242642"/>
                      <a:gd name="connsiteX13" fmla="*/ 88 w 974755"/>
                      <a:gd name="connsiteY13" fmla="*/ 849848 h 1242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642">
                        <a:moveTo>
                          <a:pt x="-11" y="849927"/>
                        </a:moveTo>
                        <a:cubicBezTo>
                          <a:pt x="227" y="634735"/>
                          <a:pt x="174671" y="460350"/>
                          <a:pt x="389804" y="460112"/>
                        </a:cubicBezTo>
                        <a:lnTo>
                          <a:pt x="389804" y="694005"/>
                        </a:lnTo>
                        <a:cubicBezTo>
                          <a:pt x="303731" y="694104"/>
                          <a:pt x="233981" y="763854"/>
                          <a:pt x="233882" y="849927"/>
                        </a:cubicBezTo>
                        <a:cubicBezTo>
                          <a:pt x="233882" y="926531"/>
                          <a:pt x="275324" y="1008960"/>
                          <a:pt x="366290" y="1008960"/>
                        </a:cubicBezTo>
                        <a:cubicBezTo>
                          <a:pt x="372352" y="1008960"/>
                          <a:pt x="514546" y="1007553"/>
                          <a:pt x="514546" y="886615"/>
                        </a:cubicBezTo>
                        <a:lnTo>
                          <a:pt x="514546" y="111"/>
                        </a:lnTo>
                        <a:lnTo>
                          <a:pt x="763772" y="111"/>
                        </a:lnTo>
                        <a:cubicBezTo>
                          <a:pt x="764067" y="116474"/>
                          <a:pt x="858381" y="210701"/>
                          <a:pt x="974745" y="210886"/>
                        </a:cubicBezTo>
                        <a:lnTo>
                          <a:pt x="974547" y="444264"/>
                        </a:lnTo>
                        <a:cubicBezTo>
                          <a:pt x="894967" y="444880"/>
                          <a:pt x="816759" y="423543"/>
                          <a:pt x="748518" y="382597"/>
                        </a:cubicBezTo>
                        <a:lnTo>
                          <a:pt x="748518" y="886536"/>
                        </a:lnTo>
                        <a:cubicBezTo>
                          <a:pt x="748518" y="1117913"/>
                          <a:pt x="551630" y="1242754"/>
                          <a:pt x="366350" y="1242754"/>
                        </a:cubicBezTo>
                        <a:cubicBezTo>
                          <a:pt x="157555" y="1242754"/>
                          <a:pt x="88" y="1073876"/>
                          <a:pt x="88" y="849848"/>
                        </a:cubicBezTo>
                        <a:close/>
                      </a:path>
                    </a:pathLst>
                  </a:custGeom>
                  <a:solidFill>
                    <a:srgbClr val="00F5FF"/>
                  </a:solidFill>
                  <a:ln w="1977" cap="flat">
                    <a:no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3C463A80-E8A3-BD9B-AE33-8B53F77616D2}"/>
                      </a:ext>
                    </a:extLst>
                  </p:cNvPr>
                  <p:cNvSpPr/>
                  <p:nvPr/>
                </p:nvSpPr>
                <p:spPr>
                  <a:xfrm>
                    <a:off x="5688676" y="3913797"/>
                    <a:ext cx="142094" cy="183326"/>
                  </a:xfrm>
                  <a:custGeom>
                    <a:avLst/>
                    <a:gdLst>
                      <a:gd name="connsiteX0" fmla="*/ 330195 w 915463"/>
                      <a:gd name="connsiteY0" fmla="*/ 465362 h 1181103"/>
                      <a:gd name="connsiteX1" fmla="*/ 85961 w 915463"/>
                      <a:gd name="connsiteY1" fmla="*/ 1107196 h 1181103"/>
                      <a:gd name="connsiteX2" fmla="*/ 689285 w 915463"/>
                      <a:gd name="connsiteY2" fmla="*/ 834852 h 1181103"/>
                      <a:gd name="connsiteX3" fmla="*/ 689008 w 915463"/>
                      <a:gd name="connsiteY3" fmla="*/ 321147 h 1181103"/>
                      <a:gd name="connsiteX4" fmla="*/ 915453 w 915463"/>
                      <a:gd name="connsiteY4" fmla="*/ 382438 h 1181103"/>
                      <a:gd name="connsiteX5" fmla="*/ 915453 w 915463"/>
                      <a:gd name="connsiteY5" fmla="*/ 201714 h 1181103"/>
                      <a:gd name="connsiteX6" fmla="*/ 800081 w 915463"/>
                      <a:gd name="connsiteY6" fmla="*/ 114829 h 1181103"/>
                      <a:gd name="connsiteX7" fmla="*/ 713394 w 915463"/>
                      <a:gd name="connsiteY7" fmla="*/ 111 h 1181103"/>
                      <a:gd name="connsiteX8" fmla="*/ 517396 w 915463"/>
                      <a:gd name="connsiteY8" fmla="*/ 111 h 1181103"/>
                      <a:gd name="connsiteX9" fmla="*/ 517179 w 915463"/>
                      <a:gd name="connsiteY9" fmla="*/ 889725 h 1181103"/>
                      <a:gd name="connsiteX10" fmla="*/ 256998 w 915463"/>
                      <a:gd name="connsiteY10" fmla="*/ 937684 h 1181103"/>
                      <a:gd name="connsiteX11" fmla="*/ 330393 w 915463"/>
                      <a:gd name="connsiteY11" fmla="*/ 632496 h 118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5463" h="1181103">
                        <a:moveTo>
                          <a:pt x="330195" y="465362"/>
                        </a:moveTo>
                        <a:cubicBezTo>
                          <a:pt x="78493" y="497335"/>
                          <a:pt x="-120595" y="818252"/>
                          <a:pt x="85961" y="1107196"/>
                        </a:cubicBezTo>
                        <a:cubicBezTo>
                          <a:pt x="276768" y="1263257"/>
                          <a:pt x="678271" y="1172568"/>
                          <a:pt x="689285" y="834852"/>
                        </a:cubicBezTo>
                        <a:lnTo>
                          <a:pt x="689008" y="321147"/>
                        </a:lnTo>
                        <a:cubicBezTo>
                          <a:pt x="757649" y="361464"/>
                          <a:pt x="835847" y="382630"/>
                          <a:pt x="915453" y="382438"/>
                        </a:cubicBezTo>
                        <a:lnTo>
                          <a:pt x="915453" y="201714"/>
                        </a:lnTo>
                        <a:cubicBezTo>
                          <a:pt x="868656" y="185905"/>
                          <a:pt x="828201" y="155438"/>
                          <a:pt x="800081" y="114829"/>
                        </a:cubicBezTo>
                        <a:cubicBezTo>
                          <a:pt x="758837" y="87713"/>
                          <a:pt x="728217" y="47192"/>
                          <a:pt x="713394" y="111"/>
                        </a:cubicBezTo>
                        <a:lnTo>
                          <a:pt x="517396" y="111"/>
                        </a:lnTo>
                        <a:lnTo>
                          <a:pt x="517179" y="889725"/>
                        </a:lnTo>
                        <a:cubicBezTo>
                          <a:pt x="517000" y="1014090"/>
                          <a:pt x="309632" y="1058365"/>
                          <a:pt x="256998" y="937684"/>
                        </a:cubicBezTo>
                        <a:cubicBezTo>
                          <a:pt x="125145" y="874650"/>
                          <a:pt x="154958" y="635111"/>
                          <a:pt x="330393" y="632496"/>
                        </a:cubicBezTo>
                        <a:close/>
                      </a:path>
                    </a:pathLst>
                  </a:custGeom>
                  <a:solidFill>
                    <a:srgbClr val="FFFFFF"/>
                  </a:solidFill>
                  <a:ln w="1977" cap="flat">
                    <a:noFill/>
                    <a:prstDash val="solid"/>
                    <a:miter/>
                  </a:ln>
                </p:spPr>
                <p:txBody>
                  <a:bodyPr rtlCol="0" anchor="ctr"/>
                  <a:lstStyle/>
                  <a:p>
                    <a:endParaRPr lang="zh-CN" altLang="en-US"/>
                  </a:p>
                </p:txBody>
              </p:sp>
            </p:grpSp>
          </p:grpSp>
        </p:grpSp>
      </p:grpSp>
      <p:grpSp>
        <p:nvGrpSpPr>
          <p:cNvPr id="20" name="组合 19">
            <a:extLst>
              <a:ext uri="{FF2B5EF4-FFF2-40B4-BE49-F238E27FC236}">
                <a16:creationId xmlns:a16="http://schemas.microsoft.com/office/drawing/2014/main" id="{DD9EA821-F984-4669-EA0C-BE1806415DE3}"/>
              </a:ext>
            </a:extLst>
          </p:cNvPr>
          <p:cNvGrpSpPr/>
          <p:nvPr/>
        </p:nvGrpSpPr>
        <p:grpSpPr>
          <a:xfrm>
            <a:off x="639654" y="3254342"/>
            <a:ext cx="1368001" cy="1368000"/>
            <a:chOff x="645646" y="3254342"/>
            <a:chExt cx="1368001" cy="1368000"/>
          </a:xfrm>
        </p:grpSpPr>
        <p:sp>
          <p:nvSpPr>
            <p:cNvPr id="26" name="矩形: 圆角 25">
              <a:extLst>
                <a:ext uri="{FF2B5EF4-FFF2-40B4-BE49-F238E27FC236}">
                  <a16:creationId xmlns:a16="http://schemas.microsoft.com/office/drawing/2014/main" id="{E3A05637-B374-1042-609C-6B6857B12A76}"/>
                </a:ext>
              </a:extLst>
            </p:cNvPr>
            <p:cNvSpPr/>
            <p:nvPr/>
          </p:nvSpPr>
          <p:spPr>
            <a:xfrm>
              <a:off x="645646" y="3254342"/>
              <a:ext cx="1368001"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a:extLst>
                <a:ext uri="{FF2B5EF4-FFF2-40B4-BE49-F238E27FC236}">
                  <a16:creationId xmlns:a16="http://schemas.microsoft.com/office/drawing/2014/main" id="{E4162175-CEA8-54AC-1BF5-DCC85F38B8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2894" y="3313513"/>
              <a:ext cx="1259512" cy="1259512"/>
            </a:xfrm>
            <a:prstGeom prst="rect">
              <a:avLst/>
            </a:prstGeom>
            <a:noFill/>
            <a:extLst>
              <a:ext uri="{909E8E84-426E-40DD-AFC4-6F175D3DCCD1}">
                <a14:hiddenFill xmlns:a14="http://schemas.microsoft.com/office/drawing/2010/main">
                  <a:solidFill>
                    <a:srgbClr val="FFFFFF"/>
                  </a:solidFill>
                </a14:hiddenFill>
              </a:ext>
            </a:extLst>
          </p:spPr>
        </p:pic>
        <p:pic>
          <p:nvPicPr>
            <p:cNvPr id="63" name="图片 62" descr="图形用户界面, 应用程序&#10;&#10;描述已自动生成">
              <a:extLst>
                <a:ext uri="{FF2B5EF4-FFF2-40B4-BE49-F238E27FC236}">
                  <a16:creationId xmlns:a16="http://schemas.microsoft.com/office/drawing/2014/main" id="{949BD465-CFA4-24C1-D1DF-B9F42E85D6AA}"/>
                </a:ext>
              </a:extLst>
            </p:cNvPr>
            <p:cNvPicPr>
              <a:picLocks noChangeAspect="1"/>
            </p:cNvPicPr>
            <p:nvPr/>
          </p:nvPicPr>
          <p:blipFill rotWithShape="1">
            <a:blip r:embed="rId13">
              <a:extLst>
                <a:ext uri="{28A0092B-C50C-407E-A947-70E740481C1C}">
                  <a14:useLocalDpi xmlns:a14="http://schemas.microsoft.com/office/drawing/2010/main" val="0"/>
                </a:ext>
              </a:extLst>
            </a:blip>
            <a:srcRect l="32153" t="31600" r="31817" b="31457"/>
            <a:stretch/>
          </p:blipFill>
          <p:spPr>
            <a:xfrm>
              <a:off x="1198861" y="3806090"/>
              <a:ext cx="267577" cy="274357"/>
            </a:xfrm>
            <a:prstGeom prst="rect">
              <a:avLst/>
            </a:prstGeom>
            <a:solidFill>
              <a:srgbClr val="FFFFFF"/>
            </a:solidFill>
            <a:ln>
              <a:solidFill>
                <a:srgbClr val="FFFFFF"/>
              </a:solidFill>
            </a:ln>
          </p:spPr>
        </p:pic>
      </p:grpSp>
      <p:grpSp>
        <p:nvGrpSpPr>
          <p:cNvPr id="1027" name="组合 1026">
            <a:extLst>
              <a:ext uri="{FF2B5EF4-FFF2-40B4-BE49-F238E27FC236}">
                <a16:creationId xmlns:a16="http://schemas.microsoft.com/office/drawing/2014/main" id="{57655527-BA24-D53F-DE51-917C7CA056F9}"/>
              </a:ext>
            </a:extLst>
          </p:cNvPr>
          <p:cNvGrpSpPr/>
          <p:nvPr/>
        </p:nvGrpSpPr>
        <p:grpSpPr>
          <a:xfrm>
            <a:off x="8351646" y="3254342"/>
            <a:ext cx="1368001" cy="1368000"/>
            <a:chOff x="9361300" y="3213004"/>
            <a:chExt cx="1509223" cy="1509222"/>
          </a:xfrm>
        </p:grpSpPr>
        <p:sp>
          <p:nvSpPr>
            <p:cNvPr id="58" name="矩形: 圆角 57">
              <a:extLst>
                <a:ext uri="{FF2B5EF4-FFF2-40B4-BE49-F238E27FC236}">
                  <a16:creationId xmlns:a16="http://schemas.microsoft.com/office/drawing/2014/main" id="{73FE04D0-A350-450C-509C-104CBD24D54C}"/>
                </a:ext>
              </a:extLst>
            </p:cNvPr>
            <p:cNvSpPr/>
            <p:nvPr/>
          </p:nvSpPr>
          <p:spPr>
            <a:xfrm>
              <a:off x="9361300" y="3213004"/>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25" name="组合 1024">
              <a:extLst>
                <a:ext uri="{FF2B5EF4-FFF2-40B4-BE49-F238E27FC236}">
                  <a16:creationId xmlns:a16="http://schemas.microsoft.com/office/drawing/2014/main" id="{ABAAB98A-71B9-93DF-CF2A-9596C011D744}"/>
                </a:ext>
              </a:extLst>
            </p:cNvPr>
            <p:cNvGrpSpPr/>
            <p:nvPr/>
          </p:nvGrpSpPr>
          <p:grpSpPr>
            <a:xfrm>
              <a:off x="9450123" y="3310337"/>
              <a:ext cx="1331575" cy="1314557"/>
              <a:chOff x="9454554" y="3310337"/>
              <a:chExt cx="1331575" cy="1314557"/>
            </a:xfrm>
          </p:grpSpPr>
          <p:pic>
            <p:nvPicPr>
              <p:cNvPr id="135" name="图片 134" descr="QR 代码&#10;&#10;描述已自动生成">
                <a:extLst>
                  <a:ext uri="{FF2B5EF4-FFF2-40B4-BE49-F238E27FC236}">
                    <a16:creationId xmlns:a16="http://schemas.microsoft.com/office/drawing/2014/main" id="{36C3624D-62BD-8533-DE90-A3FC9D1E4D5D}"/>
                  </a:ext>
                </a:extLst>
              </p:cNvPr>
              <p:cNvPicPr>
                <a:picLocks noChangeAspect="1"/>
              </p:cNvPicPr>
              <p:nvPr/>
            </p:nvPicPr>
            <p:blipFill rotWithShape="1">
              <a:blip r:embed="rId14">
                <a:extLst>
                  <a:ext uri="{28A0092B-C50C-407E-A947-70E740481C1C}">
                    <a14:useLocalDpi xmlns:a14="http://schemas.microsoft.com/office/drawing/2010/main" val="0"/>
                  </a:ext>
                </a:extLst>
              </a:blip>
              <a:srcRect l="15848" t="26200" r="15159" b="19595"/>
              <a:stretch/>
            </p:blipFill>
            <p:spPr>
              <a:xfrm>
                <a:off x="9454554" y="3310337"/>
                <a:ext cx="1331575" cy="1314557"/>
              </a:xfrm>
              <a:prstGeom prst="rect">
                <a:avLst/>
              </a:prstGeom>
            </p:spPr>
          </p:pic>
          <p:grpSp>
            <p:nvGrpSpPr>
              <p:cNvPr id="143" name="组合 142">
                <a:extLst>
                  <a:ext uri="{FF2B5EF4-FFF2-40B4-BE49-F238E27FC236}">
                    <a16:creationId xmlns:a16="http://schemas.microsoft.com/office/drawing/2014/main" id="{ED82649F-D61F-61F9-8FA0-367AC89C1099}"/>
                  </a:ext>
                </a:extLst>
              </p:cNvPr>
              <p:cNvGrpSpPr/>
              <p:nvPr/>
            </p:nvGrpSpPr>
            <p:grpSpPr>
              <a:xfrm>
                <a:off x="9959600" y="3820016"/>
                <a:ext cx="321483" cy="295200"/>
                <a:chOff x="9736169" y="3796703"/>
                <a:chExt cx="319521" cy="273735"/>
              </a:xfrm>
            </p:grpSpPr>
            <p:sp>
              <p:nvSpPr>
                <p:cNvPr id="137" name="矩形: 圆角 136">
                  <a:extLst>
                    <a:ext uri="{FF2B5EF4-FFF2-40B4-BE49-F238E27FC236}">
                      <a16:creationId xmlns:a16="http://schemas.microsoft.com/office/drawing/2014/main" id="{2C785318-74EA-0CAC-83B4-B040FD311C3B}"/>
                    </a:ext>
                  </a:extLst>
                </p:cNvPr>
                <p:cNvSpPr/>
                <p:nvPr/>
              </p:nvSpPr>
              <p:spPr>
                <a:xfrm>
                  <a:off x="9736169" y="3796703"/>
                  <a:ext cx="319521" cy="273735"/>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图形 45">
                  <a:extLst>
                    <a:ext uri="{FF2B5EF4-FFF2-40B4-BE49-F238E27FC236}">
                      <a16:creationId xmlns:a16="http://schemas.microsoft.com/office/drawing/2014/main" id="{C27A176A-8F8D-527D-1B2F-0EAF88C2A520}"/>
                    </a:ext>
                  </a:extLst>
                </p:cNvPr>
                <p:cNvSpPr/>
                <p:nvPr/>
              </p:nvSpPr>
              <p:spPr>
                <a:xfrm>
                  <a:off x="9794219" y="3844061"/>
                  <a:ext cx="203420" cy="179017"/>
                </a:xfrm>
                <a:custGeom>
                  <a:avLst/>
                  <a:gdLst>
                    <a:gd name="connsiteX0" fmla="*/ 41698 w 348174"/>
                    <a:gd name="connsiteY0" fmla="*/ 7060 h 306405"/>
                    <a:gd name="connsiteX1" fmla="*/ 119653 w 348174"/>
                    <a:gd name="connsiteY1" fmla="*/ 85014 h 306405"/>
                    <a:gd name="connsiteX2" fmla="*/ 181448 w 348174"/>
                    <a:gd name="connsiteY2" fmla="*/ 188894 h 306405"/>
                    <a:gd name="connsiteX3" fmla="*/ 231169 w 348174"/>
                    <a:gd name="connsiteY3" fmla="*/ 265428 h 306405"/>
                    <a:gd name="connsiteX4" fmla="*/ 274496 w 348174"/>
                    <a:gd name="connsiteY4" fmla="*/ 305915 h 306405"/>
                    <a:gd name="connsiteX5" fmla="*/ 340731 w 348174"/>
                    <a:gd name="connsiteY5" fmla="*/ 154090 h 306405"/>
                    <a:gd name="connsiteX6" fmla="*/ 344993 w 348174"/>
                    <a:gd name="connsiteY6" fmla="*/ 124968 h 306405"/>
                    <a:gd name="connsiteX7" fmla="*/ 328123 w 348174"/>
                    <a:gd name="connsiteY7" fmla="*/ 667 h 306405"/>
                    <a:gd name="connsiteX8" fmla="*/ 292609 w 348174"/>
                    <a:gd name="connsiteY8" fmla="*/ 14696 h 306405"/>
                    <a:gd name="connsiteX9" fmla="*/ 148597 w 348174"/>
                    <a:gd name="connsiteY9" fmla="*/ 220680 h 306405"/>
                    <a:gd name="connsiteX10" fmla="*/ 69400 w 348174"/>
                    <a:gd name="connsiteY10" fmla="*/ 302896 h 306405"/>
                    <a:gd name="connsiteX11" fmla="*/ 21278 w 348174"/>
                    <a:gd name="connsiteY11" fmla="*/ 221213 h 306405"/>
                    <a:gd name="connsiteX12" fmla="*/ 857 w 348174"/>
                    <a:gd name="connsiteY12" fmla="*/ 56248 h 306405"/>
                    <a:gd name="connsiteX13" fmla="*/ 18614 w 348174"/>
                    <a:gd name="connsiteY13" fmla="*/ -43 h 306405"/>
                    <a:gd name="connsiteX14" fmla="*/ 41698 w 348174"/>
                    <a:gd name="connsiteY14" fmla="*/ 7060 h 306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8174" h="306405">
                      <a:moveTo>
                        <a:pt x="41698" y="7060"/>
                      </a:moveTo>
                      <a:cubicBezTo>
                        <a:pt x="71184" y="29292"/>
                        <a:pt x="97423" y="55520"/>
                        <a:pt x="119653" y="85014"/>
                      </a:cubicBezTo>
                      <a:cubicBezTo>
                        <a:pt x="142562" y="118220"/>
                        <a:pt x="163206" y="152918"/>
                        <a:pt x="181448" y="188894"/>
                      </a:cubicBezTo>
                      <a:cubicBezTo>
                        <a:pt x="195759" y="215814"/>
                        <a:pt x="212396" y="241420"/>
                        <a:pt x="231169" y="265428"/>
                      </a:cubicBezTo>
                      <a:cubicBezTo>
                        <a:pt x="252833" y="292774"/>
                        <a:pt x="263842" y="306447"/>
                        <a:pt x="274496" y="305915"/>
                      </a:cubicBezTo>
                      <a:cubicBezTo>
                        <a:pt x="313385" y="303606"/>
                        <a:pt x="337357" y="172025"/>
                        <a:pt x="340731" y="154090"/>
                      </a:cubicBezTo>
                      <a:cubicBezTo>
                        <a:pt x="343217" y="139884"/>
                        <a:pt x="344460" y="129940"/>
                        <a:pt x="344993" y="124968"/>
                      </a:cubicBezTo>
                      <a:cubicBezTo>
                        <a:pt x="346413" y="111473"/>
                        <a:pt x="357245" y="12209"/>
                        <a:pt x="328123" y="667"/>
                      </a:cubicBezTo>
                      <a:cubicBezTo>
                        <a:pt x="317469" y="-3594"/>
                        <a:pt x="304329" y="5284"/>
                        <a:pt x="292609" y="14696"/>
                      </a:cubicBezTo>
                      <a:cubicBezTo>
                        <a:pt x="227440" y="66369"/>
                        <a:pt x="205598" y="132249"/>
                        <a:pt x="148597" y="220680"/>
                      </a:cubicBezTo>
                      <a:cubicBezTo>
                        <a:pt x="96568" y="301120"/>
                        <a:pt x="78634" y="304317"/>
                        <a:pt x="69400" y="302896"/>
                      </a:cubicBezTo>
                      <a:cubicBezTo>
                        <a:pt x="48624" y="299877"/>
                        <a:pt x="38147" y="269512"/>
                        <a:pt x="21278" y="221213"/>
                      </a:cubicBezTo>
                      <a:cubicBezTo>
                        <a:pt x="4239" y="167976"/>
                        <a:pt x="-2686" y="112023"/>
                        <a:pt x="857" y="56248"/>
                      </a:cubicBezTo>
                      <a:cubicBezTo>
                        <a:pt x="2810" y="23396"/>
                        <a:pt x="7604" y="2976"/>
                        <a:pt x="18614" y="-43"/>
                      </a:cubicBezTo>
                      <a:cubicBezTo>
                        <a:pt x="27008" y="-1588"/>
                        <a:pt x="35627" y="1058"/>
                        <a:pt x="41698" y="7060"/>
                      </a:cubicBezTo>
                      <a:close/>
                    </a:path>
                  </a:pathLst>
                </a:custGeom>
                <a:noFill/>
                <a:ln w="15875" cap="flat">
                  <a:solidFill>
                    <a:srgbClr val="F4A470"/>
                  </a:solidFill>
                  <a:prstDash val="solid"/>
                  <a:miter/>
                </a:ln>
              </p:spPr>
              <p:txBody>
                <a:bodyPr rtlCol="0" anchor="ctr"/>
                <a:lstStyle/>
                <a:p>
                  <a:endParaRPr lang="zh-CN" altLang="en-US" dirty="0"/>
                </a:p>
              </p:txBody>
            </p:sp>
          </p:grpSp>
        </p:grpSp>
      </p:grpSp>
      <p:sp>
        <p:nvSpPr>
          <p:cNvPr id="142" name="矩形 190">
            <a:extLst>
              <a:ext uri="{FF2B5EF4-FFF2-40B4-BE49-F238E27FC236}">
                <a16:creationId xmlns:a16="http://schemas.microsoft.com/office/drawing/2014/main" id="{2E6569E9-320F-390C-3205-EF77B9DBC45D}"/>
              </a:ext>
            </a:extLst>
          </p:cNvPr>
          <p:cNvSpPr/>
          <p:nvPr/>
        </p:nvSpPr>
        <p:spPr>
          <a:xfrm>
            <a:off x="8405890"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微信视频号</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287316794"/>
      </p:ext>
    </p:extLst>
  </p:cSld>
  <p:clrMapOvr>
    <a:masterClrMapping/>
  </p:clrMapOvr>
</p:sld>
</file>

<file path=ppt/slides/slide13.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BE95CA9-458F-B3CC-8303-14563A213154}"/>
              </a:ext>
            </a:extLst>
          </p:cNvPr>
          <p:cNvGrpSpPr/>
          <p:nvPr/>
        </p:nvGrpSpPr>
        <p:grpSpPr>
          <a:xfrm>
            <a:off x="5252647" y="0"/>
            <a:ext cx="6939359" cy="6858000"/>
            <a:chOff x="5252643" y="0"/>
            <a:chExt cx="6939358" cy="6858000"/>
          </a:xfrm>
          <a:solidFill>
            <a:schemeClr val="tx2">
              <a:alpha val="20000"/>
            </a:schemeClr>
          </a:solidFill>
        </p:grpSpPr>
        <p:sp>
          <p:nvSpPr>
            <p:cNvPr id="11" name="任意多边形: 形状 10">
              <a:extLst>
                <a:ext uri="{FF2B5EF4-FFF2-40B4-BE49-F238E27FC236}">
                  <a16:creationId xmlns:a16="http://schemas.microsoft.com/office/drawing/2014/main" id="{30DFF5BB-C0F5-38FE-12DA-6B156C73D714}"/>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2" name="任意多边形: 形状 11">
              <a:extLst>
                <a:ext uri="{FF2B5EF4-FFF2-40B4-BE49-F238E27FC236}">
                  <a16:creationId xmlns:a16="http://schemas.microsoft.com/office/drawing/2014/main" id="{C36B23CC-44CF-5A26-16A4-B517D7647186}"/>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3" name="任意多边形: 形状 12">
              <a:extLst>
                <a:ext uri="{FF2B5EF4-FFF2-40B4-BE49-F238E27FC236}">
                  <a16:creationId xmlns:a16="http://schemas.microsoft.com/office/drawing/2014/main" id="{D6312AB6-0552-36C2-2C80-B5E3E6F86949}"/>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2" name="矩形 189">
            <a:extLst>
              <a:ext uri="{FF2B5EF4-FFF2-40B4-BE49-F238E27FC236}">
                <a16:creationId xmlns:a16="http://schemas.microsoft.com/office/drawing/2014/main" id="{1DF5F10D-FA28-EF46-5024-681143D90CB4}"/>
              </a:ext>
            </a:extLst>
          </p:cNvPr>
          <p:cNvSpPr/>
          <p:nvPr/>
        </p:nvSpPr>
        <p:spPr>
          <a:xfrm>
            <a:off x="660400" y="4310626"/>
            <a:ext cx="2620128" cy="335156"/>
          </a:xfrm>
          <a:prstGeom prst="rect">
            <a:avLst/>
          </a:prstGeom>
          <a:noFill/>
          <a:ln>
            <a:noFill/>
          </a:ln>
        </p:spPr>
        <p:txBody>
          <a:bodyPr wrap="square" anchor="ctr">
            <a:spAutoFit/>
          </a:bodyPr>
          <a:lstStyle/>
          <a:p>
            <a:pPr defTabSz="914332">
              <a:lnSpc>
                <a:spcPct val="150000"/>
              </a:lnSpc>
              <a:defRPr/>
            </a:pPr>
            <a:r>
              <a:rPr lang="en-US" altLang="zh-CN" sz="12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2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 name="组合 3">
            <a:extLst>
              <a:ext uri="{FF2B5EF4-FFF2-40B4-BE49-F238E27FC236}">
                <a16:creationId xmlns:a16="http://schemas.microsoft.com/office/drawing/2014/main" id="{589332AF-9241-F3C4-8C4F-05F9BE664A9B}"/>
              </a:ext>
            </a:extLst>
          </p:cNvPr>
          <p:cNvGrpSpPr/>
          <p:nvPr/>
        </p:nvGrpSpPr>
        <p:grpSpPr>
          <a:xfrm>
            <a:off x="3550920" y="1208291"/>
            <a:ext cx="7967981" cy="5027408"/>
            <a:chOff x="3898800" y="2171140"/>
            <a:chExt cx="7619676" cy="4778460"/>
          </a:xfrm>
        </p:grpSpPr>
        <p:sp>
          <p:nvSpPr>
            <p:cNvPr id="5" name="矩形 4">
              <a:extLst>
                <a:ext uri="{FF2B5EF4-FFF2-40B4-BE49-F238E27FC236}">
                  <a16:creationId xmlns:a16="http://schemas.microsoft.com/office/drawing/2014/main" id="{D13BBE83-7819-57D2-1F1E-8270C438199B}"/>
                </a:ext>
              </a:extLst>
            </p:cNvPr>
            <p:cNvSpPr/>
            <p:nvPr/>
          </p:nvSpPr>
          <p:spPr>
            <a:xfrm>
              <a:off x="3898800" y="2482990"/>
              <a:ext cx="7619676" cy="2025830"/>
            </a:xfrm>
            <a:prstGeom prst="rect">
              <a:avLst/>
            </a:prstGeom>
            <a:ln w="3175">
              <a:noFill/>
            </a:ln>
          </p:spPr>
          <p:txBody>
            <a:bodyPr wrap="square">
              <a:noAutofit/>
            </a:bodyPr>
            <a:lstStyle/>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文件由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提供</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尊重知识产权并注重保护用户及原始权利人享有的各项合法权利。</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郑重提醒您：</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文件中提供的任何信息内容（包括但不限于设计、版式、图形、图标、字体等元素）的所有权、知识产权或其他合法权利归其原始权利人或权利受让人所有，您免费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付费获得的是信息内容的使用权，您应用于非商业用途。您的使用行为应当遵循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官方网站（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zh-CN" altLang="en-US" sz="700" dirty="0">
                  <a:latin typeface="Arial" panose="020B0604020202020204" pitchFamily="34" charset="0"/>
                  <a:ea typeface="微软雅黑" panose="020B0503020204020204" pitchFamily="34" charset="-122"/>
                  <a:sym typeface="Arial" panose="020B0604020202020204" pitchFamily="34" charset="0"/>
                </a:rPr>
                <a:t>）的“版权声明”、“用户协议”“会员协议”等条款的约束。</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a:t>
              </a:r>
              <a:r>
                <a:rPr lang="zh-CN" altLang="en-US" sz="800" b="1" dirty="0">
                  <a:latin typeface="Arial" panose="020B0604020202020204" pitchFamily="34" charset="0"/>
                  <a:ea typeface="微软雅黑" panose="020B0503020204020204" pitchFamily="34" charset="-122"/>
                  <a:sym typeface="Arial" panose="020B0604020202020204" pitchFamily="34" charset="0"/>
                </a:rPr>
                <a:t>郑重提醒您：</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您不可对免费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付费获得而使用的</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文件主张所有权或知识产权。</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您不可将信息内容的全部或部分用于出售、出租、出借、发布等方式供他人使用。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您对</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文件自行添加或修改的原创内容，其相关权利归您所有，但您不得主张关于本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文件本身的权利，亦不得将创作的衍生文件进行出售、出租、出借、发布等方式供他人使用。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您不可在接入互联网或移动互联网的任何网站、平台、应用或程序上以任何方式为他人提供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工具 </a:t>
              </a:r>
              <a:r>
                <a:rPr lang="en-US" altLang="zh-CN" sz="700" dirty="0">
                  <a:latin typeface="Arial" panose="020B0604020202020204" pitchFamily="34" charset="0"/>
                  <a:ea typeface="微软雅黑" panose="020B0503020204020204" pitchFamily="34" charset="-122"/>
                  <a:sym typeface="Arial" panose="020B0604020202020204" pitchFamily="34" charset="0"/>
                </a:rPr>
                <a:t>/ </a:t>
              </a:r>
              <a:r>
                <a:rPr lang="zh-CN" altLang="en-US" sz="700" dirty="0">
                  <a:latin typeface="Arial" panose="020B0604020202020204" pitchFamily="34" charset="0"/>
                  <a:ea typeface="微软雅黑" panose="020B0503020204020204" pitchFamily="34" charset="-122"/>
                  <a:sym typeface="Arial" panose="020B0604020202020204" pitchFamily="34" charset="0"/>
                </a:rPr>
                <a:t>平台中的资源内容下载。</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您违反本提示或相关协议或违反相关法律法规所引发的任何纠纷、索赔、损失或法律责任，均由您自行承担。如因此给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或任何原始权利人、权利受让人造成损失的，您应承担相应赔偿责任。</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p:txBody>
        </p:sp>
        <p:sp>
          <p:nvSpPr>
            <p:cNvPr id="6" name="矩形 5">
              <a:extLst>
                <a:ext uri="{FF2B5EF4-FFF2-40B4-BE49-F238E27FC236}">
                  <a16:creationId xmlns:a16="http://schemas.microsoft.com/office/drawing/2014/main" id="{53F3BAB7-D034-9082-BA74-8DBA71D54D3C}"/>
                </a:ext>
              </a:extLst>
            </p:cNvPr>
            <p:cNvSpPr/>
            <p:nvPr/>
          </p:nvSpPr>
          <p:spPr>
            <a:xfrm>
              <a:off x="3898800" y="2171140"/>
              <a:ext cx="7619676" cy="292536"/>
            </a:xfrm>
            <a:prstGeom prst="rect">
              <a:avLst/>
            </a:prstGeom>
          </p:spPr>
          <p:txBody>
            <a:bodyPr wrap="none">
              <a:spAutoFit/>
            </a:bodyPr>
            <a:lstStyle/>
            <a:p>
              <a:r>
                <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重要提示 </a:t>
              </a:r>
              <a:r>
                <a:rPr lang="en-US" altLang="zh-CN"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IMPORTANT NOTE:</a:t>
              </a:r>
              <a:endPar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矩形 18">
              <a:extLst>
                <a:ext uri="{FF2B5EF4-FFF2-40B4-BE49-F238E27FC236}">
                  <a16:creationId xmlns:a16="http://schemas.microsoft.com/office/drawing/2014/main" id="{69A3C81C-6B0E-8F93-0B84-1AC3A5076E59}"/>
                </a:ext>
              </a:extLst>
            </p:cNvPr>
            <p:cNvSpPr/>
            <p:nvPr/>
          </p:nvSpPr>
          <p:spPr>
            <a:xfrm>
              <a:off x="3898800" y="4581837"/>
              <a:ext cx="7619676" cy="2367763"/>
            </a:xfrm>
            <a:prstGeom prst="rect">
              <a:avLst/>
            </a:prstGeom>
            <a:ln w="3175">
              <a:noFill/>
            </a:ln>
          </p:spPr>
          <p:txBody>
            <a:bodyPr wrap="square">
              <a:noAutofit/>
            </a:bodyPr>
            <a:lstStyle/>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IMPORTANT NOTE</a:t>
              </a:r>
              <a:r>
                <a:rPr lang="zh-CN" altLang="en-US" sz="800" b="1" dirty="0">
                  <a:latin typeface="Arial" panose="020B0604020202020204" pitchFamily="34" charset="0"/>
                  <a:ea typeface="微软雅黑" panose="020B0503020204020204" pitchFamily="34" charset="-122"/>
                  <a:sym typeface="Arial" panose="020B0604020202020204" pitchFamily="34" charset="0"/>
                </a:rPr>
                <a:t>：</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700" dirty="0">
                  <a:latin typeface="Arial" panose="020B0604020202020204" pitchFamily="34" charset="0"/>
                  <a:ea typeface="微软雅黑" panose="020B0503020204020204" pitchFamily="34" charset="-122"/>
                  <a:sym typeface="Arial" panose="020B0604020202020204" pitchFamily="34" charset="0"/>
                </a:rPr>
                <a:t>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is provided by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iSlide.iSlide</a:t>
              </a:r>
              <a:r>
                <a:rPr lang="en-US" altLang="zh-CN" sz="700" dirty="0">
                  <a:latin typeface="Arial" panose="020B0604020202020204" pitchFamily="34" charset="0"/>
                  <a:ea typeface="微软雅黑" panose="020B0503020204020204" pitchFamily="34" charset="-122"/>
                  <a:sym typeface="Arial" panose="020B0604020202020204" pitchFamily="34" charset="0"/>
                </a:rPr>
                <a:t> respects intellectual property rights and is committed to protecting the lawful rights and interests of users and original rights </a:t>
              </a:r>
              <a:r>
                <a:rPr lang="en-US" altLang="zh-CN" sz="700" dirty="0" err="1">
                  <a:latin typeface="Arial" panose="020B0604020202020204" pitchFamily="34" charset="0"/>
                  <a:ea typeface="微软雅黑" panose="020B0503020204020204" pitchFamily="34" charset="-122"/>
                  <a:sym typeface="Arial" panose="020B0604020202020204" pitchFamily="34" charset="0"/>
                </a:rPr>
                <a:t>holders.All</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contained 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 including but not limited to design, layout, graphics, icons, fonts, and other elements — is the property of the original rights holders or their assignees. By obtaining this file (whether for free or via purchase), you are granted the right to use the content, solely for non-commercial purposes. Your use of this file is subject to the terms outlined 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official website statements, including the Copyright Notice, User Agreement, and Membership Agreement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en-US" altLang="zh-CN" sz="700" dirty="0">
                  <a:latin typeface="Arial" panose="020B0604020202020204" pitchFamily="34" charset="0"/>
                  <a:ea typeface="微软雅黑" panose="020B0503020204020204" pitchFamily="34" charset="-122"/>
                  <a:sym typeface="Arial" panose="020B0604020202020204" pitchFamily="34" charset="0"/>
                </a:rPr>
                <a:t>).</a:t>
              </a: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hereby reminds you:</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claim ownership or intellectual property rights over any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acquired (free or paid) from iSlide.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sell, rent, lend, or distribute this file, in whole or in part, to any third party.</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original content you add or modify within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belongs to you. However, you may not claim rights over the base file itself or commercially distribute any derivative works created from it.</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provide access to download or obtain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resources on any internet or mobile platform, application, or website.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disputes, claims, losses, or legal liabilities arising from violation of this notice, relevant agreements, or applicable laws and regulations shall be solely borne by you. If your actions result in losses to iSlide or any original rights holder or assignee, you shall be held liable for corresponding compensation.</a:t>
              </a:r>
            </a:p>
          </p:txBody>
        </p:sp>
      </p:grpSp>
      <p:pic>
        <p:nvPicPr>
          <p:cNvPr id="7" name="图片 6">
            <a:extLst>
              <a:ext uri="{FF2B5EF4-FFF2-40B4-BE49-F238E27FC236}">
                <a16:creationId xmlns:a16="http://schemas.microsoft.com/office/drawing/2014/main" id="{42107D6E-414B-6410-6F6E-BC9A105C44C9}"/>
              </a:ext>
            </a:extLst>
          </p:cNvPr>
          <p:cNvPicPr>
            <a:picLocks/>
          </p:cNvPicPr>
          <p:nvPr/>
        </p:nvPicPr>
        <p:blipFill>
          <a:blip r:embed="rId5">
            <a:extLst>
              <a:ext uri="{28A0092B-C50C-407E-A947-70E740481C1C}">
                <a14:useLocalDpi xmlns:a14="http://schemas.microsoft.com/office/drawing/2010/main" val="0"/>
              </a:ext>
            </a:extLst>
          </a:blip>
          <a:srcRect/>
          <a:stretch/>
        </p:blipFill>
        <p:spPr>
          <a:xfrm>
            <a:off x="660400" y="5031395"/>
            <a:ext cx="1048192" cy="1048192"/>
          </a:xfrm>
          <a:prstGeom prst="rect">
            <a:avLst/>
          </a:prstGeom>
        </p:spPr>
      </p:pic>
      <p:grpSp>
        <p:nvGrpSpPr>
          <p:cNvPr id="20" name="组合 19">
            <a:extLst>
              <a:ext uri="{FF2B5EF4-FFF2-40B4-BE49-F238E27FC236}">
                <a16:creationId xmlns:a16="http://schemas.microsoft.com/office/drawing/2014/main" id="{1D5D3C75-2090-058E-6C6D-78603FF65CFD}"/>
              </a:ext>
            </a:extLst>
          </p:cNvPr>
          <p:cNvGrpSpPr/>
          <p:nvPr/>
        </p:nvGrpSpPr>
        <p:grpSpPr>
          <a:xfrm>
            <a:off x="660400" y="2513431"/>
            <a:ext cx="2620129" cy="1615994"/>
            <a:chOff x="660400" y="2513431"/>
            <a:chExt cx="2620129" cy="1615994"/>
          </a:xfrm>
        </p:grpSpPr>
        <p:sp>
          <p:nvSpPr>
            <p:cNvPr id="3" name="矩形 190">
              <a:extLst>
                <a:ext uri="{FF2B5EF4-FFF2-40B4-BE49-F238E27FC236}">
                  <a16:creationId xmlns:a16="http://schemas.microsoft.com/office/drawing/2014/main" id="{8BD58EB1-E9DD-1914-42DA-A386E06FC943}"/>
                </a:ext>
              </a:extLst>
            </p:cNvPr>
            <p:cNvSpPr>
              <a:spLocks/>
            </p:cNvSpPr>
            <p:nvPr/>
          </p:nvSpPr>
          <p:spPr>
            <a:xfrm>
              <a:off x="660400" y="2513431"/>
              <a:ext cx="2620129" cy="244169"/>
            </a:xfrm>
            <a:prstGeom prst="rect">
              <a:avLst/>
            </a:prstGeom>
            <a:noFill/>
            <a:ln>
              <a:noFill/>
            </a:ln>
          </p:spPr>
          <p:txBody>
            <a:bodyPr wrap="square" anchor="t">
              <a:normAutofit/>
            </a:bodyPr>
            <a:lstStyle/>
            <a:p>
              <a:pPr defTabSz="914332">
                <a:lnSpc>
                  <a:spcPct val="120000"/>
                </a:lnSpc>
                <a:defRPr/>
              </a:pPr>
              <a:r>
                <a:rPr lang="zh-CN" altLang="en-US" sz="900" dirty="0">
                  <a:latin typeface="Arial" panose="020B0604020202020204" pitchFamily="34" charset="0"/>
                  <a:ea typeface="微软雅黑" panose="020B0503020204020204" pitchFamily="34" charset="-122"/>
                  <a:sym typeface="Arial" panose="020B0604020202020204" pitchFamily="34" charset="0"/>
                </a:rPr>
                <a:t>海量</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r>
                <a:rPr lang="zh-CN" altLang="en-US" sz="900" dirty="0">
                  <a:latin typeface="Arial" panose="020B0604020202020204" pitchFamily="34" charset="0"/>
                  <a:ea typeface="微软雅黑" panose="020B0503020204020204" pitchFamily="34" charset="-122"/>
                  <a:sym typeface="Arial" panose="020B0604020202020204" pitchFamily="34" charset="0"/>
                </a:rPr>
                <a:t>资源 </a:t>
              </a:r>
              <a:r>
                <a:rPr lang="en-US" altLang="zh-CN" sz="900" dirty="0">
                  <a:latin typeface="Arial" panose="020B0604020202020204" pitchFamily="34" charset="0"/>
                  <a:ea typeface="微软雅黑" panose="020B0503020204020204" pitchFamily="34" charset="-122"/>
                  <a:sym typeface="Arial" panose="020B0604020202020204" pitchFamily="34" charset="0"/>
                </a:rPr>
                <a:t>+ </a:t>
              </a:r>
              <a:r>
                <a:rPr lang="zh-CN" altLang="en-US" sz="900" dirty="0">
                  <a:latin typeface="Arial" panose="020B0604020202020204" pitchFamily="34" charset="0"/>
                  <a:ea typeface="微软雅黑" panose="020B0503020204020204" pitchFamily="34" charset="-122"/>
                  <a:sym typeface="Arial" panose="020B0604020202020204" pitchFamily="34" charset="0"/>
                </a:rPr>
                <a:t>一键优化排版 </a:t>
              </a:r>
              <a:r>
                <a:rPr lang="en-US" altLang="zh-CN" sz="900" dirty="0">
                  <a:latin typeface="Arial" panose="020B0604020202020204" pitchFamily="34" charset="0"/>
                  <a:ea typeface="微软雅黑" panose="020B0503020204020204" pitchFamily="34" charset="-122"/>
                  <a:sym typeface="Arial" panose="020B0604020202020204" pitchFamily="34" charset="0"/>
                </a:rPr>
                <a:t>+ AI</a:t>
              </a:r>
              <a:r>
                <a:rPr lang="zh-CN" altLang="en-US" sz="900" dirty="0">
                  <a:latin typeface="Arial" panose="020B0604020202020204" pitchFamily="34" charset="0"/>
                  <a:ea typeface="微软雅黑" panose="020B0503020204020204" pitchFamily="34" charset="-122"/>
                  <a:sym typeface="Arial" panose="020B0604020202020204" pitchFamily="34" charset="0"/>
                </a:rPr>
                <a:t>智能生成</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p>
          </p:txBody>
        </p:sp>
        <p:sp>
          <p:nvSpPr>
            <p:cNvPr id="8" name="矩形 190">
              <a:extLst>
                <a:ext uri="{FF2B5EF4-FFF2-40B4-BE49-F238E27FC236}">
                  <a16:creationId xmlns:a16="http://schemas.microsoft.com/office/drawing/2014/main" id="{6307B696-98F5-3DE8-A9C9-EB3731B4DF01}"/>
                </a:ext>
              </a:extLst>
            </p:cNvPr>
            <p:cNvSpPr>
              <a:spLocks/>
            </p:cNvSpPr>
            <p:nvPr/>
          </p:nvSpPr>
          <p:spPr>
            <a:xfrm>
              <a:off x="660400" y="2807122"/>
              <a:ext cx="2620129" cy="294824"/>
            </a:xfrm>
            <a:prstGeom prst="rect">
              <a:avLst/>
            </a:prstGeom>
            <a:noFill/>
            <a:ln>
              <a:noFill/>
            </a:ln>
          </p:spPr>
          <p:txBody>
            <a:bodyPr wrap="square" anchor="t">
              <a:spAutoFit/>
            </a:bodyPr>
            <a:lstStyle/>
            <a:p>
              <a:pPr defTabSz="914332">
                <a:lnSpc>
                  <a:spcPct val="120000"/>
                </a:lnSpc>
                <a:defRPr/>
              </a:pPr>
              <a:r>
                <a:rPr lang="en-US" altLang="zh-CN" sz="1200" b="1"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b="1" dirty="0">
                  <a:latin typeface="Arial" panose="020B0604020202020204" pitchFamily="34" charset="0"/>
                  <a:ea typeface="微软雅黑" panose="020B0503020204020204" pitchFamily="34" charset="-122"/>
                  <a:sym typeface="Arial" panose="020B0604020202020204" pitchFamily="34" charset="0"/>
                </a:rPr>
                <a:t>，让 </a:t>
              </a:r>
              <a:r>
                <a:rPr lang="en-US" altLang="zh-CN" sz="1200" b="1" dirty="0">
                  <a:latin typeface="Arial" panose="020B0604020202020204" pitchFamily="34" charset="0"/>
                  <a:ea typeface="微软雅黑" panose="020B0503020204020204" pitchFamily="34" charset="-122"/>
                  <a:sym typeface="Arial" panose="020B0604020202020204" pitchFamily="34" charset="0"/>
                </a:rPr>
                <a:t>PPT </a:t>
              </a:r>
              <a:r>
                <a:rPr lang="zh-CN" altLang="en-US" sz="1200" b="1" dirty="0">
                  <a:latin typeface="Arial" panose="020B0604020202020204" pitchFamily="34" charset="0"/>
                  <a:ea typeface="微软雅黑" panose="020B0503020204020204" pitchFamily="34" charset="-122"/>
                  <a:sym typeface="Arial" panose="020B0604020202020204" pitchFamily="34" charset="0"/>
                </a:rPr>
                <a:t>设计简单起来！</a:t>
              </a:r>
              <a:endParaRPr lang="en-US" altLang="zh-CN" sz="900" b="1"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extLst>
                <a:ext uri="{FF2B5EF4-FFF2-40B4-BE49-F238E27FC236}">
                  <a16:creationId xmlns:a16="http://schemas.microsoft.com/office/drawing/2014/main" id="{20B32F7E-7C3A-5D94-853E-297AB8D2E0F4}"/>
                </a:ext>
              </a:extLst>
            </p:cNvPr>
            <p:cNvSpPr>
              <a:spLocks/>
            </p:cNvSpPr>
            <p:nvPr/>
          </p:nvSpPr>
          <p:spPr>
            <a:xfrm>
              <a:off x="660400" y="3206095"/>
              <a:ext cx="2620128" cy="923330"/>
            </a:xfrm>
            <a:prstGeom prst="rect">
              <a:avLst/>
            </a:prstGeom>
            <a:noFill/>
            <a:ln>
              <a:noFill/>
            </a:ln>
          </p:spPr>
          <p:txBody>
            <a:bodyPr wrap="square" anchor="t">
              <a:spAutoFit/>
            </a:bodyPr>
            <a:lstStyle/>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Access thousands of presentation resources + one-click layout optimization + AI-powered slide generation.</a:t>
              </a:r>
            </a:p>
            <a:p>
              <a:pPr defTabSz="914332">
                <a:defRPr/>
              </a:pP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With iSlide, creating beautiful presentations has never been easier!</a:t>
              </a:r>
              <a:endParaRPr lang="zh-CN" altLang="en-US" sz="9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4" name="组合 13">
            <a:extLst>
              <a:ext uri="{FF2B5EF4-FFF2-40B4-BE49-F238E27FC236}">
                <a16:creationId xmlns:a16="http://schemas.microsoft.com/office/drawing/2014/main" id="{EC05B91A-374B-5337-A07A-D0D5911BB8C7}"/>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E85D6916-7357-35DA-25B5-DC99E38927E3}"/>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F1744EC7-D7E5-E176-9BA3-B1BB466AD93D}"/>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BC56B6A7-94F1-DAD9-EA03-62CFD3334A1C}"/>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2CD737D-FE38-2624-8EED-6C59EF9C7EF5}"/>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39079551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thm15="http://schemas.microsoft.com/office/thememl/2012/main" xmlns:a="http://schemas.openxmlformats.org/drawingml/2006/main" name="Designed by iSlide">
  <a:themeElements>
    <a:clrScheme name="新主题色">
      <a:dk1>
        <a:srgbClr val="000000"/>
      </a:dk1>
      <a:lt1>
        <a:srgbClr val="FFFFFF"/>
      </a:lt1>
      <a:dk2>
        <a:srgbClr val="778495"/>
      </a:dk2>
      <a:lt2>
        <a:srgbClr val="F0F0F0"/>
      </a:lt2>
      <a:accent1>
        <a:srgbClr val="155FFD"/>
      </a:accent1>
      <a:accent2>
        <a:srgbClr val="FDA211"/>
      </a:accent2>
      <a:accent3>
        <a:srgbClr val="52B52B"/>
      </a:accent3>
      <a:accent4>
        <a:srgbClr val="FABD00"/>
      </a:accent4>
      <a:accent5>
        <a:srgbClr val="FF7C00"/>
      </a:accent5>
      <a:accent6>
        <a:srgbClr val="24B7BD"/>
      </a:accent6>
      <a:hlink>
        <a:srgbClr val="564EF8"/>
      </a:hlink>
      <a:folHlink>
        <a:srgbClr val="BFBFBF"/>
      </a:folHlink>
    </a:clrScheme>
    <a:fontScheme name="iSlide">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lid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新主题色">
    <a:dk1>
      <a:srgbClr val="000000"/>
    </a:dk1>
    <a:lt1>
      <a:srgbClr val="FFFFFF"/>
    </a:lt1>
    <a:dk2>
      <a:srgbClr val="778495"/>
    </a:dk2>
    <a:lt2>
      <a:srgbClr val="F0F0F0"/>
    </a:lt2>
    <a:accent1>
      <a:srgbClr val="155FFD"/>
    </a:accent1>
    <a:accent2>
      <a:srgbClr val="FDA211"/>
    </a:accent2>
    <a:accent3>
      <a:srgbClr val="52B52B"/>
    </a:accent3>
    <a:accent4>
      <a:srgbClr val="FABD00"/>
    </a:accent4>
    <a:accent5>
      <a:srgbClr val="FF7C00"/>
    </a:accent5>
    <a:accent6>
      <a:srgbClr val="24B7BD"/>
    </a:accent6>
    <a:hlink>
      <a:srgbClr val="564EF8"/>
    </a:hlink>
    <a:folHlink>
      <a:srgbClr val="BFBFBF"/>
    </a:folHlink>
  </a:clrScheme>
</a:themeOverride>
</file>

<file path=ppt/theme/themeOverride2.xml><?xml version="1.0" encoding="utf-8"?>
<a:themeOverride xmlns:a="http://schemas.openxmlformats.org/drawingml/2006/main">
  <a:clrScheme name="新主题色">
    <a:dk1>
      <a:srgbClr val="000000"/>
    </a:dk1>
    <a:lt1>
      <a:srgbClr val="FFFFFF"/>
    </a:lt1>
    <a:dk2>
      <a:srgbClr val="778495"/>
    </a:dk2>
    <a:lt2>
      <a:srgbClr val="F0F0F0"/>
    </a:lt2>
    <a:accent1>
      <a:srgbClr val="155FFD"/>
    </a:accent1>
    <a:accent2>
      <a:srgbClr val="FDA211"/>
    </a:accent2>
    <a:accent3>
      <a:srgbClr val="52B52B"/>
    </a:accent3>
    <a:accent4>
      <a:srgbClr val="FABD00"/>
    </a:accent4>
    <a:accent5>
      <a:srgbClr val="FF7C00"/>
    </a:accent5>
    <a:accent6>
      <a:srgbClr val="24B7BD"/>
    </a:accent6>
    <a:hlink>
      <a:srgbClr val="564EF8"/>
    </a:hlink>
    <a:folHlink>
      <a:srgbClr val="BFBFBF"/>
    </a:folHlink>
  </a:clrScheme>
</a:themeOverride>
</file>

<file path=ppt/theme/themeOverride3.xml><?xml version="1.0" encoding="utf-8"?>
<a:themeOverride xmlns:a="http://schemas.openxmlformats.org/drawingml/2006/main">
  <a:clrScheme name="新主题色">
    <a:dk1>
      <a:srgbClr val="000000"/>
    </a:dk1>
    <a:lt1>
      <a:srgbClr val="FFFFFF"/>
    </a:lt1>
    <a:dk2>
      <a:srgbClr val="778495"/>
    </a:dk2>
    <a:lt2>
      <a:srgbClr val="F0F0F0"/>
    </a:lt2>
    <a:accent1>
      <a:srgbClr val="155FFD"/>
    </a:accent1>
    <a:accent2>
      <a:srgbClr val="FDA211"/>
    </a:accent2>
    <a:accent3>
      <a:srgbClr val="52B52B"/>
    </a:accent3>
    <a:accent4>
      <a:srgbClr val="FABD00"/>
    </a:accent4>
    <a:accent5>
      <a:srgbClr val="FF7C00"/>
    </a:accent5>
    <a:accent6>
      <a:srgbClr val="24B7BD"/>
    </a:accent6>
    <a:hlink>
      <a:srgbClr val="564EF8"/>
    </a:hlink>
    <a:folHlink>
      <a:srgbClr val="BFBFBF"/>
    </a:folHlink>
  </a:clrScheme>
</a:themeOverride>
</file>

<file path=ppt/theme/themeOverride4.xml><?xml version="1.0" encoding="utf-8"?>
<a:themeOverride xmlns:a="http://schemas.openxmlformats.org/drawingml/2006/main">
  <a:clrScheme name="新主题色">
    <a:dk1>
      <a:srgbClr val="000000"/>
    </a:dk1>
    <a:lt1>
      <a:srgbClr val="FFFFFF"/>
    </a:lt1>
    <a:dk2>
      <a:srgbClr val="778495"/>
    </a:dk2>
    <a:lt2>
      <a:srgbClr val="F0F0F0"/>
    </a:lt2>
    <a:accent1>
      <a:srgbClr val="155FFD"/>
    </a:accent1>
    <a:accent2>
      <a:srgbClr val="FDA211"/>
    </a:accent2>
    <a:accent3>
      <a:srgbClr val="52B52B"/>
    </a:accent3>
    <a:accent4>
      <a:srgbClr val="FABD00"/>
    </a:accent4>
    <a:accent5>
      <a:srgbClr val="FF7C00"/>
    </a:accent5>
    <a:accent6>
      <a:srgbClr val="24B7BD"/>
    </a:accent6>
    <a:hlink>
      <a:srgbClr val="564EF8"/>
    </a:hlink>
    <a:folHlink>
      <a:srgbClr val="BFBFBF"/>
    </a:folHlink>
  </a:clrScheme>
</a:themeOverride>
</file>

<file path=ppt/theme/themeOverride5.xml><?xml version="1.0" encoding="utf-8"?>
<a:themeOverride xmlns:a="http://schemas.openxmlformats.org/drawingml/2006/main">
  <a:clrScheme name="新主题色">
    <a:dk1>
      <a:srgbClr val="000000"/>
    </a:dk1>
    <a:lt1>
      <a:srgbClr val="FFFFFF"/>
    </a:lt1>
    <a:dk2>
      <a:srgbClr val="778495"/>
    </a:dk2>
    <a:lt2>
      <a:srgbClr val="F0F0F0"/>
    </a:lt2>
    <a:accent1>
      <a:srgbClr val="155FFD"/>
    </a:accent1>
    <a:accent2>
      <a:srgbClr val="FDA211"/>
    </a:accent2>
    <a:accent3>
      <a:srgbClr val="52B52B"/>
    </a:accent3>
    <a:accent4>
      <a:srgbClr val="FABD00"/>
    </a:accent4>
    <a:accent5>
      <a:srgbClr val="FF7C00"/>
    </a:accent5>
    <a:accent6>
      <a:srgbClr val="24B7BD"/>
    </a:accent6>
    <a:hlink>
      <a:srgbClr val="564EF8"/>
    </a:hlink>
    <a:folHlink>
      <a:srgbClr val="BFBFBF"/>
    </a:folHlink>
  </a:clrScheme>
</a:themeOverride>
</file>

<file path=ppt/theme/themeOverride6.xml><?xml version="1.0" encoding="utf-8"?>
<a:themeOverride xmlns:a="http://schemas.openxmlformats.org/drawingml/2006/main">
  <a:clrScheme name="新主题色">
    <a:dk1>
      <a:srgbClr val="000000"/>
    </a:dk1>
    <a:lt1>
      <a:srgbClr val="FFFFFF"/>
    </a:lt1>
    <a:dk2>
      <a:srgbClr val="778495"/>
    </a:dk2>
    <a:lt2>
      <a:srgbClr val="F0F0F0"/>
    </a:lt2>
    <a:accent1>
      <a:srgbClr val="155FFD"/>
    </a:accent1>
    <a:accent2>
      <a:srgbClr val="FDA211"/>
    </a:accent2>
    <a:accent3>
      <a:srgbClr val="52B52B"/>
    </a:accent3>
    <a:accent4>
      <a:srgbClr val="FABD00"/>
    </a:accent4>
    <a:accent5>
      <a:srgbClr val="FF7C00"/>
    </a:accent5>
    <a:accent6>
      <a:srgbClr val="24B7BD"/>
    </a:accent6>
    <a:hlink>
      <a:srgbClr val="564EF8"/>
    </a:hlink>
    <a:folHlink>
      <a:srgbClr val="BFBFBF"/>
    </a:folHlink>
  </a:clrScheme>
</a:themeOverride>
</file>

<file path=ppt/theme/themeOverride7.xml><?xml version="1.0" encoding="utf-8"?>
<a:themeOverride xmlns:a="http://schemas.openxmlformats.org/drawingml/2006/main">
  <a:clrScheme name="新主题色">
    <a:dk1>
      <a:srgbClr val="000000"/>
    </a:dk1>
    <a:lt1>
      <a:srgbClr val="FFFFFF"/>
    </a:lt1>
    <a:dk2>
      <a:srgbClr val="778495"/>
    </a:dk2>
    <a:lt2>
      <a:srgbClr val="F0F0F0"/>
    </a:lt2>
    <a:accent1>
      <a:srgbClr val="155FFD"/>
    </a:accent1>
    <a:accent2>
      <a:srgbClr val="FDA211"/>
    </a:accent2>
    <a:accent3>
      <a:srgbClr val="52B52B"/>
    </a:accent3>
    <a:accent4>
      <a:srgbClr val="FABD00"/>
    </a:accent4>
    <a:accent5>
      <a:srgbClr val="FF7C00"/>
    </a:accent5>
    <a:accent6>
      <a:srgbClr val="24B7BD"/>
    </a:accent6>
    <a:hlink>
      <a:srgbClr val="564EF8"/>
    </a:hlink>
    <a:folHlink>
      <a:srgbClr val="BFBFBF"/>
    </a:folHlink>
  </a:clrScheme>
</a:themeOverride>
</file>

<file path=ppt/theme/themeOverride8.xml><?xml version="1.0" encoding="utf-8"?>
<a:themeOverride xmlns:a="http://schemas.openxmlformats.org/drawingml/2006/main">
  <a:clrScheme name="新主题色">
    <a:dk1>
      <a:srgbClr val="000000"/>
    </a:dk1>
    <a:lt1>
      <a:srgbClr val="FFFFFF"/>
    </a:lt1>
    <a:dk2>
      <a:srgbClr val="778495"/>
    </a:dk2>
    <a:lt2>
      <a:srgbClr val="F0F0F0"/>
    </a:lt2>
    <a:accent1>
      <a:srgbClr val="155FFD"/>
    </a:accent1>
    <a:accent2>
      <a:srgbClr val="FDA211"/>
    </a:accent2>
    <a:accent3>
      <a:srgbClr val="52B52B"/>
    </a:accent3>
    <a:accent4>
      <a:srgbClr val="FABD00"/>
    </a:accent4>
    <a:accent5>
      <a:srgbClr val="FF7C00"/>
    </a:accent5>
    <a:accent6>
      <a:srgbClr val="24B7BD"/>
    </a:accent6>
    <a:hlink>
      <a:srgbClr val="564EF8"/>
    </a:hlink>
    <a:folHlink>
      <a:srgbClr val="BFBFBF"/>
    </a:folHlink>
  </a:clrScheme>
</a:themeOverride>
</file>

<file path=ppt/theme/themeOverride9.xml><?xml version="1.0" encoding="utf-8"?>
<a:themeOverride xmlns:a="http://schemas.openxmlformats.org/drawingml/2006/main">
  <a:clrScheme name="新主题色">
    <a:dk1>
      <a:srgbClr val="000000"/>
    </a:dk1>
    <a:lt1>
      <a:srgbClr val="FFFFFF"/>
    </a:lt1>
    <a:dk2>
      <a:srgbClr val="778495"/>
    </a:dk2>
    <a:lt2>
      <a:srgbClr val="F0F0F0"/>
    </a:lt2>
    <a:accent1>
      <a:srgbClr val="155FFD"/>
    </a:accent1>
    <a:accent2>
      <a:srgbClr val="FDA211"/>
    </a:accent2>
    <a:accent3>
      <a:srgbClr val="52B52B"/>
    </a:accent3>
    <a:accent4>
      <a:srgbClr val="FABD00"/>
    </a:accent4>
    <a:accent5>
      <a:srgbClr val="FF7C00"/>
    </a:accent5>
    <a:accent6>
      <a:srgbClr val="24B7BD"/>
    </a:accent6>
    <a:hlink>
      <a:srgbClr val="564EF8"/>
    </a:hlink>
    <a:folHlink>
      <a:srgbClr val="BFBFBF"/>
    </a:folHlink>
  </a:clrScheme>
</a:themeOverride>
</file>

<file path=ppt/theme/themeOverride10.xml><?xml version="1.0" encoding="utf-8"?>
<a:themeOverride xmlns:a="http://schemas.openxmlformats.org/drawingml/2006/main">
  <a:clrScheme name="新主题色">
    <a:dk1>
      <a:srgbClr val="000000"/>
    </a:dk1>
    <a:lt1>
      <a:srgbClr val="FFFFFF"/>
    </a:lt1>
    <a:dk2>
      <a:srgbClr val="778495"/>
    </a:dk2>
    <a:lt2>
      <a:srgbClr val="F0F0F0"/>
    </a:lt2>
    <a:accent1>
      <a:srgbClr val="155FFD"/>
    </a:accent1>
    <a:accent2>
      <a:srgbClr val="FDA211"/>
    </a:accent2>
    <a:accent3>
      <a:srgbClr val="52B52B"/>
    </a:accent3>
    <a:accent4>
      <a:srgbClr val="FABD00"/>
    </a:accent4>
    <a:accent5>
      <a:srgbClr val="FF7C00"/>
    </a:accent5>
    <a:accent6>
      <a:srgbClr val="24B7BD"/>
    </a:accent6>
    <a:hlink>
      <a:srgbClr val="564EF8"/>
    </a:hlink>
    <a:folHlink>
      <a:srgbClr val="BFBFBF"/>
    </a:folHlink>
  </a:clrScheme>
</a:themeOverride>
</file>

<file path=ppt/theme/themeOverride11.xml><?xml version="1.0" encoding="utf-8"?>
<a:themeOverride xmlns:a="http://schemas.openxmlformats.org/drawingml/2006/main">
  <a:clrScheme name="新主题色">
    <a:dk1>
      <a:srgbClr val="000000"/>
    </a:dk1>
    <a:lt1>
      <a:srgbClr val="FFFFFF"/>
    </a:lt1>
    <a:dk2>
      <a:srgbClr val="778495"/>
    </a:dk2>
    <a:lt2>
      <a:srgbClr val="F0F0F0"/>
    </a:lt2>
    <a:accent1>
      <a:srgbClr val="155FFD"/>
    </a:accent1>
    <a:accent2>
      <a:srgbClr val="FDA211"/>
    </a:accent2>
    <a:accent3>
      <a:srgbClr val="52B52B"/>
    </a:accent3>
    <a:accent4>
      <a:srgbClr val="FABD00"/>
    </a:accent4>
    <a:accent5>
      <a:srgbClr val="FF7C00"/>
    </a:accent5>
    <a:accent6>
      <a:srgbClr val="24B7BD"/>
    </a:accent6>
    <a:hlink>
      <a:srgbClr val="564EF8"/>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442</TotalTime>
  <Words>814</Words>
  <Application>Microsoft Office PowerPoint</Application>
  <PresentationFormat>宽屏</PresentationFormat>
  <Paragraphs>127</Paragraphs>
  <Slides>11</Slides>
  <Notes>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11</vt:i4>
      </vt:variant>
    </vt:vector>
  </HeadingPairs>
  <TitlesOfParts>
    <vt:vector size="14" baseType="lpstr">
      <vt:lpstr>等线</vt:lpstr>
      <vt:lpstr>Arial</vt:lpstr>
      <vt:lpstr>Designed by iSlide</vt:lpstr>
      <vt:lpstr>蓝色简约风通用分析与方案</vt:lpstr>
      <vt:lpstr>目录</vt:lpstr>
      <vt:lpstr>单击此处添加章节标题</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谢谢观看-48px</vt:lpstr>
    </vt:vector>
  </TitlesOfParts>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iSlide PowerPoint Template</dc:title>
  <dc:creator>iSlide</dc:creator>
  <cp:lastModifiedBy>xin li</cp:lastModifiedBy>
  <cp:revision>177</cp:revision>
  <dcterms:created xsi:type="dcterms:W3CDTF">2023-06-05T05:58:43Z</dcterms:created>
  <dcterms:modified xsi:type="dcterms:W3CDTF">2026-06-30T02:51:44Z</dcterms:modified>
</cp:coreProperties>
</file>