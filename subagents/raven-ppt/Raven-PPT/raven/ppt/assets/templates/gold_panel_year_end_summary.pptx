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63" r:id="rId5"/>
    <p:sldId id="264" r:id="rId6"/>
    <p:sldId id="265" r:id="rId7"/>
    <p:sldId id="266" r:id="rId8"/>
    <p:sldId id="259" r:id="rId9"/>
    <p:sldId id="267" r:id="rId10"/>
    <p:sldId id="268" r:id="rId11"/>
    <p:sldId id="282" r:id="rId12"/>
    <p:sldId id="270" r:id="rId13"/>
    <p:sldId id="271" r:id="rId14"/>
    <p:sldId id="260" r:id="rId15"/>
    <p:sldId id="272" r:id="rId16"/>
    <p:sldId id="273" r:id="rId17"/>
    <p:sldId id="274" r:id="rId18"/>
    <p:sldId id="275" r:id="rId19"/>
    <p:sldId id="261" r:id="rId20"/>
    <p:sldId id="283" r:id="rId21"/>
    <p:sldId id="277" r:id="rId22"/>
    <p:sldId id="278" r:id="rId23"/>
    <p:sldId id="281" r:id="rId24"/>
    <p:sldId id="280" r:id="rId25"/>
    <p:sldId id="262" r:id="rId26"/>
    <p:sldId id="315" r:id="rId27"/>
    <p:sldId id="316" r:id="rId28"/>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00000"/>
    <a:srgbClr val="2F4858"/>
    <a:srgbClr val="F4EFE9"/>
    <a:srgbClr val="385F66"/>
    <a:srgbClr val="4F766E"/>
    <a:srgbClr val="728B74"/>
    <a:srgbClr val="9C9E7E"/>
    <a:srgbClr val="C8AF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34" autoAdjust="0"/>
    <p:restoredTop sz="86483" autoAdjust="0"/>
  </p:normalViewPr>
  <p:slideViewPr>
    <p:cSldViewPr snapToGrid="0" showGuides="1">
      <p:cViewPr>
        <p:scale>
          <a:sx n="75" d="100"/>
          <a:sy n="75" d="100"/>
        </p:scale>
        <p:origin x="210" y="690"/>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rgbClr val="F8F8F8"/>
                </a:solidFill>
                <a:latin typeface="+mn-lt"/>
                <a:ea typeface="+mn-ea"/>
                <a:cs typeface="+mn-cs"/>
              </a:defRPr>
            </a:pPr>
            <a:r>
              <a:rPr lang="zh-CN" altLang="en-US" sz="1600" dirty="0">
                <a:solidFill>
                  <a:srgbClr val="F8F8F8"/>
                </a:solidFill>
              </a:rPr>
              <a:t>核心项目达成率</a:t>
            </a:r>
          </a:p>
        </c:rich>
      </c:tx>
      <c:layout>
        <c:manualLayout>
          <c:xMode val="edge"/>
          <c:yMode val="edge"/>
          <c:x val="0.27714793734264725"/>
          <c:y val="1.2180974756128733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rgbClr val="F8F8F8"/>
              </a:solidFill>
              <a:latin typeface="+mn-lt"/>
              <a:ea typeface="+mn-ea"/>
              <a:cs typeface="+mn-cs"/>
            </a:defRPr>
          </a:pPr>
          <a:endParaRPr lang="zh-CN"/>
        </a:p>
      </c:txPr>
    </c:title>
    <c:autoTitleDeleted val="0"/>
    <c:plotArea>
      <c:layout>
        <c:manualLayout>
          <c:layoutTarget val="inner"/>
          <c:xMode val="edge"/>
          <c:yMode val="edge"/>
          <c:x val="0.23112867632798959"/>
          <c:y val="0.12180974756128733"/>
          <c:w val="0.5340389425602049"/>
          <c:h val="0.87819025243871263"/>
        </c:manualLayout>
      </c:layout>
      <c:doughnutChart>
        <c:varyColors val="1"/>
        <c:ser>
          <c:idx val="0"/>
          <c:order val="0"/>
          <c:tx>
            <c:strRef>
              <c:f>Sheet1!$B$1</c:f>
              <c:strCache>
                <c:ptCount val="1"/>
                <c:pt idx="0">
                  <c:v>单击此处添加文本</c:v>
                </c:pt>
              </c:strCache>
            </c:strRef>
          </c:tx>
          <c:spPr>
            <a:ln>
              <a:noFill/>
            </a:ln>
          </c:spPr>
          <c:explosion val="29"/>
          <c:dPt>
            <c:idx val="0"/>
            <c:bubble3D val="0"/>
            <c:explosion val="0"/>
            <c:spPr>
              <a:solidFill>
                <a:schemeClr val="accent1"/>
              </a:solidFill>
              <a:ln w="19050">
                <a:noFill/>
              </a:ln>
              <a:effectLst/>
            </c:spPr>
            <c:extLst>
              <c:ext xmlns:c16="http://schemas.microsoft.com/office/drawing/2014/chart" uri="{C3380CC4-5D6E-409C-BE32-E72D297353CC}">
                <c16:uniqueId val="{00000001-7B11-465A-BCC0-B4B877ECB247}"/>
              </c:ext>
            </c:extLst>
          </c:dPt>
          <c:dPt>
            <c:idx val="1"/>
            <c:bubble3D val="0"/>
            <c:explosion val="0"/>
            <c:spPr>
              <a:solidFill>
                <a:schemeClr val="accent1">
                  <a:lumMod val="20000"/>
                  <a:lumOff val="80000"/>
                </a:schemeClr>
              </a:solidFill>
              <a:ln w="19050">
                <a:noFill/>
              </a:ln>
              <a:effectLst/>
            </c:spPr>
            <c:extLst>
              <c:ext xmlns:c16="http://schemas.microsoft.com/office/drawing/2014/chart" uri="{C3380CC4-5D6E-409C-BE32-E72D297353CC}">
                <c16:uniqueId val="{00000003-7B11-465A-BCC0-B4B877ECB247}"/>
              </c:ext>
            </c:extLst>
          </c:dPt>
          <c:dLbls>
            <c:dLbl>
              <c:idx val="0"/>
              <c:layout>
                <c:manualLayout>
                  <c:x val="-0.18729926722055038"/>
                  <c:y val="-0.1279002349393516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B11-465A-BCC0-B4B877ECB247}"/>
                </c:ext>
              </c:extLst>
            </c:dLbl>
            <c:dLbl>
              <c:idx val="1"/>
              <c:layout>
                <c:manualLayout>
                  <c:x val="0.17860285173603127"/>
                  <c:y val="-6.090487378064366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B11-465A-BCC0-B4B877ECB247}"/>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8F8F8"/>
                    </a:solidFill>
                    <a:latin typeface="+mn-lt"/>
                    <a:ea typeface="+mn-ea"/>
                    <a:cs typeface="+mn-cs"/>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文本1</c:v>
                </c:pt>
                <c:pt idx="1">
                  <c:v>文本2</c:v>
                </c:pt>
              </c:strCache>
            </c:strRef>
          </c:cat>
          <c:val>
            <c:numRef>
              <c:f>Sheet1!$B$2:$B$3</c:f>
              <c:numCache>
                <c:formatCode>0%</c:formatCode>
                <c:ptCount val="2"/>
                <c:pt idx="0">
                  <c:v>0.8</c:v>
                </c:pt>
                <c:pt idx="1">
                  <c:v>0.2</c:v>
                </c:pt>
              </c:numCache>
            </c:numRef>
          </c:val>
          <c:extLst>
            <c:ext xmlns:c16="http://schemas.microsoft.com/office/drawing/2014/chart" uri="{C3380CC4-5D6E-409C-BE32-E72D297353CC}">
              <c16:uniqueId val="{00000004-7B11-465A-BCC0-B4B877ECB247}"/>
            </c:ext>
          </c:extLst>
        </c:ser>
        <c:dLbls>
          <c:showLegendKey val="0"/>
          <c:showVal val="1"/>
          <c:showCatName val="0"/>
          <c:showSerName val="0"/>
          <c:showPercent val="0"/>
          <c:showBubbleSize val="0"/>
          <c:showLeaderLines val="1"/>
        </c:dLbls>
        <c:firstSliceAng val="119"/>
        <c:holeSize val="40"/>
      </c:doughnutChart>
      <c:spPr>
        <a:noFill/>
        <a:ln>
          <a:noFill/>
        </a:ln>
        <a:effectLst/>
      </c:spPr>
    </c:plotArea>
    <c:legend>
      <c:legendPos val="b"/>
      <c:layout>
        <c:manualLayout>
          <c:xMode val="edge"/>
          <c:yMode val="edge"/>
          <c:x val="0.34128123105314406"/>
          <c:y val="0.90285960371548502"/>
          <c:w val="0.32040021009046665"/>
          <c:h val="9.7140396284514957E-2"/>
        </c:manualLayout>
      </c:layout>
      <c:overlay val="0"/>
      <c:spPr>
        <a:noFill/>
        <a:ln>
          <a:noFill/>
        </a:ln>
        <a:effectLst/>
      </c:spPr>
      <c:txPr>
        <a:bodyPr rot="0" spcFirstLastPara="1" vertOverflow="ellipsis" vert="horz" wrap="square" anchor="ctr" anchorCtr="1"/>
        <a:lstStyle/>
        <a:p>
          <a:pPr>
            <a:defRPr sz="900" b="1" i="0" u="none" strike="noStrike" kern="1200" baseline="0">
              <a:solidFill>
                <a:srgbClr val="F8F8F8"/>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单击此处添加文本</c:v>
                </c:pt>
              </c:strCache>
            </c:strRef>
          </c:tx>
          <c:spPr>
            <a:gradFill flip="none" rotWithShape="1">
              <a:gsLst>
                <a:gs pos="0">
                  <a:schemeClr val="accent1"/>
                </a:gs>
                <a:gs pos="100000">
                  <a:schemeClr val="accent1">
                    <a:alpha val="0"/>
                    <a:lumMod val="30000"/>
                    <a:lumOff val="70000"/>
                  </a:schemeClr>
                </a:gs>
              </a:gsLst>
              <a:lin ang="5400000" scaled="1"/>
              <a:tileRect/>
            </a:gradFill>
            <a:ln>
              <a:noFill/>
            </a:ln>
            <a:effectLst/>
          </c:spPr>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45000</c:v>
                </c:pt>
                <c:pt idx="1">
                  <c:v>35000</c:v>
                </c:pt>
                <c:pt idx="2">
                  <c:v>50000</c:v>
                </c:pt>
                <c:pt idx="3">
                  <c:v>40000</c:v>
                </c:pt>
              </c:numCache>
            </c:numRef>
          </c:val>
          <c:extLst>
            <c:ext xmlns:c16="http://schemas.microsoft.com/office/drawing/2014/chart" uri="{C3380CC4-5D6E-409C-BE32-E72D297353CC}">
              <c16:uniqueId val="{00000000-0E09-4B98-8988-0EAC2603A01C}"/>
            </c:ext>
          </c:extLst>
        </c:ser>
        <c:dLbls>
          <c:showLegendKey val="0"/>
          <c:showVal val="0"/>
          <c:showCatName val="0"/>
          <c:showSerName val="0"/>
          <c:showPercent val="0"/>
          <c:showBubbleSize val="0"/>
        </c:dLbls>
        <c:axId val="710698112"/>
        <c:axId val="710698832"/>
      </c:areaChart>
      <c:catAx>
        <c:axId val="71069811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crossAx val="710698832"/>
        <c:crosses val="autoZero"/>
        <c:auto val="1"/>
        <c:lblAlgn val="ctr"/>
        <c:lblOffset val="100"/>
        <c:noMultiLvlLbl val="0"/>
      </c:catAx>
      <c:valAx>
        <c:axId val="710698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crossAx val="71069811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zh-CN"/>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nSpc>
          <a:spcPct val="120000"/>
        </a:lnSpc>
        <a:spcBef>
          <a:spcPts val="0"/>
        </a:spcBef>
        <a:spcAft>
          <a:spcPts val="0"/>
        </a:spcAf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29197652852351"/>
          <c:y val="8.2861368548524349E-3"/>
          <c:w val="0.67470112401257221"/>
          <c:h val="0.88863686375872231"/>
        </c:manualLayout>
      </c:layout>
      <c:doughnutChart>
        <c:varyColors val="1"/>
        <c:ser>
          <c:idx val="0"/>
          <c:order val="0"/>
          <c:tx>
            <c:strRef>
              <c:f>Sheet1!$B$1</c:f>
              <c:strCache>
                <c:ptCount val="1"/>
                <c:pt idx="0">
                  <c:v>项目完成率</c:v>
                </c:pt>
              </c:strCache>
            </c:strRef>
          </c:tx>
          <c:spPr>
            <a:solidFill>
              <a:schemeClr val="accent2">
                <a:lumMod val="75000"/>
              </a:schemeClr>
            </a:solidFill>
            <a:ln>
              <a:noFill/>
            </a:ln>
          </c:spPr>
          <c:explosion val="2"/>
          <c:dPt>
            <c:idx val="0"/>
            <c:bubble3D val="0"/>
            <c:spPr>
              <a:solidFill>
                <a:schemeClr val="accent1">
                  <a:lumMod val="50000"/>
                </a:schemeClr>
              </a:solidFill>
              <a:ln w="19050">
                <a:noFill/>
              </a:ln>
              <a:effectLst/>
            </c:spPr>
            <c:extLst>
              <c:ext xmlns:c16="http://schemas.microsoft.com/office/drawing/2014/chart" uri="{C3380CC4-5D6E-409C-BE32-E72D297353CC}">
                <c16:uniqueId val="{00000001-4247-4B99-8729-2EE9E5A776A4}"/>
              </c:ext>
            </c:extLst>
          </c:dPt>
          <c:dPt>
            <c:idx val="1"/>
            <c:bubble3D val="0"/>
            <c:spPr>
              <a:solidFill>
                <a:schemeClr val="accent1">
                  <a:lumMod val="75000"/>
                </a:schemeClr>
              </a:solidFill>
              <a:ln w="19050">
                <a:noFill/>
              </a:ln>
              <a:effectLst/>
            </c:spPr>
            <c:extLst>
              <c:ext xmlns:c16="http://schemas.microsoft.com/office/drawing/2014/chart" uri="{C3380CC4-5D6E-409C-BE32-E72D297353CC}">
                <c16:uniqueId val="{00000003-4247-4B99-8729-2EE9E5A776A4}"/>
              </c:ext>
            </c:extLst>
          </c:dPt>
          <c:dPt>
            <c:idx val="2"/>
            <c:bubble3D val="0"/>
            <c:spPr>
              <a:solidFill>
                <a:schemeClr val="accent1"/>
              </a:solidFill>
              <a:ln w="19050">
                <a:noFill/>
              </a:ln>
              <a:effectLst/>
            </c:spPr>
            <c:extLst>
              <c:ext xmlns:c16="http://schemas.microsoft.com/office/drawing/2014/chart" uri="{C3380CC4-5D6E-409C-BE32-E72D297353CC}">
                <c16:uniqueId val="{00000005-4247-4B99-8729-2EE9E5A776A4}"/>
              </c:ext>
            </c:extLst>
          </c:dPt>
          <c:dPt>
            <c:idx val="3"/>
            <c:bubble3D val="0"/>
            <c:spPr>
              <a:solidFill>
                <a:schemeClr val="accent1">
                  <a:lumMod val="60000"/>
                  <a:lumOff val="40000"/>
                </a:schemeClr>
              </a:solidFill>
              <a:ln w="19050">
                <a:noFill/>
              </a:ln>
              <a:effectLst/>
            </c:spPr>
            <c:extLst>
              <c:ext xmlns:c16="http://schemas.microsoft.com/office/drawing/2014/chart" uri="{C3380CC4-5D6E-409C-BE32-E72D297353CC}">
                <c16:uniqueId val="{00000007-4247-4B99-8729-2EE9E5A776A4}"/>
              </c:ext>
            </c:extLst>
          </c:dPt>
          <c:dLbls>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0000"/>
                      </a:solidFill>
                      <a:latin typeface="+mn-lt"/>
                      <a:ea typeface="+mn-ea"/>
                      <a:cs typeface="+mn-cs"/>
                    </a:defRPr>
                  </a:pPr>
                  <a:endParaRPr lang="zh-CN"/>
                </a:p>
              </c:txPr>
              <c:showLegendKey val="0"/>
              <c:showVal val="1"/>
              <c:showCatName val="0"/>
              <c:showSerName val="0"/>
              <c:showPercent val="0"/>
              <c:showBubbleSize val="0"/>
              <c:extLst>
                <c:ext xmlns:c16="http://schemas.microsoft.com/office/drawing/2014/chart" uri="{C3380CC4-5D6E-409C-BE32-E72D297353CC}">
                  <c16:uniqueId val="{00000007-4247-4B99-8729-2EE9E5A776A4}"/>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F8F8F8"/>
                    </a:solidFill>
                    <a:latin typeface="+mn-lt"/>
                    <a:ea typeface="+mn-ea"/>
                    <a:cs typeface="+mn-cs"/>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第一季度</c:v>
                </c:pt>
                <c:pt idx="1">
                  <c:v>第二季度</c:v>
                </c:pt>
                <c:pt idx="2">
                  <c:v>第三季度</c:v>
                </c:pt>
                <c:pt idx="3">
                  <c:v>第四季度</c:v>
                </c:pt>
              </c:strCache>
            </c:strRef>
          </c:cat>
          <c:val>
            <c:numRef>
              <c:f>Sheet1!$B$2:$B$5</c:f>
              <c:numCache>
                <c:formatCode>0.0%</c:formatCode>
                <c:ptCount val="4"/>
                <c:pt idx="0">
                  <c:v>0.23</c:v>
                </c:pt>
                <c:pt idx="1">
                  <c:v>0.22</c:v>
                </c:pt>
                <c:pt idx="2">
                  <c:v>0.26</c:v>
                </c:pt>
                <c:pt idx="3">
                  <c:v>0.28999999999999998</c:v>
                </c:pt>
              </c:numCache>
            </c:numRef>
          </c:val>
          <c:extLst>
            <c:ext xmlns:c16="http://schemas.microsoft.com/office/drawing/2014/chart" uri="{C3380CC4-5D6E-409C-BE32-E72D297353CC}">
              <c16:uniqueId val="{00000008-4247-4B99-8729-2EE9E5A776A4}"/>
            </c:ext>
          </c:extLst>
        </c:ser>
        <c:dLbls>
          <c:showLegendKey val="0"/>
          <c:showVal val="1"/>
          <c:showCatName val="0"/>
          <c:showSerName val="0"/>
          <c:showPercent val="0"/>
          <c:showBubbleSize val="0"/>
          <c:showLeaderLines val="1"/>
        </c:dLbls>
        <c:firstSliceAng val="0"/>
        <c:holeSize val="4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677850051352272E-2"/>
          <c:y val="3.2463758362572384E-2"/>
          <c:w val="0.90340910647038686"/>
          <c:h val="0.731046175721906"/>
        </c:manualLayout>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Sheet1!$A$2:$A$8</c:f>
              <c:strCache>
                <c:ptCount val="7"/>
                <c:pt idx="0">
                  <c:v>类别 1</c:v>
                </c:pt>
                <c:pt idx="1">
                  <c:v>类别 2</c:v>
                </c:pt>
                <c:pt idx="2">
                  <c:v>类别 3</c:v>
                </c:pt>
                <c:pt idx="3">
                  <c:v>类别 4</c:v>
                </c:pt>
                <c:pt idx="4">
                  <c:v>类别 5</c:v>
                </c:pt>
                <c:pt idx="5">
                  <c:v>类别 6</c:v>
                </c:pt>
                <c:pt idx="6">
                  <c:v>类别 7</c:v>
                </c:pt>
              </c:strCache>
            </c:strRef>
          </c:cat>
          <c:val>
            <c:numRef>
              <c:f>Sheet1!$B$2:$B$8</c:f>
              <c:numCache>
                <c:formatCode>General</c:formatCode>
                <c:ptCount val="7"/>
                <c:pt idx="0">
                  <c:v>4.3</c:v>
                </c:pt>
                <c:pt idx="1">
                  <c:v>2.5</c:v>
                </c:pt>
                <c:pt idx="2">
                  <c:v>3.5</c:v>
                </c:pt>
                <c:pt idx="3">
                  <c:v>4.5</c:v>
                </c:pt>
                <c:pt idx="4">
                  <c:v>4.5</c:v>
                </c:pt>
                <c:pt idx="5">
                  <c:v>4.5</c:v>
                </c:pt>
                <c:pt idx="6">
                  <c:v>4.5</c:v>
                </c:pt>
              </c:numCache>
            </c:numRef>
          </c:val>
          <c:extLst>
            <c:ext xmlns:c16="http://schemas.microsoft.com/office/drawing/2014/chart" uri="{C3380CC4-5D6E-409C-BE32-E72D297353CC}">
              <c16:uniqueId val="{00000000-0DC3-455F-8F43-8D4B07D441DC}"/>
            </c:ext>
          </c:extLst>
        </c:ser>
        <c:dLbls>
          <c:showLegendKey val="0"/>
          <c:showVal val="0"/>
          <c:showCatName val="0"/>
          <c:showSerName val="0"/>
          <c:showPercent val="0"/>
          <c:showBubbleSize val="0"/>
        </c:dLbls>
        <c:gapWidth val="87"/>
        <c:overlap val="-27"/>
        <c:axId val="77872199"/>
        <c:axId val="77874719"/>
      </c:barChart>
      <c:catAx>
        <c:axId val="778721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zh-CN"/>
          </a:p>
        </c:txPr>
        <c:crossAx val="77874719"/>
        <c:crosses val="autoZero"/>
        <c:auto val="1"/>
        <c:lblAlgn val="ctr"/>
        <c:lblOffset val="100"/>
        <c:noMultiLvlLbl val="0"/>
      </c:catAx>
      <c:valAx>
        <c:axId val="778747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zh-CN"/>
          </a:p>
        </c:txPr>
        <c:crossAx val="77872199"/>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用户活跃度</c:v>
                </c:pt>
              </c:strCache>
            </c:strRef>
          </c:tx>
          <c:spPr>
            <a:ln w="38100" cap="rnd">
              <a:solidFill>
                <a:schemeClr val="accent1">
                  <a:lumMod val="75000"/>
                </a:schemeClr>
              </a:solidFill>
              <a:round/>
            </a:ln>
            <a:effectLst/>
          </c:spPr>
          <c:marker>
            <c:symbol val="none"/>
          </c:marker>
          <c:dPt>
            <c:idx val="1"/>
            <c:marker>
              <c:symbol val="circle"/>
              <c:size val="7"/>
              <c:spPr>
                <a:solidFill>
                  <a:schemeClr val="accent2">
                    <a:lumMod val="50000"/>
                  </a:schemeClr>
                </a:solidFill>
                <a:ln w="101600">
                  <a:solidFill>
                    <a:schemeClr val="accent2">
                      <a:lumMod val="20000"/>
                      <a:lumOff val="80000"/>
                      <a:alpha val="50000"/>
                    </a:schemeClr>
                  </a:solidFill>
                </a:ln>
                <a:effectLst/>
              </c:spPr>
            </c:marker>
            <c:bubble3D val="0"/>
            <c:spPr>
              <a:ln w="38100" cap="rnd">
                <a:solidFill>
                  <a:schemeClr val="accent1">
                    <a:lumMod val="75000"/>
                  </a:schemeClr>
                </a:solidFill>
                <a:round/>
              </a:ln>
              <a:effectLst/>
            </c:spPr>
            <c:extLst>
              <c:ext xmlns:c16="http://schemas.microsoft.com/office/drawing/2014/chart" uri="{C3380CC4-5D6E-409C-BE32-E72D297353CC}">
                <c16:uniqueId val="{00000001-B5D7-45A6-BB73-49D68843E26F}"/>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Sheet1!$B$2:$B$5</c:f>
              <c:numCache>
                <c:formatCode>General</c:formatCode>
                <c:ptCount val="4"/>
                <c:pt idx="0">
                  <c:v>600</c:v>
                </c:pt>
                <c:pt idx="1">
                  <c:v>1200</c:v>
                </c:pt>
                <c:pt idx="2">
                  <c:v>800</c:v>
                </c:pt>
                <c:pt idx="3">
                  <c:v>1700</c:v>
                </c:pt>
              </c:numCache>
            </c:numRef>
          </c:val>
          <c:smooth val="1"/>
          <c:extLst>
            <c:ext xmlns:c16="http://schemas.microsoft.com/office/drawing/2014/chart" uri="{C3380CC4-5D6E-409C-BE32-E72D297353CC}">
              <c16:uniqueId val="{00000002-B5D7-45A6-BB73-49D68843E26F}"/>
            </c:ext>
          </c:extLst>
        </c:ser>
        <c:ser>
          <c:idx val="1"/>
          <c:order val="1"/>
          <c:tx>
            <c:strRef>
              <c:f>Sheet1!#REF!</c:f>
              <c:strCache>
                <c:ptCount val="1"/>
                <c:pt idx="0">
                  <c:v>#REF!</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ea"/>
                    <a:sym typeface="+mn-lt"/>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Sheet1!#REF!</c:f>
              <c:numCache>
                <c:formatCode>General</c:formatCode>
                <c:ptCount val="1"/>
                <c:pt idx="0">
                  <c:v>1</c:v>
                </c:pt>
              </c:numCache>
            </c:numRef>
          </c:val>
          <c:smooth val="1"/>
          <c:extLst>
            <c:ext xmlns:c16="http://schemas.microsoft.com/office/drawing/2014/chart" uri="{C3380CC4-5D6E-409C-BE32-E72D297353CC}">
              <c16:uniqueId val="{00000003-B5D7-45A6-BB73-49D68843E26F}"/>
            </c:ext>
          </c:extLst>
        </c:ser>
        <c:dLbls>
          <c:dLblPos val="t"/>
          <c:showLegendKey val="0"/>
          <c:showVal val="1"/>
          <c:showCatName val="0"/>
          <c:showSerName val="0"/>
          <c:showPercent val="0"/>
          <c:showBubbleSize val="0"/>
        </c:dLbls>
        <c:smooth val="0"/>
        <c:axId val="2113814592"/>
        <c:axId val="2113811312"/>
      </c:lineChart>
      <c:catAx>
        <c:axId val="2113814592"/>
        <c:scaling>
          <c:orientation val="minMax"/>
        </c:scaling>
        <c:delete val="0"/>
        <c:axPos val="b"/>
        <c:numFmt formatCode="General" sourceLinked="1"/>
        <c:majorTickMark val="out"/>
        <c:minorTickMark val="out"/>
        <c:tickLblPos val="nextTo"/>
        <c:spPr>
          <a:noFill/>
          <a:ln w="9525" cap="flat" cmpd="sng" algn="ctr">
            <a:no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ea"/>
                <a:sym typeface="+mn-lt"/>
              </a:defRPr>
            </a:pPr>
            <a:endParaRPr lang="zh-CN"/>
          </a:p>
        </c:txPr>
        <c:crossAx val="2113811312"/>
        <c:crosses val="autoZero"/>
        <c:auto val="1"/>
        <c:lblAlgn val="ctr"/>
        <c:lblOffset val="100"/>
        <c:tickMarkSkip val="10"/>
        <c:noMultiLvlLbl val="0"/>
      </c:catAx>
      <c:valAx>
        <c:axId val="2113811312"/>
        <c:scaling>
          <c:orientation val="minMax"/>
          <c:max val="2000"/>
          <c:min val="0"/>
        </c:scaling>
        <c:delete val="0"/>
        <c:axPos val="l"/>
        <c:majorGridlines>
          <c:spPr>
            <a:ln w="9525" cap="flat" cmpd="sng" algn="ctr">
              <a:solidFill>
                <a:schemeClr val="tx2">
                  <a:alpha val="15000"/>
                </a:schemeClr>
              </a:solidFill>
              <a:round/>
            </a:ln>
            <a:effectLst/>
          </c:spPr>
        </c:majorGridlines>
        <c:numFmt formatCode="General" sourceLinked="1"/>
        <c:majorTickMark val="out"/>
        <c:minorTickMark val="none"/>
        <c:tickLblPos val="nextTo"/>
        <c:spPr>
          <a:noFill/>
          <a:ln>
            <a:solidFill>
              <a:schemeClr val="tx2">
                <a:alpha val="50000"/>
              </a:schemeClr>
            </a:solid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ea"/>
                <a:sym typeface="+mn-lt"/>
              </a:defRPr>
            </a:pPr>
            <a:endParaRPr lang="zh-CN"/>
          </a:p>
        </c:txPr>
        <c:crossAx val="21138145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ea typeface="+mn-ea"/>
          <a:cs typeface="+mn-ea"/>
          <a:sym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E029B-E85D-45DE-829F-214F6FCE702F}" type="datetimeFigureOut">
              <a:rPr lang="zh-CN" altLang="en-US" smtClean="0"/>
              <a:t>2024/12/16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C565BF-768D-4D93-B9FA-0CC195345646}" type="slidenum">
              <a:rPr lang="zh-CN" altLang="en-US" smtClean="0"/>
              <a:t>‹#›</a:t>
            </a:fld>
            <a:endParaRPr lang="zh-CN" altLang="en-US"/>
          </a:p>
        </p:txBody>
      </p:sp>
    </p:spTree>
    <p:extLst>
      <p:ext uri="{BB962C8B-B14F-4D97-AF65-F5344CB8AC3E}">
        <p14:creationId xmlns:p14="http://schemas.microsoft.com/office/powerpoint/2010/main" val="414270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1252538"/>
            <a:ext cx="6010275" cy="3381375"/>
          </a:xfrm>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4428CBA8-7810-4766-B530-356872D47133}" type="slidenum">
              <a:rPr lang="zh-CN" altLang="en-US" smtClean="0"/>
              <a:t>26</a:t>
            </a:fld>
            <a:endParaRPr lang="zh-CN" altLang="en-US"/>
          </a:p>
        </p:txBody>
      </p:sp>
    </p:spTree>
    <p:extLst>
      <p:ext uri="{BB962C8B-B14F-4D97-AF65-F5344CB8AC3E}">
        <p14:creationId xmlns:p14="http://schemas.microsoft.com/office/powerpoint/2010/main" val="2096423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1252538"/>
            <a:ext cx="6010275" cy="3381375"/>
          </a:xfrm>
        </p:spPr>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4428CBA8-7810-4766-B530-356872D47133}" type="slidenum">
              <a:rPr lang="zh-CN" altLang="en-US" smtClean="0"/>
              <a:t>27</a:t>
            </a:fld>
            <a:endParaRPr lang="zh-CN" altLang="en-US"/>
          </a:p>
        </p:txBody>
      </p:sp>
    </p:spTree>
    <p:extLst>
      <p:ext uri="{BB962C8B-B14F-4D97-AF65-F5344CB8AC3E}">
        <p14:creationId xmlns:p14="http://schemas.microsoft.com/office/powerpoint/2010/main" val="20292794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1120766B-DBFC-126D-8215-205F4974BEC4}"/>
              </a:ext>
            </a:extLst>
          </p:cNvPr>
          <p:cNvGrpSpPr/>
          <p:nvPr userDrawn="1"/>
        </p:nvGrpSpPr>
        <p:grpSpPr>
          <a:xfrm>
            <a:off x="0" y="0"/>
            <a:ext cx="12192000" cy="6858001"/>
            <a:chOff x="0" y="0"/>
            <a:chExt cx="12192000" cy="6858001"/>
          </a:xfrm>
        </p:grpSpPr>
        <p:sp>
          <p:nvSpPr>
            <p:cNvPr id="20" name="矩形 19">
              <a:extLst>
                <a:ext uri="{FF2B5EF4-FFF2-40B4-BE49-F238E27FC236}">
                  <a16:creationId xmlns:a16="http://schemas.microsoft.com/office/drawing/2014/main" id="{8E8C09E9-0CF6-9E29-F254-900453894D5C}"/>
                </a:ext>
              </a:extLst>
            </p:cNvPr>
            <p:cNvSpPr/>
            <p:nvPr userDrawn="1"/>
          </p:nvSpPr>
          <p:spPr>
            <a:xfrm>
              <a:off x="0" y="0"/>
              <a:ext cx="12192000" cy="6858000"/>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C2B476EB-E93D-BB5C-C92F-500583318A45}"/>
                </a:ext>
              </a:extLst>
            </p:cNvPr>
            <p:cNvSpPr/>
            <p:nvPr userDrawn="1"/>
          </p:nvSpPr>
          <p:spPr>
            <a:xfrm>
              <a:off x="8843058" y="2966262"/>
              <a:ext cx="3348942" cy="3891738"/>
            </a:xfrm>
            <a:custGeom>
              <a:avLst/>
              <a:gdLst>
                <a:gd name="connsiteX0" fmla="*/ 3348942 w 3348942"/>
                <a:gd name="connsiteY0" fmla="*/ 0 h 3891738"/>
                <a:gd name="connsiteX1" fmla="*/ 3348942 w 3348942"/>
                <a:gd name="connsiteY1" fmla="*/ 1489094 h 3891738"/>
                <a:gd name="connsiteX2" fmla="*/ 3336745 w 3348942"/>
                <a:gd name="connsiteY2" fmla="*/ 1489710 h 3891738"/>
                <a:gd name="connsiteX3" fmla="*/ 1484904 w 3348942"/>
                <a:gd name="connsiteY3" fmla="*/ 3541804 h 3891738"/>
                <a:gd name="connsiteX4" fmla="*/ 1495554 w 3348942"/>
                <a:gd name="connsiteY4" fmla="*/ 3752708 h 3891738"/>
                <a:gd name="connsiteX5" fmla="*/ 1516772 w 3348942"/>
                <a:gd name="connsiteY5" fmla="*/ 3891738 h 3891738"/>
                <a:gd name="connsiteX6" fmla="*/ 17670 w 3348942"/>
                <a:gd name="connsiteY6" fmla="*/ 3891738 h 3891738"/>
                <a:gd name="connsiteX7" fmla="*/ 0 w 3348942"/>
                <a:gd name="connsiteY7" fmla="*/ 3541804 h 3891738"/>
                <a:gd name="connsiteX8" fmla="*/ 3184922 w 3348942"/>
                <a:gd name="connsiteY8" fmla="*/ 12472 h 389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942" h="3891738">
                  <a:moveTo>
                    <a:pt x="3348942" y="0"/>
                  </a:moveTo>
                  <a:lnTo>
                    <a:pt x="3348942" y="1489094"/>
                  </a:lnTo>
                  <a:lnTo>
                    <a:pt x="3336745" y="1489710"/>
                  </a:lnTo>
                  <a:cubicBezTo>
                    <a:pt x="2296593" y="1595343"/>
                    <a:pt x="1484904" y="2473784"/>
                    <a:pt x="1484904" y="3541804"/>
                  </a:cubicBezTo>
                  <a:cubicBezTo>
                    <a:pt x="1484904" y="3613006"/>
                    <a:pt x="1488511" y="3683364"/>
                    <a:pt x="1495554" y="3752708"/>
                  </a:cubicBezTo>
                  <a:lnTo>
                    <a:pt x="1516772" y="3891738"/>
                  </a:lnTo>
                  <a:lnTo>
                    <a:pt x="17670" y="3891738"/>
                  </a:lnTo>
                  <a:lnTo>
                    <a:pt x="0" y="3541804"/>
                  </a:lnTo>
                  <a:cubicBezTo>
                    <a:pt x="0" y="1704949"/>
                    <a:pt x="1395998" y="194147"/>
                    <a:pt x="3184922" y="12472"/>
                  </a:cubicBezTo>
                  <a:close/>
                </a:path>
              </a:pathLst>
            </a:custGeom>
            <a:gradFill>
              <a:gsLst>
                <a:gs pos="0">
                  <a:schemeClr val="accent1">
                    <a:lumMod val="75000"/>
                    <a:alpha val="4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8" name="椭圆 7">
              <a:extLst>
                <a:ext uri="{FF2B5EF4-FFF2-40B4-BE49-F238E27FC236}">
                  <a16:creationId xmlns:a16="http://schemas.microsoft.com/office/drawing/2014/main" id="{4F61323B-2ED5-1C07-BEAE-150C1BCA4524}"/>
                </a:ext>
              </a:extLst>
            </p:cNvPr>
            <p:cNvSpPr/>
            <p:nvPr userDrawn="1"/>
          </p:nvSpPr>
          <p:spPr>
            <a:xfrm rot="3386110">
              <a:off x="6417697" y="1411193"/>
              <a:ext cx="944880" cy="944880"/>
            </a:xfrm>
            <a:prstGeom prst="ellipse">
              <a:avLst/>
            </a:prstGeom>
            <a:gradFill flip="none" rotWithShape="1">
              <a:gsLst>
                <a:gs pos="10000">
                  <a:schemeClr val="accent1">
                    <a:lumMod val="75000"/>
                    <a:alpha val="70000"/>
                  </a:schemeClr>
                </a:gs>
                <a:gs pos="70000">
                  <a:schemeClr val="accent1">
                    <a:alpha val="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958617DA-1E5E-C3F7-6D15-12F681647485}"/>
                </a:ext>
              </a:extLst>
            </p:cNvPr>
            <p:cNvSpPr/>
            <p:nvPr userDrawn="1"/>
          </p:nvSpPr>
          <p:spPr>
            <a:xfrm>
              <a:off x="1072896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BCD65F21-7950-2AF1-ADDE-23C7060DF7CA}"/>
                </a:ext>
              </a:extLst>
            </p:cNvPr>
            <p:cNvSpPr/>
            <p:nvPr userDrawn="1"/>
          </p:nvSpPr>
          <p:spPr>
            <a:xfrm>
              <a:off x="1095248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1BDFB71C-A839-E532-F0B1-1841508CCD18}"/>
                </a:ext>
              </a:extLst>
            </p:cNvPr>
            <p:cNvSpPr/>
            <p:nvPr userDrawn="1"/>
          </p:nvSpPr>
          <p:spPr>
            <a:xfrm>
              <a:off x="1117600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E05FB98-B4AA-B8AE-5BCF-3D180956A8B7}"/>
                </a:ext>
              </a:extLst>
            </p:cNvPr>
            <p:cNvSpPr/>
            <p:nvPr userDrawn="1"/>
          </p:nvSpPr>
          <p:spPr>
            <a:xfrm>
              <a:off x="1139952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3D8D1987-F87F-13FB-0EBA-4FFC6DA77998}"/>
                </a:ext>
              </a:extLst>
            </p:cNvPr>
            <p:cNvSpPr/>
            <p:nvPr userDrawn="1"/>
          </p:nvSpPr>
          <p:spPr>
            <a:xfrm>
              <a:off x="685801" y="687744"/>
              <a:ext cx="210820" cy="21082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000000"/>
                  </a:solidFill>
                </a:rPr>
                <a:t>&lt;</a:t>
              </a:r>
              <a:endParaRPr lang="zh-CN" altLang="en-US" sz="1400" b="1" dirty="0">
                <a:solidFill>
                  <a:srgbClr val="000000"/>
                </a:solidFill>
              </a:endParaRPr>
            </a:p>
          </p:txBody>
        </p:sp>
        <p:sp>
          <p:nvSpPr>
            <p:cNvPr id="14" name="矩形 13">
              <a:extLst>
                <a:ext uri="{FF2B5EF4-FFF2-40B4-BE49-F238E27FC236}">
                  <a16:creationId xmlns:a16="http://schemas.microsoft.com/office/drawing/2014/main" id="{FD42F0DF-25F2-016C-58BE-5EFC23F5294C}"/>
                </a:ext>
              </a:extLst>
            </p:cNvPr>
            <p:cNvSpPr/>
            <p:nvPr userDrawn="1"/>
          </p:nvSpPr>
          <p:spPr>
            <a:xfrm>
              <a:off x="1034391" y="687744"/>
              <a:ext cx="210820" cy="21082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8F8F8"/>
                  </a:solidFill>
                </a:rPr>
                <a:t>&gt;</a:t>
              </a:r>
              <a:endParaRPr lang="zh-CN" altLang="en-US" sz="1400" b="1" dirty="0">
                <a:solidFill>
                  <a:srgbClr val="F8F8F8"/>
                </a:solidFill>
              </a:endParaRPr>
            </a:p>
          </p:txBody>
        </p:sp>
        <p:cxnSp>
          <p:nvCxnSpPr>
            <p:cNvPr id="15" name="直接连接符 14">
              <a:extLst>
                <a:ext uri="{FF2B5EF4-FFF2-40B4-BE49-F238E27FC236}">
                  <a16:creationId xmlns:a16="http://schemas.microsoft.com/office/drawing/2014/main" id="{4FF1717D-3560-06D1-D36E-EAEDE09F4FB1}"/>
                </a:ext>
              </a:extLst>
            </p:cNvPr>
            <p:cNvCxnSpPr>
              <a:cxnSpLocks/>
            </p:cNvCxnSpPr>
            <p:nvPr userDrawn="1"/>
          </p:nvCxnSpPr>
          <p:spPr>
            <a:xfrm>
              <a:off x="660400" y="6134100"/>
              <a:ext cx="27432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2755CD9C-6335-B034-1AD0-1AD67CA86925}"/>
                </a:ext>
              </a:extLst>
            </p:cNvPr>
            <p:cNvCxnSpPr>
              <a:cxnSpLocks/>
            </p:cNvCxnSpPr>
            <p:nvPr userDrawn="1"/>
          </p:nvCxnSpPr>
          <p:spPr>
            <a:xfrm>
              <a:off x="660400" y="625348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任意多边形: 形状 18">
              <a:extLst>
                <a:ext uri="{FF2B5EF4-FFF2-40B4-BE49-F238E27FC236}">
                  <a16:creationId xmlns:a16="http://schemas.microsoft.com/office/drawing/2014/main" id="{2C4CF01B-F20C-100C-E605-AFF2DF4B5FAD}"/>
                </a:ext>
              </a:extLst>
            </p:cNvPr>
            <p:cNvSpPr/>
            <p:nvPr userDrawn="1"/>
          </p:nvSpPr>
          <p:spPr>
            <a:xfrm>
              <a:off x="9707880" y="3836814"/>
              <a:ext cx="2484120" cy="3021187"/>
            </a:xfrm>
            <a:custGeom>
              <a:avLst/>
              <a:gdLst>
                <a:gd name="connsiteX0" fmla="*/ 2484120 w 2484120"/>
                <a:gd name="connsiteY0" fmla="*/ 0 h 3021187"/>
                <a:gd name="connsiteX1" fmla="*/ 2484120 w 2484120"/>
                <a:gd name="connsiteY1" fmla="*/ 1294665 h 3021187"/>
                <a:gd name="connsiteX2" fmla="*/ 2425687 w 2484120"/>
                <a:gd name="connsiteY2" fmla="*/ 1303583 h 3021187"/>
                <a:gd name="connsiteX3" fmla="*/ 1286161 w 2484120"/>
                <a:gd name="connsiteY3" fmla="*/ 2701733 h 3021187"/>
                <a:gd name="connsiteX4" fmla="*/ 1315156 w 2484120"/>
                <a:gd name="connsiteY4" fmla="*/ 2989353 h 3021187"/>
                <a:gd name="connsiteX5" fmla="*/ 1323341 w 2484120"/>
                <a:gd name="connsiteY5" fmla="*/ 3021187 h 3021187"/>
                <a:gd name="connsiteX6" fmla="*/ 20424 w 2484120"/>
                <a:gd name="connsiteY6" fmla="*/ 3021187 h 3021187"/>
                <a:gd name="connsiteX7" fmla="*/ 14009 w 2484120"/>
                <a:gd name="connsiteY7" fmla="*/ 2979153 h 3021187"/>
                <a:gd name="connsiteX8" fmla="*/ 0 w 2484120"/>
                <a:gd name="connsiteY8" fmla="*/ 2701733 h 3021187"/>
                <a:gd name="connsiteX9" fmla="*/ 2435886 w 2484120"/>
                <a:gd name="connsiteY9" fmla="*/ 2436 h 3021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4120" h="3021187">
                  <a:moveTo>
                    <a:pt x="2484120" y="0"/>
                  </a:moveTo>
                  <a:lnTo>
                    <a:pt x="2484120" y="1294665"/>
                  </a:lnTo>
                  <a:lnTo>
                    <a:pt x="2425687" y="1303583"/>
                  </a:lnTo>
                  <a:cubicBezTo>
                    <a:pt x="1775361" y="1436659"/>
                    <a:pt x="1286161" y="2012067"/>
                    <a:pt x="1286161" y="2701733"/>
                  </a:cubicBezTo>
                  <a:cubicBezTo>
                    <a:pt x="1286161" y="2800257"/>
                    <a:pt x="1296145" y="2896449"/>
                    <a:pt x="1315156" y="2989353"/>
                  </a:cubicBezTo>
                  <a:lnTo>
                    <a:pt x="1323341" y="3021187"/>
                  </a:lnTo>
                  <a:lnTo>
                    <a:pt x="20424" y="3021187"/>
                  </a:lnTo>
                  <a:lnTo>
                    <a:pt x="14009" y="2979153"/>
                  </a:lnTo>
                  <a:cubicBezTo>
                    <a:pt x="4745" y="2887940"/>
                    <a:pt x="0" y="2795391"/>
                    <a:pt x="0" y="2701733"/>
                  </a:cubicBezTo>
                  <a:cubicBezTo>
                    <a:pt x="0" y="1296873"/>
                    <a:pt x="1067685" y="141384"/>
                    <a:pt x="2435886" y="2436"/>
                  </a:cubicBezTo>
                  <a:close/>
                </a:path>
              </a:pathLst>
            </a:custGeom>
            <a:gradFill>
              <a:gsLst>
                <a:gs pos="0">
                  <a:schemeClr val="accent1">
                    <a:lumMod val="75000"/>
                    <a:alpha val="3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1" name="矩形 20">
              <a:extLst>
                <a:ext uri="{FF2B5EF4-FFF2-40B4-BE49-F238E27FC236}">
                  <a16:creationId xmlns:a16="http://schemas.microsoft.com/office/drawing/2014/main" id="{572436AC-250F-9F7F-7AD2-DD7BAF502355}"/>
                </a:ext>
              </a:extLst>
            </p:cNvPr>
            <p:cNvSpPr/>
            <p:nvPr userDrawn="1"/>
          </p:nvSpPr>
          <p:spPr>
            <a:xfrm>
              <a:off x="0" y="0"/>
              <a:ext cx="12192000" cy="273273"/>
            </a:xfrm>
            <a:prstGeom prst="rect">
              <a:avLst/>
            </a:prstGeom>
            <a:gradFill flip="none" rotWithShape="1">
              <a:gsLst>
                <a:gs pos="0">
                  <a:schemeClr val="accent1"/>
                </a:gs>
                <a:gs pos="59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ctangle 5+">
              <a:extLst>
                <a:ext uri="{FF2B5EF4-FFF2-40B4-BE49-F238E27FC236}">
                  <a16:creationId xmlns:a16="http://schemas.microsoft.com/office/drawing/2014/main" id="{E45B3C51-586D-4824-7A8C-0245EBF7D120}"/>
                </a:ext>
              </a:extLst>
            </p:cNvPr>
            <p:cNvSpPr/>
            <p:nvPr userDrawn="1"/>
          </p:nvSpPr>
          <p:spPr>
            <a:xfrm flipH="1">
              <a:off x="0" y="6640011"/>
              <a:ext cx="12192000" cy="217989"/>
            </a:xfrm>
            <a:prstGeom prst="rect">
              <a:avLst/>
            </a:prstGeom>
            <a:gradFill flip="none" rotWithShape="1">
              <a:gsLst>
                <a:gs pos="0">
                  <a:schemeClr val="accent1"/>
                </a:gs>
                <a:gs pos="61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a:p>
          </p:txBody>
        </p:sp>
      </p:grpSp>
      <p:sp>
        <p:nvSpPr>
          <p:cNvPr id="7" name="矩形 6">
            <a:extLst>
              <a:ext uri="{FF2B5EF4-FFF2-40B4-BE49-F238E27FC236}">
                <a16:creationId xmlns:a16="http://schemas.microsoft.com/office/drawing/2014/main" id="{E8618BA9-DAC2-6446-F5B4-A2FA010E556A}"/>
              </a:ext>
            </a:extLst>
          </p:cNvPr>
          <p:cNvSpPr/>
          <p:nvPr userDrawn="1"/>
        </p:nvSpPr>
        <p:spPr>
          <a:xfrm>
            <a:off x="685801" y="4474465"/>
            <a:ext cx="4959095" cy="203862"/>
          </a:xfrm>
          <a:prstGeom prst="rect">
            <a:avLst/>
          </a:prstGeom>
          <a:solidFill>
            <a:schemeClr val="accent1">
              <a:lumMod val="7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userDrawn="1">
            <p:ph type="ctrTitle" hasCustomPrompt="1"/>
          </p:nvPr>
        </p:nvSpPr>
        <p:spPr>
          <a:xfrm>
            <a:off x="660400" y="1228763"/>
            <a:ext cx="9321800" cy="2895895"/>
          </a:xfrm>
        </p:spPr>
        <p:txBody>
          <a:bodyPr anchor="b">
            <a:noAutofit/>
          </a:bodyPr>
          <a:lstStyle>
            <a:lvl1pPr algn="l">
              <a:defRPr sz="8000">
                <a:solidFill>
                  <a:srgbClr val="000000"/>
                </a:solidFill>
              </a:defRPr>
            </a:lvl1pPr>
          </a:lstStyle>
          <a:p>
            <a:pPr lvl="0"/>
            <a:r>
              <a:rPr lang="en-US" dirty="0"/>
              <a:t>Click to add title</a:t>
            </a:r>
          </a:p>
        </p:txBody>
      </p:sp>
      <p:sp>
        <p:nvSpPr>
          <p:cNvPr id="3" name="副标题 2"/>
          <p:cNvSpPr>
            <a:spLocks noGrp="1"/>
          </p:cNvSpPr>
          <p:nvPr userDrawn="1">
            <p:ph type="subTitle" idx="1" hasCustomPrompt="1"/>
          </p:nvPr>
        </p:nvSpPr>
        <p:spPr>
          <a:xfrm>
            <a:off x="660400" y="4219378"/>
            <a:ext cx="5990336" cy="989230"/>
          </a:xfrm>
        </p:spPr>
        <p:txBody>
          <a:bodyPr>
            <a:normAutofit/>
          </a:bodyPr>
          <a:lstStyle>
            <a:lvl1pPr marL="0" indent="0" algn="l">
              <a:buNone/>
              <a:defRPr sz="20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
        <p:nvSpPr>
          <p:cNvPr id="4" name="文本占位符 3"/>
          <p:cNvSpPr>
            <a:spLocks noGrp="1"/>
          </p:cNvSpPr>
          <p:nvPr userDrawn="1">
            <p:ph type="body" sz="quarter" idx="13" hasCustomPrompt="1"/>
          </p:nvPr>
        </p:nvSpPr>
        <p:spPr>
          <a:xfrm>
            <a:off x="660400" y="5353870"/>
            <a:ext cx="1424432" cy="274320"/>
          </a:xfrm>
        </p:spPr>
        <p:txBody>
          <a:bodyPr anchor="ctr"/>
          <a:lstStyle>
            <a:lvl1pPr marL="0" indent="0" algn="l">
              <a:buNone/>
              <a:defRPr sz="1200">
                <a:solidFill>
                  <a:srgbClr val="000000"/>
                </a:solidFill>
              </a:defRPr>
            </a:lvl1pPr>
          </a:lstStyle>
          <a:p>
            <a:pPr lvl="0"/>
            <a:r>
              <a:rPr lang="en-US" dirty="0"/>
              <a:t>Presenter name</a:t>
            </a:r>
          </a:p>
        </p:txBody>
      </p:sp>
      <p:sp>
        <p:nvSpPr>
          <p:cNvPr id="5" name="文本占位符 4"/>
          <p:cNvSpPr>
            <a:spLocks noGrp="1"/>
          </p:cNvSpPr>
          <p:nvPr userDrawn="1">
            <p:ph type="body" sz="quarter" idx="14" hasCustomPrompt="1"/>
          </p:nvPr>
        </p:nvSpPr>
        <p:spPr>
          <a:xfrm>
            <a:off x="2288032" y="5353870"/>
            <a:ext cx="1424432" cy="274320"/>
          </a:xfrm>
        </p:spPr>
        <p:txBody>
          <a:bodyPr anchor="ctr"/>
          <a:lstStyle>
            <a:lvl1pPr marL="0" indent="0">
              <a:buNone/>
              <a:defRPr sz="1200">
                <a:solidFill>
                  <a:srgbClr val="000000"/>
                </a:solidFill>
              </a:defRPr>
            </a:lvl1pPr>
          </a:lstStyle>
          <a:p>
            <a:pPr lvl="0"/>
            <a:r>
              <a:rPr lang="en-US" dirty="0"/>
              <a:t>www.islide.cc</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内容占位符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24" name="组合 23">
            <a:extLst>
              <a:ext uri="{FF2B5EF4-FFF2-40B4-BE49-F238E27FC236}">
                <a16:creationId xmlns:a16="http://schemas.microsoft.com/office/drawing/2014/main" id="{6C69E8BD-E314-45AC-CB51-2410ECBA7E12}"/>
              </a:ext>
            </a:extLst>
          </p:cNvPr>
          <p:cNvGrpSpPr/>
          <p:nvPr userDrawn="1"/>
        </p:nvGrpSpPr>
        <p:grpSpPr>
          <a:xfrm>
            <a:off x="-1" y="0"/>
            <a:ext cx="12192001" cy="6858001"/>
            <a:chOff x="-1" y="0"/>
            <a:chExt cx="12192001" cy="6858001"/>
          </a:xfrm>
        </p:grpSpPr>
        <p:sp>
          <p:nvSpPr>
            <p:cNvPr id="11" name="矩形 10">
              <a:extLst>
                <a:ext uri="{FF2B5EF4-FFF2-40B4-BE49-F238E27FC236}">
                  <a16:creationId xmlns:a16="http://schemas.microsoft.com/office/drawing/2014/main" id="{81CAF139-0B99-21A9-A2AF-52CF00EBDBDD}"/>
                </a:ext>
              </a:extLst>
            </p:cNvPr>
            <p:cNvSpPr/>
            <p:nvPr userDrawn="1"/>
          </p:nvSpPr>
          <p:spPr>
            <a:xfrm>
              <a:off x="0" y="0"/>
              <a:ext cx="12192000" cy="6858000"/>
            </a:xfrm>
            <a:prstGeom prst="rect">
              <a:avLst/>
            </a:prstGeom>
            <a:blipFill>
              <a:blip r:embed="rId2">
                <a:alphaModFix amt="7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a:extLst>
                <a:ext uri="{FF2B5EF4-FFF2-40B4-BE49-F238E27FC236}">
                  <a16:creationId xmlns:a16="http://schemas.microsoft.com/office/drawing/2014/main" id="{D4B95B28-C6E1-AD38-2C07-048AD473438C}"/>
                </a:ext>
              </a:extLst>
            </p:cNvPr>
            <p:cNvSpPr/>
            <p:nvPr userDrawn="1"/>
          </p:nvSpPr>
          <p:spPr>
            <a:xfrm>
              <a:off x="-1" y="0"/>
              <a:ext cx="3220967" cy="6858000"/>
            </a:xfrm>
            <a:prstGeom prst="rect">
              <a:avLst/>
            </a:prstGeom>
            <a:gradFill flip="none" rotWithShape="1">
              <a:gsLst>
                <a:gs pos="0">
                  <a:schemeClr val="accent1"/>
                </a:gs>
                <a:gs pos="29000">
                  <a:schemeClr val="accent1">
                    <a:lumMod val="75000"/>
                  </a:schemeClr>
                </a:gs>
              </a:gsLst>
              <a:path path="circle">
                <a:fillToRect r="100000" b="100000"/>
              </a:path>
              <a:tileRect l="-100000" t="-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pic>
          <p:nvPicPr>
            <p:cNvPr id="16" name="图片 15" descr="图示, 工程绘图&#10;&#10;描述已自动生成">
              <a:extLst>
                <a:ext uri="{FF2B5EF4-FFF2-40B4-BE49-F238E27FC236}">
                  <a16:creationId xmlns:a16="http://schemas.microsoft.com/office/drawing/2014/main" id="{70B064B8-6709-A0C9-2B42-CC1E576AD68B}"/>
                </a:ext>
              </a:extLst>
            </p:cNvPr>
            <p:cNvPicPr>
              <a:picLocks noChangeAspect="1"/>
            </p:cNvPicPr>
            <p:nvPr userDrawn="1"/>
          </p:nvPicPr>
          <p:blipFill>
            <a:blip r:embed="rId3">
              <a:duotone>
                <a:schemeClr val="accent1">
                  <a:shade val="45000"/>
                  <a:satMod val="135000"/>
                </a:schemeClr>
                <a:prstClr val="white"/>
              </a:duotone>
              <a:alphaModFix amt="10000"/>
              <a:extLst>
                <a:ext uri="{28A0092B-C50C-407E-A947-70E740481C1C}">
                  <a14:useLocalDpi xmlns:a14="http://schemas.microsoft.com/office/drawing/2010/main" val="0"/>
                </a:ext>
              </a:extLst>
            </a:blip>
            <a:srcRect l="15968" r="13915"/>
            <a:stretch/>
          </p:blipFill>
          <p:spPr>
            <a:xfrm>
              <a:off x="0" y="0"/>
              <a:ext cx="3208266" cy="6858000"/>
            </a:xfrm>
            <a:prstGeom prst="rect">
              <a:avLst/>
            </a:prstGeom>
          </p:spPr>
        </p:pic>
        <p:sp>
          <p:nvSpPr>
            <p:cNvPr id="13" name="任意多边形: 形状 12">
              <a:extLst>
                <a:ext uri="{FF2B5EF4-FFF2-40B4-BE49-F238E27FC236}">
                  <a16:creationId xmlns:a16="http://schemas.microsoft.com/office/drawing/2014/main" id="{4D5F1120-4D15-546F-4EE3-9B180770E712}"/>
                </a:ext>
              </a:extLst>
            </p:cNvPr>
            <p:cNvSpPr/>
            <p:nvPr userDrawn="1"/>
          </p:nvSpPr>
          <p:spPr>
            <a:xfrm>
              <a:off x="8843058" y="2966262"/>
              <a:ext cx="3348942" cy="3891738"/>
            </a:xfrm>
            <a:custGeom>
              <a:avLst/>
              <a:gdLst>
                <a:gd name="connsiteX0" fmla="*/ 3348942 w 3348942"/>
                <a:gd name="connsiteY0" fmla="*/ 0 h 3891738"/>
                <a:gd name="connsiteX1" fmla="*/ 3348942 w 3348942"/>
                <a:gd name="connsiteY1" fmla="*/ 1489094 h 3891738"/>
                <a:gd name="connsiteX2" fmla="*/ 3336745 w 3348942"/>
                <a:gd name="connsiteY2" fmla="*/ 1489710 h 3891738"/>
                <a:gd name="connsiteX3" fmla="*/ 1484904 w 3348942"/>
                <a:gd name="connsiteY3" fmla="*/ 3541804 h 3891738"/>
                <a:gd name="connsiteX4" fmla="*/ 1495554 w 3348942"/>
                <a:gd name="connsiteY4" fmla="*/ 3752708 h 3891738"/>
                <a:gd name="connsiteX5" fmla="*/ 1516772 w 3348942"/>
                <a:gd name="connsiteY5" fmla="*/ 3891738 h 3891738"/>
                <a:gd name="connsiteX6" fmla="*/ 17670 w 3348942"/>
                <a:gd name="connsiteY6" fmla="*/ 3891738 h 3891738"/>
                <a:gd name="connsiteX7" fmla="*/ 0 w 3348942"/>
                <a:gd name="connsiteY7" fmla="*/ 3541804 h 3891738"/>
                <a:gd name="connsiteX8" fmla="*/ 3184922 w 3348942"/>
                <a:gd name="connsiteY8" fmla="*/ 12472 h 389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942" h="3891738">
                  <a:moveTo>
                    <a:pt x="3348942" y="0"/>
                  </a:moveTo>
                  <a:lnTo>
                    <a:pt x="3348942" y="1489094"/>
                  </a:lnTo>
                  <a:lnTo>
                    <a:pt x="3336745" y="1489710"/>
                  </a:lnTo>
                  <a:cubicBezTo>
                    <a:pt x="2296593" y="1595343"/>
                    <a:pt x="1484904" y="2473784"/>
                    <a:pt x="1484904" y="3541804"/>
                  </a:cubicBezTo>
                  <a:cubicBezTo>
                    <a:pt x="1484904" y="3613006"/>
                    <a:pt x="1488511" y="3683364"/>
                    <a:pt x="1495554" y="3752708"/>
                  </a:cubicBezTo>
                  <a:lnTo>
                    <a:pt x="1516772" y="3891738"/>
                  </a:lnTo>
                  <a:lnTo>
                    <a:pt x="17670" y="3891738"/>
                  </a:lnTo>
                  <a:lnTo>
                    <a:pt x="0" y="3541804"/>
                  </a:lnTo>
                  <a:cubicBezTo>
                    <a:pt x="0" y="1704949"/>
                    <a:pt x="1395998" y="194147"/>
                    <a:pt x="3184922" y="12472"/>
                  </a:cubicBezTo>
                  <a:close/>
                </a:path>
              </a:pathLst>
            </a:custGeom>
            <a:gradFill>
              <a:gsLst>
                <a:gs pos="0">
                  <a:schemeClr val="accent1">
                    <a:lumMod val="75000"/>
                    <a:alpha val="4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4" name="任意多边形: 形状 13">
              <a:extLst>
                <a:ext uri="{FF2B5EF4-FFF2-40B4-BE49-F238E27FC236}">
                  <a16:creationId xmlns:a16="http://schemas.microsoft.com/office/drawing/2014/main" id="{D2EC6B9D-E1F4-149C-9359-9C31CF58EFC4}"/>
                </a:ext>
              </a:extLst>
            </p:cNvPr>
            <p:cNvSpPr/>
            <p:nvPr userDrawn="1"/>
          </p:nvSpPr>
          <p:spPr>
            <a:xfrm>
              <a:off x="9707880" y="3836814"/>
              <a:ext cx="2484120" cy="3021187"/>
            </a:xfrm>
            <a:custGeom>
              <a:avLst/>
              <a:gdLst>
                <a:gd name="connsiteX0" fmla="*/ 2484120 w 2484120"/>
                <a:gd name="connsiteY0" fmla="*/ 0 h 3021187"/>
                <a:gd name="connsiteX1" fmla="*/ 2484120 w 2484120"/>
                <a:gd name="connsiteY1" fmla="*/ 1294665 h 3021187"/>
                <a:gd name="connsiteX2" fmla="*/ 2425687 w 2484120"/>
                <a:gd name="connsiteY2" fmla="*/ 1303583 h 3021187"/>
                <a:gd name="connsiteX3" fmla="*/ 1286161 w 2484120"/>
                <a:gd name="connsiteY3" fmla="*/ 2701733 h 3021187"/>
                <a:gd name="connsiteX4" fmla="*/ 1315156 w 2484120"/>
                <a:gd name="connsiteY4" fmla="*/ 2989353 h 3021187"/>
                <a:gd name="connsiteX5" fmla="*/ 1323341 w 2484120"/>
                <a:gd name="connsiteY5" fmla="*/ 3021187 h 3021187"/>
                <a:gd name="connsiteX6" fmla="*/ 20424 w 2484120"/>
                <a:gd name="connsiteY6" fmla="*/ 3021187 h 3021187"/>
                <a:gd name="connsiteX7" fmla="*/ 14009 w 2484120"/>
                <a:gd name="connsiteY7" fmla="*/ 2979153 h 3021187"/>
                <a:gd name="connsiteX8" fmla="*/ 0 w 2484120"/>
                <a:gd name="connsiteY8" fmla="*/ 2701733 h 3021187"/>
                <a:gd name="connsiteX9" fmla="*/ 2435886 w 2484120"/>
                <a:gd name="connsiteY9" fmla="*/ 2436 h 3021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4120" h="3021187">
                  <a:moveTo>
                    <a:pt x="2484120" y="0"/>
                  </a:moveTo>
                  <a:lnTo>
                    <a:pt x="2484120" y="1294665"/>
                  </a:lnTo>
                  <a:lnTo>
                    <a:pt x="2425687" y="1303583"/>
                  </a:lnTo>
                  <a:cubicBezTo>
                    <a:pt x="1775361" y="1436659"/>
                    <a:pt x="1286161" y="2012067"/>
                    <a:pt x="1286161" y="2701733"/>
                  </a:cubicBezTo>
                  <a:cubicBezTo>
                    <a:pt x="1286161" y="2800257"/>
                    <a:pt x="1296145" y="2896449"/>
                    <a:pt x="1315156" y="2989353"/>
                  </a:cubicBezTo>
                  <a:lnTo>
                    <a:pt x="1323341" y="3021187"/>
                  </a:lnTo>
                  <a:lnTo>
                    <a:pt x="20424" y="3021187"/>
                  </a:lnTo>
                  <a:lnTo>
                    <a:pt x="14009" y="2979153"/>
                  </a:lnTo>
                  <a:cubicBezTo>
                    <a:pt x="4745" y="2887940"/>
                    <a:pt x="0" y="2795391"/>
                    <a:pt x="0" y="2701733"/>
                  </a:cubicBezTo>
                  <a:cubicBezTo>
                    <a:pt x="0" y="1296873"/>
                    <a:pt x="1067685" y="141384"/>
                    <a:pt x="2435886" y="2436"/>
                  </a:cubicBezTo>
                  <a:close/>
                </a:path>
              </a:pathLst>
            </a:custGeom>
            <a:gradFill>
              <a:gsLst>
                <a:gs pos="0">
                  <a:schemeClr val="accent1">
                    <a:lumMod val="75000"/>
                    <a:alpha val="3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cxnSp>
          <p:nvCxnSpPr>
            <p:cNvPr id="18" name="直接连接符 17">
              <a:extLst>
                <a:ext uri="{FF2B5EF4-FFF2-40B4-BE49-F238E27FC236}">
                  <a16:creationId xmlns:a16="http://schemas.microsoft.com/office/drawing/2014/main" id="{A6A3FF55-4E43-F158-F210-B50DC87695B3}"/>
                </a:ext>
              </a:extLst>
            </p:cNvPr>
            <p:cNvCxnSpPr>
              <a:cxnSpLocks/>
            </p:cNvCxnSpPr>
            <p:nvPr userDrawn="1"/>
          </p:nvCxnSpPr>
          <p:spPr>
            <a:xfrm>
              <a:off x="660400" y="1782398"/>
              <a:ext cx="473919"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A275E48A-E258-34A2-3A04-5D473956EE64}"/>
                </a:ext>
              </a:extLst>
            </p:cNvPr>
            <p:cNvCxnSpPr>
              <a:cxnSpLocks/>
            </p:cNvCxnSpPr>
            <p:nvPr userDrawn="1"/>
          </p:nvCxnSpPr>
          <p:spPr>
            <a:xfrm>
              <a:off x="660400" y="1706198"/>
              <a:ext cx="473919"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userDrawn="1">
            <p:ph type="title" hasCustomPrompt="1"/>
          </p:nvPr>
        </p:nvSpPr>
        <p:spPr>
          <a:xfrm>
            <a:off x="579379" y="759408"/>
            <a:ext cx="2641587" cy="915667"/>
          </a:xfrm>
        </p:spPr>
        <p:txBody>
          <a:bodyPr anchor="t">
            <a:normAutofit/>
          </a:bodyPr>
          <a:lstStyle>
            <a:lvl1pPr algn="l">
              <a:defRPr sz="4400">
                <a:solidFill>
                  <a:srgbClr val="F8F8F8"/>
                </a:solidFill>
              </a:defRPr>
            </a:lvl1pPr>
          </a:lstStyle>
          <a:p>
            <a:pPr lvl="0"/>
            <a:r>
              <a:rPr lang="en-US" dirty="0"/>
              <a:t>Agenda</a:t>
            </a:r>
          </a:p>
        </p:txBody>
      </p:sp>
      <p:sp>
        <p:nvSpPr>
          <p:cNvPr id="3" name="内容占位符 2"/>
          <p:cNvSpPr>
            <a:spLocks noGrp="1"/>
          </p:cNvSpPr>
          <p:nvPr userDrawn="1">
            <p:ph sz="quarter" idx="1" hasCustomPrompt="1"/>
          </p:nvPr>
        </p:nvSpPr>
        <p:spPr>
          <a:xfrm>
            <a:off x="3415941" y="1348933"/>
            <a:ext cx="7773821" cy="4633912"/>
          </a:xfrm>
        </p:spPr>
        <p:txBody>
          <a:bodyPr/>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任意多边形: 形状 7"/>
          <p:cNvSpPr>
            <a:spLocks noChangeAspect="1"/>
          </p:cNvSpPr>
          <p:nvPr userDrawn="1"/>
        </p:nvSpPr>
        <p:spPr bwMode="auto">
          <a:xfrm>
            <a:off x="660399" y="5239008"/>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sp>
        <p:nvSpPr>
          <p:cNvPr id="7" name="日期占位符 6">
            <a:extLst>
              <a:ext uri="{FF2B5EF4-FFF2-40B4-BE49-F238E27FC236}">
                <a16:creationId xmlns:a16="http://schemas.microsoft.com/office/drawing/2014/main" id="{65CFB664-D7DB-6040-CED9-F57FCE1B0362}"/>
              </a:ext>
            </a:extLst>
          </p:cNvPr>
          <p:cNvSpPr>
            <a:spLocks noGrp="1"/>
          </p:cNvSpPr>
          <p:nvPr>
            <p:ph type="dt" sz="half" idx="10"/>
          </p:nvPr>
        </p:nvSpPr>
        <p:spPr/>
        <p:txBody>
          <a:bodyPr/>
          <a:lstStyle/>
          <a:p>
            <a:endParaRPr lang="en-US"/>
          </a:p>
        </p:txBody>
      </p:sp>
      <p:sp>
        <p:nvSpPr>
          <p:cNvPr id="9" name="页脚占位符 8">
            <a:extLst>
              <a:ext uri="{FF2B5EF4-FFF2-40B4-BE49-F238E27FC236}">
                <a16:creationId xmlns:a16="http://schemas.microsoft.com/office/drawing/2014/main" id="{F079DA92-4C23-35CF-BC93-71097B1D15E1}"/>
              </a:ext>
            </a:extLst>
          </p:cNvPr>
          <p:cNvSpPr>
            <a:spLocks noGrp="1"/>
          </p:cNvSpPr>
          <p:nvPr>
            <p:ph type="ftr" sz="quarter" idx="11"/>
          </p:nvPr>
        </p:nvSpPr>
        <p:spPr/>
        <p:txBody>
          <a:bodyPr/>
          <a:lstStyle/>
          <a:p>
            <a:endParaRPr lang="en-US" dirty="0"/>
          </a:p>
        </p:txBody>
      </p:sp>
      <p:sp>
        <p:nvSpPr>
          <p:cNvPr id="10" name="灯片编号占位符 9">
            <a:extLst>
              <a:ext uri="{FF2B5EF4-FFF2-40B4-BE49-F238E27FC236}">
                <a16:creationId xmlns:a16="http://schemas.microsoft.com/office/drawing/2014/main" id="{8585CD5F-1241-0CC3-748C-0E4CD3148D72}"/>
              </a:ext>
            </a:extLst>
          </p:cNvPr>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21" name="组合 20">
            <a:extLst>
              <a:ext uri="{FF2B5EF4-FFF2-40B4-BE49-F238E27FC236}">
                <a16:creationId xmlns:a16="http://schemas.microsoft.com/office/drawing/2014/main" id="{DF1E576C-5590-92D2-CA2E-1BBDC397F32C}"/>
              </a:ext>
            </a:extLst>
          </p:cNvPr>
          <p:cNvGrpSpPr/>
          <p:nvPr userDrawn="1"/>
        </p:nvGrpSpPr>
        <p:grpSpPr>
          <a:xfrm>
            <a:off x="0" y="0"/>
            <a:ext cx="12192001" cy="6858001"/>
            <a:chOff x="0" y="0"/>
            <a:chExt cx="12192001" cy="6858001"/>
          </a:xfrm>
        </p:grpSpPr>
        <p:sp>
          <p:nvSpPr>
            <p:cNvPr id="7" name="矩形 6">
              <a:extLst>
                <a:ext uri="{FF2B5EF4-FFF2-40B4-BE49-F238E27FC236}">
                  <a16:creationId xmlns:a16="http://schemas.microsoft.com/office/drawing/2014/main" id="{DBC3A26F-F476-A3F9-0130-CA15ED67831A}"/>
                </a:ext>
              </a:extLst>
            </p:cNvPr>
            <p:cNvSpPr/>
            <p:nvPr userDrawn="1"/>
          </p:nvSpPr>
          <p:spPr>
            <a:xfrm>
              <a:off x="0" y="0"/>
              <a:ext cx="12192000" cy="6858000"/>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a:extLst>
                <a:ext uri="{FF2B5EF4-FFF2-40B4-BE49-F238E27FC236}">
                  <a16:creationId xmlns:a16="http://schemas.microsoft.com/office/drawing/2014/main" id="{59F5B7A9-7B62-1254-7419-48E0B9779051}"/>
                </a:ext>
              </a:extLst>
            </p:cNvPr>
            <p:cNvSpPr/>
            <p:nvPr userDrawn="1"/>
          </p:nvSpPr>
          <p:spPr>
            <a:xfrm>
              <a:off x="1072896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CD41019F-B892-8B52-6B04-C171AEDB44E4}"/>
                </a:ext>
              </a:extLst>
            </p:cNvPr>
            <p:cNvSpPr/>
            <p:nvPr userDrawn="1"/>
          </p:nvSpPr>
          <p:spPr>
            <a:xfrm>
              <a:off x="1095248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5EFC521D-79B4-7970-D145-AC890FC3F6E3}"/>
                </a:ext>
              </a:extLst>
            </p:cNvPr>
            <p:cNvSpPr/>
            <p:nvPr userDrawn="1"/>
          </p:nvSpPr>
          <p:spPr>
            <a:xfrm>
              <a:off x="1117600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074D7413-228D-CA32-D17C-8AAB2694E924}"/>
                </a:ext>
              </a:extLst>
            </p:cNvPr>
            <p:cNvSpPr/>
            <p:nvPr userDrawn="1"/>
          </p:nvSpPr>
          <p:spPr>
            <a:xfrm>
              <a:off x="1139952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DEB3B389-E551-535B-F2FE-0D97D61E90CE}"/>
                </a:ext>
              </a:extLst>
            </p:cNvPr>
            <p:cNvSpPr/>
            <p:nvPr userDrawn="1"/>
          </p:nvSpPr>
          <p:spPr>
            <a:xfrm>
              <a:off x="706120" y="6296147"/>
              <a:ext cx="210820" cy="21082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000000"/>
                  </a:solidFill>
                </a:rPr>
                <a:t>&lt;</a:t>
              </a:r>
              <a:endParaRPr lang="zh-CN" altLang="en-US" sz="1400" b="1" dirty="0">
                <a:solidFill>
                  <a:srgbClr val="000000"/>
                </a:solidFill>
              </a:endParaRPr>
            </a:p>
          </p:txBody>
        </p:sp>
        <p:sp>
          <p:nvSpPr>
            <p:cNvPr id="14" name="矩形 13">
              <a:extLst>
                <a:ext uri="{FF2B5EF4-FFF2-40B4-BE49-F238E27FC236}">
                  <a16:creationId xmlns:a16="http://schemas.microsoft.com/office/drawing/2014/main" id="{955AF4C8-0BE4-B617-B691-8FC6973AA8AA}"/>
                </a:ext>
              </a:extLst>
            </p:cNvPr>
            <p:cNvSpPr/>
            <p:nvPr userDrawn="1"/>
          </p:nvSpPr>
          <p:spPr>
            <a:xfrm>
              <a:off x="1054710" y="6296147"/>
              <a:ext cx="210820" cy="21082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8F8F8"/>
                  </a:solidFill>
                </a:rPr>
                <a:t>&gt;</a:t>
              </a:r>
              <a:endParaRPr lang="zh-CN" altLang="en-US" sz="1400" b="1" dirty="0">
                <a:solidFill>
                  <a:srgbClr val="F8F8F8"/>
                </a:solidFill>
              </a:endParaRPr>
            </a:p>
          </p:txBody>
        </p:sp>
        <p:cxnSp>
          <p:nvCxnSpPr>
            <p:cNvPr id="15" name="直接连接符 14">
              <a:extLst>
                <a:ext uri="{FF2B5EF4-FFF2-40B4-BE49-F238E27FC236}">
                  <a16:creationId xmlns:a16="http://schemas.microsoft.com/office/drawing/2014/main" id="{49BB35F5-C164-8EA8-CF2D-A6D65AA258D2}"/>
                </a:ext>
              </a:extLst>
            </p:cNvPr>
            <p:cNvCxnSpPr>
              <a:cxnSpLocks/>
            </p:cNvCxnSpPr>
            <p:nvPr userDrawn="1"/>
          </p:nvCxnSpPr>
          <p:spPr>
            <a:xfrm>
              <a:off x="685800" y="647700"/>
              <a:ext cx="27432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93A013B4-B6F8-18CD-B093-C29774D7A367}"/>
                </a:ext>
              </a:extLst>
            </p:cNvPr>
            <p:cNvCxnSpPr>
              <a:cxnSpLocks/>
            </p:cNvCxnSpPr>
            <p:nvPr userDrawn="1"/>
          </p:nvCxnSpPr>
          <p:spPr>
            <a:xfrm>
              <a:off x="685800" y="76708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666FE3C8-3D98-98FC-A499-1648CE7DA7D1}"/>
                </a:ext>
              </a:extLst>
            </p:cNvPr>
            <p:cNvCxnSpPr>
              <a:cxnSpLocks/>
            </p:cNvCxnSpPr>
            <p:nvPr userDrawn="1"/>
          </p:nvCxnSpPr>
          <p:spPr>
            <a:xfrm>
              <a:off x="685800" y="88646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512D4D97-AB3A-7FC0-65A9-12E7D443F5B1}"/>
                </a:ext>
              </a:extLst>
            </p:cNvPr>
            <p:cNvSpPr/>
            <p:nvPr userDrawn="1"/>
          </p:nvSpPr>
          <p:spPr>
            <a:xfrm>
              <a:off x="5200891" y="1120645"/>
              <a:ext cx="1790218" cy="1790218"/>
            </a:xfrm>
            <a:prstGeom prst="ellipse">
              <a:avLst/>
            </a:prstGeom>
            <a:gradFill flip="none" rotWithShape="1">
              <a:gsLst>
                <a:gs pos="10000">
                  <a:schemeClr val="accent1">
                    <a:lumMod val="75000"/>
                    <a:alpha val="50000"/>
                  </a:schemeClr>
                </a:gs>
                <a:gs pos="70000">
                  <a:schemeClr val="accent1">
                    <a:alpha val="0"/>
                  </a:schemeClr>
                </a:gs>
              </a:gsLst>
              <a:lin ang="5400000" scaled="1"/>
              <a:tileRect/>
            </a:gra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形状 22">
              <a:extLst>
                <a:ext uri="{FF2B5EF4-FFF2-40B4-BE49-F238E27FC236}">
                  <a16:creationId xmlns:a16="http://schemas.microsoft.com/office/drawing/2014/main" id="{08671160-C56A-C7F6-8300-C6AA0452DFB5}"/>
                </a:ext>
              </a:extLst>
            </p:cNvPr>
            <p:cNvSpPr/>
            <p:nvPr userDrawn="1"/>
          </p:nvSpPr>
          <p:spPr>
            <a:xfrm>
              <a:off x="11299880" y="5822064"/>
              <a:ext cx="892121" cy="1035937"/>
            </a:xfrm>
            <a:custGeom>
              <a:avLst/>
              <a:gdLst>
                <a:gd name="connsiteX0" fmla="*/ 892121 w 892121"/>
                <a:gd name="connsiteY0" fmla="*/ 0 h 1035937"/>
                <a:gd name="connsiteX1" fmla="*/ 892121 w 892121"/>
                <a:gd name="connsiteY1" fmla="*/ 416970 h 1035937"/>
                <a:gd name="connsiteX2" fmla="*/ 800339 w 892121"/>
                <a:gd name="connsiteY2" fmla="*/ 426222 h 1035937"/>
                <a:gd name="connsiteX3" fmla="*/ 416716 w 892121"/>
                <a:gd name="connsiteY3" fmla="*/ 896912 h 1035937"/>
                <a:gd name="connsiteX4" fmla="*/ 426477 w 892121"/>
                <a:gd name="connsiteY4" fmla="*/ 993740 h 1035937"/>
                <a:gd name="connsiteX5" fmla="*/ 439576 w 892121"/>
                <a:gd name="connsiteY5" fmla="*/ 1035937 h 1035937"/>
                <a:gd name="connsiteX6" fmla="*/ 14015 w 892121"/>
                <a:gd name="connsiteY6" fmla="*/ 1035937 h 1035937"/>
                <a:gd name="connsiteX7" fmla="*/ 0 w 892121"/>
                <a:gd name="connsiteY7" fmla="*/ 896912 h 1035937"/>
                <a:gd name="connsiteX8" fmla="*/ 805437 w 892121"/>
                <a:gd name="connsiteY8" fmla="*/ 4377 h 1035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2121" h="1035937">
                  <a:moveTo>
                    <a:pt x="892121" y="0"/>
                  </a:moveTo>
                  <a:lnTo>
                    <a:pt x="892121" y="416970"/>
                  </a:lnTo>
                  <a:lnTo>
                    <a:pt x="800339" y="426222"/>
                  </a:lnTo>
                  <a:cubicBezTo>
                    <a:pt x="581406" y="471022"/>
                    <a:pt x="416716" y="664734"/>
                    <a:pt x="416716" y="896912"/>
                  </a:cubicBezTo>
                  <a:cubicBezTo>
                    <a:pt x="416716" y="930081"/>
                    <a:pt x="420077" y="962464"/>
                    <a:pt x="426477" y="993740"/>
                  </a:cubicBezTo>
                  <a:lnTo>
                    <a:pt x="439576" y="1035937"/>
                  </a:lnTo>
                  <a:lnTo>
                    <a:pt x="14015" y="1035937"/>
                  </a:lnTo>
                  <a:lnTo>
                    <a:pt x="0" y="896912"/>
                  </a:lnTo>
                  <a:cubicBezTo>
                    <a:pt x="0" y="432388"/>
                    <a:pt x="353035" y="50321"/>
                    <a:pt x="805437" y="4377"/>
                  </a:cubicBezTo>
                  <a:close/>
                </a:path>
              </a:pathLst>
            </a:custGeom>
            <a:gradFill>
              <a:gsLst>
                <a:gs pos="0">
                  <a:schemeClr val="accent1">
                    <a:lumMod val="75000"/>
                    <a:alpha val="5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9" name="矩形 18">
              <a:extLst>
                <a:ext uri="{FF2B5EF4-FFF2-40B4-BE49-F238E27FC236}">
                  <a16:creationId xmlns:a16="http://schemas.microsoft.com/office/drawing/2014/main" id="{9994ACA4-C65E-FBBD-D721-74E842AB8771}"/>
                </a:ext>
              </a:extLst>
            </p:cNvPr>
            <p:cNvSpPr/>
            <p:nvPr userDrawn="1"/>
          </p:nvSpPr>
          <p:spPr>
            <a:xfrm>
              <a:off x="0" y="0"/>
              <a:ext cx="12192000" cy="273273"/>
            </a:xfrm>
            <a:prstGeom prst="rect">
              <a:avLst/>
            </a:prstGeom>
            <a:gradFill flip="none" rotWithShape="1">
              <a:gsLst>
                <a:gs pos="0">
                  <a:schemeClr val="accent1"/>
                </a:gs>
                <a:gs pos="59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ctangle 5+">
              <a:extLst>
                <a:ext uri="{FF2B5EF4-FFF2-40B4-BE49-F238E27FC236}">
                  <a16:creationId xmlns:a16="http://schemas.microsoft.com/office/drawing/2014/main" id="{18F792A4-690B-F14A-7C83-A51B97588D87}"/>
                </a:ext>
              </a:extLst>
            </p:cNvPr>
            <p:cNvSpPr/>
            <p:nvPr userDrawn="1"/>
          </p:nvSpPr>
          <p:spPr>
            <a:xfrm flipH="1">
              <a:off x="0" y="6640011"/>
              <a:ext cx="12192000" cy="217989"/>
            </a:xfrm>
            <a:prstGeom prst="rect">
              <a:avLst/>
            </a:prstGeom>
            <a:gradFill flip="none" rotWithShape="1">
              <a:gsLst>
                <a:gs pos="0">
                  <a:schemeClr val="accent1"/>
                </a:gs>
                <a:gs pos="61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a:p>
          </p:txBody>
        </p:sp>
      </p:grpSp>
      <p:sp>
        <p:nvSpPr>
          <p:cNvPr id="2" name="标题 1"/>
          <p:cNvSpPr>
            <a:spLocks noGrp="1"/>
          </p:cNvSpPr>
          <p:nvPr userDrawn="1">
            <p:ph type="title" hasCustomPrompt="1"/>
          </p:nvPr>
        </p:nvSpPr>
        <p:spPr>
          <a:xfrm>
            <a:off x="660398" y="3029794"/>
            <a:ext cx="10858501" cy="1371600"/>
          </a:xfrm>
        </p:spPr>
        <p:txBody>
          <a:bodyPr anchor="ctr" anchorCtr="0">
            <a:noAutofit/>
          </a:bodyPr>
          <a:lstStyle>
            <a:lvl1pPr algn="ctr">
              <a:defRPr sz="8000">
                <a:solidFill>
                  <a:schemeClr val="accent1">
                    <a:lumMod val="75000"/>
                  </a:schemeClr>
                </a:solidFill>
              </a:defRPr>
            </a:lvl1pPr>
          </a:lstStyle>
          <a:p>
            <a:pPr lvl="0"/>
            <a:r>
              <a:rPr lang="en-US" dirty="0"/>
              <a:t>Click to add title</a:t>
            </a:r>
          </a:p>
        </p:txBody>
      </p:sp>
      <p:sp>
        <p:nvSpPr>
          <p:cNvPr id="3" name="文本占位符 2"/>
          <p:cNvSpPr>
            <a:spLocks noGrp="1"/>
          </p:cNvSpPr>
          <p:nvPr userDrawn="1">
            <p:ph type="body" idx="1" hasCustomPrompt="1"/>
          </p:nvPr>
        </p:nvSpPr>
        <p:spPr>
          <a:xfrm>
            <a:off x="660399" y="4545794"/>
            <a:ext cx="10858500" cy="489191"/>
          </a:xfrm>
        </p:spPr>
        <p:txBody>
          <a:bodyPr anchor="ctr" anchorCtr="0">
            <a:normAutofit/>
          </a:bodyPr>
          <a:lstStyle>
            <a:lvl1pPr marL="0" indent="0" algn="ctr">
              <a:buNone/>
              <a:defRPr sz="1600">
                <a:solidFill>
                  <a:srgbClr val="00000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text</a:t>
            </a:r>
          </a:p>
        </p:txBody>
      </p:sp>
      <p:sp>
        <p:nvSpPr>
          <p:cNvPr id="4" name="日期占位符 3"/>
          <p:cNvSpPr>
            <a:spLocks noGrp="1"/>
          </p:cNvSpPr>
          <p:nvPr userDrawn="1">
            <p:ph type="dt" sz="half" idx="10"/>
          </p:nvPr>
        </p:nvSpPr>
        <p:spPr/>
        <p:txBody>
          <a:bodyPr/>
          <a:lstStyle/>
          <a:p>
            <a:endParaRPr lang="en-US"/>
          </a:p>
        </p:txBody>
      </p:sp>
      <p:sp>
        <p:nvSpPr>
          <p:cNvPr id="5" name="页脚占位符 4"/>
          <p:cNvSpPr>
            <a:spLocks noGrp="1"/>
          </p:cNvSpPr>
          <p:nvPr userDrawn="1">
            <p:ph type="ftr" sz="quarter" idx="11"/>
          </p:nvPr>
        </p:nvSpPr>
        <p:spPr/>
        <p:txBody>
          <a:bodyPr/>
          <a:lstStyle/>
          <a:p>
            <a:endParaRPr lang="en-US" dirty="0"/>
          </a:p>
        </p:txBody>
      </p:sp>
      <p:sp>
        <p:nvSpPr>
          <p:cNvPr id="6" name="灯片编号占位符 5"/>
          <p:cNvSpPr>
            <a:spLocks noGrp="1"/>
          </p:cNvSpPr>
          <p:nvPr userDrawn="1">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atin typeface="+mj-lt"/>
                <a:ea typeface="+mj-ea"/>
              </a:defRPr>
            </a:lvl1pPr>
          </a:lstStyle>
          <a:p>
            <a:pPr lvl="0"/>
            <a:r>
              <a:rPr lang="en-US" dirty="0"/>
              <a:t>Click to add title</a:t>
            </a:r>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811F4410-025C-69E7-DADF-D0C21D271CB9}"/>
              </a:ext>
            </a:extLst>
          </p:cNvPr>
          <p:cNvSpPr/>
          <p:nvPr userDrawn="1"/>
        </p:nvSpPr>
        <p:spPr>
          <a:xfrm>
            <a:off x="0" y="0"/>
            <a:ext cx="12192000" cy="6858000"/>
          </a:xfrm>
          <a:prstGeom prst="rect">
            <a:avLst/>
          </a:prstGeom>
          <a:blipFill>
            <a:blip r:embed="rId2">
              <a:alphaModFix amt="7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losing" preserve="1" userDrawn="1">
  <p:cSld name="Closing">
    <p:spTree>
      <p:nvGrpSpPr>
        <p:cNvPr id="1" name=""/>
        <p:cNvGrpSpPr/>
        <p:nvPr/>
      </p:nvGrpSpPr>
      <p:grpSpPr>
        <a:xfrm>
          <a:off x="0" y="0"/>
          <a:ext cx="0" cy="0"/>
          <a:chOff x="0" y="0"/>
          <a:chExt cx="0" cy="0"/>
        </a:xfrm>
      </p:grpSpPr>
      <p:grpSp>
        <p:nvGrpSpPr>
          <p:cNvPr id="37" name="组合 36">
            <a:extLst>
              <a:ext uri="{FF2B5EF4-FFF2-40B4-BE49-F238E27FC236}">
                <a16:creationId xmlns:a16="http://schemas.microsoft.com/office/drawing/2014/main" id="{62DAF74A-5F33-78A1-7BB3-01BCD5332AAD}"/>
              </a:ext>
            </a:extLst>
          </p:cNvPr>
          <p:cNvGrpSpPr/>
          <p:nvPr userDrawn="1"/>
        </p:nvGrpSpPr>
        <p:grpSpPr>
          <a:xfrm>
            <a:off x="0" y="0"/>
            <a:ext cx="12192000" cy="6858001"/>
            <a:chOff x="0" y="0"/>
            <a:chExt cx="12192000" cy="6858001"/>
          </a:xfrm>
        </p:grpSpPr>
        <p:sp>
          <p:nvSpPr>
            <p:cNvPr id="24" name="矩形 23">
              <a:extLst>
                <a:ext uri="{FF2B5EF4-FFF2-40B4-BE49-F238E27FC236}">
                  <a16:creationId xmlns:a16="http://schemas.microsoft.com/office/drawing/2014/main" id="{F4B1E72B-2979-E5AB-353B-E24FB7662CE3}"/>
                </a:ext>
              </a:extLst>
            </p:cNvPr>
            <p:cNvSpPr/>
            <p:nvPr userDrawn="1"/>
          </p:nvSpPr>
          <p:spPr>
            <a:xfrm>
              <a:off x="0" y="0"/>
              <a:ext cx="12192000" cy="6858000"/>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矩形 34">
              <a:extLst>
                <a:ext uri="{FF2B5EF4-FFF2-40B4-BE49-F238E27FC236}">
                  <a16:creationId xmlns:a16="http://schemas.microsoft.com/office/drawing/2014/main" id="{78D6316D-305E-073D-129C-6B0C5C3B5DC9}"/>
                </a:ext>
              </a:extLst>
            </p:cNvPr>
            <p:cNvSpPr/>
            <p:nvPr userDrawn="1"/>
          </p:nvSpPr>
          <p:spPr>
            <a:xfrm>
              <a:off x="0" y="0"/>
              <a:ext cx="12192000" cy="273273"/>
            </a:xfrm>
            <a:prstGeom prst="rect">
              <a:avLst/>
            </a:prstGeom>
            <a:gradFill flip="none" rotWithShape="1">
              <a:gsLst>
                <a:gs pos="0">
                  <a:schemeClr val="accent1"/>
                </a:gs>
                <a:gs pos="59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Rectangle 5+">
              <a:extLst>
                <a:ext uri="{FF2B5EF4-FFF2-40B4-BE49-F238E27FC236}">
                  <a16:creationId xmlns:a16="http://schemas.microsoft.com/office/drawing/2014/main" id="{DAD72655-DA80-51DE-0E3C-3DC06FD44972}"/>
                </a:ext>
              </a:extLst>
            </p:cNvPr>
            <p:cNvSpPr/>
            <p:nvPr userDrawn="1"/>
          </p:nvSpPr>
          <p:spPr>
            <a:xfrm flipH="1">
              <a:off x="0" y="6640011"/>
              <a:ext cx="12192000" cy="217989"/>
            </a:xfrm>
            <a:prstGeom prst="rect">
              <a:avLst/>
            </a:prstGeom>
            <a:gradFill flip="none" rotWithShape="1">
              <a:gsLst>
                <a:gs pos="0">
                  <a:schemeClr val="accent1"/>
                </a:gs>
                <a:gs pos="61000">
                  <a:schemeClr val="accent1">
                    <a:lumMod val="75000"/>
                  </a:schemeClr>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zh-CN" altLang="en-US"/>
            </a:p>
          </p:txBody>
        </p:sp>
        <p:sp>
          <p:nvSpPr>
            <p:cNvPr id="23" name="任意多边形: 形状 22">
              <a:extLst>
                <a:ext uri="{FF2B5EF4-FFF2-40B4-BE49-F238E27FC236}">
                  <a16:creationId xmlns:a16="http://schemas.microsoft.com/office/drawing/2014/main" id="{72C88C1F-42B9-E4D3-3333-CE5BE292B74C}"/>
                </a:ext>
              </a:extLst>
            </p:cNvPr>
            <p:cNvSpPr/>
            <p:nvPr userDrawn="1"/>
          </p:nvSpPr>
          <p:spPr>
            <a:xfrm>
              <a:off x="8843058" y="2966262"/>
              <a:ext cx="3348942" cy="3891738"/>
            </a:xfrm>
            <a:custGeom>
              <a:avLst/>
              <a:gdLst>
                <a:gd name="connsiteX0" fmla="*/ 3348942 w 3348942"/>
                <a:gd name="connsiteY0" fmla="*/ 0 h 3891738"/>
                <a:gd name="connsiteX1" fmla="*/ 3348942 w 3348942"/>
                <a:gd name="connsiteY1" fmla="*/ 1489094 h 3891738"/>
                <a:gd name="connsiteX2" fmla="*/ 3336745 w 3348942"/>
                <a:gd name="connsiteY2" fmla="*/ 1489710 h 3891738"/>
                <a:gd name="connsiteX3" fmla="*/ 1484904 w 3348942"/>
                <a:gd name="connsiteY3" fmla="*/ 3541804 h 3891738"/>
                <a:gd name="connsiteX4" fmla="*/ 1495554 w 3348942"/>
                <a:gd name="connsiteY4" fmla="*/ 3752708 h 3891738"/>
                <a:gd name="connsiteX5" fmla="*/ 1516772 w 3348942"/>
                <a:gd name="connsiteY5" fmla="*/ 3891738 h 3891738"/>
                <a:gd name="connsiteX6" fmla="*/ 17670 w 3348942"/>
                <a:gd name="connsiteY6" fmla="*/ 3891738 h 3891738"/>
                <a:gd name="connsiteX7" fmla="*/ 0 w 3348942"/>
                <a:gd name="connsiteY7" fmla="*/ 3541804 h 3891738"/>
                <a:gd name="connsiteX8" fmla="*/ 3184922 w 3348942"/>
                <a:gd name="connsiteY8" fmla="*/ 12472 h 389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942" h="3891738">
                  <a:moveTo>
                    <a:pt x="3348942" y="0"/>
                  </a:moveTo>
                  <a:lnTo>
                    <a:pt x="3348942" y="1489094"/>
                  </a:lnTo>
                  <a:lnTo>
                    <a:pt x="3336745" y="1489710"/>
                  </a:lnTo>
                  <a:cubicBezTo>
                    <a:pt x="2296593" y="1595343"/>
                    <a:pt x="1484904" y="2473784"/>
                    <a:pt x="1484904" y="3541804"/>
                  </a:cubicBezTo>
                  <a:cubicBezTo>
                    <a:pt x="1484904" y="3613006"/>
                    <a:pt x="1488511" y="3683364"/>
                    <a:pt x="1495554" y="3752708"/>
                  </a:cubicBezTo>
                  <a:lnTo>
                    <a:pt x="1516772" y="3891738"/>
                  </a:lnTo>
                  <a:lnTo>
                    <a:pt x="17670" y="3891738"/>
                  </a:lnTo>
                  <a:lnTo>
                    <a:pt x="0" y="3541804"/>
                  </a:lnTo>
                  <a:cubicBezTo>
                    <a:pt x="0" y="1704949"/>
                    <a:pt x="1395998" y="194147"/>
                    <a:pt x="3184922" y="12472"/>
                  </a:cubicBezTo>
                  <a:close/>
                </a:path>
              </a:pathLst>
            </a:custGeom>
            <a:gradFill>
              <a:gsLst>
                <a:gs pos="0">
                  <a:schemeClr val="accent1">
                    <a:lumMod val="75000"/>
                    <a:alpha val="30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5" name="椭圆 24">
              <a:extLst>
                <a:ext uri="{FF2B5EF4-FFF2-40B4-BE49-F238E27FC236}">
                  <a16:creationId xmlns:a16="http://schemas.microsoft.com/office/drawing/2014/main" id="{71A0F9C3-F750-DE7C-FBA5-EE9473DCB1DD}"/>
                </a:ext>
              </a:extLst>
            </p:cNvPr>
            <p:cNvSpPr/>
            <p:nvPr userDrawn="1"/>
          </p:nvSpPr>
          <p:spPr>
            <a:xfrm>
              <a:off x="1072896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41B91E6E-45E6-3396-1D12-34E2E258FBDA}"/>
                </a:ext>
              </a:extLst>
            </p:cNvPr>
            <p:cNvSpPr/>
            <p:nvPr userDrawn="1"/>
          </p:nvSpPr>
          <p:spPr>
            <a:xfrm>
              <a:off x="1095248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00246300-749C-2B0A-3D9C-7EFC1005A93A}"/>
                </a:ext>
              </a:extLst>
            </p:cNvPr>
            <p:cNvSpPr/>
            <p:nvPr userDrawn="1"/>
          </p:nvSpPr>
          <p:spPr>
            <a:xfrm>
              <a:off x="1117600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47A828BD-7AE4-12A6-E0FF-01FFE0DA5BE2}"/>
                </a:ext>
              </a:extLst>
            </p:cNvPr>
            <p:cNvSpPr/>
            <p:nvPr userDrawn="1"/>
          </p:nvSpPr>
          <p:spPr>
            <a:xfrm>
              <a:off x="1139952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634BFAB7-05C5-7BE8-96CC-D892BBB0A57C}"/>
                </a:ext>
              </a:extLst>
            </p:cNvPr>
            <p:cNvSpPr/>
            <p:nvPr userDrawn="1"/>
          </p:nvSpPr>
          <p:spPr>
            <a:xfrm>
              <a:off x="706120" y="6134100"/>
              <a:ext cx="210820" cy="21082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000000"/>
                  </a:solidFill>
                </a:rPr>
                <a:t>&lt;</a:t>
              </a:r>
              <a:endParaRPr lang="zh-CN" altLang="en-US" sz="1400" b="1" dirty="0">
                <a:solidFill>
                  <a:srgbClr val="000000"/>
                </a:solidFill>
              </a:endParaRPr>
            </a:p>
          </p:txBody>
        </p:sp>
        <p:sp>
          <p:nvSpPr>
            <p:cNvPr id="30" name="矩形 29">
              <a:extLst>
                <a:ext uri="{FF2B5EF4-FFF2-40B4-BE49-F238E27FC236}">
                  <a16:creationId xmlns:a16="http://schemas.microsoft.com/office/drawing/2014/main" id="{B57AF222-5A68-F38B-CAE0-3C9942DCF8B4}"/>
                </a:ext>
              </a:extLst>
            </p:cNvPr>
            <p:cNvSpPr/>
            <p:nvPr userDrawn="1"/>
          </p:nvSpPr>
          <p:spPr>
            <a:xfrm>
              <a:off x="1054710" y="6134100"/>
              <a:ext cx="210820" cy="21082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8F8F8"/>
                  </a:solidFill>
                </a:rPr>
                <a:t>&gt;</a:t>
              </a:r>
              <a:endParaRPr lang="zh-CN" altLang="en-US" sz="1400" b="1" dirty="0">
                <a:solidFill>
                  <a:srgbClr val="F8F8F8"/>
                </a:solidFill>
              </a:endParaRPr>
            </a:p>
          </p:txBody>
        </p:sp>
        <p:cxnSp>
          <p:nvCxnSpPr>
            <p:cNvPr id="31" name="直接连接符 30">
              <a:extLst>
                <a:ext uri="{FF2B5EF4-FFF2-40B4-BE49-F238E27FC236}">
                  <a16:creationId xmlns:a16="http://schemas.microsoft.com/office/drawing/2014/main" id="{37434D09-ED4E-36CC-32B3-8C496407E87A}"/>
                </a:ext>
              </a:extLst>
            </p:cNvPr>
            <p:cNvCxnSpPr>
              <a:cxnSpLocks/>
            </p:cNvCxnSpPr>
            <p:nvPr userDrawn="1"/>
          </p:nvCxnSpPr>
          <p:spPr>
            <a:xfrm>
              <a:off x="685800" y="647700"/>
              <a:ext cx="27432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C4D1A043-EB15-B2C4-E4ED-287ABE80012D}"/>
                </a:ext>
              </a:extLst>
            </p:cNvPr>
            <p:cNvCxnSpPr>
              <a:cxnSpLocks/>
            </p:cNvCxnSpPr>
            <p:nvPr userDrawn="1"/>
          </p:nvCxnSpPr>
          <p:spPr>
            <a:xfrm>
              <a:off x="685800" y="76708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2FF23967-8EBE-B90B-AFC7-BFDF910146B4}"/>
                </a:ext>
              </a:extLst>
            </p:cNvPr>
            <p:cNvCxnSpPr>
              <a:cxnSpLocks/>
            </p:cNvCxnSpPr>
            <p:nvPr userDrawn="1"/>
          </p:nvCxnSpPr>
          <p:spPr>
            <a:xfrm>
              <a:off x="685800" y="88646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任意多边形: 形状 33">
              <a:extLst>
                <a:ext uri="{FF2B5EF4-FFF2-40B4-BE49-F238E27FC236}">
                  <a16:creationId xmlns:a16="http://schemas.microsoft.com/office/drawing/2014/main" id="{6B1207FB-A0FA-D722-B998-E2FA8623F59C}"/>
                </a:ext>
              </a:extLst>
            </p:cNvPr>
            <p:cNvSpPr/>
            <p:nvPr userDrawn="1"/>
          </p:nvSpPr>
          <p:spPr>
            <a:xfrm>
              <a:off x="9707880" y="3836814"/>
              <a:ext cx="2484120" cy="3021187"/>
            </a:xfrm>
            <a:custGeom>
              <a:avLst/>
              <a:gdLst>
                <a:gd name="connsiteX0" fmla="*/ 2484120 w 2484120"/>
                <a:gd name="connsiteY0" fmla="*/ 0 h 3021187"/>
                <a:gd name="connsiteX1" fmla="*/ 2484120 w 2484120"/>
                <a:gd name="connsiteY1" fmla="*/ 1294665 h 3021187"/>
                <a:gd name="connsiteX2" fmla="*/ 2425687 w 2484120"/>
                <a:gd name="connsiteY2" fmla="*/ 1303583 h 3021187"/>
                <a:gd name="connsiteX3" fmla="*/ 1286161 w 2484120"/>
                <a:gd name="connsiteY3" fmla="*/ 2701733 h 3021187"/>
                <a:gd name="connsiteX4" fmla="*/ 1315156 w 2484120"/>
                <a:gd name="connsiteY4" fmla="*/ 2989353 h 3021187"/>
                <a:gd name="connsiteX5" fmla="*/ 1323341 w 2484120"/>
                <a:gd name="connsiteY5" fmla="*/ 3021187 h 3021187"/>
                <a:gd name="connsiteX6" fmla="*/ 20424 w 2484120"/>
                <a:gd name="connsiteY6" fmla="*/ 3021187 h 3021187"/>
                <a:gd name="connsiteX7" fmla="*/ 14009 w 2484120"/>
                <a:gd name="connsiteY7" fmla="*/ 2979153 h 3021187"/>
                <a:gd name="connsiteX8" fmla="*/ 0 w 2484120"/>
                <a:gd name="connsiteY8" fmla="*/ 2701733 h 3021187"/>
                <a:gd name="connsiteX9" fmla="*/ 2435886 w 2484120"/>
                <a:gd name="connsiteY9" fmla="*/ 2436 h 3021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84120" h="3021187">
                  <a:moveTo>
                    <a:pt x="2484120" y="0"/>
                  </a:moveTo>
                  <a:lnTo>
                    <a:pt x="2484120" y="1294665"/>
                  </a:lnTo>
                  <a:lnTo>
                    <a:pt x="2425687" y="1303583"/>
                  </a:lnTo>
                  <a:cubicBezTo>
                    <a:pt x="1775361" y="1436659"/>
                    <a:pt x="1286161" y="2012067"/>
                    <a:pt x="1286161" y="2701733"/>
                  </a:cubicBezTo>
                  <a:cubicBezTo>
                    <a:pt x="1286161" y="2800257"/>
                    <a:pt x="1296145" y="2896449"/>
                    <a:pt x="1315156" y="2989353"/>
                  </a:cubicBezTo>
                  <a:lnTo>
                    <a:pt x="1323341" y="3021187"/>
                  </a:lnTo>
                  <a:lnTo>
                    <a:pt x="20424" y="3021187"/>
                  </a:lnTo>
                  <a:lnTo>
                    <a:pt x="14009" y="2979153"/>
                  </a:lnTo>
                  <a:cubicBezTo>
                    <a:pt x="4745" y="2887940"/>
                    <a:pt x="0" y="2795391"/>
                    <a:pt x="0" y="2701733"/>
                  </a:cubicBezTo>
                  <a:cubicBezTo>
                    <a:pt x="0" y="1296873"/>
                    <a:pt x="1067685" y="141384"/>
                    <a:pt x="2435886" y="2436"/>
                  </a:cubicBezTo>
                  <a:close/>
                </a:path>
              </a:pathLst>
            </a:custGeom>
            <a:gradFill>
              <a:gsLst>
                <a:gs pos="0">
                  <a:schemeClr val="accent1">
                    <a:lumMod val="75000"/>
                    <a:alpha val="25000"/>
                  </a:schemeClr>
                </a:gs>
                <a:gs pos="100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3" name="椭圆 2">
              <a:extLst>
                <a:ext uri="{FF2B5EF4-FFF2-40B4-BE49-F238E27FC236}">
                  <a16:creationId xmlns:a16="http://schemas.microsoft.com/office/drawing/2014/main" id="{0CA36E1A-09AF-6B1F-A7C5-0E1B4615E57D}"/>
                </a:ext>
              </a:extLst>
            </p:cNvPr>
            <p:cNvSpPr/>
            <p:nvPr userDrawn="1"/>
          </p:nvSpPr>
          <p:spPr>
            <a:xfrm rot="3386110">
              <a:off x="4418051" y="1505736"/>
              <a:ext cx="1086155" cy="1086155"/>
            </a:xfrm>
            <a:prstGeom prst="ellipse">
              <a:avLst/>
            </a:prstGeom>
            <a:gradFill flip="none" rotWithShape="1">
              <a:gsLst>
                <a:gs pos="0">
                  <a:schemeClr val="accent1">
                    <a:lumMod val="75000"/>
                    <a:alpha val="70000"/>
                  </a:schemeClr>
                </a:gs>
                <a:gs pos="70000">
                  <a:schemeClr val="accent1">
                    <a:alpha val="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userDrawn="1">
            <p:ph type="title" hasCustomPrompt="1"/>
          </p:nvPr>
        </p:nvSpPr>
        <p:spPr>
          <a:xfrm>
            <a:off x="660400" y="3220720"/>
            <a:ext cx="10858500" cy="1371600"/>
          </a:xfrm>
        </p:spPr>
        <p:txBody>
          <a:bodyPr vert="horz" lIns="91440" tIns="45720" rIns="91440" bIns="45720" rtlCol="0" anchor="b">
            <a:noAutofit/>
          </a:bodyPr>
          <a:lstStyle>
            <a:lvl1pPr>
              <a:lnSpc>
                <a:spcPct val="120000"/>
              </a:lnSpc>
              <a:defRPr lang="en-US" sz="8000" dirty="0">
                <a:solidFill>
                  <a:srgbClr val="000000"/>
                </a:solidFill>
                <a:latin typeface="+mj-ea"/>
                <a:ea typeface="+mj-ea"/>
              </a:defRPr>
            </a:lvl1pPr>
          </a:lstStyle>
          <a:p>
            <a:pPr lvl="0"/>
            <a:r>
              <a:rPr lang="en-US" dirty="0"/>
              <a:t>Click to add title</a:t>
            </a:r>
          </a:p>
        </p:txBody>
      </p:sp>
      <p:sp>
        <p:nvSpPr>
          <p:cNvPr id="4" name="文本占位符 3"/>
          <p:cNvSpPr>
            <a:spLocks noGrp="1"/>
          </p:cNvSpPr>
          <p:nvPr userDrawn="1">
            <p:ph type="body" sz="quarter" idx="13" hasCustomPrompt="1"/>
          </p:nvPr>
        </p:nvSpPr>
        <p:spPr>
          <a:xfrm>
            <a:off x="660400" y="5036434"/>
            <a:ext cx="1356360" cy="274320"/>
          </a:xfrm>
        </p:spPr>
        <p:txBody>
          <a:bodyPr anchor="ctr"/>
          <a:lstStyle>
            <a:lvl1pPr marL="0" indent="0" algn="l">
              <a:buNone/>
              <a:defRPr sz="1200">
                <a:solidFill>
                  <a:srgbClr val="000000"/>
                </a:solidFill>
              </a:defRPr>
            </a:lvl1pPr>
          </a:lstStyle>
          <a:p>
            <a:pPr lvl="0"/>
            <a:r>
              <a:rPr lang="en-US"/>
              <a:t>Presenter name</a:t>
            </a:r>
          </a:p>
        </p:txBody>
      </p:sp>
      <p:sp>
        <p:nvSpPr>
          <p:cNvPr id="5" name="文本占位符 4"/>
          <p:cNvSpPr>
            <a:spLocks noGrp="1"/>
          </p:cNvSpPr>
          <p:nvPr userDrawn="1">
            <p:ph type="body" sz="quarter" idx="14" hasCustomPrompt="1"/>
          </p:nvPr>
        </p:nvSpPr>
        <p:spPr>
          <a:xfrm>
            <a:off x="2235200" y="5036434"/>
            <a:ext cx="1356360" cy="274320"/>
          </a:xfrm>
        </p:spPr>
        <p:txBody>
          <a:bodyPr anchor="ctr"/>
          <a:lstStyle>
            <a:lvl1pPr marL="0" indent="0">
              <a:buNone/>
              <a:defRPr sz="1200">
                <a:solidFill>
                  <a:srgbClr val="000000"/>
                </a:solidFill>
              </a:defRPr>
            </a:lvl1pPr>
          </a:lstStyle>
          <a:p>
            <a:pPr lvl="0"/>
            <a:r>
              <a:rPr lang="en-US" dirty="0"/>
              <a:t>www.islide.cc</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81B76B82-4AC3-3311-DA9C-A4791B71420F}"/>
              </a:ext>
            </a:extLst>
          </p:cNvPr>
          <p:cNvGrpSpPr/>
          <p:nvPr userDrawn="1"/>
        </p:nvGrpSpPr>
        <p:grpSpPr>
          <a:xfrm>
            <a:off x="0" y="0"/>
            <a:ext cx="12192000" cy="6858000"/>
            <a:chOff x="0" y="0"/>
            <a:chExt cx="12192000" cy="6858000"/>
          </a:xfrm>
        </p:grpSpPr>
        <p:sp>
          <p:nvSpPr>
            <p:cNvPr id="7" name="矩形 6">
              <a:extLst>
                <a:ext uri="{FF2B5EF4-FFF2-40B4-BE49-F238E27FC236}">
                  <a16:creationId xmlns:a16="http://schemas.microsoft.com/office/drawing/2014/main" id="{3FE30B64-DDE0-3A8B-7234-168AE6FBA6A1}"/>
                </a:ext>
              </a:extLst>
            </p:cNvPr>
            <p:cNvSpPr/>
            <p:nvPr userDrawn="1"/>
          </p:nvSpPr>
          <p:spPr>
            <a:xfrm>
              <a:off x="0" y="0"/>
              <a:ext cx="12192000" cy="6858000"/>
            </a:xfrm>
            <a:prstGeom prst="rect">
              <a:avLst/>
            </a:prstGeom>
            <a:blipFill>
              <a:blip r:embed="rId9">
                <a:alphaModFix amt="5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73E6E863-5FA0-7C4F-FE02-03D3A72C76C7}"/>
                </a:ext>
              </a:extLst>
            </p:cNvPr>
            <p:cNvSpPr/>
            <p:nvPr userDrawn="1"/>
          </p:nvSpPr>
          <p:spPr>
            <a:xfrm rot="21354501">
              <a:off x="411480" y="278447"/>
              <a:ext cx="812800" cy="812800"/>
            </a:xfrm>
            <a:prstGeom prst="ellipse">
              <a:avLst/>
            </a:prstGeom>
            <a:gradFill flip="none" rotWithShape="1">
              <a:gsLst>
                <a:gs pos="0">
                  <a:schemeClr val="accent1">
                    <a:lumMod val="75000"/>
                    <a:alpha val="70000"/>
                  </a:schemeClr>
                </a:gs>
                <a:gs pos="64000">
                  <a:schemeClr val="accent1">
                    <a:alpha val="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www.islide.cc/"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4.png"/><Relationship Id="rId3" Type="http://schemas.openxmlformats.org/officeDocument/2006/relationships/hyperlink" Target="http://www.islide.cc/" TargetMode="External"/><Relationship Id="rId7" Type="http://schemas.openxmlformats.org/officeDocument/2006/relationships/hyperlink" Target="https://qr10.cn/AvcOJF" TargetMode="External"/><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hyperlink" Target="https://qr10.cn/AJClXH" TargetMode="External"/><Relationship Id="rId11" Type="http://schemas.openxmlformats.org/officeDocument/2006/relationships/image" Target="../media/image12.png"/><Relationship Id="rId5" Type="http://schemas.openxmlformats.org/officeDocument/2006/relationships/hyperlink" Target="https://qr10.cn/BlrYkD" TargetMode="External"/><Relationship Id="rId10" Type="http://schemas.openxmlformats.org/officeDocument/2006/relationships/image" Target="../media/image11.png"/><Relationship Id="rId4" Type="http://schemas.openxmlformats.org/officeDocument/2006/relationships/hyperlink" Target="https://qr10.cn/EqbapX" TargetMode="External"/><Relationship Id="rId9" Type="http://schemas.openxmlformats.org/officeDocument/2006/relationships/hyperlink" Target="https://www.toutiao.com/c/user/token/MS4wLjABAAAA4iEx56C0_-0TYakxi5ZDzkL63vnOXTDA_u8TGCGhUo4/?source=m_redirect" TargetMode="External"/><Relationship Id="rId14"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55AD1CB0-604A-B611-665F-7C10BD1A285A}"/>
              </a:ext>
            </a:extLst>
          </p:cNvPr>
          <p:cNvSpPr/>
          <p:nvPr/>
        </p:nvSpPr>
        <p:spPr>
          <a:xfrm>
            <a:off x="685801" y="4474465"/>
            <a:ext cx="4959095" cy="203862"/>
          </a:xfrm>
          <a:prstGeom prst="rect">
            <a:avLst/>
          </a:prstGeom>
          <a:solidFill>
            <a:schemeClr val="accent1">
              <a:lumMod val="7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a:extLst>
              <a:ext uri="{FF2B5EF4-FFF2-40B4-BE49-F238E27FC236}">
                <a16:creationId xmlns:a16="http://schemas.microsoft.com/office/drawing/2014/main" id="{12C29581-8E49-3187-0831-CA722CECBF42}"/>
              </a:ext>
            </a:extLst>
          </p:cNvPr>
          <p:cNvSpPr>
            <a:spLocks noGrp="1"/>
          </p:cNvSpPr>
          <p:nvPr>
            <p:ph type="ctrTitle"/>
          </p:nvPr>
        </p:nvSpPr>
        <p:spPr>
          <a:xfrm>
            <a:off x="660400" y="1228763"/>
            <a:ext cx="9321800" cy="2895895"/>
          </a:xfrm>
        </p:spPr>
        <p:txBody>
          <a:bodyPr/>
          <a:lstStyle/>
          <a:p>
            <a:pPr lvl="0"/>
            <a:r>
              <a:rPr lang="zh-CN" altLang="en-US" dirty="0"/>
              <a:t>通用年终总结</a:t>
            </a:r>
            <a:br>
              <a:rPr lang="en-US" altLang="zh-CN" dirty="0"/>
            </a:br>
            <a:r>
              <a:rPr lang="en-US" altLang="zh-CN" dirty="0"/>
              <a:t>PPT</a:t>
            </a:r>
            <a:r>
              <a:rPr lang="zh-CN" altLang="en-US" dirty="0"/>
              <a:t>模板</a:t>
            </a:r>
            <a:endParaRPr lang="en-US" dirty="0"/>
          </a:p>
        </p:txBody>
      </p:sp>
      <p:sp>
        <p:nvSpPr>
          <p:cNvPr id="3" name="Subtitle 2">
            <a:extLst>
              <a:ext uri="{FF2B5EF4-FFF2-40B4-BE49-F238E27FC236}">
                <a16:creationId xmlns:a16="http://schemas.microsoft.com/office/drawing/2014/main" id="{FEC47266-BDC5-AE9B-BF2E-B62F6C53A466}"/>
              </a:ext>
            </a:extLst>
          </p:cNvPr>
          <p:cNvSpPr>
            <a:spLocks noGrp="1"/>
          </p:cNvSpPr>
          <p:nvPr>
            <p:ph type="subTitle" idx="1"/>
          </p:nvPr>
        </p:nvSpPr>
        <p:spPr>
          <a:xfrm>
            <a:off x="660400" y="4219378"/>
            <a:ext cx="5990336" cy="989230"/>
          </a:xfrm>
        </p:spPr>
        <p:txBody>
          <a:bodyPr>
            <a:normAutofit/>
          </a:bodyPr>
          <a:lstStyle/>
          <a:p>
            <a:pPr lvl="0"/>
            <a:r>
              <a:rPr lang="en-US" dirty="0"/>
              <a:t>General Year-end Summary PPT Template</a:t>
            </a:r>
          </a:p>
        </p:txBody>
      </p:sp>
      <p:sp>
        <p:nvSpPr>
          <p:cNvPr id="5" name="Text Placeholder 4">
            <a:extLst>
              <a:ext uri="{FF2B5EF4-FFF2-40B4-BE49-F238E27FC236}">
                <a16:creationId xmlns:a16="http://schemas.microsoft.com/office/drawing/2014/main" id="{78632ADE-C80C-1FF6-5F58-C394A61B4187}"/>
              </a:ext>
            </a:extLst>
          </p:cNvPr>
          <p:cNvSpPr>
            <a:spLocks noGrp="1"/>
          </p:cNvSpPr>
          <p:nvPr>
            <p:ph type="body" sz="quarter" idx="13"/>
          </p:nvPr>
        </p:nvSpPr>
        <p:spPr>
          <a:xfrm>
            <a:off x="660400" y="5353870"/>
            <a:ext cx="1424432" cy="274320"/>
          </a:xfrm>
        </p:spPr>
        <p:txBody>
          <a:bodyPr>
            <a:normAutofit fontScale="92500"/>
          </a:bodyPr>
          <a:lstStyle/>
          <a:p>
            <a:pPr lvl="0"/>
            <a:r>
              <a:rPr lang="en-US" dirty="0"/>
              <a:t>Presenter name</a:t>
            </a:r>
          </a:p>
        </p:txBody>
      </p:sp>
      <p:sp>
        <p:nvSpPr>
          <p:cNvPr id="4" name="Text Placeholder 3">
            <a:extLst>
              <a:ext uri="{FF2B5EF4-FFF2-40B4-BE49-F238E27FC236}">
                <a16:creationId xmlns:a16="http://schemas.microsoft.com/office/drawing/2014/main" id="{E31CE4B6-13B2-A1E8-AD90-494C80D91D37}"/>
              </a:ext>
            </a:extLst>
          </p:cNvPr>
          <p:cNvSpPr>
            <a:spLocks noGrp="1"/>
          </p:cNvSpPr>
          <p:nvPr>
            <p:ph type="body" sz="quarter" idx="14"/>
          </p:nvPr>
        </p:nvSpPr>
        <p:spPr>
          <a:xfrm>
            <a:off x="2288032" y="5353870"/>
            <a:ext cx="1424432" cy="274320"/>
          </a:xfrm>
        </p:spPr>
        <p:txBody>
          <a:bodyPr>
            <a:normAutofit fontScale="92500"/>
          </a:bodyPr>
          <a:lstStyle/>
          <a:p>
            <a:pPr lvl="0"/>
            <a:r>
              <a:rPr lang="en-US" dirty="0"/>
              <a:t>www.islide.cc</a:t>
            </a:r>
          </a:p>
        </p:txBody>
      </p:sp>
    </p:spTree>
    <p:extLst>
      <p:ext uri="{BB962C8B-B14F-4D97-AF65-F5344CB8AC3E}">
        <p14:creationId xmlns:p14="http://schemas.microsoft.com/office/powerpoint/2010/main" val="3234597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86D154D2-F1B0-A7A6-B2DC-A6053BD80EA7}"/>
              </a:ext>
            </a:extLst>
          </p:cNvPr>
          <p:cNvGrpSpPr/>
          <p:nvPr/>
        </p:nvGrpSpPr>
        <p:grpSpPr>
          <a:xfrm>
            <a:off x="0" y="0"/>
            <a:ext cx="12192000" cy="6858000"/>
            <a:chOff x="0" y="0"/>
            <a:chExt cx="12192000" cy="6858000"/>
          </a:xfrm>
        </p:grpSpPr>
        <p:pic>
          <p:nvPicPr>
            <p:cNvPr id="4" name="图片 3" descr="图形用户界面&#10;&#10;中度可信度描述已自动生成">
              <a:extLst>
                <a:ext uri="{FF2B5EF4-FFF2-40B4-BE49-F238E27FC236}">
                  <a16:creationId xmlns:a16="http://schemas.microsoft.com/office/drawing/2014/main" id="{702DA344-5D7E-C4DD-9769-DACBBEC8D5A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7" name="Donut 9++">
              <a:extLst>
                <a:ext uri="{FF2B5EF4-FFF2-40B4-BE49-F238E27FC236}">
                  <a16:creationId xmlns:a16="http://schemas.microsoft.com/office/drawing/2014/main" id="{BFAB5415-F128-E557-D02B-D618570A335F}"/>
                </a:ext>
              </a:extLst>
            </p:cNvPr>
            <p:cNvSpPr/>
            <p:nvPr/>
          </p:nvSpPr>
          <p:spPr>
            <a:xfrm>
              <a:off x="780129" y="1266815"/>
              <a:ext cx="4446290" cy="4446290"/>
            </a:xfrm>
            <a:prstGeom prst="donut">
              <a:avLst>
                <a:gd name="adj" fmla="val 18766"/>
              </a:avLst>
            </a:prstGeom>
            <a:gradFill>
              <a:gsLst>
                <a:gs pos="0">
                  <a:schemeClr val="accent1">
                    <a:lumMod val="75000"/>
                    <a:alpha val="20000"/>
                  </a:schemeClr>
                </a:gs>
                <a:gs pos="76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3" name="椭圆 12">
              <a:extLst>
                <a:ext uri="{FF2B5EF4-FFF2-40B4-BE49-F238E27FC236}">
                  <a16:creationId xmlns:a16="http://schemas.microsoft.com/office/drawing/2014/main" id="{5741249D-B08C-5838-9ACD-7F68D2D52394}"/>
                </a:ext>
              </a:extLst>
            </p:cNvPr>
            <p:cNvSpPr/>
            <p:nvPr/>
          </p:nvSpPr>
          <p:spPr>
            <a:xfrm>
              <a:off x="1072896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1705428-E532-B5EA-1648-4CF1E5BF648E}"/>
                </a:ext>
              </a:extLst>
            </p:cNvPr>
            <p:cNvSpPr/>
            <p:nvPr/>
          </p:nvSpPr>
          <p:spPr>
            <a:xfrm>
              <a:off x="1095248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7F457E8F-8F3E-569C-4B11-8A0201D2EE9A}"/>
                </a:ext>
              </a:extLst>
            </p:cNvPr>
            <p:cNvSpPr/>
            <p:nvPr/>
          </p:nvSpPr>
          <p:spPr>
            <a:xfrm>
              <a:off x="11176000" y="777240"/>
              <a:ext cx="121920" cy="121920"/>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9E9A07E7-46DC-8F98-81BA-9FEE3A5A0837}"/>
                </a:ext>
              </a:extLst>
            </p:cNvPr>
            <p:cNvSpPr/>
            <p:nvPr/>
          </p:nvSpPr>
          <p:spPr>
            <a:xfrm>
              <a:off x="11399520" y="777240"/>
              <a:ext cx="121920" cy="12192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12FCACAD-2052-7AA1-00EC-9800D31FF02D}"/>
                </a:ext>
              </a:extLst>
            </p:cNvPr>
            <p:cNvCxnSpPr>
              <a:cxnSpLocks/>
            </p:cNvCxnSpPr>
            <p:nvPr/>
          </p:nvCxnSpPr>
          <p:spPr>
            <a:xfrm>
              <a:off x="917289" y="647700"/>
              <a:ext cx="27432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5605A58-1461-BADF-5F63-B56C782DBB4D}"/>
                </a:ext>
              </a:extLst>
            </p:cNvPr>
            <p:cNvCxnSpPr>
              <a:cxnSpLocks/>
            </p:cNvCxnSpPr>
            <p:nvPr/>
          </p:nvCxnSpPr>
          <p:spPr>
            <a:xfrm>
              <a:off x="917289" y="76708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C9DC6BE-EAE1-C90F-7651-EFE47F3E4ED0}"/>
                </a:ext>
              </a:extLst>
            </p:cNvPr>
            <p:cNvCxnSpPr>
              <a:cxnSpLocks/>
            </p:cNvCxnSpPr>
            <p:nvPr/>
          </p:nvCxnSpPr>
          <p:spPr>
            <a:xfrm>
              <a:off x="917289" y="886460"/>
              <a:ext cx="274320" cy="0"/>
            </a:xfrm>
            <a:prstGeom prst="line">
              <a:avLst/>
            </a:prstGeom>
            <a:ln w="25400">
              <a:gradFill>
                <a:gsLst>
                  <a:gs pos="0">
                    <a:schemeClr val="accent1">
                      <a:lumMod val="80000"/>
                      <a:lumOff val="20000"/>
                    </a:schemeClr>
                  </a:gs>
                  <a:gs pos="100000">
                    <a:schemeClr val="accent1">
                      <a:lumMod val="80000"/>
                      <a:lumOff val="2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FCDC9156-6706-9A69-C3A9-4BB3568A47A8}"/>
                </a:ext>
              </a:extLst>
            </p:cNvPr>
            <p:cNvSpPr/>
            <p:nvPr/>
          </p:nvSpPr>
          <p:spPr>
            <a:xfrm>
              <a:off x="914459" y="6134100"/>
              <a:ext cx="210820" cy="21082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000000"/>
                  </a:solidFill>
                </a:rPr>
                <a:t>&lt;</a:t>
              </a:r>
              <a:endParaRPr lang="zh-CN" altLang="en-US" sz="1400" b="1" dirty="0">
                <a:solidFill>
                  <a:srgbClr val="000000"/>
                </a:solidFill>
              </a:endParaRPr>
            </a:p>
          </p:txBody>
        </p:sp>
        <p:sp>
          <p:nvSpPr>
            <p:cNvPr id="21" name="矩形 20">
              <a:extLst>
                <a:ext uri="{FF2B5EF4-FFF2-40B4-BE49-F238E27FC236}">
                  <a16:creationId xmlns:a16="http://schemas.microsoft.com/office/drawing/2014/main" id="{90EBB864-EB70-57FF-473E-C88CD433E351}"/>
                </a:ext>
              </a:extLst>
            </p:cNvPr>
            <p:cNvSpPr/>
            <p:nvPr/>
          </p:nvSpPr>
          <p:spPr>
            <a:xfrm>
              <a:off x="1263049" y="6134100"/>
              <a:ext cx="210820" cy="21082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F8F8F8"/>
                  </a:solidFill>
                </a:rPr>
                <a:t>&gt;</a:t>
              </a:r>
              <a:endParaRPr lang="zh-CN" altLang="en-US" sz="1400" b="1" dirty="0">
                <a:solidFill>
                  <a:srgbClr val="F8F8F8"/>
                </a:solidFill>
              </a:endParaRPr>
            </a:p>
          </p:txBody>
        </p:sp>
        <p:grpSp>
          <p:nvGrpSpPr>
            <p:cNvPr id="7" name="组合 6">
              <a:extLst>
                <a:ext uri="{FF2B5EF4-FFF2-40B4-BE49-F238E27FC236}">
                  <a16:creationId xmlns:a16="http://schemas.microsoft.com/office/drawing/2014/main" id="{D8285044-F20D-CF91-5340-173DAF05E7D2}"/>
                </a:ext>
              </a:extLst>
            </p:cNvPr>
            <p:cNvGrpSpPr/>
            <p:nvPr/>
          </p:nvGrpSpPr>
          <p:grpSpPr>
            <a:xfrm>
              <a:off x="6217920" y="1445905"/>
              <a:ext cx="5100320" cy="4569897"/>
              <a:chOff x="6217920" y="1445905"/>
              <a:chExt cx="5100320" cy="4569897"/>
            </a:xfrm>
          </p:grpSpPr>
          <p:grpSp>
            <p:nvGrpSpPr>
              <p:cNvPr id="2" name="组合 1">
                <a:extLst>
                  <a:ext uri="{FF2B5EF4-FFF2-40B4-BE49-F238E27FC236}">
                    <a16:creationId xmlns:a16="http://schemas.microsoft.com/office/drawing/2014/main" id="{4373CAA8-CCB4-2E69-E6E0-7598A0A44EB0}"/>
                  </a:ext>
                </a:extLst>
              </p:cNvPr>
              <p:cNvGrpSpPr/>
              <p:nvPr/>
            </p:nvGrpSpPr>
            <p:grpSpPr>
              <a:xfrm>
                <a:off x="6217920" y="1445905"/>
                <a:ext cx="5100320" cy="775137"/>
                <a:chOff x="6217920" y="1445905"/>
                <a:chExt cx="5100320" cy="775137"/>
              </a:xfrm>
            </p:grpSpPr>
            <p:sp>
              <p:nvSpPr>
                <p:cNvPr id="23" name="矩形: 圆角 22">
                  <a:extLst>
                    <a:ext uri="{FF2B5EF4-FFF2-40B4-BE49-F238E27FC236}">
                      <a16:creationId xmlns:a16="http://schemas.microsoft.com/office/drawing/2014/main" id="{49F80D5E-6D57-F3EE-F594-FD1CFB57EE39}"/>
                    </a:ext>
                  </a:extLst>
                </p:cNvPr>
                <p:cNvSpPr/>
                <p:nvPr/>
              </p:nvSpPr>
              <p:spPr>
                <a:xfrm>
                  <a:off x="6217920" y="1451443"/>
                  <a:ext cx="762000" cy="764060"/>
                </a:xfrm>
                <a:prstGeom prst="roundRect">
                  <a:avLst>
                    <a:gd name="adj" fmla="val 12117"/>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rgbClr val="F8F8F8"/>
                      </a:solidFill>
                      <a:latin typeface="+mj-lt"/>
                    </a:rPr>
                    <a:t>1</a:t>
                  </a:r>
                  <a:endParaRPr lang="zh-CN" altLang="en-US" sz="4000" b="1" dirty="0">
                    <a:solidFill>
                      <a:srgbClr val="F8F8F8"/>
                    </a:solidFill>
                    <a:latin typeface="+mj-lt"/>
                  </a:endParaRPr>
                </a:p>
              </p:txBody>
            </p:sp>
            <p:sp>
              <p:nvSpPr>
                <p:cNvPr id="28" name="文本框 27">
                  <a:extLst>
                    <a:ext uri="{FF2B5EF4-FFF2-40B4-BE49-F238E27FC236}">
                      <a16:creationId xmlns:a16="http://schemas.microsoft.com/office/drawing/2014/main" id="{59B85C90-1831-F151-1ED1-3250EDD52DA0}"/>
                    </a:ext>
                  </a:extLst>
                </p:cNvPr>
                <p:cNvSpPr txBox="1"/>
                <p:nvPr/>
              </p:nvSpPr>
              <p:spPr>
                <a:xfrm>
                  <a:off x="7190740" y="1445905"/>
                  <a:ext cx="4127500" cy="523220"/>
                </a:xfrm>
                <a:prstGeom prst="rect">
                  <a:avLst/>
                </a:prstGeom>
                <a:noFill/>
              </p:spPr>
              <p:txBody>
                <a:bodyPr wrap="square">
                  <a:spAutoFit/>
                </a:bodyPr>
                <a:lstStyle/>
                <a:p>
                  <a:r>
                    <a:rPr lang="zh-CN" altLang="en-US" sz="2800" b="1" dirty="0">
                      <a:effectLst/>
                      <a:latin typeface="+mj-ea"/>
                      <a:ea typeface="+mj-ea"/>
                    </a:rPr>
                    <a:t>年度回顾与成长</a:t>
                  </a:r>
                </a:p>
              </p:txBody>
            </p:sp>
            <p:sp>
              <p:nvSpPr>
                <p:cNvPr id="32" name="文本框 31">
                  <a:extLst>
                    <a:ext uri="{FF2B5EF4-FFF2-40B4-BE49-F238E27FC236}">
                      <a16:creationId xmlns:a16="http://schemas.microsoft.com/office/drawing/2014/main" id="{1824DBC5-2432-A763-28E7-B7D9EC97419B}"/>
                    </a:ext>
                  </a:extLst>
                </p:cNvPr>
                <p:cNvSpPr txBox="1"/>
                <p:nvPr/>
              </p:nvSpPr>
              <p:spPr>
                <a:xfrm>
                  <a:off x="7190740" y="1913265"/>
                  <a:ext cx="4127500" cy="307777"/>
                </a:xfrm>
                <a:prstGeom prst="rect">
                  <a:avLst/>
                </a:prstGeom>
                <a:noFill/>
              </p:spPr>
              <p:txBody>
                <a:bodyPr wrap="square">
                  <a:spAutoFit/>
                </a:bodyPr>
                <a:lstStyle/>
                <a:p>
                  <a:r>
                    <a:rPr lang="en-US" altLang="zh-CN" sz="1400" dirty="0">
                      <a:effectLst/>
                    </a:rPr>
                    <a:t>Annual Review And Growth</a:t>
                  </a:r>
                </a:p>
              </p:txBody>
            </p:sp>
          </p:grpSp>
          <p:grpSp>
            <p:nvGrpSpPr>
              <p:cNvPr id="3" name="组合 2">
                <a:extLst>
                  <a:ext uri="{FF2B5EF4-FFF2-40B4-BE49-F238E27FC236}">
                    <a16:creationId xmlns:a16="http://schemas.microsoft.com/office/drawing/2014/main" id="{FC5BBA60-07E9-FFAB-B3C8-FA1A1B71B174}"/>
                  </a:ext>
                </a:extLst>
              </p:cNvPr>
              <p:cNvGrpSpPr/>
              <p:nvPr/>
            </p:nvGrpSpPr>
            <p:grpSpPr>
              <a:xfrm>
                <a:off x="6217920" y="2710825"/>
                <a:ext cx="5100320" cy="775137"/>
                <a:chOff x="6217920" y="2710825"/>
                <a:chExt cx="5100320" cy="775137"/>
              </a:xfrm>
            </p:grpSpPr>
            <p:sp>
              <p:nvSpPr>
                <p:cNvPr id="34" name="矩形: 圆角 33">
                  <a:extLst>
                    <a:ext uri="{FF2B5EF4-FFF2-40B4-BE49-F238E27FC236}">
                      <a16:creationId xmlns:a16="http://schemas.microsoft.com/office/drawing/2014/main" id="{16897FA6-7CBA-AD4E-951E-41630D8E4AF4}"/>
                    </a:ext>
                  </a:extLst>
                </p:cNvPr>
                <p:cNvSpPr/>
                <p:nvPr/>
              </p:nvSpPr>
              <p:spPr>
                <a:xfrm>
                  <a:off x="6217920" y="2716363"/>
                  <a:ext cx="762000" cy="764060"/>
                </a:xfrm>
                <a:prstGeom prst="roundRect">
                  <a:avLst>
                    <a:gd name="adj" fmla="val 12117"/>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rgbClr val="000000"/>
                      </a:solidFill>
                      <a:latin typeface="+mj-lt"/>
                    </a:rPr>
                    <a:t>2</a:t>
                  </a:r>
                  <a:endParaRPr lang="zh-CN" altLang="en-US" sz="4000" b="1" dirty="0">
                    <a:solidFill>
                      <a:srgbClr val="000000"/>
                    </a:solidFill>
                    <a:latin typeface="+mj-lt"/>
                  </a:endParaRPr>
                </a:p>
              </p:txBody>
            </p:sp>
            <p:sp>
              <p:nvSpPr>
                <p:cNvPr id="35" name="文本框 34">
                  <a:extLst>
                    <a:ext uri="{FF2B5EF4-FFF2-40B4-BE49-F238E27FC236}">
                      <a16:creationId xmlns:a16="http://schemas.microsoft.com/office/drawing/2014/main" id="{69BD2E3F-713F-3449-AF72-784417071EE8}"/>
                    </a:ext>
                  </a:extLst>
                </p:cNvPr>
                <p:cNvSpPr txBox="1"/>
                <p:nvPr/>
              </p:nvSpPr>
              <p:spPr>
                <a:xfrm>
                  <a:off x="7190740" y="2710825"/>
                  <a:ext cx="4127500" cy="523220"/>
                </a:xfrm>
                <a:prstGeom prst="rect">
                  <a:avLst/>
                </a:prstGeom>
                <a:noFill/>
              </p:spPr>
              <p:txBody>
                <a:bodyPr wrap="square">
                  <a:spAutoFit/>
                </a:bodyPr>
                <a:lstStyle/>
                <a:p>
                  <a:r>
                    <a:rPr lang="zh-CN" altLang="en-US" sz="2800" b="1" dirty="0">
                      <a:effectLst/>
                      <a:latin typeface="+mj-ea"/>
                      <a:ea typeface="+mj-ea"/>
                    </a:rPr>
                    <a:t>年度目标与计划</a:t>
                  </a:r>
                </a:p>
              </p:txBody>
            </p:sp>
            <p:sp>
              <p:nvSpPr>
                <p:cNvPr id="36" name="文本框 35">
                  <a:extLst>
                    <a:ext uri="{FF2B5EF4-FFF2-40B4-BE49-F238E27FC236}">
                      <a16:creationId xmlns:a16="http://schemas.microsoft.com/office/drawing/2014/main" id="{4D25C8FE-590C-6FFE-AF61-87CEE5355E26}"/>
                    </a:ext>
                  </a:extLst>
                </p:cNvPr>
                <p:cNvSpPr txBox="1"/>
                <p:nvPr/>
              </p:nvSpPr>
              <p:spPr>
                <a:xfrm>
                  <a:off x="7190740" y="3178185"/>
                  <a:ext cx="4127500" cy="307777"/>
                </a:xfrm>
                <a:prstGeom prst="rect">
                  <a:avLst/>
                </a:prstGeom>
                <a:noFill/>
              </p:spPr>
              <p:txBody>
                <a:bodyPr wrap="square">
                  <a:spAutoFit/>
                </a:bodyPr>
                <a:lstStyle/>
                <a:p>
                  <a:r>
                    <a:rPr lang="en-US" altLang="zh-CN" sz="1400" dirty="0">
                      <a:effectLst/>
                    </a:rPr>
                    <a:t>Annual Goals And Plans</a:t>
                  </a:r>
                </a:p>
              </p:txBody>
            </p:sp>
          </p:grpSp>
          <p:grpSp>
            <p:nvGrpSpPr>
              <p:cNvPr id="5" name="组合 4">
                <a:extLst>
                  <a:ext uri="{FF2B5EF4-FFF2-40B4-BE49-F238E27FC236}">
                    <a16:creationId xmlns:a16="http://schemas.microsoft.com/office/drawing/2014/main" id="{D6647E3C-837C-13FF-1913-15558FAF7C20}"/>
                  </a:ext>
                </a:extLst>
              </p:cNvPr>
              <p:cNvGrpSpPr/>
              <p:nvPr/>
            </p:nvGrpSpPr>
            <p:grpSpPr>
              <a:xfrm>
                <a:off x="6217920" y="3975745"/>
                <a:ext cx="5100320" cy="775137"/>
                <a:chOff x="6217920" y="3975745"/>
                <a:chExt cx="5100320" cy="775137"/>
              </a:xfrm>
            </p:grpSpPr>
            <p:sp>
              <p:nvSpPr>
                <p:cNvPr id="37" name="矩形: 圆角 36">
                  <a:extLst>
                    <a:ext uri="{FF2B5EF4-FFF2-40B4-BE49-F238E27FC236}">
                      <a16:creationId xmlns:a16="http://schemas.microsoft.com/office/drawing/2014/main" id="{DD186013-799C-9094-3C02-6733C96C03B7}"/>
                    </a:ext>
                  </a:extLst>
                </p:cNvPr>
                <p:cNvSpPr/>
                <p:nvPr/>
              </p:nvSpPr>
              <p:spPr>
                <a:xfrm>
                  <a:off x="6217920" y="3981283"/>
                  <a:ext cx="762000" cy="764060"/>
                </a:xfrm>
                <a:prstGeom prst="roundRect">
                  <a:avLst>
                    <a:gd name="adj" fmla="val 12117"/>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a:solidFill>
                        <a:srgbClr val="F8F8F8"/>
                      </a:solidFill>
                      <a:latin typeface="+mj-lt"/>
                    </a:rPr>
                    <a:t>3</a:t>
                  </a:r>
                  <a:endParaRPr lang="zh-CN" altLang="en-US" sz="4000" b="1" dirty="0">
                    <a:solidFill>
                      <a:srgbClr val="F8F8F8"/>
                    </a:solidFill>
                    <a:latin typeface="+mj-lt"/>
                  </a:endParaRPr>
                </a:p>
              </p:txBody>
            </p:sp>
            <p:sp>
              <p:nvSpPr>
                <p:cNvPr id="38" name="文本框 37">
                  <a:extLst>
                    <a:ext uri="{FF2B5EF4-FFF2-40B4-BE49-F238E27FC236}">
                      <a16:creationId xmlns:a16="http://schemas.microsoft.com/office/drawing/2014/main" id="{A91E7F7B-75E0-8825-D5EC-B552B51D5652}"/>
                    </a:ext>
                  </a:extLst>
                </p:cNvPr>
                <p:cNvSpPr txBox="1"/>
                <p:nvPr/>
              </p:nvSpPr>
              <p:spPr>
                <a:xfrm>
                  <a:off x="7190740" y="3975745"/>
                  <a:ext cx="4127500" cy="523220"/>
                </a:xfrm>
                <a:prstGeom prst="rect">
                  <a:avLst/>
                </a:prstGeom>
                <a:noFill/>
              </p:spPr>
              <p:txBody>
                <a:bodyPr wrap="square">
                  <a:spAutoFit/>
                </a:bodyPr>
                <a:lstStyle/>
                <a:p>
                  <a:r>
                    <a:rPr lang="zh-CN" altLang="en-US" sz="2800" b="1" dirty="0">
                      <a:effectLst/>
                      <a:latin typeface="+mj-ea"/>
                      <a:ea typeface="+mj-ea"/>
                    </a:rPr>
                    <a:t>年度感悟与感谢</a:t>
                  </a:r>
                </a:p>
              </p:txBody>
            </p:sp>
            <p:sp>
              <p:nvSpPr>
                <p:cNvPr id="39" name="文本框 38">
                  <a:extLst>
                    <a:ext uri="{FF2B5EF4-FFF2-40B4-BE49-F238E27FC236}">
                      <a16:creationId xmlns:a16="http://schemas.microsoft.com/office/drawing/2014/main" id="{B9E30249-F28D-773A-E32D-00461AD87144}"/>
                    </a:ext>
                  </a:extLst>
                </p:cNvPr>
                <p:cNvSpPr txBox="1"/>
                <p:nvPr/>
              </p:nvSpPr>
              <p:spPr>
                <a:xfrm>
                  <a:off x="7190740" y="4443105"/>
                  <a:ext cx="4127500" cy="307777"/>
                </a:xfrm>
                <a:prstGeom prst="rect">
                  <a:avLst/>
                </a:prstGeom>
                <a:noFill/>
              </p:spPr>
              <p:txBody>
                <a:bodyPr wrap="square">
                  <a:spAutoFit/>
                </a:bodyPr>
                <a:lstStyle/>
                <a:p>
                  <a:r>
                    <a:rPr lang="en-US" altLang="zh-CN" sz="1400" dirty="0">
                      <a:effectLst/>
                    </a:rPr>
                    <a:t>Annual Inspiration And Thanks</a:t>
                  </a:r>
                </a:p>
              </p:txBody>
            </p:sp>
          </p:grpSp>
          <p:grpSp>
            <p:nvGrpSpPr>
              <p:cNvPr id="6" name="组合 5">
                <a:extLst>
                  <a:ext uri="{FF2B5EF4-FFF2-40B4-BE49-F238E27FC236}">
                    <a16:creationId xmlns:a16="http://schemas.microsoft.com/office/drawing/2014/main" id="{889D6333-65A1-19B0-86C2-40A89138AD5F}"/>
                  </a:ext>
                </a:extLst>
              </p:cNvPr>
              <p:cNvGrpSpPr/>
              <p:nvPr/>
            </p:nvGrpSpPr>
            <p:grpSpPr>
              <a:xfrm>
                <a:off x="6217920" y="5240665"/>
                <a:ext cx="5100320" cy="775137"/>
                <a:chOff x="6217920" y="5240665"/>
                <a:chExt cx="5100320" cy="775137"/>
              </a:xfrm>
            </p:grpSpPr>
            <p:sp>
              <p:nvSpPr>
                <p:cNvPr id="40" name="矩形: 圆角 39">
                  <a:extLst>
                    <a:ext uri="{FF2B5EF4-FFF2-40B4-BE49-F238E27FC236}">
                      <a16:creationId xmlns:a16="http://schemas.microsoft.com/office/drawing/2014/main" id="{7C15C439-275E-DEE4-2D6C-4B13D55602AA}"/>
                    </a:ext>
                  </a:extLst>
                </p:cNvPr>
                <p:cNvSpPr/>
                <p:nvPr/>
              </p:nvSpPr>
              <p:spPr>
                <a:xfrm>
                  <a:off x="6217920" y="5246203"/>
                  <a:ext cx="762000" cy="764060"/>
                </a:xfrm>
                <a:prstGeom prst="roundRect">
                  <a:avLst>
                    <a:gd name="adj" fmla="val 12117"/>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rgbClr val="000000"/>
                      </a:solidFill>
                      <a:latin typeface="+mj-lt"/>
                    </a:rPr>
                    <a:t>4</a:t>
                  </a:r>
                  <a:endParaRPr lang="zh-CN" altLang="en-US" sz="4000" b="1" dirty="0">
                    <a:solidFill>
                      <a:srgbClr val="000000"/>
                    </a:solidFill>
                    <a:latin typeface="+mj-lt"/>
                  </a:endParaRPr>
                </a:p>
              </p:txBody>
            </p:sp>
            <p:sp>
              <p:nvSpPr>
                <p:cNvPr id="41" name="文本框 40">
                  <a:extLst>
                    <a:ext uri="{FF2B5EF4-FFF2-40B4-BE49-F238E27FC236}">
                      <a16:creationId xmlns:a16="http://schemas.microsoft.com/office/drawing/2014/main" id="{15DF1645-BBA8-3FCE-1309-94D6AD76C970}"/>
                    </a:ext>
                  </a:extLst>
                </p:cNvPr>
                <p:cNvSpPr txBox="1"/>
                <p:nvPr/>
              </p:nvSpPr>
              <p:spPr>
                <a:xfrm>
                  <a:off x="7190740" y="5240665"/>
                  <a:ext cx="4127500" cy="523220"/>
                </a:xfrm>
                <a:prstGeom prst="rect">
                  <a:avLst/>
                </a:prstGeom>
                <a:noFill/>
              </p:spPr>
              <p:txBody>
                <a:bodyPr wrap="square">
                  <a:spAutoFit/>
                </a:bodyPr>
                <a:lstStyle/>
                <a:p>
                  <a:r>
                    <a:rPr lang="zh-CN" altLang="en-US" sz="2800" b="1" dirty="0">
                      <a:effectLst/>
                      <a:latin typeface="+mj-ea"/>
                      <a:ea typeface="+mj-ea"/>
                    </a:rPr>
                    <a:t>成果展示与展望</a:t>
                  </a:r>
                </a:p>
              </p:txBody>
            </p:sp>
            <p:sp>
              <p:nvSpPr>
                <p:cNvPr id="42" name="文本框 41">
                  <a:extLst>
                    <a:ext uri="{FF2B5EF4-FFF2-40B4-BE49-F238E27FC236}">
                      <a16:creationId xmlns:a16="http://schemas.microsoft.com/office/drawing/2014/main" id="{6B6FCE13-4B21-9C81-861C-8CA591C352A7}"/>
                    </a:ext>
                  </a:extLst>
                </p:cNvPr>
                <p:cNvSpPr txBox="1"/>
                <p:nvPr/>
              </p:nvSpPr>
              <p:spPr>
                <a:xfrm>
                  <a:off x="7190740" y="5708025"/>
                  <a:ext cx="4127500" cy="307777"/>
                </a:xfrm>
                <a:prstGeom prst="rect">
                  <a:avLst/>
                </a:prstGeom>
                <a:noFill/>
              </p:spPr>
              <p:txBody>
                <a:bodyPr wrap="square">
                  <a:spAutoFit/>
                </a:bodyPr>
                <a:lstStyle/>
                <a:p>
                  <a:r>
                    <a:rPr lang="en-US" altLang="zh-CN" sz="1400" dirty="0">
                      <a:effectLst/>
                    </a:rPr>
                    <a:t>Achievement Presentation And Outlook</a:t>
                  </a:r>
                </a:p>
              </p:txBody>
            </p:sp>
          </p:grpSp>
        </p:grpSp>
        <p:sp>
          <p:nvSpPr>
            <p:cNvPr id="11" name="Donut 9+">
              <a:extLst>
                <a:ext uri="{FF2B5EF4-FFF2-40B4-BE49-F238E27FC236}">
                  <a16:creationId xmlns:a16="http://schemas.microsoft.com/office/drawing/2014/main" id="{9E6F46CB-AC28-68D3-FCEB-CD76533CE47C}"/>
                </a:ext>
              </a:extLst>
            </p:cNvPr>
            <p:cNvSpPr/>
            <p:nvPr/>
          </p:nvSpPr>
          <p:spPr>
            <a:xfrm>
              <a:off x="1294499" y="1781185"/>
              <a:ext cx="3417550" cy="3417550"/>
            </a:xfrm>
            <a:prstGeom prst="donut">
              <a:avLst>
                <a:gd name="adj" fmla="val 23224"/>
              </a:avLst>
            </a:prstGeom>
            <a:gradFill>
              <a:gsLst>
                <a:gs pos="0">
                  <a:schemeClr val="accent1">
                    <a:lumMod val="75000"/>
                    <a:alpha val="60000"/>
                  </a:schemeClr>
                </a:gs>
                <a:gs pos="76000">
                  <a:schemeClr val="accent1">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2" name="文本框 11">
              <a:extLst>
                <a:ext uri="{FF2B5EF4-FFF2-40B4-BE49-F238E27FC236}">
                  <a16:creationId xmlns:a16="http://schemas.microsoft.com/office/drawing/2014/main" id="{4E9E0377-61C0-61A9-8371-CD632644534A}"/>
                </a:ext>
              </a:extLst>
            </p:cNvPr>
            <p:cNvSpPr txBox="1"/>
            <p:nvPr/>
          </p:nvSpPr>
          <p:spPr>
            <a:xfrm>
              <a:off x="2297829" y="2734717"/>
              <a:ext cx="2565205" cy="1754326"/>
            </a:xfrm>
            <a:prstGeom prst="rect">
              <a:avLst/>
            </a:prstGeom>
            <a:noFill/>
          </p:spPr>
          <p:txBody>
            <a:bodyPr wrap="square" rtlCol="0">
              <a:spAutoFit/>
            </a:bodyPr>
            <a:lstStyle/>
            <a:p>
              <a:r>
                <a:rPr lang="en-US" altLang="zh-CN" sz="5400" b="1" dirty="0">
                  <a:latin typeface="+mj-lt"/>
                </a:rPr>
                <a:t>AG</a:t>
              </a:r>
            </a:p>
            <a:p>
              <a:r>
                <a:rPr lang="en-US" altLang="zh-CN" sz="5400" b="1" dirty="0">
                  <a:latin typeface="+mj-lt"/>
                </a:rPr>
                <a:t>ENDA</a:t>
              </a:r>
              <a:endParaRPr lang="zh-CN" altLang="en-US" sz="5400" b="1" dirty="0">
                <a:latin typeface="+mj-lt"/>
              </a:endParaRPr>
            </a:p>
          </p:txBody>
        </p:sp>
        <p:sp>
          <p:nvSpPr>
            <p:cNvPr id="8" name="矩形 7">
              <a:extLst>
                <a:ext uri="{FF2B5EF4-FFF2-40B4-BE49-F238E27FC236}">
                  <a16:creationId xmlns:a16="http://schemas.microsoft.com/office/drawing/2014/main" id="{D8F78ADD-D956-EAEB-A54B-7EF5D0825E5F}"/>
                </a:ext>
              </a:extLst>
            </p:cNvPr>
            <p:cNvSpPr/>
            <p:nvPr/>
          </p:nvSpPr>
          <p:spPr>
            <a:xfrm>
              <a:off x="0" y="0"/>
              <a:ext cx="219919" cy="6858000"/>
            </a:xfrm>
            <a:prstGeom prst="rect">
              <a:avLst/>
            </a:prstGeom>
            <a:gradFill flip="none" rotWithShape="1">
              <a:gsLst>
                <a:gs pos="80000">
                  <a:schemeClr val="accent1">
                    <a:lumMod val="75000"/>
                  </a:schemeClr>
                </a:gs>
                <a:gs pos="0">
                  <a:schemeClr val="accent1"/>
                </a:gs>
              </a:gsLst>
              <a:lin ang="162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840734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88A0CB-88D6-FE87-A5AD-0A4A7EDBCF15}"/>
              </a:ext>
            </a:extLst>
          </p:cNvPr>
          <p:cNvSpPr>
            <a:spLocks noGrp="1"/>
          </p:cNvSpPr>
          <p:nvPr>
            <p:ph type="title"/>
          </p:nvPr>
        </p:nvSpPr>
        <p:spPr>
          <a:xfrm>
            <a:off x="1642383" y="3029794"/>
            <a:ext cx="8907235" cy="1371600"/>
          </a:xfrm>
        </p:spPr>
        <p:txBody>
          <a:bodyPr/>
          <a:lstStyle/>
          <a:p>
            <a:r>
              <a:rPr lang="zh-CN" altLang="en-US" dirty="0"/>
              <a:t>年度回顾与成长</a:t>
            </a:r>
          </a:p>
        </p:txBody>
      </p:sp>
      <p:sp>
        <p:nvSpPr>
          <p:cNvPr id="3" name="文本占位符 2">
            <a:extLst>
              <a:ext uri="{FF2B5EF4-FFF2-40B4-BE49-F238E27FC236}">
                <a16:creationId xmlns:a16="http://schemas.microsoft.com/office/drawing/2014/main" id="{44942622-5F70-3E92-FB45-D6BAE7057FDB}"/>
              </a:ext>
            </a:extLst>
          </p:cNvPr>
          <p:cNvSpPr>
            <a:spLocks noGrp="1"/>
          </p:cNvSpPr>
          <p:nvPr>
            <p:ph type="body" idx="1"/>
          </p:nvPr>
        </p:nvSpPr>
        <p:spPr>
          <a:xfrm>
            <a:off x="1854200" y="4545794"/>
            <a:ext cx="8483600" cy="489191"/>
          </a:xfrm>
        </p:spPr>
        <p:txBody>
          <a:bodyPr/>
          <a:lstStyle/>
          <a:p>
            <a:r>
              <a:rPr lang="en-US" altLang="zh-CN" dirty="0"/>
              <a:t>Annual Review And Growth</a:t>
            </a:r>
          </a:p>
        </p:txBody>
      </p:sp>
      <p:sp>
        <p:nvSpPr>
          <p:cNvPr id="8" name="文本框 7">
            <a:extLst>
              <a:ext uri="{FF2B5EF4-FFF2-40B4-BE49-F238E27FC236}">
                <a16:creationId xmlns:a16="http://schemas.microsoft.com/office/drawing/2014/main" id="{1449336F-EBBB-3847-B2B4-EBB47EED526E}"/>
              </a:ext>
            </a:extLst>
          </p:cNvPr>
          <p:cNvSpPr txBox="1"/>
          <p:nvPr/>
        </p:nvSpPr>
        <p:spPr>
          <a:xfrm>
            <a:off x="5384157" y="1432286"/>
            <a:ext cx="1423686" cy="1015663"/>
          </a:xfrm>
          <a:prstGeom prst="rect">
            <a:avLst/>
          </a:prstGeom>
          <a:noFill/>
        </p:spPr>
        <p:txBody>
          <a:bodyPr wrap="square" rtlCol="0">
            <a:spAutoFit/>
          </a:bodyPr>
          <a:lstStyle/>
          <a:p>
            <a:pPr algn="ctr"/>
            <a:r>
              <a:rPr lang="en-US" altLang="zh-CN" sz="6000" b="1" dirty="0">
                <a:latin typeface="+mj-lt"/>
              </a:rPr>
              <a:t>01</a:t>
            </a:r>
            <a:endParaRPr lang="zh-CN" altLang="en-US" sz="6000" b="1" dirty="0">
              <a:latin typeface="+mj-lt"/>
            </a:endParaRPr>
          </a:p>
        </p:txBody>
      </p:sp>
    </p:spTree>
    <p:extLst>
      <p:ext uri="{BB962C8B-B14F-4D97-AF65-F5344CB8AC3E}">
        <p14:creationId xmlns:p14="http://schemas.microsoft.com/office/powerpoint/2010/main" val="3133100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2DFA4DD-AEE9-4053-33E0-7314BD9B665E}"/>
              </a:ext>
            </a:extLst>
          </p:cNvPr>
          <p:cNvSpPr>
            <a:spLocks noGrp="1"/>
          </p:cNvSpPr>
          <p:nvPr>
            <p:ph type="title"/>
          </p:nvPr>
        </p:nvSpPr>
        <p:spPr>
          <a:xfrm>
            <a:off x="660400" y="128587"/>
            <a:ext cx="10858500" cy="900112"/>
          </a:xfrm>
        </p:spPr>
        <p:txBody>
          <a:bodyPr/>
          <a:lstStyle/>
          <a:p>
            <a:r>
              <a:rPr lang="zh-CN" altLang="en-US" dirty="0"/>
              <a:t>年度回顾与成长</a:t>
            </a:r>
          </a:p>
        </p:txBody>
      </p:sp>
      <p:grpSp>
        <p:nvGrpSpPr>
          <p:cNvPr id="3" name="组合 2">
            <a:extLst>
              <a:ext uri="{FF2B5EF4-FFF2-40B4-BE49-F238E27FC236}">
                <a16:creationId xmlns:a16="http://schemas.microsoft.com/office/drawing/2014/main" id="{23652B9B-93E9-391C-9219-022BF20AC71C}"/>
              </a:ext>
            </a:extLst>
          </p:cNvPr>
          <p:cNvGrpSpPr/>
          <p:nvPr/>
        </p:nvGrpSpPr>
        <p:grpSpPr>
          <a:xfrm>
            <a:off x="-36322" y="1583955"/>
            <a:ext cx="12313870" cy="4377037"/>
            <a:chOff x="-36322" y="1583955"/>
            <a:chExt cx="12313870" cy="4377037"/>
          </a:xfrm>
        </p:grpSpPr>
        <p:sp>
          <p:nvSpPr>
            <p:cNvPr id="19" name="任意多边形: 形状 18">
              <a:extLst>
                <a:ext uri="{FF2B5EF4-FFF2-40B4-BE49-F238E27FC236}">
                  <a16:creationId xmlns:a16="http://schemas.microsoft.com/office/drawing/2014/main" id="{6EE777BC-C60F-6D33-3262-61506460E0BC}"/>
                </a:ext>
              </a:extLst>
            </p:cNvPr>
            <p:cNvSpPr/>
            <p:nvPr/>
          </p:nvSpPr>
          <p:spPr>
            <a:xfrm rot="21336511" flipH="1">
              <a:off x="-36322" y="4198633"/>
              <a:ext cx="12313870" cy="1762359"/>
            </a:xfrm>
            <a:custGeom>
              <a:avLst/>
              <a:gdLst>
                <a:gd name="connsiteX0" fmla="*/ 0 w 12313870"/>
                <a:gd name="connsiteY0" fmla="*/ 0 h 1762359"/>
                <a:gd name="connsiteX1" fmla="*/ 51037 w 12313870"/>
                <a:gd name="connsiteY1" fmla="*/ 664569 h 1762359"/>
                <a:gd name="connsiteX2" fmla="*/ 358299 w 12313870"/>
                <a:gd name="connsiteY2" fmla="*/ 805822 h 1762359"/>
                <a:gd name="connsiteX3" fmla="*/ 6799893 w 12313870"/>
                <a:gd name="connsiteY3" fmla="*/ 1762359 h 1762359"/>
                <a:gd name="connsiteX4" fmla="*/ 12023121 w 12313870"/>
                <a:gd name="connsiteY4" fmla="*/ 1198747 h 1762359"/>
                <a:gd name="connsiteX5" fmla="*/ 12313870 w 12313870"/>
                <a:gd name="connsiteY5" fmla="*/ 1119460 h 1762359"/>
                <a:gd name="connsiteX6" fmla="*/ 12301168 w 12313870"/>
                <a:gd name="connsiteY6" fmla="*/ 954063 h 1762359"/>
                <a:gd name="connsiteX7" fmla="*/ 12100907 w 12313870"/>
                <a:gd name="connsiteY7" fmla="*/ 1003451 h 1762359"/>
                <a:gd name="connsiteX8" fmla="*/ 7361275 w 12313870"/>
                <a:gd name="connsiteY8" fmla="*/ 1499490 h 1762359"/>
                <a:gd name="connsiteX9" fmla="*/ 299200 w 12313870"/>
                <a:gd name="connsiteY9" fmla="*/ 180187 h 176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13870" h="1762359">
                  <a:moveTo>
                    <a:pt x="0" y="0"/>
                  </a:moveTo>
                  <a:lnTo>
                    <a:pt x="51037" y="664569"/>
                  </a:lnTo>
                  <a:lnTo>
                    <a:pt x="358299" y="805822"/>
                  </a:lnTo>
                  <a:cubicBezTo>
                    <a:pt x="1754319" y="1382928"/>
                    <a:pt x="4118448" y="1762359"/>
                    <a:pt x="6799893" y="1762359"/>
                  </a:cubicBezTo>
                  <a:cubicBezTo>
                    <a:pt x="8810977" y="1762359"/>
                    <a:pt x="10643571" y="1548929"/>
                    <a:pt x="12023121" y="1198747"/>
                  </a:cubicBezTo>
                  <a:lnTo>
                    <a:pt x="12313870" y="1119460"/>
                  </a:lnTo>
                  <a:lnTo>
                    <a:pt x="12301168" y="954063"/>
                  </a:lnTo>
                  <a:lnTo>
                    <a:pt x="12100907" y="1003451"/>
                  </a:lnTo>
                  <a:cubicBezTo>
                    <a:pt x="10759416" y="1316016"/>
                    <a:pt x="9124914" y="1499490"/>
                    <a:pt x="7361275" y="1499490"/>
                  </a:cubicBezTo>
                  <a:cubicBezTo>
                    <a:pt x="4368435" y="1499490"/>
                    <a:pt x="1747469" y="971140"/>
                    <a:pt x="299200" y="180187"/>
                  </a:cubicBezTo>
                  <a:close/>
                </a:path>
              </a:pathLst>
            </a:custGeom>
            <a:gradFill flip="none" rotWithShape="1">
              <a:gsLst>
                <a:gs pos="63000">
                  <a:schemeClr val="accent1">
                    <a:lumMod val="75000"/>
                    <a:alpha val="70000"/>
                  </a:schemeClr>
                </a:gs>
                <a:gs pos="100000">
                  <a:schemeClr val="accent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 name="组合 1">
              <a:extLst>
                <a:ext uri="{FF2B5EF4-FFF2-40B4-BE49-F238E27FC236}">
                  <a16:creationId xmlns:a16="http://schemas.microsoft.com/office/drawing/2014/main" id="{B262F93C-DD59-8C24-116C-0932376AE9F1}"/>
                </a:ext>
              </a:extLst>
            </p:cNvPr>
            <p:cNvGrpSpPr/>
            <p:nvPr/>
          </p:nvGrpSpPr>
          <p:grpSpPr>
            <a:xfrm>
              <a:off x="744177" y="3189696"/>
              <a:ext cx="2445590" cy="2464083"/>
              <a:chOff x="744177" y="3189696"/>
              <a:chExt cx="2445590" cy="2464083"/>
            </a:xfrm>
          </p:grpSpPr>
          <p:cxnSp>
            <p:nvCxnSpPr>
              <p:cNvPr id="30" name="íšļïḑe">
                <a:extLst>
                  <a:ext uri="{FF2B5EF4-FFF2-40B4-BE49-F238E27FC236}">
                    <a16:creationId xmlns:a16="http://schemas.microsoft.com/office/drawing/2014/main" id="{0F1F5D8E-3858-A04C-D25D-BCF0CA5C83C1}"/>
                  </a:ext>
                </a:extLst>
              </p:cNvPr>
              <p:cNvCxnSpPr>
                <a:cxnSpLocks/>
              </p:cNvCxnSpPr>
              <p:nvPr/>
            </p:nvCxnSpPr>
            <p:spPr>
              <a:xfrm>
                <a:off x="815955" y="3476847"/>
                <a:ext cx="0" cy="210515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í$ḻîde">
                <a:extLst>
                  <a:ext uri="{FF2B5EF4-FFF2-40B4-BE49-F238E27FC236}">
                    <a16:creationId xmlns:a16="http://schemas.microsoft.com/office/drawing/2014/main" id="{3C560649-A2C7-3591-A760-459ACA18A879}"/>
                  </a:ext>
                </a:extLst>
              </p:cNvPr>
              <p:cNvSpPr/>
              <p:nvPr/>
            </p:nvSpPr>
            <p:spPr>
              <a:xfrm>
                <a:off x="744177" y="5510222"/>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28" name="íş1iḑê">
                <a:extLst>
                  <a:ext uri="{FF2B5EF4-FFF2-40B4-BE49-F238E27FC236}">
                    <a16:creationId xmlns:a16="http://schemas.microsoft.com/office/drawing/2014/main" id="{C75044BE-E03D-6B7E-07B8-7C8B5B05464E}"/>
                  </a:ext>
                </a:extLst>
              </p:cNvPr>
              <p:cNvSpPr/>
              <p:nvPr/>
            </p:nvSpPr>
            <p:spPr bwMode="auto">
              <a:xfrm rot="5400000">
                <a:off x="1566011" y="2407262"/>
                <a:ext cx="522071" cy="2086940"/>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岗位职责总结</a:t>
                </a:r>
              </a:p>
            </p:txBody>
          </p:sp>
          <p:sp>
            <p:nvSpPr>
              <p:cNvPr id="33" name="文本框 32">
                <a:extLst>
                  <a:ext uri="{FF2B5EF4-FFF2-40B4-BE49-F238E27FC236}">
                    <a16:creationId xmlns:a16="http://schemas.microsoft.com/office/drawing/2014/main" id="{521E0CD1-ACAE-D23C-849A-4F0CD96FF455}"/>
                  </a:ext>
                </a:extLst>
              </p:cNvPr>
              <p:cNvSpPr txBox="1"/>
              <p:nvPr/>
            </p:nvSpPr>
            <p:spPr>
              <a:xfrm>
                <a:off x="925032" y="3784284"/>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nvGrpSpPr>
            <p:cNvPr id="51" name="组合 50">
              <a:extLst>
                <a:ext uri="{FF2B5EF4-FFF2-40B4-BE49-F238E27FC236}">
                  <a16:creationId xmlns:a16="http://schemas.microsoft.com/office/drawing/2014/main" id="{721CC538-017A-F483-2C52-B65191D5CF39}"/>
                </a:ext>
              </a:extLst>
            </p:cNvPr>
            <p:cNvGrpSpPr/>
            <p:nvPr/>
          </p:nvGrpSpPr>
          <p:grpSpPr>
            <a:xfrm>
              <a:off x="3591135" y="2864864"/>
              <a:ext cx="2445590" cy="2829842"/>
              <a:chOff x="3257004" y="2928661"/>
              <a:chExt cx="2445590" cy="2829842"/>
            </a:xfrm>
          </p:grpSpPr>
          <p:cxnSp>
            <p:nvCxnSpPr>
              <p:cNvPr id="34" name="íšļïḑe">
                <a:extLst>
                  <a:ext uri="{FF2B5EF4-FFF2-40B4-BE49-F238E27FC236}">
                    <a16:creationId xmlns:a16="http://schemas.microsoft.com/office/drawing/2014/main" id="{E483684B-D1B6-52ED-1E68-B8EC1C159920}"/>
                  </a:ext>
                </a:extLst>
              </p:cNvPr>
              <p:cNvCxnSpPr>
                <a:cxnSpLocks/>
              </p:cNvCxnSpPr>
              <p:nvPr/>
            </p:nvCxnSpPr>
            <p:spPr>
              <a:xfrm>
                <a:off x="3328782" y="3215811"/>
                <a:ext cx="0" cy="249410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í$ḻîde">
                <a:extLst>
                  <a:ext uri="{FF2B5EF4-FFF2-40B4-BE49-F238E27FC236}">
                    <a16:creationId xmlns:a16="http://schemas.microsoft.com/office/drawing/2014/main" id="{75D364DB-07B3-4A7D-17C3-45A8856AFCC3}"/>
                  </a:ext>
                </a:extLst>
              </p:cNvPr>
              <p:cNvSpPr/>
              <p:nvPr/>
            </p:nvSpPr>
            <p:spPr>
              <a:xfrm>
                <a:off x="3257004" y="5614946"/>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36" name="íş1iḑê">
                <a:extLst>
                  <a:ext uri="{FF2B5EF4-FFF2-40B4-BE49-F238E27FC236}">
                    <a16:creationId xmlns:a16="http://schemas.microsoft.com/office/drawing/2014/main" id="{3857FE1C-79B2-C453-92FF-B7AFD69D3660}"/>
                  </a:ext>
                </a:extLst>
              </p:cNvPr>
              <p:cNvSpPr/>
              <p:nvPr/>
            </p:nvSpPr>
            <p:spPr bwMode="auto">
              <a:xfrm rot="5400000">
                <a:off x="4099308" y="2117929"/>
                <a:ext cx="522071" cy="2143536"/>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完成的重要任务</a:t>
                </a:r>
              </a:p>
            </p:txBody>
          </p:sp>
          <p:sp>
            <p:nvSpPr>
              <p:cNvPr id="37" name="文本框 36">
                <a:extLst>
                  <a:ext uri="{FF2B5EF4-FFF2-40B4-BE49-F238E27FC236}">
                    <a16:creationId xmlns:a16="http://schemas.microsoft.com/office/drawing/2014/main" id="{DB99B8E5-9B82-5923-F263-335C67AB2348}"/>
                  </a:ext>
                </a:extLst>
              </p:cNvPr>
              <p:cNvSpPr txBox="1"/>
              <p:nvPr/>
            </p:nvSpPr>
            <p:spPr>
              <a:xfrm>
                <a:off x="3437859" y="3523248"/>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nvGrpSpPr>
            <p:cNvPr id="50" name="组合 49">
              <a:extLst>
                <a:ext uri="{FF2B5EF4-FFF2-40B4-BE49-F238E27FC236}">
                  <a16:creationId xmlns:a16="http://schemas.microsoft.com/office/drawing/2014/main" id="{CCA58058-43D3-B4BD-85B6-1EE39DDCB486}"/>
                </a:ext>
              </a:extLst>
            </p:cNvPr>
            <p:cNvGrpSpPr/>
            <p:nvPr/>
          </p:nvGrpSpPr>
          <p:grpSpPr>
            <a:xfrm>
              <a:off x="6438093" y="2414373"/>
              <a:ext cx="2445590" cy="2691623"/>
              <a:chOff x="5882984" y="2435641"/>
              <a:chExt cx="2445590" cy="2691623"/>
            </a:xfrm>
          </p:grpSpPr>
          <p:cxnSp>
            <p:nvCxnSpPr>
              <p:cNvPr id="39" name="íšļïḑe">
                <a:extLst>
                  <a:ext uri="{FF2B5EF4-FFF2-40B4-BE49-F238E27FC236}">
                    <a16:creationId xmlns:a16="http://schemas.microsoft.com/office/drawing/2014/main" id="{1781293A-EBB2-0DC0-E85B-D541C01C75F9}"/>
                  </a:ext>
                </a:extLst>
              </p:cNvPr>
              <p:cNvCxnSpPr>
                <a:cxnSpLocks/>
              </p:cNvCxnSpPr>
              <p:nvPr/>
            </p:nvCxnSpPr>
            <p:spPr>
              <a:xfrm>
                <a:off x="5954762" y="2722791"/>
                <a:ext cx="0" cy="230640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í$ḻîde">
                <a:extLst>
                  <a:ext uri="{FF2B5EF4-FFF2-40B4-BE49-F238E27FC236}">
                    <a16:creationId xmlns:a16="http://schemas.microsoft.com/office/drawing/2014/main" id="{5B84B6EC-6649-7ECD-20E4-0A11851E442E}"/>
                  </a:ext>
                </a:extLst>
              </p:cNvPr>
              <p:cNvSpPr/>
              <p:nvPr/>
            </p:nvSpPr>
            <p:spPr>
              <a:xfrm>
                <a:off x="5882984" y="4983707"/>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41" name="íş1iḑê">
                <a:extLst>
                  <a:ext uri="{FF2B5EF4-FFF2-40B4-BE49-F238E27FC236}">
                    <a16:creationId xmlns:a16="http://schemas.microsoft.com/office/drawing/2014/main" id="{4609782D-A769-1BBE-66B2-88ACAB61B7A5}"/>
                  </a:ext>
                </a:extLst>
              </p:cNvPr>
              <p:cNvSpPr/>
              <p:nvPr/>
            </p:nvSpPr>
            <p:spPr bwMode="auto">
              <a:xfrm rot="5400000">
                <a:off x="6725288" y="1624909"/>
                <a:ext cx="522071" cy="2143536"/>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创新与突破</a:t>
                </a:r>
              </a:p>
            </p:txBody>
          </p:sp>
          <p:sp>
            <p:nvSpPr>
              <p:cNvPr id="42" name="文本框 41">
                <a:extLst>
                  <a:ext uri="{FF2B5EF4-FFF2-40B4-BE49-F238E27FC236}">
                    <a16:creationId xmlns:a16="http://schemas.microsoft.com/office/drawing/2014/main" id="{E2205070-87BB-B4DD-2E5E-F92AE531231D}"/>
                  </a:ext>
                </a:extLst>
              </p:cNvPr>
              <p:cNvSpPr txBox="1"/>
              <p:nvPr/>
            </p:nvSpPr>
            <p:spPr>
              <a:xfrm>
                <a:off x="6063839" y="3030228"/>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nvGrpSpPr>
            <p:cNvPr id="49" name="组合 48">
              <a:extLst>
                <a:ext uri="{FF2B5EF4-FFF2-40B4-BE49-F238E27FC236}">
                  <a16:creationId xmlns:a16="http://schemas.microsoft.com/office/drawing/2014/main" id="{503533D2-F77A-4228-8582-5ADD2DE6F36E}"/>
                </a:ext>
              </a:extLst>
            </p:cNvPr>
            <p:cNvGrpSpPr/>
            <p:nvPr/>
          </p:nvGrpSpPr>
          <p:grpSpPr>
            <a:xfrm>
              <a:off x="9285051" y="1583955"/>
              <a:ext cx="2445590" cy="2691623"/>
              <a:chOff x="9019238" y="1913569"/>
              <a:chExt cx="2445590" cy="2691623"/>
            </a:xfrm>
          </p:grpSpPr>
          <p:cxnSp>
            <p:nvCxnSpPr>
              <p:cNvPr id="45" name="íšļïḑe">
                <a:extLst>
                  <a:ext uri="{FF2B5EF4-FFF2-40B4-BE49-F238E27FC236}">
                    <a16:creationId xmlns:a16="http://schemas.microsoft.com/office/drawing/2014/main" id="{33298D42-5E2E-CD32-F161-D41931F99C73}"/>
                  </a:ext>
                </a:extLst>
              </p:cNvPr>
              <p:cNvCxnSpPr>
                <a:cxnSpLocks/>
              </p:cNvCxnSpPr>
              <p:nvPr/>
            </p:nvCxnSpPr>
            <p:spPr>
              <a:xfrm>
                <a:off x="9091016" y="2200719"/>
                <a:ext cx="0" cy="230640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í$ḻîde">
                <a:extLst>
                  <a:ext uri="{FF2B5EF4-FFF2-40B4-BE49-F238E27FC236}">
                    <a16:creationId xmlns:a16="http://schemas.microsoft.com/office/drawing/2014/main" id="{BE08A86D-8012-3BBA-3053-8887A5D58A5C}"/>
                  </a:ext>
                </a:extLst>
              </p:cNvPr>
              <p:cNvSpPr/>
              <p:nvPr/>
            </p:nvSpPr>
            <p:spPr>
              <a:xfrm>
                <a:off x="9019238" y="4461635"/>
                <a:ext cx="143557" cy="143557"/>
              </a:xfrm>
              <a:prstGeom prst="ellipse">
                <a:avLst/>
              </a:prstGeom>
              <a:gradFill>
                <a:gsLst>
                  <a:gs pos="0">
                    <a:schemeClr val="accent1"/>
                  </a:gs>
                  <a:gs pos="50000">
                    <a:schemeClr val="accent1">
                      <a:lumMod val="75000"/>
                    </a:schemeClr>
                  </a:gs>
                </a:gsLst>
                <a:lin ang="2700000" scaled="0"/>
              </a:gra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47" name="íş1iḑê">
                <a:extLst>
                  <a:ext uri="{FF2B5EF4-FFF2-40B4-BE49-F238E27FC236}">
                    <a16:creationId xmlns:a16="http://schemas.microsoft.com/office/drawing/2014/main" id="{ACF84105-C337-D4A8-0001-783B385831BB}"/>
                  </a:ext>
                </a:extLst>
              </p:cNvPr>
              <p:cNvSpPr/>
              <p:nvPr/>
            </p:nvSpPr>
            <p:spPr bwMode="auto">
              <a:xfrm rot="5400000">
                <a:off x="9861542" y="1102837"/>
                <a:ext cx="522071" cy="2143536"/>
              </a:xfrm>
              <a:prstGeom prst="round2SameRect">
                <a:avLst>
                  <a:gd name="adj1" fmla="val 50000"/>
                  <a:gd name="adj2" fmla="val 0"/>
                </a:avLst>
              </a:prstGeom>
              <a:gradFill>
                <a:gsLst>
                  <a:gs pos="0">
                    <a:schemeClr val="accent1"/>
                  </a:gs>
                  <a:gs pos="39000">
                    <a:schemeClr val="accent1">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90000" rtlCol="0" anchor="ctr"/>
              <a:lstStyle/>
              <a:p>
                <a:pPr algn="ctr"/>
                <a:r>
                  <a:rPr lang="zh-CN" altLang="en-US" sz="2000" b="1" dirty="0">
                    <a:solidFill>
                      <a:srgbClr val="F8F8F8"/>
                    </a:solidFill>
                  </a:rPr>
                  <a:t>面对的挑战</a:t>
                </a:r>
              </a:p>
            </p:txBody>
          </p:sp>
          <p:sp>
            <p:nvSpPr>
              <p:cNvPr id="48" name="文本框 47">
                <a:extLst>
                  <a:ext uri="{FF2B5EF4-FFF2-40B4-BE49-F238E27FC236}">
                    <a16:creationId xmlns:a16="http://schemas.microsoft.com/office/drawing/2014/main" id="{621BEF88-C060-B73D-13C3-E5B4A852B7A7}"/>
                  </a:ext>
                </a:extLst>
              </p:cNvPr>
              <p:cNvSpPr txBox="1"/>
              <p:nvPr/>
            </p:nvSpPr>
            <p:spPr>
              <a:xfrm>
                <a:off x="9200093" y="2508156"/>
                <a:ext cx="2264735" cy="1670457"/>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p>
            </p:txBody>
          </p:sp>
        </p:grpSp>
      </p:grpSp>
    </p:spTree>
    <p:extLst>
      <p:ext uri="{BB962C8B-B14F-4D97-AF65-F5344CB8AC3E}">
        <p14:creationId xmlns:p14="http://schemas.microsoft.com/office/powerpoint/2010/main" val="2391286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CBB819-4503-BB29-2F70-7EE8A1330E29}"/>
              </a:ext>
            </a:extLst>
          </p:cNvPr>
          <p:cNvSpPr>
            <a:spLocks noGrp="1"/>
          </p:cNvSpPr>
          <p:nvPr>
            <p:ph type="title"/>
          </p:nvPr>
        </p:nvSpPr>
        <p:spPr/>
        <p:txBody>
          <a:bodyPr/>
          <a:lstStyle/>
          <a:p>
            <a:r>
              <a:rPr lang="zh-CN" altLang="en-US" dirty="0"/>
              <a:t>学习与成长</a:t>
            </a:r>
          </a:p>
        </p:txBody>
      </p:sp>
      <p:grpSp>
        <p:nvGrpSpPr>
          <p:cNvPr id="14" name="组合 13">
            <a:extLst>
              <a:ext uri="{FF2B5EF4-FFF2-40B4-BE49-F238E27FC236}">
                <a16:creationId xmlns:a16="http://schemas.microsoft.com/office/drawing/2014/main" id="{94417BFD-F7B6-542D-088B-2157CF4DC695}"/>
              </a:ext>
            </a:extLst>
          </p:cNvPr>
          <p:cNvGrpSpPr/>
          <p:nvPr/>
        </p:nvGrpSpPr>
        <p:grpSpPr>
          <a:xfrm>
            <a:off x="563525" y="1421976"/>
            <a:ext cx="11035117" cy="4735535"/>
            <a:chOff x="563525" y="1421976"/>
            <a:chExt cx="11035117" cy="4735535"/>
          </a:xfrm>
        </p:grpSpPr>
        <p:grpSp>
          <p:nvGrpSpPr>
            <p:cNvPr id="3" name="组合 2">
              <a:extLst>
                <a:ext uri="{FF2B5EF4-FFF2-40B4-BE49-F238E27FC236}">
                  <a16:creationId xmlns:a16="http://schemas.microsoft.com/office/drawing/2014/main" id="{1EC329B2-4C31-6352-DCDE-B35604FFC0CD}"/>
                </a:ext>
              </a:extLst>
            </p:cNvPr>
            <p:cNvGrpSpPr/>
            <p:nvPr/>
          </p:nvGrpSpPr>
          <p:grpSpPr>
            <a:xfrm>
              <a:off x="563525" y="1421976"/>
              <a:ext cx="2456122" cy="2526087"/>
              <a:chOff x="563525" y="1421976"/>
              <a:chExt cx="2456122" cy="2526087"/>
            </a:xfrm>
          </p:grpSpPr>
          <p:sp>
            <p:nvSpPr>
              <p:cNvPr id="7" name="椭圆 6">
                <a:extLst>
                  <a:ext uri="{FF2B5EF4-FFF2-40B4-BE49-F238E27FC236}">
                    <a16:creationId xmlns:a16="http://schemas.microsoft.com/office/drawing/2014/main" id="{F9BA30AE-2657-20BD-6AB9-D1A61DC1108E}"/>
                  </a:ext>
                </a:extLst>
              </p:cNvPr>
              <p:cNvSpPr/>
              <p:nvPr/>
            </p:nvSpPr>
            <p:spPr>
              <a:xfrm>
                <a:off x="988829" y="1421976"/>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新技能</a:t>
                </a:r>
                <a:endParaRPr lang="en-US" altLang="zh-CN" sz="2000" b="1" dirty="0">
                  <a:latin typeface="+mj-ea"/>
                  <a:ea typeface="+mj-ea"/>
                </a:endParaRPr>
              </a:p>
              <a:p>
                <a:pPr algn="ctr">
                  <a:lnSpc>
                    <a:spcPct val="120000"/>
                  </a:lnSpc>
                </a:pPr>
                <a:r>
                  <a:rPr lang="zh-CN" altLang="en-US" sz="2000" b="1" dirty="0">
                    <a:latin typeface="+mj-ea"/>
                    <a:ea typeface="+mj-ea"/>
                  </a:rPr>
                  <a:t>掌握</a:t>
                </a:r>
              </a:p>
            </p:txBody>
          </p:sp>
          <p:sp>
            <p:nvSpPr>
              <p:cNvPr id="9" name="文本框 8">
                <a:extLst>
                  <a:ext uri="{FF2B5EF4-FFF2-40B4-BE49-F238E27FC236}">
                    <a16:creationId xmlns:a16="http://schemas.microsoft.com/office/drawing/2014/main" id="{1AC391D2-4E37-8378-529A-D2E8D4A840BE}"/>
                  </a:ext>
                </a:extLst>
              </p:cNvPr>
              <p:cNvSpPr txBox="1"/>
              <p:nvPr/>
            </p:nvSpPr>
            <p:spPr>
              <a:xfrm>
                <a:off x="563525" y="3102447"/>
                <a:ext cx="2456122"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 name="组合 3">
              <a:extLst>
                <a:ext uri="{FF2B5EF4-FFF2-40B4-BE49-F238E27FC236}">
                  <a16:creationId xmlns:a16="http://schemas.microsoft.com/office/drawing/2014/main" id="{5F8DC54B-2F2A-0725-A463-E5CF969CD82D}"/>
                </a:ext>
              </a:extLst>
            </p:cNvPr>
            <p:cNvGrpSpPr/>
            <p:nvPr/>
          </p:nvGrpSpPr>
          <p:grpSpPr>
            <a:xfrm>
              <a:off x="2708274" y="3631424"/>
              <a:ext cx="2456122" cy="2526087"/>
              <a:chOff x="2708274" y="3631424"/>
              <a:chExt cx="2456122" cy="2526087"/>
            </a:xfrm>
          </p:grpSpPr>
          <p:sp>
            <p:nvSpPr>
              <p:cNvPr id="10" name="椭圆 9">
                <a:extLst>
                  <a:ext uri="{FF2B5EF4-FFF2-40B4-BE49-F238E27FC236}">
                    <a16:creationId xmlns:a16="http://schemas.microsoft.com/office/drawing/2014/main" id="{6B8BC47B-046B-4951-B178-F073F8D08878}"/>
                  </a:ext>
                </a:extLst>
              </p:cNvPr>
              <p:cNvSpPr/>
              <p:nvPr/>
            </p:nvSpPr>
            <p:spPr>
              <a:xfrm>
                <a:off x="3133578" y="3631424"/>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内部培训参与</a:t>
                </a:r>
              </a:p>
            </p:txBody>
          </p:sp>
          <p:sp>
            <p:nvSpPr>
              <p:cNvPr id="11" name="文本框 10">
                <a:extLst>
                  <a:ext uri="{FF2B5EF4-FFF2-40B4-BE49-F238E27FC236}">
                    <a16:creationId xmlns:a16="http://schemas.microsoft.com/office/drawing/2014/main" id="{ABD14F38-6C47-466B-675A-EF6EA562E249}"/>
                  </a:ext>
                </a:extLst>
              </p:cNvPr>
              <p:cNvSpPr txBox="1"/>
              <p:nvPr/>
            </p:nvSpPr>
            <p:spPr>
              <a:xfrm>
                <a:off x="2708274" y="5311895"/>
                <a:ext cx="2456122"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5" name="组合 4">
              <a:extLst>
                <a:ext uri="{FF2B5EF4-FFF2-40B4-BE49-F238E27FC236}">
                  <a16:creationId xmlns:a16="http://schemas.microsoft.com/office/drawing/2014/main" id="{E70E2897-CECB-551E-4C6F-1A8B6A5DA48E}"/>
                </a:ext>
              </a:extLst>
            </p:cNvPr>
            <p:cNvGrpSpPr/>
            <p:nvPr/>
          </p:nvGrpSpPr>
          <p:grpSpPr>
            <a:xfrm>
              <a:off x="4853023" y="1421976"/>
              <a:ext cx="2456122" cy="2526087"/>
              <a:chOff x="4853023" y="1421976"/>
              <a:chExt cx="2456122" cy="2526087"/>
            </a:xfrm>
          </p:grpSpPr>
          <p:sp>
            <p:nvSpPr>
              <p:cNvPr id="12" name="椭圆 11">
                <a:extLst>
                  <a:ext uri="{FF2B5EF4-FFF2-40B4-BE49-F238E27FC236}">
                    <a16:creationId xmlns:a16="http://schemas.microsoft.com/office/drawing/2014/main" id="{0F784B06-9507-66D5-3FA3-FE90677150C3}"/>
                  </a:ext>
                </a:extLst>
              </p:cNvPr>
              <p:cNvSpPr/>
              <p:nvPr/>
            </p:nvSpPr>
            <p:spPr>
              <a:xfrm>
                <a:off x="5278327" y="1421976"/>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latin typeface="+mj-ea"/>
                    <a:ea typeface="+mj-ea"/>
                  </a:rPr>
                  <a:t>个人</a:t>
                </a:r>
                <a:endParaRPr lang="en-US" altLang="zh-CN" sz="2000" b="1">
                  <a:latin typeface="+mj-ea"/>
                  <a:ea typeface="+mj-ea"/>
                </a:endParaRPr>
              </a:p>
              <a:p>
                <a:pPr algn="ctr">
                  <a:lnSpc>
                    <a:spcPct val="120000"/>
                  </a:lnSpc>
                </a:pPr>
                <a:r>
                  <a:rPr lang="zh-CN" altLang="en-US" sz="2000" b="1">
                    <a:latin typeface="+mj-ea"/>
                    <a:ea typeface="+mj-ea"/>
                  </a:rPr>
                  <a:t>突破</a:t>
                </a:r>
                <a:endParaRPr lang="zh-CN" altLang="en-US" sz="2000" b="1" dirty="0">
                  <a:latin typeface="+mj-ea"/>
                  <a:ea typeface="+mj-ea"/>
                </a:endParaRPr>
              </a:p>
            </p:txBody>
          </p:sp>
          <p:sp>
            <p:nvSpPr>
              <p:cNvPr id="13" name="文本框 12">
                <a:extLst>
                  <a:ext uri="{FF2B5EF4-FFF2-40B4-BE49-F238E27FC236}">
                    <a16:creationId xmlns:a16="http://schemas.microsoft.com/office/drawing/2014/main" id="{61B5B40C-F12E-C7E6-8150-37918B42FCE6}"/>
                  </a:ext>
                </a:extLst>
              </p:cNvPr>
              <p:cNvSpPr txBox="1"/>
              <p:nvPr/>
            </p:nvSpPr>
            <p:spPr>
              <a:xfrm>
                <a:off x="4853023" y="3102447"/>
                <a:ext cx="2456122"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6" name="组合 5">
              <a:extLst>
                <a:ext uri="{FF2B5EF4-FFF2-40B4-BE49-F238E27FC236}">
                  <a16:creationId xmlns:a16="http://schemas.microsoft.com/office/drawing/2014/main" id="{25C83427-10AE-DACF-FD0B-704B8D5B42D7}"/>
                </a:ext>
              </a:extLst>
            </p:cNvPr>
            <p:cNvGrpSpPr/>
            <p:nvPr/>
          </p:nvGrpSpPr>
          <p:grpSpPr>
            <a:xfrm>
              <a:off x="6997772" y="3631424"/>
              <a:ext cx="2456122" cy="2526087"/>
              <a:chOff x="6997772" y="3631424"/>
              <a:chExt cx="2456122" cy="2526087"/>
            </a:xfrm>
          </p:grpSpPr>
          <p:sp>
            <p:nvSpPr>
              <p:cNvPr id="16" name="椭圆 15">
                <a:extLst>
                  <a:ext uri="{FF2B5EF4-FFF2-40B4-BE49-F238E27FC236}">
                    <a16:creationId xmlns:a16="http://schemas.microsoft.com/office/drawing/2014/main" id="{07201D1F-D0DF-0A4F-0694-0405191607CB}"/>
                  </a:ext>
                </a:extLst>
              </p:cNvPr>
              <p:cNvSpPr/>
              <p:nvPr/>
            </p:nvSpPr>
            <p:spPr>
              <a:xfrm>
                <a:off x="7423076" y="3631424"/>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latin typeface="+mj-ea"/>
                    <a:ea typeface="+mj-ea"/>
                  </a:rPr>
                  <a:t>知识</a:t>
                </a:r>
                <a:endParaRPr lang="en-US" altLang="zh-CN" sz="2000" b="1">
                  <a:latin typeface="+mj-ea"/>
                  <a:ea typeface="+mj-ea"/>
                </a:endParaRPr>
              </a:p>
              <a:p>
                <a:pPr algn="ctr">
                  <a:lnSpc>
                    <a:spcPct val="120000"/>
                  </a:lnSpc>
                </a:pPr>
                <a:r>
                  <a:rPr lang="zh-CN" altLang="en-US" sz="2000" b="1">
                    <a:latin typeface="+mj-ea"/>
                    <a:ea typeface="+mj-ea"/>
                  </a:rPr>
                  <a:t>分享</a:t>
                </a:r>
                <a:endParaRPr lang="zh-CN" altLang="en-US" sz="2000" b="1" dirty="0">
                  <a:latin typeface="+mj-ea"/>
                  <a:ea typeface="+mj-ea"/>
                </a:endParaRPr>
              </a:p>
            </p:txBody>
          </p:sp>
          <p:sp>
            <p:nvSpPr>
              <p:cNvPr id="17" name="文本框 16">
                <a:extLst>
                  <a:ext uri="{FF2B5EF4-FFF2-40B4-BE49-F238E27FC236}">
                    <a16:creationId xmlns:a16="http://schemas.microsoft.com/office/drawing/2014/main" id="{57730A98-4A01-EB70-B3E9-D0D4F0C7A062}"/>
                  </a:ext>
                </a:extLst>
              </p:cNvPr>
              <p:cNvSpPr txBox="1"/>
              <p:nvPr/>
            </p:nvSpPr>
            <p:spPr>
              <a:xfrm>
                <a:off x="6997772" y="5311895"/>
                <a:ext cx="2456122"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8" name="组合 7">
              <a:extLst>
                <a:ext uri="{FF2B5EF4-FFF2-40B4-BE49-F238E27FC236}">
                  <a16:creationId xmlns:a16="http://schemas.microsoft.com/office/drawing/2014/main" id="{7D50321C-7F35-DDB0-B424-5304F738FDE4}"/>
                </a:ext>
              </a:extLst>
            </p:cNvPr>
            <p:cNvGrpSpPr/>
            <p:nvPr/>
          </p:nvGrpSpPr>
          <p:grpSpPr>
            <a:xfrm>
              <a:off x="9142520" y="1421976"/>
              <a:ext cx="2456122" cy="2526087"/>
              <a:chOff x="9142520" y="1421976"/>
              <a:chExt cx="2456122" cy="2526087"/>
            </a:xfrm>
          </p:grpSpPr>
          <p:sp>
            <p:nvSpPr>
              <p:cNvPr id="18" name="椭圆 17">
                <a:extLst>
                  <a:ext uri="{FF2B5EF4-FFF2-40B4-BE49-F238E27FC236}">
                    <a16:creationId xmlns:a16="http://schemas.microsoft.com/office/drawing/2014/main" id="{96DFAF24-96C0-328B-CCCD-6253D413DBBB}"/>
                  </a:ext>
                </a:extLst>
              </p:cNvPr>
              <p:cNvSpPr/>
              <p:nvPr/>
            </p:nvSpPr>
            <p:spPr>
              <a:xfrm>
                <a:off x="9567824" y="1421976"/>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latin typeface="+mj-ea"/>
                    <a:ea typeface="+mj-ea"/>
                  </a:rPr>
                  <a:t>成长</a:t>
                </a:r>
                <a:endParaRPr lang="en-US" altLang="zh-CN" sz="2000" b="1" dirty="0">
                  <a:latin typeface="+mj-ea"/>
                  <a:ea typeface="+mj-ea"/>
                </a:endParaRPr>
              </a:p>
              <a:p>
                <a:pPr algn="ctr">
                  <a:lnSpc>
                    <a:spcPct val="120000"/>
                  </a:lnSpc>
                </a:pPr>
                <a:r>
                  <a:rPr lang="zh-CN" altLang="en-US" sz="2000" b="1" dirty="0">
                    <a:latin typeface="+mj-ea"/>
                    <a:ea typeface="+mj-ea"/>
                  </a:rPr>
                  <a:t>总结</a:t>
                </a:r>
              </a:p>
            </p:txBody>
          </p:sp>
          <p:sp>
            <p:nvSpPr>
              <p:cNvPr id="19" name="文本框 18">
                <a:extLst>
                  <a:ext uri="{FF2B5EF4-FFF2-40B4-BE49-F238E27FC236}">
                    <a16:creationId xmlns:a16="http://schemas.microsoft.com/office/drawing/2014/main" id="{53A3CA34-A7F2-4A00-B3A5-E28BF2B34ABB}"/>
                  </a:ext>
                </a:extLst>
              </p:cNvPr>
              <p:cNvSpPr txBox="1"/>
              <p:nvPr/>
            </p:nvSpPr>
            <p:spPr>
              <a:xfrm>
                <a:off x="9142520" y="3102447"/>
                <a:ext cx="2456122"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spTree>
    <p:extLst>
      <p:ext uri="{BB962C8B-B14F-4D97-AF65-F5344CB8AC3E}">
        <p14:creationId xmlns:p14="http://schemas.microsoft.com/office/powerpoint/2010/main" val="4082013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6797DC-EA06-D4D1-F18F-D64EA951657C}"/>
              </a:ext>
            </a:extLst>
          </p:cNvPr>
          <p:cNvSpPr>
            <a:spLocks noGrp="1"/>
          </p:cNvSpPr>
          <p:nvPr>
            <p:ph type="title"/>
          </p:nvPr>
        </p:nvSpPr>
        <p:spPr/>
        <p:txBody>
          <a:bodyPr/>
          <a:lstStyle/>
          <a:p>
            <a:r>
              <a:rPr lang="zh-CN" altLang="en-US" dirty="0"/>
              <a:t>团队协作感悟</a:t>
            </a:r>
          </a:p>
        </p:txBody>
      </p:sp>
      <p:grpSp>
        <p:nvGrpSpPr>
          <p:cNvPr id="61" name="组合 60">
            <a:extLst>
              <a:ext uri="{FF2B5EF4-FFF2-40B4-BE49-F238E27FC236}">
                <a16:creationId xmlns:a16="http://schemas.microsoft.com/office/drawing/2014/main" id="{E83B4C37-3B58-D2FB-7E7D-13C8561B5E04}"/>
              </a:ext>
            </a:extLst>
          </p:cNvPr>
          <p:cNvGrpSpPr/>
          <p:nvPr/>
        </p:nvGrpSpPr>
        <p:grpSpPr>
          <a:xfrm>
            <a:off x="745778" y="592179"/>
            <a:ext cx="10700444" cy="5678254"/>
            <a:chOff x="751531" y="592179"/>
            <a:chExt cx="10700444" cy="5678254"/>
          </a:xfrm>
        </p:grpSpPr>
        <p:grpSp>
          <p:nvGrpSpPr>
            <p:cNvPr id="49" name="组合 48">
              <a:extLst>
                <a:ext uri="{FF2B5EF4-FFF2-40B4-BE49-F238E27FC236}">
                  <a16:creationId xmlns:a16="http://schemas.microsoft.com/office/drawing/2014/main" id="{7892E5FC-BCBD-C055-DD28-37DA141A8F88}"/>
                </a:ext>
              </a:extLst>
            </p:cNvPr>
            <p:cNvGrpSpPr/>
            <p:nvPr/>
          </p:nvGrpSpPr>
          <p:grpSpPr>
            <a:xfrm>
              <a:off x="751531" y="1564414"/>
              <a:ext cx="2283730" cy="1446817"/>
              <a:chOff x="812491" y="1518694"/>
              <a:chExt cx="2283730" cy="1446817"/>
            </a:xfrm>
          </p:grpSpPr>
          <p:sp>
            <p:nvSpPr>
              <p:cNvPr id="38" name="íṥļiḍe">
                <a:extLst>
                  <a:ext uri="{FF2B5EF4-FFF2-40B4-BE49-F238E27FC236}">
                    <a16:creationId xmlns:a16="http://schemas.microsoft.com/office/drawing/2014/main" id="{C90FD348-DC40-D4BD-8F62-50AB51A3FD32}"/>
                  </a:ext>
                </a:extLst>
              </p:cNvPr>
              <p:cNvSpPr/>
              <p:nvPr/>
            </p:nvSpPr>
            <p:spPr>
              <a:xfrm>
                <a:off x="864446" y="1518694"/>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贡献与回报</a:t>
                </a:r>
              </a:p>
            </p:txBody>
          </p:sp>
          <p:sp>
            <p:nvSpPr>
              <p:cNvPr id="39" name="文本框 38">
                <a:extLst>
                  <a:ext uri="{FF2B5EF4-FFF2-40B4-BE49-F238E27FC236}">
                    <a16:creationId xmlns:a16="http://schemas.microsoft.com/office/drawing/2014/main" id="{3F09438C-CD73-5AB4-40DB-B689F9FF8543}"/>
                  </a:ext>
                </a:extLst>
              </p:cNvPr>
              <p:cNvSpPr txBox="1"/>
              <p:nvPr/>
            </p:nvSpPr>
            <p:spPr>
              <a:xfrm>
                <a:off x="812491" y="2119895"/>
                <a:ext cx="2283730"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56" name="组合 55">
              <a:extLst>
                <a:ext uri="{FF2B5EF4-FFF2-40B4-BE49-F238E27FC236}">
                  <a16:creationId xmlns:a16="http://schemas.microsoft.com/office/drawing/2014/main" id="{4FD0D994-803B-FA92-9D0F-90B4DD55C9C4}"/>
                </a:ext>
              </a:extLst>
            </p:cNvPr>
            <p:cNvGrpSpPr/>
            <p:nvPr/>
          </p:nvGrpSpPr>
          <p:grpSpPr>
            <a:xfrm>
              <a:off x="9168245" y="1564414"/>
              <a:ext cx="2283730" cy="1446817"/>
              <a:chOff x="8802485" y="1518694"/>
              <a:chExt cx="2283730" cy="1446817"/>
            </a:xfrm>
          </p:grpSpPr>
          <p:sp>
            <p:nvSpPr>
              <p:cNvPr id="27" name="íṥļiḍe">
                <a:extLst>
                  <a:ext uri="{FF2B5EF4-FFF2-40B4-BE49-F238E27FC236}">
                    <a16:creationId xmlns:a16="http://schemas.microsoft.com/office/drawing/2014/main" id="{1C019CF7-26C8-3216-CDC0-CCADCC945CBB}"/>
                  </a:ext>
                </a:extLst>
              </p:cNvPr>
              <p:cNvSpPr/>
              <p:nvPr/>
            </p:nvSpPr>
            <p:spPr>
              <a:xfrm>
                <a:off x="8863708" y="1518694"/>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solidFill>
                      <a:srgbClr val="F8F8F8"/>
                    </a:solidFill>
                    <a:latin typeface="+mj-ea"/>
                    <a:ea typeface="+mj-ea"/>
                  </a:rPr>
                  <a:t>团队氛围</a:t>
                </a:r>
                <a:endParaRPr lang="zh-CN" altLang="en-US" sz="2000" b="1" dirty="0">
                  <a:solidFill>
                    <a:srgbClr val="F8F8F8"/>
                  </a:solidFill>
                  <a:latin typeface="+mj-ea"/>
                  <a:ea typeface="+mj-ea"/>
                </a:endParaRPr>
              </a:p>
            </p:txBody>
          </p:sp>
          <p:sp>
            <p:nvSpPr>
              <p:cNvPr id="28" name="文本框 27">
                <a:extLst>
                  <a:ext uri="{FF2B5EF4-FFF2-40B4-BE49-F238E27FC236}">
                    <a16:creationId xmlns:a16="http://schemas.microsoft.com/office/drawing/2014/main" id="{D38A3B25-55C8-7E0C-12D3-132CFB77BE41}"/>
                  </a:ext>
                </a:extLst>
              </p:cNvPr>
              <p:cNvSpPr txBox="1"/>
              <p:nvPr/>
            </p:nvSpPr>
            <p:spPr>
              <a:xfrm>
                <a:off x="8802485" y="2119895"/>
                <a:ext cx="2283730"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sp>
          <p:nvSpPr>
            <p:cNvPr id="25" name="Oval 8+">
              <a:extLst>
                <a:ext uri="{FF2B5EF4-FFF2-40B4-BE49-F238E27FC236}">
                  <a16:creationId xmlns:a16="http://schemas.microsoft.com/office/drawing/2014/main" id="{136446B9-A01C-CE68-1A84-8582CBB88A06}"/>
                </a:ext>
              </a:extLst>
            </p:cNvPr>
            <p:cNvSpPr/>
            <p:nvPr/>
          </p:nvSpPr>
          <p:spPr>
            <a:xfrm>
              <a:off x="3625253" y="592179"/>
              <a:ext cx="4785360" cy="4785360"/>
            </a:xfrm>
            <a:prstGeom prst="ellipse">
              <a:avLst/>
            </a:prstGeom>
            <a:gradFill flip="none" rotWithShape="1">
              <a:gsLst>
                <a:gs pos="0">
                  <a:schemeClr val="accent1">
                    <a:lumMod val="20000"/>
                    <a:lumOff val="80000"/>
                    <a:alpha val="0"/>
                  </a:schemeClr>
                </a:gs>
                <a:gs pos="77000">
                  <a:schemeClr val="accent1">
                    <a:lumMod val="20000"/>
                    <a:lumOff val="80000"/>
                  </a:schemeClr>
                </a:gs>
              </a:gsLst>
              <a:lin ang="5400000" scaled="1"/>
              <a:tileRect/>
            </a:gradFill>
            <a:ln>
              <a:gradFill>
                <a:gsLst>
                  <a:gs pos="12000">
                    <a:schemeClr val="accent1">
                      <a:lumMod val="75000"/>
                      <a:alpha val="0"/>
                    </a:schemeClr>
                  </a:gs>
                  <a:gs pos="100000">
                    <a:schemeClr val="accent1">
                      <a:lumMod val="75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solidFill>
                  <a:srgbClr val="F8F8F8"/>
                </a:solidFill>
                <a:latin typeface="+mj-ea"/>
                <a:ea typeface="+mj-ea"/>
              </a:endParaRPr>
            </a:p>
          </p:txBody>
        </p:sp>
        <p:sp>
          <p:nvSpPr>
            <p:cNvPr id="9" name="椭圆 8">
              <a:extLst>
                <a:ext uri="{FF2B5EF4-FFF2-40B4-BE49-F238E27FC236}">
                  <a16:creationId xmlns:a16="http://schemas.microsoft.com/office/drawing/2014/main" id="{2A454B81-A802-812F-7EB6-EC4CA5C89C91}"/>
                </a:ext>
              </a:extLst>
            </p:cNvPr>
            <p:cNvSpPr/>
            <p:nvPr/>
          </p:nvSpPr>
          <p:spPr>
            <a:xfrm>
              <a:off x="4402493" y="1369419"/>
              <a:ext cx="3230880" cy="3230880"/>
            </a:xfrm>
            <a:prstGeom prst="ellipse">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solidFill>
                  <a:srgbClr val="F8F8F8"/>
                </a:solidFill>
                <a:latin typeface="+mj-ea"/>
                <a:ea typeface="+mj-ea"/>
              </a:endParaRPr>
            </a:p>
          </p:txBody>
        </p:sp>
        <p:pic>
          <p:nvPicPr>
            <p:cNvPr id="65" name="图片 64">
              <a:extLst>
                <a:ext uri="{FF2B5EF4-FFF2-40B4-BE49-F238E27FC236}">
                  <a16:creationId xmlns:a16="http://schemas.microsoft.com/office/drawing/2014/main" id="{8A5E8C71-8AE0-6E48-8637-74C5AD46426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12675" r="12675"/>
            <a:stretch/>
          </p:blipFill>
          <p:spPr>
            <a:xfrm>
              <a:off x="4644378" y="1611303"/>
              <a:ext cx="2747111" cy="2747111"/>
            </a:xfrm>
            <a:prstGeom prst="ellipse">
              <a:avLst/>
            </a:prstGeom>
            <a:gradFill flip="none" rotWithShape="1">
              <a:gsLst>
                <a:gs pos="0">
                  <a:schemeClr val="accent1">
                    <a:lumMod val="40000"/>
                    <a:lumOff val="60000"/>
                  </a:schemeClr>
                </a:gs>
                <a:gs pos="100000">
                  <a:schemeClr val="accent1">
                    <a:lumMod val="20000"/>
                    <a:lumOff val="80000"/>
                  </a:schemeClr>
                </a:gs>
              </a:gsLst>
              <a:lin ang="5400000" scaled="1"/>
              <a:tileRect/>
            </a:gradFill>
          </p:spPr>
        </p:pic>
        <p:grpSp>
          <p:nvGrpSpPr>
            <p:cNvPr id="54" name="组合 53">
              <a:extLst>
                <a:ext uri="{FF2B5EF4-FFF2-40B4-BE49-F238E27FC236}">
                  <a16:creationId xmlns:a16="http://schemas.microsoft.com/office/drawing/2014/main" id="{DEA0FD4C-C0C2-A68C-9F29-B0DCF792A808}"/>
                </a:ext>
              </a:extLst>
            </p:cNvPr>
            <p:cNvGrpSpPr/>
            <p:nvPr/>
          </p:nvGrpSpPr>
          <p:grpSpPr>
            <a:xfrm>
              <a:off x="1071883" y="3588268"/>
              <a:ext cx="2283730" cy="1446817"/>
              <a:chOff x="843283" y="3390148"/>
              <a:chExt cx="2283730" cy="1446817"/>
            </a:xfrm>
          </p:grpSpPr>
          <p:sp>
            <p:nvSpPr>
              <p:cNvPr id="29" name="íṥļiḍe">
                <a:extLst>
                  <a:ext uri="{FF2B5EF4-FFF2-40B4-BE49-F238E27FC236}">
                    <a16:creationId xmlns:a16="http://schemas.microsoft.com/office/drawing/2014/main" id="{7D0FE993-72D2-6301-67F2-0F4FF6C01EA8}"/>
                  </a:ext>
                </a:extLst>
              </p:cNvPr>
              <p:cNvSpPr/>
              <p:nvPr/>
            </p:nvSpPr>
            <p:spPr>
              <a:xfrm>
                <a:off x="904506" y="3390148"/>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与团队的合作</a:t>
                </a:r>
              </a:p>
            </p:txBody>
          </p:sp>
          <p:sp>
            <p:nvSpPr>
              <p:cNvPr id="30" name="文本框 29">
                <a:extLst>
                  <a:ext uri="{FF2B5EF4-FFF2-40B4-BE49-F238E27FC236}">
                    <a16:creationId xmlns:a16="http://schemas.microsoft.com/office/drawing/2014/main" id="{D20A5E19-4B4E-33A7-E37D-50FC5B041EAB}"/>
                  </a:ext>
                </a:extLst>
              </p:cNvPr>
              <p:cNvSpPr txBox="1"/>
              <p:nvPr/>
            </p:nvSpPr>
            <p:spPr>
              <a:xfrm>
                <a:off x="843283" y="3991349"/>
                <a:ext cx="2283730"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55" name="组合 54">
              <a:extLst>
                <a:ext uri="{FF2B5EF4-FFF2-40B4-BE49-F238E27FC236}">
                  <a16:creationId xmlns:a16="http://schemas.microsoft.com/office/drawing/2014/main" id="{1B8DFBAE-18EE-ED66-CBEB-620F1A33B559}"/>
                </a:ext>
              </a:extLst>
            </p:cNvPr>
            <p:cNvGrpSpPr/>
            <p:nvPr/>
          </p:nvGrpSpPr>
          <p:grpSpPr>
            <a:xfrm>
              <a:off x="8848205" y="3588268"/>
              <a:ext cx="2283730" cy="1446817"/>
              <a:chOff x="9213965" y="3475402"/>
              <a:chExt cx="2283730" cy="1446817"/>
            </a:xfrm>
          </p:grpSpPr>
          <p:sp>
            <p:nvSpPr>
              <p:cNvPr id="31" name="íṥļiḍe">
                <a:extLst>
                  <a:ext uri="{FF2B5EF4-FFF2-40B4-BE49-F238E27FC236}">
                    <a16:creationId xmlns:a16="http://schemas.microsoft.com/office/drawing/2014/main" id="{1A681E6E-EE22-2E49-E411-29E822290C73}"/>
                  </a:ext>
                </a:extLst>
              </p:cNvPr>
              <p:cNvSpPr/>
              <p:nvPr/>
            </p:nvSpPr>
            <p:spPr>
              <a:xfrm>
                <a:off x="9275188" y="3475402"/>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solidFill>
                      <a:srgbClr val="F8F8F8"/>
                    </a:solidFill>
                    <a:latin typeface="+mj-ea"/>
                    <a:ea typeface="+mj-ea"/>
                  </a:rPr>
                  <a:t>团队支持</a:t>
                </a:r>
                <a:endParaRPr lang="zh-CN" altLang="en-US" sz="2000" b="1" dirty="0">
                  <a:solidFill>
                    <a:srgbClr val="F8F8F8"/>
                  </a:solidFill>
                  <a:latin typeface="+mj-ea"/>
                  <a:ea typeface="+mj-ea"/>
                </a:endParaRPr>
              </a:p>
            </p:txBody>
          </p:sp>
          <p:sp>
            <p:nvSpPr>
              <p:cNvPr id="35" name="文本框 34">
                <a:extLst>
                  <a:ext uri="{FF2B5EF4-FFF2-40B4-BE49-F238E27FC236}">
                    <a16:creationId xmlns:a16="http://schemas.microsoft.com/office/drawing/2014/main" id="{AE859DD4-A603-6B71-0CE0-3C607202F9C9}"/>
                  </a:ext>
                </a:extLst>
              </p:cNvPr>
              <p:cNvSpPr txBox="1"/>
              <p:nvPr/>
            </p:nvSpPr>
            <p:spPr>
              <a:xfrm>
                <a:off x="9213965" y="4076603"/>
                <a:ext cx="2283730" cy="845616"/>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60" name="组合 59">
              <a:extLst>
                <a:ext uri="{FF2B5EF4-FFF2-40B4-BE49-F238E27FC236}">
                  <a16:creationId xmlns:a16="http://schemas.microsoft.com/office/drawing/2014/main" id="{36AFECB7-57D4-2D89-D44A-4712A486574A}"/>
                </a:ext>
              </a:extLst>
            </p:cNvPr>
            <p:cNvGrpSpPr/>
            <p:nvPr/>
          </p:nvGrpSpPr>
          <p:grpSpPr>
            <a:xfrm>
              <a:off x="4463409" y="5105921"/>
              <a:ext cx="3265182" cy="1164512"/>
              <a:chOff x="4463409" y="5105921"/>
              <a:chExt cx="3265182" cy="1164512"/>
            </a:xfrm>
          </p:grpSpPr>
          <p:sp>
            <p:nvSpPr>
              <p:cNvPr id="43" name="íṥļiḍe">
                <a:extLst>
                  <a:ext uri="{FF2B5EF4-FFF2-40B4-BE49-F238E27FC236}">
                    <a16:creationId xmlns:a16="http://schemas.microsoft.com/office/drawing/2014/main" id="{5D454982-B4F5-B13B-3523-8DB854F89FFB}"/>
                  </a:ext>
                </a:extLst>
              </p:cNvPr>
              <p:cNvSpPr/>
              <p:nvPr/>
            </p:nvSpPr>
            <p:spPr>
              <a:xfrm>
                <a:off x="5015358" y="5105921"/>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跨部门沟通</a:t>
                </a:r>
              </a:p>
            </p:txBody>
          </p:sp>
          <p:sp>
            <p:nvSpPr>
              <p:cNvPr id="52" name="文本框 51">
                <a:extLst>
                  <a:ext uri="{FF2B5EF4-FFF2-40B4-BE49-F238E27FC236}">
                    <a16:creationId xmlns:a16="http://schemas.microsoft.com/office/drawing/2014/main" id="{263C0B75-CA5F-5B74-90B2-AFDD26311632}"/>
                  </a:ext>
                </a:extLst>
              </p:cNvPr>
              <p:cNvSpPr txBox="1"/>
              <p:nvPr/>
            </p:nvSpPr>
            <p:spPr>
              <a:xfrm>
                <a:off x="4463409" y="5683349"/>
                <a:ext cx="3265182" cy="587084"/>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spTree>
    <p:extLst>
      <p:ext uri="{BB962C8B-B14F-4D97-AF65-F5344CB8AC3E}">
        <p14:creationId xmlns:p14="http://schemas.microsoft.com/office/powerpoint/2010/main" val="2425085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347DAC-16D5-5875-AB24-D216FCB4366B}"/>
              </a:ext>
            </a:extLst>
          </p:cNvPr>
          <p:cNvSpPr>
            <a:spLocks noGrp="1"/>
          </p:cNvSpPr>
          <p:nvPr>
            <p:ph type="title"/>
          </p:nvPr>
        </p:nvSpPr>
        <p:spPr/>
        <p:txBody>
          <a:bodyPr/>
          <a:lstStyle/>
          <a:p>
            <a:r>
              <a:rPr lang="zh-CN" altLang="en-US" dirty="0"/>
              <a:t>反思与提升空间</a:t>
            </a:r>
          </a:p>
        </p:txBody>
      </p:sp>
      <p:grpSp>
        <p:nvGrpSpPr>
          <p:cNvPr id="6" name="组合 5">
            <a:extLst>
              <a:ext uri="{FF2B5EF4-FFF2-40B4-BE49-F238E27FC236}">
                <a16:creationId xmlns:a16="http://schemas.microsoft.com/office/drawing/2014/main" id="{A4A88033-D1EE-0B2E-7747-762E07ED3B64}"/>
              </a:ext>
            </a:extLst>
          </p:cNvPr>
          <p:cNvGrpSpPr/>
          <p:nvPr/>
        </p:nvGrpSpPr>
        <p:grpSpPr>
          <a:xfrm>
            <a:off x="0" y="514495"/>
            <a:ext cx="12192000" cy="5460279"/>
            <a:chOff x="0" y="514495"/>
            <a:chExt cx="12192000" cy="5460279"/>
          </a:xfrm>
        </p:grpSpPr>
        <p:grpSp>
          <p:nvGrpSpPr>
            <p:cNvPr id="3" name="组合 2">
              <a:extLst>
                <a:ext uri="{FF2B5EF4-FFF2-40B4-BE49-F238E27FC236}">
                  <a16:creationId xmlns:a16="http://schemas.microsoft.com/office/drawing/2014/main" id="{BE144297-975F-9C93-6620-155F719F776C}"/>
                </a:ext>
              </a:extLst>
            </p:cNvPr>
            <p:cNvGrpSpPr/>
            <p:nvPr/>
          </p:nvGrpSpPr>
          <p:grpSpPr>
            <a:xfrm>
              <a:off x="0" y="514495"/>
              <a:ext cx="12192000" cy="3257406"/>
              <a:chOff x="0" y="514495"/>
              <a:chExt cx="12192000" cy="3257406"/>
            </a:xfrm>
          </p:grpSpPr>
          <p:sp>
            <p:nvSpPr>
              <p:cNvPr id="7" name="矩形 6">
                <a:extLst>
                  <a:ext uri="{FF2B5EF4-FFF2-40B4-BE49-F238E27FC236}">
                    <a16:creationId xmlns:a16="http://schemas.microsoft.com/office/drawing/2014/main" id="{23B9D9F5-CE03-23A5-A0C8-875C7D52A2B5}"/>
                  </a:ext>
                </a:extLst>
              </p:cNvPr>
              <p:cNvSpPr/>
              <p:nvPr/>
            </p:nvSpPr>
            <p:spPr>
              <a:xfrm>
                <a:off x="0" y="1579417"/>
                <a:ext cx="12192000" cy="2192484"/>
              </a:xfrm>
              <a:prstGeom prst="rect">
                <a:avLst/>
              </a:prstGeom>
              <a:solidFill>
                <a:schemeClr val="accent1">
                  <a:lumMod val="7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7457645F-8C6A-E122-60BF-E5EC0822096C}"/>
                  </a:ext>
                </a:extLst>
              </p:cNvPr>
              <p:cNvSpPr txBox="1"/>
              <p:nvPr/>
            </p:nvSpPr>
            <p:spPr>
              <a:xfrm>
                <a:off x="660400" y="2330162"/>
                <a:ext cx="6374246" cy="1181093"/>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11" name="文本框 10">
                <a:extLst>
                  <a:ext uri="{FF2B5EF4-FFF2-40B4-BE49-F238E27FC236}">
                    <a16:creationId xmlns:a16="http://schemas.microsoft.com/office/drawing/2014/main" id="{8D0B3F73-C5CF-6CDB-78D9-7452D6FE6A92}"/>
                  </a:ext>
                </a:extLst>
              </p:cNvPr>
              <p:cNvSpPr txBox="1"/>
              <p:nvPr/>
            </p:nvSpPr>
            <p:spPr>
              <a:xfrm>
                <a:off x="660400" y="1838718"/>
                <a:ext cx="2955636" cy="400110"/>
              </a:xfrm>
              <a:prstGeom prst="rect">
                <a:avLst/>
              </a:prstGeom>
              <a:noFill/>
            </p:spPr>
            <p:txBody>
              <a:bodyPr wrap="square">
                <a:spAutoFit/>
              </a:bodyPr>
              <a:lstStyle/>
              <a:p>
                <a:r>
                  <a:rPr lang="zh-CN" altLang="en-US" sz="2000" b="1" dirty="0">
                    <a:solidFill>
                      <a:srgbClr val="F8F8F8"/>
                    </a:solidFill>
                    <a:latin typeface="+mj-ea"/>
                    <a:ea typeface="+mj-ea"/>
                  </a:rPr>
                  <a:t>时间管理问题</a:t>
                </a:r>
              </a:p>
            </p:txBody>
          </p:sp>
          <p:pic>
            <p:nvPicPr>
              <p:cNvPr id="19" name="图片 18">
                <a:extLst>
                  <a:ext uri="{FF2B5EF4-FFF2-40B4-BE49-F238E27FC236}">
                    <a16:creationId xmlns:a16="http://schemas.microsoft.com/office/drawing/2014/main" id="{24666A0F-B360-482D-2DCB-9F108A02DE60}"/>
                  </a:ext>
                </a:extLst>
              </p:cNvPr>
              <p:cNvPicPr>
                <a:picLocks/>
              </p:cNvPicPr>
              <p:nvPr/>
            </p:nvPicPr>
            <p:blipFill>
              <a:blip r:embed="rId2">
                <a:extLst>
                  <a:ext uri="{28A0092B-C50C-407E-A947-70E740481C1C}">
                    <a14:useLocalDpi xmlns:a14="http://schemas.microsoft.com/office/drawing/2010/main"/>
                  </a:ext>
                </a:extLst>
              </a:blip>
              <a:stretch>
                <a:fillRect/>
              </a:stretch>
            </p:blipFill>
            <p:spPr>
              <a:xfrm>
                <a:off x="7293935" y="514495"/>
                <a:ext cx="4898065" cy="3257405"/>
              </a:xfrm>
              <a:prstGeom prst="rect">
                <a:avLst/>
              </a:prstGeom>
            </p:spPr>
          </p:pic>
        </p:grpSp>
        <p:grpSp>
          <p:nvGrpSpPr>
            <p:cNvPr id="5" name="组合 4">
              <a:extLst>
                <a:ext uri="{FF2B5EF4-FFF2-40B4-BE49-F238E27FC236}">
                  <a16:creationId xmlns:a16="http://schemas.microsoft.com/office/drawing/2014/main" id="{2F2F1D0B-74C4-480A-DB0C-1CA581DB4D80}"/>
                </a:ext>
              </a:extLst>
            </p:cNvPr>
            <p:cNvGrpSpPr/>
            <p:nvPr/>
          </p:nvGrpSpPr>
          <p:grpSpPr>
            <a:xfrm>
              <a:off x="686457" y="4074290"/>
              <a:ext cx="5288316" cy="1900484"/>
              <a:chOff x="686457" y="4074290"/>
              <a:chExt cx="5288316" cy="1900484"/>
            </a:xfrm>
          </p:grpSpPr>
          <p:sp>
            <p:nvSpPr>
              <p:cNvPr id="20" name="Text">
                <a:extLst>
                  <a:ext uri="{FF2B5EF4-FFF2-40B4-BE49-F238E27FC236}">
                    <a16:creationId xmlns:a16="http://schemas.microsoft.com/office/drawing/2014/main" id="{62477534-1527-5063-8A94-97D65CD3411B}"/>
                  </a:ext>
                </a:extLst>
              </p:cNvPr>
              <p:cNvSpPr/>
              <p:nvPr/>
            </p:nvSpPr>
            <p:spPr>
              <a:xfrm>
                <a:off x="686457" y="4074290"/>
                <a:ext cx="5288316" cy="1900484"/>
              </a:xfrm>
              <a:prstGeom prst="roundRect">
                <a:avLst>
                  <a:gd name="adj" fmla="val 633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21" name="íṥļiḍe">
                <a:extLst>
                  <a:ext uri="{FF2B5EF4-FFF2-40B4-BE49-F238E27FC236}">
                    <a16:creationId xmlns:a16="http://schemas.microsoft.com/office/drawing/2014/main" id="{7BD04B3C-172C-86E9-B819-A71E2DC14F2A}"/>
                  </a:ext>
                </a:extLst>
              </p:cNvPr>
              <p:cNvSpPr/>
              <p:nvPr/>
            </p:nvSpPr>
            <p:spPr>
              <a:xfrm>
                <a:off x="811127" y="4374839"/>
                <a:ext cx="1921682" cy="457725"/>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沟通技巧</a:t>
                </a:r>
              </a:p>
            </p:txBody>
          </p:sp>
          <p:sp>
            <p:nvSpPr>
              <p:cNvPr id="22" name="文本框 21">
                <a:extLst>
                  <a:ext uri="{FF2B5EF4-FFF2-40B4-BE49-F238E27FC236}">
                    <a16:creationId xmlns:a16="http://schemas.microsoft.com/office/drawing/2014/main" id="{769618B5-9F2A-A94F-13C0-827E852AF350}"/>
                  </a:ext>
                </a:extLst>
              </p:cNvPr>
              <p:cNvSpPr txBox="1"/>
              <p:nvPr/>
            </p:nvSpPr>
            <p:spPr>
              <a:xfrm>
                <a:off x="2737396" y="4310159"/>
                <a:ext cx="3098895" cy="587084"/>
              </a:xfrm>
              <a:prstGeom prst="rect">
                <a:avLst/>
              </a:prstGeom>
              <a:noFill/>
            </p:spPr>
            <p:txBody>
              <a:bodyPr wrap="square" rtlCol="0">
                <a:spAutoFit/>
              </a:bodyPr>
              <a:lstStyle/>
              <a:p>
                <a:pPr algn="ctr">
                  <a:lnSpc>
                    <a:spcPct val="120000"/>
                  </a:lnSpc>
                </a:pPr>
                <a:r>
                  <a:rPr lang="zh-CN" altLang="en-US" sz="1400" dirty="0"/>
                  <a:t>单击此处添加文本单击此处添加文本</a:t>
                </a:r>
                <a:endParaRPr lang="en-US" altLang="zh-CN" sz="1400" dirty="0"/>
              </a:p>
              <a:p>
                <a:pPr algn="ctr">
                  <a:lnSpc>
                    <a:spcPct val="120000"/>
                  </a:lnSpc>
                </a:pPr>
                <a:r>
                  <a:rPr lang="zh-CN" altLang="en-US" sz="1400" dirty="0"/>
                  <a:t>单击此处添加文本单击此处添加文本</a:t>
                </a:r>
                <a:endParaRPr lang="en-US" altLang="zh-CN" sz="1400" dirty="0"/>
              </a:p>
            </p:txBody>
          </p:sp>
          <p:sp>
            <p:nvSpPr>
              <p:cNvPr id="26" name="íṥļiḍe">
                <a:extLst>
                  <a:ext uri="{FF2B5EF4-FFF2-40B4-BE49-F238E27FC236}">
                    <a16:creationId xmlns:a16="http://schemas.microsoft.com/office/drawing/2014/main" id="{D1E62670-4173-903C-F339-67CE7075DD84}"/>
                  </a:ext>
                </a:extLst>
              </p:cNvPr>
              <p:cNvSpPr/>
              <p:nvPr/>
            </p:nvSpPr>
            <p:spPr>
              <a:xfrm>
                <a:off x="811127" y="5216502"/>
                <a:ext cx="1921682" cy="457725"/>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技术能力提升</a:t>
                </a:r>
              </a:p>
            </p:txBody>
          </p:sp>
          <p:sp>
            <p:nvSpPr>
              <p:cNvPr id="27" name="文本框 26">
                <a:extLst>
                  <a:ext uri="{FF2B5EF4-FFF2-40B4-BE49-F238E27FC236}">
                    <a16:creationId xmlns:a16="http://schemas.microsoft.com/office/drawing/2014/main" id="{FD72F93B-BAAB-78BC-FAF6-4FFEBCF79AB0}"/>
                  </a:ext>
                </a:extLst>
              </p:cNvPr>
              <p:cNvSpPr txBox="1"/>
              <p:nvPr/>
            </p:nvSpPr>
            <p:spPr>
              <a:xfrm>
                <a:off x="2737396" y="5151822"/>
                <a:ext cx="3098895" cy="587084"/>
              </a:xfrm>
              <a:prstGeom prst="rect">
                <a:avLst/>
              </a:prstGeom>
              <a:noFill/>
            </p:spPr>
            <p:txBody>
              <a:bodyPr wrap="square" rtlCol="0">
                <a:spAutoFit/>
              </a:bodyPr>
              <a:lstStyle/>
              <a:p>
                <a:pPr algn="ctr">
                  <a:lnSpc>
                    <a:spcPct val="120000"/>
                  </a:lnSpc>
                </a:pPr>
                <a:r>
                  <a:rPr lang="zh-CN" altLang="en-US" sz="1400" dirty="0"/>
                  <a:t>单击此处添加文本单击此处添加文本</a:t>
                </a:r>
                <a:endParaRPr lang="en-US" altLang="zh-CN" sz="1400" dirty="0"/>
              </a:p>
              <a:p>
                <a:pPr algn="ctr">
                  <a:lnSpc>
                    <a:spcPct val="120000"/>
                  </a:lnSpc>
                </a:pPr>
                <a:r>
                  <a:rPr lang="zh-CN" altLang="en-US" sz="1400" dirty="0"/>
                  <a:t>单击此处添加文本单击此处添加文本</a:t>
                </a:r>
                <a:endParaRPr lang="en-US" altLang="zh-CN" sz="1400" dirty="0"/>
              </a:p>
            </p:txBody>
          </p:sp>
        </p:grpSp>
        <p:grpSp>
          <p:nvGrpSpPr>
            <p:cNvPr id="4" name="组合 3">
              <a:extLst>
                <a:ext uri="{FF2B5EF4-FFF2-40B4-BE49-F238E27FC236}">
                  <a16:creationId xmlns:a16="http://schemas.microsoft.com/office/drawing/2014/main" id="{A2FA8E39-88B4-2567-EF93-063202D7B149}"/>
                </a:ext>
              </a:extLst>
            </p:cNvPr>
            <p:cNvGrpSpPr/>
            <p:nvPr/>
          </p:nvGrpSpPr>
          <p:grpSpPr>
            <a:xfrm>
              <a:off x="6235203" y="4074290"/>
              <a:ext cx="5288316" cy="1900484"/>
              <a:chOff x="6235203" y="4074290"/>
              <a:chExt cx="5288316" cy="1900484"/>
            </a:xfrm>
          </p:grpSpPr>
          <p:sp>
            <p:nvSpPr>
              <p:cNvPr id="31" name="Text">
                <a:extLst>
                  <a:ext uri="{FF2B5EF4-FFF2-40B4-BE49-F238E27FC236}">
                    <a16:creationId xmlns:a16="http://schemas.microsoft.com/office/drawing/2014/main" id="{003AD5C5-9CD8-D6F4-0C55-BC374D4AE0E5}"/>
                  </a:ext>
                </a:extLst>
              </p:cNvPr>
              <p:cNvSpPr/>
              <p:nvPr/>
            </p:nvSpPr>
            <p:spPr>
              <a:xfrm>
                <a:off x="6235203" y="4074290"/>
                <a:ext cx="5288316" cy="1900484"/>
              </a:xfrm>
              <a:prstGeom prst="roundRect">
                <a:avLst>
                  <a:gd name="adj" fmla="val 633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32" name="íṥļiḍe">
                <a:extLst>
                  <a:ext uri="{FF2B5EF4-FFF2-40B4-BE49-F238E27FC236}">
                    <a16:creationId xmlns:a16="http://schemas.microsoft.com/office/drawing/2014/main" id="{5403E058-BFAE-B0B1-BADC-B228E9F8DB9B}"/>
                  </a:ext>
                </a:extLst>
              </p:cNvPr>
              <p:cNvSpPr/>
              <p:nvPr/>
            </p:nvSpPr>
            <p:spPr>
              <a:xfrm>
                <a:off x="6359873" y="4374839"/>
                <a:ext cx="1921682" cy="457725"/>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抗压能力</a:t>
                </a:r>
              </a:p>
            </p:txBody>
          </p:sp>
          <p:sp>
            <p:nvSpPr>
              <p:cNvPr id="33" name="文本框 32">
                <a:extLst>
                  <a:ext uri="{FF2B5EF4-FFF2-40B4-BE49-F238E27FC236}">
                    <a16:creationId xmlns:a16="http://schemas.microsoft.com/office/drawing/2014/main" id="{4E3C3683-0535-F288-1E57-469B1871EDC8}"/>
                  </a:ext>
                </a:extLst>
              </p:cNvPr>
              <p:cNvSpPr txBox="1"/>
              <p:nvPr/>
            </p:nvSpPr>
            <p:spPr>
              <a:xfrm>
                <a:off x="8286142" y="4310159"/>
                <a:ext cx="3098895" cy="587084"/>
              </a:xfrm>
              <a:prstGeom prst="rect">
                <a:avLst/>
              </a:prstGeom>
              <a:noFill/>
            </p:spPr>
            <p:txBody>
              <a:bodyPr wrap="square" rtlCol="0">
                <a:spAutoFit/>
              </a:bodyPr>
              <a:lstStyle/>
              <a:p>
                <a:pPr algn="ctr">
                  <a:lnSpc>
                    <a:spcPct val="120000"/>
                  </a:lnSpc>
                </a:pPr>
                <a:r>
                  <a:rPr lang="zh-CN" altLang="en-US" sz="1400" dirty="0"/>
                  <a:t>单击此处添加文本单击此处添加文本</a:t>
                </a:r>
                <a:endParaRPr lang="en-US" altLang="zh-CN" sz="1400" dirty="0"/>
              </a:p>
              <a:p>
                <a:pPr algn="ctr">
                  <a:lnSpc>
                    <a:spcPct val="120000"/>
                  </a:lnSpc>
                </a:pPr>
                <a:r>
                  <a:rPr lang="zh-CN" altLang="en-US" sz="1400" dirty="0"/>
                  <a:t>单击此处添加文本单击此处添加文本</a:t>
                </a:r>
                <a:endParaRPr lang="en-US" altLang="zh-CN" sz="1400" dirty="0"/>
              </a:p>
            </p:txBody>
          </p:sp>
          <p:sp>
            <p:nvSpPr>
              <p:cNvPr id="34" name="íṥļiḍe">
                <a:extLst>
                  <a:ext uri="{FF2B5EF4-FFF2-40B4-BE49-F238E27FC236}">
                    <a16:creationId xmlns:a16="http://schemas.microsoft.com/office/drawing/2014/main" id="{54B364A8-229E-5A34-278B-28DC166AD4A0}"/>
                  </a:ext>
                </a:extLst>
              </p:cNvPr>
              <p:cNvSpPr/>
              <p:nvPr/>
            </p:nvSpPr>
            <p:spPr>
              <a:xfrm>
                <a:off x="6359873" y="5216502"/>
                <a:ext cx="1921682" cy="457725"/>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改进方向</a:t>
                </a:r>
              </a:p>
            </p:txBody>
          </p:sp>
          <p:sp>
            <p:nvSpPr>
              <p:cNvPr id="35" name="文本框 34">
                <a:extLst>
                  <a:ext uri="{FF2B5EF4-FFF2-40B4-BE49-F238E27FC236}">
                    <a16:creationId xmlns:a16="http://schemas.microsoft.com/office/drawing/2014/main" id="{E25C50EC-C1C7-FF68-6D8A-0FD1BF910719}"/>
                  </a:ext>
                </a:extLst>
              </p:cNvPr>
              <p:cNvSpPr txBox="1"/>
              <p:nvPr/>
            </p:nvSpPr>
            <p:spPr>
              <a:xfrm>
                <a:off x="8286142" y="5151822"/>
                <a:ext cx="3098895" cy="587084"/>
              </a:xfrm>
              <a:prstGeom prst="rect">
                <a:avLst/>
              </a:prstGeom>
              <a:noFill/>
            </p:spPr>
            <p:txBody>
              <a:bodyPr wrap="square" rtlCol="0">
                <a:spAutoFit/>
              </a:bodyPr>
              <a:lstStyle/>
              <a:p>
                <a:pPr algn="ctr">
                  <a:lnSpc>
                    <a:spcPct val="120000"/>
                  </a:lnSpc>
                </a:pPr>
                <a:r>
                  <a:rPr lang="zh-CN" altLang="en-US" sz="1400" dirty="0"/>
                  <a:t>单击此处添加文本单击此处添加文本</a:t>
                </a:r>
                <a:endParaRPr lang="en-US" altLang="zh-CN" sz="1400" dirty="0"/>
              </a:p>
              <a:p>
                <a:pPr algn="ctr">
                  <a:lnSpc>
                    <a:spcPct val="120000"/>
                  </a:lnSpc>
                </a:pPr>
                <a:r>
                  <a:rPr lang="zh-CN" altLang="en-US" sz="1400" dirty="0"/>
                  <a:t>单击此处添加文本单击此处添加文本</a:t>
                </a:r>
                <a:endParaRPr lang="en-US" altLang="zh-CN" sz="1400" dirty="0"/>
              </a:p>
            </p:txBody>
          </p:sp>
        </p:grpSp>
      </p:grpSp>
    </p:spTree>
    <p:extLst>
      <p:ext uri="{BB962C8B-B14F-4D97-AF65-F5344CB8AC3E}">
        <p14:creationId xmlns:p14="http://schemas.microsoft.com/office/powerpoint/2010/main" val="2999004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7791B-E0A3-BB71-9EC4-EBF9C3C3A84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50CF8EB-C659-D585-9A6D-AB2586CD3D34}"/>
              </a:ext>
            </a:extLst>
          </p:cNvPr>
          <p:cNvSpPr>
            <a:spLocks noGrp="1"/>
          </p:cNvSpPr>
          <p:nvPr>
            <p:ph type="title"/>
          </p:nvPr>
        </p:nvSpPr>
        <p:spPr>
          <a:xfrm>
            <a:off x="1642383" y="3029794"/>
            <a:ext cx="8907235" cy="1371600"/>
          </a:xfrm>
        </p:spPr>
        <p:txBody>
          <a:bodyPr/>
          <a:lstStyle/>
          <a:p>
            <a:r>
              <a:rPr lang="zh-CN" altLang="en-US"/>
              <a:t>年度目标与计划</a:t>
            </a:r>
            <a:endParaRPr lang="zh-CN" altLang="en-US" dirty="0"/>
          </a:p>
        </p:txBody>
      </p:sp>
      <p:sp>
        <p:nvSpPr>
          <p:cNvPr id="3" name="文本占位符 2">
            <a:extLst>
              <a:ext uri="{FF2B5EF4-FFF2-40B4-BE49-F238E27FC236}">
                <a16:creationId xmlns:a16="http://schemas.microsoft.com/office/drawing/2014/main" id="{C32C7D2F-77BA-DEE2-AD21-5427E4EB8E19}"/>
              </a:ext>
            </a:extLst>
          </p:cNvPr>
          <p:cNvSpPr>
            <a:spLocks noGrp="1"/>
          </p:cNvSpPr>
          <p:nvPr>
            <p:ph type="body" idx="1"/>
          </p:nvPr>
        </p:nvSpPr>
        <p:spPr>
          <a:xfrm>
            <a:off x="1854200" y="4545794"/>
            <a:ext cx="8483600" cy="489191"/>
          </a:xfrm>
        </p:spPr>
        <p:txBody>
          <a:bodyPr/>
          <a:lstStyle/>
          <a:p>
            <a:r>
              <a:rPr lang="en-US" altLang="zh-CN"/>
              <a:t>Annual Goals And Plans</a:t>
            </a:r>
            <a:endParaRPr lang="en-US" altLang="zh-CN" dirty="0"/>
          </a:p>
        </p:txBody>
      </p:sp>
      <p:sp>
        <p:nvSpPr>
          <p:cNvPr id="8" name="文本框 7">
            <a:extLst>
              <a:ext uri="{FF2B5EF4-FFF2-40B4-BE49-F238E27FC236}">
                <a16:creationId xmlns:a16="http://schemas.microsoft.com/office/drawing/2014/main" id="{98E55143-81F1-20FD-3C8D-31BC284E9C93}"/>
              </a:ext>
            </a:extLst>
          </p:cNvPr>
          <p:cNvSpPr txBox="1"/>
          <p:nvPr/>
        </p:nvSpPr>
        <p:spPr>
          <a:xfrm>
            <a:off x="5384157" y="1432286"/>
            <a:ext cx="1423686" cy="1015663"/>
          </a:xfrm>
          <a:prstGeom prst="rect">
            <a:avLst/>
          </a:prstGeom>
          <a:noFill/>
        </p:spPr>
        <p:txBody>
          <a:bodyPr wrap="square" rtlCol="0">
            <a:spAutoFit/>
          </a:bodyPr>
          <a:lstStyle/>
          <a:p>
            <a:pPr algn="ctr"/>
            <a:r>
              <a:rPr lang="en-US" altLang="zh-CN" sz="6000" b="1" dirty="0">
                <a:latin typeface="+mj-lt"/>
              </a:rPr>
              <a:t>02</a:t>
            </a:r>
            <a:endParaRPr lang="zh-CN" altLang="en-US" sz="6000" b="1" dirty="0">
              <a:latin typeface="+mj-lt"/>
            </a:endParaRPr>
          </a:p>
        </p:txBody>
      </p:sp>
    </p:spTree>
    <p:extLst>
      <p:ext uri="{BB962C8B-B14F-4D97-AF65-F5344CB8AC3E}">
        <p14:creationId xmlns:p14="http://schemas.microsoft.com/office/powerpoint/2010/main" val="660660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2A71CD4-FDCD-0126-212F-9640BC103140}"/>
              </a:ext>
            </a:extLst>
          </p:cNvPr>
          <p:cNvSpPr>
            <a:spLocks noGrp="1"/>
          </p:cNvSpPr>
          <p:nvPr>
            <p:ph type="title"/>
          </p:nvPr>
        </p:nvSpPr>
        <p:spPr/>
        <p:txBody>
          <a:bodyPr/>
          <a:lstStyle/>
          <a:p>
            <a:r>
              <a:rPr lang="zh-CN" altLang="en-US" dirty="0"/>
              <a:t>个人工作目标</a:t>
            </a:r>
          </a:p>
        </p:txBody>
      </p:sp>
      <p:grpSp>
        <p:nvGrpSpPr>
          <p:cNvPr id="10" name="组合 9">
            <a:extLst>
              <a:ext uri="{FF2B5EF4-FFF2-40B4-BE49-F238E27FC236}">
                <a16:creationId xmlns:a16="http://schemas.microsoft.com/office/drawing/2014/main" id="{2FF5D66D-13DC-B1F4-AB97-C67209AECA2B}"/>
              </a:ext>
            </a:extLst>
          </p:cNvPr>
          <p:cNvGrpSpPr/>
          <p:nvPr/>
        </p:nvGrpSpPr>
        <p:grpSpPr>
          <a:xfrm>
            <a:off x="563525" y="1533218"/>
            <a:ext cx="10629193" cy="4339645"/>
            <a:chOff x="563525" y="1533218"/>
            <a:chExt cx="10629193" cy="4339645"/>
          </a:xfrm>
        </p:grpSpPr>
        <p:grpSp>
          <p:nvGrpSpPr>
            <p:cNvPr id="2" name="组合 1">
              <a:extLst>
                <a:ext uri="{FF2B5EF4-FFF2-40B4-BE49-F238E27FC236}">
                  <a16:creationId xmlns:a16="http://schemas.microsoft.com/office/drawing/2014/main" id="{54C1F1E1-EB6A-FFEE-053F-F2699E4C6AFD}"/>
                </a:ext>
              </a:extLst>
            </p:cNvPr>
            <p:cNvGrpSpPr/>
            <p:nvPr/>
          </p:nvGrpSpPr>
          <p:grpSpPr>
            <a:xfrm>
              <a:off x="563525" y="1557059"/>
              <a:ext cx="2030818" cy="2009022"/>
              <a:chOff x="563525" y="1557059"/>
              <a:chExt cx="2030818" cy="2009022"/>
            </a:xfrm>
          </p:grpSpPr>
          <p:sp>
            <p:nvSpPr>
              <p:cNvPr id="11" name="椭圆 10">
                <a:extLst>
                  <a:ext uri="{FF2B5EF4-FFF2-40B4-BE49-F238E27FC236}">
                    <a16:creationId xmlns:a16="http://schemas.microsoft.com/office/drawing/2014/main" id="{16377D31-3712-0077-B6C1-B8E13C15994A}"/>
                  </a:ext>
                </a:extLst>
              </p:cNvPr>
              <p:cNvSpPr/>
              <p:nvPr/>
            </p:nvSpPr>
            <p:spPr>
              <a:xfrm>
                <a:off x="776177" y="1557059"/>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业绩提升目标</a:t>
                </a:r>
              </a:p>
            </p:txBody>
          </p:sp>
          <p:sp>
            <p:nvSpPr>
              <p:cNvPr id="12" name="文本框 11">
                <a:extLst>
                  <a:ext uri="{FF2B5EF4-FFF2-40B4-BE49-F238E27FC236}">
                    <a16:creationId xmlns:a16="http://schemas.microsoft.com/office/drawing/2014/main" id="{5546219A-1440-2531-E5A6-F6F78264C1E7}"/>
                  </a:ext>
                </a:extLst>
              </p:cNvPr>
              <p:cNvSpPr txBox="1"/>
              <p:nvPr/>
            </p:nvSpPr>
            <p:spPr>
              <a:xfrm>
                <a:off x="563525" y="3237530"/>
                <a:ext cx="2030818" cy="328551"/>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p:txBody>
          </p:sp>
        </p:grpSp>
        <p:grpSp>
          <p:nvGrpSpPr>
            <p:cNvPr id="3" name="组合 2">
              <a:extLst>
                <a:ext uri="{FF2B5EF4-FFF2-40B4-BE49-F238E27FC236}">
                  <a16:creationId xmlns:a16="http://schemas.microsoft.com/office/drawing/2014/main" id="{C3EF38D5-5A50-3ACF-6FD3-A411A3276B00}"/>
                </a:ext>
              </a:extLst>
            </p:cNvPr>
            <p:cNvGrpSpPr/>
            <p:nvPr/>
          </p:nvGrpSpPr>
          <p:grpSpPr>
            <a:xfrm>
              <a:off x="563525" y="3863841"/>
              <a:ext cx="2030818" cy="2009022"/>
              <a:chOff x="563525" y="3863841"/>
              <a:chExt cx="2030818" cy="2009022"/>
            </a:xfrm>
          </p:grpSpPr>
          <p:sp>
            <p:nvSpPr>
              <p:cNvPr id="13" name="椭圆 12">
                <a:extLst>
                  <a:ext uri="{FF2B5EF4-FFF2-40B4-BE49-F238E27FC236}">
                    <a16:creationId xmlns:a16="http://schemas.microsoft.com/office/drawing/2014/main" id="{648CC2CF-48CC-8D06-7325-241DDFE2FF72}"/>
                  </a:ext>
                </a:extLst>
              </p:cNvPr>
              <p:cNvSpPr/>
              <p:nvPr/>
            </p:nvSpPr>
            <p:spPr>
              <a:xfrm>
                <a:off x="776177" y="3863841"/>
                <a:ext cx="1605514" cy="160551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项目参与计划</a:t>
                </a:r>
              </a:p>
            </p:txBody>
          </p:sp>
          <p:sp>
            <p:nvSpPr>
              <p:cNvPr id="14" name="文本框 13">
                <a:extLst>
                  <a:ext uri="{FF2B5EF4-FFF2-40B4-BE49-F238E27FC236}">
                    <a16:creationId xmlns:a16="http://schemas.microsoft.com/office/drawing/2014/main" id="{B5A2F042-BA63-A070-61F4-F9FFE0D86C2A}"/>
                  </a:ext>
                </a:extLst>
              </p:cNvPr>
              <p:cNvSpPr txBox="1"/>
              <p:nvPr/>
            </p:nvSpPr>
            <p:spPr>
              <a:xfrm>
                <a:off x="563525" y="5544312"/>
                <a:ext cx="2030818" cy="328551"/>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p:txBody>
          </p:sp>
        </p:grpSp>
        <p:grpSp>
          <p:nvGrpSpPr>
            <p:cNvPr id="9" name="组合 8">
              <a:extLst>
                <a:ext uri="{FF2B5EF4-FFF2-40B4-BE49-F238E27FC236}">
                  <a16:creationId xmlns:a16="http://schemas.microsoft.com/office/drawing/2014/main" id="{026D2FBB-A635-05BB-FB17-ABA43C431463}"/>
                </a:ext>
              </a:extLst>
            </p:cNvPr>
            <p:cNvGrpSpPr/>
            <p:nvPr/>
          </p:nvGrpSpPr>
          <p:grpSpPr>
            <a:xfrm>
              <a:off x="4144297" y="1533218"/>
              <a:ext cx="3344523" cy="1892889"/>
              <a:chOff x="4144297" y="1533218"/>
              <a:chExt cx="3344523" cy="1892889"/>
            </a:xfrm>
          </p:grpSpPr>
          <p:sp>
            <p:nvSpPr>
              <p:cNvPr id="15" name="Text">
                <a:extLst>
                  <a:ext uri="{FF2B5EF4-FFF2-40B4-BE49-F238E27FC236}">
                    <a16:creationId xmlns:a16="http://schemas.microsoft.com/office/drawing/2014/main" id="{A7CAAE73-BE53-D41E-4AE0-1EE0B7C0EE29}"/>
                  </a:ext>
                </a:extLst>
              </p:cNvPr>
              <p:cNvSpPr/>
              <p:nvPr/>
            </p:nvSpPr>
            <p:spPr>
              <a:xfrm>
                <a:off x="4144297" y="1670667"/>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16" name="íṥļiḍe">
                <a:extLst>
                  <a:ext uri="{FF2B5EF4-FFF2-40B4-BE49-F238E27FC236}">
                    <a16:creationId xmlns:a16="http://schemas.microsoft.com/office/drawing/2014/main" id="{118CA2DB-DE8B-91FD-D58D-0CC9A464D82F}"/>
                  </a:ext>
                </a:extLst>
              </p:cNvPr>
              <p:cNvSpPr/>
              <p:nvPr/>
            </p:nvSpPr>
            <p:spPr>
              <a:xfrm>
                <a:off x="4735916" y="1533218"/>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技能提升目标</a:t>
                </a:r>
              </a:p>
            </p:txBody>
          </p:sp>
          <p:sp>
            <p:nvSpPr>
              <p:cNvPr id="17" name="文本框 16">
                <a:extLst>
                  <a:ext uri="{FF2B5EF4-FFF2-40B4-BE49-F238E27FC236}">
                    <a16:creationId xmlns:a16="http://schemas.microsoft.com/office/drawing/2014/main" id="{2BE577CC-01FF-6B53-88D0-A6526F637798}"/>
                  </a:ext>
                </a:extLst>
              </p:cNvPr>
              <p:cNvSpPr txBox="1"/>
              <p:nvPr/>
            </p:nvSpPr>
            <p:spPr>
              <a:xfrm>
                <a:off x="4361516" y="2135879"/>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sp>
          <p:nvSpPr>
            <p:cNvPr id="18" name="Shape1">
              <a:extLst>
                <a:ext uri="{FF2B5EF4-FFF2-40B4-BE49-F238E27FC236}">
                  <a16:creationId xmlns:a16="http://schemas.microsoft.com/office/drawing/2014/main" id="{EAF54D3F-F49E-3855-778D-5C5C8A32257E}"/>
                </a:ext>
              </a:extLst>
            </p:cNvPr>
            <p:cNvSpPr/>
            <p:nvPr/>
          </p:nvSpPr>
          <p:spPr>
            <a:xfrm>
              <a:off x="2911708" y="2030586"/>
              <a:ext cx="617290" cy="658461"/>
            </a:xfrm>
            <a:prstGeom prst="rightArrow">
              <a:avLst>
                <a:gd name="adj1" fmla="val 56665"/>
                <a:gd name="adj2" fmla="val 50000"/>
              </a:avLst>
            </a:prstGeom>
            <a:gradFill>
              <a:gsLst>
                <a:gs pos="0">
                  <a:schemeClr val="bg1">
                    <a:alpha val="0"/>
                  </a:schemeClr>
                </a:gs>
                <a:gs pos="82000">
                  <a:schemeClr val="accent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8" name="组合 7">
              <a:extLst>
                <a:ext uri="{FF2B5EF4-FFF2-40B4-BE49-F238E27FC236}">
                  <a16:creationId xmlns:a16="http://schemas.microsoft.com/office/drawing/2014/main" id="{7DF631B6-3EF3-8D98-FE9D-4C653CEAD23B}"/>
                </a:ext>
              </a:extLst>
            </p:cNvPr>
            <p:cNvGrpSpPr/>
            <p:nvPr/>
          </p:nvGrpSpPr>
          <p:grpSpPr>
            <a:xfrm>
              <a:off x="7848195" y="1533218"/>
              <a:ext cx="3344523" cy="1892889"/>
              <a:chOff x="7848195" y="1533218"/>
              <a:chExt cx="3344523" cy="1892889"/>
            </a:xfrm>
          </p:grpSpPr>
          <p:sp>
            <p:nvSpPr>
              <p:cNvPr id="24" name="Text">
                <a:extLst>
                  <a:ext uri="{FF2B5EF4-FFF2-40B4-BE49-F238E27FC236}">
                    <a16:creationId xmlns:a16="http://schemas.microsoft.com/office/drawing/2014/main" id="{2EDC8B54-02AB-50DE-F473-21C0CEBCEC6D}"/>
                  </a:ext>
                </a:extLst>
              </p:cNvPr>
              <p:cNvSpPr/>
              <p:nvPr/>
            </p:nvSpPr>
            <p:spPr>
              <a:xfrm>
                <a:off x="7848195" y="1670667"/>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25" name="íṥļiḍe">
                <a:extLst>
                  <a:ext uri="{FF2B5EF4-FFF2-40B4-BE49-F238E27FC236}">
                    <a16:creationId xmlns:a16="http://schemas.microsoft.com/office/drawing/2014/main" id="{91181138-DAF6-D8DD-21C2-009B530E81B3}"/>
                  </a:ext>
                </a:extLst>
              </p:cNvPr>
              <p:cNvSpPr/>
              <p:nvPr/>
            </p:nvSpPr>
            <p:spPr>
              <a:xfrm>
                <a:off x="8439814" y="1533218"/>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创新与改进目标</a:t>
                </a:r>
              </a:p>
            </p:txBody>
          </p:sp>
          <p:sp>
            <p:nvSpPr>
              <p:cNvPr id="26" name="文本框 25">
                <a:extLst>
                  <a:ext uri="{FF2B5EF4-FFF2-40B4-BE49-F238E27FC236}">
                    <a16:creationId xmlns:a16="http://schemas.microsoft.com/office/drawing/2014/main" id="{5CE4DEE9-CBD9-E4EA-D504-68E15D09254F}"/>
                  </a:ext>
                </a:extLst>
              </p:cNvPr>
              <p:cNvSpPr txBox="1"/>
              <p:nvPr/>
            </p:nvSpPr>
            <p:spPr>
              <a:xfrm>
                <a:off x="8065414" y="2135879"/>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grpSp>
          <p:nvGrpSpPr>
            <p:cNvPr id="6" name="组合 5">
              <a:extLst>
                <a:ext uri="{FF2B5EF4-FFF2-40B4-BE49-F238E27FC236}">
                  <a16:creationId xmlns:a16="http://schemas.microsoft.com/office/drawing/2014/main" id="{7755B32F-0504-F161-C441-09B1D1B62DF2}"/>
                </a:ext>
              </a:extLst>
            </p:cNvPr>
            <p:cNvGrpSpPr/>
            <p:nvPr/>
          </p:nvGrpSpPr>
          <p:grpSpPr>
            <a:xfrm>
              <a:off x="4144297" y="3940752"/>
              <a:ext cx="3344523" cy="1892889"/>
              <a:chOff x="4144297" y="3940752"/>
              <a:chExt cx="3344523" cy="1892889"/>
            </a:xfrm>
          </p:grpSpPr>
          <p:sp>
            <p:nvSpPr>
              <p:cNvPr id="27" name="Text">
                <a:extLst>
                  <a:ext uri="{FF2B5EF4-FFF2-40B4-BE49-F238E27FC236}">
                    <a16:creationId xmlns:a16="http://schemas.microsoft.com/office/drawing/2014/main" id="{0C2A0B91-7B98-CED0-8679-ACE77E872E21}"/>
                  </a:ext>
                </a:extLst>
              </p:cNvPr>
              <p:cNvSpPr/>
              <p:nvPr/>
            </p:nvSpPr>
            <p:spPr>
              <a:xfrm>
                <a:off x="4144297" y="4078201"/>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28" name="íṥļiḍe">
                <a:extLst>
                  <a:ext uri="{FF2B5EF4-FFF2-40B4-BE49-F238E27FC236}">
                    <a16:creationId xmlns:a16="http://schemas.microsoft.com/office/drawing/2014/main" id="{D6E67DF2-673C-2A5B-BDA4-FD5CBBC1A4F5}"/>
                  </a:ext>
                </a:extLst>
              </p:cNvPr>
              <p:cNvSpPr/>
              <p:nvPr/>
            </p:nvSpPr>
            <p:spPr>
              <a:xfrm>
                <a:off x="4735916" y="3940752"/>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客户满意度目标</a:t>
                </a:r>
              </a:p>
            </p:txBody>
          </p:sp>
          <p:sp>
            <p:nvSpPr>
              <p:cNvPr id="29" name="文本框 28">
                <a:extLst>
                  <a:ext uri="{FF2B5EF4-FFF2-40B4-BE49-F238E27FC236}">
                    <a16:creationId xmlns:a16="http://schemas.microsoft.com/office/drawing/2014/main" id="{D79B43D3-B20B-3356-9258-6986437F259A}"/>
                  </a:ext>
                </a:extLst>
              </p:cNvPr>
              <p:cNvSpPr txBox="1"/>
              <p:nvPr/>
            </p:nvSpPr>
            <p:spPr>
              <a:xfrm>
                <a:off x="4361516" y="4543413"/>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sp>
          <p:nvSpPr>
            <p:cNvPr id="30" name="Shape1">
              <a:extLst>
                <a:ext uri="{FF2B5EF4-FFF2-40B4-BE49-F238E27FC236}">
                  <a16:creationId xmlns:a16="http://schemas.microsoft.com/office/drawing/2014/main" id="{9C6F6824-CB30-12B1-ED25-CD35B718947A}"/>
                </a:ext>
              </a:extLst>
            </p:cNvPr>
            <p:cNvSpPr/>
            <p:nvPr/>
          </p:nvSpPr>
          <p:spPr>
            <a:xfrm>
              <a:off x="2911708" y="4337368"/>
              <a:ext cx="617290" cy="658461"/>
            </a:xfrm>
            <a:prstGeom prst="rightArrow">
              <a:avLst>
                <a:gd name="adj1" fmla="val 56665"/>
                <a:gd name="adj2" fmla="val 50000"/>
              </a:avLst>
            </a:prstGeom>
            <a:gradFill>
              <a:gsLst>
                <a:gs pos="0">
                  <a:schemeClr val="bg1">
                    <a:alpha val="0"/>
                  </a:schemeClr>
                </a:gs>
                <a:gs pos="82000">
                  <a:schemeClr val="accent1"/>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7" name="组合 6">
              <a:extLst>
                <a:ext uri="{FF2B5EF4-FFF2-40B4-BE49-F238E27FC236}">
                  <a16:creationId xmlns:a16="http://schemas.microsoft.com/office/drawing/2014/main" id="{F8316EBC-AB01-74DA-DC0A-E2D040A12361}"/>
                </a:ext>
              </a:extLst>
            </p:cNvPr>
            <p:cNvGrpSpPr/>
            <p:nvPr/>
          </p:nvGrpSpPr>
          <p:grpSpPr>
            <a:xfrm>
              <a:off x="7848195" y="3940752"/>
              <a:ext cx="3344523" cy="1892889"/>
              <a:chOff x="7848195" y="3940752"/>
              <a:chExt cx="3344523" cy="1892889"/>
            </a:xfrm>
          </p:grpSpPr>
          <p:sp>
            <p:nvSpPr>
              <p:cNvPr id="31" name="Text">
                <a:extLst>
                  <a:ext uri="{FF2B5EF4-FFF2-40B4-BE49-F238E27FC236}">
                    <a16:creationId xmlns:a16="http://schemas.microsoft.com/office/drawing/2014/main" id="{8D3C9BE3-4BBB-21D3-6965-9CFE0DA5E191}"/>
                  </a:ext>
                </a:extLst>
              </p:cNvPr>
              <p:cNvSpPr/>
              <p:nvPr/>
            </p:nvSpPr>
            <p:spPr>
              <a:xfrm>
                <a:off x="7848195" y="4078201"/>
                <a:ext cx="3344523" cy="1755440"/>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32" name="íṥļiḍe">
                <a:extLst>
                  <a:ext uri="{FF2B5EF4-FFF2-40B4-BE49-F238E27FC236}">
                    <a16:creationId xmlns:a16="http://schemas.microsoft.com/office/drawing/2014/main" id="{08E25125-21EE-F1F1-E0E6-7229D9B95C37}"/>
                  </a:ext>
                </a:extLst>
              </p:cNvPr>
              <p:cNvSpPr/>
              <p:nvPr/>
            </p:nvSpPr>
            <p:spPr>
              <a:xfrm>
                <a:off x="8439814" y="3940752"/>
                <a:ext cx="2161285" cy="515947"/>
              </a:xfrm>
              <a:prstGeom prst="roundRect">
                <a:avLst>
                  <a:gd name="adj" fmla="val 50000"/>
                </a:avLst>
              </a:prstGeom>
              <a:gradFill flip="none" rotWithShape="1">
                <a:gsLst>
                  <a:gs pos="0">
                    <a:schemeClr val="accent1"/>
                  </a:gs>
                  <a:gs pos="33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自我管理目标</a:t>
                </a:r>
              </a:p>
            </p:txBody>
          </p:sp>
          <p:sp>
            <p:nvSpPr>
              <p:cNvPr id="33" name="文本框 32">
                <a:extLst>
                  <a:ext uri="{FF2B5EF4-FFF2-40B4-BE49-F238E27FC236}">
                    <a16:creationId xmlns:a16="http://schemas.microsoft.com/office/drawing/2014/main" id="{B51E6E17-EE3F-A6A4-B0D0-3580312CF80F}"/>
                  </a:ext>
                </a:extLst>
              </p:cNvPr>
              <p:cNvSpPr txBox="1"/>
              <p:nvPr/>
            </p:nvSpPr>
            <p:spPr>
              <a:xfrm>
                <a:off x="8065414" y="4543413"/>
                <a:ext cx="2910085" cy="110414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单击此处添加文本单击此处添加文本单击此处添加文本单击此处添加文本单击此处添加文本单击此处添加文本</a:t>
                </a:r>
                <a:endParaRPr lang="en-US" altLang="zh-CN" sz="1400" dirty="0"/>
              </a:p>
            </p:txBody>
          </p:sp>
        </p:grpSp>
      </p:grpSp>
    </p:spTree>
    <p:extLst>
      <p:ext uri="{BB962C8B-B14F-4D97-AF65-F5344CB8AC3E}">
        <p14:creationId xmlns:p14="http://schemas.microsoft.com/office/powerpoint/2010/main" val="1192400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CA182B-0C65-A5CC-EEA3-0AA802F2E667}"/>
              </a:ext>
            </a:extLst>
          </p:cNvPr>
          <p:cNvSpPr>
            <a:spLocks noGrp="1"/>
          </p:cNvSpPr>
          <p:nvPr>
            <p:ph type="title"/>
          </p:nvPr>
        </p:nvSpPr>
        <p:spPr/>
        <p:txBody>
          <a:bodyPr/>
          <a:lstStyle/>
          <a:p>
            <a:r>
              <a:rPr lang="zh-CN" altLang="en-US" dirty="0"/>
              <a:t>职业发展规划</a:t>
            </a:r>
          </a:p>
        </p:txBody>
      </p:sp>
      <p:grpSp>
        <p:nvGrpSpPr>
          <p:cNvPr id="31" name="组合 30">
            <a:extLst>
              <a:ext uri="{FF2B5EF4-FFF2-40B4-BE49-F238E27FC236}">
                <a16:creationId xmlns:a16="http://schemas.microsoft.com/office/drawing/2014/main" id="{92F8E209-4C2D-565A-D443-7BD38F638C88}"/>
              </a:ext>
            </a:extLst>
          </p:cNvPr>
          <p:cNvGrpSpPr/>
          <p:nvPr/>
        </p:nvGrpSpPr>
        <p:grpSpPr>
          <a:xfrm>
            <a:off x="207383" y="683962"/>
            <a:ext cx="11764533" cy="5713824"/>
            <a:chOff x="207383" y="683962"/>
            <a:chExt cx="11764533" cy="5713824"/>
          </a:xfrm>
        </p:grpSpPr>
        <p:sp>
          <p:nvSpPr>
            <p:cNvPr id="7" name="任意多边形: 形状 6">
              <a:extLst>
                <a:ext uri="{FF2B5EF4-FFF2-40B4-BE49-F238E27FC236}">
                  <a16:creationId xmlns:a16="http://schemas.microsoft.com/office/drawing/2014/main" id="{EAD05595-9F27-FFB6-52A8-C61D0CA8F979}"/>
                </a:ext>
              </a:extLst>
            </p:cNvPr>
            <p:cNvSpPr/>
            <p:nvPr/>
          </p:nvSpPr>
          <p:spPr>
            <a:xfrm>
              <a:off x="207383" y="3992879"/>
              <a:ext cx="11764533" cy="2404907"/>
            </a:xfrm>
            <a:custGeom>
              <a:avLst/>
              <a:gdLst>
                <a:gd name="connsiteX0" fmla="*/ 11764533 w 11764533"/>
                <a:gd name="connsiteY0" fmla="*/ 0 h 2915444"/>
                <a:gd name="connsiteX1" fmla="*/ 11471429 w 11764533"/>
                <a:gd name="connsiteY1" fmla="*/ 727473 h 2915444"/>
                <a:gd name="connsiteX2" fmla="*/ 11337487 w 11764533"/>
                <a:gd name="connsiteY2" fmla="*/ 587575 h 2915444"/>
                <a:gd name="connsiteX3" fmla="*/ 11261688 w 11764533"/>
                <a:gd name="connsiteY3" fmla="*/ 642776 h 2915444"/>
                <a:gd name="connsiteX4" fmla="*/ 2507026 w 11764533"/>
                <a:gd name="connsiteY4" fmla="*/ 2915444 h 2915444"/>
                <a:gd name="connsiteX5" fmla="*/ 39734 w 11764533"/>
                <a:gd name="connsiteY5" fmla="*/ 2770564 h 2915444"/>
                <a:gd name="connsiteX6" fmla="*/ 0 w 11764533"/>
                <a:gd name="connsiteY6" fmla="*/ 2764997 h 2915444"/>
                <a:gd name="connsiteX7" fmla="*/ 0 w 11764533"/>
                <a:gd name="connsiteY7" fmla="*/ 2695802 h 2915444"/>
                <a:gd name="connsiteX8" fmla="*/ 695610 w 11764533"/>
                <a:gd name="connsiteY8" fmla="*/ 2758954 h 2915444"/>
                <a:gd name="connsiteX9" fmla="*/ 2223498 w 11764533"/>
                <a:gd name="connsiteY9" fmla="*/ 2813844 h 2915444"/>
                <a:gd name="connsiteX10" fmla="*/ 10898901 w 11764533"/>
                <a:gd name="connsiteY10" fmla="*/ 595382 h 2915444"/>
                <a:gd name="connsiteX11" fmla="*/ 11163079 w 11764533"/>
                <a:gd name="connsiteY11" fmla="*/ 405412 h 2915444"/>
                <a:gd name="connsiteX12" fmla="*/ 11025004 w 11764533"/>
                <a:gd name="connsiteY12" fmla="*/ 261197 h 2915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64533" h="2915444">
                  <a:moveTo>
                    <a:pt x="11764533" y="0"/>
                  </a:moveTo>
                  <a:lnTo>
                    <a:pt x="11471429" y="727473"/>
                  </a:lnTo>
                  <a:lnTo>
                    <a:pt x="11337487" y="587575"/>
                  </a:lnTo>
                  <a:lnTo>
                    <a:pt x="11261688" y="642776"/>
                  </a:lnTo>
                  <a:cubicBezTo>
                    <a:pt x="9269364" y="2022425"/>
                    <a:pt x="6089571" y="2915444"/>
                    <a:pt x="2507026" y="2915444"/>
                  </a:cubicBezTo>
                  <a:cubicBezTo>
                    <a:pt x="1658528" y="2915444"/>
                    <a:pt x="832622" y="2865351"/>
                    <a:pt x="39734" y="2770564"/>
                  </a:cubicBezTo>
                  <a:lnTo>
                    <a:pt x="0" y="2764997"/>
                  </a:lnTo>
                  <a:lnTo>
                    <a:pt x="0" y="2695802"/>
                  </a:lnTo>
                  <a:lnTo>
                    <a:pt x="695610" y="2758954"/>
                  </a:lnTo>
                  <a:cubicBezTo>
                    <a:pt x="1194883" y="2795137"/>
                    <a:pt x="1704972" y="2813844"/>
                    <a:pt x="2223498" y="2813844"/>
                  </a:cubicBezTo>
                  <a:cubicBezTo>
                    <a:pt x="5758905" y="2813844"/>
                    <a:pt x="8902088" y="1944172"/>
                    <a:pt x="10898901" y="595382"/>
                  </a:cubicBezTo>
                  <a:lnTo>
                    <a:pt x="11163079" y="405412"/>
                  </a:lnTo>
                  <a:lnTo>
                    <a:pt x="11025004" y="261197"/>
                  </a:lnTo>
                  <a:close/>
                </a:path>
              </a:pathLst>
            </a:custGeom>
            <a:gradFill flip="none" rotWithShape="1">
              <a:gsLst>
                <a:gs pos="0">
                  <a:schemeClr val="accent1">
                    <a:alpha val="0"/>
                  </a:schemeClr>
                </a:gs>
                <a:gs pos="100000">
                  <a:schemeClr val="accent1">
                    <a:lumMod val="75000"/>
                  </a:schemeClr>
                </a:gs>
                <a:gs pos="58000">
                  <a:schemeClr val="accent1">
                    <a:alpha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3" name="组合 2">
              <a:extLst>
                <a:ext uri="{FF2B5EF4-FFF2-40B4-BE49-F238E27FC236}">
                  <a16:creationId xmlns:a16="http://schemas.microsoft.com/office/drawing/2014/main" id="{1B393A1B-19FD-2046-AECD-0191C76C7D12}"/>
                </a:ext>
              </a:extLst>
            </p:cNvPr>
            <p:cNvGrpSpPr/>
            <p:nvPr/>
          </p:nvGrpSpPr>
          <p:grpSpPr>
            <a:xfrm>
              <a:off x="660400" y="2231775"/>
              <a:ext cx="2010398" cy="4057586"/>
              <a:chOff x="660400" y="2231775"/>
              <a:chExt cx="2010398" cy="4057586"/>
            </a:xfrm>
          </p:grpSpPr>
          <p:sp>
            <p:nvSpPr>
              <p:cNvPr id="9" name="Number1">
                <a:extLst>
                  <a:ext uri="{FF2B5EF4-FFF2-40B4-BE49-F238E27FC236}">
                    <a16:creationId xmlns:a16="http://schemas.microsoft.com/office/drawing/2014/main" id="{B4A10ABD-F617-D096-0CBB-1CD147DE590E}"/>
                  </a:ext>
                </a:extLst>
              </p:cNvPr>
              <p:cNvSpPr/>
              <p:nvPr/>
            </p:nvSpPr>
            <p:spPr>
              <a:xfrm>
                <a:off x="660400" y="2231775"/>
                <a:ext cx="974070" cy="1292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a:r>
                  <a:rPr lang="en-US" altLang="zh-CN"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rPr>
                  <a:t>1</a:t>
                </a:r>
                <a:endParaRPr lang="zh-CN" altLang="en-US"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endParaRPr>
              </a:p>
            </p:txBody>
          </p:sp>
          <p:cxnSp>
            <p:nvCxnSpPr>
              <p:cNvPr id="8" name="Shape1">
                <a:extLst>
                  <a:ext uri="{FF2B5EF4-FFF2-40B4-BE49-F238E27FC236}">
                    <a16:creationId xmlns:a16="http://schemas.microsoft.com/office/drawing/2014/main" id="{0F01B0C5-82AC-EA44-1C1F-1E9A362D665D}"/>
                  </a:ext>
                </a:extLst>
              </p:cNvPr>
              <p:cNvCxnSpPr>
                <a:cxnSpLocks/>
              </p:cNvCxnSpPr>
              <p:nvPr/>
            </p:nvCxnSpPr>
            <p:spPr>
              <a:xfrm>
                <a:off x="1365975" y="5709920"/>
                <a:ext cx="0" cy="579441"/>
              </a:xfrm>
              <a:prstGeom prst="line">
                <a:avLst/>
              </a:prstGeom>
              <a:ln>
                <a:gradFill>
                  <a:gsLst>
                    <a:gs pos="0">
                      <a:schemeClr val="accent1">
                        <a:lumMod val="99000"/>
                        <a:lumOff val="1000"/>
                        <a:alpha val="0"/>
                      </a:schemeClr>
                    </a:gs>
                    <a:gs pos="100000">
                      <a:schemeClr val="accent1">
                        <a:lumMod val="75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sp>
            <p:nvSpPr>
              <p:cNvPr id="10" name="Text">
                <a:extLst>
                  <a:ext uri="{FF2B5EF4-FFF2-40B4-BE49-F238E27FC236}">
                    <a16:creationId xmlns:a16="http://schemas.microsoft.com/office/drawing/2014/main" id="{583B0387-3B87-A699-7E1F-45B2FBBBE390}"/>
                  </a:ext>
                </a:extLst>
              </p:cNvPr>
              <p:cNvSpPr/>
              <p:nvPr/>
            </p:nvSpPr>
            <p:spPr>
              <a:xfrm>
                <a:off x="667662" y="3115133"/>
                <a:ext cx="2003136" cy="2503347"/>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12" name="文本框 11">
                <a:extLst>
                  <a:ext uri="{FF2B5EF4-FFF2-40B4-BE49-F238E27FC236}">
                    <a16:creationId xmlns:a16="http://schemas.microsoft.com/office/drawing/2014/main" id="{C336B0D6-5906-E21C-F563-88434534DEAA}"/>
                  </a:ext>
                </a:extLst>
              </p:cNvPr>
              <p:cNvSpPr txBox="1"/>
              <p:nvPr/>
            </p:nvSpPr>
            <p:spPr>
              <a:xfrm>
                <a:off x="713290" y="3780576"/>
                <a:ext cx="1911880" cy="1670457"/>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sp>
            <p:nvSpPr>
              <p:cNvPr id="16" name="文本框 15">
                <a:extLst>
                  <a:ext uri="{FF2B5EF4-FFF2-40B4-BE49-F238E27FC236}">
                    <a16:creationId xmlns:a16="http://schemas.microsoft.com/office/drawing/2014/main" id="{502F8CF2-2C90-2984-5E38-0A1DD3CD2DBD}"/>
                  </a:ext>
                </a:extLst>
              </p:cNvPr>
              <p:cNvSpPr txBox="1"/>
              <p:nvPr/>
            </p:nvSpPr>
            <p:spPr>
              <a:xfrm>
                <a:off x="713290" y="3298521"/>
                <a:ext cx="1911880" cy="369332"/>
              </a:xfrm>
              <a:prstGeom prst="rect">
                <a:avLst/>
              </a:prstGeom>
              <a:noFill/>
            </p:spPr>
            <p:txBody>
              <a:bodyPr wrap="square">
                <a:spAutoFit/>
              </a:bodyPr>
              <a:lstStyle/>
              <a:p>
                <a:pPr algn="ctr"/>
                <a:r>
                  <a:rPr lang="zh-CN" altLang="en-US" b="1" dirty="0">
                    <a:gradFill flip="none" rotWithShape="1">
                      <a:gsLst>
                        <a:gs pos="0">
                          <a:schemeClr val="accent1"/>
                        </a:gs>
                        <a:gs pos="11000">
                          <a:schemeClr val="accent1">
                            <a:lumMod val="75000"/>
                          </a:schemeClr>
                        </a:gs>
                      </a:gsLst>
                      <a:lin ang="2700000" scaled="1"/>
                      <a:tileRect/>
                    </a:gradFill>
                    <a:latin typeface="+mj-ea"/>
                    <a:ea typeface="+mj-ea"/>
                  </a:rPr>
                  <a:t>短期发展目标</a:t>
                </a:r>
              </a:p>
            </p:txBody>
          </p:sp>
        </p:grpSp>
        <p:grpSp>
          <p:nvGrpSpPr>
            <p:cNvPr id="4" name="组合 3">
              <a:extLst>
                <a:ext uri="{FF2B5EF4-FFF2-40B4-BE49-F238E27FC236}">
                  <a16:creationId xmlns:a16="http://schemas.microsoft.com/office/drawing/2014/main" id="{EDAE18F8-7377-E759-AB77-55AE863B94E1}"/>
                </a:ext>
              </a:extLst>
            </p:cNvPr>
            <p:cNvGrpSpPr/>
            <p:nvPr/>
          </p:nvGrpSpPr>
          <p:grpSpPr>
            <a:xfrm>
              <a:off x="2885921" y="2120015"/>
              <a:ext cx="2010398" cy="4169346"/>
              <a:chOff x="2885921" y="2120015"/>
              <a:chExt cx="2010398" cy="4169346"/>
            </a:xfrm>
          </p:grpSpPr>
          <p:sp>
            <p:nvSpPr>
              <p:cNvPr id="23" name="Number1">
                <a:extLst>
                  <a:ext uri="{FF2B5EF4-FFF2-40B4-BE49-F238E27FC236}">
                    <a16:creationId xmlns:a16="http://schemas.microsoft.com/office/drawing/2014/main" id="{74A7E833-EF73-E372-50E2-8FDCC5B752F5}"/>
                  </a:ext>
                </a:extLst>
              </p:cNvPr>
              <p:cNvSpPr/>
              <p:nvPr/>
            </p:nvSpPr>
            <p:spPr>
              <a:xfrm>
                <a:off x="2885921" y="2120015"/>
                <a:ext cx="974070" cy="1292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a:r>
                  <a:rPr lang="en-US" altLang="zh-CN" sz="7200" b="1" dirty="0">
                    <a:gradFill flip="none" rotWithShape="1">
                      <a:gsLst>
                        <a:gs pos="31000">
                          <a:schemeClr val="accent1">
                            <a:alpha val="4000"/>
                          </a:schemeClr>
                        </a:gs>
                        <a:gs pos="73000">
                          <a:schemeClr val="accent1"/>
                        </a:gs>
                      </a:gsLst>
                      <a:lin ang="16200000" scaled="1"/>
                      <a:tileRect/>
                    </a:gradFill>
                    <a:latin typeface="+mj-lt"/>
                    <a:ea typeface="微软雅黑" panose="020B0503020204020204" pitchFamily="34" charset="-122"/>
                  </a:rPr>
                  <a:t>2</a:t>
                </a:r>
                <a:endParaRPr lang="zh-CN" altLang="en-US"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endParaRPr>
              </a:p>
            </p:txBody>
          </p:sp>
          <p:cxnSp>
            <p:nvCxnSpPr>
              <p:cNvPr id="24" name="Shape1">
                <a:extLst>
                  <a:ext uri="{FF2B5EF4-FFF2-40B4-BE49-F238E27FC236}">
                    <a16:creationId xmlns:a16="http://schemas.microsoft.com/office/drawing/2014/main" id="{986D794C-0779-65BB-4A5B-A53FBD764987}"/>
                  </a:ext>
                </a:extLst>
              </p:cNvPr>
              <p:cNvCxnSpPr>
                <a:cxnSpLocks/>
              </p:cNvCxnSpPr>
              <p:nvPr/>
            </p:nvCxnSpPr>
            <p:spPr>
              <a:xfrm>
                <a:off x="3591496" y="5709920"/>
                <a:ext cx="0" cy="579441"/>
              </a:xfrm>
              <a:prstGeom prst="line">
                <a:avLst/>
              </a:prstGeom>
              <a:ln>
                <a:gradFill>
                  <a:gsLst>
                    <a:gs pos="0">
                      <a:schemeClr val="accent1">
                        <a:lumMod val="99000"/>
                        <a:lumOff val="1000"/>
                        <a:alpha val="0"/>
                      </a:schemeClr>
                    </a:gs>
                    <a:gs pos="100000">
                      <a:schemeClr val="accent1">
                        <a:lumMod val="75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sp>
            <p:nvSpPr>
              <p:cNvPr id="25" name="Text">
                <a:extLst>
                  <a:ext uri="{FF2B5EF4-FFF2-40B4-BE49-F238E27FC236}">
                    <a16:creationId xmlns:a16="http://schemas.microsoft.com/office/drawing/2014/main" id="{FE761058-F2EC-F6DB-7F41-B6DD260984B9}"/>
                  </a:ext>
                </a:extLst>
              </p:cNvPr>
              <p:cNvSpPr/>
              <p:nvPr/>
            </p:nvSpPr>
            <p:spPr>
              <a:xfrm>
                <a:off x="2893183" y="3003373"/>
                <a:ext cx="2003136" cy="2503347"/>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26" name="文本框 25">
                <a:extLst>
                  <a:ext uri="{FF2B5EF4-FFF2-40B4-BE49-F238E27FC236}">
                    <a16:creationId xmlns:a16="http://schemas.microsoft.com/office/drawing/2014/main" id="{98B2A33F-A88F-000B-E2A7-657A5DFD57BD}"/>
                  </a:ext>
                </a:extLst>
              </p:cNvPr>
              <p:cNvSpPr txBox="1"/>
              <p:nvPr/>
            </p:nvSpPr>
            <p:spPr>
              <a:xfrm>
                <a:off x="2938811" y="3668816"/>
                <a:ext cx="1911880" cy="1670457"/>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sp>
            <p:nvSpPr>
              <p:cNvPr id="27" name="文本框 26">
                <a:extLst>
                  <a:ext uri="{FF2B5EF4-FFF2-40B4-BE49-F238E27FC236}">
                    <a16:creationId xmlns:a16="http://schemas.microsoft.com/office/drawing/2014/main" id="{6A86ED08-5520-A334-050E-32FBC21BCDF3}"/>
                  </a:ext>
                </a:extLst>
              </p:cNvPr>
              <p:cNvSpPr txBox="1"/>
              <p:nvPr/>
            </p:nvSpPr>
            <p:spPr>
              <a:xfrm>
                <a:off x="2938811" y="3186761"/>
                <a:ext cx="1911880" cy="369332"/>
              </a:xfrm>
              <a:prstGeom prst="rect">
                <a:avLst/>
              </a:prstGeom>
              <a:noFill/>
            </p:spPr>
            <p:txBody>
              <a:bodyPr wrap="square">
                <a:spAutoFit/>
              </a:bodyPr>
              <a:lstStyle/>
              <a:p>
                <a:pPr algn="ctr"/>
                <a:r>
                  <a:rPr lang="zh-CN" altLang="en-US" b="1" dirty="0">
                    <a:gradFill flip="none" rotWithShape="1">
                      <a:gsLst>
                        <a:gs pos="0">
                          <a:schemeClr val="accent1"/>
                        </a:gs>
                        <a:gs pos="11000">
                          <a:schemeClr val="accent1">
                            <a:lumMod val="75000"/>
                          </a:schemeClr>
                        </a:gs>
                      </a:gsLst>
                      <a:lin ang="2700000" scaled="1"/>
                      <a:tileRect/>
                    </a:gradFill>
                    <a:latin typeface="+mj-ea"/>
                    <a:ea typeface="+mj-ea"/>
                  </a:rPr>
                  <a:t>中期成长方向</a:t>
                </a:r>
              </a:p>
            </p:txBody>
          </p:sp>
        </p:grpSp>
        <p:grpSp>
          <p:nvGrpSpPr>
            <p:cNvPr id="5" name="组合 4">
              <a:extLst>
                <a:ext uri="{FF2B5EF4-FFF2-40B4-BE49-F238E27FC236}">
                  <a16:creationId xmlns:a16="http://schemas.microsoft.com/office/drawing/2014/main" id="{E1B3FCF0-C904-FFC9-F662-967ED512F283}"/>
                </a:ext>
              </a:extLst>
            </p:cNvPr>
            <p:cNvGrpSpPr/>
            <p:nvPr/>
          </p:nvGrpSpPr>
          <p:grpSpPr>
            <a:xfrm>
              <a:off x="5111442" y="1920307"/>
              <a:ext cx="2010398" cy="4169346"/>
              <a:chOff x="5111442" y="1920307"/>
              <a:chExt cx="2010398" cy="4169346"/>
            </a:xfrm>
          </p:grpSpPr>
          <p:sp>
            <p:nvSpPr>
              <p:cNvPr id="33" name="Number1">
                <a:extLst>
                  <a:ext uri="{FF2B5EF4-FFF2-40B4-BE49-F238E27FC236}">
                    <a16:creationId xmlns:a16="http://schemas.microsoft.com/office/drawing/2014/main" id="{E2358274-DC60-AAA3-8198-3FDDEC553306}"/>
                  </a:ext>
                </a:extLst>
              </p:cNvPr>
              <p:cNvSpPr/>
              <p:nvPr/>
            </p:nvSpPr>
            <p:spPr>
              <a:xfrm>
                <a:off x="5111442" y="1920307"/>
                <a:ext cx="974070" cy="1292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a:r>
                  <a:rPr lang="en-US" altLang="zh-CN"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rPr>
                  <a:t>3</a:t>
                </a:r>
                <a:endParaRPr lang="zh-CN" altLang="en-US"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endParaRPr>
              </a:p>
            </p:txBody>
          </p:sp>
          <p:cxnSp>
            <p:nvCxnSpPr>
              <p:cNvPr id="34" name="Shape1">
                <a:extLst>
                  <a:ext uri="{FF2B5EF4-FFF2-40B4-BE49-F238E27FC236}">
                    <a16:creationId xmlns:a16="http://schemas.microsoft.com/office/drawing/2014/main" id="{8B7D076F-4D11-BF87-D6C1-CD73A4388A9D}"/>
                  </a:ext>
                </a:extLst>
              </p:cNvPr>
              <p:cNvCxnSpPr>
                <a:cxnSpLocks/>
              </p:cNvCxnSpPr>
              <p:nvPr/>
            </p:nvCxnSpPr>
            <p:spPr>
              <a:xfrm>
                <a:off x="5817017" y="5510212"/>
                <a:ext cx="0" cy="579441"/>
              </a:xfrm>
              <a:prstGeom prst="line">
                <a:avLst/>
              </a:prstGeom>
              <a:ln>
                <a:gradFill>
                  <a:gsLst>
                    <a:gs pos="0">
                      <a:schemeClr val="accent1">
                        <a:lumMod val="99000"/>
                        <a:lumOff val="1000"/>
                        <a:alpha val="0"/>
                      </a:schemeClr>
                    </a:gs>
                    <a:gs pos="100000">
                      <a:schemeClr val="accent1">
                        <a:lumMod val="75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sp>
            <p:nvSpPr>
              <p:cNvPr id="35" name="Text">
                <a:extLst>
                  <a:ext uri="{FF2B5EF4-FFF2-40B4-BE49-F238E27FC236}">
                    <a16:creationId xmlns:a16="http://schemas.microsoft.com/office/drawing/2014/main" id="{A812863B-F62F-A447-2247-7911FEAD2335}"/>
                  </a:ext>
                </a:extLst>
              </p:cNvPr>
              <p:cNvSpPr/>
              <p:nvPr/>
            </p:nvSpPr>
            <p:spPr>
              <a:xfrm>
                <a:off x="5118704" y="2803665"/>
                <a:ext cx="2003136" cy="2503347"/>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36" name="文本框 35">
                <a:extLst>
                  <a:ext uri="{FF2B5EF4-FFF2-40B4-BE49-F238E27FC236}">
                    <a16:creationId xmlns:a16="http://schemas.microsoft.com/office/drawing/2014/main" id="{E93BBA06-B295-E6D3-39C0-426FC7255ABF}"/>
                  </a:ext>
                </a:extLst>
              </p:cNvPr>
              <p:cNvSpPr txBox="1"/>
              <p:nvPr/>
            </p:nvSpPr>
            <p:spPr>
              <a:xfrm>
                <a:off x="5164332" y="3469108"/>
                <a:ext cx="1911880" cy="1670457"/>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sp>
            <p:nvSpPr>
              <p:cNvPr id="37" name="文本框 36">
                <a:extLst>
                  <a:ext uri="{FF2B5EF4-FFF2-40B4-BE49-F238E27FC236}">
                    <a16:creationId xmlns:a16="http://schemas.microsoft.com/office/drawing/2014/main" id="{841DCB78-185D-6E55-056A-E6FB8690E547}"/>
                  </a:ext>
                </a:extLst>
              </p:cNvPr>
              <p:cNvSpPr txBox="1"/>
              <p:nvPr/>
            </p:nvSpPr>
            <p:spPr>
              <a:xfrm>
                <a:off x="5164332" y="2987053"/>
                <a:ext cx="1911880" cy="369332"/>
              </a:xfrm>
              <a:prstGeom prst="rect">
                <a:avLst/>
              </a:prstGeom>
              <a:noFill/>
            </p:spPr>
            <p:txBody>
              <a:bodyPr wrap="square">
                <a:spAutoFit/>
              </a:bodyPr>
              <a:lstStyle/>
              <a:p>
                <a:pPr algn="ctr"/>
                <a:r>
                  <a:rPr lang="zh-CN" altLang="en-US" b="1" dirty="0">
                    <a:gradFill flip="none" rotWithShape="1">
                      <a:gsLst>
                        <a:gs pos="0">
                          <a:schemeClr val="accent1"/>
                        </a:gs>
                        <a:gs pos="11000">
                          <a:schemeClr val="accent1">
                            <a:lumMod val="75000"/>
                          </a:schemeClr>
                        </a:gs>
                      </a:gsLst>
                      <a:lin ang="2700000" scaled="1"/>
                      <a:tileRect/>
                    </a:gradFill>
                    <a:latin typeface="+mj-ea"/>
                    <a:ea typeface="+mj-ea"/>
                  </a:rPr>
                  <a:t>技能发展计划</a:t>
                </a:r>
              </a:p>
            </p:txBody>
          </p:sp>
        </p:grpSp>
        <p:grpSp>
          <p:nvGrpSpPr>
            <p:cNvPr id="6" name="组合 5">
              <a:extLst>
                <a:ext uri="{FF2B5EF4-FFF2-40B4-BE49-F238E27FC236}">
                  <a16:creationId xmlns:a16="http://schemas.microsoft.com/office/drawing/2014/main" id="{1136D7BD-EB35-8000-8F67-28E97CBDEEE9}"/>
                </a:ext>
              </a:extLst>
            </p:cNvPr>
            <p:cNvGrpSpPr/>
            <p:nvPr/>
          </p:nvGrpSpPr>
          <p:grpSpPr>
            <a:xfrm>
              <a:off x="7336963" y="1236657"/>
              <a:ext cx="2010398" cy="4169346"/>
              <a:chOff x="7336963" y="1236657"/>
              <a:chExt cx="2010398" cy="4169346"/>
            </a:xfrm>
          </p:grpSpPr>
          <p:sp>
            <p:nvSpPr>
              <p:cNvPr id="38" name="Number1">
                <a:extLst>
                  <a:ext uri="{FF2B5EF4-FFF2-40B4-BE49-F238E27FC236}">
                    <a16:creationId xmlns:a16="http://schemas.microsoft.com/office/drawing/2014/main" id="{315DB2AE-6421-C7A8-1AD6-AE91BCD4B733}"/>
                  </a:ext>
                </a:extLst>
              </p:cNvPr>
              <p:cNvSpPr/>
              <p:nvPr/>
            </p:nvSpPr>
            <p:spPr>
              <a:xfrm>
                <a:off x="7336963" y="1236657"/>
                <a:ext cx="974070" cy="1292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a:r>
                  <a:rPr lang="en-US" altLang="zh-CN" sz="7200" b="1" dirty="0">
                    <a:gradFill flip="none" rotWithShape="1">
                      <a:gsLst>
                        <a:gs pos="31000">
                          <a:schemeClr val="accent1">
                            <a:alpha val="4000"/>
                          </a:schemeClr>
                        </a:gs>
                        <a:gs pos="73000">
                          <a:schemeClr val="accent1"/>
                        </a:gs>
                      </a:gsLst>
                      <a:lin ang="16200000" scaled="1"/>
                      <a:tileRect/>
                    </a:gradFill>
                    <a:latin typeface="+mj-lt"/>
                    <a:ea typeface="微软雅黑" panose="020B0503020204020204" pitchFamily="34" charset="-122"/>
                  </a:rPr>
                  <a:t>4</a:t>
                </a:r>
                <a:endParaRPr lang="zh-CN" altLang="en-US"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endParaRPr>
              </a:p>
            </p:txBody>
          </p:sp>
          <p:cxnSp>
            <p:nvCxnSpPr>
              <p:cNvPr id="39" name="Shape1">
                <a:extLst>
                  <a:ext uri="{FF2B5EF4-FFF2-40B4-BE49-F238E27FC236}">
                    <a16:creationId xmlns:a16="http://schemas.microsoft.com/office/drawing/2014/main" id="{159EB988-0AAB-B647-9428-F5D387B24D35}"/>
                  </a:ext>
                </a:extLst>
              </p:cNvPr>
              <p:cNvCxnSpPr>
                <a:cxnSpLocks/>
              </p:cNvCxnSpPr>
              <p:nvPr/>
            </p:nvCxnSpPr>
            <p:spPr>
              <a:xfrm>
                <a:off x="8042538" y="4826562"/>
                <a:ext cx="0" cy="579441"/>
              </a:xfrm>
              <a:prstGeom prst="line">
                <a:avLst/>
              </a:prstGeom>
              <a:ln>
                <a:gradFill>
                  <a:gsLst>
                    <a:gs pos="0">
                      <a:schemeClr val="accent1">
                        <a:lumMod val="99000"/>
                        <a:lumOff val="1000"/>
                        <a:alpha val="0"/>
                      </a:schemeClr>
                    </a:gs>
                    <a:gs pos="100000">
                      <a:schemeClr val="accent1">
                        <a:lumMod val="75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sp>
            <p:nvSpPr>
              <p:cNvPr id="40" name="Text">
                <a:extLst>
                  <a:ext uri="{FF2B5EF4-FFF2-40B4-BE49-F238E27FC236}">
                    <a16:creationId xmlns:a16="http://schemas.microsoft.com/office/drawing/2014/main" id="{18E449B3-0D2C-B4AC-7757-942756BCFAB6}"/>
                  </a:ext>
                </a:extLst>
              </p:cNvPr>
              <p:cNvSpPr/>
              <p:nvPr/>
            </p:nvSpPr>
            <p:spPr>
              <a:xfrm>
                <a:off x="7344225" y="2120015"/>
                <a:ext cx="2003136" cy="2503347"/>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41" name="文本框 40">
                <a:extLst>
                  <a:ext uri="{FF2B5EF4-FFF2-40B4-BE49-F238E27FC236}">
                    <a16:creationId xmlns:a16="http://schemas.microsoft.com/office/drawing/2014/main" id="{9575F4DD-5BA8-43A3-1034-D06F01C367BD}"/>
                  </a:ext>
                </a:extLst>
              </p:cNvPr>
              <p:cNvSpPr txBox="1"/>
              <p:nvPr/>
            </p:nvSpPr>
            <p:spPr>
              <a:xfrm>
                <a:off x="7389853" y="2785458"/>
                <a:ext cx="1911880" cy="1670457"/>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sp>
            <p:nvSpPr>
              <p:cNvPr id="42" name="文本框 41">
                <a:extLst>
                  <a:ext uri="{FF2B5EF4-FFF2-40B4-BE49-F238E27FC236}">
                    <a16:creationId xmlns:a16="http://schemas.microsoft.com/office/drawing/2014/main" id="{88515A7C-0642-1768-E640-79521A8A7DDA}"/>
                  </a:ext>
                </a:extLst>
              </p:cNvPr>
              <p:cNvSpPr txBox="1"/>
              <p:nvPr/>
            </p:nvSpPr>
            <p:spPr>
              <a:xfrm>
                <a:off x="7389853" y="2303403"/>
                <a:ext cx="1911880" cy="369332"/>
              </a:xfrm>
              <a:prstGeom prst="rect">
                <a:avLst/>
              </a:prstGeom>
              <a:noFill/>
            </p:spPr>
            <p:txBody>
              <a:bodyPr wrap="square">
                <a:spAutoFit/>
              </a:bodyPr>
              <a:lstStyle/>
              <a:p>
                <a:pPr algn="ctr"/>
                <a:r>
                  <a:rPr lang="zh-CN" altLang="en-US" b="1" dirty="0">
                    <a:gradFill flip="none" rotWithShape="1">
                      <a:gsLst>
                        <a:gs pos="0">
                          <a:schemeClr val="accent1"/>
                        </a:gs>
                        <a:gs pos="11000">
                          <a:schemeClr val="accent1">
                            <a:lumMod val="75000"/>
                          </a:schemeClr>
                        </a:gs>
                      </a:gsLst>
                      <a:lin ang="2700000" scaled="1"/>
                      <a:tileRect/>
                    </a:gradFill>
                    <a:latin typeface="+mj-ea"/>
                    <a:ea typeface="+mj-ea"/>
                  </a:rPr>
                  <a:t>软技能提升</a:t>
                </a:r>
              </a:p>
            </p:txBody>
          </p:sp>
        </p:grpSp>
        <p:grpSp>
          <p:nvGrpSpPr>
            <p:cNvPr id="11" name="组合 10">
              <a:extLst>
                <a:ext uri="{FF2B5EF4-FFF2-40B4-BE49-F238E27FC236}">
                  <a16:creationId xmlns:a16="http://schemas.microsoft.com/office/drawing/2014/main" id="{D750CA60-754E-5A0D-AB91-DECE0613FA83}"/>
                </a:ext>
              </a:extLst>
            </p:cNvPr>
            <p:cNvGrpSpPr/>
            <p:nvPr/>
          </p:nvGrpSpPr>
          <p:grpSpPr>
            <a:xfrm>
              <a:off x="9562483" y="683962"/>
              <a:ext cx="2010398" cy="4169346"/>
              <a:chOff x="9562483" y="683962"/>
              <a:chExt cx="2010398" cy="4169346"/>
            </a:xfrm>
          </p:grpSpPr>
          <p:sp>
            <p:nvSpPr>
              <p:cNvPr id="43" name="Number1">
                <a:extLst>
                  <a:ext uri="{FF2B5EF4-FFF2-40B4-BE49-F238E27FC236}">
                    <a16:creationId xmlns:a16="http://schemas.microsoft.com/office/drawing/2014/main" id="{52FBC2A2-4427-9381-176E-8CD861A3575E}"/>
                  </a:ext>
                </a:extLst>
              </p:cNvPr>
              <p:cNvSpPr/>
              <p:nvPr/>
            </p:nvSpPr>
            <p:spPr>
              <a:xfrm>
                <a:off x="9562483" y="683962"/>
                <a:ext cx="974070" cy="1292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rmAutofit/>
              </a:bodyPr>
              <a:lstStyle/>
              <a:p>
                <a:pPr algn="ctr"/>
                <a:r>
                  <a:rPr lang="en-US" altLang="zh-CN"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rPr>
                  <a:t>5</a:t>
                </a:r>
                <a:endParaRPr lang="zh-CN" altLang="en-US" sz="7200" b="1" dirty="0">
                  <a:gradFill flip="none" rotWithShape="1">
                    <a:gsLst>
                      <a:gs pos="31000">
                        <a:schemeClr val="accent1">
                          <a:alpha val="4000"/>
                        </a:schemeClr>
                      </a:gs>
                      <a:gs pos="73000">
                        <a:schemeClr val="accent1"/>
                      </a:gs>
                    </a:gsLst>
                    <a:lin ang="16200000" scaled="1"/>
                    <a:tileRect/>
                  </a:gradFill>
                  <a:effectLst/>
                  <a:latin typeface="+mj-lt"/>
                  <a:ea typeface="微软雅黑" panose="020B0503020204020204" pitchFamily="34" charset="-122"/>
                </a:endParaRPr>
              </a:p>
            </p:txBody>
          </p:sp>
          <p:cxnSp>
            <p:nvCxnSpPr>
              <p:cNvPr id="44" name="Shape1">
                <a:extLst>
                  <a:ext uri="{FF2B5EF4-FFF2-40B4-BE49-F238E27FC236}">
                    <a16:creationId xmlns:a16="http://schemas.microsoft.com/office/drawing/2014/main" id="{0E12C329-9DF6-FC14-9D42-89FCEB2FC7FB}"/>
                  </a:ext>
                </a:extLst>
              </p:cNvPr>
              <p:cNvCxnSpPr>
                <a:cxnSpLocks/>
              </p:cNvCxnSpPr>
              <p:nvPr/>
            </p:nvCxnSpPr>
            <p:spPr>
              <a:xfrm>
                <a:off x="10268058" y="4273867"/>
                <a:ext cx="0" cy="579441"/>
              </a:xfrm>
              <a:prstGeom prst="line">
                <a:avLst/>
              </a:prstGeom>
              <a:ln>
                <a:gradFill>
                  <a:gsLst>
                    <a:gs pos="0">
                      <a:schemeClr val="accent1">
                        <a:lumMod val="99000"/>
                        <a:lumOff val="1000"/>
                        <a:alpha val="0"/>
                      </a:schemeClr>
                    </a:gs>
                    <a:gs pos="100000">
                      <a:schemeClr val="accent1">
                        <a:lumMod val="75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sp>
            <p:nvSpPr>
              <p:cNvPr id="45" name="Text">
                <a:extLst>
                  <a:ext uri="{FF2B5EF4-FFF2-40B4-BE49-F238E27FC236}">
                    <a16:creationId xmlns:a16="http://schemas.microsoft.com/office/drawing/2014/main" id="{EC388EA6-5020-F8FC-0AF2-AC352BBC9539}"/>
                  </a:ext>
                </a:extLst>
              </p:cNvPr>
              <p:cNvSpPr/>
              <p:nvPr/>
            </p:nvSpPr>
            <p:spPr>
              <a:xfrm>
                <a:off x="9569745" y="1567320"/>
                <a:ext cx="2003136" cy="2503347"/>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46" name="文本框 45">
                <a:extLst>
                  <a:ext uri="{FF2B5EF4-FFF2-40B4-BE49-F238E27FC236}">
                    <a16:creationId xmlns:a16="http://schemas.microsoft.com/office/drawing/2014/main" id="{51D8130E-43B2-7AE8-5091-89F9B83F1849}"/>
                  </a:ext>
                </a:extLst>
              </p:cNvPr>
              <p:cNvSpPr txBox="1"/>
              <p:nvPr/>
            </p:nvSpPr>
            <p:spPr>
              <a:xfrm>
                <a:off x="9615373" y="2232763"/>
                <a:ext cx="1911880" cy="1670457"/>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sp>
            <p:nvSpPr>
              <p:cNvPr id="47" name="文本框 46">
                <a:extLst>
                  <a:ext uri="{FF2B5EF4-FFF2-40B4-BE49-F238E27FC236}">
                    <a16:creationId xmlns:a16="http://schemas.microsoft.com/office/drawing/2014/main" id="{5E361690-8E80-C1EB-9670-D006E749BF02}"/>
                  </a:ext>
                </a:extLst>
              </p:cNvPr>
              <p:cNvSpPr txBox="1"/>
              <p:nvPr/>
            </p:nvSpPr>
            <p:spPr>
              <a:xfrm>
                <a:off x="9615373" y="1750708"/>
                <a:ext cx="1911880" cy="369332"/>
              </a:xfrm>
              <a:prstGeom prst="rect">
                <a:avLst/>
              </a:prstGeom>
              <a:noFill/>
            </p:spPr>
            <p:txBody>
              <a:bodyPr wrap="square">
                <a:spAutoFit/>
              </a:bodyPr>
              <a:lstStyle/>
              <a:p>
                <a:pPr algn="ctr"/>
                <a:r>
                  <a:rPr lang="zh-CN" altLang="en-US" b="1" dirty="0">
                    <a:gradFill flip="none" rotWithShape="1">
                      <a:gsLst>
                        <a:gs pos="0">
                          <a:schemeClr val="accent1"/>
                        </a:gs>
                        <a:gs pos="11000">
                          <a:schemeClr val="accent1">
                            <a:lumMod val="75000"/>
                          </a:schemeClr>
                        </a:gs>
                      </a:gsLst>
                      <a:lin ang="2700000" scaled="1"/>
                      <a:tileRect/>
                    </a:gradFill>
                    <a:latin typeface="+mj-ea"/>
                    <a:ea typeface="+mj-ea"/>
                  </a:rPr>
                  <a:t>领导力培养</a:t>
                </a:r>
              </a:p>
            </p:txBody>
          </p:sp>
        </p:grpSp>
      </p:grpSp>
    </p:spTree>
    <p:extLst>
      <p:ext uri="{BB962C8B-B14F-4D97-AF65-F5344CB8AC3E}">
        <p14:creationId xmlns:p14="http://schemas.microsoft.com/office/powerpoint/2010/main" val="3631556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0A703-F731-22F8-590D-7CD016ED60D5}"/>
            </a:ext>
          </a:extLst>
        </p:cNvPr>
        <p:cNvGrpSpPr/>
        <p:nvPr/>
      </p:nvGrpSpPr>
      <p:grpSpPr>
        <a:xfrm>
          <a:off x="0" y="0"/>
          <a:ext cx="0" cy="0"/>
          <a:chOff x="0" y="0"/>
          <a:chExt cx="0" cy="0"/>
        </a:xfrm>
      </p:grpSpPr>
      <p:grpSp>
        <p:nvGrpSpPr>
          <p:cNvPr id="39" name="组合 38">
            <a:extLst>
              <a:ext uri="{FF2B5EF4-FFF2-40B4-BE49-F238E27FC236}">
                <a16:creationId xmlns:a16="http://schemas.microsoft.com/office/drawing/2014/main" id="{F8F3753B-789E-4380-305C-7AE9A987D4CF}"/>
              </a:ext>
            </a:extLst>
          </p:cNvPr>
          <p:cNvGrpSpPr/>
          <p:nvPr/>
        </p:nvGrpSpPr>
        <p:grpSpPr>
          <a:xfrm>
            <a:off x="780120" y="1"/>
            <a:ext cx="11411880" cy="6858000"/>
            <a:chOff x="780120" y="1"/>
            <a:chExt cx="11411880" cy="6858000"/>
          </a:xfrm>
        </p:grpSpPr>
        <p:grpSp>
          <p:nvGrpSpPr>
            <p:cNvPr id="37" name="组合 36">
              <a:extLst>
                <a:ext uri="{FF2B5EF4-FFF2-40B4-BE49-F238E27FC236}">
                  <a16:creationId xmlns:a16="http://schemas.microsoft.com/office/drawing/2014/main" id="{B72C6393-A5CF-8D77-6432-24421B0174E2}"/>
                </a:ext>
              </a:extLst>
            </p:cNvPr>
            <p:cNvGrpSpPr/>
            <p:nvPr/>
          </p:nvGrpSpPr>
          <p:grpSpPr>
            <a:xfrm>
              <a:off x="780120" y="985712"/>
              <a:ext cx="6295890" cy="5418169"/>
              <a:chOff x="780120" y="985712"/>
              <a:chExt cx="6295890" cy="5418169"/>
            </a:xfrm>
          </p:grpSpPr>
          <p:sp>
            <p:nvSpPr>
              <p:cNvPr id="7" name="椭圆 6">
                <a:extLst>
                  <a:ext uri="{FF2B5EF4-FFF2-40B4-BE49-F238E27FC236}">
                    <a16:creationId xmlns:a16="http://schemas.microsoft.com/office/drawing/2014/main" id="{598F703A-2699-0659-57CD-E2A9870989BB}"/>
                  </a:ext>
                </a:extLst>
              </p:cNvPr>
              <p:cNvSpPr/>
              <p:nvPr/>
            </p:nvSpPr>
            <p:spPr>
              <a:xfrm>
                <a:off x="780120" y="1415994"/>
                <a:ext cx="1356360" cy="1356360"/>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年度学习目标</a:t>
                </a:r>
              </a:p>
            </p:txBody>
          </p:sp>
          <p:sp>
            <p:nvSpPr>
              <p:cNvPr id="21" name="椭圆 20">
                <a:extLst>
                  <a:ext uri="{FF2B5EF4-FFF2-40B4-BE49-F238E27FC236}">
                    <a16:creationId xmlns:a16="http://schemas.microsoft.com/office/drawing/2014/main" id="{8787C858-9CA1-7DB3-EFDE-F5DE52019BEE}"/>
                  </a:ext>
                </a:extLst>
              </p:cNvPr>
              <p:cNvSpPr/>
              <p:nvPr/>
            </p:nvSpPr>
            <p:spPr>
              <a:xfrm>
                <a:off x="2917496" y="3221765"/>
                <a:ext cx="1356360" cy="1356360"/>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内部知识分享</a:t>
                </a:r>
              </a:p>
            </p:txBody>
          </p:sp>
          <p:sp>
            <p:nvSpPr>
              <p:cNvPr id="23" name="椭圆 22">
                <a:extLst>
                  <a:ext uri="{FF2B5EF4-FFF2-40B4-BE49-F238E27FC236}">
                    <a16:creationId xmlns:a16="http://schemas.microsoft.com/office/drawing/2014/main" id="{CB178EE8-8B32-7A5F-FB8A-AC2508E1BD11}"/>
                  </a:ext>
                </a:extLst>
              </p:cNvPr>
              <p:cNvSpPr/>
              <p:nvPr/>
            </p:nvSpPr>
            <p:spPr>
              <a:xfrm>
                <a:off x="3461340" y="985712"/>
                <a:ext cx="1897200" cy="1897200"/>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外部学习机会</a:t>
                </a:r>
              </a:p>
            </p:txBody>
          </p:sp>
          <p:sp>
            <p:nvSpPr>
              <p:cNvPr id="61" name="椭圆 60">
                <a:extLst>
                  <a:ext uri="{FF2B5EF4-FFF2-40B4-BE49-F238E27FC236}">
                    <a16:creationId xmlns:a16="http://schemas.microsoft.com/office/drawing/2014/main" id="{24E0C4CF-BC19-C84A-4F00-CC3C24EF8EE6}"/>
                  </a:ext>
                </a:extLst>
              </p:cNvPr>
              <p:cNvSpPr/>
              <p:nvPr/>
            </p:nvSpPr>
            <p:spPr>
              <a:xfrm>
                <a:off x="784554" y="4222011"/>
                <a:ext cx="1898632" cy="1898632"/>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自主学习时间管理</a:t>
                </a:r>
              </a:p>
            </p:txBody>
          </p:sp>
          <p:sp>
            <p:nvSpPr>
              <p:cNvPr id="62" name="椭圆 61">
                <a:extLst>
                  <a:ext uri="{FF2B5EF4-FFF2-40B4-BE49-F238E27FC236}">
                    <a16:creationId xmlns:a16="http://schemas.microsoft.com/office/drawing/2014/main" id="{D026DAAB-0ABC-EA44-9F80-DFC232358E58}"/>
                  </a:ext>
                </a:extLst>
              </p:cNvPr>
              <p:cNvSpPr/>
              <p:nvPr/>
            </p:nvSpPr>
            <p:spPr>
              <a:xfrm>
                <a:off x="3863675" y="5047521"/>
                <a:ext cx="1356360" cy="1356360"/>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学习成果评估</a:t>
                </a:r>
              </a:p>
            </p:txBody>
          </p:sp>
          <p:sp>
            <p:nvSpPr>
              <p:cNvPr id="63" name="椭圆 62">
                <a:extLst>
                  <a:ext uri="{FF2B5EF4-FFF2-40B4-BE49-F238E27FC236}">
                    <a16:creationId xmlns:a16="http://schemas.microsoft.com/office/drawing/2014/main" id="{429805AF-9DA6-EE6E-9C36-41AE363675D6}"/>
                  </a:ext>
                </a:extLst>
              </p:cNvPr>
              <p:cNvSpPr/>
              <p:nvPr/>
            </p:nvSpPr>
            <p:spPr>
              <a:xfrm>
                <a:off x="5719650" y="2364080"/>
                <a:ext cx="1356360" cy="1356360"/>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知识体系构建</a:t>
                </a:r>
              </a:p>
            </p:txBody>
          </p:sp>
          <p:sp>
            <p:nvSpPr>
              <p:cNvPr id="6" name="椭圆 5">
                <a:extLst>
                  <a:ext uri="{FF2B5EF4-FFF2-40B4-BE49-F238E27FC236}">
                    <a16:creationId xmlns:a16="http://schemas.microsoft.com/office/drawing/2014/main" id="{A3114F46-7047-341F-971E-1D745F049E90}"/>
                  </a:ext>
                </a:extLst>
              </p:cNvPr>
              <p:cNvSpPr/>
              <p:nvPr/>
            </p:nvSpPr>
            <p:spPr>
              <a:xfrm>
                <a:off x="4949981" y="3679007"/>
                <a:ext cx="486474" cy="486474"/>
              </a:xfrm>
              <a:prstGeom prst="ellipse">
                <a:avLst/>
              </a:pr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latin typeface="+mj-ea"/>
                  <a:ea typeface="+mj-ea"/>
                </a:endParaRPr>
              </a:p>
            </p:txBody>
          </p:sp>
          <p:sp>
            <p:nvSpPr>
              <p:cNvPr id="8" name="椭圆 7">
                <a:extLst>
                  <a:ext uri="{FF2B5EF4-FFF2-40B4-BE49-F238E27FC236}">
                    <a16:creationId xmlns:a16="http://schemas.microsoft.com/office/drawing/2014/main" id="{03B540EF-3A76-29F7-E0DF-7F0271295311}"/>
                  </a:ext>
                </a:extLst>
              </p:cNvPr>
              <p:cNvSpPr/>
              <p:nvPr/>
            </p:nvSpPr>
            <p:spPr>
              <a:xfrm>
                <a:off x="2205175" y="3056728"/>
                <a:ext cx="286606" cy="286606"/>
              </a:xfrm>
              <a:prstGeom prst="ellipse">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latin typeface="+mj-ea"/>
                  <a:ea typeface="+mj-ea"/>
                </a:endParaRPr>
              </a:p>
            </p:txBody>
          </p:sp>
          <p:sp>
            <p:nvSpPr>
              <p:cNvPr id="9" name="椭圆 8">
                <a:extLst>
                  <a:ext uri="{FF2B5EF4-FFF2-40B4-BE49-F238E27FC236}">
                    <a16:creationId xmlns:a16="http://schemas.microsoft.com/office/drawing/2014/main" id="{EB2A3200-E399-079C-FBBA-A8CC24C61520}"/>
                  </a:ext>
                </a:extLst>
              </p:cNvPr>
              <p:cNvSpPr/>
              <p:nvPr/>
            </p:nvSpPr>
            <p:spPr>
              <a:xfrm>
                <a:off x="6435504" y="5557812"/>
                <a:ext cx="167889" cy="167889"/>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FB1601FC-0CAC-FE2F-C1E7-D30BFFB9F1B2}"/>
                  </a:ext>
                </a:extLst>
              </p:cNvPr>
              <p:cNvSpPr/>
              <p:nvPr/>
            </p:nvSpPr>
            <p:spPr>
              <a:xfrm>
                <a:off x="6285319" y="1295209"/>
                <a:ext cx="300370" cy="300370"/>
              </a:xfrm>
              <a:prstGeom prst="ellipse">
                <a:avLst/>
              </a:prstGeom>
              <a:solidFill>
                <a:schemeClr val="accent1">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latin typeface="+mj-ea"/>
                  <a:ea typeface="+mj-ea"/>
                </a:endParaRPr>
              </a:p>
            </p:txBody>
          </p:sp>
          <p:sp>
            <p:nvSpPr>
              <p:cNvPr id="12" name="椭圆 11">
                <a:extLst>
                  <a:ext uri="{FF2B5EF4-FFF2-40B4-BE49-F238E27FC236}">
                    <a16:creationId xmlns:a16="http://schemas.microsoft.com/office/drawing/2014/main" id="{BFF69B0F-7027-D356-46BA-0C0BE735DDEF}"/>
                  </a:ext>
                </a:extLst>
              </p:cNvPr>
              <p:cNvSpPr/>
              <p:nvPr/>
            </p:nvSpPr>
            <p:spPr>
              <a:xfrm>
                <a:off x="6192456" y="4537276"/>
                <a:ext cx="266217" cy="266217"/>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B4A8D070-7076-F499-A350-65EE810DCD07}"/>
                  </a:ext>
                </a:extLst>
              </p:cNvPr>
              <p:cNvSpPr/>
              <p:nvPr/>
            </p:nvSpPr>
            <p:spPr>
              <a:xfrm>
                <a:off x="3108234" y="5375539"/>
                <a:ext cx="266217" cy="266217"/>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组合 37">
              <a:extLst>
                <a:ext uri="{FF2B5EF4-FFF2-40B4-BE49-F238E27FC236}">
                  <a16:creationId xmlns:a16="http://schemas.microsoft.com/office/drawing/2014/main" id="{513B7261-B34E-88BE-E028-222F85F471EE}"/>
                </a:ext>
              </a:extLst>
            </p:cNvPr>
            <p:cNvGrpSpPr/>
            <p:nvPr/>
          </p:nvGrpSpPr>
          <p:grpSpPr>
            <a:xfrm>
              <a:off x="7437120" y="1"/>
              <a:ext cx="4754880" cy="6858000"/>
              <a:chOff x="7437120" y="1"/>
              <a:chExt cx="4754880" cy="6858000"/>
            </a:xfrm>
          </p:grpSpPr>
          <p:sp>
            <p:nvSpPr>
              <p:cNvPr id="64" name="矩形 63">
                <a:extLst>
                  <a:ext uri="{FF2B5EF4-FFF2-40B4-BE49-F238E27FC236}">
                    <a16:creationId xmlns:a16="http://schemas.microsoft.com/office/drawing/2014/main" id="{2D89FB71-ED81-ED6A-B587-A39043C82F07}"/>
                  </a:ext>
                </a:extLst>
              </p:cNvPr>
              <p:cNvSpPr/>
              <p:nvPr/>
            </p:nvSpPr>
            <p:spPr>
              <a:xfrm>
                <a:off x="7437120" y="1"/>
                <a:ext cx="4754880" cy="6858000"/>
              </a:xfrm>
              <a:prstGeom prst="rect">
                <a:avLst/>
              </a:prstGeom>
              <a:gradFill flip="none" rotWithShape="1">
                <a:gsLst>
                  <a:gs pos="0">
                    <a:schemeClr val="accent1">
                      <a:lumMod val="90000"/>
                    </a:schemeClr>
                  </a:gs>
                  <a:gs pos="53000">
                    <a:schemeClr val="accent1">
                      <a:lumMod val="75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sp>
            <p:nvSpPr>
              <p:cNvPr id="16" name="文本框 15">
                <a:extLst>
                  <a:ext uri="{FF2B5EF4-FFF2-40B4-BE49-F238E27FC236}">
                    <a16:creationId xmlns:a16="http://schemas.microsoft.com/office/drawing/2014/main" id="{E31FB3A4-C366-739A-F5F4-BE6CCC47AA2C}"/>
                  </a:ext>
                </a:extLst>
              </p:cNvPr>
              <p:cNvSpPr txBox="1"/>
              <p:nvPr/>
            </p:nvSpPr>
            <p:spPr>
              <a:xfrm>
                <a:off x="7836060" y="1394417"/>
                <a:ext cx="3808074"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cxnSp>
            <p:nvCxnSpPr>
              <p:cNvPr id="18" name="直接连接符 17">
                <a:extLst>
                  <a:ext uri="{FF2B5EF4-FFF2-40B4-BE49-F238E27FC236}">
                    <a16:creationId xmlns:a16="http://schemas.microsoft.com/office/drawing/2014/main" id="{B42D212D-AD49-F818-C158-A35A3FC84F3A}"/>
                  </a:ext>
                </a:extLst>
              </p:cNvPr>
              <p:cNvCxnSpPr>
                <a:cxnSpLocks/>
              </p:cNvCxnSpPr>
              <p:nvPr/>
            </p:nvCxnSpPr>
            <p:spPr>
              <a:xfrm>
                <a:off x="7940235" y="1215341"/>
                <a:ext cx="35881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0D01336C-C110-F07A-B811-544BE30CA6F1}"/>
                  </a:ext>
                </a:extLst>
              </p:cNvPr>
              <p:cNvSpPr txBox="1"/>
              <p:nvPr/>
            </p:nvSpPr>
            <p:spPr>
              <a:xfrm>
                <a:off x="7836060" y="2598185"/>
                <a:ext cx="3808074"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cxnSp>
            <p:nvCxnSpPr>
              <p:cNvPr id="30" name="直接连接符 29">
                <a:extLst>
                  <a:ext uri="{FF2B5EF4-FFF2-40B4-BE49-F238E27FC236}">
                    <a16:creationId xmlns:a16="http://schemas.microsoft.com/office/drawing/2014/main" id="{81495EE8-E53A-51C4-51F8-E0E11CA95604}"/>
                  </a:ext>
                </a:extLst>
              </p:cNvPr>
              <p:cNvCxnSpPr>
                <a:cxnSpLocks/>
              </p:cNvCxnSpPr>
              <p:nvPr/>
            </p:nvCxnSpPr>
            <p:spPr>
              <a:xfrm>
                <a:off x="7940235" y="2419109"/>
                <a:ext cx="35881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18C343E-3F20-8CBB-AF39-C2C6586A2953}"/>
                  </a:ext>
                </a:extLst>
              </p:cNvPr>
              <p:cNvCxnSpPr>
                <a:cxnSpLocks/>
              </p:cNvCxnSpPr>
              <p:nvPr/>
            </p:nvCxnSpPr>
            <p:spPr>
              <a:xfrm>
                <a:off x="7940235" y="3622877"/>
                <a:ext cx="35881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36" name="图表 35">
                <a:extLst>
                  <a:ext uri="{FF2B5EF4-FFF2-40B4-BE49-F238E27FC236}">
                    <a16:creationId xmlns:a16="http://schemas.microsoft.com/office/drawing/2014/main" id="{FAFAD8F0-CFBD-AE56-B853-7F7BE53459FA}"/>
                  </a:ext>
                </a:extLst>
              </p:cNvPr>
              <p:cNvGraphicFramePr/>
              <p:nvPr>
                <p:extLst>
                  <p:ext uri="{D42A27DB-BD31-4B8C-83A1-F6EECF244321}">
                    <p14:modId xmlns:p14="http://schemas.microsoft.com/office/powerpoint/2010/main" val="355691187"/>
                  </p:ext>
                </p:extLst>
              </p:nvPr>
            </p:nvGraphicFramePr>
            <p:xfrm>
              <a:off x="7978448" y="3801953"/>
              <a:ext cx="3540452" cy="2288178"/>
            </p:xfrm>
            <a:graphic>
              <a:graphicData uri="http://schemas.openxmlformats.org/drawingml/2006/chart">
                <c:chart xmlns:c="http://schemas.openxmlformats.org/drawingml/2006/chart" xmlns:r="http://schemas.openxmlformats.org/officeDocument/2006/relationships" r:id="rId2"/>
              </a:graphicData>
            </a:graphic>
          </p:graphicFrame>
        </p:grpSp>
      </p:grpSp>
      <p:sp>
        <p:nvSpPr>
          <p:cNvPr id="2" name="标题 1">
            <a:extLst>
              <a:ext uri="{FF2B5EF4-FFF2-40B4-BE49-F238E27FC236}">
                <a16:creationId xmlns:a16="http://schemas.microsoft.com/office/drawing/2014/main" id="{BEE3FA85-2811-551B-C1F6-01AF1B45C480}"/>
              </a:ext>
            </a:extLst>
          </p:cNvPr>
          <p:cNvSpPr>
            <a:spLocks noGrp="1"/>
          </p:cNvSpPr>
          <p:nvPr>
            <p:ph type="title"/>
          </p:nvPr>
        </p:nvSpPr>
        <p:spPr/>
        <p:txBody>
          <a:bodyPr/>
          <a:lstStyle/>
          <a:p>
            <a:r>
              <a:rPr lang="zh-CN" altLang="en-US" dirty="0"/>
              <a:t>学习计划</a:t>
            </a:r>
          </a:p>
        </p:txBody>
      </p:sp>
    </p:spTree>
    <p:extLst>
      <p:ext uri="{BB962C8B-B14F-4D97-AF65-F5344CB8AC3E}">
        <p14:creationId xmlns:p14="http://schemas.microsoft.com/office/powerpoint/2010/main" val="1266520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1C59C0-43E9-955C-6479-356B7A0210D1}"/>
              </a:ext>
            </a:extLst>
          </p:cNvPr>
          <p:cNvSpPr>
            <a:spLocks noGrp="1"/>
          </p:cNvSpPr>
          <p:nvPr>
            <p:ph type="title"/>
          </p:nvPr>
        </p:nvSpPr>
        <p:spPr/>
        <p:txBody>
          <a:bodyPr/>
          <a:lstStyle/>
          <a:p>
            <a:r>
              <a:rPr lang="zh-CN" altLang="en-US" dirty="0"/>
              <a:t>团队贡献计划</a:t>
            </a:r>
          </a:p>
        </p:txBody>
      </p:sp>
      <p:grpSp>
        <p:nvGrpSpPr>
          <p:cNvPr id="77" name="组合 76">
            <a:extLst>
              <a:ext uri="{FF2B5EF4-FFF2-40B4-BE49-F238E27FC236}">
                <a16:creationId xmlns:a16="http://schemas.microsoft.com/office/drawing/2014/main" id="{1B004AD2-98F5-4D6B-6E50-4DD597ABD94E}"/>
              </a:ext>
            </a:extLst>
          </p:cNvPr>
          <p:cNvGrpSpPr/>
          <p:nvPr/>
        </p:nvGrpSpPr>
        <p:grpSpPr>
          <a:xfrm>
            <a:off x="0" y="1368693"/>
            <a:ext cx="12192000" cy="5489307"/>
            <a:chOff x="0" y="1368693"/>
            <a:chExt cx="12192000" cy="5489307"/>
          </a:xfrm>
        </p:grpSpPr>
        <p:sp>
          <p:nvSpPr>
            <p:cNvPr id="52" name="矩形 51">
              <a:extLst>
                <a:ext uri="{FF2B5EF4-FFF2-40B4-BE49-F238E27FC236}">
                  <a16:creationId xmlns:a16="http://schemas.microsoft.com/office/drawing/2014/main" id="{833A9FDD-6DA8-1ED7-E05F-34100FE6AB59}"/>
                </a:ext>
              </a:extLst>
            </p:cNvPr>
            <p:cNvSpPr/>
            <p:nvPr/>
          </p:nvSpPr>
          <p:spPr>
            <a:xfrm>
              <a:off x="0" y="3515360"/>
              <a:ext cx="12192000" cy="3342640"/>
            </a:xfrm>
            <a:prstGeom prst="rect">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grpSp>
          <p:nvGrpSpPr>
            <p:cNvPr id="72" name="组合 71">
              <a:extLst>
                <a:ext uri="{FF2B5EF4-FFF2-40B4-BE49-F238E27FC236}">
                  <a16:creationId xmlns:a16="http://schemas.microsoft.com/office/drawing/2014/main" id="{0346E093-DB7D-DF18-06D0-07DE5D37D256}"/>
                </a:ext>
              </a:extLst>
            </p:cNvPr>
            <p:cNvGrpSpPr/>
            <p:nvPr/>
          </p:nvGrpSpPr>
          <p:grpSpPr>
            <a:xfrm>
              <a:off x="736600" y="1368701"/>
              <a:ext cx="5283200" cy="2764677"/>
              <a:chOff x="736600" y="1368701"/>
              <a:chExt cx="5283200" cy="2764677"/>
            </a:xfrm>
          </p:grpSpPr>
          <p:sp>
            <p:nvSpPr>
              <p:cNvPr id="4" name="矩形: 圆角 3">
                <a:extLst>
                  <a:ext uri="{FF2B5EF4-FFF2-40B4-BE49-F238E27FC236}">
                    <a16:creationId xmlns:a16="http://schemas.microsoft.com/office/drawing/2014/main" id="{F95F95C6-70F8-DA6E-EBE6-5470479AA112}"/>
                  </a:ext>
                </a:extLst>
              </p:cNvPr>
              <p:cNvSpPr/>
              <p:nvPr/>
            </p:nvSpPr>
            <p:spPr>
              <a:xfrm flipH="1">
                <a:off x="736600" y="1368701"/>
                <a:ext cx="5283200" cy="2764677"/>
              </a:xfrm>
              <a:prstGeom prst="roundRect">
                <a:avLst>
                  <a:gd name="adj" fmla="val 326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6" name="NumberMisc">
                <a:extLst>
                  <a:ext uri="{FF2B5EF4-FFF2-40B4-BE49-F238E27FC236}">
                    <a16:creationId xmlns:a16="http://schemas.microsoft.com/office/drawing/2014/main" id="{311EB886-04AA-48F0-2D29-C4BB46E498D5}"/>
                  </a:ext>
                </a:extLst>
              </p:cNvPr>
              <p:cNvSpPr/>
              <p:nvPr/>
            </p:nvSpPr>
            <p:spPr>
              <a:xfrm>
                <a:off x="1454499" y="1546497"/>
                <a:ext cx="3847403" cy="509754"/>
              </a:xfrm>
              <a:prstGeom prst="roundRect">
                <a:avLst>
                  <a:gd name="adj" fmla="val 19250"/>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a:t>团队协作目标</a:t>
                </a:r>
                <a:endParaRPr lang="en-US" altLang="zh-CN" sz="2000" b="1" dirty="0"/>
              </a:p>
            </p:txBody>
          </p:sp>
          <p:graphicFrame>
            <p:nvGraphicFramePr>
              <p:cNvPr id="7" name="图表 6">
                <a:extLst>
                  <a:ext uri="{FF2B5EF4-FFF2-40B4-BE49-F238E27FC236}">
                    <a16:creationId xmlns:a16="http://schemas.microsoft.com/office/drawing/2014/main" id="{6EB67D72-D11A-B088-1D50-F59CEBC177C6}"/>
                  </a:ext>
                </a:extLst>
              </p:cNvPr>
              <p:cNvGraphicFramePr/>
              <p:nvPr>
                <p:extLst>
                  <p:ext uri="{D42A27DB-BD31-4B8C-83A1-F6EECF244321}">
                    <p14:modId xmlns:p14="http://schemas.microsoft.com/office/powerpoint/2010/main" val="3303151056"/>
                  </p:ext>
                </p:extLst>
              </p:nvPr>
            </p:nvGraphicFramePr>
            <p:xfrm>
              <a:off x="839765" y="2122579"/>
              <a:ext cx="5074026" cy="1924681"/>
            </p:xfrm>
            <a:graphic>
              <a:graphicData uri="http://schemas.openxmlformats.org/drawingml/2006/chart">
                <c:chart xmlns:c="http://schemas.openxmlformats.org/drawingml/2006/chart" xmlns:r="http://schemas.openxmlformats.org/officeDocument/2006/relationships" r:id="rId2"/>
              </a:graphicData>
            </a:graphic>
          </p:graphicFrame>
        </p:grpSp>
        <p:grpSp>
          <p:nvGrpSpPr>
            <p:cNvPr id="73" name="组合 72">
              <a:extLst>
                <a:ext uri="{FF2B5EF4-FFF2-40B4-BE49-F238E27FC236}">
                  <a16:creationId xmlns:a16="http://schemas.microsoft.com/office/drawing/2014/main" id="{DB8A138E-BD8A-C385-9395-BA8F94E470C8}"/>
                </a:ext>
              </a:extLst>
            </p:cNvPr>
            <p:cNvGrpSpPr/>
            <p:nvPr/>
          </p:nvGrpSpPr>
          <p:grpSpPr>
            <a:xfrm>
              <a:off x="6084064" y="1368693"/>
              <a:ext cx="5371336" cy="2765573"/>
              <a:chOff x="6084064" y="1368693"/>
              <a:chExt cx="5371336" cy="2765573"/>
            </a:xfrm>
          </p:grpSpPr>
          <p:sp>
            <p:nvSpPr>
              <p:cNvPr id="15" name="矩形: 圆角 14">
                <a:extLst>
                  <a:ext uri="{FF2B5EF4-FFF2-40B4-BE49-F238E27FC236}">
                    <a16:creationId xmlns:a16="http://schemas.microsoft.com/office/drawing/2014/main" id="{FF4D2012-C0BE-38F6-6CE5-B7D3D389F00D}"/>
                  </a:ext>
                </a:extLst>
              </p:cNvPr>
              <p:cNvSpPr/>
              <p:nvPr/>
            </p:nvSpPr>
            <p:spPr>
              <a:xfrm>
                <a:off x="6190073" y="1368693"/>
                <a:ext cx="5265327" cy="2765573"/>
              </a:xfrm>
              <a:prstGeom prst="roundRect">
                <a:avLst>
                  <a:gd name="adj" fmla="val 326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16" name="NumberMisc">
                <a:extLst>
                  <a:ext uri="{FF2B5EF4-FFF2-40B4-BE49-F238E27FC236}">
                    <a16:creationId xmlns:a16="http://schemas.microsoft.com/office/drawing/2014/main" id="{F9E22458-E5A3-2114-0CDE-CCBE868B8EA7}"/>
                  </a:ext>
                </a:extLst>
              </p:cNvPr>
              <p:cNvSpPr txBox="1"/>
              <p:nvPr/>
            </p:nvSpPr>
            <p:spPr>
              <a:xfrm>
                <a:off x="6674865" y="1546497"/>
                <a:ext cx="4295742" cy="506687"/>
              </a:xfrm>
              <a:prstGeom prst="roundRect">
                <a:avLst>
                  <a:gd name="adj" fmla="val 8000"/>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a:t>问题解决贡献</a:t>
                </a:r>
                <a:endParaRPr lang="zh-CN" altLang="en-US" dirty="0"/>
              </a:p>
            </p:txBody>
          </p:sp>
          <p:graphicFrame>
            <p:nvGraphicFramePr>
              <p:cNvPr id="17" name="图表 16">
                <a:extLst>
                  <a:ext uri="{FF2B5EF4-FFF2-40B4-BE49-F238E27FC236}">
                    <a16:creationId xmlns:a16="http://schemas.microsoft.com/office/drawing/2014/main" id="{1F4730A0-FF18-3D45-764F-E7F34FF20B9A}"/>
                  </a:ext>
                </a:extLst>
              </p:cNvPr>
              <p:cNvGraphicFramePr/>
              <p:nvPr>
                <p:extLst>
                  <p:ext uri="{D42A27DB-BD31-4B8C-83A1-F6EECF244321}">
                    <p14:modId xmlns:p14="http://schemas.microsoft.com/office/powerpoint/2010/main" val="3391315065"/>
                  </p:ext>
                </p:extLst>
              </p:nvPr>
            </p:nvGraphicFramePr>
            <p:xfrm>
              <a:off x="6084064" y="2149190"/>
              <a:ext cx="3228172" cy="1965723"/>
            </p:xfrm>
            <a:graphic>
              <a:graphicData uri="http://schemas.openxmlformats.org/drawingml/2006/chart">
                <c:chart xmlns:c="http://schemas.openxmlformats.org/drawingml/2006/chart" xmlns:r="http://schemas.openxmlformats.org/officeDocument/2006/relationships" r:id="rId3"/>
              </a:graphicData>
            </a:graphic>
          </p:graphicFrame>
          <p:grpSp>
            <p:nvGrpSpPr>
              <p:cNvPr id="47" name="组合 46">
                <a:extLst>
                  <a:ext uri="{FF2B5EF4-FFF2-40B4-BE49-F238E27FC236}">
                    <a16:creationId xmlns:a16="http://schemas.microsoft.com/office/drawing/2014/main" id="{85AF6B8B-0EF3-7DA6-53A1-6AFAC637CBEB}"/>
                  </a:ext>
                </a:extLst>
              </p:cNvPr>
              <p:cNvGrpSpPr/>
              <p:nvPr/>
            </p:nvGrpSpPr>
            <p:grpSpPr>
              <a:xfrm>
                <a:off x="9022080" y="2364895"/>
                <a:ext cx="2026920" cy="307777"/>
                <a:chOff x="9022080" y="1952012"/>
                <a:chExt cx="2026920" cy="307777"/>
              </a:xfrm>
            </p:grpSpPr>
            <p:sp>
              <p:nvSpPr>
                <p:cNvPr id="18" name="矩形 17">
                  <a:extLst>
                    <a:ext uri="{FF2B5EF4-FFF2-40B4-BE49-F238E27FC236}">
                      <a16:creationId xmlns:a16="http://schemas.microsoft.com/office/drawing/2014/main" id="{9C0A023C-F603-7F1F-9F76-E5449542A3E6}"/>
                    </a:ext>
                  </a:extLst>
                </p:cNvPr>
                <p:cNvSpPr>
                  <a:spLocks noChangeAspect="1"/>
                </p:cNvSpPr>
                <p:nvPr/>
              </p:nvSpPr>
              <p:spPr>
                <a:xfrm>
                  <a:off x="9022080" y="2051900"/>
                  <a:ext cx="108000" cy="1080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B91F8CD7-C2BD-3487-48CB-C6516891EC11}"/>
                    </a:ext>
                  </a:extLst>
                </p:cNvPr>
                <p:cNvSpPr txBox="1"/>
                <p:nvPr/>
              </p:nvSpPr>
              <p:spPr>
                <a:xfrm>
                  <a:off x="9126769" y="1952012"/>
                  <a:ext cx="1922231" cy="307777"/>
                </a:xfrm>
                <a:prstGeom prst="rect">
                  <a:avLst/>
                </a:prstGeom>
                <a:noFill/>
              </p:spPr>
              <p:txBody>
                <a:bodyPr wrap="square" rtlCol="0">
                  <a:spAutoFit/>
                </a:bodyPr>
                <a:lstStyle/>
                <a:p>
                  <a:r>
                    <a:rPr lang="zh-CN" altLang="en-US" sz="1400" dirty="0"/>
                    <a:t>单击此处输入文本</a:t>
                  </a:r>
                </a:p>
              </p:txBody>
            </p:sp>
          </p:grpSp>
          <p:grpSp>
            <p:nvGrpSpPr>
              <p:cNvPr id="48" name="组合 47">
                <a:extLst>
                  <a:ext uri="{FF2B5EF4-FFF2-40B4-BE49-F238E27FC236}">
                    <a16:creationId xmlns:a16="http://schemas.microsoft.com/office/drawing/2014/main" id="{C38F595F-270D-869F-A9A5-FEA30487DBD3}"/>
                  </a:ext>
                </a:extLst>
              </p:cNvPr>
              <p:cNvGrpSpPr/>
              <p:nvPr/>
            </p:nvGrpSpPr>
            <p:grpSpPr>
              <a:xfrm>
                <a:off x="9022080" y="2740815"/>
                <a:ext cx="2026920" cy="307777"/>
                <a:chOff x="9022080" y="2327932"/>
                <a:chExt cx="2026920" cy="307777"/>
              </a:xfrm>
            </p:grpSpPr>
            <p:sp>
              <p:nvSpPr>
                <p:cNvPr id="26" name="矩形 25">
                  <a:extLst>
                    <a:ext uri="{FF2B5EF4-FFF2-40B4-BE49-F238E27FC236}">
                      <a16:creationId xmlns:a16="http://schemas.microsoft.com/office/drawing/2014/main" id="{E2D088E0-2203-656D-3979-74B9C3756A00}"/>
                    </a:ext>
                  </a:extLst>
                </p:cNvPr>
                <p:cNvSpPr>
                  <a:spLocks noChangeAspect="1"/>
                </p:cNvSpPr>
                <p:nvPr/>
              </p:nvSpPr>
              <p:spPr>
                <a:xfrm>
                  <a:off x="9022080" y="2427820"/>
                  <a:ext cx="108000" cy="10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82270A59-5758-FF73-AF3B-6804046613B1}"/>
                    </a:ext>
                  </a:extLst>
                </p:cNvPr>
                <p:cNvSpPr txBox="1"/>
                <p:nvPr/>
              </p:nvSpPr>
              <p:spPr>
                <a:xfrm>
                  <a:off x="9126769" y="2327932"/>
                  <a:ext cx="1922231" cy="307777"/>
                </a:xfrm>
                <a:prstGeom prst="rect">
                  <a:avLst/>
                </a:prstGeom>
                <a:noFill/>
              </p:spPr>
              <p:txBody>
                <a:bodyPr wrap="square" rtlCol="0">
                  <a:spAutoFit/>
                </a:bodyPr>
                <a:lstStyle/>
                <a:p>
                  <a:r>
                    <a:rPr lang="zh-CN" altLang="en-US" sz="1400" dirty="0"/>
                    <a:t>单击此处输入文本</a:t>
                  </a:r>
                </a:p>
              </p:txBody>
            </p:sp>
          </p:grpSp>
          <p:grpSp>
            <p:nvGrpSpPr>
              <p:cNvPr id="49" name="组合 48">
                <a:extLst>
                  <a:ext uri="{FF2B5EF4-FFF2-40B4-BE49-F238E27FC236}">
                    <a16:creationId xmlns:a16="http://schemas.microsoft.com/office/drawing/2014/main" id="{DBC32490-2D0F-6A30-72B4-D482A2F32A48}"/>
                  </a:ext>
                </a:extLst>
              </p:cNvPr>
              <p:cNvGrpSpPr/>
              <p:nvPr/>
            </p:nvGrpSpPr>
            <p:grpSpPr>
              <a:xfrm>
                <a:off x="9022080" y="3116735"/>
                <a:ext cx="2026920" cy="307777"/>
                <a:chOff x="9022080" y="2703852"/>
                <a:chExt cx="2026920" cy="307777"/>
              </a:xfrm>
            </p:grpSpPr>
            <p:sp>
              <p:nvSpPr>
                <p:cNvPr id="38" name="矩形 37">
                  <a:extLst>
                    <a:ext uri="{FF2B5EF4-FFF2-40B4-BE49-F238E27FC236}">
                      <a16:creationId xmlns:a16="http://schemas.microsoft.com/office/drawing/2014/main" id="{17044879-2540-8068-09AC-ADAD32CE3CCF}"/>
                    </a:ext>
                  </a:extLst>
                </p:cNvPr>
                <p:cNvSpPr>
                  <a:spLocks noChangeAspect="1"/>
                </p:cNvSpPr>
                <p:nvPr/>
              </p:nvSpPr>
              <p:spPr>
                <a:xfrm>
                  <a:off x="9022080" y="2803740"/>
                  <a:ext cx="108000" cy="10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F45B5F60-52B5-25D9-A9BB-12C0E0E13308}"/>
                    </a:ext>
                  </a:extLst>
                </p:cNvPr>
                <p:cNvSpPr txBox="1"/>
                <p:nvPr/>
              </p:nvSpPr>
              <p:spPr>
                <a:xfrm>
                  <a:off x="9126769" y="2703852"/>
                  <a:ext cx="1922231" cy="307777"/>
                </a:xfrm>
                <a:prstGeom prst="rect">
                  <a:avLst/>
                </a:prstGeom>
                <a:noFill/>
              </p:spPr>
              <p:txBody>
                <a:bodyPr wrap="square" rtlCol="0">
                  <a:spAutoFit/>
                </a:bodyPr>
                <a:lstStyle/>
                <a:p>
                  <a:r>
                    <a:rPr lang="zh-CN" altLang="en-US" sz="1400" dirty="0"/>
                    <a:t>单击此处输入文本</a:t>
                  </a:r>
                </a:p>
              </p:txBody>
            </p:sp>
          </p:grpSp>
          <p:grpSp>
            <p:nvGrpSpPr>
              <p:cNvPr id="50" name="组合 49">
                <a:extLst>
                  <a:ext uri="{FF2B5EF4-FFF2-40B4-BE49-F238E27FC236}">
                    <a16:creationId xmlns:a16="http://schemas.microsoft.com/office/drawing/2014/main" id="{34DCC0A8-267A-6263-FB26-95E87E82AFCC}"/>
                  </a:ext>
                </a:extLst>
              </p:cNvPr>
              <p:cNvGrpSpPr/>
              <p:nvPr/>
            </p:nvGrpSpPr>
            <p:grpSpPr>
              <a:xfrm>
                <a:off x="9022080" y="3492655"/>
                <a:ext cx="2026920" cy="307777"/>
                <a:chOff x="9022080" y="3079772"/>
                <a:chExt cx="2026920" cy="307777"/>
              </a:xfrm>
            </p:grpSpPr>
            <p:sp>
              <p:nvSpPr>
                <p:cNvPr id="40" name="矩形 39">
                  <a:extLst>
                    <a:ext uri="{FF2B5EF4-FFF2-40B4-BE49-F238E27FC236}">
                      <a16:creationId xmlns:a16="http://schemas.microsoft.com/office/drawing/2014/main" id="{26DFC0B6-DBAE-39CE-0EF6-8348A69CD9C5}"/>
                    </a:ext>
                  </a:extLst>
                </p:cNvPr>
                <p:cNvSpPr>
                  <a:spLocks noChangeAspect="1"/>
                </p:cNvSpPr>
                <p:nvPr/>
              </p:nvSpPr>
              <p:spPr>
                <a:xfrm>
                  <a:off x="9022080" y="3179660"/>
                  <a:ext cx="108000" cy="10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3553C1C9-4F1A-4550-D1C6-31E8A56631CA}"/>
                    </a:ext>
                  </a:extLst>
                </p:cNvPr>
                <p:cNvSpPr txBox="1"/>
                <p:nvPr/>
              </p:nvSpPr>
              <p:spPr>
                <a:xfrm>
                  <a:off x="9126769" y="3079772"/>
                  <a:ext cx="1922231" cy="307777"/>
                </a:xfrm>
                <a:prstGeom prst="rect">
                  <a:avLst/>
                </a:prstGeom>
                <a:noFill/>
              </p:spPr>
              <p:txBody>
                <a:bodyPr wrap="square" rtlCol="0">
                  <a:spAutoFit/>
                </a:bodyPr>
                <a:lstStyle/>
                <a:p>
                  <a:r>
                    <a:rPr lang="zh-CN" altLang="en-US" sz="1400" dirty="0"/>
                    <a:t>单击此处输入文本</a:t>
                  </a:r>
                </a:p>
              </p:txBody>
            </p:sp>
          </p:grpSp>
        </p:grpSp>
        <p:grpSp>
          <p:nvGrpSpPr>
            <p:cNvPr id="55" name="组合 54">
              <a:extLst>
                <a:ext uri="{FF2B5EF4-FFF2-40B4-BE49-F238E27FC236}">
                  <a16:creationId xmlns:a16="http://schemas.microsoft.com/office/drawing/2014/main" id="{C8A7A4AB-7A00-8415-C05E-032A84602E93}"/>
                </a:ext>
              </a:extLst>
            </p:cNvPr>
            <p:cNvGrpSpPr/>
            <p:nvPr/>
          </p:nvGrpSpPr>
          <p:grpSpPr>
            <a:xfrm>
              <a:off x="643080" y="4560485"/>
              <a:ext cx="2481163" cy="1505181"/>
              <a:chOff x="736599" y="4570876"/>
              <a:chExt cx="2481163" cy="1505181"/>
            </a:xfrm>
          </p:grpSpPr>
          <p:sp>
            <p:nvSpPr>
              <p:cNvPr id="53" name="文本框 52">
                <a:extLst>
                  <a:ext uri="{FF2B5EF4-FFF2-40B4-BE49-F238E27FC236}">
                    <a16:creationId xmlns:a16="http://schemas.microsoft.com/office/drawing/2014/main" id="{845EEA36-F561-DAD3-D010-8A7882A8AE2D}"/>
                  </a:ext>
                </a:extLst>
              </p:cNvPr>
              <p:cNvSpPr txBox="1"/>
              <p:nvPr/>
            </p:nvSpPr>
            <p:spPr>
              <a:xfrm>
                <a:off x="736599" y="4971909"/>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54" name="文本框 53">
                <a:extLst>
                  <a:ext uri="{FF2B5EF4-FFF2-40B4-BE49-F238E27FC236}">
                    <a16:creationId xmlns:a16="http://schemas.microsoft.com/office/drawing/2014/main" id="{12162050-6965-3742-1A36-8C925A890DAB}"/>
                  </a:ext>
                </a:extLst>
              </p:cNvPr>
              <p:cNvSpPr txBox="1"/>
              <p:nvPr/>
            </p:nvSpPr>
            <p:spPr>
              <a:xfrm>
                <a:off x="736599" y="4570876"/>
                <a:ext cx="1911880" cy="369332"/>
              </a:xfrm>
              <a:prstGeom prst="rect">
                <a:avLst/>
              </a:prstGeom>
              <a:noFill/>
            </p:spPr>
            <p:txBody>
              <a:bodyPr wrap="square">
                <a:spAutoFit/>
              </a:bodyPr>
              <a:lstStyle/>
              <a:p>
                <a:r>
                  <a:rPr lang="zh-CN" altLang="en-US" b="1">
                    <a:solidFill>
                      <a:srgbClr val="F8F8F8"/>
                    </a:solidFill>
                    <a:latin typeface="+mj-ea"/>
                    <a:ea typeface="+mj-ea"/>
                  </a:rPr>
                  <a:t>新人帮带计划</a:t>
                </a:r>
                <a:endParaRPr lang="zh-CN" altLang="en-US" b="1" dirty="0">
                  <a:solidFill>
                    <a:srgbClr val="F8F8F8"/>
                  </a:solidFill>
                  <a:latin typeface="+mj-ea"/>
                  <a:ea typeface="+mj-ea"/>
                </a:endParaRPr>
              </a:p>
            </p:txBody>
          </p:sp>
        </p:grpSp>
        <p:grpSp>
          <p:nvGrpSpPr>
            <p:cNvPr id="74" name="组合 73">
              <a:extLst>
                <a:ext uri="{FF2B5EF4-FFF2-40B4-BE49-F238E27FC236}">
                  <a16:creationId xmlns:a16="http://schemas.microsoft.com/office/drawing/2014/main" id="{87E47BA1-31AC-28C7-ECE5-2910EABC4857}"/>
                </a:ext>
              </a:extLst>
            </p:cNvPr>
            <p:cNvGrpSpPr/>
            <p:nvPr/>
          </p:nvGrpSpPr>
          <p:grpSpPr>
            <a:xfrm>
              <a:off x="3514436" y="4560485"/>
              <a:ext cx="2481163" cy="1505181"/>
              <a:chOff x="3514436" y="4560485"/>
              <a:chExt cx="2481163" cy="1505181"/>
            </a:xfrm>
          </p:grpSpPr>
          <p:sp>
            <p:nvSpPr>
              <p:cNvPr id="64" name="文本框 63">
                <a:extLst>
                  <a:ext uri="{FF2B5EF4-FFF2-40B4-BE49-F238E27FC236}">
                    <a16:creationId xmlns:a16="http://schemas.microsoft.com/office/drawing/2014/main" id="{6CE2F488-847E-882D-BDBE-1661E49B3CE6}"/>
                  </a:ext>
                </a:extLst>
              </p:cNvPr>
              <p:cNvSpPr txBox="1"/>
              <p:nvPr/>
            </p:nvSpPr>
            <p:spPr>
              <a:xfrm>
                <a:off x="3514436"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65" name="文本框 64">
                <a:extLst>
                  <a:ext uri="{FF2B5EF4-FFF2-40B4-BE49-F238E27FC236}">
                    <a16:creationId xmlns:a16="http://schemas.microsoft.com/office/drawing/2014/main" id="{26884FFD-9896-5D88-D268-7FB2951626B4}"/>
                  </a:ext>
                </a:extLst>
              </p:cNvPr>
              <p:cNvSpPr txBox="1"/>
              <p:nvPr/>
            </p:nvSpPr>
            <p:spPr>
              <a:xfrm>
                <a:off x="3514436" y="4560485"/>
                <a:ext cx="1911880" cy="369332"/>
              </a:xfrm>
              <a:prstGeom prst="rect">
                <a:avLst/>
              </a:prstGeom>
              <a:noFill/>
            </p:spPr>
            <p:txBody>
              <a:bodyPr wrap="square">
                <a:spAutoFit/>
              </a:bodyPr>
              <a:lstStyle/>
              <a:p>
                <a:r>
                  <a:rPr lang="zh-CN" altLang="en-US" b="1">
                    <a:solidFill>
                      <a:srgbClr val="F8F8F8"/>
                    </a:solidFill>
                    <a:latin typeface="+mj-ea"/>
                    <a:ea typeface="+mj-ea"/>
                  </a:rPr>
                  <a:t>激励与支持同事</a:t>
                </a:r>
                <a:endParaRPr lang="zh-CN" altLang="en-US" b="1" dirty="0">
                  <a:solidFill>
                    <a:srgbClr val="F8F8F8"/>
                  </a:solidFill>
                  <a:latin typeface="+mj-ea"/>
                  <a:ea typeface="+mj-ea"/>
                </a:endParaRPr>
              </a:p>
            </p:txBody>
          </p:sp>
        </p:grpSp>
        <p:grpSp>
          <p:nvGrpSpPr>
            <p:cNvPr id="75" name="组合 74">
              <a:extLst>
                <a:ext uri="{FF2B5EF4-FFF2-40B4-BE49-F238E27FC236}">
                  <a16:creationId xmlns:a16="http://schemas.microsoft.com/office/drawing/2014/main" id="{134DAD1F-CAA2-68C5-9036-BF13E5C022F7}"/>
                </a:ext>
              </a:extLst>
            </p:cNvPr>
            <p:cNvGrpSpPr/>
            <p:nvPr/>
          </p:nvGrpSpPr>
          <p:grpSpPr>
            <a:xfrm>
              <a:off x="6385792" y="4560485"/>
              <a:ext cx="2481163" cy="1505181"/>
              <a:chOff x="6385792" y="4560485"/>
              <a:chExt cx="2481163" cy="1505181"/>
            </a:xfrm>
          </p:grpSpPr>
          <p:sp>
            <p:nvSpPr>
              <p:cNvPr id="67" name="文本框 66">
                <a:extLst>
                  <a:ext uri="{FF2B5EF4-FFF2-40B4-BE49-F238E27FC236}">
                    <a16:creationId xmlns:a16="http://schemas.microsoft.com/office/drawing/2014/main" id="{BA0A1C2F-5E03-BC35-A074-F6E137FD28E8}"/>
                  </a:ext>
                </a:extLst>
              </p:cNvPr>
              <p:cNvSpPr txBox="1"/>
              <p:nvPr/>
            </p:nvSpPr>
            <p:spPr>
              <a:xfrm>
                <a:off x="6385792"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68" name="文本框 67">
                <a:extLst>
                  <a:ext uri="{FF2B5EF4-FFF2-40B4-BE49-F238E27FC236}">
                    <a16:creationId xmlns:a16="http://schemas.microsoft.com/office/drawing/2014/main" id="{0899A9C2-D27E-8450-0095-16E4DFFB2960}"/>
                  </a:ext>
                </a:extLst>
              </p:cNvPr>
              <p:cNvSpPr txBox="1"/>
              <p:nvPr/>
            </p:nvSpPr>
            <p:spPr>
              <a:xfrm>
                <a:off x="6385792" y="4560485"/>
                <a:ext cx="1911880" cy="369332"/>
              </a:xfrm>
              <a:prstGeom prst="rect">
                <a:avLst/>
              </a:prstGeom>
              <a:noFill/>
            </p:spPr>
            <p:txBody>
              <a:bodyPr wrap="square">
                <a:spAutoFit/>
              </a:bodyPr>
              <a:lstStyle/>
              <a:p>
                <a:r>
                  <a:rPr lang="zh-CN" altLang="en-US" b="1">
                    <a:solidFill>
                      <a:srgbClr val="F8F8F8"/>
                    </a:solidFill>
                    <a:latin typeface="+mj-ea"/>
                    <a:ea typeface="+mj-ea"/>
                  </a:rPr>
                  <a:t>内部流程优化</a:t>
                </a:r>
                <a:endParaRPr lang="zh-CN" altLang="en-US" b="1" dirty="0">
                  <a:solidFill>
                    <a:srgbClr val="F8F8F8"/>
                  </a:solidFill>
                  <a:latin typeface="+mj-ea"/>
                  <a:ea typeface="+mj-ea"/>
                </a:endParaRPr>
              </a:p>
            </p:txBody>
          </p:sp>
        </p:grpSp>
        <p:grpSp>
          <p:nvGrpSpPr>
            <p:cNvPr id="76" name="组合 75">
              <a:extLst>
                <a:ext uri="{FF2B5EF4-FFF2-40B4-BE49-F238E27FC236}">
                  <a16:creationId xmlns:a16="http://schemas.microsoft.com/office/drawing/2014/main" id="{15BD981F-C3B7-FA38-A4C3-94F1F04A0827}"/>
                </a:ext>
              </a:extLst>
            </p:cNvPr>
            <p:cNvGrpSpPr/>
            <p:nvPr/>
          </p:nvGrpSpPr>
          <p:grpSpPr>
            <a:xfrm>
              <a:off x="9257147" y="4560485"/>
              <a:ext cx="2481163" cy="1505181"/>
              <a:chOff x="9257147" y="4560485"/>
              <a:chExt cx="2481163" cy="1505181"/>
            </a:xfrm>
          </p:grpSpPr>
          <p:sp>
            <p:nvSpPr>
              <p:cNvPr id="70" name="文本框 69">
                <a:extLst>
                  <a:ext uri="{FF2B5EF4-FFF2-40B4-BE49-F238E27FC236}">
                    <a16:creationId xmlns:a16="http://schemas.microsoft.com/office/drawing/2014/main" id="{BA9FC0B7-835C-6242-A5CB-98C9E688BE4B}"/>
                  </a:ext>
                </a:extLst>
              </p:cNvPr>
              <p:cNvSpPr txBox="1"/>
              <p:nvPr/>
            </p:nvSpPr>
            <p:spPr>
              <a:xfrm>
                <a:off x="9257147" y="4961518"/>
                <a:ext cx="2481163" cy="1104148"/>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单击此处添加文本单击此处添加文本单击此处添加文本单击此处添加文本单击此处添加文本单击此处添加文本</a:t>
                </a:r>
                <a:endParaRPr lang="en-US" altLang="zh-CN" sz="1400" dirty="0">
                  <a:solidFill>
                    <a:srgbClr val="F8F8F8"/>
                  </a:solidFill>
                </a:endParaRPr>
              </a:p>
            </p:txBody>
          </p:sp>
          <p:sp>
            <p:nvSpPr>
              <p:cNvPr id="71" name="文本框 70">
                <a:extLst>
                  <a:ext uri="{FF2B5EF4-FFF2-40B4-BE49-F238E27FC236}">
                    <a16:creationId xmlns:a16="http://schemas.microsoft.com/office/drawing/2014/main" id="{3CE06ED5-E4BE-B4F9-CF20-DDA91AC298F3}"/>
                  </a:ext>
                </a:extLst>
              </p:cNvPr>
              <p:cNvSpPr txBox="1"/>
              <p:nvPr/>
            </p:nvSpPr>
            <p:spPr>
              <a:xfrm>
                <a:off x="9257147" y="4560485"/>
                <a:ext cx="1911880" cy="369332"/>
              </a:xfrm>
              <a:prstGeom prst="rect">
                <a:avLst/>
              </a:prstGeom>
              <a:noFill/>
            </p:spPr>
            <p:txBody>
              <a:bodyPr wrap="square">
                <a:spAutoFit/>
              </a:bodyPr>
              <a:lstStyle/>
              <a:p>
                <a:r>
                  <a:rPr lang="zh-CN" altLang="en-US" b="1">
                    <a:solidFill>
                      <a:srgbClr val="F8F8F8"/>
                    </a:solidFill>
                    <a:latin typeface="+mj-ea"/>
                    <a:ea typeface="+mj-ea"/>
                  </a:rPr>
                  <a:t>目标协同完成</a:t>
                </a:r>
                <a:endParaRPr lang="zh-CN" altLang="en-US" b="1" dirty="0">
                  <a:solidFill>
                    <a:srgbClr val="F8F8F8"/>
                  </a:solidFill>
                  <a:latin typeface="+mj-ea"/>
                  <a:ea typeface="+mj-ea"/>
                </a:endParaRPr>
              </a:p>
            </p:txBody>
          </p:sp>
        </p:grpSp>
      </p:grpSp>
    </p:spTree>
    <p:extLst>
      <p:ext uri="{BB962C8B-B14F-4D97-AF65-F5344CB8AC3E}">
        <p14:creationId xmlns:p14="http://schemas.microsoft.com/office/powerpoint/2010/main" val="326910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D15CED-E71D-5A9A-1D63-0600666E296D}"/>
              </a:ext>
            </a:extLst>
          </p:cNvPr>
          <p:cNvSpPr>
            <a:spLocks noGrp="1"/>
          </p:cNvSpPr>
          <p:nvPr>
            <p:ph type="title"/>
          </p:nvPr>
        </p:nvSpPr>
        <p:spPr/>
        <p:txBody>
          <a:bodyPr/>
          <a:lstStyle/>
          <a:p>
            <a:r>
              <a:rPr lang="zh-CN" altLang="en-US" dirty="0"/>
              <a:t>创新与探索计划</a:t>
            </a:r>
          </a:p>
        </p:txBody>
      </p:sp>
      <p:grpSp>
        <p:nvGrpSpPr>
          <p:cNvPr id="6" name="组合 5">
            <a:extLst>
              <a:ext uri="{FF2B5EF4-FFF2-40B4-BE49-F238E27FC236}">
                <a16:creationId xmlns:a16="http://schemas.microsoft.com/office/drawing/2014/main" id="{675863EA-996E-5D02-B619-E4E60B38EC24}"/>
              </a:ext>
            </a:extLst>
          </p:cNvPr>
          <p:cNvGrpSpPr/>
          <p:nvPr/>
        </p:nvGrpSpPr>
        <p:grpSpPr>
          <a:xfrm>
            <a:off x="975530" y="624841"/>
            <a:ext cx="10240940" cy="6400799"/>
            <a:chOff x="975530" y="624841"/>
            <a:chExt cx="10240940" cy="6400799"/>
          </a:xfrm>
        </p:grpSpPr>
        <p:sp>
          <p:nvSpPr>
            <p:cNvPr id="3" name="任意多边形: 形状 2">
              <a:extLst>
                <a:ext uri="{FF2B5EF4-FFF2-40B4-BE49-F238E27FC236}">
                  <a16:creationId xmlns:a16="http://schemas.microsoft.com/office/drawing/2014/main" id="{19D3BB83-DF3D-DBB3-FA29-772BC1863EDB}"/>
                </a:ext>
              </a:extLst>
            </p:cNvPr>
            <p:cNvSpPr/>
            <p:nvPr/>
          </p:nvSpPr>
          <p:spPr>
            <a:xfrm flipV="1">
              <a:off x="975530" y="624841"/>
              <a:ext cx="10240940" cy="6400799"/>
            </a:xfrm>
            <a:custGeom>
              <a:avLst/>
              <a:gdLst>
                <a:gd name="connsiteX0" fmla="*/ 13908 w 8903040"/>
                <a:gd name="connsiteY0" fmla="*/ 11 h 5252498"/>
                <a:gd name="connsiteX1" fmla="*/ 582360 w 8903040"/>
                <a:gd name="connsiteY1" fmla="*/ 6202 h 5252498"/>
                <a:gd name="connsiteX2" fmla="*/ 1150526 w 8903040"/>
                <a:gd name="connsiteY2" fmla="*/ 25442 h 5252498"/>
                <a:gd name="connsiteX3" fmla="*/ 1718121 w 8903040"/>
                <a:gd name="connsiteY3" fmla="*/ 65447 h 5252498"/>
                <a:gd name="connsiteX4" fmla="*/ 2001108 w 8903040"/>
                <a:gd name="connsiteY4" fmla="*/ 102023 h 5252498"/>
                <a:gd name="connsiteX5" fmla="*/ 2141888 w 8903040"/>
                <a:gd name="connsiteY5" fmla="*/ 130598 h 5252498"/>
                <a:gd name="connsiteX6" fmla="*/ 2211802 w 8903040"/>
                <a:gd name="connsiteY6" fmla="*/ 150601 h 5252498"/>
                <a:gd name="connsiteX7" fmla="*/ 2280858 w 8903040"/>
                <a:gd name="connsiteY7" fmla="*/ 179557 h 5252498"/>
                <a:gd name="connsiteX8" fmla="*/ 2314195 w 8903040"/>
                <a:gd name="connsiteY8" fmla="*/ 202512 h 5252498"/>
                <a:gd name="connsiteX9" fmla="*/ 2340389 w 8903040"/>
                <a:gd name="connsiteY9" fmla="*/ 242993 h 5252498"/>
                <a:gd name="connsiteX10" fmla="*/ 2342103 w 8903040"/>
                <a:gd name="connsiteY10" fmla="*/ 256900 h 5252498"/>
                <a:gd name="connsiteX11" fmla="*/ 2341723 w 8903040"/>
                <a:gd name="connsiteY11" fmla="*/ 267568 h 5252498"/>
                <a:gd name="connsiteX12" fmla="*/ 2338579 w 8903040"/>
                <a:gd name="connsiteY12" fmla="*/ 288428 h 5252498"/>
                <a:gd name="connsiteX13" fmla="*/ 2324482 w 8903040"/>
                <a:gd name="connsiteY13" fmla="*/ 327004 h 5252498"/>
                <a:gd name="connsiteX14" fmla="*/ 2278000 w 8903040"/>
                <a:gd name="connsiteY14" fmla="*/ 389202 h 5252498"/>
                <a:gd name="connsiteX15" fmla="*/ 2221517 w 8903040"/>
                <a:gd name="connsiteY15" fmla="*/ 437684 h 5252498"/>
                <a:gd name="connsiteX16" fmla="*/ 2098454 w 8903040"/>
                <a:gd name="connsiteY16" fmla="*/ 514646 h 5252498"/>
                <a:gd name="connsiteX17" fmla="*/ 1970438 w 8903040"/>
                <a:gd name="connsiteY17" fmla="*/ 579131 h 5252498"/>
                <a:gd name="connsiteX18" fmla="*/ 1455802 w 8903040"/>
                <a:gd name="connsiteY18" fmla="*/ 816970 h 5252498"/>
                <a:gd name="connsiteX19" fmla="*/ 1334930 w 8903040"/>
                <a:gd name="connsiteY19" fmla="*/ 886979 h 5252498"/>
                <a:gd name="connsiteX20" fmla="*/ 1226535 w 8903040"/>
                <a:gd name="connsiteY20" fmla="*/ 970513 h 5252498"/>
                <a:gd name="connsiteX21" fmla="*/ 1153098 w 8903040"/>
                <a:gd name="connsiteY21" fmla="*/ 1075669 h 5252498"/>
                <a:gd name="connsiteX22" fmla="*/ 1144620 w 8903040"/>
                <a:gd name="connsiteY22" fmla="*/ 1135105 h 5252498"/>
                <a:gd name="connsiteX23" fmla="*/ 1146240 w 8903040"/>
                <a:gd name="connsiteY23" fmla="*/ 1150154 h 5252498"/>
                <a:gd name="connsiteX24" fmla="*/ 1149288 w 8903040"/>
                <a:gd name="connsiteY24" fmla="*/ 1161489 h 5252498"/>
                <a:gd name="connsiteX25" fmla="*/ 1163099 w 8903040"/>
                <a:gd name="connsiteY25" fmla="*/ 1182539 h 5252498"/>
                <a:gd name="connsiteX26" fmla="*/ 1213010 w 8903040"/>
                <a:gd name="connsiteY26" fmla="*/ 1217115 h 5252498"/>
                <a:gd name="connsiteX27" fmla="*/ 1275208 w 8903040"/>
                <a:gd name="connsiteY27" fmla="*/ 1241404 h 5252498"/>
                <a:gd name="connsiteX28" fmla="*/ 1409796 w 8903040"/>
                <a:gd name="connsiteY28" fmla="*/ 1272646 h 5252498"/>
                <a:gd name="connsiteX29" fmla="*/ 1689165 w 8903040"/>
                <a:gd name="connsiteY29" fmla="*/ 1303983 h 5252498"/>
                <a:gd name="connsiteX30" fmla="*/ 2255045 w 8903040"/>
                <a:gd name="connsiteY30" fmla="*/ 1322557 h 5252498"/>
                <a:gd name="connsiteX31" fmla="*/ 2822640 w 8903040"/>
                <a:gd name="connsiteY31" fmla="*/ 1321700 h 5252498"/>
                <a:gd name="connsiteX32" fmla="*/ 3959639 w 8903040"/>
                <a:gd name="connsiteY32" fmla="*/ 1319795 h 5252498"/>
                <a:gd name="connsiteX33" fmla="*/ 4528948 w 8903040"/>
                <a:gd name="connsiteY33" fmla="*/ 1339416 h 5252498"/>
                <a:gd name="connsiteX34" fmla="*/ 5097781 w 8903040"/>
                <a:gd name="connsiteY34" fmla="*/ 1398471 h 5252498"/>
                <a:gd name="connsiteX35" fmla="*/ 5379626 w 8903040"/>
                <a:gd name="connsiteY35" fmla="*/ 1462098 h 5252498"/>
                <a:gd name="connsiteX36" fmla="*/ 5517548 w 8903040"/>
                <a:gd name="connsiteY36" fmla="*/ 1513247 h 5252498"/>
                <a:gd name="connsiteX37" fmla="*/ 5647850 w 8903040"/>
                <a:gd name="connsiteY37" fmla="*/ 1591067 h 5252498"/>
                <a:gd name="connsiteX38" fmla="*/ 5745577 w 8903040"/>
                <a:gd name="connsiteY38" fmla="*/ 1719845 h 5252498"/>
                <a:gd name="connsiteX39" fmla="*/ 5761103 w 8903040"/>
                <a:gd name="connsiteY39" fmla="*/ 1802808 h 5252498"/>
                <a:gd name="connsiteX40" fmla="*/ 5754911 w 8903040"/>
                <a:gd name="connsiteY40" fmla="*/ 1881103 h 5252498"/>
                <a:gd name="connsiteX41" fmla="*/ 5701095 w 8903040"/>
                <a:gd name="connsiteY41" fmla="*/ 2027502 h 5252498"/>
                <a:gd name="connsiteX42" fmla="*/ 5605940 w 8903040"/>
                <a:gd name="connsiteY42" fmla="*/ 2146946 h 5252498"/>
                <a:gd name="connsiteX43" fmla="*/ 5364481 w 8903040"/>
                <a:gd name="connsiteY43" fmla="*/ 2316300 h 5252498"/>
                <a:gd name="connsiteX44" fmla="*/ 5100925 w 8903040"/>
                <a:gd name="connsiteY44" fmla="*/ 2434982 h 5252498"/>
                <a:gd name="connsiteX45" fmla="*/ 4558571 w 8903040"/>
                <a:gd name="connsiteY45" fmla="*/ 2614814 h 5252498"/>
                <a:gd name="connsiteX46" fmla="*/ 4018218 w 8903040"/>
                <a:gd name="connsiteY46" fmla="*/ 2784168 h 5252498"/>
                <a:gd name="connsiteX47" fmla="*/ 3756280 w 8903040"/>
                <a:gd name="connsiteY47" fmla="*/ 2884467 h 5252498"/>
                <a:gd name="connsiteX48" fmla="*/ 3510631 w 8903040"/>
                <a:gd name="connsiteY48" fmla="*/ 3010959 h 5252498"/>
                <a:gd name="connsiteX49" fmla="*/ 3310224 w 8903040"/>
                <a:gd name="connsiteY49" fmla="*/ 3184885 h 5252498"/>
                <a:gd name="connsiteX50" fmla="*/ 3227357 w 8903040"/>
                <a:gd name="connsiteY50" fmla="*/ 3418248 h 5252498"/>
                <a:gd name="connsiteX51" fmla="*/ 3280316 w 8903040"/>
                <a:gd name="connsiteY51" fmla="*/ 3674089 h 5252498"/>
                <a:gd name="connsiteX52" fmla="*/ 3426525 w 8903040"/>
                <a:gd name="connsiteY52" fmla="*/ 3896688 h 5252498"/>
                <a:gd name="connsiteX53" fmla="*/ 3630264 w 8903040"/>
                <a:gd name="connsiteY53" fmla="*/ 4078330 h 5252498"/>
                <a:gd name="connsiteX54" fmla="*/ 3744564 w 8903040"/>
                <a:gd name="connsiteY54" fmla="*/ 4156054 h 5252498"/>
                <a:gd name="connsiteX55" fmla="*/ 3864294 w 8903040"/>
                <a:gd name="connsiteY55" fmla="*/ 4226539 h 5252498"/>
                <a:gd name="connsiteX56" fmla="*/ 4114897 w 8903040"/>
                <a:gd name="connsiteY56" fmla="*/ 4349697 h 5252498"/>
                <a:gd name="connsiteX57" fmla="*/ 4375215 w 8903040"/>
                <a:gd name="connsiteY57" fmla="*/ 4454092 h 5252498"/>
                <a:gd name="connsiteX58" fmla="*/ 4912520 w 8903040"/>
                <a:gd name="connsiteY58" fmla="*/ 4622398 h 5252498"/>
                <a:gd name="connsiteX59" fmla="*/ 5462017 w 8903040"/>
                <a:gd name="connsiteY59" fmla="*/ 4752414 h 5252498"/>
                <a:gd name="connsiteX60" fmla="*/ 6578252 w 8903040"/>
                <a:gd name="connsiteY60" fmla="*/ 4937390 h 5252498"/>
                <a:gd name="connsiteX61" fmla="*/ 7705059 w 8903040"/>
                <a:gd name="connsiteY61" fmla="*/ 5053785 h 5252498"/>
                <a:gd name="connsiteX62" fmla="*/ 8270369 w 8903040"/>
                <a:gd name="connsiteY62" fmla="*/ 5091695 h 5252498"/>
                <a:gd name="connsiteX63" fmla="*/ 8835582 w 8903040"/>
                <a:gd name="connsiteY63" fmla="*/ 5115507 h 5252498"/>
                <a:gd name="connsiteX64" fmla="*/ 8836248 w 8903040"/>
                <a:gd name="connsiteY64" fmla="*/ 5115507 h 5252498"/>
                <a:gd name="connsiteX65" fmla="*/ 8903019 w 8903040"/>
                <a:gd name="connsiteY65" fmla="*/ 5185706 h 5252498"/>
                <a:gd name="connsiteX66" fmla="*/ 8832819 w 8903040"/>
                <a:gd name="connsiteY66" fmla="*/ 5252477 h 5252498"/>
                <a:gd name="connsiteX67" fmla="*/ 8832438 w 8903040"/>
                <a:gd name="connsiteY67" fmla="*/ 5252477 h 5252498"/>
                <a:gd name="connsiteX68" fmla="*/ 8262653 w 8903040"/>
                <a:gd name="connsiteY68" fmla="*/ 5225045 h 5252498"/>
                <a:gd name="connsiteX69" fmla="*/ 7694582 w 8903040"/>
                <a:gd name="connsiteY69" fmla="*/ 5183516 h 5252498"/>
                <a:gd name="connsiteX70" fmla="*/ 6561964 w 8903040"/>
                <a:gd name="connsiteY70" fmla="*/ 5059691 h 5252498"/>
                <a:gd name="connsiteX71" fmla="*/ 5438014 w 8903040"/>
                <a:gd name="connsiteY71" fmla="*/ 4866429 h 5252498"/>
                <a:gd name="connsiteX72" fmla="*/ 4882802 w 8903040"/>
                <a:gd name="connsiteY72" fmla="*/ 4731555 h 5252498"/>
                <a:gd name="connsiteX73" fmla="*/ 4337210 w 8903040"/>
                <a:gd name="connsiteY73" fmla="*/ 4557056 h 5252498"/>
                <a:gd name="connsiteX74" fmla="*/ 4070986 w 8903040"/>
                <a:gd name="connsiteY74" fmla="*/ 4448472 h 5252498"/>
                <a:gd name="connsiteX75" fmla="*/ 3812668 w 8903040"/>
                <a:gd name="connsiteY75" fmla="*/ 4319598 h 5252498"/>
                <a:gd name="connsiteX76" fmla="*/ 3688081 w 8903040"/>
                <a:gd name="connsiteY76" fmla="*/ 4245208 h 5252498"/>
                <a:gd name="connsiteX77" fmla="*/ 3568066 w 8903040"/>
                <a:gd name="connsiteY77" fmla="*/ 4162531 h 5252498"/>
                <a:gd name="connsiteX78" fmla="*/ 3349848 w 8903040"/>
                <a:gd name="connsiteY78" fmla="*/ 3965363 h 5252498"/>
                <a:gd name="connsiteX79" fmla="*/ 3187352 w 8903040"/>
                <a:gd name="connsiteY79" fmla="*/ 3714094 h 5252498"/>
                <a:gd name="connsiteX80" fmla="*/ 3127916 w 8903040"/>
                <a:gd name="connsiteY80" fmla="*/ 3417295 h 5252498"/>
                <a:gd name="connsiteX81" fmla="*/ 3156300 w 8903040"/>
                <a:gd name="connsiteY81" fmla="*/ 3261847 h 5252498"/>
                <a:gd name="connsiteX82" fmla="*/ 3232691 w 8903040"/>
                <a:gd name="connsiteY82" fmla="*/ 3125354 h 5252498"/>
                <a:gd name="connsiteX83" fmla="*/ 3459576 w 8903040"/>
                <a:gd name="connsiteY83" fmla="*/ 2929425 h 5252498"/>
                <a:gd name="connsiteX84" fmla="*/ 3719133 w 8903040"/>
                <a:gd name="connsiteY84" fmla="*/ 2797408 h 5252498"/>
                <a:gd name="connsiteX85" fmla="*/ 3988214 w 8903040"/>
                <a:gd name="connsiteY85" fmla="*/ 2696062 h 5252498"/>
                <a:gd name="connsiteX86" fmla="*/ 4532949 w 8903040"/>
                <a:gd name="connsiteY86" fmla="*/ 2528708 h 5252498"/>
                <a:gd name="connsiteX87" fmla="*/ 5069873 w 8903040"/>
                <a:gd name="connsiteY87" fmla="*/ 2354210 h 5252498"/>
                <a:gd name="connsiteX88" fmla="*/ 5324667 w 8903040"/>
                <a:gd name="connsiteY88" fmla="*/ 2241243 h 5252498"/>
                <a:gd name="connsiteX89" fmla="*/ 5547933 w 8903040"/>
                <a:gd name="connsiteY89" fmla="*/ 2087033 h 5252498"/>
                <a:gd name="connsiteX90" fmla="*/ 5629943 w 8903040"/>
                <a:gd name="connsiteY90" fmla="*/ 1985592 h 5252498"/>
                <a:gd name="connsiteX91" fmla="*/ 5674329 w 8903040"/>
                <a:gd name="connsiteY91" fmla="*/ 1867196 h 5252498"/>
                <a:gd name="connsiteX92" fmla="*/ 5679663 w 8903040"/>
                <a:gd name="connsiteY92" fmla="*/ 1804141 h 5252498"/>
                <a:gd name="connsiteX93" fmla="*/ 5669567 w 8903040"/>
                <a:gd name="connsiteY93" fmla="*/ 1748134 h 5252498"/>
                <a:gd name="connsiteX94" fmla="*/ 5597272 w 8903040"/>
                <a:gd name="connsiteY94" fmla="*/ 1653551 h 5252498"/>
                <a:gd name="connsiteX95" fmla="*/ 5484592 w 8903040"/>
                <a:gd name="connsiteY95" fmla="*/ 1585733 h 5252498"/>
                <a:gd name="connsiteX96" fmla="*/ 5356576 w 8903040"/>
                <a:gd name="connsiteY96" fmla="*/ 1537536 h 5252498"/>
                <a:gd name="connsiteX97" fmla="*/ 5085018 w 8903040"/>
                <a:gd name="connsiteY97" fmla="*/ 1474671 h 5252498"/>
                <a:gd name="connsiteX98" fmla="*/ 4524567 w 8903040"/>
                <a:gd name="connsiteY98" fmla="*/ 1413330 h 5252498"/>
                <a:gd name="connsiteX99" fmla="*/ 3958591 w 8903040"/>
                <a:gd name="connsiteY99" fmla="*/ 1390661 h 5252498"/>
                <a:gd name="connsiteX100" fmla="*/ 2823211 w 8903040"/>
                <a:gd name="connsiteY100" fmla="*/ 1386089 h 5252498"/>
                <a:gd name="connsiteX101" fmla="*/ 2254664 w 8903040"/>
                <a:gd name="connsiteY101" fmla="*/ 1383708 h 5252498"/>
                <a:gd name="connsiteX102" fmla="*/ 1685259 w 8903040"/>
                <a:gd name="connsiteY102" fmla="*/ 1361705 h 5252498"/>
                <a:gd name="connsiteX103" fmla="*/ 1400462 w 8903040"/>
                <a:gd name="connsiteY103" fmla="*/ 1327986 h 5252498"/>
                <a:gd name="connsiteX104" fmla="*/ 1258730 w 8903040"/>
                <a:gd name="connsiteY104" fmla="*/ 1294172 h 5252498"/>
                <a:gd name="connsiteX105" fmla="*/ 1188912 w 8903040"/>
                <a:gd name="connsiteY105" fmla="*/ 1266359 h 5252498"/>
                <a:gd name="connsiteX106" fmla="*/ 1123380 w 8903040"/>
                <a:gd name="connsiteY106" fmla="*/ 1219592 h 5252498"/>
                <a:gd name="connsiteX107" fmla="*/ 1098996 w 8903040"/>
                <a:gd name="connsiteY107" fmla="*/ 1181301 h 5252498"/>
                <a:gd name="connsiteX108" fmla="*/ 1092995 w 8903040"/>
                <a:gd name="connsiteY108" fmla="*/ 1158441 h 5252498"/>
                <a:gd name="connsiteX109" fmla="*/ 1090899 w 8903040"/>
                <a:gd name="connsiteY109" fmla="*/ 1138153 h 5252498"/>
                <a:gd name="connsiteX110" fmla="*/ 1102806 w 8903040"/>
                <a:gd name="connsiteY110" fmla="*/ 1057952 h 5252498"/>
                <a:gd name="connsiteX111" fmla="*/ 1190436 w 8903040"/>
                <a:gd name="connsiteY111" fmla="*/ 932318 h 5252498"/>
                <a:gd name="connsiteX112" fmla="*/ 1307212 w 8903040"/>
                <a:gd name="connsiteY112" fmla="*/ 843354 h 5252498"/>
                <a:gd name="connsiteX113" fmla="*/ 1432466 w 8903040"/>
                <a:gd name="connsiteY113" fmla="*/ 771821 h 5252498"/>
                <a:gd name="connsiteX114" fmla="*/ 1950531 w 8903040"/>
                <a:gd name="connsiteY114" fmla="*/ 536078 h 5252498"/>
                <a:gd name="connsiteX115" fmla="*/ 2076546 w 8903040"/>
                <a:gd name="connsiteY115" fmla="*/ 473594 h 5252498"/>
                <a:gd name="connsiteX116" fmla="*/ 2194561 w 8903040"/>
                <a:gd name="connsiteY116" fmla="*/ 400823 h 5252498"/>
                <a:gd name="connsiteX117" fmla="*/ 2245996 w 8903040"/>
                <a:gd name="connsiteY117" fmla="*/ 357293 h 5252498"/>
                <a:gd name="connsiteX118" fmla="*/ 2284668 w 8903040"/>
                <a:gd name="connsiteY118" fmla="*/ 306525 h 5252498"/>
                <a:gd name="connsiteX119" fmla="*/ 2295145 w 8903040"/>
                <a:gd name="connsiteY119" fmla="*/ 278712 h 5252498"/>
                <a:gd name="connsiteX120" fmla="*/ 2297336 w 8903040"/>
                <a:gd name="connsiteY120" fmla="*/ 264425 h 5252498"/>
                <a:gd name="connsiteX121" fmla="*/ 2297622 w 8903040"/>
                <a:gd name="connsiteY121" fmla="*/ 257376 h 5252498"/>
                <a:gd name="connsiteX122" fmla="*/ 2297145 w 8903040"/>
                <a:gd name="connsiteY122" fmla="*/ 253661 h 5252498"/>
                <a:gd name="connsiteX123" fmla="*/ 2284763 w 8903040"/>
                <a:gd name="connsiteY123" fmla="*/ 235850 h 5252498"/>
                <a:gd name="connsiteX124" fmla="*/ 2259807 w 8903040"/>
                <a:gd name="connsiteY124" fmla="*/ 218609 h 5252498"/>
                <a:gd name="connsiteX125" fmla="*/ 2198181 w 8903040"/>
                <a:gd name="connsiteY125" fmla="*/ 192320 h 5252498"/>
                <a:gd name="connsiteX126" fmla="*/ 2131696 w 8903040"/>
                <a:gd name="connsiteY126" fmla="*/ 172794 h 5252498"/>
                <a:gd name="connsiteX127" fmla="*/ 1994346 w 8903040"/>
                <a:gd name="connsiteY127" fmla="*/ 143933 h 5252498"/>
                <a:gd name="connsiteX128" fmla="*/ 1714311 w 8903040"/>
                <a:gd name="connsiteY128" fmla="*/ 105643 h 5252498"/>
                <a:gd name="connsiteX129" fmla="*/ 1149002 w 8903040"/>
                <a:gd name="connsiteY129" fmla="*/ 61733 h 5252498"/>
                <a:gd name="connsiteX130" fmla="*/ 581883 w 8903040"/>
                <a:gd name="connsiteY130" fmla="*/ 38396 h 5252498"/>
                <a:gd name="connsiteX131" fmla="*/ 13908 w 8903040"/>
                <a:gd name="connsiteY131" fmla="*/ 27824 h 5252498"/>
                <a:gd name="connsiteX132" fmla="*/ 13812 w 8903040"/>
                <a:gd name="connsiteY132" fmla="*/ 27824 h 5252498"/>
                <a:gd name="connsiteX133" fmla="*/ 1 w 8903040"/>
                <a:gd name="connsiteY133" fmla="*/ 13822 h 5252498"/>
                <a:gd name="connsiteX134" fmla="*/ 13908 w 8903040"/>
                <a:gd name="connsiteY134" fmla="*/ 11 h 525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8903040" h="5252498">
                  <a:moveTo>
                    <a:pt x="13908" y="11"/>
                  </a:moveTo>
                  <a:cubicBezTo>
                    <a:pt x="203455" y="-180"/>
                    <a:pt x="392907" y="2201"/>
                    <a:pt x="582360" y="6202"/>
                  </a:cubicBezTo>
                  <a:cubicBezTo>
                    <a:pt x="771812" y="10298"/>
                    <a:pt x="961264" y="16394"/>
                    <a:pt x="1150526" y="25442"/>
                  </a:cubicBezTo>
                  <a:cubicBezTo>
                    <a:pt x="1339883" y="34682"/>
                    <a:pt x="1529145" y="46493"/>
                    <a:pt x="1718121" y="65447"/>
                  </a:cubicBezTo>
                  <a:cubicBezTo>
                    <a:pt x="1812609" y="75068"/>
                    <a:pt x="1907001" y="86307"/>
                    <a:pt x="2001108" y="102023"/>
                  </a:cubicBezTo>
                  <a:cubicBezTo>
                    <a:pt x="2048162" y="109929"/>
                    <a:pt x="2095120" y="118978"/>
                    <a:pt x="2141888" y="130598"/>
                  </a:cubicBezTo>
                  <a:cubicBezTo>
                    <a:pt x="2165224" y="136409"/>
                    <a:pt x="2188560" y="142886"/>
                    <a:pt x="2211802" y="150601"/>
                  </a:cubicBezTo>
                  <a:cubicBezTo>
                    <a:pt x="2234947" y="158411"/>
                    <a:pt x="2258093" y="167270"/>
                    <a:pt x="2280858" y="179557"/>
                  </a:cubicBezTo>
                  <a:cubicBezTo>
                    <a:pt x="2292192" y="185843"/>
                    <a:pt x="2303432" y="192892"/>
                    <a:pt x="2314195" y="202512"/>
                  </a:cubicBezTo>
                  <a:cubicBezTo>
                    <a:pt x="2324673" y="212037"/>
                    <a:pt x="2335722" y="224705"/>
                    <a:pt x="2340389" y="242993"/>
                  </a:cubicBezTo>
                  <a:cubicBezTo>
                    <a:pt x="2341437" y="247470"/>
                    <a:pt x="2342103" y="252233"/>
                    <a:pt x="2342103" y="256900"/>
                  </a:cubicBezTo>
                  <a:cubicBezTo>
                    <a:pt x="2342008" y="260615"/>
                    <a:pt x="2342008" y="264044"/>
                    <a:pt x="2341723" y="267568"/>
                  </a:cubicBezTo>
                  <a:cubicBezTo>
                    <a:pt x="2341151" y="274616"/>
                    <a:pt x="2340198" y="281570"/>
                    <a:pt x="2338579" y="288428"/>
                  </a:cubicBezTo>
                  <a:cubicBezTo>
                    <a:pt x="2335531" y="302048"/>
                    <a:pt x="2330578" y="315002"/>
                    <a:pt x="2324482" y="327004"/>
                  </a:cubicBezTo>
                  <a:cubicBezTo>
                    <a:pt x="2312195" y="351007"/>
                    <a:pt x="2295717" y="371200"/>
                    <a:pt x="2278000" y="389202"/>
                  </a:cubicBezTo>
                  <a:cubicBezTo>
                    <a:pt x="2260284" y="407204"/>
                    <a:pt x="2241138" y="423111"/>
                    <a:pt x="2221517" y="437684"/>
                  </a:cubicBezTo>
                  <a:cubicBezTo>
                    <a:pt x="2182083" y="466926"/>
                    <a:pt x="2140554" y="491596"/>
                    <a:pt x="2098454" y="514646"/>
                  </a:cubicBezTo>
                  <a:cubicBezTo>
                    <a:pt x="2056258" y="537602"/>
                    <a:pt x="2013491" y="558747"/>
                    <a:pt x="1970438" y="579131"/>
                  </a:cubicBezTo>
                  <a:cubicBezTo>
                    <a:pt x="1798321" y="660379"/>
                    <a:pt x="1621918" y="729911"/>
                    <a:pt x="1455802" y="816970"/>
                  </a:cubicBezTo>
                  <a:cubicBezTo>
                    <a:pt x="1414368" y="838782"/>
                    <a:pt x="1373792" y="861833"/>
                    <a:pt x="1334930" y="886979"/>
                  </a:cubicBezTo>
                  <a:cubicBezTo>
                    <a:pt x="1296163" y="912125"/>
                    <a:pt x="1259016" y="939461"/>
                    <a:pt x="1226535" y="970513"/>
                  </a:cubicBezTo>
                  <a:cubicBezTo>
                    <a:pt x="1194246" y="1001469"/>
                    <a:pt x="1166623" y="1036712"/>
                    <a:pt x="1153098" y="1075669"/>
                  </a:cubicBezTo>
                  <a:cubicBezTo>
                    <a:pt x="1146335" y="1095005"/>
                    <a:pt x="1143382" y="1115102"/>
                    <a:pt x="1144620" y="1135105"/>
                  </a:cubicBezTo>
                  <a:cubicBezTo>
                    <a:pt x="1145001" y="1140153"/>
                    <a:pt x="1145478" y="1145106"/>
                    <a:pt x="1146240" y="1150154"/>
                  </a:cubicBezTo>
                  <a:cubicBezTo>
                    <a:pt x="1146906" y="1154346"/>
                    <a:pt x="1147859" y="1157775"/>
                    <a:pt x="1149288" y="1161489"/>
                  </a:cubicBezTo>
                  <a:cubicBezTo>
                    <a:pt x="1152240" y="1168728"/>
                    <a:pt x="1156908" y="1175872"/>
                    <a:pt x="1163099" y="1182539"/>
                  </a:cubicBezTo>
                  <a:cubicBezTo>
                    <a:pt x="1175672" y="1196065"/>
                    <a:pt x="1193674" y="1207590"/>
                    <a:pt x="1213010" y="1217115"/>
                  </a:cubicBezTo>
                  <a:cubicBezTo>
                    <a:pt x="1232441" y="1226735"/>
                    <a:pt x="1253586" y="1234641"/>
                    <a:pt x="1275208" y="1241404"/>
                  </a:cubicBezTo>
                  <a:cubicBezTo>
                    <a:pt x="1318547" y="1255025"/>
                    <a:pt x="1363981" y="1264645"/>
                    <a:pt x="1409796" y="1272646"/>
                  </a:cubicBezTo>
                  <a:cubicBezTo>
                    <a:pt x="1501617" y="1288362"/>
                    <a:pt x="1595343" y="1297221"/>
                    <a:pt x="1689165" y="1303983"/>
                  </a:cubicBezTo>
                  <a:cubicBezTo>
                    <a:pt x="1876998" y="1317033"/>
                    <a:pt x="2066069" y="1320747"/>
                    <a:pt x="2255045" y="1322557"/>
                  </a:cubicBezTo>
                  <a:cubicBezTo>
                    <a:pt x="2444116" y="1324176"/>
                    <a:pt x="2633378" y="1323033"/>
                    <a:pt x="2822640" y="1321700"/>
                  </a:cubicBezTo>
                  <a:cubicBezTo>
                    <a:pt x="3201258" y="1318842"/>
                    <a:pt x="3580163" y="1314175"/>
                    <a:pt x="3959639" y="1319795"/>
                  </a:cubicBezTo>
                  <a:cubicBezTo>
                    <a:pt x="4149282" y="1322747"/>
                    <a:pt x="4339115" y="1328177"/>
                    <a:pt x="4528948" y="1339416"/>
                  </a:cubicBezTo>
                  <a:cubicBezTo>
                    <a:pt x="4718686" y="1350941"/>
                    <a:pt x="4908710" y="1367229"/>
                    <a:pt x="5097781" y="1398471"/>
                  </a:cubicBezTo>
                  <a:cubicBezTo>
                    <a:pt x="5192269" y="1414378"/>
                    <a:pt x="5286567" y="1433904"/>
                    <a:pt x="5379626" y="1462098"/>
                  </a:cubicBezTo>
                  <a:cubicBezTo>
                    <a:pt x="5426108" y="1476290"/>
                    <a:pt x="5472305" y="1492769"/>
                    <a:pt x="5517548" y="1513247"/>
                  </a:cubicBezTo>
                  <a:cubicBezTo>
                    <a:pt x="5562601" y="1533917"/>
                    <a:pt x="5607083" y="1558301"/>
                    <a:pt x="5647850" y="1591067"/>
                  </a:cubicBezTo>
                  <a:cubicBezTo>
                    <a:pt x="5688236" y="1623452"/>
                    <a:pt x="5725574" y="1666314"/>
                    <a:pt x="5745577" y="1719845"/>
                  </a:cubicBezTo>
                  <a:cubicBezTo>
                    <a:pt x="5755578" y="1746324"/>
                    <a:pt x="5760626" y="1774899"/>
                    <a:pt x="5761103" y="1802808"/>
                  </a:cubicBezTo>
                  <a:cubicBezTo>
                    <a:pt x="5761293" y="1829382"/>
                    <a:pt x="5759388" y="1855100"/>
                    <a:pt x="5754911" y="1881103"/>
                  </a:cubicBezTo>
                  <a:cubicBezTo>
                    <a:pt x="5746244" y="1932824"/>
                    <a:pt x="5727288" y="1982830"/>
                    <a:pt x="5701095" y="2027502"/>
                  </a:cubicBezTo>
                  <a:cubicBezTo>
                    <a:pt x="5674996" y="2072365"/>
                    <a:pt x="5641945" y="2111894"/>
                    <a:pt x="5605940" y="2146946"/>
                  </a:cubicBezTo>
                  <a:cubicBezTo>
                    <a:pt x="5533550" y="2217145"/>
                    <a:pt x="5449920" y="2270294"/>
                    <a:pt x="5364481" y="2316300"/>
                  </a:cubicBezTo>
                  <a:cubicBezTo>
                    <a:pt x="5278756" y="2362020"/>
                    <a:pt x="5190174" y="2400216"/>
                    <a:pt x="5100925" y="2434982"/>
                  </a:cubicBezTo>
                  <a:cubicBezTo>
                    <a:pt x="4922140" y="2504133"/>
                    <a:pt x="4740022" y="2559759"/>
                    <a:pt x="4558571" y="2614814"/>
                  </a:cubicBezTo>
                  <a:cubicBezTo>
                    <a:pt x="4377120" y="2669678"/>
                    <a:pt x="4195859" y="2722923"/>
                    <a:pt x="4018218" y="2784168"/>
                  </a:cubicBezTo>
                  <a:cubicBezTo>
                    <a:pt x="3929445" y="2814839"/>
                    <a:pt x="3841719" y="2847605"/>
                    <a:pt x="3756280" y="2884467"/>
                  </a:cubicBezTo>
                  <a:cubicBezTo>
                    <a:pt x="3670936" y="2921424"/>
                    <a:pt x="3587688" y="2962381"/>
                    <a:pt x="3510631" y="3010959"/>
                  </a:cubicBezTo>
                  <a:cubicBezTo>
                    <a:pt x="3433859" y="3059536"/>
                    <a:pt x="3362707" y="3116305"/>
                    <a:pt x="3310224" y="3184885"/>
                  </a:cubicBezTo>
                  <a:cubicBezTo>
                    <a:pt x="3257456" y="3253084"/>
                    <a:pt x="3227357" y="3333856"/>
                    <a:pt x="3227357" y="3418248"/>
                  </a:cubicBezTo>
                  <a:cubicBezTo>
                    <a:pt x="3227071" y="3505877"/>
                    <a:pt x="3245169" y="3593317"/>
                    <a:pt x="3280316" y="3674089"/>
                  </a:cubicBezTo>
                  <a:cubicBezTo>
                    <a:pt x="3315368" y="3755052"/>
                    <a:pt x="3366136" y="3829727"/>
                    <a:pt x="3426525" y="3896688"/>
                  </a:cubicBezTo>
                  <a:cubicBezTo>
                    <a:pt x="3487008" y="3963744"/>
                    <a:pt x="3556160" y="4024037"/>
                    <a:pt x="3630264" y="4078330"/>
                  </a:cubicBezTo>
                  <a:cubicBezTo>
                    <a:pt x="3667126" y="4105667"/>
                    <a:pt x="3705417" y="4131384"/>
                    <a:pt x="3744564" y="4156054"/>
                  </a:cubicBezTo>
                  <a:cubicBezTo>
                    <a:pt x="3783522" y="4180819"/>
                    <a:pt x="3823622" y="4204060"/>
                    <a:pt x="3864294" y="4226539"/>
                  </a:cubicBezTo>
                  <a:cubicBezTo>
                    <a:pt x="3945542" y="4271402"/>
                    <a:pt x="4029457" y="4312074"/>
                    <a:pt x="4114897" y="4349697"/>
                  </a:cubicBezTo>
                  <a:cubicBezTo>
                    <a:pt x="4200241" y="4387512"/>
                    <a:pt x="4287299" y="4421802"/>
                    <a:pt x="4375215" y="4454092"/>
                  </a:cubicBezTo>
                  <a:cubicBezTo>
                    <a:pt x="4551142" y="4518576"/>
                    <a:pt x="4730974" y="4573344"/>
                    <a:pt x="4912520" y="4622398"/>
                  </a:cubicBezTo>
                  <a:cubicBezTo>
                    <a:pt x="5094067" y="4671356"/>
                    <a:pt x="5277613" y="4714029"/>
                    <a:pt x="5462017" y="4752414"/>
                  </a:cubicBezTo>
                  <a:cubicBezTo>
                    <a:pt x="5831016" y="4829090"/>
                    <a:pt x="6203920" y="4888527"/>
                    <a:pt x="6578252" y="4937390"/>
                  </a:cubicBezTo>
                  <a:cubicBezTo>
                    <a:pt x="6952584" y="4986158"/>
                    <a:pt x="7328537" y="5024067"/>
                    <a:pt x="7705059" y="5053785"/>
                  </a:cubicBezTo>
                  <a:cubicBezTo>
                    <a:pt x="7893369" y="5068549"/>
                    <a:pt x="8081773" y="5081217"/>
                    <a:pt x="8270369" y="5091695"/>
                  </a:cubicBezTo>
                  <a:cubicBezTo>
                    <a:pt x="8458773" y="5102077"/>
                    <a:pt x="8647939" y="5110745"/>
                    <a:pt x="8835582" y="5115507"/>
                  </a:cubicBezTo>
                  <a:lnTo>
                    <a:pt x="8836248" y="5115507"/>
                  </a:lnTo>
                  <a:cubicBezTo>
                    <a:pt x="8874062" y="5116460"/>
                    <a:pt x="8903971" y="5147892"/>
                    <a:pt x="8903019" y="5185706"/>
                  </a:cubicBezTo>
                  <a:cubicBezTo>
                    <a:pt x="8902066" y="5223521"/>
                    <a:pt x="8870633" y="5253430"/>
                    <a:pt x="8832819" y="5252477"/>
                  </a:cubicBezTo>
                  <a:lnTo>
                    <a:pt x="8832438" y="5252477"/>
                  </a:lnTo>
                  <a:cubicBezTo>
                    <a:pt x="8641462" y="5246476"/>
                    <a:pt x="8452391" y="5236666"/>
                    <a:pt x="8262653" y="5225045"/>
                  </a:cubicBezTo>
                  <a:cubicBezTo>
                    <a:pt x="8073106" y="5213329"/>
                    <a:pt x="7883749" y="5199518"/>
                    <a:pt x="7694582" y="5183516"/>
                  </a:cubicBezTo>
                  <a:cubicBezTo>
                    <a:pt x="7316249" y="5151417"/>
                    <a:pt x="6938488" y="5111031"/>
                    <a:pt x="6561964" y="5059691"/>
                  </a:cubicBezTo>
                  <a:cubicBezTo>
                    <a:pt x="6185537" y="5008256"/>
                    <a:pt x="5810251" y="4946153"/>
                    <a:pt x="5438014" y="4866429"/>
                  </a:cubicBezTo>
                  <a:cubicBezTo>
                    <a:pt x="5251896" y="4826519"/>
                    <a:pt x="5066634" y="4782228"/>
                    <a:pt x="4882802" y="4731555"/>
                  </a:cubicBezTo>
                  <a:cubicBezTo>
                    <a:pt x="4699065" y="4680691"/>
                    <a:pt x="4516566" y="4624017"/>
                    <a:pt x="4337210" y="4557056"/>
                  </a:cubicBezTo>
                  <a:cubicBezTo>
                    <a:pt x="4247580" y="4523529"/>
                    <a:pt x="4158616" y="4487810"/>
                    <a:pt x="4070986" y="4448472"/>
                  </a:cubicBezTo>
                  <a:cubicBezTo>
                    <a:pt x="3983356" y="4409324"/>
                    <a:pt x="3896964" y="4366747"/>
                    <a:pt x="3812668" y="4319598"/>
                  </a:cubicBezTo>
                  <a:cubicBezTo>
                    <a:pt x="3770568" y="4295976"/>
                    <a:pt x="3728848" y="4271497"/>
                    <a:pt x="3688081" y="4245208"/>
                  </a:cubicBezTo>
                  <a:cubicBezTo>
                    <a:pt x="3647219" y="4219110"/>
                    <a:pt x="3607023" y="4191773"/>
                    <a:pt x="3568066" y="4162531"/>
                  </a:cubicBezTo>
                  <a:cubicBezTo>
                    <a:pt x="3489866" y="4104428"/>
                    <a:pt x="3415761" y="4039277"/>
                    <a:pt x="3349848" y="3965363"/>
                  </a:cubicBezTo>
                  <a:cubicBezTo>
                    <a:pt x="3284031" y="3891450"/>
                    <a:pt x="3227071" y="3807249"/>
                    <a:pt x="3187352" y="3714094"/>
                  </a:cubicBezTo>
                  <a:cubicBezTo>
                    <a:pt x="3147442" y="3620940"/>
                    <a:pt x="3126773" y="3519117"/>
                    <a:pt x="3127916" y="3417295"/>
                  </a:cubicBezTo>
                  <a:cubicBezTo>
                    <a:pt x="3128297" y="3364717"/>
                    <a:pt x="3138108" y="3311568"/>
                    <a:pt x="3156300" y="3261847"/>
                  </a:cubicBezTo>
                  <a:cubicBezTo>
                    <a:pt x="3174493" y="3212127"/>
                    <a:pt x="3201068" y="3166026"/>
                    <a:pt x="3232691" y="3125354"/>
                  </a:cubicBezTo>
                  <a:cubicBezTo>
                    <a:pt x="3296223" y="3043534"/>
                    <a:pt x="3376518" y="2981526"/>
                    <a:pt x="3459576" y="2929425"/>
                  </a:cubicBezTo>
                  <a:cubicBezTo>
                    <a:pt x="3543111" y="2877513"/>
                    <a:pt x="3630550" y="2835222"/>
                    <a:pt x="3719133" y="2797408"/>
                  </a:cubicBezTo>
                  <a:cubicBezTo>
                    <a:pt x="3807810" y="2759784"/>
                    <a:pt x="3897822" y="2726828"/>
                    <a:pt x="3988214" y="2696062"/>
                  </a:cubicBezTo>
                  <a:cubicBezTo>
                    <a:pt x="4169094" y="2634816"/>
                    <a:pt x="4351593" y="2582429"/>
                    <a:pt x="4532949" y="2528708"/>
                  </a:cubicBezTo>
                  <a:cubicBezTo>
                    <a:pt x="4714209" y="2474892"/>
                    <a:pt x="4894994" y="2420694"/>
                    <a:pt x="5069873" y="2354210"/>
                  </a:cubicBezTo>
                  <a:cubicBezTo>
                    <a:pt x="5157217" y="2320872"/>
                    <a:pt x="5243038" y="2284201"/>
                    <a:pt x="5324667" y="2241243"/>
                  </a:cubicBezTo>
                  <a:cubicBezTo>
                    <a:pt x="5406010" y="2198190"/>
                    <a:pt x="5483829" y="2148660"/>
                    <a:pt x="5547933" y="2087033"/>
                  </a:cubicBezTo>
                  <a:cubicBezTo>
                    <a:pt x="5579842" y="2056268"/>
                    <a:pt x="5608226" y="2022549"/>
                    <a:pt x="5629943" y="1985592"/>
                  </a:cubicBezTo>
                  <a:cubicBezTo>
                    <a:pt x="5651851" y="1948730"/>
                    <a:pt x="5667090" y="1908821"/>
                    <a:pt x="5674329" y="1867196"/>
                  </a:cubicBezTo>
                  <a:cubicBezTo>
                    <a:pt x="5678044" y="1846527"/>
                    <a:pt x="5679759" y="1824905"/>
                    <a:pt x="5679663" y="1804141"/>
                  </a:cubicBezTo>
                  <a:cubicBezTo>
                    <a:pt x="5679473" y="1784805"/>
                    <a:pt x="5676139" y="1765946"/>
                    <a:pt x="5669567" y="1748134"/>
                  </a:cubicBezTo>
                  <a:cubicBezTo>
                    <a:pt x="5656518" y="1712415"/>
                    <a:pt x="5630324" y="1680316"/>
                    <a:pt x="5597272" y="1653551"/>
                  </a:cubicBezTo>
                  <a:cubicBezTo>
                    <a:pt x="5564316" y="1626690"/>
                    <a:pt x="5525359" y="1604592"/>
                    <a:pt x="5484592" y="1585733"/>
                  </a:cubicBezTo>
                  <a:cubicBezTo>
                    <a:pt x="5443634" y="1566873"/>
                    <a:pt x="5400581" y="1551157"/>
                    <a:pt x="5356576" y="1537536"/>
                  </a:cubicBezTo>
                  <a:cubicBezTo>
                    <a:pt x="5268565" y="1510200"/>
                    <a:pt x="5177125" y="1490673"/>
                    <a:pt x="5085018" y="1474671"/>
                  </a:cubicBezTo>
                  <a:cubicBezTo>
                    <a:pt x="4900518" y="1443143"/>
                    <a:pt x="4712590" y="1425808"/>
                    <a:pt x="4524567" y="1413330"/>
                  </a:cubicBezTo>
                  <a:cubicBezTo>
                    <a:pt x="4336353" y="1401138"/>
                    <a:pt x="4147567" y="1394661"/>
                    <a:pt x="3958591" y="1390661"/>
                  </a:cubicBezTo>
                  <a:cubicBezTo>
                    <a:pt x="3580639" y="1382850"/>
                    <a:pt x="3202021" y="1385422"/>
                    <a:pt x="2823211" y="1386089"/>
                  </a:cubicBezTo>
                  <a:cubicBezTo>
                    <a:pt x="2633759" y="1386375"/>
                    <a:pt x="2444307" y="1386375"/>
                    <a:pt x="2254664" y="1383708"/>
                  </a:cubicBezTo>
                  <a:cubicBezTo>
                    <a:pt x="2065021" y="1380850"/>
                    <a:pt x="1875188" y="1375992"/>
                    <a:pt x="1685259" y="1361705"/>
                  </a:cubicBezTo>
                  <a:cubicBezTo>
                    <a:pt x="1590295" y="1354275"/>
                    <a:pt x="1495236" y="1344750"/>
                    <a:pt x="1400462" y="1327986"/>
                  </a:cubicBezTo>
                  <a:cubicBezTo>
                    <a:pt x="1353123" y="1319414"/>
                    <a:pt x="1305688" y="1309222"/>
                    <a:pt x="1258730" y="1294172"/>
                  </a:cubicBezTo>
                  <a:cubicBezTo>
                    <a:pt x="1235298" y="1286648"/>
                    <a:pt x="1211867" y="1277789"/>
                    <a:pt x="1188912" y="1266359"/>
                  </a:cubicBezTo>
                  <a:cubicBezTo>
                    <a:pt x="1166052" y="1254834"/>
                    <a:pt x="1143192" y="1240833"/>
                    <a:pt x="1123380" y="1219592"/>
                  </a:cubicBezTo>
                  <a:cubicBezTo>
                    <a:pt x="1113569" y="1208924"/>
                    <a:pt x="1104806" y="1196160"/>
                    <a:pt x="1098996" y="1181301"/>
                  </a:cubicBezTo>
                  <a:cubicBezTo>
                    <a:pt x="1096138" y="1173967"/>
                    <a:pt x="1094138" y="1165871"/>
                    <a:pt x="1092995" y="1158441"/>
                  </a:cubicBezTo>
                  <a:cubicBezTo>
                    <a:pt x="1092042" y="1151774"/>
                    <a:pt x="1091376" y="1145011"/>
                    <a:pt x="1090899" y="1138153"/>
                  </a:cubicBezTo>
                  <a:cubicBezTo>
                    <a:pt x="1089375" y="1110911"/>
                    <a:pt x="1093757" y="1083289"/>
                    <a:pt x="1102806" y="1057952"/>
                  </a:cubicBezTo>
                  <a:cubicBezTo>
                    <a:pt x="1121094" y="1007089"/>
                    <a:pt x="1154622" y="966512"/>
                    <a:pt x="1190436" y="932318"/>
                  </a:cubicBezTo>
                  <a:cubicBezTo>
                    <a:pt x="1226726" y="898123"/>
                    <a:pt x="1266445" y="869453"/>
                    <a:pt x="1307212" y="843354"/>
                  </a:cubicBezTo>
                  <a:cubicBezTo>
                    <a:pt x="1347979" y="817256"/>
                    <a:pt x="1390080" y="793919"/>
                    <a:pt x="1432466" y="771821"/>
                  </a:cubicBezTo>
                  <a:cubicBezTo>
                    <a:pt x="1602678" y="684096"/>
                    <a:pt x="1779747" y="615516"/>
                    <a:pt x="1950531" y="536078"/>
                  </a:cubicBezTo>
                  <a:cubicBezTo>
                    <a:pt x="1993203" y="516266"/>
                    <a:pt x="2035398" y="495692"/>
                    <a:pt x="2076546" y="473594"/>
                  </a:cubicBezTo>
                  <a:cubicBezTo>
                    <a:pt x="2117599" y="451400"/>
                    <a:pt x="2157699" y="427874"/>
                    <a:pt x="2194561" y="400823"/>
                  </a:cubicBezTo>
                  <a:cubicBezTo>
                    <a:pt x="2212944" y="387297"/>
                    <a:pt x="2230375" y="372914"/>
                    <a:pt x="2245996" y="357293"/>
                  </a:cubicBezTo>
                  <a:cubicBezTo>
                    <a:pt x="2261522" y="341672"/>
                    <a:pt x="2275238" y="324718"/>
                    <a:pt x="2284668" y="306525"/>
                  </a:cubicBezTo>
                  <a:cubicBezTo>
                    <a:pt x="2289430" y="297476"/>
                    <a:pt x="2292954" y="288142"/>
                    <a:pt x="2295145" y="278712"/>
                  </a:cubicBezTo>
                  <a:cubicBezTo>
                    <a:pt x="2296288" y="273950"/>
                    <a:pt x="2296955" y="269187"/>
                    <a:pt x="2297336" y="264425"/>
                  </a:cubicBezTo>
                  <a:cubicBezTo>
                    <a:pt x="2297527" y="262043"/>
                    <a:pt x="2297527" y="259567"/>
                    <a:pt x="2297622" y="257376"/>
                  </a:cubicBezTo>
                  <a:cubicBezTo>
                    <a:pt x="2297622" y="256138"/>
                    <a:pt x="2297431" y="254900"/>
                    <a:pt x="2297145" y="253661"/>
                  </a:cubicBezTo>
                  <a:cubicBezTo>
                    <a:pt x="2296098" y="248708"/>
                    <a:pt x="2291621" y="242041"/>
                    <a:pt x="2284763" y="235850"/>
                  </a:cubicBezTo>
                  <a:cubicBezTo>
                    <a:pt x="2277905" y="229563"/>
                    <a:pt x="2269142" y="223848"/>
                    <a:pt x="2259807" y="218609"/>
                  </a:cubicBezTo>
                  <a:cubicBezTo>
                    <a:pt x="2240948" y="208132"/>
                    <a:pt x="2219802" y="199750"/>
                    <a:pt x="2198181" y="192320"/>
                  </a:cubicBezTo>
                  <a:cubicBezTo>
                    <a:pt x="2176559" y="184891"/>
                    <a:pt x="2154270" y="178509"/>
                    <a:pt x="2131696" y="172794"/>
                  </a:cubicBezTo>
                  <a:cubicBezTo>
                    <a:pt x="2086643" y="161269"/>
                    <a:pt x="2040637" y="152125"/>
                    <a:pt x="1994346" y="143933"/>
                  </a:cubicBezTo>
                  <a:cubicBezTo>
                    <a:pt x="1901763" y="127741"/>
                    <a:pt x="1808132" y="115835"/>
                    <a:pt x="1714311" y="105643"/>
                  </a:cubicBezTo>
                  <a:cubicBezTo>
                    <a:pt x="1526573" y="85450"/>
                    <a:pt x="1337787" y="72305"/>
                    <a:pt x="1149002" y="61733"/>
                  </a:cubicBezTo>
                  <a:cubicBezTo>
                    <a:pt x="960121" y="51350"/>
                    <a:pt x="771050" y="43921"/>
                    <a:pt x="581883" y="38396"/>
                  </a:cubicBezTo>
                  <a:cubicBezTo>
                    <a:pt x="392431" y="32777"/>
                    <a:pt x="203074" y="29062"/>
                    <a:pt x="13908" y="27824"/>
                  </a:cubicBezTo>
                  <a:lnTo>
                    <a:pt x="13812" y="27824"/>
                  </a:lnTo>
                  <a:cubicBezTo>
                    <a:pt x="6192" y="27824"/>
                    <a:pt x="-94" y="21537"/>
                    <a:pt x="1" y="13822"/>
                  </a:cubicBezTo>
                  <a:cubicBezTo>
                    <a:pt x="96" y="6202"/>
                    <a:pt x="6288" y="11"/>
                    <a:pt x="13908" y="11"/>
                  </a:cubicBezTo>
                  <a:close/>
                </a:path>
              </a:pathLst>
            </a:custGeom>
            <a:gradFill flip="none" rotWithShape="1">
              <a:gsLst>
                <a:gs pos="0">
                  <a:schemeClr val="accent1">
                    <a:alpha val="5000"/>
                  </a:schemeClr>
                </a:gs>
                <a:gs pos="100000">
                  <a:schemeClr val="accent1"/>
                </a:gs>
                <a:gs pos="88000">
                  <a:schemeClr val="accent1">
                    <a:alpha val="46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Roboto"/>
                <a:ea typeface="思源黑体 CN Regular"/>
                <a:cs typeface="+mn-cs"/>
              </a:endParaRPr>
            </a:p>
          </p:txBody>
        </p:sp>
        <p:sp>
          <p:nvSpPr>
            <p:cNvPr id="4" name="椭圆 3">
              <a:extLst>
                <a:ext uri="{FF2B5EF4-FFF2-40B4-BE49-F238E27FC236}">
                  <a16:creationId xmlns:a16="http://schemas.microsoft.com/office/drawing/2014/main" id="{150A9002-08A5-7F71-C83B-64C57C6B31A5}"/>
                </a:ext>
              </a:extLst>
            </p:cNvPr>
            <p:cNvSpPr/>
            <p:nvPr/>
          </p:nvSpPr>
          <p:spPr>
            <a:xfrm>
              <a:off x="2130270" y="5408549"/>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椭圆 4">
              <a:extLst>
                <a:ext uri="{FF2B5EF4-FFF2-40B4-BE49-F238E27FC236}">
                  <a16:creationId xmlns:a16="http://schemas.microsoft.com/office/drawing/2014/main" id="{E127EEAF-6248-B25E-EE92-2BEC16143C24}"/>
                </a:ext>
              </a:extLst>
            </p:cNvPr>
            <p:cNvSpPr/>
            <p:nvPr/>
          </p:nvSpPr>
          <p:spPr>
            <a:xfrm>
              <a:off x="2209738" y="5488017"/>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3" name="组合 32">
              <a:extLst>
                <a:ext uri="{FF2B5EF4-FFF2-40B4-BE49-F238E27FC236}">
                  <a16:creationId xmlns:a16="http://schemas.microsoft.com/office/drawing/2014/main" id="{B705B7AF-8CE2-CDAF-A8CC-2A337A24889B}"/>
                </a:ext>
              </a:extLst>
            </p:cNvPr>
            <p:cNvGrpSpPr/>
            <p:nvPr/>
          </p:nvGrpSpPr>
          <p:grpSpPr>
            <a:xfrm>
              <a:off x="1078215" y="4036493"/>
              <a:ext cx="2336318" cy="1265229"/>
              <a:chOff x="673100" y="3926728"/>
              <a:chExt cx="2336318" cy="1265229"/>
            </a:xfrm>
          </p:grpSpPr>
          <p:sp>
            <p:nvSpPr>
              <p:cNvPr id="7" name="íṥļiḍe">
                <a:extLst>
                  <a:ext uri="{FF2B5EF4-FFF2-40B4-BE49-F238E27FC236}">
                    <a16:creationId xmlns:a16="http://schemas.microsoft.com/office/drawing/2014/main" id="{E6FE7CF8-5B4F-3C14-8495-77E3BB866F9E}"/>
                  </a:ext>
                </a:extLst>
              </p:cNvPr>
              <p:cNvSpPr/>
              <p:nvPr/>
            </p:nvSpPr>
            <p:spPr>
              <a:xfrm>
                <a:off x="760617" y="3926728"/>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创新能力提升</a:t>
                </a:r>
              </a:p>
            </p:txBody>
          </p:sp>
          <p:sp>
            <p:nvSpPr>
              <p:cNvPr id="8" name="文本框 7">
                <a:extLst>
                  <a:ext uri="{FF2B5EF4-FFF2-40B4-BE49-F238E27FC236}">
                    <a16:creationId xmlns:a16="http://schemas.microsoft.com/office/drawing/2014/main" id="{71CFED29-DC58-327F-5116-D0BA1E52B34B}"/>
                  </a:ext>
                </a:extLst>
              </p:cNvPr>
              <p:cNvSpPr txBox="1"/>
              <p:nvPr/>
            </p:nvSpPr>
            <p:spPr>
              <a:xfrm>
                <a:off x="673100" y="4527929"/>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sp>
          <p:nvSpPr>
            <p:cNvPr id="9" name="椭圆 8">
              <a:extLst>
                <a:ext uri="{FF2B5EF4-FFF2-40B4-BE49-F238E27FC236}">
                  <a16:creationId xmlns:a16="http://schemas.microsoft.com/office/drawing/2014/main" id="{B6E98C3A-51FA-C034-6BE4-292AEBD0B25C}"/>
                </a:ext>
              </a:extLst>
            </p:cNvPr>
            <p:cNvSpPr/>
            <p:nvPr/>
          </p:nvSpPr>
          <p:spPr>
            <a:xfrm>
              <a:off x="4329459" y="5249907"/>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椭圆 9">
              <a:extLst>
                <a:ext uri="{FF2B5EF4-FFF2-40B4-BE49-F238E27FC236}">
                  <a16:creationId xmlns:a16="http://schemas.microsoft.com/office/drawing/2014/main" id="{01D0C684-21D2-AD25-9E4C-E8AB387D3D63}"/>
                </a:ext>
              </a:extLst>
            </p:cNvPr>
            <p:cNvSpPr/>
            <p:nvPr/>
          </p:nvSpPr>
          <p:spPr>
            <a:xfrm>
              <a:off x="4408927" y="5329375"/>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sp>
          <p:nvSpPr>
            <p:cNvPr id="11" name="椭圆 10">
              <a:extLst>
                <a:ext uri="{FF2B5EF4-FFF2-40B4-BE49-F238E27FC236}">
                  <a16:creationId xmlns:a16="http://schemas.microsoft.com/office/drawing/2014/main" id="{642E0766-AD0F-08C0-D2BD-ED37751036B3}"/>
                </a:ext>
              </a:extLst>
            </p:cNvPr>
            <p:cNvSpPr/>
            <p:nvPr/>
          </p:nvSpPr>
          <p:spPr>
            <a:xfrm>
              <a:off x="7373601" y="4844793"/>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椭圆 11">
              <a:extLst>
                <a:ext uri="{FF2B5EF4-FFF2-40B4-BE49-F238E27FC236}">
                  <a16:creationId xmlns:a16="http://schemas.microsoft.com/office/drawing/2014/main" id="{069D4632-302A-D2C0-EE21-C6DF75F59F0D}"/>
                </a:ext>
              </a:extLst>
            </p:cNvPr>
            <p:cNvSpPr/>
            <p:nvPr/>
          </p:nvSpPr>
          <p:spPr>
            <a:xfrm>
              <a:off x="7453069" y="4924261"/>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sp>
          <p:nvSpPr>
            <p:cNvPr id="13" name="椭圆 12">
              <a:extLst>
                <a:ext uri="{FF2B5EF4-FFF2-40B4-BE49-F238E27FC236}">
                  <a16:creationId xmlns:a16="http://schemas.microsoft.com/office/drawing/2014/main" id="{847F741C-842D-C171-814B-89FCF0ECEE35}"/>
                </a:ext>
              </a:extLst>
            </p:cNvPr>
            <p:cNvSpPr/>
            <p:nvPr/>
          </p:nvSpPr>
          <p:spPr>
            <a:xfrm>
              <a:off x="4717446" y="3155455"/>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椭圆 13">
              <a:extLst>
                <a:ext uri="{FF2B5EF4-FFF2-40B4-BE49-F238E27FC236}">
                  <a16:creationId xmlns:a16="http://schemas.microsoft.com/office/drawing/2014/main" id="{27C3F75E-0E26-B2AE-9AD5-507FAB0F9604}"/>
                </a:ext>
              </a:extLst>
            </p:cNvPr>
            <p:cNvSpPr/>
            <p:nvPr/>
          </p:nvSpPr>
          <p:spPr>
            <a:xfrm>
              <a:off x="4796914" y="3234923"/>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4" name="组合 33">
              <a:extLst>
                <a:ext uri="{FF2B5EF4-FFF2-40B4-BE49-F238E27FC236}">
                  <a16:creationId xmlns:a16="http://schemas.microsoft.com/office/drawing/2014/main" id="{7F94933C-D47F-2DA6-7663-10B08F60ED39}"/>
                </a:ext>
              </a:extLst>
            </p:cNvPr>
            <p:cNvGrpSpPr/>
            <p:nvPr/>
          </p:nvGrpSpPr>
          <p:grpSpPr>
            <a:xfrm>
              <a:off x="4416976" y="5537659"/>
              <a:ext cx="4693911" cy="664028"/>
              <a:chOff x="4416976" y="5370019"/>
              <a:chExt cx="4693911" cy="664028"/>
            </a:xfrm>
          </p:grpSpPr>
          <p:sp>
            <p:nvSpPr>
              <p:cNvPr id="19" name="íṥļiḍe">
                <a:extLst>
                  <a:ext uri="{FF2B5EF4-FFF2-40B4-BE49-F238E27FC236}">
                    <a16:creationId xmlns:a16="http://schemas.microsoft.com/office/drawing/2014/main" id="{A3D17D6E-19F8-8144-8B63-0400F4C44201}"/>
                  </a:ext>
                </a:extLst>
              </p:cNvPr>
              <p:cNvSpPr/>
              <p:nvPr/>
            </p:nvSpPr>
            <p:spPr>
              <a:xfrm>
                <a:off x="4416976" y="5467584"/>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数据驱动决策</a:t>
                </a:r>
              </a:p>
            </p:txBody>
          </p:sp>
          <p:sp>
            <p:nvSpPr>
              <p:cNvPr id="20" name="文本框 19">
                <a:extLst>
                  <a:ext uri="{FF2B5EF4-FFF2-40B4-BE49-F238E27FC236}">
                    <a16:creationId xmlns:a16="http://schemas.microsoft.com/office/drawing/2014/main" id="{CEAE53D2-C845-50A7-5B56-C679D59032E4}"/>
                  </a:ext>
                </a:extLst>
              </p:cNvPr>
              <p:cNvSpPr txBox="1"/>
              <p:nvPr/>
            </p:nvSpPr>
            <p:spPr>
              <a:xfrm>
                <a:off x="6774569" y="5370019"/>
                <a:ext cx="2336318" cy="664028"/>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grpSp>
        <p:grpSp>
          <p:nvGrpSpPr>
            <p:cNvPr id="35" name="组合 34">
              <a:extLst>
                <a:ext uri="{FF2B5EF4-FFF2-40B4-BE49-F238E27FC236}">
                  <a16:creationId xmlns:a16="http://schemas.microsoft.com/office/drawing/2014/main" id="{1049D2CB-E92A-FFE0-CFCA-C4D7C60A674A}"/>
                </a:ext>
              </a:extLst>
            </p:cNvPr>
            <p:cNvGrpSpPr/>
            <p:nvPr/>
          </p:nvGrpSpPr>
          <p:grpSpPr>
            <a:xfrm>
              <a:off x="7942728" y="4139537"/>
              <a:ext cx="2336318" cy="1265229"/>
              <a:chOff x="7942728" y="3971897"/>
              <a:chExt cx="2336318" cy="1265229"/>
            </a:xfrm>
          </p:grpSpPr>
          <p:sp>
            <p:nvSpPr>
              <p:cNvPr id="21" name="íṥļiḍe">
                <a:extLst>
                  <a:ext uri="{FF2B5EF4-FFF2-40B4-BE49-F238E27FC236}">
                    <a16:creationId xmlns:a16="http://schemas.microsoft.com/office/drawing/2014/main" id="{1059FBD3-4DA1-DA29-C10D-03D2389DD4E4}"/>
                  </a:ext>
                </a:extLst>
              </p:cNvPr>
              <p:cNvSpPr/>
              <p:nvPr/>
            </p:nvSpPr>
            <p:spPr>
              <a:xfrm>
                <a:off x="8030245" y="3971897"/>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新领域探索</a:t>
                </a:r>
              </a:p>
            </p:txBody>
          </p:sp>
          <p:sp>
            <p:nvSpPr>
              <p:cNvPr id="22" name="文本框 21">
                <a:extLst>
                  <a:ext uri="{FF2B5EF4-FFF2-40B4-BE49-F238E27FC236}">
                    <a16:creationId xmlns:a16="http://schemas.microsoft.com/office/drawing/2014/main" id="{B98C1226-9625-66D0-F988-B912745A184A}"/>
                  </a:ext>
                </a:extLst>
              </p:cNvPr>
              <p:cNvSpPr txBox="1"/>
              <p:nvPr/>
            </p:nvSpPr>
            <p:spPr>
              <a:xfrm>
                <a:off x="7942728" y="4573098"/>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grpSp>
          <p:nvGrpSpPr>
            <p:cNvPr id="37" name="组合 36">
              <a:extLst>
                <a:ext uri="{FF2B5EF4-FFF2-40B4-BE49-F238E27FC236}">
                  <a16:creationId xmlns:a16="http://schemas.microsoft.com/office/drawing/2014/main" id="{363803BE-E862-181C-FF3E-06C0C7EE3968}"/>
                </a:ext>
              </a:extLst>
            </p:cNvPr>
            <p:cNvGrpSpPr/>
            <p:nvPr/>
          </p:nvGrpSpPr>
          <p:grpSpPr>
            <a:xfrm>
              <a:off x="2509433" y="1436840"/>
              <a:ext cx="2336318" cy="1265229"/>
              <a:chOff x="2509433" y="1269200"/>
              <a:chExt cx="2336318" cy="1265229"/>
            </a:xfrm>
          </p:grpSpPr>
          <p:sp>
            <p:nvSpPr>
              <p:cNvPr id="23" name="íṥļiḍe">
                <a:extLst>
                  <a:ext uri="{FF2B5EF4-FFF2-40B4-BE49-F238E27FC236}">
                    <a16:creationId xmlns:a16="http://schemas.microsoft.com/office/drawing/2014/main" id="{8A1CED0C-A834-A65A-ABE5-1C64513AE290}"/>
                  </a:ext>
                </a:extLst>
              </p:cNvPr>
              <p:cNvSpPr/>
              <p:nvPr/>
            </p:nvSpPr>
            <p:spPr>
              <a:xfrm>
                <a:off x="2596950" y="1269200"/>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自我挑战计划</a:t>
                </a:r>
              </a:p>
            </p:txBody>
          </p:sp>
          <p:sp>
            <p:nvSpPr>
              <p:cNvPr id="24" name="文本框 23">
                <a:extLst>
                  <a:ext uri="{FF2B5EF4-FFF2-40B4-BE49-F238E27FC236}">
                    <a16:creationId xmlns:a16="http://schemas.microsoft.com/office/drawing/2014/main" id="{44DDB5F4-D8EA-8E6D-A99E-904C344C3383}"/>
                  </a:ext>
                </a:extLst>
              </p:cNvPr>
              <p:cNvSpPr txBox="1"/>
              <p:nvPr/>
            </p:nvSpPr>
            <p:spPr>
              <a:xfrm>
                <a:off x="2509433" y="1870401"/>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sp>
          <p:nvSpPr>
            <p:cNvPr id="25" name="椭圆 24">
              <a:extLst>
                <a:ext uri="{FF2B5EF4-FFF2-40B4-BE49-F238E27FC236}">
                  <a16:creationId xmlns:a16="http://schemas.microsoft.com/office/drawing/2014/main" id="{82603A8E-4DBA-7743-4043-C3C397CBA093}"/>
                </a:ext>
              </a:extLst>
            </p:cNvPr>
            <p:cNvSpPr/>
            <p:nvPr/>
          </p:nvSpPr>
          <p:spPr>
            <a:xfrm>
              <a:off x="5393797" y="1563884"/>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椭圆 25">
              <a:extLst>
                <a:ext uri="{FF2B5EF4-FFF2-40B4-BE49-F238E27FC236}">
                  <a16:creationId xmlns:a16="http://schemas.microsoft.com/office/drawing/2014/main" id="{9A89C893-EDDD-9EAF-5E2C-12A7CCF54919}"/>
                </a:ext>
              </a:extLst>
            </p:cNvPr>
            <p:cNvSpPr/>
            <p:nvPr/>
          </p:nvSpPr>
          <p:spPr>
            <a:xfrm>
              <a:off x="5473265" y="1643352"/>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9" name="组合 38">
              <a:extLst>
                <a:ext uri="{FF2B5EF4-FFF2-40B4-BE49-F238E27FC236}">
                  <a16:creationId xmlns:a16="http://schemas.microsoft.com/office/drawing/2014/main" id="{BCD653E3-CEA8-9BAE-421E-E7941B0319EF}"/>
                </a:ext>
              </a:extLst>
            </p:cNvPr>
            <p:cNvGrpSpPr/>
            <p:nvPr/>
          </p:nvGrpSpPr>
          <p:grpSpPr>
            <a:xfrm>
              <a:off x="5234246" y="2396479"/>
              <a:ext cx="2511712" cy="1265229"/>
              <a:chOff x="5431016" y="2228839"/>
              <a:chExt cx="2511712" cy="1265229"/>
            </a:xfrm>
          </p:grpSpPr>
          <p:sp>
            <p:nvSpPr>
              <p:cNvPr id="28" name="文本框 27">
                <a:extLst>
                  <a:ext uri="{FF2B5EF4-FFF2-40B4-BE49-F238E27FC236}">
                    <a16:creationId xmlns:a16="http://schemas.microsoft.com/office/drawing/2014/main" id="{5ACA02B4-5E6E-B88D-F77B-40CC293DD923}"/>
                  </a:ext>
                </a:extLst>
              </p:cNvPr>
              <p:cNvSpPr txBox="1"/>
              <p:nvPr/>
            </p:nvSpPr>
            <p:spPr>
              <a:xfrm>
                <a:off x="5431016" y="2830040"/>
                <a:ext cx="2511712"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en-US" altLang="zh-CN" sz="1400" dirty="0"/>
                  <a:t>    </a:t>
                </a:r>
                <a:r>
                  <a:rPr lang="zh-CN" altLang="en-US" sz="1400" dirty="0"/>
                  <a:t>单击此处添加文本</a:t>
                </a:r>
                <a:r>
                  <a:rPr lang="zh-CN" altLang="en-US" sz="1400" b="1" dirty="0">
                    <a:solidFill>
                      <a:srgbClr val="F8F8F8"/>
                    </a:solidFill>
                    <a:latin typeface="+mj-ea"/>
                    <a:ea typeface="+mj-ea"/>
                  </a:rPr>
                  <a:t>跨</a:t>
                </a:r>
                <a:endParaRPr lang="en-US" altLang="zh-CN" sz="1400" dirty="0"/>
              </a:p>
            </p:txBody>
          </p:sp>
          <p:sp>
            <p:nvSpPr>
              <p:cNvPr id="27" name="íṥļiḍe">
                <a:extLst>
                  <a:ext uri="{FF2B5EF4-FFF2-40B4-BE49-F238E27FC236}">
                    <a16:creationId xmlns:a16="http://schemas.microsoft.com/office/drawing/2014/main" id="{DF9A58F1-0909-80FD-2D51-68746A5BED40}"/>
                  </a:ext>
                </a:extLst>
              </p:cNvPr>
              <p:cNvSpPr/>
              <p:nvPr/>
            </p:nvSpPr>
            <p:spPr>
              <a:xfrm>
                <a:off x="5606230" y="2228839"/>
                <a:ext cx="2161285" cy="515947"/>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跨团队学习</a:t>
                </a:r>
              </a:p>
            </p:txBody>
          </p:sp>
        </p:grpSp>
        <p:sp>
          <p:nvSpPr>
            <p:cNvPr id="29" name="椭圆 28">
              <a:extLst>
                <a:ext uri="{FF2B5EF4-FFF2-40B4-BE49-F238E27FC236}">
                  <a16:creationId xmlns:a16="http://schemas.microsoft.com/office/drawing/2014/main" id="{5C7B7A03-DE3C-9A2B-4DD2-AA4CC6D1B707}"/>
                </a:ext>
              </a:extLst>
            </p:cNvPr>
            <p:cNvSpPr/>
            <p:nvPr/>
          </p:nvSpPr>
          <p:spPr>
            <a:xfrm>
              <a:off x="9119871" y="702094"/>
              <a:ext cx="256610" cy="256610"/>
            </a:xfrm>
            <a:prstGeom prst="ellipse">
              <a:avLst/>
            </a:prstGeom>
            <a:solidFill>
              <a:schemeClr val="bg1">
                <a:alpha val="80000"/>
              </a:schemeClr>
            </a:solidFill>
            <a:ln w="6350">
              <a:gradFill flip="none" rotWithShape="1">
                <a:gsLst>
                  <a:gs pos="0">
                    <a:schemeClr val="accent1"/>
                  </a:gs>
                  <a:gs pos="47000">
                    <a:schemeClr val="accent1">
                      <a:lumMod val="60000"/>
                      <a:lumOff val="40000"/>
                      <a:alpha val="70000"/>
                    </a:schemeClr>
                  </a:gs>
                </a:gsLst>
                <a:lin ang="135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椭圆 29">
              <a:extLst>
                <a:ext uri="{FF2B5EF4-FFF2-40B4-BE49-F238E27FC236}">
                  <a16:creationId xmlns:a16="http://schemas.microsoft.com/office/drawing/2014/main" id="{F66650F2-33CE-6A2E-C7D1-E6F1CAEC47BC}"/>
                </a:ext>
              </a:extLst>
            </p:cNvPr>
            <p:cNvSpPr/>
            <p:nvPr/>
          </p:nvSpPr>
          <p:spPr>
            <a:xfrm>
              <a:off x="9199339" y="781562"/>
              <a:ext cx="97674" cy="97674"/>
            </a:xfrm>
            <a:prstGeom prst="ellipse">
              <a:avLst/>
            </a:prstGeom>
            <a:gradFill>
              <a:gsLst>
                <a:gs pos="0">
                  <a:schemeClr val="accent1">
                    <a:lumMod val="60000"/>
                    <a:lumOff val="40000"/>
                  </a:schemeClr>
                </a:gs>
                <a:gs pos="74000">
                  <a:schemeClr val="accent1"/>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solidFill>
                <a:latin typeface="Arial" panose="020B0604020202020204" pitchFamily="34" charset="0"/>
                <a:ea typeface="微软雅黑" panose="020B0503020204020204" pitchFamily="34" charset="-122"/>
              </a:endParaRPr>
            </a:p>
          </p:txBody>
        </p:sp>
        <p:grpSp>
          <p:nvGrpSpPr>
            <p:cNvPr id="36" name="组合 35">
              <a:extLst>
                <a:ext uri="{FF2B5EF4-FFF2-40B4-BE49-F238E27FC236}">
                  <a16:creationId xmlns:a16="http://schemas.microsoft.com/office/drawing/2014/main" id="{EE370155-CEB5-2E68-CB81-B99412C5CAD3}"/>
                </a:ext>
              </a:extLst>
            </p:cNvPr>
            <p:cNvGrpSpPr/>
            <p:nvPr/>
          </p:nvGrpSpPr>
          <p:grpSpPr>
            <a:xfrm>
              <a:off x="8192468" y="1196052"/>
              <a:ext cx="2336318" cy="1265229"/>
              <a:chOff x="8192468" y="1028412"/>
              <a:chExt cx="2336318" cy="1265229"/>
            </a:xfrm>
          </p:grpSpPr>
          <p:sp>
            <p:nvSpPr>
              <p:cNvPr id="31" name="íṥļiḍe">
                <a:extLst>
                  <a:ext uri="{FF2B5EF4-FFF2-40B4-BE49-F238E27FC236}">
                    <a16:creationId xmlns:a16="http://schemas.microsoft.com/office/drawing/2014/main" id="{91A957B1-B526-69EF-F415-A25F53C2C98C}"/>
                  </a:ext>
                </a:extLst>
              </p:cNvPr>
              <p:cNvSpPr/>
              <p:nvPr/>
            </p:nvSpPr>
            <p:spPr>
              <a:xfrm>
                <a:off x="8279985" y="1028412"/>
                <a:ext cx="2161285" cy="545745"/>
              </a:xfrm>
              <a:prstGeom prst="roundRect">
                <a:avLst>
                  <a:gd name="adj" fmla="val 50000"/>
                </a:avLst>
              </a:prstGeom>
              <a:gradFill flip="none" rotWithShape="1">
                <a:gsLst>
                  <a:gs pos="0">
                    <a:schemeClr val="accent1"/>
                  </a:gs>
                  <a:gs pos="46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趋势捕捉与分享</a:t>
                </a:r>
              </a:p>
            </p:txBody>
          </p:sp>
          <p:sp>
            <p:nvSpPr>
              <p:cNvPr id="32" name="文本框 31">
                <a:extLst>
                  <a:ext uri="{FF2B5EF4-FFF2-40B4-BE49-F238E27FC236}">
                    <a16:creationId xmlns:a16="http://schemas.microsoft.com/office/drawing/2014/main" id="{287D9FC1-2BCC-395E-7099-CFA4A611E579}"/>
                  </a:ext>
                </a:extLst>
              </p:cNvPr>
              <p:cNvSpPr txBox="1"/>
              <p:nvPr/>
            </p:nvSpPr>
            <p:spPr>
              <a:xfrm>
                <a:off x="8192468" y="1629613"/>
                <a:ext cx="233631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a:t>
                </a:r>
                <a:endParaRPr lang="en-US" altLang="zh-CN" sz="1400" dirty="0"/>
              </a:p>
              <a:p>
                <a:pPr algn="ctr">
                  <a:lnSpc>
                    <a:spcPct val="120000"/>
                  </a:lnSpc>
                  <a:spcAft>
                    <a:spcPts val="600"/>
                  </a:spcAft>
                </a:pPr>
                <a:r>
                  <a:rPr lang="zh-CN" altLang="en-US" sz="1400" dirty="0"/>
                  <a:t>单击此处添加文本</a:t>
                </a:r>
                <a:endParaRPr lang="en-US" altLang="zh-CN" sz="1400" dirty="0"/>
              </a:p>
            </p:txBody>
          </p:sp>
        </p:grpSp>
      </p:grpSp>
    </p:spTree>
    <p:extLst>
      <p:ext uri="{BB962C8B-B14F-4D97-AF65-F5344CB8AC3E}">
        <p14:creationId xmlns:p14="http://schemas.microsoft.com/office/powerpoint/2010/main" val="2003828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F7A54-5ED2-47CF-4665-036074227D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79D008-16A1-D0A9-94F5-4995DD5062BB}"/>
              </a:ext>
            </a:extLst>
          </p:cNvPr>
          <p:cNvSpPr>
            <a:spLocks noGrp="1"/>
          </p:cNvSpPr>
          <p:nvPr>
            <p:ph type="title"/>
          </p:nvPr>
        </p:nvSpPr>
        <p:spPr>
          <a:xfrm>
            <a:off x="1642383" y="3029794"/>
            <a:ext cx="8907235" cy="1371600"/>
          </a:xfrm>
        </p:spPr>
        <p:txBody>
          <a:bodyPr/>
          <a:lstStyle/>
          <a:p>
            <a:r>
              <a:rPr lang="zh-CN" altLang="en-US"/>
              <a:t>年度感悟与感谢</a:t>
            </a:r>
            <a:endParaRPr lang="zh-CN" altLang="en-US" dirty="0"/>
          </a:p>
        </p:txBody>
      </p:sp>
      <p:sp>
        <p:nvSpPr>
          <p:cNvPr id="3" name="文本占位符 2">
            <a:extLst>
              <a:ext uri="{FF2B5EF4-FFF2-40B4-BE49-F238E27FC236}">
                <a16:creationId xmlns:a16="http://schemas.microsoft.com/office/drawing/2014/main" id="{393834F5-3CFB-A4AD-9BD5-1BF4CF96DB9C}"/>
              </a:ext>
            </a:extLst>
          </p:cNvPr>
          <p:cNvSpPr>
            <a:spLocks noGrp="1"/>
          </p:cNvSpPr>
          <p:nvPr>
            <p:ph type="body" idx="1"/>
          </p:nvPr>
        </p:nvSpPr>
        <p:spPr>
          <a:xfrm>
            <a:off x="1854200" y="4545794"/>
            <a:ext cx="8483600" cy="489191"/>
          </a:xfrm>
        </p:spPr>
        <p:txBody>
          <a:bodyPr/>
          <a:lstStyle/>
          <a:p>
            <a:r>
              <a:rPr lang="en-US" altLang="zh-CN"/>
              <a:t>Annual Inspiration And Thanks</a:t>
            </a:r>
            <a:endParaRPr lang="en-US" altLang="zh-CN" dirty="0"/>
          </a:p>
        </p:txBody>
      </p:sp>
      <p:sp>
        <p:nvSpPr>
          <p:cNvPr id="8" name="文本框 7">
            <a:extLst>
              <a:ext uri="{FF2B5EF4-FFF2-40B4-BE49-F238E27FC236}">
                <a16:creationId xmlns:a16="http://schemas.microsoft.com/office/drawing/2014/main" id="{4802D76F-BD0A-2789-27E4-E383C04FFA86}"/>
              </a:ext>
            </a:extLst>
          </p:cNvPr>
          <p:cNvSpPr txBox="1"/>
          <p:nvPr/>
        </p:nvSpPr>
        <p:spPr>
          <a:xfrm>
            <a:off x="5384157" y="1432286"/>
            <a:ext cx="1423686" cy="1015663"/>
          </a:xfrm>
          <a:prstGeom prst="rect">
            <a:avLst/>
          </a:prstGeom>
          <a:noFill/>
        </p:spPr>
        <p:txBody>
          <a:bodyPr wrap="square" rtlCol="0">
            <a:spAutoFit/>
          </a:bodyPr>
          <a:lstStyle/>
          <a:p>
            <a:pPr algn="ctr"/>
            <a:r>
              <a:rPr lang="en-US" altLang="zh-CN" sz="6000" b="1" dirty="0">
                <a:latin typeface="+mj-lt"/>
              </a:rPr>
              <a:t>03</a:t>
            </a:r>
            <a:endParaRPr lang="zh-CN" altLang="en-US" sz="6000" b="1" dirty="0">
              <a:latin typeface="+mj-lt"/>
            </a:endParaRPr>
          </a:p>
        </p:txBody>
      </p:sp>
    </p:spTree>
    <p:extLst>
      <p:ext uri="{BB962C8B-B14F-4D97-AF65-F5344CB8AC3E}">
        <p14:creationId xmlns:p14="http://schemas.microsoft.com/office/powerpoint/2010/main" val="2319695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4C1BAD-7D73-0A4C-FD59-4F7426DE93CD}"/>
              </a:ext>
            </a:extLst>
          </p:cNvPr>
          <p:cNvSpPr>
            <a:spLocks noGrp="1"/>
          </p:cNvSpPr>
          <p:nvPr>
            <p:ph type="title"/>
          </p:nvPr>
        </p:nvSpPr>
        <p:spPr/>
        <p:txBody>
          <a:bodyPr/>
          <a:lstStyle/>
          <a:p>
            <a:r>
              <a:rPr lang="zh-CN" altLang="en-US" dirty="0"/>
              <a:t>工作感悟</a:t>
            </a:r>
          </a:p>
        </p:txBody>
      </p:sp>
      <p:grpSp>
        <p:nvGrpSpPr>
          <p:cNvPr id="44" name="组合 43">
            <a:extLst>
              <a:ext uri="{FF2B5EF4-FFF2-40B4-BE49-F238E27FC236}">
                <a16:creationId xmlns:a16="http://schemas.microsoft.com/office/drawing/2014/main" id="{90FC88DE-FAD1-FC4F-45D9-67BDEB7261BE}"/>
              </a:ext>
            </a:extLst>
          </p:cNvPr>
          <p:cNvGrpSpPr/>
          <p:nvPr/>
        </p:nvGrpSpPr>
        <p:grpSpPr>
          <a:xfrm>
            <a:off x="645549" y="1707360"/>
            <a:ext cx="10900903" cy="4362832"/>
            <a:chOff x="627484" y="1707360"/>
            <a:chExt cx="10900903" cy="4362832"/>
          </a:xfrm>
        </p:grpSpPr>
        <p:sp>
          <p:nvSpPr>
            <p:cNvPr id="5" name="Oval 2+">
              <a:extLst>
                <a:ext uri="{FF2B5EF4-FFF2-40B4-BE49-F238E27FC236}">
                  <a16:creationId xmlns:a16="http://schemas.microsoft.com/office/drawing/2014/main" id="{A1E7D41F-8EEA-8576-A643-E2648D2442C3}"/>
                </a:ext>
              </a:extLst>
            </p:cNvPr>
            <p:cNvSpPr/>
            <p:nvPr/>
          </p:nvSpPr>
          <p:spPr>
            <a:xfrm>
              <a:off x="4414520" y="1896602"/>
              <a:ext cx="3703320" cy="3703320"/>
            </a:xfrm>
            <a:prstGeom prst="ellipse">
              <a:avLst/>
            </a:prstGeom>
            <a:gradFill flip="none" rotWithShape="1">
              <a:gsLst>
                <a:gs pos="56000">
                  <a:schemeClr val="accent1">
                    <a:alpha val="0"/>
                  </a:schemeClr>
                </a:gs>
                <a:gs pos="100000">
                  <a:schemeClr val="accent1">
                    <a:lumMod val="75000"/>
                    <a:alpha val="5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en-US" altLang="zh-CN" sz="2400" b="1" dirty="0">
                <a:solidFill>
                  <a:srgbClr val="F8F8F8"/>
                </a:solidFill>
              </a:endParaRPr>
            </a:p>
          </p:txBody>
        </p:sp>
        <p:grpSp>
          <p:nvGrpSpPr>
            <p:cNvPr id="19" name="组合 18">
              <a:extLst>
                <a:ext uri="{FF2B5EF4-FFF2-40B4-BE49-F238E27FC236}">
                  <a16:creationId xmlns:a16="http://schemas.microsoft.com/office/drawing/2014/main" id="{84E130F5-E7C2-E96F-5A8C-64BD79AC331F}"/>
                </a:ext>
              </a:extLst>
            </p:cNvPr>
            <p:cNvGrpSpPr/>
            <p:nvPr/>
          </p:nvGrpSpPr>
          <p:grpSpPr>
            <a:xfrm>
              <a:off x="4902402" y="2384483"/>
              <a:ext cx="2727554" cy="2727554"/>
              <a:chOff x="4902402" y="2384483"/>
              <a:chExt cx="2727554" cy="2727554"/>
            </a:xfrm>
          </p:grpSpPr>
          <p:sp>
            <p:nvSpPr>
              <p:cNvPr id="3" name="椭圆 2">
                <a:extLst>
                  <a:ext uri="{FF2B5EF4-FFF2-40B4-BE49-F238E27FC236}">
                    <a16:creationId xmlns:a16="http://schemas.microsoft.com/office/drawing/2014/main" id="{17850AE8-F85B-0402-1BA5-0B51D2FC4E6E}"/>
                  </a:ext>
                </a:extLst>
              </p:cNvPr>
              <p:cNvSpPr/>
              <p:nvPr/>
            </p:nvSpPr>
            <p:spPr>
              <a:xfrm>
                <a:off x="4902402" y="2384483"/>
                <a:ext cx="2727554" cy="272755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111600" tIns="56693" rIns="113386" bIns="56693" rtlCol="0" anchor="ctr"/>
              <a:lstStyle/>
              <a:p>
                <a:pPr algn="ctr">
                  <a:lnSpc>
                    <a:spcPct val="120000"/>
                  </a:lnSpc>
                </a:pPr>
                <a:endParaRPr lang="en-US" altLang="zh-CN" sz="2976" b="1" dirty="0">
                  <a:solidFill>
                    <a:srgbClr val="F8F8F8"/>
                  </a:solidFill>
                  <a:latin typeface="+mj-ea"/>
                  <a:ea typeface="+mj-ea"/>
                </a:endParaRPr>
              </a:p>
              <a:p>
                <a:pPr algn="ctr">
                  <a:lnSpc>
                    <a:spcPct val="120000"/>
                  </a:lnSpc>
                </a:pPr>
                <a:r>
                  <a:rPr lang="zh-CN" altLang="en-US" sz="2976" b="1" dirty="0">
                    <a:solidFill>
                      <a:srgbClr val="F8F8F8"/>
                    </a:solidFill>
                    <a:latin typeface="+mj-ea"/>
                    <a:ea typeface="+mj-ea"/>
                  </a:rPr>
                  <a:t>工作感悟</a:t>
                </a:r>
              </a:p>
            </p:txBody>
          </p:sp>
          <p:sp>
            <p:nvSpPr>
              <p:cNvPr id="4" name="physics_229311">
                <a:extLst>
                  <a:ext uri="{FF2B5EF4-FFF2-40B4-BE49-F238E27FC236}">
                    <a16:creationId xmlns:a16="http://schemas.microsoft.com/office/drawing/2014/main" id="{966AC3C4-5FD1-280E-6E5F-855BB03F17EC}"/>
                  </a:ext>
                </a:extLst>
              </p:cNvPr>
              <p:cNvSpPr/>
              <p:nvPr/>
            </p:nvSpPr>
            <p:spPr>
              <a:xfrm>
                <a:off x="6020484" y="3113565"/>
                <a:ext cx="491391" cy="490599"/>
              </a:xfrm>
              <a:custGeom>
                <a:avLst/>
                <a:gdLst>
                  <a:gd name="connsiteX0" fmla="*/ 304130 w 607634"/>
                  <a:gd name="connsiteY0" fmla="*/ 243123 h 606654"/>
                  <a:gd name="connsiteX1" fmla="*/ 364181 w 607634"/>
                  <a:gd name="connsiteY1" fmla="*/ 303024 h 606654"/>
                  <a:gd name="connsiteX2" fmla="*/ 304130 w 607634"/>
                  <a:gd name="connsiteY2" fmla="*/ 363014 h 606654"/>
                  <a:gd name="connsiteX3" fmla="*/ 244079 w 607634"/>
                  <a:gd name="connsiteY3" fmla="*/ 303024 h 606654"/>
                  <a:gd name="connsiteX4" fmla="*/ 304130 w 607634"/>
                  <a:gd name="connsiteY4" fmla="*/ 243123 h 606654"/>
                  <a:gd name="connsiteX5" fmla="*/ 304054 w 607634"/>
                  <a:gd name="connsiteY5" fmla="*/ 117730 h 606654"/>
                  <a:gd name="connsiteX6" fmla="*/ 249407 w 607634"/>
                  <a:gd name="connsiteY6" fmla="*/ 518701 h 606654"/>
                  <a:gd name="connsiteX7" fmla="*/ 110297 w 607634"/>
                  <a:gd name="connsiteY7" fmla="*/ 385933 h 606654"/>
                  <a:gd name="connsiteX8" fmla="*/ 109140 w 607634"/>
                  <a:gd name="connsiteY8" fmla="*/ 376335 h 606654"/>
                  <a:gd name="connsiteX9" fmla="*/ 128364 w 607634"/>
                  <a:gd name="connsiteY9" fmla="*/ 339544 h 606654"/>
                  <a:gd name="connsiteX10" fmla="*/ 143672 w 607634"/>
                  <a:gd name="connsiteY10" fmla="*/ 338655 h 606654"/>
                  <a:gd name="connsiteX11" fmla="*/ 303787 w 607634"/>
                  <a:gd name="connsiteY11" fmla="*/ 488308 h 606654"/>
                  <a:gd name="connsiteX12" fmla="*/ 490602 w 607634"/>
                  <a:gd name="connsiteY12" fmla="*/ 304174 h 606654"/>
                  <a:gd name="connsiteX13" fmla="*/ 304054 w 607634"/>
                  <a:gd name="connsiteY13" fmla="*/ 117730 h 606654"/>
                  <a:gd name="connsiteX14" fmla="*/ 461189 w 607634"/>
                  <a:gd name="connsiteY14" fmla="*/ 55414 h 606654"/>
                  <a:gd name="connsiteX15" fmla="*/ 357722 w 607634"/>
                  <a:gd name="connsiteY15" fmla="*/ 87070 h 606654"/>
                  <a:gd name="connsiteX16" fmla="*/ 521040 w 607634"/>
                  <a:gd name="connsiteY16" fmla="*/ 249343 h 606654"/>
                  <a:gd name="connsiteX17" fmla="*/ 461189 w 607634"/>
                  <a:gd name="connsiteY17" fmla="*/ 55414 h 606654"/>
                  <a:gd name="connsiteX18" fmla="*/ 463993 w 607634"/>
                  <a:gd name="connsiteY18" fmla="*/ 202 h 606654"/>
                  <a:gd name="connsiteX19" fmla="*/ 555484 w 607634"/>
                  <a:gd name="connsiteY19" fmla="*/ 302130 h 606654"/>
                  <a:gd name="connsiteX20" fmla="*/ 348466 w 607634"/>
                  <a:gd name="connsiteY20" fmla="*/ 575932 h 606654"/>
                  <a:gd name="connsiteX21" fmla="*/ 347131 w 607634"/>
                  <a:gd name="connsiteY21" fmla="*/ 559669 h 606654"/>
                  <a:gd name="connsiteX22" fmla="*/ 382909 w 607634"/>
                  <a:gd name="connsiteY22" fmla="*/ 534964 h 606654"/>
                  <a:gd name="connsiteX23" fmla="*/ 401867 w 607634"/>
                  <a:gd name="connsiteY23" fmla="*/ 537363 h 606654"/>
                  <a:gd name="connsiteX24" fmla="*/ 533323 w 607634"/>
                  <a:gd name="connsiteY24" fmla="*/ 385844 h 606654"/>
                  <a:gd name="connsiteX25" fmla="*/ 520417 w 607634"/>
                  <a:gd name="connsiteY25" fmla="*/ 356517 h 606654"/>
                  <a:gd name="connsiteX26" fmla="*/ 135662 w 607634"/>
                  <a:gd name="connsiteY26" fmla="*/ 606147 h 606654"/>
                  <a:gd name="connsiteX27" fmla="*/ 53424 w 607634"/>
                  <a:gd name="connsiteY27" fmla="*/ 303019 h 606654"/>
                  <a:gd name="connsiteX28" fmla="*/ 37137 w 607634"/>
                  <a:gd name="connsiteY28" fmla="*/ 36505 h 606654"/>
                  <a:gd name="connsiteX29" fmla="*/ 76476 w 607634"/>
                  <a:gd name="connsiteY29" fmla="*/ 36505 h 606654"/>
                  <a:gd name="connsiteX30" fmla="*/ 76476 w 607634"/>
                  <a:gd name="connsiteY30" fmla="*/ 75695 h 606654"/>
                  <a:gd name="connsiteX31" fmla="*/ 87868 w 607634"/>
                  <a:gd name="connsiteY31" fmla="*/ 249609 h 606654"/>
                  <a:gd name="connsiteX32" fmla="*/ 250564 w 607634"/>
                  <a:gd name="connsiteY32" fmla="*/ 87159 h 606654"/>
                  <a:gd name="connsiteX33" fmla="*/ 204016 w 607634"/>
                  <a:gd name="connsiteY33" fmla="*/ 67875 h 606654"/>
                  <a:gd name="connsiteX34" fmla="*/ 185147 w 607634"/>
                  <a:gd name="connsiteY34" fmla="*/ 34105 h 606654"/>
                  <a:gd name="connsiteX35" fmla="*/ 220659 w 607634"/>
                  <a:gd name="connsiteY35" fmla="*/ 14999 h 606654"/>
                  <a:gd name="connsiteX36" fmla="*/ 304143 w 607634"/>
                  <a:gd name="connsiteY36" fmla="*/ 52678 h 606654"/>
                  <a:gd name="connsiteX37" fmla="*/ 463993 w 607634"/>
                  <a:gd name="connsiteY37" fmla="*/ 202 h 606654"/>
                  <a:gd name="connsiteX38" fmla="*/ 143103 w 607634"/>
                  <a:gd name="connsiteY38" fmla="*/ 151 h 606654"/>
                  <a:gd name="connsiteX39" fmla="*/ 169874 w 607634"/>
                  <a:gd name="connsiteY39" fmla="*/ 28849 h 606654"/>
                  <a:gd name="connsiteX40" fmla="*/ 141147 w 607634"/>
                  <a:gd name="connsiteY40" fmla="*/ 55503 h 606654"/>
                  <a:gd name="connsiteX41" fmla="*/ 124337 w 607634"/>
                  <a:gd name="connsiteY41" fmla="*/ 55858 h 606654"/>
                  <a:gd name="connsiteX42" fmla="*/ 96765 w 607634"/>
                  <a:gd name="connsiteY42" fmla="*/ 30004 h 606654"/>
                  <a:gd name="connsiteX43" fmla="*/ 122469 w 607634"/>
                  <a:gd name="connsiteY43" fmla="*/ 417 h 606654"/>
                  <a:gd name="connsiteX44" fmla="*/ 143103 w 607634"/>
                  <a:gd name="connsiteY44" fmla="*/ 151 h 606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634" h="606654">
                    <a:moveTo>
                      <a:pt x="304130" y="243123"/>
                    </a:moveTo>
                    <a:cubicBezTo>
                      <a:pt x="337314" y="243123"/>
                      <a:pt x="364181" y="269963"/>
                      <a:pt x="364181" y="303024"/>
                    </a:cubicBezTo>
                    <a:cubicBezTo>
                      <a:pt x="364181" y="336174"/>
                      <a:pt x="337314" y="363014"/>
                      <a:pt x="304130" y="363014"/>
                    </a:cubicBezTo>
                    <a:cubicBezTo>
                      <a:pt x="271035" y="363014"/>
                      <a:pt x="244079" y="336174"/>
                      <a:pt x="244079" y="303024"/>
                    </a:cubicBezTo>
                    <a:cubicBezTo>
                      <a:pt x="244079" y="269963"/>
                      <a:pt x="270946" y="243123"/>
                      <a:pt x="304130" y="243123"/>
                    </a:cubicBezTo>
                    <a:close/>
                    <a:moveTo>
                      <a:pt x="304054" y="117730"/>
                    </a:moveTo>
                    <a:cubicBezTo>
                      <a:pt x="28771" y="297420"/>
                      <a:pt x="-56671" y="665599"/>
                      <a:pt x="249407" y="518701"/>
                    </a:cubicBezTo>
                    <a:cubicBezTo>
                      <a:pt x="171619" y="462981"/>
                      <a:pt x="110297" y="385933"/>
                      <a:pt x="110297" y="385933"/>
                    </a:cubicBezTo>
                    <a:cubicBezTo>
                      <a:pt x="108161" y="383266"/>
                      <a:pt x="107627" y="379534"/>
                      <a:pt x="109140" y="376335"/>
                    </a:cubicBezTo>
                    <a:cubicBezTo>
                      <a:pt x="114747" y="364160"/>
                      <a:pt x="121155" y="351896"/>
                      <a:pt x="128364" y="339544"/>
                    </a:cubicBezTo>
                    <a:cubicBezTo>
                      <a:pt x="131657" y="333856"/>
                      <a:pt x="139667" y="333501"/>
                      <a:pt x="143672" y="338655"/>
                    </a:cubicBezTo>
                    <a:cubicBezTo>
                      <a:pt x="143672" y="338655"/>
                      <a:pt x="204194" y="423346"/>
                      <a:pt x="303787" y="488308"/>
                    </a:cubicBezTo>
                    <a:cubicBezTo>
                      <a:pt x="372674" y="444585"/>
                      <a:pt x="441740" y="380423"/>
                      <a:pt x="490602" y="304174"/>
                    </a:cubicBezTo>
                    <a:cubicBezTo>
                      <a:pt x="444588" y="233524"/>
                      <a:pt x="377391" y="165540"/>
                      <a:pt x="304054" y="117730"/>
                    </a:cubicBezTo>
                    <a:close/>
                    <a:moveTo>
                      <a:pt x="461189" y="55414"/>
                    </a:moveTo>
                    <a:cubicBezTo>
                      <a:pt x="432061" y="57494"/>
                      <a:pt x="397038" y="67897"/>
                      <a:pt x="357722" y="87070"/>
                    </a:cubicBezTo>
                    <a:cubicBezTo>
                      <a:pt x="421536" y="132926"/>
                      <a:pt x="479565" y="192645"/>
                      <a:pt x="521040" y="249343"/>
                    </a:cubicBezTo>
                    <a:cubicBezTo>
                      <a:pt x="582919" y="117841"/>
                      <a:pt x="548575" y="49174"/>
                      <a:pt x="461189" y="55414"/>
                    </a:cubicBezTo>
                    <a:close/>
                    <a:moveTo>
                      <a:pt x="463993" y="202"/>
                    </a:moveTo>
                    <a:cubicBezTo>
                      <a:pt x="600425" y="-5130"/>
                      <a:pt x="657680" y="122106"/>
                      <a:pt x="555484" y="302130"/>
                    </a:cubicBezTo>
                    <a:cubicBezTo>
                      <a:pt x="676794" y="513013"/>
                      <a:pt x="576132" y="677241"/>
                      <a:pt x="348466" y="575932"/>
                    </a:cubicBezTo>
                    <a:cubicBezTo>
                      <a:pt x="341791" y="572910"/>
                      <a:pt x="340990" y="563668"/>
                      <a:pt x="347131" y="559669"/>
                    </a:cubicBezTo>
                    <a:cubicBezTo>
                      <a:pt x="359146" y="551938"/>
                      <a:pt x="371072" y="543673"/>
                      <a:pt x="382909" y="534964"/>
                    </a:cubicBezTo>
                    <a:cubicBezTo>
                      <a:pt x="387982" y="531142"/>
                      <a:pt x="391899" y="533986"/>
                      <a:pt x="401867" y="537363"/>
                    </a:cubicBezTo>
                    <a:cubicBezTo>
                      <a:pt x="533056" y="581886"/>
                      <a:pt x="583075" y="512925"/>
                      <a:pt x="533323" y="385844"/>
                    </a:cubicBezTo>
                    <a:cubicBezTo>
                      <a:pt x="529406" y="375979"/>
                      <a:pt x="525134" y="366204"/>
                      <a:pt x="520417" y="356517"/>
                    </a:cubicBezTo>
                    <a:cubicBezTo>
                      <a:pt x="421981" y="493196"/>
                      <a:pt x="260176" y="606147"/>
                      <a:pt x="135662" y="606147"/>
                    </a:cubicBezTo>
                    <a:cubicBezTo>
                      <a:pt x="13195" y="606147"/>
                      <a:pt x="-52399" y="488397"/>
                      <a:pt x="53424" y="303019"/>
                    </a:cubicBezTo>
                    <a:cubicBezTo>
                      <a:pt x="4562" y="216995"/>
                      <a:pt x="-29525" y="103066"/>
                      <a:pt x="37137" y="36505"/>
                    </a:cubicBezTo>
                    <a:cubicBezTo>
                      <a:pt x="47995" y="25663"/>
                      <a:pt x="65618" y="25663"/>
                      <a:pt x="76476" y="36505"/>
                    </a:cubicBezTo>
                    <a:cubicBezTo>
                      <a:pt x="87245" y="47258"/>
                      <a:pt x="87245" y="64853"/>
                      <a:pt x="76476" y="75695"/>
                    </a:cubicBezTo>
                    <a:cubicBezTo>
                      <a:pt x="40341" y="111687"/>
                      <a:pt x="56717" y="185447"/>
                      <a:pt x="87868" y="249609"/>
                    </a:cubicBezTo>
                    <a:cubicBezTo>
                      <a:pt x="132013" y="188202"/>
                      <a:pt x="189152" y="131238"/>
                      <a:pt x="250564" y="87159"/>
                    </a:cubicBezTo>
                    <a:cubicBezTo>
                      <a:pt x="234721" y="79428"/>
                      <a:pt x="219146" y="72940"/>
                      <a:pt x="204016" y="67875"/>
                    </a:cubicBezTo>
                    <a:cubicBezTo>
                      <a:pt x="189864" y="63254"/>
                      <a:pt x="181231" y="48502"/>
                      <a:pt x="185147" y="34105"/>
                    </a:cubicBezTo>
                    <a:cubicBezTo>
                      <a:pt x="189330" y="18642"/>
                      <a:pt x="205618" y="10022"/>
                      <a:pt x="220659" y="14999"/>
                    </a:cubicBezTo>
                    <a:cubicBezTo>
                      <a:pt x="248072" y="23974"/>
                      <a:pt x="276107" y="36682"/>
                      <a:pt x="304143" y="52678"/>
                    </a:cubicBezTo>
                    <a:cubicBezTo>
                      <a:pt x="364242" y="18486"/>
                      <a:pt x="418516" y="1979"/>
                      <a:pt x="463993" y="202"/>
                    </a:cubicBezTo>
                    <a:close/>
                    <a:moveTo>
                      <a:pt x="143103" y="151"/>
                    </a:moveTo>
                    <a:cubicBezTo>
                      <a:pt x="158401" y="684"/>
                      <a:pt x="170408" y="13478"/>
                      <a:pt x="169874" y="28849"/>
                    </a:cubicBezTo>
                    <a:cubicBezTo>
                      <a:pt x="169341" y="44130"/>
                      <a:pt x="156444" y="56125"/>
                      <a:pt x="141147" y="55503"/>
                    </a:cubicBezTo>
                    <a:cubicBezTo>
                      <a:pt x="131630" y="55148"/>
                      <a:pt x="126827" y="55858"/>
                      <a:pt x="124337" y="55858"/>
                    </a:cubicBezTo>
                    <a:cubicBezTo>
                      <a:pt x="109928" y="55858"/>
                      <a:pt x="97744" y="44664"/>
                      <a:pt x="96765" y="30004"/>
                    </a:cubicBezTo>
                    <a:cubicBezTo>
                      <a:pt x="95609" y="14811"/>
                      <a:pt x="107171" y="1483"/>
                      <a:pt x="122469" y="417"/>
                    </a:cubicBezTo>
                    <a:cubicBezTo>
                      <a:pt x="129140" y="-27"/>
                      <a:pt x="136077" y="-116"/>
                      <a:pt x="143103" y="151"/>
                    </a:cubicBezTo>
                    <a:close/>
                  </a:path>
                </a:pathLst>
              </a:custGeom>
              <a:solidFill>
                <a:srgbClr val="F8F8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13386" tIns="56693" rIns="113386" bIns="56693" rtlCol="0" anchor="ctr"/>
              <a:lstStyle/>
              <a:p>
                <a:pPr algn="ctr"/>
                <a:endParaRPr lang="en-US" sz="2232">
                  <a:latin typeface="+mj-ea"/>
                  <a:ea typeface="+mj-ea"/>
                </a:endParaRPr>
              </a:p>
            </p:txBody>
          </p:sp>
        </p:grpSp>
        <p:grpSp>
          <p:nvGrpSpPr>
            <p:cNvPr id="38" name="组合 37">
              <a:extLst>
                <a:ext uri="{FF2B5EF4-FFF2-40B4-BE49-F238E27FC236}">
                  <a16:creationId xmlns:a16="http://schemas.microsoft.com/office/drawing/2014/main" id="{9F5D84EA-E6B1-92B4-C97D-F8B951FF0417}"/>
                </a:ext>
              </a:extLst>
            </p:cNvPr>
            <p:cNvGrpSpPr/>
            <p:nvPr/>
          </p:nvGrpSpPr>
          <p:grpSpPr>
            <a:xfrm>
              <a:off x="660400" y="1707360"/>
              <a:ext cx="4031413" cy="1188285"/>
              <a:chOff x="660400" y="1707360"/>
              <a:chExt cx="4031413" cy="1188285"/>
            </a:xfrm>
          </p:grpSpPr>
          <p:cxnSp>
            <p:nvCxnSpPr>
              <p:cNvPr id="14" name="Shape1">
                <a:extLst>
                  <a:ext uri="{FF2B5EF4-FFF2-40B4-BE49-F238E27FC236}">
                    <a16:creationId xmlns:a16="http://schemas.microsoft.com/office/drawing/2014/main" id="{332E7343-263B-43C2-5330-BC9685F03A0F}"/>
                  </a:ext>
                </a:extLst>
              </p:cNvPr>
              <p:cNvCxnSpPr>
                <a:cxnSpLocks/>
              </p:cNvCxnSpPr>
              <p:nvPr/>
            </p:nvCxnSpPr>
            <p:spPr>
              <a:xfrm rot="16200000">
                <a:off x="4122338" y="1395859"/>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17" name="íṥļiḍe">
                <a:extLst>
                  <a:ext uri="{FF2B5EF4-FFF2-40B4-BE49-F238E27FC236}">
                    <a16:creationId xmlns:a16="http://schemas.microsoft.com/office/drawing/2014/main" id="{7B4C8CE6-E89B-C0CB-272F-7AB72F77369C}"/>
                  </a:ext>
                </a:extLst>
              </p:cNvPr>
              <p:cNvSpPr/>
              <p:nvPr/>
            </p:nvSpPr>
            <p:spPr>
              <a:xfrm>
                <a:off x="660400" y="1707360"/>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责任感的提升</a:t>
                </a:r>
              </a:p>
            </p:txBody>
          </p:sp>
          <p:sp>
            <p:nvSpPr>
              <p:cNvPr id="18" name="文本框 17">
                <a:extLst>
                  <a:ext uri="{FF2B5EF4-FFF2-40B4-BE49-F238E27FC236}">
                    <a16:creationId xmlns:a16="http://schemas.microsoft.com/office/drawing/2014/main" id="{60FA7D06-9731-5357-8E18-52F1568EA423}"/>
                  </a:ext>
                </a:extLst>
              </p:cNvPr>
              <p:cNvSpPr txBox="1"/>
              <p:nvPr/>
            </p:nvSpPr>
            <p:spPr>
              <a:xfrm>
                <a:off x="665481" y="2308561"/>
                <a:ext cx="3165740"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39" name="组合 38">
              <a:extLst>
                <a:ext uri="{FF2B5EF4-FFF2-40B4-BE49-F238E27FC236}">
                  <a16:creationId xmlns:a16="http://schemas.microsoft.com/office/drawing/2014/main" id="{A1EA0211-B1D2-3913-6A07-2A65B52D2A13}"/>
                </a:ext>
              </a:extLst>
            </p:cNvPr>
            <p:cNvGrpSpPr/>
            <p:nvPr/>
          </p:nvGrpSpPr>
          <p:grpSpPr>
            <a:xfrm>
              <a:off x="627484" y="3352506"/>
              <a:ext cx="3684173" cy="1188285"/>
              <a:chOff x="627484" y="3352506"/>
              <a:chExt cx="3684173" cy="1188285"/>
            </a:xfrm>
          </p:grpSpPr>
          <p:cxnSp>
            <p:nvCxnSpPr>
              <p:cNvPr id="20" name="Shape1">
                <a:extLst>
                  <a:ext uri="{FF2B5EF4-FFF2-40B4-BE49-F238E27FC236}">
                    <a16:creationId xmlns:a16="http://schemas.microsoft.com/office/drawing/2014/main" id="{5D7243B2-ECC7-A23F-E9C4-2F734AB4848C}"/>
                  </a:ext>
                </a:extLst>
              </p:cNvPr>
              <p:cNvCxnSpPr>
                <a:cxnSpLocks/>
              </p:cNvCxnSpPr>
              <p:nvPr/>
            </p:nvCxnSpPr>
            <p:spPr>
              <a:xfrm rot="16200000">
                <a:off x="3742182" y="3042546"/>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21" name="íṥļiḍe">
                <a:extLst>
                  <a:ext uri="{FF2B5EF4-FFF2-40B4-BE49-F238E27FC236}">
                    <a16:creationId xmlns:a16="http://schemas.microsoft.com/office/drawing/2014/main" id="{25596350-4EE2-680D-1B62-4F37C71D684A}"/>
                  </a:ext>
                </a:extLst>
              </p:cNvPr>
              <p:cNvSpPr/>
              <p:nvPr/>
            </p:nvSpPr>
            <p:spPr>
              <a:xfrm>
                <a:off x="627484" y="3352506"/>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团队合作的力量</a:t>
                </a:r>
              </a:p>
            </p:txBody>
          </p:sp>
          <p:sp>
            <p:nvSpPr>
              <p:cNvPr id="22" name="文本框 21">
                <a:extLst>
                  <a:ext uri="{FF2B5EF4-FFF2-40B4-BE49-F238E27FC236}">
                    <a16:creationId xmlns:a16="http://schemas.microsoft.com/office/drawing/2014/main" id="{D3D1F265-33A1-1ADB-A670-C3C016F54D60}"/>
                  </a:ext>
                </a:extLst>
              </p:cNvPr>
              <p:cNvSpPr txBox="1"/>
              <p:nvPr/>
            </p:nvSpPr>
            <p:spPr>
              <a:xfrm>
                <a:off x="632565" y="3953707"/>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0" name="组合 39">
              <a:extLst>
                <a:ext uri="{FF2B5EF4-FFF2-40B4-BE49-F238E27FC236}">
                  <a16:creationId xmlns:a16="http://schemas.microsoft.com/office/drawing/2014/main" id="{AC0FA0CA-9771-CEF0-C4DF-C74B18289290}"/>
                </a:ext>
              </a:extLst>
            </p:cNvPr>
            <p:cNvGrpSpPr/>
            <p:nvPr/>
          </p:nvGrpSpPr>
          <p:grpSpPr>
            <a:xfrm>
              <a:off x="627484" y="4881907"/>
              <a:ext cx="3935256" cy="1188285"/>
              <a:chOff x="627484" y="4881907"/>
              <a:chExt cx="3935256" cy="1188285"/>
            </a:xfrm>
          </p:grpSpPr>
          <p:cxnSp>
            <p:nvCxnSpPr>
              <p:cNvPr id="23" name="Shape1">
                <a:extLst>
                  <a:ext uri="{FF2B5EF4-FFF2-40B4-BE49-F238E27FC236}">
                    <a16:creationId xmlns:a16="http://schemas.microsoft.com/office/drawing/2014/main" id="{916F0C56-CEF2-5F2F-53BD-BAA42E7D8EC2}"/>
                  </a:ext>
                </a:extLst>
              </p:cNvPr>
              <p:cNvCxnSpPr>
                <a:cxnSpLocks/>
              </p:cNvCxnSpPr>
              <p:nvPr/>
            </p:nvCxnSpPr>
            <p:spPr>
              <a:xfrm rot="16200000">
                <a:off x="3993265" y="4520132"/>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24" name="íṥļiḍe">
                <a:extLst>
                  <a:ext uri="{FF2B5EF4-FFF2-40B4-BE49-F238E27FC236}">
                    <a16:creationId xmlns:a16="http://schemas.microsoft.com/office/drawing/2014/main" id="{F7E956D7-FEAE-EF0E-8A00-BF7877DCDB41}"/>
                  </a:ext>
                </a:extLst>
              </p:cNvPr>
              <p:cNvSpPr/>
              <p:nvPr/>
            </p:nvSpPr>
            <p:spPr>
              <a:xfrm>
                <a:off x="627484" y="4881907"/>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挑战让我成长</a:t>
                </a:r>
              </a:p>
            </p:txBody>
          </p:sp>
          <p:sp>
            <p:nvSpPr>
              <p:cNvPr id="25" name="文本框 24">
                <a:extLst>
                  <a:ext uri="{FF2B5EF4-FFF2-40B4-BE49-F238E27FC236}">
                    <a16:creationId xmlns:a16="http://schemas.microsoft.com/office/drawing/2014/main" id="{4BBFE776-09F5-078E-B6A0-02EF91D0FC75}"/>
                  </a:ext>
                </a:extLst>
              </p:cNvPr>
              <p:cNvSpPr txBox="1"/>
              <p:nvPr/>
            </p:nvSpPr>
            <p:spPr>
              <a:xfrm>
                <a:off x="632565" y="5483108"/>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3" name="组合 42">
              <a:extLst>
                <a:ext uri="{FF2B5EF4-FFF2-40B4-BE49-F238E27FC236}">
                  <a16:creationId xmlns:a16="http://schemas.microsoft.com/office/drawing/2014/main" id="{3C4CDE5B-342E-804B-4D59-82337E574D49}"/>
                </a:ext>
              </a:extLst>
            </p:cNvPr>
            <p:cNvGrpSpPr/>
            <p:nvPr/>
          </p:nvGrpSpPr>
          <p:grpSpPr>
            <a:xfrm>
              <a:off x="7694848" y="1707360"/>
              <a:ext cx="3833539" cy="1188285"/>
              <a:chOff x="7694848" y="1707360"/>
              <a:chExt cx="3833539" cy="1188285"/>
            </a:xfrm>
          </p:grpSpPr>
          <p:cxnSp>
            <p:nvCxnSpPr>
              <p:cNvPr id="29" name="Shape1">
                <a:extLst>
                  <a:ext uri="{FF2B5EF4-FFF2-40B4-BE49-F238E27FC236}">
                    <a16:creationId xmlns:a16="http://schemas.microsoft.com/office/drawing/2014/main" id="{46DA518F-A36B-D5E8-7E93-1A4781EDDFE8}"/>
                  </a:ext>
                </a:extLst>
              </p:cNvPr>
              <p:cNvCxnSpPr>
                <a:cxnSpLocks/>
              </p:cNvCxnSpPr>
              <p:nvPr/>
            </p:nvCxnSpPr>
            <p:spPr>
              <a:xfrm rot="5400000" flipH="1">
                <a:off x="8264323" y="1395859"/>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2" name="íṥļiḍe">
                <a:extLst>
                  <a:ext uri="{FF2B5EF4-FFF2-40B4-BE49-F238E27FC236}">
                    <a16:creationId xmlns:a16="http://schemas.microsoft.com/office/drawing/2014/main" id="{54CA8F65-67E2-0403-B060-C7D9FD4B8D8E}"/>
                  </a:ext>
                </a:extLst>
              </p:cNvPr>
              <p:cNvSpPr/>
              <p:nvPr/>
            </p:nvSpPr>
            <p:spPr>
              <a:xfrm>
                <a:off x="9367102" y="1707360"/>
                <a:ext cx="2161285"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沟通的重要性</a:t>
                </a:r>
              </a:p>
            </p:txBody>
          </p:sp>
          <p:sp>
            <p:nvSpPr>
              <p:cNvPr id="33" name="文本框 32">
                <a:extLst>
                  <a:ext uri="{FF2B5EF4-FFF2-40B4-BE49-F238E27FC236}">
                    <a16:creationId xmlns:a16="http://schemas.microsoft.com/office/drawing/2014/main" id="{1F319A8C-7EAB-CC86-87D5-2C9DCD75DCB0}"/>
                  </a:ext>
                </a:extLst>
              </p:cNvPr>
              <p:cNvSpPr txBox="1"/>
              <p:nvPr/>
            </p:nvSpPr>
            <p:spPr>
              <a:xfrm>
                <a:off x="8362647" y="2308561"/>
                <a:ext cx="3165740"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2" name="组合 41">
              <a:extLst>
                <a:ext uri="{FF2B5EF4-FFF2-40B4-BE49-F238E27FC236}">
                  <a16:creationId xmlns:a16="http://schemas.microsoft.com/office/drawing/2014/main" id="{BCC5C1B2-BDD3-F490-3852-B66D230334D6}"/>
                </a:ext>
              </a:extLst>
            </p:cNvPr>
            <p:cNvGrpSpPr/>
            <p:nvPr/>
          </p:nvGrpSpPr>
          <p:grpSpPr>
            <a:xfrm>
              <a:off x="8161394" y="3352506"/>
              <a:ext cx="3366993" cy="1188285"/>
              <a:chOff x="8161394" y="3352506"/>
              <a:chExt cx="3366993" cy="1188285"/>
            </a:xfrm>
          </p:grpSpPr>
          <p:cxnSp>
            <p:nvCxnSpPr>
              <p:cNvPr id="30" name="Shape1">
                <a:extLst>
                  <a:ext uri="{FF2B5EF4-FFF2-40B4-BE49-F238E27FC236}">
                    <a16:creationId xmlns:a16="http://schemas.microsoft.com/office/drawing/2014/main" id="{CBA48C4D-B5DF-743D-22B3-733F5B43D9B6}"/>
                  </a:ext>
                </a:extLst>
              </p:cNvPr>
              <p:cNvCxnSpPr>
                <a:cxnSpLocks/>
              </p:cNvCxnSpPr>
              <p:nvPr/>
            </p:nvCxnSpPr>
            <p:spPr>
              <a:xfrm rot="5400000" flipH="1">
                <a:off x="8730869" y="3042546"/>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4" name="íṥļiḍe">
                <a:extLst>
                  <a:ext uri="{FF2B5EF4-FFF2-40B4-BE49-F238E27FC236}">
                    <a16:creationId xmlns:a16="http://schemas.microsoft.com/office/drawing/2014/main" id="{61C2FC39-88B9-BA2B-6432-C3BC55AA046E}"/>
                  </a:ext>
                </a:extLst>
              </p:cNvPr>
              <p:cNvSpPr/>
              <p:nvPr/>
            </p:nvSpPr>
            <p:spPr>
              <a:xfrm>
                <a:off x="9042400" y="3352506"/>
                <a:ext cx="2485987"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时间管理的必要性</a:t>
                </a:r>
              </a:p>
            </p:txBody>
          </p:sp>
          <p:sp>
            <p:nvSpPr>
              <p:cNvPr id="35" name="文本框 34">
                <a:extLst>
                  <a:ext uri="{FF2B5EF4-FFF2-40B4-BE49-F238E27FC236}">
                    <a16:creationId xmlns:a16="http://schemas.microsoft.com/office/drawing/2014/main" id="{3F8D5EE7-25BF-3746-290D-A0D59B953CAF}"/>
                  </a:ext>
                </a:extLst>
              </p:cNvPr>
              <p:cNvSpPr txBox="1"/>
              <p:nvPr/>
            </p:nvSpPr>
            <p:spPr>
              <a:xfrm>
                <a:off x="8331335" y="3953707"/>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nvGrpSpPr>
            <p:cNvPr id="41" name="组合 40">
              <a:extLst>
                <a:ext uri="{FF2B5EF4-FFF2-40B4-BE49-F238E27FC236}">
                  <a16:creationId xmlns:a16="http://schemas.microsoft.com/office/drawing/2014/main" id="{C0C4F4E4-94F8-4957-01FB-1132376D0F77}"/>
                </a:ext>
              </a:extLst>
            </p:cNvPr>
            <p:cNvGrpSpPr/>
            <p:nvPr/>
          </p:nvGrpSpPr>
          <p:grpSpPr>
            <a:xfrm>
              <a:off x="7694848" y="4881907"/>
              <a:ext cx="3833539" cy="1188285"/>
              <a:chOff x="7694848" y="4881907"/>
              <a:chExt cx="3833539" cy="1188285"/>
            </a:xfrm>
          </p:grpSpPr>
          <p:cxnSp>
            <p:nvCxnSpPr>
              <p:cNvPr id="31" name="Shape1">
                <a:extLst>
                  <a:ext uri="{FF2B5EF4-FFF2-40B4-BE49-F238E27FC236}">
                    <a16:creationId xmlns:a16="http://schemas.microsoft.com/office/drawing/2014/main" id="{E0C0EEFC-5D7B-B842-9F89-CC6D1262A84B}"/>
                  </a:ext>
                </a:extLst>
              </p:cNvPr>
              <p:cNvCxnSpPr>
                <a:cxnSpLocks/>
              </p:cNvCxnSpPr>
              <p:nvPr/>
            </p:nvCxnSpPr>
            <p:spPr>
              <a:xfrm rot="5400000" flipH="1">
                <a:off x="8264323" y="4520132"/>
                <a:ext cx="0" cy="1138950"/>
              </a:xfrm>
              <a:prstGeom prst="line">
                <a:avLst/>
              </a:prstGeom>
              <a:ln w="12482">
                <a:gradFill>
                  <a:gsLst>
                    <a:gs pos="0">
                      <a:schemeClr val="accent1">
                        <a:lumMod val="99000"/>
                        <a:lumOff val="1000"/>
                        <a:alpha val="0"/>
                      </a:schemeClr>
                    </a:gs>
                    <a:gs pos="100000">
                      <a:schemeClr val="accent1">
                        <a:lumMod val="75000"/>
                      </a:schemeClr>
                    </a:gs>
                  </a:gsLst>
                  <a:lin ang="5400000" scaled="1"/>
                </a:gradFill>
                <a:tailEnd type="oval"/>
              </a:ln>
              <a:effectLst/>
            </p:spPr>
            <p:style>
              <a:lnRef idx="1">
                <a:schemeClr val="accent1"/>
              </a:lnRef>
              <a:fillRef idx="0">
                <a:schemeClr val="accent1"/>
              </a:fillRef>
              <a:effectRef idx="0">
                <a:schemeClr val="accent1"/>
              </a:effectRef>
              <a:fontRef idx="minor">
                <a:schemeClr val="tx1"/>
              </a:fontRef>
            </p:style>
          </p:cxnSp>
          <p:sp>
            <p:nvSpPr>
              <p:cNvPr id="36" name="íṥļiḍe">
                <a:extLst>
                  <a:ext uri="{FF2B5EF4-FFF2-40B4-BE49-F238E27FC236}">
                    <a16:creationId xmlns:a16="http://schemas.microsoft.com/office/drawing/2014/main" id="{3F1A2C67-3A74-97CC-1FFF-3E3C3C750F2D}"/>
                  </a:ext>
                </a:extLst>
              </p:cNvPr>
              <p:cNvSpPr/>
              <p:nvPr/>
            </p:nvSpPr>
            <p:spPr>
              <a:xfrm>
                <a:off x="9102436" y="4881907"/>
                <a:ext cx="242595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工作中的满足感</a:t>
                </a:r>
              </a:p>
            </p:txBody>
          </p:sp>
          <p:sp>
            <p:nvSpPr>
              <p:cNvPr id="37" name="文本框 36">
                <a:extLst>
                  <a:ext uri="{FF2B5EF4-FFF2-40B4-BE49-F238E27FC236}">
                    <a16:creationId xmlns:a16="http://schemas.microsoft.com/office/drawing/2014/main" id="{44E22CBC-C2E9-ED86-6E93-C8A34E4DD45C}"/>
                  </a:ext>
                </a:extLst>
              </p:cNvPr>
              <p:cNvSpPr txBox="1"/>
              <p:nvPr/>
            </p:nvSpPr>
            <p:spPr>
              <a:xfrm>
                <a:off x="8331335" y="5483108"/>
                <a:ext cx="3197052" cy="58708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单击此处添加文本单击此处添加文本单击此处添加文本单击此处添加文本</a:t>
                </a:r>
                <a:endParaRPr lang="en-US" altLang="zh-CN" sz="1400" dirty="0"/>
              </a:p>
            </p:txBody>
          </p:sp>
        </p:grpSp>
      </p:grpSp>
    </p:spTree>
    <p:extLst>
      <p:ext uri="{BB962C8B-B14F-4D97-AF65-F5344CB8AC3E}">
        <p14:creationId xmlns:p14="http://schemas.microsoft.com/office/powerpoint/2010/main" val="1858990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8C6B46-9A83-D121-93BA-6F3BA00CF1AD}"/>
              </a:ext>
            </a:extLst>
          </p:cNvPr>
          <p:cNvSpPr>
            <a:spLocks noGrp="1"/>
          </p:cNvSpPr>
          <p:nvPr>
            <p:ph type="title"/>
          </p:nvPr>
        </p:nvSpPr>
        <p:spPr/>
        <p:txBody>
          <a:bodyPr/>
          <a:lstStyle/>
          <a:p>
            <a:r>
              <a:rPr lang="zh-CN" altLang="en-US" dirty="0"/>
              <a:t>学习感悟</a:t>
            </a:r>
          </a:p>
        </p:txBody>
      </p:sp>
      <p:grpSp>
        <p:nvGrpSpPr>
          <p:cNvPr id="51" name="组合 50">
            <a:extLst>
              <a:ext uri="{FF2B5EF4-FFF2-40B4-BE49-F238E27FC236}">
                <a16:creationId xmlns:a16="http://schemas.microsoft.com/office/drawing/2014/main" id="{EE54C171-39D8-6AE4-EEC3-644D1D1BAD10}"/>
              </a:ext>
            </a:extLst>
          </p:cNvPr>
          <p:cNvGrpSpPr/>
          <p:nvPr/>
        </p:nvGrpSpPr>
        <p:grpSpPr>
          <a:xfrm>
            <a:off x="689721" y="0"/>
            <a:ext cx="11502279" cy="6858000"/>
            <a:chOff x="689721" y="0"/>
            <a:chExt cx="11502279" cy="6858000"/>
          </a:xfrm>
        </p:grpSpPr>
        <p:pic>
          <p:nvPicPr>
            <p:cNvPr id="4" name="图片 3" descr="图示, 工程绘图&#10;&#10;描述已自动生成">
              <a:extLst>
                <a:ext uri="{FF2B5EF4-FFF2-40B4-BE49-F238E27FC236}">
                  <a16:creationId xmlns:a16="http://schemas.microsoft.com/office/drawing/2014/main" id="{BF339F73-2F94-6718-0B32-201137339225}"/>
                </a:ext>
              </a:extLst>
            </p:cNvPr>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11500"/>
                      </a14:imgEffect>
                      <a14:imgEffect>
                        <a14:saturation sat="0"/>
                      </a14:imgEffect>
                      <a14:imgEffect>
                        <a14:brightnessContrast contrast="1000"/>
                      </a14:imgEffect>
                    </a14:imgLayer>
                  </a14:imgProps>
                </a:ext>
                <a:ext uri="{28A0092B-C50C-407E-A947-70E740481C1C}">
                  <a14:useLocalDpi xmlns:a14="http://schemas.microsoft.com/office/drawing/2010/main" val="0"/>
                </a:ext>
              </a:extLst>
            </a:blip>
            <a:stretch>
              <a:fillRect/>
            </a:stretch>
          </p:blipFill>
          <p:spPr>
            <a:xfrm>
              <a:off x="7616428" y="0"/>
              <a:ext cx="4575572" cy="6858000"/>
            </a:xfrm>
            <a:prstGeom prst="rect">
              <a:avLst/>
            </a:prstGeom>
          </p:spPr>
        </p:pic>
        <p:grpSp>
          <p:nvGrpSpPr>
            <p:cNvPr id="27" name="组合 26">
              <a:extLst>
                <a:ext uri="{FF2B5EF4-FFF2-40B4-BE49-F238E27FC236}">
                  <a16:creationId xmlns:a16="http://schemas.microsoft.com/office/drawing/2014/main" id="{950FD373-3FDB-D25B-CACD-E1F9F8B41B4E}"/>
                </a:ext>
              </a:extLst>
            </p:cNvPr>
            <p:cNvGrpSpPr/>
            <p:nvPr/>
          </p:nvGrpSpPr>
          <p:grpSpPr>
            <a:xfrm>
              <a:off x="689721" y="1241175"/>
              <a:ext cx="6212841" cy="660135"/>
              <a:chOff x="689721" y="1125428"/>
              <a:chExt cx="6212841" cy="660135"/>
            </a:xfrm>
          </p:grpSpPr>
          <p:sp>
            <p:nvSpPr>
              <p:cNvPr id="5" name="文本框 4">
                <a:extLst>
                  <a:ext uri="{FF2B5EF4-FFF2-40B4-BE49-F238E27FC236}">
                    <a16:creationId xmlns:a16="http://schemas.microsoft.com/office/drawing/2014/main" id="{513F73BA-F4AB-A1E3-2827-86B76BCC7AAE}"/>
                  </a:ext>
                </a:extLst>
              </p:cNvPr>
              <p:cNvSpPr txBox="1"/>
              <p:nvPr/>
            </p:nvSpPr>
            <p:spPr>
              <a:xfrm>
                <a:off x="689722" y="1457012"/>
                <a:ext cx="6212840" cy="328551"/>
              </a:xfrm>
              <a:prstGeom prst="rect">
                <a:avLst/>
              </a:prstGeom>
              <a:noFill/>
            </p:spPr>
            <p:txBody>
              <a:bodyPr wrap="square" rtlCol="0">
                <a:spAutoFit/>
              </a:bodyPr>
              <a:lstStyle/>
              <a:p>
                <a:pPr>
                  <a:lnSpc>
                    <a:spcPct val="120000"/>
                  </a:lnSpc>
                </a:pPr>
                <a:r>
                  <a:rPr lang="zh-CN" altLang="en-US" sz="1400" dirty="0"/>
                  <a:t>单击此处添加文本单击此处添加文本单击此处添加文本单击此处添加文本</a:t>
                </a:r>
                <a:endParaRPr lang="en-US" altLang="zh-CN" sz="1400" dirty="0"/>
              </a:p>
            </p:txBody>
          </p:sp>
          <p:sp>
            <p:nvSpPr>
              <p:cNvPr id="6" name="文本框 5">
                <a:extLst>
                  <a:ext uri="{FF2B5EF4-FFF2-40B4-BE49-F238E27FC236}">
                    <a16:creationId xmlns:a16="http://schemas.microsoft.com/office/drawing/2014/main" id="{D36B0B47-263E-DD55-795C-85F5A31F680D}"/>
                  </a:ext>
                </a:extLst>
              </p:cNvPr>
              <p:cNvSpPr txBox="1"/>
              <p:nvPr/>
            </p:nvSpPr>
            <p:spPr>
              <a:xfrm>
                <a:off x="689721" y="1125428"/>
                <a:ext cx="2308121" cy="369332"/>
              </a:xfrm>
              <a:prstGeom prst="rect">
                <a:avLst/>
              </a:prstGeom>
              <a:noFill/>
            </p:spPr>
            <p:txBody>
              <a:bodyPr wrap="square">
                <a:spAutoFit/>
              </a:bodyPr>
              <a:lstStyle/>
              <a:p>
                <a:r>
                  <a:rPr lang="zh-CN" altLang="en-US" b="1">
                    <a:gradFill flip="none" rotWithShape="1">
                      <a:gsLst>
                        <a:gs pos="0">
                          <a:schemeClr val="accent1"/>
                        </a:gs>
                        <a:gs pos="11000">
                          <a:schemeClr val="accent1">
                            <a:lumMod val="75000"/>
                          </a:schemeClr>
                        </a:gs>
                      </a:gsLst>
                      <a:lin ang="2700000" scaled="1"/>
                      <a:tileRect/>
                    </a:gradFill>
                    <a:latin typeface="+mj-ea"/>
                    <a:ea typeface="+mj-ea"/>
                  </a:rPr>
                  <a:t>学习是成长的动力</a:t>
                </a:r>
                <a:endParaRPr lang="zh-CN" altLang="en-US" b="1" dirty="0">
                  <a:gradFill flip="none" rotWithShape="1">
                    <a:gsLst>
                      <a:gs pos="0">
                        <a:schemeClr val="accent1"/>
                      </a:gs>
                      <a:gs pos="11000">
                        <a:schemeClr val="accent1">
                          <a:lumMod val="75000"/>
                        </a:schemeClr>
                      </a:gs>
                    </a:gsLst>
                    <a:lin ang="2700000" scaled="1"/>
                    <a:tileRect/>
                  </a:gradFill>
                  <a:latin typeface="+mj-ea"/>
                  <a:ea typeface="+mj-ea"/>
                </a:endParaRPr>
              </a:p>
            </p:txBody>
          </p:sp>
        </p:grpSp>
        <p:grpSp>
          <p:nvGrpSpPr>
            <p:cNvPr id="30" name="组合 29">
              <a:extLst>
                <a:ext uri="{FF2B5EF4-FFF2-40B4-BE49-F238E27FC236}">
                  <a16:creationId xmlns:a16="http://schemas.microsoft.com/office/drawing/2014/main" id="{8E2B802B-0805-9C40-E784-21744D88919A}"/>
                </a:ext>
              </a:extLst>
            </p:cNvPr>
            <p:cNvGrpSpPr/>
            <p:nvPr/>
          </p:nvGrpSpPr>
          <p:grpSpPr>
            <a:xfrm>
              <a:off x="689721" y="2187806"/>
              <a:ext cx="6212841" cy="660135"/>
              <a:chOff x="689721" y="2274618"/>
              <a:chExt cx="6212841" cy="660135"/>
            </a:xfrm>
          </p:grpSpPr>
          <p:sp>
            <p:nvSpPr>
              <p:cNvPr id="12" name="文本框 11">
                <a:extLst>
                  <a:ext uri="{FF2B5EF4-FFF2-40B4-BE49-F238E27FC236}">
                    <a16:creationId xmlns:a16="http://schemas.microsoft.com/office/drawing/2014/main" id="{11A8BC1A-FB30-ACC0-05C4-DB8DF0C5A73D}"/>
                  </a:ext>
                </a:extLst>
              </p:cNvPr>
              <p:cNvSpPr txBox="1"/>
              <p:nvPr/>
            </p:nvSpPr>
            <p:spPr>
              <a:xfrm>
                <a:off x="689722" y="2606202"/>
                <a:ext cx="6212840" cy="328551"/>
              </a:xfrm>
              <a:prstGeom prst="rect">
                <a:avLst/>
              </a:prstGeom>
              <a:noFill/>
            </p:spPr>
            <p:txBody>
              <a:bodyPr wrap="square" rtlCol="0">
                <a:spAutoFit/>
              </a:bodyPr>
              <a:lstStyle/>
              <a:p>
                <a:pPr>
                  <a:lnSpc>
                    <a:spcPct val="120000"/>
                  </a:lnSpc>
                </a:pPr>
                <a:r>
                  <a:rPr lang="zh-CN" altLang="en-US" sz="1400" dirty="0"/>
                  <a:t>单击此处添加文本单击此处添加文本单击此处添加文本单击此处添加文本</a:t>
                </a:r>
                <a:endParaRPr lang="en-US" altLang="zh-CN" sz="1400" dirty="0"/>
              </a:p>
            </p:txBody>
          </p:sp>
          <p:sp>
            <p:nvSpPr>
              <p:cNvPr id="16" name="文本框 15">
                <a:extLst>
                  <a:ext uri="{FF2B5EF4-FFF2-40B4-BE49-F238E27FC236}">
                    <a16:creationId xmlns:a16="http://schemas.microsoft.com/office/drawing/2014/main" id="{DF2A6C79-FC22-BFAE-D335-EF60CE22EB18}"/>
                  </a:ext>
                </a:extLst>
              </p:cNvPr>
              <p:cNvSpPr txBox="1"/>
              <p:nvPr/>
            </p:nvSpPr>
            <p:spPr>
              <a:xfrm>
                <a:off x="689721" y="2274618"/>
                <a:ext cx="2308121" cy="369332"/>
              </a:xfrm>
              <a:prstGeom prst="rect">
                <a:avLst/>
              </a:prstGeom>
              <a:noFill/>
            </p:spPr>
            <p:txBody>
              <a:bodyPr wrap="square">
                <a:spAutoFit/>
              </a:bodyPr>
              <a:lstStyle/>
              <a:p>
                <a:r>
                  <a:rPr lang="zh-CN" altLang="en-US" b="1">
                    <a:gradFill flip="none" rotWithShape="1">
                      <a:gsLst>
                        <a:gs pos="0">
                          <a:schemeClr val="accent1"/>
                        </a:gs>
                        <a:gs pos="11000">
                          <a:schemeClr val="accent1">
                            <a:lumMod val="75000"/>
                          </a:schemeClr>
                        </a:gs>
                      </a:gsLst>
                      <a:lin ang="2700000" scaled="1"/>
                      <a:tileRect/>
                    </a:gradFill>
                    <a:latin typeface="+mj-ea"/>
                    <a:ea typeface="+mj-ea"/>
                  </a:rPr>
                  <a:t>实践出真知</a:t>
                </a:r>
                <a:endParaRPr lang="zh-CN" altLang="en-US" b="1" dirty="0">
                  <a:gradFill flip="none" rotWithShape="1">
                    <a:gsLst>
                      <a:gs pos="0">
                        <a:schemeClr val="accent1"/>
                      </a:gs>
                      <a:gs pos="11000">
                        <a:schemeClr val="accent1">
                          <a:lumMod val="75000"/>
                        </a:schemeClr>
                      </a:gs>
                    </a:gsLst>
                    <a:lin ang="2700000" scaled="1"/>
                    <a:tileRect/>
                  </a:gradFill>
                  <a:latin typeface="+mj-ea"/>
                  <a:ea typeface="+mj-ea"/>
                </a:endParaRPr>
              </a:p>
            </p:txBody>
          </p:sp>
        </p:grpSp>
        <p:cxnSp>
          <p:nvCxnSpPr>
            <p:cNvPr id="17" name="直接连接符 16">
              <a:extLst>
                <a:ext uri="{FF2B5EF4-FFF2-40B4-BE49-F238E27FC236}">
                  <a16:creationId xmlns:a16="http://schemas.microsoft.com/office/drawing/2014/main" id="{E8163B27-6EF2-DDDB-5904-B47BC58002E9}"/>
                </a:ext>
              </a:extLst>
            </p:cNvPr>
            <p:cNvCxnSpPr>
              <a:cxnSpLocks/>
            </p:cNvCxnSpPr>
            <p:nvPr/>
          </p:nvCxnSpPr>
          <p:spPr>
            <a:xfrm>
              <a:off x="766763" y="2991189"/>
              <a:ext cx="577226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A6F01863-A0D0-B586-E1BA-FDEF55E2B6E4}"/>
                </a:ext>
              </a:extLst>
            </p:cNvPr>
            <p:cNvGrpSpPr/>
            <p:nvPr/>
          </p:nvGrpSpPr>
          <p:grpSpPr>
            <a:xfrm>
              <a:off x="689721" y="3134439"/>
              <a:ext cx="6212841" cy="660135"/>
              <a:chOff x="689721" y="3423807"/>
              <a:chExt cx="6212841" cy="660135"/>
            </a:xfrm>
          </p:grpSpPr>
          <p:sp>
            <p:nvSpPr>
              <p:cNvPr id="18" name="文本框 17">
                <a:extLst>
                  <a:ext uri="{FF2B5EF4-FFF2-40B4-BE49-F238E27FC236}">
                    <a16:creationId xmlns:a16="http://schemas.microsoft.com/office/drawing/2014/main" id="{A151DBFA-DEA2-8A9A-7744-0758EF8E7781}"/>
                  </a:ext>
                </a:extLst>
              </p:cNvPr>
              <p:cNvSpPr txBox="1"/>
              <p:nvPr/>
            </p:nvSpPr>
            <p:spPr>
              <a:xfrm>
                <a:off x="689722" y="3755391"/>
                <a:ext cx="6212840" cy="328551"/>
              </a:xfrm>
              <a:prstGeom prst="rect">
                <a:avLst/>
              </a:prstGeom>
              <a:noFill/>
            </p:spPr>
            <p:txBody>
              <a:bodyPr wrap="square" rtlCol="0">
                <a:spAutoFit/>
              </a:bodyPr>
              <a:lstStyle/>
              <a:p>
                <a:pPr>
                  <a:lnSpc>
                    <a:spcPct val="120000"/>
                  </a:lnSpc>
                </a:pPr>
                <a:r>
                  <a:rPr lang="zh-CN" altLang="en-US" sz="1400" dirty="0"/>
                  <a:t>单击此处添加文本单击此处添加文本单击此处添加文本单击此处添加文本</a:t>
                </a:r>
                <a:endParaRPr lang="en-US" altLang="zh-CN" sz="1400" dirty="0"/>
              </a:p>
            </p:txBody>
          </p:sp>
          <p:sp>
            <p:nvSpPr>
              <p:cNvPr id="19" name="文本框 18">
                <a:extLst>
                  <a:ext uri="{FF2B5EF4-FFF2-40B4-BE49-F238E27FC236}">
                    <a16:creationId xmlns:a16="http://schemas.microsoft.com/office/drawing/2014/main" id="{E80FAF5C-EC4C-684C-3D43-652F5EE38C61}"/>
                  </a:ext>
                </a:extLst>
              </p:cNvPr>
              <p:cNvSpPr txBox="1"/>
              <p:nvPr/>
            </p:nvSpPr>
            <p:spPr>
              <a:xfrm>
                <a:off x="689721" y="3423807"/>
                <a:ext cx="2308121" cy="369332"/>
              </a:xfrm>
              <a:prstGeom prst="rect">
                <a:avLst/>
              </a:prstGeom>
              <a:noFill/>
            </p:spPr>
            <p:txBody>
              <a:bodyPr wrap="square">
                <a:spAutoFit/>
              </a:bodyPr>
              <a:lstStyle/>
              <a:p>
                <a:r>
                  <a:rPr lang="zh-CN" altLang="en-US" b="1">
                    <a:gradFill flip="none" rotWithShape="1">
                      <a:gsLst>
                        <a:gs pos="0">
                          <a:schemeClr val="accent1"/>
                        </a:gs>
                        <a:gs pos="11000">
                          <a:schemeClr val="accent1">
                            <a:lumMod val="75000"/>
                          </a:schemeClr>
                        </a:gs>
                      </a:gsLst>
                      <a:lin ang="2700000" scaled="1"/>
                      <a:tileRect/>
                    </a:gradFill>
                    <a:latin typeface="+mj-ea"/>
                    <a:ea typeface="+mj-ea"/>
                  </a:rPr>
                  <a:t>主动学习的意义</a:t>
                </a:r>
                <a:endParaRPr lang="zh-CN" altLang="en-US" b="1" dirty="0">
                  <a:gradFill flip="none" rotWithShape="1">
                    <a:gsLst>
                      <a:gs pos="0">
                        <a:schemeClr val="accent1"/>
                      </a:gs>
                      <a:gs pos="11000">
                        <a:schemeClr val="accent1">
                          <a:lumMod val="75000"/>
                        </a:schemeClr>
                      </a:gs>
                    </a:gsLst>
                    <a:lin ang="2700000" scaled="1"/>
                    <a:tileRect/>
                  </a:gradFill>
                  <a:latin typeface="+mj-ea"/>
                  <a:ea typeface="+mj-ea"/>
                </a:endParaRPr>
              </a:p>
            </p:txBody>
          </p:sp>
        </p:grpSp>
        <p:cxnSp>
          <p:nvCxnSpPr>
            <p:cNvPr id="24" name="直接连接符 23">
              <a:extLst>
                <a:ext uri="{FF2B5EF4-FFF2-40B4-BE49-F238E27FC236}">
                  <a16:creationId xmlns:a16="http://schemas.microsoft.com/office/drawing/2014/main" id="{A5018A47-A5FC-4E56-6C37-B52369414D0B}"/>
                </a:ext>
              </a:extLst>
            </p:cNvPr>
            <p:cNvCxnSpPr>
              <a:cxnSpLocks/>
            </p:cNvCxnSpPr>
            <p:nvPr/>
          </p:nvCxnSpPr>
          <p:spPr>
            <a:xfrm>
              <a:off x="766763" y="2044558"/>
              <a:ext cx="5772260"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9" name="组合 48">
              <a:extLst>
                <a:ext uri="{FF2B5EF4-FFF2-40B4-BE49-F238E27FC236}">
                  <a16:creationId xmlns:a16="http://schemas.microsoft.com/office/drawing/2014/main" id="{84A05171-B2E3-594F-4999-0DA990A84EE0}"/>
                </a:ext>
              </a:extLst>
            </p:cNvPr>
            <p:cNvGrpSpPr/>
            <p:nvPr/>
          </p:nvGrpSpPr>
          <p:grpSpPr>
            <a:xfrm>
              <a:off x="771836" y="4027991"/>
              <a:ext cx="3499221" cy="2141315"/>
              <a:chOff x="771836" y="4027991"/>
              <a:chExt cx="3499221" cy="2141315"/>
            </a:xfrm>
          </p:grpSpPr>
          <p:sp>
            <p:nvSpPr>
              <p:cNvPr id="41" name="Text">
                <a:extLst>
                  <a:ext uri="{FF2B5EF4-FFF2-40B4-BE49-F238E27FC236}">
                    <a16:creationId xmlns:a16="http://schemas.microsoft.com/office/drawing/2014/main" id="{9A59EC31-ABC2-7403-077C-A0F167B7954B}"/>
                  </a:ext>
                </a:extLst>
              </p:cNvPr>
              <p:cNvSpPr/>
              <p:nvPr/>
            </p:nvSpPr>
            <p:spPr>
              <a:xfrm>
                <a:off x="771836" y="4027991"/>
                <a:ext cx="3499221" cy="2141315"/>
              </a:xfrm>
              <a:prstGeom prst="roundRect">
                <a:avLst>
                  <a:gd name="adj" fmla="val 5250"/>
                </a:avLst>
              </a:prstGeom>
              <a:gradFill flip="none" rotWithShape="1">
                <a:gsLst>
                  <a:gs pos="0">
                    <a:schemeClr val="accent1"/>
                  </a:gs>
                  <a:gs pos="40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sz="2000" b="1" dirty="0">
                    <a:solidFill>
                      <a:srgbClr val="F8F8F8"/>
                    </a:solidFill>
                    <a:latin typeface="+mj-ea"/>
                    <a:ea typeface="+mj-ea"/>
                  </a:rPr>
                  <a:t>.</a:t>
                </a:r>
                <a:endParaRPr lang="zh-CN" altLang="en-US" sz="2000" b="1" dirty="0">
                  <a:solidFill>
                    <a:srgbClr val="F8F8F8"/>
                  </a:solidFill>
                  <a:latin typeface="+mj-ea"/>
                  <a:ea typeface="+mj-ea"/>
                </a:endParaRPr>
              </a:p>
            </p:txBody>
          </p:sp>
          <p:sp>
            <p:nvSpPr>
              <p:cNvPr id="42" name="文本框 41">
                <a:extLst>
                  <a:ext uri="{FF2B5EF4-FFF2-40B4-BE49-F238E27FC236}">
                    <a16:creationId xmlns:a16="http://schemas.microsoft.com/office/drawing/2014/main" id="{39580F5E-95BE-2611-AD50-0AF119F1B94D}"/>
                  </a:ext>
                </a:extLst>
              </p:cNvPr>
              <p:cNvSpPr txBox="1"/>
              <p:nvPr/>
            </p:nvSpPr>
            <p:spPr>
              <a:xfrm>
                <a:off x="876813" y="4647287"/>
                <a:ext cx="3232200" cy="1334981"/>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p:txBody>
          </p:sp>
          <p:sp>
            <p:nvSpPr>
              <p:cNvPr id="43" name="文本框 42">
                <a:extLst>
                  <a:ext uri="{FF2B5EF4-FFF2-40B4-BE49-F238E27FC236}">
                    <a16:creationId xmlns:a16="http://schemas.microsoft.com/office/drawing/2014/main" id="{AE94667F-32B5-9DD4-61C9-1E55AB454524}"/>
                  </a:ext>
                </a:extLst>
              </p:cNvPr>
              <p:cNvSpPr txBox="1"/>
              <p:nvPr/>
            </p:nvSpPr>
            <p:spPr>
              <a:xfrm>
                <a:off x="876813" y="4223107"/>
                <a:ext cx="1911880" cy="369332"/>
              </a:xfrm>
              <a:prstGeom prst="rect">
                <a:avLst/>
              </a:prstGeom>
              <a:noFill/>
            </p:spPr>
            <p:txBody>
              <a:bodyPr wrap="square">
                <a:spAutoFit/>
              </a:bodyPr>
              <a:lstStyle/>
              <a:p>
                <a:r>
                  <a:rPr lang="zh-CN" altLang="en-US" b="1">
                    <a:solidFill>
                      <a:srgbClr val="F8F8F8"/>
                    </a:solidFill>
                    <a:latin typeface="+mj-ea"/>
                    <a:ea typeface="+mj-ea"/>
                  </a:rPr>
                  <a:t>知识分享的乐趣</a:t>
                </a:r>
                <a:endParaRPr lang="zh-CN" altLang="en-US" b="1" dirty="0">
                  <a:solidFill>
                    <a:srgbClr val="F8F8F8"/>
                  </a:solidFill>
                  <a:latin typeface="+mj-ea"/>
                  <a:ea typeface="+mj-ea"/>
                </a:endParaRPr>
              </a:p>
            </p:txBody>
          </p:sp>
        </p:grpSp>
        <p:grpSp>
          <p:nvGrpSpPr>
            <p:cNvPr id="50" name="组合 49">
              <a:extLst>
                <a:ext uri="{FF2B5EF4-FFF2-40B4-BE49-F238E27FC236}">
                  <a16:creationId xmlns:a16="http://schemas.microsoft.com/office/drawing/2014/main" id="{3CB246C4-838D-C024-6733-D7FC40F12979}"/>
                </a:ext>
              </a:extLst>
            </p:cNvPr>
            <p:cNvGrpSpPr/>
            <p:nvPr/>
          </p:nvGrpSpPr>
          <p:grpSpPr>
            <a:xfrm>
              <a:off x="4475736" y="4027991"/>
              <a:ext cx="3499221" cy="2141315"/>
              <a:chOff x="4475736" y="4027991"/>
              <a:chExt cx="3499221" cy="2141315"/>
            </a:xfrm>
          </p:grpSpPr>
          <p:sp>
            <p:nvSpPr>
              <p:cNvPr id="44" name="Text">
                <a:extLst>
                  <a:ext uri="{FF2B5EF4-FFF2-40B4-BE49-F238E27FC236}">
                    <a16:creationId xmlns:a16="http://schemas.microsoft.com/office/drawing/2014/main" id="{DDCE12A7-3576-E536-A9E1-A47FDF0F5D00}"/>
                  </a:ext>
                </a:extLst>
              </p:cNvPr>
              <p:cNvSpPr/>
              <p:nvPr/>
            </p:nvSpPr>
            <p:spPr>
              <a:xfrm>
                <a:off x="4475736" y="4027991"/>
                <a:ext cx="3499221" cy="2141315"/>
              </a:xfrm>
              <a:prstGeom prst="roundRect">
                <a:avLst>
                  <a:gd name="adj" fmla="val 5250"/>
                </a:avLst>
              </a:prstGeom>
              <a:gradFill flip="none" rotWithShape="1">
                <a:gsLst>
                  <a:gs pos="0">
                    <a:schemeClr val="accent1"/>
                  </a:gs>
                  <a:gs pos="40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tIns="45720" rIns="91440" bIns="45720" rtlCol="0" anchor="ctr">
                <a:noAutofit/>
              </a:bodyPr>
              <a:lstStyle/>
              <a:p>
                <a:pPr algn="ctr">
                  <a:lnSpc>
                    <a:spcPct val="120000"/>
                  </a:lnSpc>
                </a:pPr>
                <a:r>
                  <a:rPr lang="en-US" altLang="zh-CN" sz="2000" b="1" dirty="0">
                    <a:solidFill>
                      <a:srgbClr val="F8F8F8"/>
                    </a:solidFill>
                    <a:latin typeface="+mj-ea"/>
                    <a:ea typeface="+mj-ea"/>
                  </a:rPr>
                  <a:t>.</a:t>
                </a:r>
                <a:endParaRPr lang="zh-CN" altLang="en-US" sz="2000" b="1" dirty="0">
                  <a:solidFill>
                    <a:srgbClr val="F8F8F8"/>
                  </a:solidFill>
                  <a:latin typeface="+mj-ea"/>
                  <a:ea typeface="+mj-ea"/>
                </a:endParaRPr>
              </a:p>
            </p:txBody>
          </p:sp>
          <p:sp>
            <p:nvSpPr>
              <p:cNvPr id="45" name="文本框 44">
                <a:extLst>
                  <a:ext uri="{FF2B5EF4-FFF2-40B4-BE49-F238E27FC236}">
                    <a16:creationId xmlns:a16="http://schemas.microsoft.com/office/drawing/2014/main" id="{8E172D2F-CD3F-33B0-144E-08476142B11C}"/>
                  </a:ext>
                </a:extLst>
              </p:cNvPr>
              <p:cNvSpPr txBox="1"/>
              <p:nvPr/>
            </p:nvSpPr>
            <p:spPr>
              <a:xfrm>
                <a:off x="4580713" y="4647287"/>
                <a:ext cx="3232200" cy="1334981"/>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a:t>
                </a:r>
                <a:endParaRPr lang="en-US" altLang="zh-CN" sz="1400" dirty="0">
                  <a:solidFill>
                    <a:srgbClr val="F8F8F8"/>
                  </a:solidFill>
                </a:endParaRPr>
              </a:p>
            </p:txBody>
          </p:sp>
          <p:sp>
            <p:nvSpPr>
              <p:cNvPr id="46" name="文本框 45">
                <a:extLst>
                  <a:ext uri="{FF2B5EF4-FFF2-40B4-BE49-F238E27FC236}">
                    <a16:creationId xmlns:a16="http://schemas.microsoft.com/office/drawing/2014/main" id="{5EF1D2D1-CE8B-7B32-46A5-5E57E56D8D0A}"/>
                  </a:ext>
                </a:extLst>
              </p:cNvPr>
              <p:cNvSpPr txBox="1"/>
              <p:nvPr/>
            </p:nvSpPr>
            <p:spPr>
              <a:xfrm>
                <a:off x="4580713" y="4223107"/>
                <a:ext cx="1911880" cy="369332"/>
              </a:xfrm>
              <a:prstGeom prst="rect">
                <a:avLst/>
              </a:prstGeom>
              <a:noFill/>
            </p:spPr>
            <p:txBody>
              <a:bodyPr wrap="square">
                <a:spAutoFit/>
              </a:bodyPr>
              <a:lstStyle/>
              <a:p>
                <a:r>
                  <a:rPr lang="zh-CN" altLang="en-US" b="1">
                    <a:solidFill>
                      <a:srgbClr val="F8F8F8"/>
                    </a:solidFill>
                    <a:latin typeface="+mj-ea"/>
                    <a:ea typeface="+mj-ea"/>
                  </a:rPr>
                  <a:t>终身学习的认识</a:t>
                </a:r>
                <a:endParaRPr lang="zh-CN" altLang="en-US" b="1" dirty="0">
                  <a:solidFill>
                    <a:srgbClr val="F8F8F8"/>
                  </a:solidFill>
                  <a:latin typeface="+mj-ea"/>
                  <a:ea typeface="+mj-ea"/>
                </a:endParaRPr>
              </a:p>
            </p:txBody>
          </p:sp>
        </p:grpSp>
      </p:grpSp>
    </p:spTree>
    <p:extLst>
      <p:ext uri="{BB962C8B-B14F-4D97-AF65-F5344CB8AC3E}">
        <p14:creationId xmlns:p14="http://schemas.microsoft.com/office/powerpoint/2010/main" val="255140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2E85D2-D0E0-1873-3170-874DFFCB0740}"/>
              </a:ext>
            </a:extLst>
          </p:cNvPr>
          <p:cNvSpPr>
            <a:spLocks noGrp="1"/>
          </p:cNvSpPr>
          <p:nvPr>
            <p:ph type="title"/>
          </p:nvPr>
        </p:nvSpPr>
        <p:spPr/>
        <p:txBody>
          <a:bodyPr/>
          <a:lstStyle/>
          <a:p>
            <a:r>
              <a:rPr lang="zh-CN" altLang="en-US" dirty="0"/>
              <a:t>团队感悟</a:t>
            </a:r>
          </a:p>
        </p:txBody>
      </p:sp>
      <p:grpSp>
        <p:nvGrpSpPr>
          <p:cNvPr id="38" name="组合 37">
            <a:extLst>
              <a:ext uri="{FF2B5EF4-FFF2-40B4-BE49-F238E27FC236}">
                <a16:creationId xmlns:a16="http://schemas.microsoft.com/office/drawing/2014/main" id="{73BE5F5B-DF2B-60FC-F085-3EB9DF6F0CBF}"/>
              </a:ext>
            </a:extLst>
          </p:cNvPr>
          <p:cNvGrpSpPr/>
          <p:nvPr/>
        </p:nvGrpSpPr>
        <p:grpSpPr>
          <a:xfrm>
            <a:off x="0" y="1637882"/>
            <a:ext cx="12298869" cy="5220118"/>
            <a:chOff x="0" y="1637882"/>
            <a:chExt cx="12298869" cy="5220118"/>
          </a:xfrm>
        </p:grpSpPr>
        <p:sp>
          <p:nvSpPr>
            <p:cNvPr id="33" name="任意多边形: 形状 32">
              <a:extLst>
                <a:ext uri="{FF2B5EF4-FFF2-40B4-BE49-F238E27FC236}">
                  <a16:creationId xmlns:a16="http://schemas.microsoft.com/office/drawing/2014/main" id="{C37ECB7C-0A56-E69F-FBFE-5C584195FA7E}"/>
                </a:ext>
              </a:extLst>
            </p:cNvPr>
            <p:cNvSpPr/>
            <p:nvPr/>
          </p:nvSpPr>
          <p:spPr>
            <a:xfrm rot="21420000">
              <a:off x="140834" y="3051113"/>
              <a:ext cx="12158035" cy="3549001"/>
            </a:xfrm>
            <a:custGeom>
              <a:avLst/>
              <a:gdLst>
                <a:gd name="connsiteX0" fmla="*/ 12158035 w 12158035"/>
                <a:gd name="connsiteY0" fmla="*/ 0 h 3657281"/>
                <a:gd name="connsiteX1" fmla="*/ 11966365 w 12158035"/>
                <a:gd name="connsiteY1" fmla="*/ 3657281 h 3657281"/>
                <a:gd name="connsiteX2" fmla="*/ 2269787 w 12158035"/>
                <a:gd name="connsiteY2" fmla="*/ 3657281 h 3657281"/>
                <a:gd name="connsiteX3" fmla="*/ 0 w 12158035"/>
                <a:gd name="connsiteY3" fmla="*/ 3538326 h 3657281"/>
                <a:gd name="connsiteX4" fmla="*/ 0 w 12158035"/>
                <a:gd name="connsiteY4" fmla="*/ 1693498 h 3657281"/>
                <a:gd name="connsiteX5" fmla="*/ 11994754 w 12158035"/>
                <a:gd name="connsiteY5" fmla="*/ 102202 h 3657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58035" h="3657281">
                  <a:moveTo>
                    <a:pt x="12158035" y="0"/>
                  </a:moveTo>
                  <a:lnTo>
                    <a:pt x="11966365" y="3657281"/>
                  </a:lnTo>
                  <a:lnTo>
                    <a:pt x="2269787" y="3657281"/>
                  </a:lnTo>
                  <a:lnTo>
                    <a:pt x="0" y="3538326"/>
                  </a:lnTo>
                  <a:lnTo>
                    <a:pt x="0" y="1693498"/>
                  </a:lnTo>
                  <a:cubicBezTo>
                    <a:pt x="4261803" y="2729773"/>
                    <a:pt x="9696400" y="1473580"/>
                    <a:pt x="11994754" y="102202"/>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a:extLst>
                <a:ext uri="{FF2B5EF4-FFF2-40B4-BE49-F238E27FC236}">
                  <a16:creationId xmlns:a16="http://schemas.microsoft.com/office/drawing/2014/main" id="{3EB7C62E-24F0-BB14-A84D-EA19078505E3}"/>
                </a:ext>
              </a:extLst>
            </p:cNvPr>
            <p:cNvGrpSpPr/>
            <p:nvPr/>
          </p:nvGrpSpPr>
          <p:grpSpPr>
            <a:xfrm>
              <a:off x="660400" y="1637882"/>
              <a:ext cx="3170821" cy="1230504"/>
              <a:chOff x="660400" y="1637882"/>
              <a:chExt cx="3170821" cy="1230504"/>
            </a:xfrm>
          </p:grpSpPr>
          <p:sp>
            <p:nvSpPr>
              <p:cNvPr id="15" name="íṥļiḍe">
                <a:extLst>
                  <a:ext uri="{FF2B5EF4-FFF2-40B4-BE49-F238E27FC236}">
                    <a16:creationId xmlns:a16="http://schemas.microsoft.com/office/drawing/2014/main" id="{B5CADD64-4BBE-A9B8-318A-894A5BAC47D7}"/>
                  </a:ext>
                </a:extLst>
              </p:cNvPr>
              <p:cNvSpPr/>
              <p:nvPr/>
            </p:nvSpPr>
            <p:spPr>
              <a:xfrm>
                <a:off x="660400" y="1637882"/>
                <a:ext cx="260366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团队文化的感染力</a:t>
                </a:r>
              </a:p>
            </p:txBody>
          </p:sp>
          <p:sp>
            <p:nvSpPr>
              <p:cNvPr id="16" name="文本框 15">
                <a:extLst>
                  <a:ext uri="{FF2B5EF4-FFF2-40B4-BE49-F238E27FC236}">
                    <a16:creationId xmlns:a16="http://schemas.microsoft.com/office/drawing/2014/main" id="{602D6193-4095-C4B5-81A9-7B53FC6FBDCC}"/>
                  </a:ext>
                </a:extLst>
              </p:cNvPr>
              <p:cNvSpPr txBox="1"/>
              <p:nvPr/>
            </p:nvSpPr>
            <p:spPr>
              <a:xfrm>
                <a:off x="665481" y="2204358"/>
                <a:ext cx="3165740"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nvGrpSpPr>
            <p:cNvPr id="37" name="组合 36">
              <a:extLst>
                <a:ext uri="{FF2B5EF4-FFF2-40B4-BE49-F238E27FC236}">
                  <a16:creationId xmlns:a16="http://schemas.microsoft.com/office/drawing/2014/main" id="{4CC9F1D5-7BB7-3F69-C842-AD4F7E4B5AEC}"/>
                </a:ext>
              </a:extLst>
            </p:cNvPr>
            <p:cNvGrpSpPr/>
            <p:nvPr/>
          </p:nvGrpSpPr>
          <p:grpSpPr>
            <a:xfrm>
              <a:off x="660400" y="3436202"/>
              <a:ext cx="3170821" cy="1230504"/>
              <a:chOff x="660400" y="3436202"/>
              <a:chExt cx="3170821" cy="1230504"/>
            </a:xfrm>
          </p:grpSpPr>
          <p:sp>
            <p:nvSpPr>
              <p:cNvPr id="18" name="íṥļiḍe">
                <a:extLst>
                  <a:ext uri="{FF2B5EF4-FFF2-40B4-BE49-F238E27FC236}">
                    <a16:creationId xmlns:a16="http://schemas.microsoft.com/office/drawing/2014/main" id="{6DC289C5-6753-74D8-F6F4-A0DF0E6774BE}"/>
                  </a:ext>
                </a:extLst>
              </p:cNvPr>
              <p:cNvSpPr/>
              <p:nvPr/>
            </p:nvSpPr>
            <p:spPr>
              <a:xfrm>
                <a:off x="660400" y="3436202"/>
                <a:ext cx="260366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多样性与融合</a:t>
                </a:r>
              </a:p>
            </p:txBody>
          </p:sp>
          <p:sp>
            <p:nvSpPr>
              <p:cNvPr id="19" name="文本框 18">
                <a:extLst>
                  <a:ext uri="{FF2B5EF4-FFF2-40B4-BE49-F238E27FC236}">
                    <a16:creationId xmlns:a16="http://schemas.microsoft.com/office/drawing/2014/main" id="{BED5DBBE-EC8E-6360-9CAC-6C59A46CD035}"/>
                  </a:ext>
                </a:extLst>
              </p:cNvPr>
              <p:cNvSpPr txBox="1"/>
              <p:nvPr/>
            </p:nvSpPr>
            <p:spPr>
              <a:xfrm>
                <a:off x="665481" y="4002678"/>
                <a:ext cx="3165740"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nvGrpSpPr>
            <p:cNvPr id="35" name="组合 34">
              <a:extLst>
                <a:ext uri="{FF2B5EF4-FFF2-40B4-BE49-F238E27FC236}">
                  <a16:creationId xmlns:a16="http://schemas.microsoft.com/office/drawing/2014/main" id="{54BFAFF2-C790-B329-4646-5C4CB06A7F8E}"/>
                </a:ext>
              </a:extLst>
            </p:cNvPr>
            <p:cNvGrpSpPr/>
            <p:nvPr/>
          </p:nvGrpSpPr>
          <p:grpSpPr>
            <a:xfrm>
              <a:off x="4504239" y="1637882"/>
              <a:ext cx="3170821" cy="1230504"/>
              <a:chOff x="4504239" y="1637882"/>
              <a:chExt cx="3170821" cy="1230504"/>
            </a:xfrm>
          </p:grpSpPr>
          <p:sp>
            <p:nvSpPr>
              <p:cNvPr id="20" name="íṥļiḍe">
                <a:extLst>
                  <a:ext uri="{FF2B5EF4-FFF2-40B4-BE49-F238E27FC236}">
                    <a16:creationId xmlns:a16="http://schemas.microsoft.com/office/drawing/2014/main" id="{08558218-1D25-B182-527E-A70944258C80}"/>
                  </a:ext>
                </a:extLst>
              </p:cNvPr>
              <p:cNvSpPr/>
              <p:nvPr/>
            </p:nvSpPr>
            <p:spPr>
              <a:xfrm>
                <a:off x="4504239" y="1637882"/>
                <a:ext cx="260366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合作带来的成就感</a:t>
                </a:r>
              </a:p>
            </p:txBody>
          </p:sp>
          <p:sp>
            <p:nvSpPr>
              <p:cNvPr id="21" name="文本框 20">
                <a:extLst>
                  <a:ext uri="{FF2B5EF4-FFF2-40B4-BE49-F238E27FC236}">
                    <a16:creationId xmlns:a16="http://schemas.microsoft.com/office/drawing/2014/main" id="{EFBD95F2-8186-D6AC-AE2B-27B3D503524C}"/>
                  </a:ext>
                </a:extLst>
              </p:cNvPr>
              <p:cNvSpPr txBox="1"/>
              <p:nvPr/>
            </p:nvSpPr>
            <p:spPr>
              <a:xfrm>
                <a:off x="4509320" y="2204358"/>
                <a:ext cx="3165740"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nvGrpSpPr>
            <p:cNvPr id="36" name="组合 35">
              <a:extLst>
                <a:ext uri="{FF2B5EF4-FFF2-40B4-BE49-F238E27FC236}">
                  <a16:creationId xmlns:a16="http://schemas.microsoft.com/office/drawing/2014/main" id="{9E01E457-D2C3-741E-9320-DF0AD8186B89}"/>
                </a:ext>
              </a:extLst>
            </p:cNvPr>
            <p:cNvGrpSpPr/>
            <p:nvPr/>
          </p:nvGrpSpPr>
          <p:grpSpPr>
            <a:xfrm>
              <a:off x="8348079" y="1637882"/>
              <a:ext cx="3170821" cy="1230504"/>
              <a:chOff x="8348079" y="1637882"/>
              <a:chExt cx="3170821" cy="1230504"/>
            </a:xfrm>
          </p:grpSpPr>
          <p:sp>
            <p:nvSpPr>
              <p:cNvPr id="22" name="íṥļiḍe">
                <a:extLst>
                  <a:ext uri="{FF2B5EF4-FFF2-40B4-BE49-F238E27FC236}">
                    <a16:creationId xmlns:a16="http://schemas.microsoft.com/office/drawing/2014/main" id="{AF8629AC-54DB-9D91-ADD5-3B639CBEEF5F}"/>
                  </a:ext>
                </a:extLst>
              </p:cNvPr>
              <p:cNvSpPr/>
              <p:nvPr/>
            </p:nvSpPr>
            <p:spPr>
              <a:xfrm>
                <a:off x="8348079" y="1637882"/>
                <a:ext cx="2603661" cy="515947"/>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solidFill>
                      <a:srgbClr val="F8F8F8"/>
                    </a:solidFill>
                    <a:latin typeface="+mj-ea"/>
                    <a:ea typeface="+mj-ea"/>
                  </a:rPr>
                  <a:t>团队活动的意义</a:t>
                </a:r>
              </a:p>
            </p:txBody>
          </p:sp>
          <p:sp>
            <p:nvSpPr>
              <p:cNvPr id="23" name="文本框 22">
                <a:extLst>
                  <a:ext uri="{FF2B5EF4-FFF2-40B4-BE49-F238E27FC236}">
                    <a16:creationId xmlns:a16="http://schemas.microsoft.com/office/drawing/2014/main" id="{B058BF83-CB73-803A-2C0C-CC69BEE57CC0}"/>
                  </a:ext>
                </a:extLst>
              </p:cNvPr>
              <p:cNvSpPr txBox="1"/>
              <p:nvPr/>
            </p:nvSpPr>
            <p:spPr>
              <a:xfrm>
                <a:off x="8353160" y="2204358"/>
                <a:ext cx="3165740"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pic>
          <p:nvPicPr>
            <p:cNvPr id="31" name="图片 30" descr="建筑的高楼&#10;&#10;描述已自动生成">
              <a:extLst>
                <a:ext uri="{FF2B5EF4-FFF2-40B4-BE49-F238E27FC236}">
                  <a16:creationId xmlns:a16="http://schemas.microsoft.com/office/drawing/2014/main" id="{791F003A-A725-0E09-18F8-EF61140A793D}"/>
                </a:ext>
              </a:extLst>
            </p:cNvPr>
            <p:cNvPicPr>
              <a:picLocks noChangeAspect="1"/>
            </p:cNvPicPr>
            <p:nvPr/>
          </p:nvPicPr>
          <p:blipFill>
            <a:blip r:embed="rId2" cstate="screen">
              <a:duotone>
                <a:prstClr val="black"/>
                <a:schemeClr val="accent1">
                  <a:tint val="45000"/>
                  <a:satMod val="400000"/>
                </a:schemeClr>
              </a:duotone>
              <a:extLst>
                <a:ext uri="{28A0092B-C50C-407E-A947-70E740481C1C}">
                  <a14:useLocalDpi xmlns:a14="http://schemas.microsoft.com/office/drawing/2010/main"/>
                </a:ext>
              </a:extLst>
            </a:blip>
            <a:srcRect/>
            <a:stretch>
              <a:fillRect/>
            </a:stretch>
          </p:blipFill>
          <p:spPr>
            <a:xfrm>
              <a:off x="0" y="2971800"/>
              <a:ext cx="12207240" cy="3886200"/>
            </a:xfrm>
            <a:custGeom>
              <a:avLst/>
              <a:gdLst>
                <a:gd name="connsiteX0" fmla="*/ 12207240 w 12207240"/>
                <a:gd name="connsiteY0" fmla="*/ 0 h 3886200"/>
                <a:gd name="connsiteX1" fmla="*/ 12192000 w 12207240"/>
                <a:gd name="connsiteY1" fmla="*/ 3886200 h 3886200"/>
                <a:gd name="connsiteX2" fmla="*/ 0 w 12207240"/>
                <a:gd name="connsiteY2" fmla="*/ 3886200 h 3886200"/>
                <a:gd name="connsiteX3" fmla="*/ 0 w 12207240"/>
                <a:gd name="connsiteY3" fmla="*/ 1816925 h 3886200"/>
                <a:gd name="connsiteX4" fmla="*/ 12207240 w 12207240"/>
                <a:gd name="connsiteY4" fmla="*/ 0 h 388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7240" h="3886200">
                  <a:moveTo>
                    <a:pt x="12207240" y="0"/>
                  </a:moveTo>
                  <a:lnTo>
                    <a:pt x="12192000" y="3886200"/>
                  </a:lnTo>
                  <a:lnTo>
                    <a:pt x="0" y="3886200"/>
                  </a:lnTo>
                  <a:lnTo>
                    <a:pt x="0" y="1816925"/>
                  </a:lnTo>
                  <a:cubicBezTo>
                    <a:pt x="4399280" y="2944091"/>
                    <a:pt x="10048240" y="1497281"/>
                    <a:pt x="12207240" y="0"/>
                  </a:cubicBezTo>
                  <a:close/>
                </a:path>
              </a:pathLst>
            </a:custGeom>
          </p:spPr>
        </p:pic>
      </p:grpSp>
    </p:spTree>
    <p:extLst>
      <p:ext uri="{BB962C8B-B14F-4D97-AF65-F5344CB8AC3E}">
        <p14:creationId xmlns:p14="http://schemas.microsoft.com/office/powerpoint/2010/main" val="2535516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D578A7-0531-3647-6D9A-D58EC8A4E43D}"/>
              </a:ext>
            </a:extLst>
          </p:cNvPr>
          <p:cNvSpPr>
            <a:spLocks noGrp="1"/>
          </p:cNvSpPr>
          <p:nvPr>
            <p:ph type="title"/>
          </p:nvPr>
        </p:nvSpPr>
        <p:spPr/>
        <p:txBody>
          <a:bodyPr/>
          <a:lstStyle/>
          <a:p>
            <a:r>
              <a:rPr lang="zh-CN" altLang="en-US" dirty="0"/>
              <a:t>感谢与展望</a:t>
            </a:r>
          </a:p>
        </p:txBody>
      </p:sp>
      <p:grpSp>
        <p:nvGrpSpPr>
          <p:cNvPr id="56" name="组合 55">
            <a:extLst>
              <a:ext uri="{FF2B5EF4-FFF2-40B4-BE49-F238E27FC236}">
                <a16:creationId xmlns:a16="http://schemas.microsoft.com/office/drawing/2014/main" id="{DB932763-3471-6175-2F5F-E62EC24D4C8D}"/>
              </a:ext>
            </a:extLst>
          </p:cNvPr>
          <p:cNvGrpSpPr/>
          <p:nvPr/>
        </p:nvGrpSpPr>
        <p:grpSpPr>
          <a:xfrm>
            <a:off x="662411" y="1459356"/>
            <a:ext cx="10935421" cy="4582629"/>
            <a:chOff x="662411" y="1459356"/>
            <a:chExt cx="10935421" cy="4582629"/>
          </a:xfrm>
        </p:grpSpPr>
        <p:grpSp>
          <p:nvGrpSpPr>
            <p:cNvPr id="50" name="组合 49">
              <a:extLst>
                <a:ext uri="{FF2B5EF4-FFF2-40B4-BE49-F238E27FC236}">
                  <a16:creationId xmlns:a16="http://schemas.microsoft.com/office/drawing/2014/main" id="{060EF847-2767-886B-6BA8-11AC254B1E6B}"/>
                </a:ext>
              </a:extLst>
            </p:cNvPr>
            <p:cNvGrpSpPr/>
            <p:nvPr/>
          </p:nvGrpSpPr>
          <p:grpSpPr>
            <a:xfrm>
              <a:off x="662411" y="1459356"/>
              <a:ext cx="3492900" cy="2128796"/>
              <a:chOff x="662411" y="1459356"/>
              <a:chExt cx="3492900" cy="2128796"/>
            </a:xfrm>
          </p:grpSpPr>
          <p:sp>
            <p:nvSpPr>
              <p:cNvPr id="4" name="Text">
                <a:extLst>
                  <a:ext uri="{FF2B5EF4-FFF2-40B4-BE49-F238E27FC236}">
                    <a16:creationId xmlns:a16="http://schemas.microsoft.com/office/drawing/2014/main" id="{C79BAC98-3408-C323-6C82-24B330094F2A}"/>
                  </a:ext>
                </a:extLst>
              </p:cNvPr>
              <p:cNvSpPr/>
              <p:nvPr/>
            </p:nvSpPr>
            <p:spPr>
              <a:xfrm>
                <a:off x="976958" y="1459356"/>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5" name="文本框 4">
                <a:extLst>
                  <a:ext uri="{FF2B5EF4-FFF2-40B4-BE49-F238E27FC236}">
                    <a16:creationId xmlns:a16="http://schemas.microsoft.com/office/drawing/2014/main" id="{71803FC4-9034-5CA1-64D8-755C2D0135F7}"/>
                  </a:ext>
                </a:extLst>
              </p:cNvPr>
              <p:cNvSpPr txBox="1"/>
              <p:nvPr/>
            </p:nvSpPr>
            <p:spPr>
              <a:xfrm>
                <a:off x="1832741" y="2047949"/>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7" name="文本框 6">
                <a:extLst>
                  <a:ext uri="{FF2B5EF4-FFF2-40B4-BE49-F238E27FC236}">
                    <a16:creationId xmlns:a16="http://schemas.microsoft.com/office/drawing/2014/main" id="{4741AC3A-EDC7-8481-FE5E-F42AFA3BE4B4}"/>
                  </a:ext>
                </a:extLst>
              </p:cNvPr>
              <p:cNvSpPr txBox="1"/>
              <p:nvPr/>
            </p:nvSpPr>
            <p:spPr>
              <a:xfrm>
                <a:off x="1832741" y="1664579"/>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感谢领导的指导</a:t>
                </a:r>
              </a:p>
            </p:txBody>
          </p:sp>
          <p:sp>
            <p:nvSpPr>
              <p:cNvPr id="3" name="椭圆 2">
                <a:extLst>
                  <a:ext uri="{FF2B5EF4-FFF2-40B4-BE49-F238E27FC236}">
                    <a16:creationId xmlns:a16="http://schemas.microsoft.com/office/drawing/2014/main" id="{D7206601-CC4C-E7DF-11BE-EE13F58CB4C9}"/>
                  </a:ext>
                </a:extLst>
              </p:cNvPr>
              <p:cNvSpPr/>
              <p:nvPr/>
            </p:nvSpPr>
            <p:spPr>
              <a:xfrm>
                <a:off x="662411" y="2031187"/>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01</a:t>
                </a:r>
                <a:endParaRPr lang="zh-CN" altLang="en-US" sz="3200" b="1" dirty="0">
                  <a:latin typeface="+mj-lt"/>
                </a:endParaRPr>
              </a:p>
            </p:txBody>
          </p:sp>
        </p:grpSp>
        <p:grpSp>
          <p:nvGrpSpPr>
            <p:cNvPr id="55" name="组合 54">
              <a:extLst>
                <a:ext uri="{FF2B5EF4-FFF2-40B4-BE49-F238E27FC236}">
                  <a16:creationId xmlns:a16="http://schemas.microsoft.com/office/drawing/2014/main" id="{5B61121D-9BA3-12C2-CFE9-25FCD65DA10C}"/>
                </a:ext>
              </a:extLst>
            </p:cNvPr>
            <p:cNvGrpSpPr/>
            <p:nvPr/>
          </p:nvGrpSpPr>
          <p:grpSpPr>
            <a:xfrm>
              <a:off x="4383671" y="1459356"/>
              <a:ext cx="3492900" cy="2128796"/>
              <a:chOff x="4383671" y="1459356"/>
              <a:chExt cx="3492900" cy="2128796"/>
            </a:xfrm>
          </p:grpSpPr>
          <p:sp>
            <p:nvSpPr>
              <p:cNvPr id="10" name="Text">
                <a:extLst>
                  <a:ext uri="{FF2B5EF4-FFF2-40B4-BE49-F238E27FC236}">
                    <a16:creationId xmlns:a16="http://schemas.microsoft.com/office/drawing/2014/main" id="{A11304BB-C62C-87A0-2B8D-05C27DF0912F}"/>
                  </a:ext>
                </a:extLst>
              </p:cNvPr>
              <p:cNvSpPr/>
              <p:nvPr/>
            </p:nvSpPr>
            <p:spPr>
              <a:xfrm>
                <a:off x="4698218" y="1459356"/>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12" name="文本框 11">
                <a:extLst>
                  <a:ext uri="{FF2B5EF4-FFF2-40B4-BE49-F238E27FC236}">
                    <a16:creationId xmlns:a16="http://schemas.microsoft.com/office/drawing/2014/main" id="{650EBC69-1CA6-BA26-0BF4-4F7323DB6E1A}"/>
                  </a:ext>
                </a:extLst>
              </p:cNvPr>
              <p:cNvSpPr txBox="1"/>
              <p:nvPr/>
            </p:nvSpPr>
            <p:spPr>
              <a:xfrm>
                <a:off x="5554001" y="2047949"/>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13" name="文本框 12">
                <a:extLst>
                  <a:ext uri="{FF2B5EF4-FFF2-40B4-BE49-F238E27FC236}">
                    <a16:creationId xmlns:a16="http://schemas.microsoft.com/office/drawing/2014/main" id="{1A88F325-2744-F4E8-0DFF-A23828289513}"/>
                  </a:ext>
                </a:extLst>
              </p:cNvPr>
              <p:cNvSpPr txBox="1"/>
              <p:nvPr/>
            </p:nvSpPr>
            <p:spPr>
              <a:xfrm>
                <a:off x="5554001" y="1664579"/>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感谢团队的支持</a:t>
                </a:r>
              </a:p>
            </p:txBody>
          </p:sp>
          <p:sp>
            <p:nvSpPr>
              <p:cNvPr id="14" name="椭圆 13">
                <a:extLst>
                  <a:ext uri="{FF2B5EF4-FFF2-40B4-BE49-F238E27FC236}">
                    <a16:creationId xmlns:a16="http://schemas.microsoft.com/office/drawing/2014/main" id="{9D7008FD-43B4-12C7-4507-D5B4F176D8C5}"/>
                  </a:ext>
                </a:extLst>
              </p:cNvPr>
              <p:cNvSpPr/>
              <p:nvPr/>
            </p:nvSpPr>
            <p:spPr>
              <a:xfrm>
                <a:off x="4383671" y="2031187"/>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02</a:t>
                </a:r>
                <a:endParaRPr lang="zh-CN" altLang="en-US" sz="3200" b="1" dirty="0">
                  <a:latin typeface="+mj-lt"/>
                </a:endParaRPr>
              </a:p>
            </p:txBody>
          </p:sp>
        </p:grpSp>
        <p:grpSp>
          <p:nvGrpSpPr>
            <p:cNvPr id="54" name="组合 53">
              <a:extLst>
                <a:ext uri="{FF2B5EF4-FFF2-40B4-BE49-F238E27FC236}">
                  <a16:creationId xmlns:a16="http://schemas.microsoft.com/office/drawing/2014/main" id="{94AFEFD0-4DBB-23AC-3056-155B176EFEF4}"/>
                </a:ext>
              </a:extLst>
            </p:cNvPr>
            <p:cNvGrpSpPr/>
            <p:nvPr/>
          </p:nvGrpSpPr>
          <p:grpSpPr>
            <a:xfrm>
              <a:off x="8104932" y="1459356"/>
              <a:ext cx="3492900" cy="2128796"/>
              <a:chOff x="8104932" y="1459356"/>
              <a:chExt cx="3492900" cy="2128796"/>
            </a:xfrm>
          </p:grpSpPr>
          <p:sp>
            <p:nvSpPr>
              <p:cNvPr id="22" name="Text">
                <a:extLst>
                  <a:ext uri="{FF2B5EF4-FFF2-40B4-BE49-F238E27FC236}">
                    <a16:creationId xmlns:a16="http://schemas.microsoft.com/office/drawing/2014/main" id="{F7697573-4E2C-4ED7-72D8-D8BD033E268B}"/>
                  </a:ext>
                </a:extLst>
              </p:cNvPr>
              <p:cNvSpPr/>
              <p:nvPr/>
            </p:nvSpPr>
            <p:spPr>
              <a:xfrm>
                <a:off x="8419479" y="1459356"/>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23" name="文本框 22">
                <a:extLst>
                  <a:ext uri="{FF2B5EF4-FFF2-40B4-BE49-F238E27FC236}">
                    <a16:creationId xmlns:a16="http://schemas.microsoft.com/office/drawing/2014/main" id="{46F65E43-1C54-8406-0A5A-B8A7E151F4FD}"/>
                  </a:ext>
                </a:extLst>
              </p:cNvPr>
              <p:cNvSpPr txBox="1"/>
              <p:nvPr/>
            </p:nvSpPr>
            <p:spPr>
              <a:xfrm>
                <a:off x="9275262" y="2047949"/>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24" name="文本框 23">
                <a:extLst>
                  <a:ext uri="{FF2B5EF4-FFF2-40B4-BE49-F238E27FC236}">
                    <a16:creationId xmlns:a16="http://schemas.microsoft.com/office/drawing/2014/main" id="{B1BFE897-0708-B5A5-F032-1B7A30ADE5F5}"/>
                  </a:ext>
                </a:extLst>
              </p:cNvPr>
              <p:cNvSpPr txBox="1"/>
              <p:nvPr/>
            </p:nvSpPr>
            <p:spPr>
              <a:xfrm>
                <a:off x="9275262" y="1664579"/>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感谢公司的平台</a:t>
                </a:r>
              </a:p>
            </p:txBody>
          </p:sp>
          <p:sp>
            <p:nvSpPr>
              <p:cNvPr id="25" name="椭圆 24">
                <a:extLst>
                  <a:ext uri="{FF2B5EF4-FFF2-40B4-BE49-F238E27FC236}">
                    <a16:creationId xmlns:a16="http://schemas.microsoft.com/office/drawing/2014/main" id="{DF59BD59-E12F-C234-2A1B-95C8A181BA05}"/>
                  </a:ext>
                </a:extLst>
              </p:cNvPr>
              <p:cNvSpPr/>
              <p:nvPr/>
            </p:nvSpPr>
            <p:spPr>
              <a:xfrm>
                <a:off x="8104932" y="2031187"/>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03</a:t>
                </a:r>
                <a:endParaRPr lang="zh-CN" altLang="en-US" sz="3200" b="1" dirty="0">
                  <a:latin typeface="+mj-lt"/>
                </a:endParaRPr>
              </a:p>
            </p:txBody>
          </p:sp>
        </p:grpSp>
        <p:grpSp>
          <p:nvGrpSpPr>
            <p:cNvPr id="51" name="组合 50">
              <a:extLst>
                <a:ext uri="{FF2B5EF4-FFF2-40B4-BE49-F238E27FC236}">
                  <a16:creationId xmlns:a16="http://schemas.microsoft.com/office/drawing/2014/main" id="{C130FFFF-2449-C8FF-9679-5D6EDA90DC8C}"/>
                </a:ext>
              </a:extLst>
            </p:cNvPr>
            <p:cNvGrpSpPr/>
            <p:nvPr/>
          </p:nvGrpSpPr>
          <p:grpSpPr>
            <a:xfrm>
              <a:off x="662411" y="3913189"/>
              <a:ext cx="3492900" cy="2128796"/>
              <a:chOff x="662411" y="3913189"/>
              <a:chExt cx="3492900" cy="2128796"/>
            </a:xfrm>
          </p:grpSpPr>
          <p:sp>
            <p:nvSpPr>
              <p:cNvPr id="31" name="Text">
                <a:extLst>
                  <a:ext uri="{FF2B5EF4-FFF2-40B4-BE49-F238E27FC236}">
                    <a16:creationId xmlns:a16="http://schemas.microsoft.com/office/drawing/2014/main" id="{9A6CBF3B-A6C0-4399-154B-956E4F31951D}"/>
                  </a:ext>
                </a:extLst>
              </p:cNvPr>
              <p:cNvSpPr/>
              <p:nvPr/>
            </p:nvSpPr>
            <p:spPr>
              <a:xfrm>
                <a:off x="976958" y="3913189"/>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34" name="文本框 33">
                <a:extLst>
                  <a:ext uri="{FF2B5EF4-FFF2-40B4-BE49-F238E27FC236}">
                    <a16:creationId xmlns:a16="http://schemas.microsoft.com/office/drawing/2014/main" id="{B8A425D6-C190-CB88-19E0-87DBD0C7A166}"/>
                  </a:ext>
                </a:extLst>
              </p:cNvPr>
              <p:cNvSpPr txBox="1"/>
              <p:nvPr/>
            </p:nvSpPr>
            <p:spPr>
              <a:xfrm>
                <a:off x="1832741" y="4501782"/>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35" name="文本框 34">
                <a:extLst>
                  <a:ext uri="{FF2B5EF4-FFF2-40B4-BE49-F238E27FC236}">
                    <a16:creationId xmlns:a16="http://schemas.microsoft.com/office/drawing/2014/main" id="{110A8817-2328-EA83-3815-07FEEFEA757D}"/>
                  </a:ext>
                </a:extLst>
              </p:cNvPr>
              <p:cNvSpPr txBox="1"/>
              <p:nvPr/>
            </p:nvSpPr>
            <p:spPr>
              <a:xfrm>
                <a:off x="1832741" y="4118412"/>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感谢家人的支持</a:t>
                </a:r>
              </a:p>
            </p:txBody>
          </p:sp>
          <p:sp>
            <p:nvSpPr>
              <p:cNvPr id="33" name="椭圆 32">
                <a:extLst>
                  <a:ext uri="{FF2B5EF4-FFF2-40B4-BE49-F238E27FC236}">
                    <a16:creationId xmlns:a16="http://schemas.microsoft.com/office/drawing/2014/main" id="{FEC8B036-1616-E331-C562-0D9CC84317E8}"/>
                  </a:ext>
                </a:extLst>
              </p:cNvPr>
              <p:cNvSpPr/>
              <p:nvPr/>
            </p:nvSpPr>
            <p:spPr>
              <a:xfrm>
                <a:off x="662411" y="4485020"/>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04</a:t>
                </a:r>
                <a:endParaRPr lang="zh-CN" altLang="en-US" sz="3200" b="1" dirty="0">
                  <a:latin typeface="+mj-lt"/>
                </a:endParaRPr>
              </a:p>
            </p:txBody>
          </p:sp>
        </p:grpSp>
        <p:grpSp>
          <p:nvGrpSpPr>
            <p:cNvPr id="52" name="组合 51">
              <a:extLst>
                <a:ext uri="{FF2B5EF4-FFF2-40B4-BE49-F238E27FC236}">
                  <a16:creationId xmlns:a16="http://schemas.microsoft.com/office/drawing/2014/main" id="{998F4342-6C74-5E4A-C69F-34C0EB799222}"/>
                </a:ext>
              </a:extLst>
            </p:cNvPr>
            <p:cNvGrpSpPr/>
            <p:nvPr/>
          </p:nvGrpSpPr>
          <p:grpSpPr>
            <a:xfrm>
              <a:off x="4383671" y="3913189"/>
              <a:ext cx="3492900" cy="2128796"/>
              <a:chOff x="4383671" y="3913189"/>
              <a:chExt cx="3492900" cy="2128796"/>
            </a:xfrm>
          </p:grpSpPr>
          <p:sp>
            <p:nvSpPr>
              <p:cNvPr id="37" name="Text">
                <a:extLst>
                  <a:ext uri="{FF2B5EF4-FFF2-40B4-BE49-F238E27FC236}">
                    <a16:creationId xmlns:a16="http://schemas.microsoft.com/office/drawing/2014/main" id="{1618C235-625A-4C57-4DDD-ACF4B87EDB41}"/>
                  </a:ext>
                </a:extLst>
              </p:cNvPr>
              <p:cNvSpPr/>
              <p:nvPr/>
            </p:nvSpPr>
            <p:spPr>
              <a:xfrm>
                <a:off x="4698218" y="3913189"/>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38" name="文本框 37">
                <a:extLst>
                  <a:ext uri="{FF2B5EF4-FFF2-40B4-BE49-F238E27FC236}">
                    <a16:creationId xmlns:a16="http://schemas.microsoft.com/office/drawing/2014/main" id="{3D8BFD56-E2A5-8771-8BC3-9814FDFF7C1E}"/>
                  </a:ext>
                </a:extLst>
              </p:cNvPr>
              <p:cNvSpPr txBox="1"/>
              <p:nvPr/>
            </p:nvSpPr>
            <p:spPr>
              <a:xfrm>
                <a:off x="5554001" y="4501782"/>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39" name="文本框 38">
                <a:extLst>
                  <a:ext uri="{FF2B5EF4-FFF2-40B4-BE49-F238E27FC236}">
                    <a16:creationId xmlns:a16="http://schemas.microsoft.com/office/drawing/2014/main" id="{30F023C9-3CEF-FA17-30E5-74538129A588}"/>
                  </a:ext>
                </a:extLst>
              </p:cNvPr>
              <p:cNvSpPr txBox="1"/>
              <p:nvPr/>
            </p:nvSpPr>
            <p:spPr>
              <a:xfrm>
                <a:off x="5554001" y="4118412"/>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对未来的期待</a:t>
                </a:r>
              </a:p>
            </p:txBody>
          </p:sp>
          <p:sp>
            <p:nvSpPr>
              <p:cNvPr id="40" name="椭圆 39">
                <a:extLst>
                  <a:ext uri="{FF2B5EF4-FFF2-40B4-BE49-F238E27FC236}">
                    <a16:creationId xmlns:a16="http://schemas.microsoft.com/office/drawing/2014/main" id="{92370913-E43B-3124-DBE5-0432A285A18A}"/>
                  </a:ext>
                </a:extLst>
              </p:cNvPr>
              <p:cNvSpPr/>
              <p:nvPr/>
            </p:nvSpPr>
            <p:spPr>
              <a:xfrm>
                <a:off x="4383671" y="4485020"/>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05</a:t>
                </a:r>
                <a:endParaRPr lang="zh-CN" altLang="en-US" sz="3200" b="1" dirty="0">
                  <a:latin typeface="+mj-lt"/>
                </a:endParaRPr>
              </a:p>
            </p:txBody>
          </p:sp>
        </p:grpSp>
        <p:grpSp>
          <p:nvGrpSpPr>
            <p:cNvPr id="53" name="组合 52">
              <a:extLst>
                <a:ext uri="{FF2B5EF4-FFF2-40B4-BE49-F238E27FC236}">
                  <a16:creationId xmlns:a16="http://schemas.microsoft.com/office/drawing/2014/main" id="{3961079D-3DD0-BF33-F82D-42556BF1E6BF}"/>
                </a:ext>
              </a:extLst>
            </p:cNvPr>
            <p:cNvGrpSpPr/>
            <p:nvPr/>
          </p:nvGrpSpPr>
          <p:grpSpPr>
            <a:xfrm>
              <a:off x="8104932" y="3913189"/>
              <a:ext cx="3492900" cy="2128796"/>
              <a:chOff x="8104932" y="3913189"/>
              <a:chExt cx="3492900" cy="2128796"/>
            </a:xfrm>
          </p:grpSpPr>
          <p:sp>
            <p:nvSpPr>
              <p:cNvPr id="42" name="Text">
                <a:extLst>
                  <a:ext uri="{FF2B5EF4-FFF2-40B4-BE49-F238E27FC236}">
                    <a16:creationId xmlns:a16="http://schemas.microsoft.com/office/drawing/2014/main" id="{6DB5A7CD-E7C7-2B11-9E0B-62936ABB8580}"/>
                  </a:ext>
                </a:extLst>
              </p:cNvPr>
              <p:cNvSpPr/>
              <p:nvPr/>
            </p:nvSpPr>
            <p:spPr>
              <a:xfrm>
                <a:off x="8419479" y="3913189"/>
                <a:ext cx="3178353" cy="2128796"/>
              </a:xfrm>
              <a:prstGeom prst="roundRect">
                <a:avLst>
                  <a:gd name="adj" fmla="val 6774"/>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r>
                  <a:rPr lang="en-US" altLang="zh-CN" sz="1200" dirty="0">
                    <a:solidFill>
                      <a:schemeClr val="tx1"/>
                    </a:solidFill>
                    <a:cs typeface="+mn-ea"/>
                  </a:rPr>
                  <a:t>.</a:t>
                </a:r>
                <a:endParaRPr lang="zh-CN" altLang="en-US" sz="1200" dirty="0">
                  <a:solidFill>
                    <a:schemeClr val="tx1"/>
                  </a:solidFill>
                  <a:cs typeface="+mn-ea"/>
                </a:endParaRPr>
              </a:p>
            </p:txBody>
          </p:sp>
          <p:sp>
            <p:nvSpPr>
              <p:cNvPr id="43" name="文本框 42">
                <a:extLst>
                  <a:ext uri="{FF2B5EF4-FFF2-40B4-BE49-F238E27FC236}">
                    <a16:creationId xmlns:a16="http://schemas.microsoft.com/office/drawing/2014/main" id="{86D46995-9284-F85A-8029-EA372DDA86F7}"/>
                  </a:ext>
                </a:extLst>
              </p:cNvPr>
              <p:cNvSpPr txBox="1"/>
              <p:nvPr/>
            </p:nvSpPr>
            <p:spPr>
              <a:xfrm>
                <a:off x="9275262" y="4501782"/>
                <a:ext cx="1911880" cy="1334981"/>
              </a:xfrm>
              <a:prstGeom prst="rect">
                <a:avLst/>
              </a:prstGeom>
              <a:noFill/>
            </p:spPr>
            <p:txBody>
              <a:bodyPr wrap="square" rtlCol="0">
                <a:spAutoFit/>
              </a:bodyPr>
              <a:lstStyle/>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a:p>
                <a:pPr>
                  <a:lnSpc>
                    <a:spcPct val="120000"/>
                  </a:lnSpc>
                  <a:spcAft>
                    <a:spcPts val="600"/>
                  </a:spcAft>
                </a:pPr>
                <a:r>
                  <a:rPr lang="zh-CN" altLang="en-US" sz="1400" dirty="0"/>
                  <a:t>单击此处添加文本</a:t>
                </a:r>
                <a:endParaRPr lang="en-US" altLang="zh-CN" sz="1400" dirty="0"/>
              </a:p>
            </p:txBody>
          </p:sp>
          <p:sp>
            <p:nvSpPr>
              <p:cNvPr id="44" name="文本框 43">
                <a:extLst>
                  <a:ext uri="{FF2B5EF4-FFF2-40B4-BE49-F238E27FC236}">
                    <a16:creationId xmlns:a16="http://schemas.microsoft.com/office/drawing/2014/main" id="{B85D6C22-A456-3ABA-3785-6DC322ED2FC8}"/>
                  </a:ext>
                </a:extLst>
              </p:cNvPr>
              <p:cNvSpPr txBox="1"/>
              <p:nvPr/>
            </p:nvSpPr>
            <p:spPr>
              <a:xfrm>
                <a:off x="9275262" y="4118412"/>
                <a:ext cx="1911880"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对团队的展望</a:t>
                </a:r>
              </a:p>
            </p:txBody>
          </p:sp>
          <p:sp>
            <p:nvSpPr>
              <p:cNvPr id="45" name="椭圆 44">
                <a:extLst>
                  <a:ext uri="{FF2B5EF4-FFF2-40B4-BE49-F238E27FC236}">
                    <a16:creationId xmlns:a16="http://schemas.microsoft.com/office/drawing/2014/main" id="{FEF25DB0-4EC4-3E47-0B5A-DE2DB6836DE0}"/>
                  </a:ext>
                </a:extLst>
              </p:cNvPr>
              <p:cNvSpPr/>
              <p:nvPr/>
            </p:nvSpPr>
            <p:spPr>
              <a:xfrm>
                <a:off x="8104932" y="4485020"/>
                <a:ext cx="985134" cy="985134"/>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en-US" altLang="zh-CN" sz="3200" b="1" dirty="0">
                    <a:latin typeface="+mj-lt"/>
                  </a:rPr>
                  <a:t>06</a:t>
                </a:r>
                <a:endParaRPr lang="zh-CN" altLang="en-US" sz="3200" b="1" dirty="0">
                  <a:latin typeface="+mj-lt"/>
                </a:endParaRPr>
              </a:p>
            </p:txBody>
          </p:sp>
        </p:grpSp>
      </p:grpSp>
    </p:spTree>
    <p:extLst>
      <p:ext uri="{BB962C8B-B14F-4D97-AF65-F5344CB8AC3E}">
        <p14:creationId xmlns:p14="http://schemas.microsoft.com/office/powerpoint/2010/main" val="1830908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2278-589B-D51B-9F25-25192F05126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B8D992D-E0D6-3D3D-3514-0B91152B0424}"/>
              </a:ext>
            </a:extLst>
          </p:cNvPr>
          <p:cNvSpPr>
            <a:spLocks noGrp="1"/>
          </p:cNvSpPr>
          <p:nvPr>
            <p:ph type="title"/>
          </p:nvPr>
        </p:nvSpPr>
        <p:spPr>
          <a:xfrm>
            <a:off x="1642383" y="3029794"/>
            <a:ext cx="8907235" cy="1371600"/>
          </a:xfrm>
        </p:spPr>
        <p:txBody>
          <a:bodyPr/>
          <a:lstStyle/>
          <a:p>
            <a:r>
              <a:rPr lang="zh-CN" altLang="en-US"/>
              <a:t>成果展示与展望</a:t>
            </a:r>
            <a:endParaRPr lang="zh-CN" altLang="en-US" dirty="0"/>
          </a:p>
        </p:txBody>
      </p:sp>
      <p:sp>
        <p:nvSpPr>
          <p:cNvPr id="3" name="文本占位符 2">
            <a:extLst>
              <a:ext uri="{FF2B5EF4-FFF2-40B4-BE49-F238E27FC236}">
                <a16:creationId xmlns:a16="http://schemas.microsoft.com/office/drawing/2014/main" id="{700C1D38-9246-6F0D-18E6-084509D41438}"/>
              </a:ext>
            </a:extLst>
          </p:cNvPr>
          <p:cNvSpPr>
            <a:spLocks noGrp="1"/>
          </p:cNvSpPr>
          <p:nvPr>
            <p:ph type="body" idx="1"/>
          </p:nvPr>
        </p:nvSpPr>
        <p:spPr>
          <a:xfrm>
            <a:off x="1854200" y="4545794"/>
            <a:ext cx="8483600" cy="489191"/>
          </a:xfrm>
        </p:spPr>
        <p:txBody>
          <a:bodyPr/>
          <a:lstStyle/>
          <a:p>
            <a:r>
              <a:rPr lang="en-US" altLang="zh-CN"/>
              <a:t>Achievement Presentation And Outlook</a:t>
            </a:r>
            <a:endParaRPr lang="en-US" altLang="zh-CN" dirty="0"/>
          </a:p>
        </p:txBody>
      </p:sp>
      <p:sp>
        <p:nvSpPr>
          <p:cNvPr id="8" name="文本框 7">
            <a:extLst>
              <a:ext uri="{FF2B5EF4-FFF2-40B4-BE49-F238E27FC236}">
                <a16:creationId xmlns:a16="http://schemas.microsoft.com/office/drawing/2014/main" id="{796853F2-C64C-449C-94D9-F4339AFF3B60}"/>
              </a:ext>
            </a:extLst>
          </p:cNvPr>
          <p:cNvSpPr txBox="1"/>
          <p:nvPr/>
        </p:nvSpPr>
        <p:spPr>
          <a:xfrm>
            <a:off x="5384157" y="1432286"/>
            <a:ext cx="1423686" cy="1015663"/>
          </a:xfrm>
          <a:prstGeom prst="rect">
            <a:avLst/>
          </a:prstGeom>
          <a:noFill/>
        </p:spPr>
        <p:txBody>
          <a:bodyPr wrap="square" rtlCol="0">
            <a:spAutoFit/>
          </a:bodyPr>
          <a:lstStyle/>
          <a:p>
            <a:pPr algn="ctr"/>
            <a:r>
              <a:rPr lang="en-US" altLang="zh-CN" sz="6000" b="1" dirty="0">
                <a:latin typeface="+mj-lt"/>
              </a:rPr>
              <a:t>04</a:t>
            </a:r>
            <a:endParaRPr lang="zh-CN" altLang="en-US" sz="6000" b="1" dirty="0">
              <a:latin typeface="+mj-lt"/>
            </a:endParaRPr>
          </a:p>
        </p:txBody>
      </p:sp>
    </p:spTree>
    <p:extLst>
      <p:ext uri="{BB962C8B-B14F-4D97-AF65-F5344CB8AC3E}">
        <p14:creationId xmlns:p14="http://schemas.microsoft.com/office/powerpoint/2010/main" val="1735790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8B5D1-5C24-D8A2-C566-60EEB5F0D8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9C07224-EEA7-6D16-18AF-641616D14A6C}"/>
              </a:ext>
            </a:extLst>
          </p:cNvPr>
          <p:cNvSpPr>
            <a:spLocks noGrp="1"/>
          </p:cNvSpPr>
          <p:nvPr>
            <p:ph type="title"/>
          </p:nvPr>
        </p:nvSpPr>
        <p:spPr/>
        <p:txBody>
          <a:bodyPr/>
          <a:lstStyle/>
          <a:p>
            <a:r>
              <a:rPr lang="zh-CN" altLang="en-US" dirty="0"/>
              <a:t>年度成果总结</a:t>
            </a:r>
          </a:p>
        </p:txBody>
      </p:sp>
      <p:grpSp>
        <p:nvGrpSpPr>
          <p:cNvPr id="46" name="组合 45">
            <a:extLst>
              <a:ext uri="{FF2B5EF4-FFF2-40B4-BE49-F238E27FC236}">
                <a16:creationId xmlns:a16="http://schemas.microsoft.com/office/drawing/2014/main" id="{21A4BFB5-25DB-85CE-7DFF-372A4871E31C}"/>
              </a:ext>
            </a:extLst>
          </p:cNvPr>
          <p:cNvGrpSpPr/>
          <p:nvPr/>
        </p:nvGrpSpPr>
        <p:grpSpPr>
          <a:xfrm>
            <a:off x="719571" y="1234440"/>
            <a:ext cx="10752859" cy="4953000"/>
            <a:chOff x="666750" y="1188720"/>
            <a:chExt cx="10752859" cy="4953000"/>
          </a:xfrm>
        </p:grpSpPr>
        <p:grpSp>
          <p:nvGrpSpPr>
            <p:cNvPr id="41" name="组合 40">
              <a:extLst>
                <a:ext uri="{FF2B5EF4-FFF2-40B4-BE49-F238E27FC236}">
                  <a16:creationId xmlns:a16="http://schemas.microsoft.com/office/drawing/2014/main" id="{8E27B155-01FC-3C99-C5FA-2D72F01EFE9E}"/>
                </a:ext>
              </a:extLst>
            </p:cNvPr>
            <p:cNvGrpSpPr/>
            <p:nvPr/>
          </p:nvGrpSpPr>
          <p:grpSpPr>
            <a:xfrm>
              <a:off x="666750" y="1188720"/>
              <a:ext cx="5247913" cy="2834640"/>
              <a:chOff x="666750" y="1188720"/>
              <a:chExt cx="5247913" cy="2834640"/>
            </a:xfrm>
          </p:grpSpPr>
          <p:sp>
            <p:nvSpPr>
              <p:cNvPr id="3" name="矩形: 圆角 2">
                <a:extLst>
                  <a:ext uri="{FF2B5EF4-FFF2-40B4-BE49-F238E27FC236}">
                    <a16:creationId xmlns:a16="http://schemas.microsoft.com/office/drawing/2014/main" id="{E311D241-EFA7-B267-1476-AD8A6DB2A596}"/>
                  </a:ext>
                </a:extLst>
              </p:cNvPr>
              <p:cNvSpPr/>
              <p:nvPr/>
            </p:nvSpPr>
            <p:spPr>
              <a:xfrm>
                <a:off x="666750" y="1188720"/>
                <a:ext cx="5247913" cy="2834640"/>
              </a:xfrm>
              <a:prstGeom prst="roundRect">
                <a:avLst>
                  <a:gd name="adj" fmla="val 5540"/>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graphicFrame>
            <p:nvGraphicFramePr>
              <p:cNvPr id="5" name="Obj1">
                <a:extLst>
                  <a:ext uri="{FF2B5EF4-FFF2-40B4-BE49-F238E27FC236}">
                    <a16:creationId xmlns:a16="http://schemas.microsoft.com/office/drawing/2014/main" id="{DD3350BE-BCB5-38DE-2A3C-798ED614D093}"/>
                  </a:ext>
                </a:extLst>
              </p:cNvPr>
              <p:cNvGraphicFramePr/>
              <p:nvPr>
                <p:extLst>
                  <p:ext uri="{D42A27DB-BD31-4B8C-83A1-F6EECF244321}">
                    <p14:modId xmlns:p14="http://schemas.microsoft.com/office/powerpoint/2010/main" val="573227818"/>
                  </p:ext>
                </p:extLst>
              </p:nvPr>
            </p:nvGraphicFramePr>
            <p:xfrm>
              <a:off x="830390" y="1812806"/>
              <a:ext cx="4920632" cy="2094469"/>
            </p:xfrm>
            <a:graphic>
              <a:graphicData uri="http://schemas.openxmlformats.org/drawingml/2006/chart">
                <c:chart xmlns:c="http://schemas.openxmlformats.org/drawingml/2006/chart" xmlns:r="http://schemas.openxmlformats.org/officeDocument/2006/relationships" r:id="rId2"/>
              </a:graphicData>
            </a:graphic>
          </p:graphicFrame>
          <p:sp>
            <p:nvSpPr>
              <p:cNvPr id="7" name="NumberMisc">
                <a:extLst>
                  <a:ext uri="{FF2B5EF4-FFF2-40B4-BE49-F238E27FC236}">
                    <a16:creationId xmlns:a16="http://schemas.microsoft.com/office/drawing/2014/main" id="{6C522D47-FC97-F329-764F-DE060DE7B671}"/>
                  </a:ext>
                </a:extLst>
              </p:cNvPr>
              <p:cNvSpPr/>
              <p:nvPr/>
            </p:nvSpPr>
            <p:spPr>
              <a:xfrm>
                <a:off x="1972446" y="1282728"/>
                <a:ext cx="2636520" cy="427826"/>
              </a:xfrm>
              <a:prstGeom prst="roundRect">
                <a:avLst>
                  <a:gd name="adj" fmla="val 19413"/>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zh-CN" altLang="en-US" sz="2000" b="1" dirty="0"/>
                  <a:t>工作任务完成情况</a:t>
                </a:r>
                <a:endParaRPr lang="en-US" altLang="zh-CN" sz="2000" b="1" dirty="0"/>
              </a:p>
            </p:txBody>
          </p:sp>
        </p:grpSp>
        <p:grpSp>
          <p:nvGrpSpPr>
            <p:cNvPr id="42" name="组合 41">
              <a:extLst>
                <a:ext uri="{FF2B5EF4-FFF2-40B4-BE49-F238E27FC236}">
                  <a16:creationId xmlns:a16="http://schemas.microsoft.com/office/drawing/2014/main" id="{510A3252-503E-B531-0D73-0794751BDD47}"/>
                </a:ext>
              </a:extLst>
            </p:cNvPr>
            <p:cNvGrpSpPr/>
            <p:nvPr/>
          </p:nvGrpSpPr>
          <p:grpSpPr>
            <a:xfrm>
              <a:off x="6171696" y="1188720"/>
              <a:ext cx="5247913" cy="2834640"/>
              <a:chOff x="6171696" y="1188720"/>
              <a:chExt cx="5247913" cy="2834640"/>
            </a:xfrm>
          </p:grpSpPr>
          <p:sp>
            <p:nvSpPr>
              <p:cNvPr id="15" name="矩形: 圆角 14">
                <a:extLst>
                  <a:ext uri="{FF2B5EF4-FFF2-40B4-BE49-F238E27FC236}">
                    <a16:creationId xmlns:a16="http://schemas.microsoft.com/office/drawing/2014/main" id="{DE9676CA-0FE5-81F5-BD9D-8CA9A696CA7F}"/>
                  </a:ext>
                </a:extLst>
              </p:cNvPr>
              <p:cNvSpPr/>
              <p:nvPr/>
            </p:nvSpPr>
            <p:spPr>
              <a:xfrm>
                <a:off x="6171696" y="1188720"/>
                <a:ext cx="5247913" cy="2834640"/>
              </a:xfrm>
              <a:prstGeom prst="roundRect">
                <a:avLst>
                  <a:gd name="adj" fmla="val 5540"/>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a:solidFill>
                    <a:schemeClr val="tx1"/>
                  </a:solidFill>
                  <a:cs typeface="+mn-ea"/>
                </a:endParaRPr>
              </a:p>
            </p:txBody>
          </p:sp>
          <p:sp>
            <p:nvSpPr>
              <p:cNvPr id="16" name="NumberMisc">
                <a:extLst>
                  <a:ext uri="{FF2B5EF4-FFF2-40B4-BE49-F238E27FC236}">
                    <a16:creationId xmlns:a16="http://schemas.microsoft.com/office/drawing/2014/main" id="{E36A5082-92BE-35E6-1724-783B0582D21F}"/>
                  </a:ext>
                </a:extLst>
              </p:cNvPr>
              <p:cNvSpPr/>
              <p:nvPr/>
            </p:nvSpPr>
            <p:spPr>
              <a:xfrm>
                <a:off x="7389398" y="1282728"/>
                <a:ext cx="2636520" cy="427826"/>
              </a:xfrm>
              <a:prstGeom prst="roundRect">
                <a:avLst>
                  <a:gd name="adj" fmla="val 19413"/>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a:lnSpc>
                    <a:spcPct val="120000"/>
                  </a:lnSpc>
                </a:pPr>
                <a:r>
                  <a:rPr lang="zh-CN" altLang="en-US" sz="2000" b="1"/>
                  <a:t>项目成果展示</a:t>
                </a:r>
                <a:endParaRPr lang="en-US" altLang="zh-CN" sz="2000" b="1" dirty="0"/>
              </a:p>
            </p:txBody>
          </p:sp>
          <p:graphicFrame>
            <p:nvGraphicFramePr>
              <p:cNvPr id="12" name="Obj2">
                <a:extLst>
                  <a:ext uri="{FF2B5EF4-FFF2-40B4-BE49-F238E27FC236}">
                    <a16:creationId xmlns:a16="http://schemas.microsoft.com/office/drawing/2014/main" id="{A58A79FF-A861-3108-53DB-5766868535F6}"/>
                  </a:ext>
                </a:extLst>
              </p:cNvPr>
              <p:cNvGraphicFramePr>
                <a:graphicFrameLocks/>
              </p:cNvGraphicFramePr>
              <p:nvPr>
                <p:extLst>
                  <p:ext uri="{D42A27DB-BD31-4B8C-83A1-F6EECF244321}">
                    <p14:modId xmlns:p14="http://schemas.microsoft.com/office/powerpoint/2010/main" val="3457589479"/>
                  </p:ext>
                </p:extLst>
              </p:nvPr>
            </p:nvGraphicFramePr>
            <p:xfrm>
              <a:off x="6423712" y="2050950"/>
              <a:ext cx="4729938" cy="1745691"/>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45" name="组合 44">
              <a:extLst>
                <a:ext uri="{FF2B5EF4-FFF2-40B4-BE49-F238E27FC236}">
                  <a16:creationId xmlns:a16="http://schemas.microsoft.com/office/drawing/2014/main" id="{2E6AB450-EF81-B870-0F40-9F1525241B08}"/>
                </a:ext>
              </a:extLst>
            </p:cNvPr>
            <p:cNvGrpSpPr/>
            <p:nvPr/>
          </p:nvGrpSpPr>
          <p:grpSpPr>
            <a:xfrm>
              <a:off x="666750" y="4294787"/>
              <a:ext cx="3427267" cy="1846933"/>
              <a:chOff x="666750" y="4294787"/>
              <a:chExt cx="3427267" cy="1846933"/>
            </a:xfrm>
          </p:grpSpPr>
          <p:sp>
            <p:nvSpPr>
              <p:cNvPr id="17" name="Bullet1">
                <a:extLst>
                  <a:ext uri="{FF2B5EF4-FFF2-40B4-BE49-F238E27FC236}">
                    <a16:creationId xmlns:a16="http://schemas.microsoft.com/office/drawing/2014/main" id="{F7A007CE-8817-3A85-9675-A0BF7C8E9A7F}"/>
                  </a:ext>
                </a:extLst>
              </p:cNvPr>
              <p:cNvSpPr txBox="1">
                <a:spLocks/>
              </p:cNvSpPr>
              <p:nvPr/>
            </p:nvSpPr>
            <p:spPr>
              <a:xfrm>
                <a:off x="666750"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19" name="文本框 18">
                <a:extLst>
                  <a:ext uri="{FF2B5EF4-FFF2-40B4-BE49-F238E27FC236}">
                    <a16:creationId xmlns:a16="http://schemas.microsoft.com/office/drawing/2014/main" id="{C0BE6AC6-A149-5BE0-60D7-41C29DDD17DF}"/>
                  </a:ext>
                </a:extLst>
              </p:cNvPr>
              <p:cNvSpPr txBox="1"/>
              <p:nvPr/>
            </p:nvSpPr>
            <p:spPr>
              <a:xfrm>
                <a:off x="857462"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20" name="文本框 19">
                <a:extLst>
                  <a:ext uri="{FF2B5EF4-FFF2-40B4-BE49-F238E27FC236}">
                    <a16:creationId xmlns:a16="http://schemas.microsoft.com/office/drawing/2014/main" id="{F3B3F5DC-C71F-5933-A47C-228FDFCD55DA}"/>
                  </a:ext>
                </a:extLst>
              </p:cNvPr>
              <p:cNvSpPr txBox="1"/>
              <p:nvPr/>
            </p:nvSpPr>
            <p:spPr>
              <a:xfrm>
                <a:off x="857462" y="4604982"/>
                <a:ext cx="2878155" cy="369332"/>
              </a:xfrm>
              <a:prstGeom prst="rect">
                <a:avLst/>
              </a:prstGeom>
              <a:noFill/>
            </p:spPr>
            <p:txBody>
              <a:bodyPr wrap="square">
                <a:spAutoFit/>
              </a:bodyPr>
              <a:lstStyle/>
              <a:p>
                <a:r>
                  <a:rPr lang="zh-CN" altLang="en-US" b="1" dirty="0">
                    <a:solidFill>
                      <a:srgbClr val="F8F8F8"/>
                    </a:solidFill>
                    <a:latin typeface="+mj-ea"/>
                    <a:ea typeface="+mj-ea"/>
                  </a:rPr>
                  <a:t>团队支持贡献</a:t>
                </a:r>
              </a:p>
            </p:txBody>
          </p:sp>
        </p:grpSp>
        <p:grpSp>
          <p:nvGrpSpPr>
            <p:cNvPr id="44" name="组合 43">
              <a:extLst>
                <a:ext uri="{FF2B5EF4-FFF2-40B4-BE49-F238E27FC236}">
                  <a16:creationId xmlns:a16="http://schemas.microsoft.com/office/drawing/2014/main" id="{FCD21745-CE46-AADB-BDB0-6121D64B8616}"/>
                </a:ext>
              </a:extLst>
            </p:cNvPr>
            <p:cNvGrpSpPr/>
            <p:nvPr/>
          </p:nvGrpSpPr>
          <p:grpSpPr>
            <a:xfrm>
              <a:off x="4329546" y="4294787"/>
              <a:ext cx="3427267" cy="1846933"/>
              <a:chOff x="4329546" y="4294787"/>
              <a:chExt cx="3427267" cy="1846933"/>
            </a:xfrm>
          </p:grpSpPr>
          <p:sp>
            <p:nvSpPr>
              <p:cNvPr id="32" name="Bullet1">
                <a:extLst>
                  <a:ext uri="{FF2B5EF4-FFF2-40B4-BE49-F238E27FC236}">
                    <a16:creationId xmlns:a16="http://schemas.microsoft.com/office/drawing/2014/main" id="{F7D5531D-0D1D-7E1B-05AE-C2594A70FF63}"/>
                  </a:ext>
                </a:extLst>
              </p:cNvPr>
              <p:cNvSpPr txBox="1">
                <a:spLocks/>
              </p:cNvSpPr>
              <p:nvPr/>
            </p:nvSpPr>
            <p:spPr>
              <a:xfrm>
                <a:off x="4329546"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34" name="文本框 33">
                <a:extLst>
                  <a:ext uri="{FF2B5EF4-FFF2-40B4-BE49-F238E27FC236}">
                    <a16:creationId xmlns:a16="http://schemas.microsoft.com/office/drawing/2014/main" id="{5B68E76F-DD65-6DB0-5250-70BA81D09E63}"/>
                  </a:ext>
                </a:extLst>
              </p:cNvPr>
              <p:cNvSpPr txBox="1"/>
              <p:nvPr/>
            </p:nvSpPr>
            <p:spPr>
              <a:xfrm>
                <a:off x="4520258"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35" name="文本框 34">
                <a:extLst>
                  <a:ext uri="{FF2B5EF4-FFF2-40B4-BE49-F238E27FC236}">
                    <a16:creationId xmlns:a16="http://schemas.microsoft.com/office/drawing/2014/main" id="{E66EA312-14DA-AB05-297D-49AFD63D8F73}"/>
                  </a:ext>
                </a:extLst>
              </p:cNvPr>
              <p:cNvSpPr txBox="1"/>
              <p:nvPr/>
            </p:nvSpPr>
            <p:spPr>
              <a:xfrm>
                <a:off x="4520258" y="4604982"/>
                <a:ext cx="2878155" cy="369332"/>
              </a:xfrm>
              <a:prstGeom prst="rect">
                <a:avLst/>
              </a:prstGeom>
              <a:noFill/>
            </p:spPr>
            <p:txBody>
              <a:bodyPr wrap="square">
                <a:spAutoFit/>
              </a:bodyPr>
              <a:lstStyle/>
              <a:p>
                <a:r>
                  <a:rPr lang="zh-CN" altLang="en-US" b="1">
                    <a:solidFill>
                      <a:srgbClr val="F8F8F8"/>
                    </a:solidFill>
                    <a:latin typeface="+mj-ea"/>
                    <a:ea typeface="+mj-ea"/>
                  </a:rPr>
                  <a:t>数据成果</a:t>
                </a:r>
                <a:endParaRPr lang="zh-CN" altLang="en-US" b="1" dirty="0">
                  <a:solidFill>
                    <a:srgbClr val="F8F8F8"/>
                  </a:solidFill>
                  <a:latin typeface="+mj-ea"/>
                  <a:ea typeface="+mj-ea"/>
                </a:endParaRPr>
              </a:p>
            </p:txBody>
          </p:sp>
        </p:grpSp>
        <p:grpSp>
          <p:nvGrpSpPr>
            <p:cNvPr id="43" name="组合 42">
              <a:extLst>
                <a:ext uri="{FF2B5EF4-FFF2-40B4-BE49-F238E27FC236}">
                  <a16:creationId xmlns:a16="http://schemas.microsoft.com/office/drawing/2014/main" id="{840389AB-146B-F347-2AE4-CFD8F0B63408}"/>
                </a:ext>
              </a:extLst>
            </p:cNvPr>
            <p:cNvGrpSpPr/>
            <p:nvPr/>
          </p:nvGrpSpPr>
          <p:grpSpPr>
            <a:xfrm>
              <a:off x="7992342" y="4294787"/>
              <a:ext cx="3427267" cy="1846933"/>
              <a:chOff x="7992342" y="4294787"/>
              <a:chExt cx="3427267" cy="1846933"/>
            </a:xfrm>
          </p:grpSpPr>
          <p:sp>
            <p:nvSpPr>
              <p:cNvPr id="37" name="Bullet1">
                <a:extLst>
                  <a:ext uri="{FF2B5EF4-FFF2-40B4-BE49-F238E27FC236}">
                    <a16:creationId xmlns:a16="http://schemas.microsoft.com/office/drawing/2014/main" id="{718082DD-D978-6331-4AB1-0B480EFD9757}"/>
                  </a:ext>
                </a:extLst>
              </p:cNvPr>
              <p:cNvSpPr txBox="1">
                <a:spLocks/>
              </p:cNvSpPr>
              <p:nvPr/>
            </p:nvSpPr>
            <p:spPr>
              <a:xfrm>
                <a:off x="7992342" y="4294787"/>
                <a:ext cx="3427267" cy="1846933"/>
              </a:xfrm>
              <a:prstGeom prst="roundRect">
                <a:avLst>
                  <a:gd name="adj" fmla="val 7986"/>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sp>
            <p:nvSpPr>
              <p:cNvPr id="39" name="文本框 38">
                <a:extLst>
                  <a:ext uri="{FF2B5EF4-FFF2-40B4-BE49-F238E27FC236}">
                    <a16:creationId xmlns:a16="http://schemas.microsoft.com/office/drawing/2014/main" id="{5E6C9411-372C-CF36-735F-6D31BE871183}"/>
                  </a:ext>
                </a:extLst>
              </p:cNvPr>
              <p:cNvSpPr txBox="1"/>
              <p:nvPr/>
            </p:nvSpPr>
            <p:spPr>
              <a:xfrm>
                <a:off x="8183054" y="5006020"/>
                <a:ext cx="3045843" cy="845616"/>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40" name="文本框 39">
                <a:extLst>
                  <a:ext uri="{FF2B5EF4-FFF2-40B4-BE49-F238E27FC236}">
                    <a16:creationId xmlns:a16="http://schemas.microsoft.com/office/drawing/2014/main" id="{431661FA-8068-1CE7-B1AA-A66FBDB681DC}"/>
                  </a:ext>
                </a:extLst>
              </p:cNvPr>
              <p:cNvSpPr txBox="1"/>
              <p:nvPr/>
            </p:nvSpPr>
            <p:spPr>
              <a:xfrm>
                <a:off x="8183054" y="4604982"/>
                <a:ext cx="2878155" cy="369332"/>
              </a:xfrm>
              <a:prstGeom prst="rect">
                <a:avLst/>
              </a:prstGeom>
              <a:noFill/>
            </p:spPr>
            <p:txBody>
              <a:bodyPr wrap="square">
                <a:spAutoFit/>
              </a:bodyPr>
              <a:lstStyle/>
              <a:p>
                <a:r>
                  <a:rPr lang="zh-CN" altLang="en-US" b="1">
                    <a:solidFill>
                      <a:srgbClr val="F8F8F8"/>
                    </a:solidFill>
                    <a:latin typeface="+mj-ea"/>
                    <a:ea typeface="+mj-ea"/>
                  </a:rPr>
                  <a:t>技能成长</a:t>
                </a:r>
                <a:endParaRPr lang="zh-CN" altLang="en-US" b="1" dirty="0">
                  <a:solidFill>
                    <a:srgbClr val="F8F8F8"/>
                  </a:solidFill>
                  <a:latin typeface="+mj-ea"/>
                  <a:ea typeface="+mj-ea"/>
                </a:endParaRPr>
              </a:p>
            </p:txBody>
          </p:sp>
        </p:grpSp>
      </p:grpSp>
    </p:spTree>
    <p:extLst>
      <p:ext uri="{BB962C8B-B14F-4D97-AF65-F5344CB8AC3E}">
        <p14:creationId xmlns:p14="http://schemas.microsoft.com/office/powerpoint/2010/main" val="3537133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A3ED2E-16E9-0B6E-5767-3B7EAC4D01CE}"/>
              </a:ext>
            </a:extLst>
          </p:cNvPr>
          <p:cNvSpPr>
            <a:spLocks noGrp="1"/>
          </p:cNvSpPr>
          <p:nvPr>
            <p:ph type="title"/>
          </p:nvPr>
        </p:nvSpPr>
        <p:spPr/>
        <p:txBody>
          <a:bodyPr/>
          <a:lstStyle/>
          <a:p>
            <a:r>
              <a:rPr lang="zh-CN" altLang="en-US" dirty="0"/>
              <a:t>自我突破展示</a:t>
            </a:r>
          </a:p>
        </p:txBody>
      </p:sp>
      <p:grpSp>
        <p:nvGrpSpPr>
          <p:cNvPr id="7" name="组合 6">
            <a:extLst>
              <a:ext uri="{FF2B5EF4-FFF2-40B4-BE49-F238E27FC236}">
                <a16:creationId xmlns:a16="http://schemas.microsoft.com/office/drawing/2014/main" id="{FF7E32ED-7E17-4869-4B12-D2C792E136CF}"/>
              </a:ext>
            </a:extLst>
          </p:cNvPr>
          <p:cNvGrpSpPr/>
          <p:nvPr/>
        </p:nvGrpSpPr>
        <p:grpSpPr>
          <a:xfrm>
            <a:off x="654627" y="1657696"/>
            <a:ext cx="10744893" cy="4476403"/>
            <a:chOff x="654627" y="1657696"/>
            <a:chExt cx="10744893" cy="4476403"/>
          </a:xfrm>
        </p:grpSpPr>
        <p:grpSp>
          <p:nvGrpSpPr>
            <p:cNvPr id="3" name="组合 2">
              <a:extLst>
                <a:ext uri="{FF2B5EF4-FFF2-40B4-BE49-F238E27FC236}">
                  <a16:creationId xmlns:a16="http://schemas.microsoft.com/office/drawing/2014/main" id="{38873669-5704-6792-1E0B-AA0866A71AFB}"/>
                </a:ext>
              </a:extLst>
            </p:cNvPr>
            <p:cNvGrpSpPr/>
            <p:nvPr/>
          </p:nvGrpSpPr>
          <p:grpSpPr>
            <a:xfrm>
              <a:off x="654627" y="1657697"/>
              <a:ext cx="5117871" cy="1205344"/>
              <a:chOff x="654627" y="1657697"/>
              <a:chExt cx="5117871" cy="1205344"/>
            </a:xfrm>
          </p:grpSpPr>
          <p:sp>
            <p:nvSpPr>
              <p:cNvPr id="6" name="Bullet1">
                <a:extLst>
                  <a:ext uri="{FF2B5EF4-FFF2-40B4-BE49-F238E27FC236}">
                    <a16:creationId xmlns:a16="http://schemas.microsoft.com/office/drawing/2014/main" id="{78C18221-4649-D4DC-24BB-CA71ACBD16A3}"/>
                  </a:ext>
                </a:extLst>
              </p:cNvPr>
              <p:cNvSpPr txBox="1">
                <a:spLocks/>
              </p:cNvSpPr>
              <p:nvPr/>
            </p:nvSpPr>
            <p:spPr>
              <a:xfrm>
                <a:off x="654627" y="1657697"/>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11" name="文本框 10">
                <a:extLst>
                  <a:ext uri="{FF2B5EF4-FFF2-40B4-BE49-F238E27FC236}">
                    <a16:creationId xmlns:a16="http://schemas.microsoft.com/office/drawing/2014/main" id="{FD183114-3973-AE96-B188-DE7EE7149E19}"/>
                  </a:ext>
                </a:extLst>
              </p:cNvPr>
              <p:cNvSpPr txBox="1"/>
              <p:nvPr/>
            </p:nvSpPr>
            <p:spPr>
              <a:xfrm>
                <a:off x="2612191" y="1928355"/>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5" name="Bullet1">
                <a:extLst>
                  <a:ext uri="{FF2B5EF4-FFF2-40B4-BE49-F238E27FC236}">
                    <a16:creationId xmlns:a16="http://schemas.microsoft.com/office/drawing/2014/main" id="{8EAB7A0D-3CB6-E196-9636-756E4E6D9729}"/>
                  </a:ext>
                </a:extLst>
              </p:cNvPr>
              <p:cNvSpPr txBox="1">
                <a:spLocks/>
              </p:cNvSpPr>
              <p:nvPr/>
            </p:nvSpPr>
            <p:spPr>
              <a:xfrm>
                <a:off x="660400" y="1657697"/>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从任务执行</a:t>
                </a:r>
                <a:endParaRPr lang="en-US" altLang="zh-CN" dirty="0">
                  <a:latin typeface="+mj-ea"/>
                  <a:ea typeface="+mj-ea"/>
                  <a:sym typeface="+mn-lt"/>
                </a:endParaRPr>
              </a:p>
              <a:p>
                <a:r>
                  <a:rPr lang="zh-CN" altLang="en-US" dirty="0">
                    <a:latin typeface="+mj-ea"/>
                    <a:ea typeface="+mj-ea"/>
                    <a:sym typeface="+mn-lt"/>
                  </a:rPr>
                  <a:t>到主动规划</a:t>
                </a:r>
              </a:p>
            </p:txBody>
          </p:sp>
        </p:grpSp>
        <p:grpSp>
          <p:nvGrpSpPr>
            <p:cNvPr id="49" name="组合 48">
              <a:extLst>
                <a:ext uri="{FF2B5EF4-FFF2-40B4-BE49-F238E27FC236}">
                  <a16:creationId xmlns:a16="http://schemas.microsoft.com/office/drawing/2014/main" id="{B61DA789-49AC-5C04-0C00-CAFB709ADD45}"/>
                </a:ext>
              </a:extLst>
            </p:cNvPr>
            <p:cNvGrpSpPr/>
            <p:nvPr/>
          </p:nvGrpSpPr>
          <p:grpSpPr>
            <a:xfrm>
              <a:off x="654627" y="3289072"/>
              <a:ext cx="5117871" cy="1205344"/>
              <a:chOff x="654627" y="3044539"/>
              <a:chExt cx="5117871" cy="1205344"/>
            </a:xfrm>
          </p:grpSpPr>
          <p:sp>
            <p:nvSpPr>
              <p:cNvPr id="13" name="Bullet1">
                <a:extLst>
                  <a:ext uri="{FF2B5EF4-FFF2-40B4-BE49-F238E27FC236}">
                    <a16:creationId xmlns:a16="http://schemas.microsoft.com/office/drawing/2014/main" id="{6D6884D7-9C37-09BE-E5D0-691114635BC9}"/>
                  </a:ext>
                </a:extLst>
              </p:cNvPr>
              <p:cNvSpPr txBox="1">
                <a:spLocks/>
              </p:cNvSpPr>
              <p:nvPr/>
            </p:nvSpPr>
            <p:spPr>
              <a:xfrm>
                <a:off x="654627" y="3044539"/>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14" name="文本框 13">
                <a:extLst>
                  <a:ext uri="{FF2B5EF4-FFF2-40B4-BE49-F238E27FC236}">
                    <a16:creationId xmlns:a16="http://schemas.microsoft.com/office/drawing/2014/main" id="{6BAD50C7-7C57-8B58-CA28-C92E00E2FA58}"/>
                  </a:ext>
                </a:extLst>
              </p:cNvPr>
              <p:cNvSpPr txBox="1"/>
              <p:nvPr/>
            </p:nvSpPr>
            <p:spPr>
              <a:xfrm>
                <a:off x="2612191" y="3315197"/>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18" name="Bullet1">
                <a:extLst>
                  <a:ext uri="{FF2B5EF4-FFF2-40B4-BE49-F238E27FC236}">
                    <a16:creationId xmlns:a16="http://schemas.microsoft.com/office/drawing/2014/main" id="{CB23F95B-E17E-E381-FC4A-885A6905E2A1}"/>
                  </a:ext>
                </a:extLst>
              </p:cNvPr>
              <p:cNvSpPr txBox="1">
                <a:spLocks/>
              </p:cNvSpPr>
              <p:nvPr/>
            </p:nvSpPr>
            <p:spPr>
              <a:xfrm>
                <a:off x="660400" y="3044539"/>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从依赖团队到独立解决问题</a:t>
                </a:r>
              </a:p>
            </p:txBody>
          </p:sp>
        </p:grpSp>
        <p:grpSp>
          <p:nvGrpSpPr>
            <p:cNvPr id="50" name="组合 49">
              <a:extLst>
                <a:ext uri="{FF2B5EF4-FFF2-40B4-BE49-F238E27FC236}">
                  <a16:creationId xmlns:a16="http://schemas.microsoft.com/office/drawing/2014/main" id="{CC08DCEF-797E-B3FD-8E91-BCE5E3E31348}"/>
                </a:ext>
              </a:extLst>
            </p:cNvPr>
            <p:cNvGrpSpPr/>
            <p:nvPr/>
          </p:nvGrpSpPr>
          <p:grpSpPr>
            <a:xfrm>
              <a:off x="654627" y="4920446"/>
              <a:ext cx="5117871" cy="1205344"/>
              <a:chOff x="654627" y="4623958"/>
              <a:chExt cx="5117871" cy="1205344"/>
            </a:xfrm>
          </p:grpSpPr>
          <p:sp>
            <p:nvSpPr>
              <p:cNvPr id="32" name="Bullet1">
                <a:extLst>
                  <a:ext uri="{FF2B5EF4-FFF2-40B4-BE49-F238E27FC236}">
                    <a16:creationId xmlns:a16="http://schemas.microsoft.com/office/drawing/2014/main" id="{E9CE9F4B-B367-C427-7E8D-B436F2D3084F}"/>
                  </a:ext>
                </a:extLst>
              </p:cNvPr>
              <p:cNvSpPr txBox="1">
                <a:spLocks/>
              </p:cNvSpPr>
              <p:nvPr/>
            </p:nvSpPr>
            <p:spPr>
              <a:xfrm>
                <a:off x="654627" y="4623958"/>
                <a:ext cx="5117871" cy="1205344"/>
              </a:xfrm>
              <a:prstGeom prst="roundRect">
                <a:avLst>
                  <a:gd name="adj" fmla="val 11906"/>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sym typeface="+mn-lt"/>
                </a:endParaRPr>
              </a:p>
            </p:txBody>
          </p:sp>
          <p:sp>
            <p:nvSpPr>
              <p:cNvPr id="40" name="文本框 39">
                <a:extLst>
                  <a:ext uri="{FF2B5EF4-FFF2-40B4-BE49-F238E27FC236}">
                    <a16:creationId xmlns:a16="http://schemas.microsoft.com/office/drawing/2014/main" id="{A89E812B-F16F-6D83-9417-9F9048010905}"/>
                  </a:ext>
                </a:extLst>
              </p:cNvPr>
              <p:cNvSpPr txBox="1"/>
              <p:nvPr/>
            </p:nvSpPr>
            <p:spPr>
              <a:xfrm>
                <a:off x="2612191" y="4894616"/>
                <a:ext cx="3068867"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41" name="Bullet1">
                <a:extLst>
                  <a:ext uri="{FF2B5EF4-FFF2-40B4-BE49-F238E27FC236}">
                    <a16:creationId xmlns:a16="http://schemas.microsoft.com/office/drawing/2014/main" id="{79710F7B-B08D-F2A2-5EBD-2BF0875E369E}"/>
                  </a:ext>
                </a:extLst>
              </p:cNvPr>
              <p:cNvSpPr txBox="1">
                <a:spLocks/>
              </p:cNvSpPr>
              <p:nvPr/>
            </p:nvSpPr>
            <p:spPr>
              <a:xfrm>
                <a:off x="660400" y="4623958"/>
                <a:ext cx="1833418" cy="1205344"/>
              </a:xfrm>
              <a:prstGeom prst="roundRect">
                <a:avLst>
                  <a:gd name="adj" fmla="val 6832"/>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从技能应用到优化创新</a:t>
                </a:r>
              </a:p>
            </p:txBody>
          </p:sp>
        </p:grpSp>
        <p:grpSp>
          <p:nvGrpSpPr>
            <p:cNvPr id="4" name="组合 3">
              <a:extLst>
                <a:ext uri="{FF2B5EF4-FFF2-40B4-BE49-F238E27FC236}">
                  <a16:creationId xmlns:a16="http://schemas.microsoft.com/office/drawing/2014/main" id="{C84EC802-5C70-570A-29E3-1AAAEB560B28}"/>
                </a:ext>
              </a:extLst>
            </p:cNvPr>
            <p:cNvGrpSpPr/>
            <p:nvPr/>
          </p:nvGrpSpPr>
          <p:grpSpPr>
            <a:xfrm>
              <a:off x="6187440" y="1657696"/>
              <a:ext cx="5212080" cy="4476403"/>
              <a:chOff x="6187440" y="1657696"/>
              <a:chExt cx="5212080" cy="4476403"/>
            </a:xfrm>
          </p:grpSpPr>
          <p:sp>
            <p:nvSpPr>
              <p:cNvPr id="63" name="Bullet1">
                <a:extLst>
                  <a:ext uri="{FF2B5EF4-FFF2-40B4-BE49-F238E27FC236}">
                    <a16:creationId xmlns:a16="http://schemas.microsoft.com/office/drawing/2014/main" id="{CAAA20BA-0DD9-D5FB-EB88-55B640900C73}"/>
                  </a:ext>
                </a:extLst>
              </p:cNvPr>
              <p:cNvSpPr txBox="1">
                <a:spLocks/>
              </p:cNvSpPr>
              <p:nvPr/>
            </p:nvSpPr>
            <p:spPr>
              <a:xfrm>
                <a:off x="6187440" y="1657696"/>
                <a:ext cx="5212080" cy="4476403"/>
              </a:xfrm>
              <a:prstGeom prst="roundRect">
                <a:avLst>
                  <a:gd name="adj" fmla="val 236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mj-ea"/>
                  <a:ea typeface="+mj-ea"/>
                  <a:sym typeface="+mn-lt"/>
                </a:endParaRPr>
              </a:p>
            </p:txBody>
          </p:sp>
          <p:grpSp>
            <p:nvGrpSpPr>
              <p:cNvPr id="64" name="组合 63">
                <a:extLst>
                  <a:ext uri="{FF2B5EF4-FFF2-40B4-BE49-F238E27FC236}">
                    <a16:creationId xmlns:a16="http://schemas.microsoft.com/office/drawing/2014/main" id="{97347514-E70A-9286-FBF6-C143DD04BF7B}"/>
                  </a:ext>
                </a:extLst>
              </p:cNvPr>
              <p:cNvGrpSpPr/>
              <p:nvPr/>
            </p:nvGrpSpPr>
            <p:grpSpPr>
              <a:xfrm>
                <a:off x="6481078" y="1967891"/>
                <a:ext cx="4305377" cy="988122"/>
                <a:chOff x="6481078" y="1859058"/>
                <a:chExt cx="4305377" cy="988122"/>
              </a:xfrm>
            </p:grpSpPr>
            <p:sp>
              <p:nvSpPr>
                <p:cNvPr id="24" name="文本框 23">
                  <a:extLst>
                    <a:ext uri="{FF2B5EF4-FFF2-40B4-BE49-F238E27FC236}">
                      <a16:creationId xmlns:a16="http://schemas.microsoft.com/office/drawing/2014/main" id="{4826F9AB-7792-5B0F-C851-A1B5D1C41CD8}"/>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25" name="文本框 24">
                  <a:extLst>
                    <a:ext uri="{FF2B5EF4-FFF2-40B4-BE49-F238E27FC236}">
                      <a16:creationId xmlns:a16="http://schemas.microsoft.com/office/drawing/2014/main" id="{3F26C300-049A-D865-1BE5-C6579088DC3B}"/>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从低效沟通到高效协作</a:t>
                  </a:r>
                </a:p>
              </p:txBody>
            </p:sp>
          </p:grpSp>
          <p:grpSp>
            <p:nvGrpSpPr>
              <p:cNvPr id="65" name="组合 64">
                <a:extLst>
                  <a:ext uri="{FF2B5EF4-FFF2-40B4-BE49-F238E27FC236}">
                    <a16:creationId xmlns:a16="http://schemas.microsoft.com/office/drawing/2014/main" id="{6C23C169-7112-582D-0143-7EE2031722E0}"/>
                  </a:ext>
                </a:extLst>
              </p:cNvPr>
              <p:cNvGrpSpPr/>
              <p:nvPr/>
            </p:nvGrpSpPr>
            <p:grpSpPr>
              <a:xfrm>
                <a:off x="6481078" y="3401837"/>
                <a:ext cx="4305377" cy="988122"/>
                <a:chOff x="6481078" y="1859058"/>
                <a:chExt cx="4305377" cy="988122"/>
              </a:xfrm>
            </p:grpSpPr>
            <p:sp>
              <p:nvSpPr>
                <p:cNvPr id="66" name="文本框 65">
                  <a:extLst>
                    <a:ext uri="{FF2B5EF4-FFF2-40B4-BE49-F238E27FC236}">
                      <a16:creationId xmlns:a16="http://schemas.microsoft.com/office/drawing/2014/main" id="{CFC0EAAA-ED9C-73D4-126E-DD573C61A0FD}"/>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67" name="文本框 66">
                  <a:extLst>
                    <a:ext uri="{FF2B5EF4-FFF2-40B4-BE49-F238E27FC236}">
                      <a16:creationId xmlns:a16="http://schemas.microsoft.com/office/drawing/2014/main" id="{2752E586-2662-948A-8F7F-7D6C1F6841FE}"/>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从被动学习到主动分享</a:t>
                  </a:r>
                </a:p>
              </p:txBody>
            </p:sp>
          </p:grpSp>
          <p:grpSp>
            <p:nvGrpSpPr>
              <p:cNvPr id="68" name="组合 67">
                <a:extLst>
                  <a:ext uri="{FF2B5EF4-FFF2-40B4-BE49-F238E27FC236}">
                    <a16:creationId xmlns:a16="http://schemas.microsoft.com/office/drawing/2014/main" id="{B63EEE9B-8FCD-86F4-ECA1-EB298DDCC99C}"/>
                  </a:ext>
                </a:extLst>
              </p:cNvPr>
              <p:cNvGrpSpPr/>
              <p:nvPr/>
            </p:nvGrpSpPr>
            <p:grpSpPr>
              <a:xfrm>
                <a:off x="6481078" y="4835782"/>
                <a:ext cx="4305377" cy="988122"/>
                <a:chOff x="6481078" y="1859058"/>
                <a:chExt cx="4305377" cy="988122"/>
              </a:xfrm>
            </p:grpSpPr>
            <p:sp>
              <p:nvSpPr>
                <p:cNvPr id="69" name="文本框 68">
                  <a:extLst>
                    <a:ext uri="{FF2B5EF4-FFF2-40B4-BE49-F238E27FC236}">
                      <a16:creationId xmlns:a16="http://schemas.microsoft.com/office/drawing/2014/main" id="{8D222038-39D8-FB74-FC45-28766789DCDF}"/>
                    </a:ext>
                  </a:extLst>
                </p:cNvPr>
                <p:cNvSpPr txBox="1"/>
                <p:nvPr/>
              </p:nvSpPr>
              <p:spPr>
                <a:xfrm>
                  <a:off x="6481078" y="2260096"/>
                  <a:ext cx="4305377" cy="58708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单击此处添加文本单击此处添加文单击此处添加文本单击此处添加文本单击此处添加文本</a:t>
                  </a:r>
                  <a:endParaRPr lang="en-US" altLang="zh-CN" sz="1400" dirty="0">
                    <a:solidFill>
                      <a:srgbClr val="F8F8F8"/>
                    </a:solidFill>
                  </a:endParaRPr>
                </a:p>
              </p:txBody>
            </p:sp>
            <p:sp>
              <p:nvSpPr>
                <p:cNvPr id="70" name="文本框 69">
                  <a:extLst>
                    <a:ext uri="{FF2B5EF4-FFF2-40B4-BE49-F238E27FC236}">
                      <a16:creationId xmlns:a16="http://schemas.microsoft.com/office/drawing/2014/main" id="{81A17DCA-6B8D-A919-B226-82EBC7EA869B}"/>
                    </a:ext>
                  </a:extLst>
                </p:cNvPr>
                <p:cNvSpPr txBox="1"/>
                <p:nvPr/>
              </p:nvSpPr>
              <p:spPr>
                <a:xfrm>
                  <a:off x="6481079" y="1859058"/>
                  <a:ext cx="2878155" cy="369332"/>
                </a:xfrm>
                <a:prstGeom prst="rect">
                  <a:avLst/>
                </a:prstGeom>
                <a:noFill/>
              </p:spPr>
              <p:txBody>
                <a:bodyPr wrap="square">
                  <a:spAutoFit/>
                </a:bodyPr>
                <a:lstStyle/>
                <a:p>
                  <a:r>
                    <a:rPr lang="zh-CN" altLang="en-US" b="1" dirty="0">
                      <a:solidFill>
                        <a:srgbClr val="F8F8F8"/>
                      </a:solidFill>
                      <a:latin typeface="+mj-ea"/>
                      <a:ea typeface="+mj-ea"/>
                    </a:rPr>
                    <a:t>从执行者到贡献者</a:t>
                  </a:r>
                </a:p>
              </p:txBody>
            </p:sp>
          </p:grpSp>
          <p:cxnSp>
            <p:nvCxnSpPr>
              <p:cNvPr id="72" name="直接连接符 71">
                <a:extLst>
                  <a:ext uri="{FF2B5EF4-FFF2-40B4-BE49-F238E27FC236}">
                    <a16:creationId xmlns:a16="http://schemas.microsoft.com/office/drawing/2014/main" id="{D2517D50-7B0C-1E25-3F49-577280F87C31}"/>
                  </a:ext>
                </a:extLst>
              </p:cNvPr>
              <p:cNvCxnSpPr/>
              <p:nvPr/>
            </p:nvCxnSpPr>
            <p:spPr>
              <a:xfrm>
                <a:off x="6556664" y="3178925"/>
                <a:ext cx="44473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40D741E7-8EFC-919D-E0FC-72D6DAD16B68}"/>
                  </a:ext>
                </a:extLst>
              </p:cNvPr>
              <p:cNvCxnSpPr/>
              <p:nvPr/>
            </p:nvCxnSpPr>
            <p:spPr>
              <a:xfrm>
                <a:off x="6556664" y="4612871"/>
                <a:ext cx="44473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275284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D7105C-AC78-A200-AC2B-A76F79F38942}"/>
              </a:ext>
            </a:extLst>
          </p:cNvPr>
          <p:cNvSpPr>
            <a:spLocks noGrp="1"/>
          </p:cNvSpPr>
          <p:nvPr>
            <p:ph type="title"/>
          </p:nvPr>
        </p:nvSpPr>
        <p:spPr/>
        <p:txBody>
          <a:bodyPr/>
          <a:lstStyle/>
          <a:p>
            <a:r>
              <a:rPr lang="zh-CN" altLang="en-US" dirty="0"/>
              <a:t>未来目标展望</a:t>
            </a:r>
          </a:p>
        </p:txBody>
      </p:sp>
      <p:grpSp>
        <p:nvGrpSpPr>
          <p:cNvPr id="38" name="组合 37">
            <a:extLst>
              <a:ext uri="{FF2B5EF4-FFF2-40B4-BE49-F238E27FC236}">
                <a16:creationId xmlns:a16="http://schemas.microsoft.com/office/drawing/2014/main" id="{800E35A1-C84D-6E76-480F-2C9E6B9FC90F}"/>
              </a:ext>
            </a:extLst>
          </p:cNvPr>
          <p:cNvGrpSpPr/>
          <p:nvPr/>
        </p:nvGrpSpPr>
        <p:grpSpPr>
          <a:xfrm>
            <a:off x="0" y="1166588"/>
            <a:ext cx="12192000" cy="5691411"/>
            <a:chOff x="0" y="1166588"/>
            <a:chExt cx="12192000" cy="5691411"/>
          </a:xfrm>
        </p:grpSpPr>
        <p:sp>
          <p:nvSpPr>
            <p:cNvPr id="17" name="矩形 16">
              <a:extLst>
                <a:ext uri="{FF2B5EF4-FFF2-40B4-BE49-F238E27FC236}">
                  <a16:creationId xmlns:a16="http://schemas.microsoft.com/office/drawing/2014/main" id="{8A35BFA0-A556-E9CF-1CD2-7DB611F7CC70}"/>
                </a:ext>
              </a:extLst>
            </p:cNvPr>
            <p:cNvSpPr/>
            <p:nvPr/>
          </p:nvSpPr>
          <p:spPr>
            <a:xfrm>
              <a:off x="0" y="4650552"/>
              <a:ext cx="12192000" cy="2207447"/>
            </a:xfrm>
            <a:prstGeom prst="rect">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sp>
          <p:nvSpPr>
            <p:cNvPr id="4" name="ComponentBackground1">
              <a:extLst>
                <a:ext uri="{FF2B5EF4-FFF2-40B4-BE49-F238E27FC236}">
                  <a16:creationId xmlns:a16="http://schemas.microsoft.com/office/drawing/2014/main" id="{5D6E943F-E73F-810F-FB4D-6E9F8D7E3270}"/>
                </a:ext>
              </a:extLst>
            </p:cNvPr>
            <p:cNvSpPr/>
            <p:nvPr/>
          </p:nvSpPr>
          <p:spPr>
            <a:xfrm>
              <a:off x="660400" y="1407597"/>
              <a:ext cx="4962267" cy="1252474"/>
            </a:xfrm>
            <a:prstGeom prst="roundRect">
              <a:avLst>
                <a:gd name="adj" fmla="val 8242"/>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sym typeface="+mn-lt"/>
              </a:endParaRPr>
            </a:p>
          </p:txBody>
        </p:sp>
        <p:sp>
          <p:nvSpPr>
            <p:cNvPr id="5" name="Bullet1">
              <a:extLst>
                <a:ext uri="{FF2B5EF4-FFF2-40B4-BE49-F238E27FC236}">
                  <a16:creationId xmlns:a16="http://schemas.microsoft.com/office/drawing/2014/main" id="{359FF75E-8A1C-6972-7D3E-486A165D1EA2}"/>
                </a:ext>
              </a:extLst>
            </p:cNvPr>
            <p:cNvSpPr txBox="1">
              <a:spLocks/>
            </p:cNvSpPr>
            <p:nvPr/>
          </p:nvSpPr>
          <p:spPr>
            <a:xfrm>
              <a:off x="1990974" y="1166588"/>
              <a:ext cx="2301119" cy="516739"/>
            </a:xfrm>
            <a:prstGeom prst="roundRect">
              <a:avLst>
                <a:gd name="adj" fmla="val 5000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提升工作效率</a:t>
              </a:r>
            </a:p>
          </p:txBody>
        </p:sp>
        <p:sp>
          <p:nvSpPr>
            <p:cNvPr id="7" name="文本框 6">
              <a:extLst>
                <a:ext uri="{FF2B5EF4-FFF2-40B4-BE49-F238E27FC236}">
                  <a16:creationId xmlns:a16="http://schemas.microsoft.com/office/drawing/2014/main" id="{F50B59BB-1864-C7EA-C608-5941B42C939F}"/>
                </a:ext>
              </a:extLst>
            </p:cNvPr>
            <p:cNvSpPr txBox="1"/>
            <p:nvPr/>
          </p:nvSpPr>
          <p:spPr>
            <a:xfrm>
              <a:off x="817239" y="1756316"/>
              <a:ext cx="464858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a:t>
              </a:r>
              <a:endParaRPr lang="en-US" altLang="zh-CN" sz="1400" dirty="0"/>
            </a:p>
            <a:p>
              <a:pPr algn="ctr">
                <a:lnSpc>
                  <a:spcPct val="120000"/>
                </a:lnSpc>
                <a:spcAft>
                  <a:spcPts val="600"/>
                </a:spcAft>
              </a:pPr>
              <a:r>
                <a:rPr lang="zh-CN" altLang="en-US" sz="1400" dirty="0"/>
                <a:t>单击此处添加文本单击此处添加文本单击此处添加文本</a:t>
              </a:r>
              <a:endParaRPr lang="en-US" altLang="zh-CN" sz="1400" dirty="0"/>
            </a:p>
          </p:txBody>
        </p:sp>
        <p:grpSp>
          <p:nvGrpSpPr>
            <p:cNvPr id="35" name="组合 34">
              <a:extLst>
                <a:ext uri="{FF2B5EF4-FFF2-40B4-BE49-F238E27FC236}">
                  <a16:creationId xmlns:a16="http://schemas.microsoft.com/office/drawing/2014/main" id="{8FE3BFB6-601C-4451-934A-CB2B0D9E8AE8}"/>
                </a:ext>
              </a:extLst>
            </p:cNvPr>
            <p:cNvGrpSpPr/>
            <p:nvPr/>
          </p:nvGrpSpPr>
          <p:grpSpPr>
            <a:xfrm>
              <a:off x="6126018" y="1166588"/>
              <a:ext cx="4962267" cy="1493483"/>
              <a:chOff x="6126018" y="1166588"/>
              <a:chExt cx="4962267" cy="1493483"/>
            </a:xfrm>
          </p:grpSpPr>
          <p:sp>
            <p:nvSpPr>
              <p:cNvPr id="8" name="ComponentBackground1">
                <a:extLst>
                  <a:ext uri="{FF2B5EF4-FFF2-40B4-BE49-F238E27FC236}">
                    <a16:creationId xmlns:a16="http://schemas.microsoft.com/office/drawing/2014/main" id="{AA0F7DB3-79D2-C8C5-E5EC-9141A0053511}"/>
                  </a:ext>
                </a:extLst>
              </p:cNvPr>
              <p:cNvSpPr/>
              <p:nvPr/>
            </p:nvSpPr>
            <p:spPr>
              <a:xfrm>
                <a:off x="6126018" y="1407597"/>
                <a:ext cx="4962267" cy="1252474"/>
              </a:xfrm>
              <a:prstGeom prst="roundRect">
                <a:avLst>
                  <a:gd name="adj" fmla="val 8242"/>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sym typeface="+mn-lt"/>
                </a:endParaRPr>
              </a:p>
            </p:txBody>
          </p:sp>
          <p:sp>
            <p:nvSpPr>
              <p:cNvPr id="9" name="Bullet1">
                <a:extLst>
                  <a:ext uri="{FF2B5EF4-FFF2-40B4-BE49-F238E27FC236}">
                    <a16:creationId xmlns:a16="http://schemas.microsoft.com/office/drawing/2014/main" id="{9BAABF67-2362-3881-B18B-001838DCFFAE}"/>
                  </a:ext>
                </a:extLst>
              </p:cNvPr>
              <p:cNvSpPr txBox="1">
                <a:spLocks/>
              </p:cNvSpPr>
              <p:nvPr/>
            </p:nvSpPr>
            <p:spPr>
              <a:xfrm>
                <a:off x="7456592" y="1166588"/>
                <a:ext cx="2301119" cy="516739"/>
              </a:xfrm>
              <a:prstGeom prst="roundRect">
                <a:avLst>
                  <a:gd name="adj" fmla="val 5000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培养综合能力</a:t>
                </a:r>
              </a:p>
            </p:txBody>
          </p:sp>
          <p:sp>
            <p:nvSpPr>
              <p:cNvPr id="10" name="文本框 9">
                <a:extLst>
                  <a:ext uri="{FF2B5EF4-FFF2-40B4-BE49-F238E27FC236}">
                    <a16:creationId xmlns:a16="http://schemas.microsoft.com/office/drawing/2014/main" id="{DAC01E0F-F483-B7E8-1EA4-8BD33E5475D1}"/>
                  </a:ext>
                </a:extLst>
              </p:cNvPr>
              <p:cNvSpPr txBox="1"/>
              <p:nvPr/>
            </p:nvSpPr>
            <p:spPr>
              <a:xfrm>
                <a:off x="6282857" y="1756316"/>
                <a:ext cx="464858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a:t>
                </a:r>
                <a:endParaRPr lang="en-US" altLang="zh-CN" sz="1400" dirty="0"/>
              </a:p>
              <a:p>
                <a:pPr algn="ctr">
                  <a:lnSpc>
                    <a:spcPct val="120000"/>
                  </a:lnSpc>
                  <a:spcAft>
                    <a:spcPts val="600"/>
                  </a:spcAft>
                </a:pPr>
                <a:r>
                  <a:rPr lang="zh-CN" altLang="en-US" sz="1400" dirty="0"/>
                  <a:t>单击此处添加文本单击此处添加文本单击此处添加文本</a:t>
                </a:r>
                <a:endParaRPr lang="en-US" altLang="zh-CN" sz="1400" dirty="0"/>
              </a:p>
            </p:txBody>
          </p:sp>
        </p:grpSp>
        <p:grpSp>
          <p:nvGrpSpPr>
            <p:cNvPr id="33" name="组合 32">
              <a:extLst>
                <a:ext uri="{FF2B5EF4-FFF2-40B4-BE49-F238E27FC236}">
                  <a16:creationId xmlns:a16="http://schemas.microsoft.com/office/drawing/2014/main" id="{2BE79B7D-AB45-1EC6-041F-E3FD733699FF}"/>
                </a:ext>
              </a:extLst>
            </p:cNvPr>
            <p:cNvGrpSpPr/>
            <p:nvPr/>
          </p:nvGrpSpPr>
          <p:grpSpPr>
            <a:xfrm>
              <a:off x="660400" y="2922652"/>
              <a:ext cx="4962267" cy="1493483"/>
              <a:chOff x="660400" y="2922652"/>
              <a:chExt cx="4962267" cy="1493483"/>
            </a:xfrm>
          </p:grpSpPr>
          <p:sp>
            <p:nvSpPr>
              <p:cNvPr id="11" name="ComponentBackground1">
                <a:extLst>
                  <a:ext uri="{FF2B5EF4-FFF2-40B4-BE49-F238E27FC236}">
                    <a16:creationId xmlns:a16="http://schemas.microsoft.com/office/drawing/2014/main" id="{1D776FF9-4CC3-5D5C-9642-8A1C4773DE01}"/>
                  </a:ext>
                </a:extLst>
              </p:cNvPr>
              <p:cNvSpPr/>
              <p:nvPr/>
            </p:nvSpPr>
            <p:spPr>
              <a:xfrm>
                <a:off x="660400" y="3163661"/>
                <a:ext cx="4962267" cy="1252474"/>
              </a:xfrm>
              <a:prstGeom prst="roundRect">
                <a:avLst>
                  <a:gd name="adj" fmla="val 8242"/>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sym typeface="+mn-lt"/>
                </a:endParaRPr>
              </a:p>
            </p:txBody>
          </p:sp>
          <p:sp>
            <p:nvSpPr>
              <p:cNvPr id="12" name="Bullet1">
                <a:extLst>
                  <a:ext uri="{FF2B5EF4-FFF2-40B4-BE49-F238E27FC236}">
                    <a16:creationId xmlns:a16="http://schemas.microsoft.com/office/drawing/2014/main" id="{A20103F6-AF66-D472-622B-E46359CF757E}"/>
                  </a:ext>
                </a:extLst>
              </p:cNvPr>
              <p:cNvSpPr txBox="1">
                <a:spLocks/>
              </p:cNvSpPr>
              <p:nvPr/>
            </p:nvSpPr>
            <p:spPr>
              <a:xfrm>
                <a:off x="1990974" y="2922652"/>
                <a:ext cx="2301119" cy="516739"/>
              </a:xfrm>
              <a:prstGeom prst="roundRect">
                <a:avLst>
                  <a:gd name="adj" fmla="val 5000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推动团队创新</a:t>
                </a:r>
              </a:p>
            </p:txBody>
          </p:sp>
          <p:sp>
            <p:nvSpPr>
              <p:cNvPr id="13" name="文本框 12">
                <a:extLst>
                  <a:ext uri="{FF2B5EF4-FFF2-40B4-BE49-F238E27FC236}">
                    <a16:creationId xmlns:a16="http://schemas.microsoft.com/office/drawing/2014/main" id="{DB831230-B4D8-958D-6EC4-35E4602FAC79}"/>
                  </a:ext>
                </a:extLst>
              </p:cNvPr>
              <p:cNvSpPr txBox="1"/>
              <p:nvPr/>
            </p:nvSpPr>
            <p:spPr>
              <a:xfrm>
                <a:off x="817239" y="3512380"/>
                <a:ext cx="464858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a:t>
                </a:r>
                <a:endParaRPr lang="en-US" altLang="zh-CN" sz="1400" dirty="0"/>
              </a:p>
              <a:p>
                <a:pPr algn="ctr">
                  <a:lnSpc>
                    <a:spcPct val="120000"/>
                  </a:lnSpc>
                  <a:spcAft>
                    <a:spcPts val="600"/>
                  </a:spcAft>
                </a:pPr>
                <a:r>
                  <a:rPr lang="zh-CN" altLang="en-US" sz="1400" dirty="0"/>
                  <a:t>单击此处添加文本单击此处添加文本单击此处添加文本</a:t>
                </a:r>
                <a:endParaRPr lang="en-US" altLang="zh-CN" sz="1400" dirty="0"/>
              </a:p>
            </p:txBody>
          </p:sp>
        </p:grpSp>
        <p:sp>
          <p:nvSpPr>
            <p:cNvPr id="14" name="ComponentBackground1">
              <a:extLst>
                <a:ext uri="{FF2B5EF4-FFF2-40B4-BE49-F238E27FC236}">
                  <a16:creationId xmlns:a16="http://schemas.microsoft.com/office/drawing/2014/main" id="{DCE86FEF-99AB-4690-9CF4-2E0224B4F6F6}"/>
                </a:ext>
              </a:extLst>
            </p:cNvPr>
            <p:cNvSpPr/>
            <p:nvPr/>
          </p:nvSpPr>
          <p:spPr>
            <a:xfrm>
              <a:off x="6126018" y="3163661"/>
              <a:ext cx="4962267" cy="1252474"/>
            </a:xfrm>
            <a:prstGeom prst="roundRect">
              <a:avLst>
                <a:gd name="adj" fmla="val 8242"/>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lnSpc>
                  <a:spcPct val="120000"/>
                </a:lnSpc>
              </a:pPr>
              <a:endParaRPr lang="zh-CN" altLang="en-US" sz="1200" dirty="0">
                <a:solidFill>
                  <a:schemeClr val="tx1"/>
                </a:solidFill>
                <a:cs typeface="+mn-ea"/>
                <a:sym typeface="+mn-lt"/>
              </a:endParaRPr>
            </a:p>
          </p:txBody>
        </p:sp>
        <p:sp>
          <p:nvSpPr>
            <p:cNvPr id="15" name="Bullet1">
              <a:extLst>
                <a:ext uri="{FF2B5EF4-FFF2-40B4-BE49-F238E27FC236}">
                  <a16:creationId xmlns:a16="http://schemas.microsoft.com/office/drawing/2014/main" id="{C3F6B51C-1585-C2BF-372D-E05597EDB676}"/>
                </a:ext>
              </a:extLst>
            </p:cNvPr>
            <p:cNvSpPr txBox="1">
              <a:spLocks/>
            </p:cNvSpPr>
            <p:nvPr/>
          </p:nvSpPr>
          <p:spPr>
            <a:xfrm>
              <a:off x="7456592" y="2922652"/>
              <a:ext cx="2301119" cy="516739"/>
            </a:xfrm>
            <a:prstGeom prst="roundRect">
              <a:avLst>
                <a:gd name="adj" fmla="val 50000"/>
              </a:avLst>
            </a:prstGeom>
            <a:gradFill flip="none" rotWithShape="1">
              <a:gsLst>
                <a:gs pos="0">
                  <a:schemeClr val="accent1"/>
                </a:gs>
                <a:gs pos="41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en-US"/>
              </a:defPPr>
              <a:lvl1pPr algn="ctr">
                <a:lnSpc>
                  <a:spcPct val="120000"/>
                </a:lnSpc>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mj-ea"/>
                  <a:ea typeface="+mj-ea"/>
                  <a:sym typeface="+mn-lt"/>
                </a:rPr>
                <a:t>承担更多责任</a:t>
              </a:r>
            </a:p>
          </p:txBody>
        </p:sp>
        <p:sp>
          <p:nvSpPr>
            <p:cNvPr id="16" name="文本框 15">
              <a:extLst>
                <a:ext uri="{FF2B5EF4-FFF2-40B4-BE49-F238E27FC236}">
                  <a16:creationId xmlns:a16="http://schemas.microsoft.com/office/drawing/2014/main" id="{95A7ADE3-185B-8970-FF45-87A348506E05}"/>
                </a:ext>
              </a:extLst>
            </p:cNvPr>
            <p:cNvSpPr txBox="1"/>
            <p:nvPr/>
          </p:nvSpPr>
          <p:spPr>
            <a:xfrm>
              <a:off x="6282857" y="3512380"/>
              <a:ext cx="4648588" cy="664028"/>
            </a:xfrm>
            <a:prstGeom prst="rect">
              <a:avLst/>
            </a:prstGeom>
            <a:noFill/>
          </p:spPr>
          <p:txBody>
            <a:bodyPr wrap="square" rtlCol="0">
              <a:spAutoFit/>
            </a:bodyPr>
            <a:lstStyle/>
            <a:p>
              <a:pPr algn="ctr">
                <a:lnSpc>
                  <a:spcPct val="120000"/>
                </a:lnSpc>
                <a:spcAft>
                  <a:spcPts val="600"/>
                </a:spcAft>
              </a:pPr>
              <a:r>
                <a:rPr lang="zh-CN" altLang="en-US" sz="1400" dirty="0"/>
                <a:t>单击此处添加文本单击此处添加文本单击此处添加文本</a:t>
              </a:r>
              <a:endParaRPr lang="en-US" altLang="zh-CN" sz="1400" dirty="0"/>
            </a:p>
            <a:p>
              <a:pPr algn="ctr">
                <a:lnSpc>
                  <a:spcPct val="120000"/>
                </a:lnSpc>
                <a:spcAft>
                  <a:spcPts val="600"/>
                </a:spcAft>
              </a:pPr>
              <a:r>
                <a:rPr lang="zh-CN" altLang="en-US" sz="1400" dirty="0"/>
                <a:t>单击此处添加文本单击此处添加文本单击此处添加文本</a:t>
              </a:r>
              <a:endParaRPr lang="en-US" altLang="zh-CN" sz="1400" dirty="0"/>
            </a:p>
          </p:txBody>
        </p:sp>
        <p:grpSp>
          <p:nvGrpSpPr>
            <p:cNvPr id="36" name="组合 35">
              <a:extLst>
                <a:ext uri="{FF2B5EF4-FFF2-40B4-BE49-F238E27FC236}">
                  <a16:creationId xmlns:a16="http://schemas.microsoft.com/office/drawing/2014/main" id="{589BC0CE-3FE4-42F6-21DB-4CBB0C5AE3EE}"/>
                </a:ext>
              </a:extLst>
            </p:cNvPr>
            <p:cNvGrpSpPr/>
            <p:nvPr/>
          </p:nvGrpSpPr>
          <p:grpSpPr>
            <a:xfrm>
              <a:off x="660400" y="4825814"/>
              <a:ext cx="4648588" cy="1414947"/>
              <a:chOff x="660400" y="4825814"/>
              <a:chExt cx="4648588" cy="1414947"/>
            </a:xfrm>
          </p:grpSpPr>
          <p:sp>
            <p:nvSpPr>
              <p:cNvPr id="26" name="文本框 25">
                <a:extLst>
                  <a:ext uri="{FF2B5EF4-FFF2-40B4-BE49-F238E27FC236}">
                    <a16:creationId xmlns:a16="http://schemas.microsoft.com/office/drawing/2014/main" id="{DB86C693-3829-FC28-A684-78EA2203B5FF}"/>
                  </a:ext>
                </a:extLst>
              </p:cNvPr>
              <p:cNvSpPr txBox="1"/>
              <p:nvPr/>
            </p:nvSpPr>
            <p:spPr>
              <a:xfrm>
                <a:off x="660400" y="5241257"/>
                <a:ext cx="4648588" cy="99950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单击此处添加文本单击此处添加文本单击此处添加文本</a:t>
                </a:r>
              </a:p>
            </p:txBody>
          </p:sp>
          <p:sp>
            <p:nvSpPr>
              <p:cNvPr id="30" name="文本框 29">
                <a:extLst>
                  <a:ext uri="{FF2B5EF4-FFF2-40B4-BE49-F238E27FC236}">
                    <a16:creationId xmlns:a16="http://schemas.microsoft.com/office/drawing/2014/main" id="{59FA89E1-C161-0061-957F-4D64873890C9}"/>
                  </a:ext>
                </a:extLst>
              </p:cNvPr>
              <p:cNvSpPr txBox="1"/>
              <p:nvPr/>
            </p:nvSpPr>
            <p:spPr>
              <a:xfrm>
                <a:off x="660400" y="4825814"/>
                <a:ext cx="2971165" cy="400110"/>
              </a:xfrm>
              <a:prstGeom prst="rect">
                <a:avLst/>
              </a:prstGeom>
              <a:noFill/>
            </p:spPr>
            <p:txBody>
              <a:bodyPr wrap="square">
                <a:spAutoFit/>
              </a:bodyPr>
              <a:lstStyle/>
              <a:p>
                <a:r>
                  <a:rPr lang="zh-CN" altLang="en-US" sz="2000" b="1" dirty="0">
                    <a:solidFill>
                      <a:srgbClr val="F8F8F8"/>
                    </a:solidFill>
                    <a:latin typeface="+mj-ea"/>
                    <a:ea typeface="+mj-ea"/>
                  </a:rPr>
                  <a:t>提升职业技能深度</a:t>
                </a:r>
              </a:p>
            </p:txBody>
          </p:sp>
        </p:grpSp>
        <p:grpSp>
          <p:nvGrpSpPr>
            <p:cNvPr id="37" name="组合 36">
              <a:extLst>
                <a:ext uri="{FF2B5EF4-FFF2-40B4-BE49-F238E27FC236}">
                  <a16:creationId xmlns:a16="http://schemas.microsoft.com/office/drawing/2014/main" id="{7BAFE5CF-8C66-8C50-789E-D447BFF85E37}"/>
                </a:ext>
              </a:extLst>
            </p:cNvPr>
            <p:cNvGrpSpPr/>
            <p:nvPr/>
          </p:nvGrpSpPr>
          <p:grpSpPr>
            <a:xfrm>
              <a:off x="6187440" y="4825814"/>
              <a:ext cx="4648588" cy="1414947"/>
              <a:chOff x="6187440" y="4825814"/>
              <a:chExt cx="4648588" cy="1414947"/>
            </a:xfrm>
          </p:grpSpPr>
          <p:sp>
            <p:nvSpPr>
              <p:cNvPr id="31" name="文本框 30">
                <a:extLst>
                  <a:ext uri="{FF2B5EF4-FFF2-40B4-BE49-F238E27FC236}">
                    <a16:creationId xmlns:a16="http://schemas.microsoft.com/office/drawing/2014/main" id="{D5137AF9-38F3-7F3E-3F67-7AC1518804B0}"/>
                  </a:ext>
                </a:extLst>
              </p:cNvPr>
              <p:cNvSpPr txBox="1"/>
              <p:nvPr/>
            </p:nvSpPr>
            <p:spPr>
              <a:xfrm>
                <a:off x="6187440" y="5241257"/>
                <a:ext cx="4648588" cy="999504"/>
              </a:xfrm>
              <a:prstGeom prst="rect">
                <a:avLst/>
              </a:prstGeom>
              <a:noFill/>
            </p:spPr>
            <p:txBody>
              <a:bodyPr wrap="square" rtlCol="0">
                <a:spAutoFit/>
              </a:bodyPr>
              <a:lstStyle/>
              <a:p>
                <a:pPr>
                  <a:lnSpc>
                    <a:spcPct val="120000"/>
                  </a:lnSpc>
                  <a:spcAft>
                    <a:spcPts val="600"/>
                  </a:spcAft>
                </a:pPr>
                <a:r>
                  <a:rPr lang="zh-CN" altLang="en-US" sz="1400" dirty="0">
                    <a:solidFill>
                      <a:srgbClr val="F8F8F8"/>
                    </a:solidFill>
                  </a:rPr>
                  <a:t>单击此处添加文本单击此处添加文本单击此处添加文本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单击此处添加文本单击此处添加文本单击此处添加文本</a:t>
                </a:r>
                <a:endParaRPr lang="en-US" altLang="zh-CN" sz="1400" dirty="0">
                  <a:solidFill>
                    <a:srgbClr val="F8F8F8"/>
                  </a:solidFill>
                </a:endParaRPr>
              </a:p>
              <a:p>
                <a:pPr>
                  <a:lnSpc>
                    <a:spcPct val="120000"/>
                  </a:lnSpc>
                  <a:spcAft>
                    <a:spcPts val="600"/>
                  </a:spcAft>
                </a:pPr>
                <a:r>
                  <a:rPr lang="zh-CN" altLang="en-US" sz="1400" dirty="0">
                    <a:solidFill>
                      <a:srgbClr val="F8F8F8"/>
                    </a:solidFill>
                  </a:rPr>
                  <a:t>单击此处添加文本单击此处添加文本单击此处添加文本</a:t>
                </a:r>
              </a:p>
            </p:txBody>
          </p:sp>
          <p:sp>
            <p:nvSpPr>
              <p:cNvPr id="32" name="文本框 31">
                <a:extLst>
                  <a:ext uri="{FF2B5EF4-FFF2-40B4-BE49-F238E27FC236}">
                    <a16:creationId xmlns:a16="http://schemas.microsoft.com/office/drawing/2014/main" id="{2C6D1FAF-6FC0-243C-7FF3-AE992231F0A9}"/>
                  </a:ext>
                </a:extLst>
              </p:cNvPr>
              <p:cNvSpPr txBox="1"/>
              <p:nvPr/>
            </p:nvSpPr>
            <p:spPr>
              <a:xfrm>
                <a:off x="6187440" y="4825814"/>
                <a:ext cx="2971165" cy="400110"/>
              </a:xfrm>
              <a:prstGeom prst="rect">
                <a:avLst/>
              </a:prstGeom>
              <a:noFill/>
            </p:spPr>
            <p:txBody>
              <a:bodyPr wrap="square">
                <a:spAutoFit/>
              </a:bodyPr>
              <a:lstStyle/>
              <a:p>
                <a:r>
                  <a:rPr lang="zh-CN" altLang="en-US" sz="2000" b="1" dirty="0">
                    <a:solidFill>
                      <a:srgbClr val="F8F8F8"/>
                    </a:solidFill>
                    <a:latin typeface="+mj-ea"/>
                    <a:ea typeface="+mj-ea"/>
                  </a:rPr>
                  <a:t>增强行业洞察力</a:t>
                </a:r>
              </a:p>
            </p:txBody>
          </p:sp>
        </p:grpSp>
      </p:grpSp>
    </p:spTree>
    <p:extLst>
      <p:ext uri="{BB962C8B-B14F-4D97-AF65-F5344CB8AC3E}">
        <p14:creationId xmlns:p14="http://schemas.microsoft.com/office/powerpoint/2010/main" val="260728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DA56C-A2B2-8425-BF9F-5C99BF8AD52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ADDF852-03A5-86A9-1888-9711F7E64962}"/>
              </a:ext>
            </a:extLst>
          </p:cNvPr>
          <p:cNvSpPr>
            <a:spLocks noGrp="1"/>
          </p:cNvSpPr>
          <p:nvPr>
            <p:ph type="title"/>
          </p:nvPr>
        </p:nvSpPr>
        <p:spPr/>
        <p:txBody>
          <a:bodyPr/>
          <a:lstStyle/>
          <a:p>
            <a:r>
              <a:rPr lang="zh-CN" altLang="en-US" dirty="0"/>
              <a:t>团队协作展望</a:t>
            </a:r>
          </a:p>
        </p:txBody>
      </p:sp>
      <p:grpSp>
        <p:nvGrpSpPr>
          <p:cNvPr id="23" name="组合 22">
            <a:extLst>
              <a:ext uri="{FF2B5EF4-FFF2-40B4-BE49-F238E27FC236}">
                <a16:creationId xmlns:a16="http://schemas.microsoft.com/office/drawing/2014/main" id="{8FD17E2A-E8B3-BB4A-8C8C-DB0E4B9F62DD}"/>
              </a:ext>
            </a:extLst>
          </p:cNvPr>
          <p:cNvGrpSpPr/>
          <p:nvPr/>
        </p:nvGrpSpPr>
        <p:grpSpPr>
          <a:xfrm>
            <a:off x="660400" y="0"/>
            <a:ext cx="11531600" cy="6858000"/>
            <a:chOff x="660400" y="0"/>
            <a:chExt cx="11531600" cy="6858000"/>
          </a:xfrm>
        </p:grpSpPr>
        <p:sp>
          <p:nvSpPr>
            <p:cNvPr id="22" name="任意多边形: 形状 21">
              <a:extLst>
                <a:ext uri="{FF2B5EF4-FFF2-40B4-BE49-F238E27FC236}">
                  <a16:creationId xmlns:a16="http://schemas.microsoft.com/office/drawing/2014/main" id="{E0BEB20A-8A7C-DDD5-613F-0D2FFDCD46CA}"/>
                </a:ext>
              </a:extLst>
            </p:cNvPr>
            <p:cNvSpPr/>
            <p:nvPr/>
          </p:nvSpPr>
          <p:spPr>
            <a:xfrm>
              <a:off x="4653029" y="0"/>
              <a:ext cx="7538971" cy="6858000"/>
            </a:xfrm>
            <a:custGeom>
              <a:avLst/>
              <a:gdLst>
                <a:gd name="connsiteX0" fmla="*/ 4701028 w 7538971"/>
                <a:gd name="connsiteY0" fmla="*/ 0 h 6858000"/>
                <a:gd name="connsiteX1" fmla="*/ 7538971 w 7538971"/>
                <a:gd name="connsiteY1" fmla="*/ 0 h 6858000"/>
                <a:gd name="connsiteX2" fmla="*/ 7538971 w 7538971"/>
                <a:gd name="connsiteY2" fmla="*/ 6858000 h 6858000"/>
                <a:gd name="connsiteX3" fmla="*/ 0 w 7538971"/>
                <a:gd name="connsiteY3" fmla="*/ 6858000 h 6858000"/>
                <a:gd name="connsiteX4" fmla="*/ 388220 w 7538971"/>
                <a:gd name="connsiteY4" fmla="*/ 6759782 h 6858000"/>
                <a:gd name="connsiteX5" fmla="*/ 4760438 w 7538971"/>
                <a:gd name="connsiteY5" fmla="*/ 36521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38971" h="6858000">
                  <a:moveTo>
                    <a:pt x="4701028" y="0"/>
                  </a:moveTo>
                  <a:lnTo>
                    <a:pt x="7538971" y="0"/>
                  </a:lnTo>
                  <a:lnTo>
                    <a:pt x="7538971" y="6858000"/>
                  </a:lnTo>
                  <a:lnTo>
                    <a:pt x="0" y="6858000"/>
                  </a:lnTo>
                  <a:lnTo>
                    <a:pt x="388220" y="6759782"/>
                  </a:lnTo>
                  <a:cubicBezTo>
                    <a:pt x="4181517" y="5755245"/>
                    <a:pt x="5317301" y="4065617"/>
                    <a:pt x="4760438" y="365219"/>
                  </a:cubicBezTo>
                  <a:close/>
                </a:path>
              </a:pathLst>
            </a:custGeom>
            <a:solidFill>
              <a:schemeClr val="accent1">
                <a:lumMod val="40000"/>
                <a:lumOff val="6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7129D340-1BF4-5491-C96C-9CDFB7143FD1}"/>
                </a:ext>
              </a:extLst>
            </p:cNvPr>
            <p:cNvPicPr>
              <a:picLocks noChangeAspect="1"/>
            </p:cNvPicPr>
            <p:nvPr/>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rcRect l="5049" r="25099"/>
            <a:stretch>
              <a:fillRect/>
            </a:stretch>
          </p:blipFill>
          <p:spPr>
            <a:xfrm flipH="1">
              <a:off x="4986634" y="0"/>
              <a:ext cx="7205366" cy="6858000"/>
            </a:xfrm>
            <a:custGeom>
              <a:avLst/>
              <a:gdLst>
                <a:gd name="connsiteX0" fmla="*/ 2593413 w 7205366"/>
                <a:gd name="connsiteY0" fmla="*/ 0 h 6858000"/>
                <a:gd name="connsiteX1" fmla="*/ 0 w 7205366"/>
                <a:gd name="connsiteY1" fmla="*/ 0 h 6858000"/>
                <a:gd name="connsiteX2" fmla="*/ 0 w 7205366"/>
                <a:gd name="connsiteY2" fmla="*/ 6858000 h 6858000"/>
                <a:gd name="connsiteX3" fmla="*/ 7205366 w 7205366"/>
                <a:gd name="connsiteY3" fmla="*/ 6858000 h 6858000"/>
                <a:gd name="connsiteX4" fmla="*/ 2556307 w 7205366"/>
                <a:gd name="connsiteY4" fmla="*/ 328557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5366" h="6858000">
                  <a:moveTo>
                    <a:pt x="2593413" y="0"/>
                  </a:moveTo>
                  <a:lnTo>
                    <a:pt x="0" y="0"/>
                  </a:lnTo>
                  <a:lnTo>
                    <a:pt x="0" y="6858000"/>
                  </a:lnTo>
                  <a:lnTo>
                    <a:pt x="7205366" y="6858000"/>
                  </a:lnTo>
                  <a:cubicBezTo>
                    <a:pt x="3306990" y="5865652"/>
                    <a:pt x="2167704" y="4134649"/>
                    <a:pt x="2556307" y="328557"/>
                  </a:cubicBezTo>
                  <a:close/>
                </a:path>
              </a:pathLst>
            </a:custGeom>
          </p:spPr>
        </p:pic>
        <p:grpSp>
          <p:nvGrpSpPr>
            <p:cNvPr id="5" name="组合 4">
              <a:extLst>
                <a:ext uri="{FF2B5EF4-FFF2-40B4-BE49-F238E27FC236}">
                  <a16:creationId xmlns:a16="http://schemas.microsoft.com/office/drawing/2014/main" id="{A6A04D47-5E41-B247-4ADF-A39BE453A4E3}"/>
                </a:ext>
              </a:extLst>
            </p:cNvPr>
            <p:cNvGrpSpPr/>
            <p:nvPr/>
          </p:nvGrpSpPr>
          <p:grpSpPr>
            <a:xfrm>
              <a:off x="660400" y="1226547"/>
              <a:ext cx="4050496" cy="1508110"/>
              <a:chOff x="660400" y="1226547"/>
              <a:chExt cx="4050496" cy="1508110"/>
            </a:xfrm>
          </p:grpSpPr>
          <p:sp>
            <p:nvSpPr>
              <p:cNvPr id="12" name="Text3">
                <a:extLst>
                  <a:ext uri="{FF2B5EF4-FFF2-40B4-BE49-F238E27FC236}">
                    <a16:creationId xmlns:a16="http://schemas.microsoft.com/office/drawing/2014/main" id="{3037BB94-860D-8EC8-2D36-3B7D81948073}"/>
                  </a:ext>
                </a:extLst>
              </p:cNvPr>
              <p:cNvSpPr txBox="1"/>
              <p:nvPr/>
            </p:nvSpPr>
            <p:spPr>
              <a:xfrm flipH="1">
                <a:off x="901356" y="1467507"/>
                <a:ext cx="3809540" cy="1267150"/>
              </a:xfrm>
              <a:prstGeom prst="roundRect">
                <a:avLst>
                  <a:gd name="adj" fmla="val 767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sym typeface="Arial" panose="020B0604020202020204" pitchFamily="34" charset="0"/>
                </a:endParaRPr>
              </a:p>
            </p:txBody>
          </p:sp>
          <p:sp>
            <p:nvSpPr>
              <p:cNvPr id="14" name="ïŝlíḑé">
                <a:extLst>
                  <a:ext uri="{FF2B5EF4-FFF2-40B4-BE49-F238E27FC236}">
                    <a16:creationId xmlns:a16="http://schemas.microsoft.com/office/drawing/2014/main" id="{800A8420-7F1F-9199-B930-3B42EE511018}"/>
                  </a:ext>
                </a:extLst>
              </p:cNvPr>
              <p:cNvSpPr/>
              <p:nvPr/>
            </p:nvSpPr>
            <p:spPr>
              <a:xfrm>
                <a:off x="660400" y="1226547"/>
                <a:ext cx="668714" cy="668712"/>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8F8F8"/>
                  </a:solidFill>
                  <a:sym typeface="Arial" panose="020B0604020202020204" pitchFamily="34" charset="0"/>
                </a:endParaRPr>
              </a:p>
            </p:txBody>
          </p:sp>
          <p:sp>
            <p:nvSpPr>
              <p:cNvPr id="25" name="文本框 24">
                <a:extLst>
                  <a:ext uri="{FF2B5EF4-FFF2-40B4-BE49-F238E27FC236}">
                    <a16:creationId xmlns:a16="http://schemas.microsoft.com/office/drawing/2014/main" id="{DCD96430-A309-4AC4-0CC8-6E32CB52194D}"/>
                  </a:ext>
                </a:extLst>
              </p:cNvPr>
              <p:cNvSpPr txBox="1"/>
              <p:nvPr/>
            </p:nvSpPr>
            <p:spPr>
              <a:xfrm>
                <a:off x="1302676" y="1953343"/>
                <a:ext cx="3218524"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26" name="文本框 25">
                <a:extLst>
                  <a:ext uri="{FF2B5EF4-FFF2-40B4-BE49-F238E27FC236}">
                    <a16:creationId xmlns:a16="http://schemas.microsoft.com/office/drawing/2014/main" id="{2CE32948-1DDA-CED5-B430-8762DC943964}"/>
                  </a:ext>
                </a:extLst>
              </p:cNvPr>
              <p:cNvSpPr txBox="1"/>
              <p:nvPr/>
            </p:nvSpPr>
            <p:spPr>
              <a:xfrm>
                <a:off x="1302676" y="1613265"/>
                <a:ext cx="2878155"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加强协作能力</a:t>
                </a:r>
              </a:p>
            </p:txBody>
          </p:sp>
          <p:sp>
            <p:nvSpPr>
              <p:cNvPr id="77" name="planet_268881">
                <a:extLst>
                  <a:ext uri="{FF2B5EF4-FFF2-40B4-BE49-F238E27FC236}">
                    <a16:creationId xmlns:a16="http://schemas.microsoft.com/office/drawing/2014/main" id="{2518B691-6F51-2AC0-FA2E-F781E7B9684C}"/>
                  </a:ext>
                </a:extLst>
              </p:cNvPr>
              <p:cNvSpPr/>
              <p:nvPr/>
            </p:nvSpPr>
            <p:spPr>
              <a:xfrm>
                <a:off x="833545" y="1399918"/>
                <a:ext cx="322424" cy="321970"/>
              </a:xfrm>
              <a:custGeom>
                <a:avLst/>
                <a:gdLst>
                  <a:gd name="connsiteX0" fmla="*/ 69297 w 607578"/>
                  <a:gd name="connsiteY0" fmla="*/ 526277 h 606722"/>
                  <a:gd name="connsiteX1" fmla="*/ 102816 w 607578"/>
                  <a:gd name="connsiteY1" fmla="*/ 559761 h 606722"/>
                  <a:gd name="connsiteX2" fmla="*/ 69297 w 607578"/>
                  <a:gd name="connsiteY2" fmla="*/ 593245 h 606722"/>
                  <a:gd name="connsiteX3" fmla="*/ 35778 w 607578"/>
                  <a:gd name="connsiteY3" fmla="*/ 559761 h 606722"/>
                  <a:gd name="connsiteX4" fmla="*/ 69297 w 607578"/>
                  <a:gd name="connsiteY4" fmla="*/ 526277 h 606722"/>
                  <a:gd name="connsiteX5" fmla="*/ 512945 w 607578"/>
                  <a:gd name="connsiteY5" fmla="*/ 367926 h 606722"/>
                  <a:gd name="connsiteX6" fmla="*/ 445925 w 607578"/>
                  <a:gd name="connsiteY6" fmla="*/ 445243 h 606722"/>
                  <a:gd name="connsiteX7" fmla="*/ 368491 w 607578"/>
                  <a:gd name="connsiteY7" fmla="*/ 512163 h 606722"/>
                  <a:gd name="connsiteX8" fmla="*/ 474851 w 607578"/>
                  <a:gd name="connsiteY8" fmla="*/ 539802 h 606722"/>
                  <a:gd name="connsiteX9" fmla="*/ 524871 w 607578"/>
                  <a:gd name="connsiteY9" fmla="*/ 524072 h 606722"/>
                  <a:gd name="connsiteX10" fmla="*/ 530123 w 607578"/>
                  <a:gd name="connsiteY10" fmla="*/ 412183 h 606722"/>
                  <a:gd name="connsiteX11" fmla="*/ 512945 w 607578"/>
                  <a:gd name="connsiteY11" fmla="*/ 367926 h 606722"/>
                  <a:gd name="connsiteX12" fmla="*/ 303821 w 607578"/>
                  <a:gd name="connsiteY12" fmla="*/ 214166 h 606722"/>
                  <a:gd name="connsiteX13" fmla="*/ 393122 w 607578"/>
                  <a:gd name="connsiteY13" fmla="*/ 303361 h 606722"/>
                  <a:gd name="connsiteX14" fmla="*/ 303821 w 607578"/>
                  <a:gd name="connsiteY14" fmla="*/ 392556 h 606722"/>
                  <a:gd name="connsiteX15" fmla="*/ 214520 w 607578"/>
                  <a:gd name="connsiteY15" fmla="*/ 303361 h 606722"/>
                  <a:gd name="connsiteX16" fmla="*/ 303821 w 607578"/>
                  <a:gd name="connsiteY16" fmla="*/ 214166 h 606722"/>
                  <a:gd name="connsiteX17" fmla="*/ 303785 w 607578"/>
                  <a:gd name="connsiteY17" fmla="*/ 130907 h 606722"/>
                  <a:gd name="connsiteX18" fmla="*/ 209085 w 607578"/>
                  <a:gd name="connsiteY18" fmla="*/ 208758 h 606722"/>
                  <a:gd name="connsiteX19" fmla="*/ 131206 w 607578"/>
                  <a:gd name="connsiteY19" fmla="*/ 303316 h 606722"/>
                  <a:gd name="connsiteX20" fmla="*/ 209085 w 607578"/>
                  <a:gd name="connsiteY20" fmla="*/ 397964 h 606722"/>
                  <a:gd name="connsiteX21" fmla="*/ 303785 w 607578"/>
                  <a:gd name="connsiteY21" fmla="*/ 475815 h 606722"/>
                  <a:gd name="connsiteX22" fmla="*/ 398574 w 607578"/>
                  <a:gd name="connsiteY22" fmla="*/ 397964 h 606722"/>
                  <a:gd name="connsiteX23" fmla="*/ 476453 w 607578"/>
                  <a:gd name="connsiteY23" fmla="*/ 303316 h 606722"/>
                  <a:gd name="connsiteX24" fmla="*/ 398574 w 607578"/>
                  <a:gd name="connsiteY24" fmla="*/ 208758 h 606722"/>
                  <a:gd name="connsiteX25" fmla="*/ 303785 w 607578"/>
                  <a:gd name="connsiteY25" fmla="*/ 130907 h 606722"/>
                  <a:gd name="connsiteX26" fmla="*/ 132808 w 607578"/>
                  <a:gd name="connsiteY26" fmla="*/ 66920 h 606722"/>
                  <a:gd name="connsiteX27" fmla="*/ 82788 w 607578"/>
                  <a:gd name="connsiteY27" fmla="*/ 82650 h 606722"/>
                  <a:gd name="connsiteX28" fmla="*/ 77537 w 607578"/>
                  <a:gd name="connsiteY28" fmla="*/ 194449 h 606722"/>
                  <a:gd name="connsiteX29" fmla="*/ 94714 w 607578"/>
                  <a:gd name="connsiteY29" fmla="*/ 238707 h 606722"/>
                  <a:gd name="connsiteX30" fmla="*/ 161734 w 607578"/>
                  <a:gd name="connsiteY30" fmla="*/ 161478 h 606722"/>
                  <a:gd name="connsiteX31" fmla="*/ 239168 w 607578"/>
                  <a:gd name="connsiteY31" fmla="*/ 94558 h 606722"/>
                  <a:gd name="connsiteX32" fmla="*/ 132808 w 607578"/>
                  <a:gd name="connsiteY32" fmla="*/ 66920 h 606722"/>
                  <a:gd name="connsiteX33" fmla="*/ 560573 w 607578"/>
                  <a:gd name="connsiteY33" fmla="*/ 35706 h 606722"/>
                  <a:gd name="connsiteX34" fmla="*/ 594092 w 607578"/>
                  <a:gd name="connsiteY34" fmla="*/ 69190 h 606722"/>
                  <a:gd name="connsiteX35" fmla="*/ 560573 w 607578"/>
                  <a:gd name="connsiteY35" fmla="*/ 102674 h 606722"/>
                  <a:gd name="connsiteX36" fmla="*/ 527054 w 607578"/>
                  <a:gd name="connsiteY36" fmla="*/ 69190 h 606722"/>
                  <a:gd name="connsiteX37" fmla="*/ 560573 w 607578"/>
                  <a:gd name="connsiteY37" fmla="*/ 35706 h 606722"/>
                  <a:gd name="connsiteX38" fmla="*/ 132808 w 607578"/>
                  <a:gd name="connsiteY38" fmla="*/ 0 h 606722"/>
                  <a:gd name="connsiteX39" fmla="*/ 303785 w 607578"/>
                  <a:gd name="connsiteY39" fmla="*/ 52522 h 606722"/>
                  <a:gd name="connsiteX40" fmla="*/ 474851 w 607578"/>
                  <a:gd name="connsiteY40" fmla="*/ 0 h 606722"/>
                  <a:gd name="connsiteX41" fmla="*/ 487579 w 607578"/>
                  <a:gd name="connsiteY41" fmla="*/ 444 h 606722"/>
                  <a:gd name="connsiteX42" fmla="*/ 460165 w 607578"/>
                  <a:gd name="connsiteY42" fmla="*/ 67631 h 606722"/>
                  <a:gd name="connsiteX43" fmla="*/ 368491 w 607578"/>
                  <a:gd name="connsiteY43" fmla="*/ 94558 h 606722"/>
                  <a:gd name="connsiteX44" fmla="*/ 445925 w 607578"/>
                  <a:gd name="connsiteY44" fmla="*/ 161478 h 606722"/>
                  <a:gd name="connsiteX45" fmla="*/ 512945 w 607578"/>
                  <a:gd name="connsiteY45" fmla="*/ 238707 h 606722"/>
                  <a:gd name="connsiteX46" fmla="*/ 530123 w 607578"/>
                  <a:gd name="connsiteY46" fmla="*/ 194449 h 606722"/>
                  <a:gd name="connsiteX47" fmla="*/ 537065 w 607578"/>
                  <a:gd name="connsiteY47" fmla="*/ 166722 h 606722"/>
                  <a:gd name="connsiteX48" fmla="*/ 560651 w 607578"/>
                  <a:gd name="connsiteY48" fmla="*/ 169566 h 606722"/>
                  <a:gd name="connsiteX49" fmla="*/ 606043 w 607578"/>
                  <a:gd name="connsiteY49" fmla="*/ 158634 h 606722"/>
                  <a:gd name="connsiteX50" fmla="*/ 555044 w 607578"/>
                  <a:gd name="connsiteY50" fmla="*/ 303316 h 606722"/>
                  <a:gd name="connsiteX51" fmla="*/ 572222 w 607578"/>
                  <a:gd name="connsiteY51" fmla="*/ 571352 h 606722"/>
                  <a:gd name="connsiteX52" fmla="*/ 474851 w 607578"/>
                  <a:gd name="connsiteY52" fmla="*/ 606722 h 606722"/>
                  <a:gd name="connsiteX53" fmla="*/ 303785 w 607578"/>
                  <a:gd name="connsiteY53" fmla="*/ 554199 h 606722"/>
                  <a:gd name="connsiteX54" fmla="*/ 158886 w 607578"/>
                  <a:gd name="connsiteY54" fmla="*/ 605123 h 606722"/>
                  <a:gd name="connsiteX55" fmla="*/ 169834 w 607578"/>
                  <a:gd name="connsiteY55" fmla="*/ 559798 h 606722"/>
                  <a:gd name="connsiteX56" fmla="*/ 166986 w 607578"/>
                  <a:gd name="connsiteY56" fmla="*/ 536248 h 606722"/>
                  <a:gd name="connsiteX57" fmla="*/ 239168 w 607578"/>
                  <a:gd name="connsiteY57" fmla="*/ 512163 h 606722"/>
                  <a:gd name="connsiteX58" fmla="*/ 161734 w 607578"/>
                  <a:gd name="connsiteY58" fmla="*/ 445243 h 606722"/>
                  <a:gd name="connsiteX59" fmla="*/ 94714 w 607578"/>
                  <a:gd name="connsiteY59" fmla="*/ 367926 h 606722"/>
                  <a:gd name="connsiteX60" fmla="*/ 77537 w 607578"/>
                  <a:gd name="connsiteY60" fmla="*/ 412183 h 606722"/>
                  <a:gd name="connsiteX61" fmla="*/ 67746 w 607578"/>
                  <a:gd name="connsiteY61" fmla="*/ 459463 h 606722"/>
                  <a:gd name="connsiteX62" fmla="*/ 459 w 607578"/>
                  <a:gd name="connsiteY62" fmla="*/ 486835 h 606722"/>
                  <a:gd name="connsiteX63" fmla="*/ 52615 w 607578"/>
                  <a:gd name="connsiteY63" fmla="*/ 303316 h 606722"/>
                  <a:gd name="connsiteX64" fmla="*/ 35348 w 607578"/>
                  <a:gd name="connsiteY64" fmla="*/ 35282 h 606722"/>
                  <a:gd name="connsiteX65" fmla="*/ 132808 w 607578"/>
                  <a:gd name="connsiteY6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7578" h="606722">
                    <a:moveTo>
                      <a:pt x="69297" y="526277"/>
                    </a:moveTo>
                    <a:cubicBezTo>
                      <a:pt x="87809" y="526277"/>
                      <a:pt x="102816" y="541268"/>
                      <a:pt x="102816" y="559761"/>
                    </a:cubicBezTo>
                    <a:cubicBezTo>
                      <a:pt x="102816" y="578254"/>
                      <a:pt x="87809" y="593245"/>
                      <a:pt x="69297" y="593245"/>
                    </a:cubicBezTo>
                    <a:cubicBezTo>
                      <a:pt x="50785" y="593245"/>
                      <a:pt x="35778" y="578254"/>
                      <a:pt x="35778" y="559761"/>
                    </a:cubicBezTo>
                    <a:cubicBezTo>
                      <a:pt x="35778" y="541268"/>
                      <a:pt x="50785" y="526277"/>
                      <a:pt x="69297" y="526277"/>
                    </a:cubicBezTo>
                    <a:close/>
                    <a:moveTo>
                      <a:pt x="512945" y="367926"/>
                    </a:moveTo>
                    <a:cubicBezTo>
                      <a:pt x="493364" y="394231"/>
                      <a:pt x="470935" y="420271"/>
                      <a:pt x="445925" y="445243"/>
                    </a:cubicBezTo>
                    <a:cubicBezTo>
                      <a:pt x="420915" y="470216"/>
                      <a:pt x="394836" y="492611"/>
                      <a:pt x="368491" y="512163"/>
                    </a:cubicBezTo>
                    <a:cubicBezTo>
                      <a:pt x="407386" y="530027"/>
                      <a:pt x="444679" y="539802"/>
                      <a:pt x="474851" y="539802"/>
                    </a:cubicBezTo>
                    <a:cubicBezTo>
                      <a:pt x="497636" y="539802"/>
                      <a:pt x="514458" y="534470"/>
                      <a:pt x="524871" y="524072"/>
                    </a:cubicBezTo>
                    <a:cubicBezTo>
                      <a:pt x="543918" y="505142"/>
                      <a:pt x="545876" y="463284"/>
                      <a:pt x="530123" y="412183"/>
                    </a:cubicBezTo>
                    <a:cubicBezTo>
                      <a:pt x="525672" y="397786"/>
                      <a:pt x="519887" y="382945"/>
                      <a:pt x="512945" y="367926"/>
                    </a:cubicBezTo>
                    <a:close/>
                    <a:moveTo>
                      <a:pt x="303821" y="214166"/>
                    </a:moveTo>
                    <a:cubicBezTo>
                      <a:pt x="353141" y="214166"/>
                      <a:pt x="393122" y="254100"/>
                      <a:pt x="393122" y="303361"/>
                    </a:cubicBezTo>
                    <a:cubicBezTo>
                      <a:pt x="393122" y="352622"/>
                      <a:pt x="353141" y="392556"/>
                      <a:pt x="303821" y="392556"/>
                    </a:cubicBezTo>
                    <a:cubicBezTo>
                      <a:pt x="254501" y="392556"/>
                      <a:pt x="214520" y="352622"/>
                      <a:pt x="214520" y="303361"/>
                    </a:cubicBezTo>
                    <a:cubicBezTo>
                      <a:pt x="214520" y="254100"/>
                      <a:pt x="254501" y="214166"/>
                      <a:pt x="303821" y="214166"/>
                    </a:cubicBezTo>
                    <a:close/>
                    <a:moveTo>
                      <a:pt x="303785" y="130907"/>
                    </a:moveTo>
                    <a:cubicBezTo>
                      <a:pt x="271032" y="152591"/>
                      <a:pt x="238901" y="178986"/>
                      <a:pt x="209085" y="208758"/>
                    </a:cubicBezTo>
                    <a:cubicBezTo>
                      <a:pt x="179268" y="238441"/>
                      <a:pt x="152923" y="270701"/>
                      <a:pt x="131206" y="303316"/>
                    </a:cubicBezTo>
                    <a:cubicBezTo>
                      <a:pt x="152923" y="336021"/>
                      <a:pt x="179268" y="368192"/>
                      <a:pt x="209085" y="397964"/>
                    </a:cubicBezTo>
                    <a:cubicBezTo>
                      <a:pt x="238901" y="427736"/>
                      <a:pt x="271032" y="454041"/>
                      <a:pt x="303785" y="475815"/>
                    </a:cubicBezTo>
                    <a:cubicBezTo>
                      <a:pt x="336628" y="454041"/>
                      <a:pt x="368758" y="427736"/>
                      <a:pt x="398574" y="397964"/>
                    </a:cubicBezTo>
                    <a:cubicBezTo>
                      <a:pt x="428302" y="368192"/>
                      <a:pt x="454736" y="336021"/>
                      <a:pt x="476453" y="303316"/>
                    </a:cubicBezTo>
                    <a:cubicBezTo>
                      <a:pt x="454736" y="270701"/>
                      <a:pt x="428302" y="238441"/>
                      <a:pt x="398574" y="208758"/>
                    </a:cubicBezTo>
                    <a:cubicBezTo>
                      <a:pt x="368758" y="178986"/>
                      <a:pt x="336628" y="152591"/>
                      <a:pt x="303785" y="130907"/>
                    </a:cubicBezTo>
                    <a:close/>
                    <a:moveTo>
                      <a:pt x="132808" y="66920"/>
                    </a:moveTo>
                    <a:cubicBezTo>
                      <a:pt x="110023" y="66920"/>
                      <a:pt x="93201" y="72163"/>
                      <a:pt x="82788" y="82650"/>
                    </a:cubicBezTo>
                    <a:cubicBezTo>
                      <a:pt x="63741" y="101579"/>
                      <a:pt x="61783" y="143437"/>
                      <a:pt x="77537" y="194449"/>
                    </a:cubicBezTo>
                    <a:cubicBezTo>
                      <a:pt x="81987" y="208935"/>
                      <a:pt x="87772" y="223777"/>
                      <a:pt x="94714" y="238707"/>
                    </a:cubicBezTo>
                    <a:cubicBezTo>
                      <a:pt x="114295" y="212401"/>
                      <a:pt x="136724" y="186451"/>
                      <a:pt x="161734" y="161478"/>
                    </a:cubicBezTo>
                    <a:cubicBezTo>
                      <a:pt x="186745" y="136417"/>
                      <a:pt x="212734" y="114110"/>
                      <a:pt x="239168" y="94558"/>
                    </a:cubicBezTo>
                    <a:cubicBezTo>
                      <a:pt x="200184" y="76695"/>
                      <a:pt x="162892" y="66920"/>
                      <a:pt x="132808" y="66920"/>
                    </a:cubicBezTo>
                    <a:close/>
                    <a:moveTo>
                      <a:pt x="560573" y="35706"/>
                    </a:moveTo>
                    <a:cubicBezTo>
                      <a:pt x="579085" y="35706"/>
                      <a:pt x="594092" y="50697"/>
                      <a:pt x="594092" y="69190"/>
                    </a:cubicBezTo>
                    <a:cubicBezTo>
                      <a:pt x="594092" y="87683"/>
                      <a:pt x="579085" y="102674"/>
                      <a:pt x="560573" y="102674"/>
                    </a:cubicBezTo>
                    <a:cubicBezTo>
                      <a:pt x="542061" y="102674"/>
                      <a:pt x="527054" y="87683"/>
                      <a:pt x="527054" y="69190"/>
                    </a:cubicBezTo>
                    <a:cubicBezTo>
                      <a:pt x="527054" y="50697"/>
                      <a:pt x="542061" y="35706"/>
                      <a:pt x="560573" y="35706"/>
                    </a:cubicBezTo>
                    <a:close/>
                    <a:moveTo>
                      <a:pt x="132808" y="0"/>
                    </a:moveTo>
                    <a:cubicBezTo>
                      <a:pt x="183184" y="0"/>
                      <a:pt x="242906" y="18307"/>
                      <a:pt x="303785" y="52522"/>
                    </a:cubicBezTo>
                    <a:cubicBezTo>
                      <a:pt x="364753" y="18307"/>
                      <a:pt x="424475" y="0"/>
                      <a:pt x="474851" y="0"/>
                    </a:cubicBezTo>
                    <a:cubicBezTo>
                      <a:pt x="479123" y="0"/>
                      <a:pt x="483395" y="177"/>
                      <a:pt x="487579" y="444"/>
                    </a:cubicBezTo>
                    <a:cubicBezTo>
                      <a:pt x="470935" y="18041"/>
                      <a:pt x="460610" y="41680"/>
                      <a:pt x="460165" y="67631"/>
                    </a:cubicBezTo>
                    <a:cubicBezTo>
                      <a:pt x="433019" y="70208"/>
                      <a:pt x="401334" y="79450"/>
                      <a:pt x="368491" y="94558"/>
                    </a:cubicBezTo>
                    <a:cubicBezTo>
                      <a:pt x="394836" y="114110"/>
                      <a:pt x="420915" y="136417"/>
                      <a:pt x="445925" y="161478"/>
                    </a:cubicBezTo>
                    <a:cubicBezTo>
                      <a:pt x="470935" y="186451"/>
                      <a:pt x="493364" y="212401"/>
                      <a:pt x="512945" y="238707"/>
                    </a:cubicBezTo>
                    <a:cubicBezTo>
                      <a:pt x="519887" y="223777"/>
                      <a:pt x="525672" y="208935"/>
                      <a:pt x="530123" y="194449"/>
                    </a:cubicBezTo>
                    <a:cubicBezTo>
                      <a:pt x="533060" y="184851"/>
                      <a:pt x="535374" y="175609"/>
                      <a:pt x="537065" y="166722"/>
                    </a:cubicBezTo>
                    <a:cubicBezTo>
                      <a:pt x="544630" y="168588"/>
                      <a:pt x="552552" y="169566"/>
                      <a:pt x="560651" y="169566"/>
                    </a:cubicBezTo>
                    <a:cubicBezTo>
                      <a:pt x="576939" y="169566"/>
                      <a:pt x="592426" y="165655"/>
                      <a:pt x="606043" y="158634"/>
                    </a:cubicBezTo>
                    <a:cubicBezTo>
                      <a:pt x="600970" y="202981"/>
                      <a:pt x="583525" y="252749"/>
                      <a:pt x="555044" y="303316"/>
                    </a:cubicBezTo>
                    <a:cubicBezTo>
                      <a:pt x="616101" y="412006"/>
                      <a:pt x="626692" y="516962"/>
                      <a:pt x="572222" y="571352"/>
                    </a:cubicBezTo>
                    <a:cubicBezTo>
                      <a:pt x="548279" y="595347"/>
                      <a:pt x="514458" y="606722"/>
                      <a:pt x="474851" y="606722"/>
                    </a:cubicBezTo>
                    <a:cubicBezTo>
                      <a:pt x="424475" y="606722"/>
                      <a:pt x="364664" y="588326"/>
                      <a:pt x="303785" y="554199"/>
                    </a:cubicBezTo>
                    <a:cubicBezTo>
                      <a:pt x="253142" y="582638"/>
                      <a:pt x="203299" y="600057"/>
                      <a:pt x="158886" y="605123"/>
                    </a:cubicBezTo>
                    <a:cubicBezTo>
                      <a:pt x="165918" y="591525"/>
                      <a:pt x="169834" y="576062"/>
                      <a:pt x="169834" y="559798"/>
                    </a:cubicBezTo>
                    <a:cubicBezTo>
                      <a:pt x="169834" y="551711"/>
                      <a:pt x="168855" y="543802"/>
                      <a:pt x="166986" y="536248"/>
                    </a:cubicBezTo>
                    <a:cubicBezTo>
                      <a:pt x="189326" y="531893"/>
                      <a:pt x="213891" y="523716"/>
                      <a:pt x="239168" y="512163"/>
                    </a:cubicBezTo>
                    <a:cubicBezTo>
                      <a:pt x="212734" y="492611"/>
                      <a:pt x="186745" y="470216"/>
                      <a:pt x="161734" y="445243"/>
                    </a:cubicBezTo>
                    <a:cubicBezTo>
                      <a:pt x="136724" y="420271"/>
                      <a:pt x="114295" y="394231"/>
                      <a:pt x="94714" y="367926"/>
                    </a:cubicBezTo>
                    <a:cubicBezTo>
                      <a:pt x="87772" y="382945"/>
                      <a:pt x="81987" y="397786"/>
                      <a:pt x="77537" y="412183"/>
                    </a:cubicBezTo>
                    <a:cubicBezTo>
                      <a:pt x="72285" y="429158"/>
                      <a:pt x="69081" y="445066"/>
                      <a:pt x="67746" y="459463"/>
                    </a:cubicBezTo>
                    <a:cubicBezTo>
                      <a:pt x="41668" y="459907"/>
                      <a:pt x="18082" y="470216"/>
                      <a:pt x="459" y="486835"/>
                    </a:cubicBezTo>
                    <a:cubicBezTo>
                      <a:pt x="-3012" y="434046"/>
                      <a:pt x="15501" y="369347"/>
                      <a:pt x="52615" y="303316"/>
                    </a:cubicBezTo>
                    <a:cubicBezTo>
                      <a:pt x="-8531" y="194716"/>
                      <a:pt x="-19122" y="89671"/>
                      <a:pt x="35348" y="35282"/>
                    </a:cubicBezTo>
                    <a:cubicBezTo>
                      <a:pt x="59380" y="11375"/>
                      <a:pt x="93201" y="0"/>
                      <a:pt x="132808" y="0"/>
                    </a:cubicBezTo>
                    <a:close/>
                  </a:path>
                </a:pathLst>
              </a:cu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组合 3">
              <a:extLst>
                <a:ext uri="{FF2B5EF4-FFF2-40B4-BE49-F238E27FC236}">
                  <a16:creationId xmlns:a16="http://schemas.microsoft.com/office/drawing/2014/main" id="{56BC27F8-E7C4-5442-73B1-3E95BD49AD40}"/>
                </a:ext>
              </a:extLst>
            </p:cNvPr>
            <p:cNvGrpSpPr/>
            <p:nvPr/>
          </p:nvGrpSpPr>
          <p:grpSpPr>
            <a:xfrm>
              <a:off x="660400" y="2952939"/>
              <a:ext cx="4050496" cy="1508110"/>
              <a:chOff x="660400" y="2952939"/>
              <a:chExt cx="4050496" cy="1508110"/>
            </a:xfrm>
          </p:grpSpPr>
          <p:sp>
            <p:nvSpPr>
              <p:cNvPr id="47" name="Text3">
                <a:extLst>
                  <a:ext uri="{FF2B5EF4-FFF2-40B4-BE49-F238E27FC236}">
                    <a16:creationId xmlns:a16="http://schemas.microsoft.com/office/drawing/2014/main" id="{DFAF066F-E2A5-CF77-40E7-936668AF9A49}"/>
                  </a:ext>
                </a:extLst>
              </p:cNvPr>
              <p:cNvSpPr txBox="1"/>
              <p:nvPr/>
            </p:nvSpPr>
            <p:spPr>
              <a:xfrm flipH="1">
                <a:off x="901356" y="3193899"/>
                <a:ext cx="3809540" cy="1267150"/>
              </a:xfrm>
              <a:prstGeom prst="roundRect">
                <a:avLst>
                  <a:gd name="adj" fmla="val 767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sym typeface="Arial" panose="020B0604020202020204" pitchFamily="34" charset="0"/>
                </a:endParaRPr>
              </a:p>
            </p:txBody>
          </p:sp>
          <p:sp>
            <p:nvSpPr>
              <p:cNvPr id="48" name="ïŝlíḑé">
                <a:extLst>
                  <a:ext uri="{FF2B5EF4-FFF2-40B4-BE49-F238E27FC236}">
                    <a16:creationId xmlns:a16="http://schemas.microsoft.com/office/drawing/2014/main" id="{1B870EAE-5A1A-BB7F-3826-64E360F17AEA}"/>
                  </a:ext>
                </a:extLst>
              </p:cNvPr>
              <p:cNvSpPr/>
              <p:nvPr/>
            </p:nvSpPr>
            <p:spPr>
              <a:xfrm>
                <a:off x="660400" y="2952939"/>
                <a:ext cx="668714" cy="668712"/>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8F8F8"/>
                  </a:solidFill>
                  <a:sym typeface="Arial" panose="020B0604020202020204" pitchFamily="34" charset="0"/>
                </a:endParaRPr>
              </a:p>
            </p:txBody>
          </p:sp>
          <p:sp>
            <p:nvSpPr>
              <p:cNvPr id="49" name="文本框 48">
                <a:extLst>
                  <a:ext uri="{FF2B5EF4-FFF2-40B4-BE49-F238E27FC236}">
                    <a16:creationId xmlns:a16="http://schemas.microsoft.com/office/drawing/2014/main" id="{60A35C5A-4D4E-7CB6-8F53-E688CF5FDF09}"/>
                  </a:ext>
                </a:extLst>
              </p:cNvPr>
              <p:cNvSpPr txBox="1"/>
              <p:nvPr/>
            </p:nvSpPr>
            <p:spPr>
              <a:xfrm>
                <a:off x="1302676" y="3679735"/>
                <a:ext cx="3218524"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50" name="文本框 49">
                <a:extLst>
                  <a:ext uri="{FF2B5EF4-FFF2-40B4-BE49-F238E27FC236}">
                    <a16:creationId xmlns:a16="http://schemas.microsoft.com/office/drawing/2014/main" id="{4C99A58B-99FB-020C-DF28-1D0CD1DF2381}"/>
                  </a:ext>
                </a:extLst>
              </p:cNvPr>
              <p:cNvSpPr txBox="1"/>
              <p:nvPr/>
            </p:nvSpPr>
            <p:spPr>
              <a:xfrm>
                <a:off x="1302676" y="3339657"/>
                <a:ext cx="2878155"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优化内部流程</a:t>
                </a:r>
              </a:p>
            </p:txBody>
          </p:sp>
          <p:sp>
            <p:nvSpPr>
              <p:cNvPr id="78" name="quill_169034">
                <a:extLst>
                  <a:ext uri="{FF2B5EF4-FFF2-40B4-BE49-F238E27FC236}">
                    <a16:creationId xmlns:a16="http://schemas.microsoft.com/office/drawing/2014/main" id="{B2AEC5D1-F777-3BB3-1A9E-51AD5BFAF54D}"/>
                  </a:ext>
                </a:extLst>
              </p:cNvPr>
              <p:cNvSpPr/>
              <p:nvPr/>
            </p:nvSpPr>
            <p:spPr>
              <a:xfrm>
                <a:off x="833546" y="3154975"/>
                <a:ext cx="322423" cy="264640"/>
              </a:xfrm>
              <a:custGeom>
                <a:avLst/>
                <a:gdLst>
                  <a:gd name="connsiteX0" fmla="*/ 501821 w 604604"/>
                  <a:gd name="connsiteY0" fmla="*/ 426469 h 496249"/>
                  <a:gd name="connsiteX1" fmla="*/ 489380 w 604604"/>
                  <a:gd name="connsiteY1" fmla="*/ 438777 h 496249"/>
                  <a:gd name="connsiteX2" fmla="*/ 501821 w 604604"/>
                  <a:gd name="connsiteY2" fmla="*/ 451200 h 496249"/>
                  <a:gd name="connsiteX3" fmla="*/ 516471 w 604604"/>
                  <a:gd name="connsiteY3" fmla="*/ 451200 h 496249"/>
                  <a:gd name="connsiteX4" fmla="*/ 528912 w 604604"/>
                  <a:gd name="connsiteY4" fmla="*/ 438777 h 496249"/>
                  <a:gd name="connsiteX5" fmla="*/ 516471 w 604604"/>
                  <a:gd name="connsiteY5" fmla="*/ 426469 h 496249"/>
                  <a:gd name="connsiteX6" fmla="*/ 426362 w 604604"/>
                  <a:gd name="connsiteY6" fmla="*/ 426469 h 496249"/>
                  <a:gd name="connsiteX7" fmla="*/ 414037 w 604604"/>
                  <a:gd name="connsiteY7" fmla="*/ 438777 h 496249"/>
                  <a:gd name="connsiteX8" fmla="*/ 426362 w 604604"/>
                  <a:gd name="connsiteY8" fmla="*/ 451200 h 496249"/>
                  <a:gd name="connsiteX9" fmla="*/ 451128 w 604604"/>
                  <a:gd name="connsiteY9" fmla="*/ 451200 h 496249"/>
                  <a:gd name="connsiteX10" fmla="*/ 463568 w 604604"/>
                  <a:gd name="connsiteY10" fmla="*/ 438777 h 496249"/>
                  <a:gd name="connsiteX11" fmla="*/ 451128 w 604604"/>
                  <a:gd name="connsiteY11" fmla="*/ 426469 h 496249"/>
                  <a:gd name="connsiteX12" fmla="*/ 355670 w 604604"/>
                  <a:gd name="connsiteY12" fmla="*/ 426469 h 496249"/>
                  <a:gd name="connsiteX13" fmla="*/ 343345 w 604604"/>
                  <a:gd name="connsiteY13" fmla="*/ 438777 h 496249"/>
                  <a:gd name="connsiteX14" fmla="*/ 355670 w 604604"/>
                  <a:gd name="connsiteY14" fmla="*/ 451200 h 496249"/>
                  <a:gd name="connsiteX15" fmla="*/ 378110 w 604604"/>
                  <a:gd name="connsiteY15" fmla="*/ 451200 h 496249"/>
                  <a:gd name="connsiteX16" fmla="*/ 390435 w 604604"/>
                  <a:gd name="connsiteY16" fmla="*/ 438777 h 496249"/>
                  <a:gd name="connsiteX17" fmla="*/ 378110 w 604604"/>
                  <a:gd name="connsiteY17" fmla="*/ 426469 h 496249"/>
                  <a:gd name="connsiteX18" fmla="*/ 280327 w 604604"/>
                  <a:gd name="connsiteY18" fmla="*/ 426469 h 496249"/>
                  <a:gd name="connsiteX19" fmla="*/ 267886 w 604604"/>
                  <a:gd name="connsiteY19" fmla="*/ 438777 h 496249"/>
                  <a:gd name="connsiteX20" fmla="*/ 280327 w 604604"/>
                  <a:gd name="connsiteY20" fmla="*/ 451200 h 496249"/>
                  <a:gd name="connsiteX21" fmla="*/ 305092 w 604604"/>
                  <a:gd name="connsiteY21" fmla="*/ 451200 h 496249"/>
                  <a:gd name="connsiteX22" fmla="*/ 317417 w 604604"/>
                  <a:gd name="connsiteY22" fmla="*/ 438777 h 496249"/>
                  <a:gd name="connsiteX23" fmla="*/ 305092 w 604604"/>
                  <a:gd name="connsiteY23" fmla="*/ 426469 h 496249"/>
                  <a:gd name="connsiteX24" fmla="*/ 217309 w 604604"/>
                  <a:gd name="connsiteY24" fmla="*/ 426469 h 496249"/>
                  <a:gd name="connsiteX25" fmla="*/ 204868 w 604604"/>
                  <a:gd name="connsiteY25" fmla="*/ 438777 h 496249"/>
                  <a:gd name="connsiteX26" fmla="*/ 217309 w 604604"/>
                  <a:gd name="connsiteY26" fmla="*/ 451200 h 496249"/>
                  <a:gd name="connsiteX27" fmla="*/ 232075 w 604604"/>
                  <a:gd name="connsiteY27" fmla="*/ 451200 h 496249"/>
                  <a:gd name="connsiteX28" fmla="*/ 244400 w 604604"/>
                  <a:gd name="connsiteY28" fmla="*/ 438777 h 496249"/>
                  <a:gd name="connsiteX29" fmla="*/ 232075 w 604604"/>
                  <a:gd name="connsiteY29" fmla="*/ 426469 h 496249"/>
                  <a:gd name="connsiteX30" fmla="*/ 185227 w 604604"/>
                  <a:gd name="connsiteY30" fmla="*/ 352719 h 496249"/>
                  <a:gd name="connsiteX31" fmla="*/ 194294 w 604604"/>
                  <a:gd name="connsiteY31" fmla="*/ 358988 h 496249"/>
                  <a:gd name="connsiteX32" fmla="*/ 206615 w 604604"/>
                  <a:gd name="connsiteY32" fmla="*/ 365024 h 496249"/>
                  <a:gd name="connsiteX33" fmla="*/ 194177 w 604604"/>
                  <a:gd name="connsiteY33" fmla="*/ 386732 h 496249"/>
                  <a:gd name="connsiteX34" fmla="*/ 181507 w 604604"/>
                  <a:gd name="connsiteY34" fmla="*/ 380231 h 496249"/>
                  <a:gd name="connsiteX35" fmla="*/ 172673 w 604604"/>
                  <a:gd name="connsiteY35" fmla="*/ 374311 h 496249"/>
                  <a:gd name="connsiteX36" fmla="*/ 0 w 604604"/>
                  <a:gd name="connsiteY36" fmla="*/ 109268 h 496249"/>
                  <a:gd name="connsiteX37" fmla="*/ 128711 w 604604"/>
                  <a:gd name="connsiteY37" fmla="*/ 109268 h 496249"/>
                  <a:gd name="connsiteX38" fmla="*/ 148128 w 604604"/>
                  <a:gd name="connsiteY38" fmla="*/ 218756 h 496249"/>
                  <a:gd name="connsiteX39" fmla="*/ 145221 w 604604"/>
                  <a:gd name="connsiteY39" fmla="*/ 235243 h 496249"/>
                  <a:gd name="connsiteX40" fmla="*/ 144989 w 604604"/>
                  <a:gd name="connsiteY40" fmla="*/ 235707 h 496249"/>
                  <a:gd name="connsiteX41" fmla="*/ 172661 w 604604"/>
                  <a:gd name="connsiteY41" fmla="*/ 374338 h 496249"/>
                  <a:gd name="connsiteX42" fmla="*/ 138943 w 604604"/>
                  <a:gd name="connsiteY42" fmla="*/ 432623 h 496249"/>
                  <a:gd name="connsiteX43" fmla="*/ 143477 w 604604"/>
                  <a:gd name="connsiteY43" fmla="*/ 449574 h 496249"/>
                  <a:gd name="connsiteX44" fmla="*/ 149639 w 604604"/>
                  <a:gd name="connsiteY44" fmla="*/ 451200 h 496249"/>
                  <a:gd name="connsiteX45" fmla="*/ 160453 w 604604"/>
                  <a:gd name="connsiteY45" fmla="*/ 445046 h 496249"/>
                  <a:gd name="connsiteX46" fmla="*/ 194171 w 604604"/>
                  <a:gd name="connsiteY46" fmla="*/ 386761 h 496249"/>
                  <a:gd name="connsiteX47" fmla="*/ 235796 w 604604"/>
                  <a:gd name="connsiteY47" fmla="*/ 395353 h 496249"/>
                  <a:gd name="connsiteX48" fmla="*/ 235912 w 604604"/>
                  <a:gd name="connsiteY48" fmla="*/ 395353 h 496249"/>
                  <a:gd name="connsiteX49" fmla="*/ 327533 w 604604"/>
                  <a:gd name="connsiteY49" fmla="*/ 342525 h 496249"/>
                  <a:gd name="connsiteX50" fmla="*/ 327649 w 604604"/>
                  <a:gd name="connsiteY50" fmla="*/ 342409 h 496249"/>
                  <a:gd name="connsiteX51" fmla="*/ 342996 w 604604"/>
                  <a:gd name="connsiteY51" fmla="*/ 329521 h 496249"/>
                  <a:gd name="connsiteX52" fmla="*/ 453569 w 604604"/>
                  <a:gd name="connsiteY52" fmla="*/ 289464 h 496249"/>
                  <a:gd name="connsiteX53" fmla="*/ 409619 w 604604"/>
                  <a:gd name="connsiteY53" fmla="*/ 264153 h 496249"/>
                  <a:gd name="connsiteX54" fmla="*/ 483683 w 604604"/>
                  <a:gd name="connsiteY54" fmla="*/ 237333 h 496249"/>
                  <a:gd name="connsiteX55" fmla="*/ 437989 w 604604"/>
                  <a:gd name="connsiteY55" fmla="*/ 210977 h 496249"/>
                  <a:gd name="connsiteX56" fmla="*/ 515076 w 604604"/>
                  <a:gd name="connsiteY56" fmla="*/ 183111 h 496249"/>
                  <a:gd name="connsiteX57" fmla="*/ 443570 w 604604"/>
                  <a:gd name="connsiteY57" fmla="*/ 141894 h 496249"/>
                  <a:gd name="connsiteX58" fmla="*/ 450663 w 604604"/>
                  <a:gd name="connsiteY58" fmla="*/ 129587 h 496249"/>
                  <a:gd name="connsiteX59" fmla="*/ 458220 w 604604"/>
                  <a:gd name="connsiteY59" fmla="*/ 109268 h 496249"/>
                  <a:gd name="connsiteX60" fmla="*/ 604604 w 604604"/>
                  <a:gd name="connsiteY60" fmla="*/ 109268 h 496249"/>
                  <a:gd name="connsiteX61" fmla="*/ 604604 w 604604"/>
                  <a:gd name="connsiteY61" fmla="*/ 496249 h 496249"/>
                  <a:gd name="connsiteX62" fmla="*/ 0 w 604604"/>
                  <a:gd name="connsiteY62" fmla="*/ 496249 h 496249"/>
                  <a:gd name="connsiteX63" fmla="*/ 403348 w 604604"/>
                  <a:gd name="connsiteY63" fmla="*/ 26 h 496249"/>
                  <a:gd name="connsiteX64" fmla="*/ 429162 w 604604"/>
                  <a:gd name="connsiteY64" fmla="*/ 117170 h 496249"/>
                  <a:gd name="connsiteX65" fmla="*/ 409627 w 604604"/>
                  <a:gd name="connsiteY65" fmla="*/ 150955 h 496249"/>
                  <a:gd name="connsiteX66" fmla="*/ 456487 w 604604"/>
                  <a:gd name="connsiteY66" fmla="*/ 178006 h 496249"/>
                  <a:gd name="connsiteX67" fmla="*/ 379511 w 604604"/>
                  <a:gd name="connsiteY67" fmla="*/ 205870 h 496249"/>
                  <a:gd name="connsiteX68" fmla="*/ 425208 w 604604"/>
                  <a:gd name="connsiteY68" fmla="*/ 232108 h 496249"/>
                  <a:gd name="connsiteX69" fmla="*/ 351023 w 604604"/>
                  <a:gd name="connsiteY69" fmla="*/ 259043 h 496249"/>
                  <a:gd name="connsiteX70" fmla="*/ 394976 w 604604"/>
                  <a:gd name="connsiteY70" fmla="*/ 284353 h 496249"/>
                  <a:gd name="connsiteX71" fmla="*/ 334511 w 604604"/>
                  <a:gd name="connsiteY71" fmla="*/ 306180 h 496249"/>
                  <a:gd name="connsiteX72" fmla="*/ 306140 w 604604"/>
                  <a:gd name="connsiteY72" fmla="*/ 329980 h 496249"/>
                  <a:gd name="connsiteX73" fmla="*/ 306023 w 604604"/>
                  <a:gd name="connsiteY73" fmla="*/ 330096 h 496249"/>
                  <a:gd name="connsiteX74" fmla="*/ 206606 w 604604"/>
                  <a:gd name="connsiteY74" fmla="*/ 365042 h 496249"/>
                  <a:gd name="connsiteX75" fmla="*/ 373930 w 604604"/>
                  <a:gd name="connsiteY75" fmla="*/ 75839 h 496249"/>
                  <a:gd name="connsiteX76" fmla="*/ 369395 w 604604"/>
                  <a:gd name="connsiteY76" fmla="*/ 59004 h 496249"/>
                  <a:gd name="connsiteX77" fmla="*/ 352418 w 604604"/>
                  <a:gd name="connsiteY77" fmla="*/ 63532 h 496249"/>
                  <a:gd name="connsiteX78" fmla="*/ 185210 w 604604"/>
                  <a:gd name="connsiteY78" fmla="*/ 352735 h 496249"/>
                  <a:gd name="connsiteX79" fmla="*/ 166490 w 604604"/>
                  <a:gd name="connsiteY79" fmla="*/ 248130 h 496249"/>
                  <a:gd name="connsiteX80" fmla="*/ 166722 w 604604"/>
                  <a:gd name="connsiteY80" fmla="*/ 247666 h 496249"/>
                  <a:gd name="connsiteX81" fmla="*/ 172652 w 604604"/>
                  <a:gd name="connsiteY81" fmla="*/ 214345 h 496249"/>
                  <a:gd name="connsiteX82" fmla="*/ 161025 w 604604"/>
                  <a:gd name="connsiteY82" fmla="*/ 149446 h 496249"/>
                  <a:gd name="connsiteX83" fmla="*/ 204978 w 604604"/>
                  <a:gd name="connsiteY83" fmla="*/ 174755 h 496249"/>
                  <a:gd name="connsiteX84" fmla="*/ 191257 w 604604"/>
                  <a:gd name="connsiteY84" fmla="*/ 97317 h 496249"/>
                  <a:gd name="connsiteX85" fmla="*/ 236838 w 604604"/>
                  <a:gd name="connsiteY85" fmla="*/ 123672 h 496249"/>
                  <a:gd name="connsiteX86" fmla="*/ 222536 w 604604"/>
                  <a:gd name="connsiteY86" fmla="*/ 43099 h 496249"/>
                  <a:gd name="connsiteX87" fmla="*/ 269396 w 604604"/>
                  <a:gd name="connsiteY87" fmla="*/ 70150 h 496249"/>
                  <a:gd name="connsiteX88" fmla="*/ 288930 w 604604"/>
                  <a:gd name="connsiteY88" fmla="*/ 36365 h 496249"/>
                  <a:gd name="connsiteX89" fmla="*/ 403348 w 604604"/>
                  <a:gd name="connsiteY89" fmla="*/ 26 h 49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604604" h="496249">
                    <a:moveTo>
                      <a:pt x="501821" y="426469"/>
                    </a:moveTo>
                    <a:cubicBezTo>
                      <a:pt x="494961" y="426469"/>
                      <a:pt x="489380" y="431926"/>
                      <a:pt x="489380" y="438777"/>
                    </a:cubicBezTo>
                    <a:cubicBezTo>
                      <a:pt x="489380" y="445627"/>
                      <a:pt x="494961" y="451200"/>
                      <a:pt x="501821" y="451200"/>
                    </a:cubicBezTo>
                    <a:lnTo>
                      <a:pt x="516471" y="451200"/>
                    </a:lnTo>
                    <a:cubicBezTo>
                      <a:pt x="523331" y="451200"/>
                      <a:pt x="528912" y="445627"/>
                      <a:pt x="528912" y="438777"/>
                    </a:cubicBezTo>
                    <a:cubicBezTo>
                      <a:pt x="528912" y="431926"/>
                      <a:pt x="523331" y="426469"/>
                      <a:pt x="516471" y="426469"/>
                    </a:cubicBezTo>
                    <a:close/>
                    <a:moveTo>
                      <a:pt x="426362" y="426469"/>
                    </a:moveTo>
                    <a:cubicBezTo>
                      <a:pt x="419502" y="426469"/>
                      <a:pt x="414037" y="431926"/>
                      <a:pt x="414037" y="438777"/>
                    </a:cubicBezTo>
                    <a:cubicBezTo>
                      <a:pt x="414037" y="445627"/>
                      <a:pt x="419502" y="451200"/>
                      <a:pt x="426362" y="451200"/>
                    </a:cubicBezTo>
                    <a:lnTo>
                      <a:pt x="451128" y="451200"/>
                    </a:lnTo>
                    <a:cubicBezTo>
                      <a:pt x="457988" y="451200"/>
                      <a:pt x="463568" y="445627"/>
                      <a:pt x="463568" y="438777"/>
                    </a:cubicBezTo>
                    <a:cubicBezTo>
                      <a:pt x="463568" y="431926"/>
                      <a:pt x="457988" y="426469"/>
                      <a:pt x="451128" y="426469"/>
                    </a:cubicBezTo>
                    <a:close/>
                    <a:moveTo>
                      <a:pt x="355670" y="426469"/>
                    </a:moveTo>
                    <a:cubicBezTo>
                      <a:pt x="348810" y="426469"/>
                      <a:pt x="343345" y="431926"/>
                      <a:pt x="343345" y="438777"/>
                    </a:cubicBezTo>
                    <a:cubicBezTo>
                      <a:pt x="343345" y="445627"/>
                      <a:pt x="348810" y="451200"/>
                      <a:pt x="355670" y="451200"/>
                    </a:cubicBezTo>
                    <a:lnTo>
                      <a:pt x="378110" y="451200"/>
                    </a:lnTo>
                    <a:cubicBezTo>
                      <a:pt x="384970" y="451200"/>
                      <a:pt x="390435" y="445627"/>
                      <a:pt x="390435" y="438777"/>
                    </a:cubicBezTo>
                    <a:cubicBezTo>
                      <a:pt x="390435" y="431926"/>
                      <a:pt x="384970" y="426469"/>
                      <a:pt x="378110" y="426469"/>
                    </a:cubicBezTo>
                    <a:close/>
                    <a:moveTo>
                      <a:pt x="280327" y="426469"/>
                    </a:moveTo>
                    <a:cubicBezTo>
                      <a:pt x="273467" y="426469"/>
                      <a:pt x="267886" y="431926"/>
                      <a:pt x="267886" y="438777"/>
                    </a:cubicBezTo>
                    <a:cubicBezTo>
                      <a:pt x="267886" y="445627"/>
                      <a:pt x="273467" y="451200"/>
                      <a:pt x="280327" y="451200"/>
                    </a:cubicBezTo>
                    <a:lnTo>
                      <a:pt x="305092" y="451200"/>
                    </a:lnTo>
                    <a:cubicBezTo>
                      <a:pt x="311952" y="451200"/>
                      <a:pt x="317417" y="445627"/>
                      <a:pt x="317417" y="438777"/>
                    </a:cubicBezTo>
                    <a:cubicBezTo>
                      <a:pt x="317417" y="431926"/>
                      <a:pt x="311952" y="426469"/>
                      <a:pt x="305092" y="426469"/>
                    </a:cubicBezTo>
                    <a:close/>
                    <a:moveTo>
                      <a:pt x="217309" y="426469"/>
                    </a:moveTo>
                    <a:cubicBezTo>
                      <a:pt x="210449" y="426469"/>
                      <a:pt x="204868" y="431926"/>
                      <a:pt x="204868" y="438777"/>
                    </a:cubicBezTo>
                    <a:cubicBezTo>
                      <a:pt x="204868" y="445627"/>
                      <a:pt x="210449" y="451200"/>
                      <a:pt x="217309" y="451200"/>
                    </a:cubicBezTo>
                    <a:lnTo>
                      <a:pt x="232075" y="451200"/>
                    </a:lnTo>
                    <a:cubicBezTo>
                      <a:pt x="238819" y="451200"/>
                      <a:pt x="244400" y="445627"/>
                      <a:pt x="244400" y="438777"/>
                    </a:cubicBezTo>
                    <a:cubicBezTo>
                      <a:pt x="244400" y="431926"/>
                      <a:pt x="238819" y="426469"/>
                      <a:pt x="232075" y="426469"/>
                    </a:cubicBezTo>
                    <a:close/>
                    <a:moveTo>
                      <a:pt x="185227" y="352719"/>
                    </a:moveTo>
                    <a:cubicBezTo>
                      <a:pt x="188017" y="354925"/>
                      <a:pt x="191039" y="357130"/>
                      <a:pt x="194294" y="358988"/>
                    </a:cubicBezTo>
                    <a:cubicBezTo>
                      <a:pt x="198246" y="361425"/>
                      <a:pt x="202430" y="363399"/>
                      <a:pt x="206615" y="365024"/>
                    </a:cubicBezTo>
                    <a:lnTo>
                      <a:pt x="194177" y="386732"/>
                    </a:lnTo>
                    <a:cubicBezTo>
                      <a:pt x="189760" y="384875"/>
                      <a:pt x="185576" y="382669"/>
                      <a:pt x="181507" y="380231"/>
                    </a:cubicBezTo>
                    <a:cubicBezTo>
                      <a:pt x="178485" y="378374"/>
                      <a:pt x="175463" y="376400"/>
                      <a:pt x="172673" y="374311"/>
                    </a:cubicBezTo>
                    <a:close/>
                    <a:moveTo>
                      <a:pt x="0" y="109268"/>
                    </a:moveTo>
                    <a:lnTo>
                      <a:pt x="128711" y="109268"/>
                    </a:lnTo>
                    <a:lnTo>
                      <a:pt x="148128" y="218756"/>
                    </a:lnTo>
                    <a:cubicBezTo>
                      <a:pt x="149174" y="224445"/>
                      <a:pt x="148128" y="230250"/>
                      <a:pt x="145221" y="235243"/>
                    </a:cubicBezTo>
                    <a:lnTo>
                      <a:pt x="144989" y="235707"/>
                    </a:lnTo>
                    <a:cubicBezTo>
                      <a:pt x="117782" y="282846"/>
                      <a:pt x="130455" y="342757"/>
                      <a:pt x="172661" y="374338"/>
                    </a:cubicBezTo>
                    <a:lnTo>
                      <a:pt x="138943" y="432623"/>
                    </a:lnTo>
                    <a:cubicBezTo>
                      <a:pt x="135571" y="438544"/>
                      <a:pt x="137547" y="446091"/>
                      <a:pt x="143477" y="449574"/>
                    </a:cubicBezTo>
                    <a:cubicBezTo>
                      <a:pt x="145454" y="450619"/>
                      <a:pt x="147547" y="451200"/>
                      <a:pt x="149639" y="451200"/>
                    </a:cubicBezTo>
                    <a:cubicBezTo>
                      <a:pt x="153941" y="451200"/>
                      <a:pt x="158127" y="448994"/>
                      <a:pt x="160453" y="445046"/>
                    </a:cubicBezTo>
                    <a:lnTo>
                      <a:pt x="194171" y="386761"/>
                    </a:lnTo>
                    <a:cubicBezTo>
                      <a:pt x="207309" y="392450"/>
                      <a:pt x="221494" y="395353"/>
                      <a:pt x="235796" y="395353"/>
                    </a:cubicBezTo>
                    <a:lnTo>
                      <a:pt x="235912" y="395353"/>
                    </a:lnTo>
                    <a:cubicBezTo>
                      <a:pt x="273583" y="395353"/>
                      <a:pt x="308697" y="375151"/>
                      <a:pt x="327533" y="342525"/>
                    </a:cubicBezTo>
                    <a:lnTo>
                      <a:pt x="327649" y="342409"/>
                    </a:lnTo>
                    <a:cubicBezTo>
                      <a:pt x="331021" y="336371"/>
                      <a:pt x="336485" y="331843"/>
                      <a:pt x="342996" y="329521"/>
                    </a:cubicBezTo>
                    <a:lnTo>
                      <a:pt x="453569" y="289464"/>
                    </a:lnTo>
                    <a:lnTo>
                      <a:pt x="409619" y="264153"/>
                    </a:lnTo>
                    <a:lnTo>
                      <a:pt x="483683" y="237333"/>
                    </a:lnTo>
                    <a:lnTo>
                      <a:pt x="437989" y="210977"/>
                    </a:lnTo>
                    <a:lnTo>
                      <a:pt x="515076" y="183111"/>
                    </a:lnTo>
                    <a:lnTo>
                      <a:pt x="443570" y="141894"/>
                    </a:lnTo>
                    <a:lnTo>
                      <a:pt x="450663" y="129587"/>
                    </a:lnTo>
                    <a:cubicBezTo>
                      <a:pt x="454151" y="123433"/>
                      <a:pt x="456709" y="116699"/>
                      <a:pt x="458220" y="109268"/>
                    </a:cubicBezTo>
                    <a:lnTo>
                      <a:pt x="604604" y="109268"/>
                    </a:lnTo>
                    <a:lnTo>
                      <a:pt x="604604" y="496249"/>
                    </a:lnTo>
                    <a:lnTo>
                      <a:pt x="0" y="496249"/>
                    </a:lnTo>
                    <a:close/>
                    <a:moveTo>
                      <a:pt x="403348" y="26"/>
                    </a:moveTo>
                    <a:cubicBezTo>
                      <a:pt x="403348" y="26"/>
                      <a:pt x="451487" y="78509"/>
                      <a:pt x="429162" y="117170"/>
                    </a:cubicBezTo>
                    <a:lnTo>
                      <a:pt x="409627" y="150955"/>
                    </a:lnTo>
                    <a:lnTo>
                      <a:pt x="456487" y="178006"/>
                    </a:lnTo>
                    <a:lnTo>
                      <a:pt x="379511" y="205870"/>
                    </a:lnTo>
                    <a:lnTo>
                      <a:pt x="425208" y="232108"/>
                    </a:lnTo>
                    <a:lnTo>
                      <a:pt x="351023" y="259043"/>
                    </a:lnTo>
                    <a:lnTo>
                      <a:pt x="394976" y="284353"/>
                    </a:lnTo>
                    <a:lnTo>
                      <a:pt x="334511" y="306180"/>
                    </a:lnTo>
                    <a:cubicBezTo>
                      <a:pt x="322535" y="310591"/>
                      <a:pt x="312535" y="318950"/>
                      <a:pt x="306140" y="329980"/>
                    </a:cubicBezTo>
                    <a:lnTo>
                      <a:pt x="306023" y="330096"/>
                    </a:lnTo>
                    <a:cubicBezTo>
                      <a:pt x="285791" y="365158"/>
                      <a:pt x="243233" y="379322"/>
                      <a:pt x="206606" y="365042"/>
                    </a:cubicBezTo>
                    <a:lnTo>
                      <a:pt x="373930" y="75839"/>
                    </a:lnTo>
                    <a:cubicBezTo>
                      <a:pt x="377302" y="69918"/>
                      <a:pt x="375209" y="62371"/>
                      <a:pt x="369395" y="59004"/>
                    </a:cubicBezTo>
                    <a:cubicBezTo>
                      <a:pt x="363348" y="55521"/>
                      <a:pt x="355790" y="57611"/>
                      <a:pt x="352418" y="63532"/>
                    </a:cubicBezTo>
                    <a:lnTo>
                      <a:pt x="185210" y="352735"/>
                    </a:lnTo>
                    <a:cubicBezTo>
                      <a:pt x="154397" y="327890"/>
                      <a:pt x="146141" y="283308"/>
                      <a:pt x="166490" y="248130"/>
                    </a:cubicBezTo>
                    <a:lnTo>
                      <a:pt x="166722" y="247666"/>
                    </a:lnTo>
                    <a:cubicBezTo>
                      <a:pt x="172536" y="237565"/>
                      <a:pt x="174629" y="225839"/>
                      <a:pt x="172652" y="214345"/>
                    </a:cubicBezTo>
                    <a:lnTo>
                      <a:pt x="161025" y="149446"/>
                    </a:lnTo>
                    <a:lnTo>
                      <a:pt x="204978" y="174755"/>
                    </a:lnTo>
                    <a:lnTo>
                      <a:pt x="191257" y="97317"/>
                    </a:lnTo>
                    <a:lnTo>
                      <a:pt x="236838" y="123672"/>
                    </a:lnTo>
                    <a:lnTo>
                      <a:pt x="222536" y="43099"/>
                    </a:lnTo>
                    <a:lnTo>
                      <a:pt x="269396" y="70150"/>
                    </a:lnTo>
                    <a:lnTo>
                      <a:pt x="288930" y="36365"/>
                    </a:lnTo>
                    <a:cubicBezTo>
                      <a:pt x="311256" y="-2296"/>
                      <a:pt x="403348" y="26"/>
                      <a:pt x="403348" y="26"/>
                    </a:cubicBezTo>
                    <a:close/>
                  </a:path>
                </a:pathLst>
              </a:cu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组合 2">
              <a:extLst>
                <a:ext uri="{FF2B5EF4-FFF2-40B4-BE49-F238E27FC236}">
                  <a16:creationId xmlns:a16="http://schemas.microsoft.com/office/drawing/2014/main" id="{51B59B98-2618-4488-0194-1D1122287B61}"/>
                </a:ext>
              </a:extLst>
            </p:cNvPr>
            <p:cNvGrpSpPr/>
            <p:nvPr/>
          </p:nvGrpSpPr>
          <p:grpSpPr>
            <a:xfrm>
              <a:off x="660400" y="4679330"/>
              <a:ext cx="4050496" cy="1508110"/>
              <a:chOff x="660400" y="4679330"/>
              <a:chExt cx="4050496" cy="1508110"/>
            </a:xfrm>
          </p:grpSpPr>
          <p:sp>
            <p:nvSpPr>
              <p:cNvPr id="51" name="Text3">
                <a:extLst>
                  <a:ext uri="{FF2B5EF4-FFF2-40B4-BE49-F238E27FC236}">
                    <a16:creationId xmlns:a16="http://schemas.microsoft.com/office/drawing/2014/main" id="{9C2C8AF8-B3E4-832B-432A-0E3F4E85FDA0}"/>
                  </a:ext>
                </a:extLst>
              </p:cNvPr>
              <p:cNvSpPr txBox="1"/>
              <p:nvPr/>
            </p:nvSpPr>
            <p:spPr>
              <a:xfrm flipH="1">
                <a:off x="901356" y="4920290"/>
                <a:ext cx="3809540" cy="1267150"/>
              </a:xfrm>
              <a:prstGeom prst="roundRect">
                <a:avLst>
                  <a:gd name="adj" fmla="val 767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sym typeface="Arial" panose="020B0604020202020204" pitchFamily="34" charset="0"/>
                </a:endParaRPr>
              </a:p>
            </p:txBody>
          </p:sp>
          <p:sp>
            <p:nvSpPr>
              <p:cNvPr id="52" name="ïŝlíḑé">
                <a:extLst>
                  <a:ext uri="{FF2B5EF4-FFF2-40B4-BE49-F238E27FC236}">
                    <a16:creationId xmlns:a16="http://schemas.microsoft.com/office/drawing/2014/main" id="{C1371451-D81C-7D08-5BFE-75F86AD57E67}"/>
                  </a:ext>
                </a:extLst>
              </p:cNvPr>
              <p:cNvSpPr/>
              <p:nvPr/>
            </p:nvSpPr>
            <p:spPr>
              <a:xfrm>
                <a:off x="660400" y="4679330"/>
                <a:ext cx="668714" cy="668712"/>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8F8F8"/>
                  </a:solidFill>
                  <a:sym typeface="Arial" panose="020B0604020202020204" pitchFamily="34" charset="0"/>
                </a:endParaRPr>
              </a:p>
            </p:txBody>
          </p:sp>
          <p:sp>
            <p:nvSpPr>
              <p:cNvPr id="53" name="文本框 52">
                <a:extLst>
                  <a:ext uri="{FF2B5EF4-FFF2-40B4-BE49-F238E27FC236}">
                    <a16:creationId xmlns:a16="http://schemas.microsoft.com/office/drawing/2014/main" id="{DA52F861-6CFD-D256-7B03-4025656811BA}"/>
                  </a:ext>
                </a:extLst>
              </p:cNvPr>
              <p:cNvSpPr txBox="1"/>
              <p:nvPr/>
            </p:nvSpPr>
            <p:spPr>
              <a:xfrm>
                <a:off x="1302676" y="5406126"/>
                <a:ext cx="3218524"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54" name="文本框 53">
                <a:extLst>
                  <a:ext uri="{FF2B5EF4-FFF2-40B4-BE49-F238E27FC236}">
                    <a16:creationId xmlns:a16="http://schemas.microsoft.com/office/drawing/2014/main" id="{BD63C165-6D9E-891F-B65C-7180E13E9BFB}"/>
                  </a:ext>
                </a:extLst>
              </p:cNvPr>
              <p:cNvSpPr txBox="1"/>
              <p:nvPr/>
            </p:nvSpPr>
            <p:spPr>
              <a:xfrm>
                <a:off x="1302676" y="5066048"/>
                <a:ext cx="2878155"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支持新人成长</a:t>
                </a:r>
              </a:p>
            </p:txBody>
          </p:sp>
          <p:sp>
            <p:nvSpPr>
              <p:cNvPr id="79" name="playing_248668">
                <a:extLst>
                  <a:ext uri="{FF2B5EF4-FFF2-40B4-BE49-F238E27FC236}">
                    <a16:creationId xmlns:a16="http://schemas.microsoft.com/office/drawing/2014/main" id="{F3E76312-FA44-600F-4291-0B9CA5432942}"/>
                  </a:ext>
                </a:extLst>
              </p:cNvPr>
              <p:cNvSpPr/>
              <p:nvPr/>
            </p:nvSpPr>
            <p:spPr>
              <a:xfrm>
                <a:off x="835645" y="4852474"/>
                <a:ext cx="318224" cy="322424"/>
              </a:xfrm>
              <a:custGeom>
                <a:avLst/>
                <a:gdLst>
                  <a:gd name="connsiteX0" fmla="*/ 303558 w 598819"/>
                  <a:gd name="connsiteY0" fmla="*/ 486494 h 606722"/>
                  <a:gd name="connsiteX1" fmla="*/ 379642 w 598819"/>
                  <a:gd name="connsiteY1" fmla="*/ 588684 h 606722"/>
                  <a:gd name="connsiteX2" fmla="*/ 349565 w 598819"/>
                  <a:gd name="connsiteY2" fmla="*/ 606722 h 606722"/>
                  <a:gd name="connsiteX3" fmla="*/ 258353 w 598819"/>
                  <a:gd name="connsiteY3" fmla="*/ 606722 h 606722"/>
                  <a:gd name="connsiteX4" fmla="*/ 265739 w 598819"/>
                  <a:gd name="connsiteY4" fmla="*/ 552873 h 606722"/>
                  <a:gd name="connsiteX5" fmla="*/ 252836 w 598819"/>
                  <a:gd name="connsiteY5" fmla="*/ 517684 h 606722"/>
                  <a:gd name="connsiteX6" fmla="*/ 303558 w 598819"/>
                  <a:gd name="connsiteY6" fmla="*/ 486494 h 606722"/>
                  <a:gd name="connsiteX7" fmla="*/ 176397 w 598819"/>
                  <a:gd name="connsiteY7" fmla="*/ 358684 h 606722"/>
                  <a:gd name="connsiteX8" fmla="*/ 245193 w 598819"/>
                  <a:gd name="connsiteY8" fmla="*/ 362239 h 606722"/>
                  <a:gd name="connsiteX9" fmla="*/ 210572 w 598819"/>
                  <a:gd name="connsiteY9" fmla="*/ 449510 h 606722"/>
                  <a:gd name="connsiteX10" fmla="*/ 221163 w 598819"/>
                  <a:gd name="connsiteY10" fmla="*/ 502566 h 606722"/>
                  <a:gd name="connsiteX11" fmla="*/ 241900 w 598819"/>
                  <a:gd name="connsiteY11" fmla="*/ 561220 h 606722"/>
                  <a:gd name="connsiteX12" fmla="*/ 237628 w 598819"/>
                  <a:gd name="connsiteY12" fmla="*/ 592325 h 606722"/>
                  <a:gd name="connsiteX13" fmla="*/ 209771 w 598819"/>
                  <a:gd name="connsiteY13" fmla="*/ 606722 h 606722"/>
                  <a:gd name="connsiteX14" fmla="*/ 34087 w 598819"/>
                  <a:gd name="connsiteY14" fmla="*/ 606722 h 606722"/>
                  <a:gd name="connsiteX15" fmla="*/ 0 w 598819"/>
                  <a:gd name="connsiteY15" fmla="*/ 572596 h 606722"/>
                  <a:gd name="connsiteX16" fmla="*/ 34087 w 598819"/>
                  <a:gd name="connsiteY16" fmla="*/ 538558 h 606722"/>
                  <a:gd name="connsiteX17" fmla="*/ 161534 w 598819"/>
                  <a:gd name="connsiteY17" fmla="*/ 538558 h 606722"/>
                  <a:gd name="connsiteX18" fmla="*/ 118102 w 598819"/>
                  <a:gd name="connsiteY18" fmla="*/ 416184 h 606722"/>
                  <a:gd name="connsiteX19" fmla="*/ 138928 w 598819"/>
                  <a:gd name="connsiteY19" fmla="*/ 372726 h 606722"/>
                  <a:gd name="connsiteX20" fmla="*/ 378447 w 598819"/>
                  <a:gd name="connsiteY20" fmla="*/ 283382 h 606722"/>
                  <a:gd name="connsiteX21" fmla="*/ 432907 w 598819"/>
                  <a:gd name="connsiteY21" fmla="*/ 308002 h 606722"/>
                  <a:gd name="connsiteX22" fmla="*/ 463162 w 598819"/>
                  <a:gd name="connsiteY22" fmla="*/ 387550 h 606722"/>
                  <a:gd name="connsiteX23" fmla="*/ 461204 w 598819"/>
                  <a:gd name="connsiteY23" fmla="*/ 422036 h 606722"/>
                  <a:gd name="connsiteX24" fmla="*/ 474196 w 598819"/>
                  <a:gd name="connsiteY24" fmla="*/ 450566 h 606722"/>
                  <a:gd name="connsiteX25" fmla="*/ 587388 w 598819"/>
                  <a:gd name="connsiteY25" fmla="*/ 557667 h 606722"/>
                  <a:gd name="connsiteX26" fmla="*/ 588545 w 598819"/>
                  <a:gd name="connsiteY26" fmla="*/ 597841 h 606722"/>
                  <a:gd name="connsiteX27" fmla="*/ 548323 w 598819"/>
                  <a:gd name="connsiteY27" fmla="*/ 598908 h 606722"/>
                  <a:gd name="connsiteX28" fmla="*/ 479714 w 598819"/>
                  <a:gd name="connsiteY28" fmla="*/ 533936 h 606722"/>
                  <a:gd name="connsiteX29" fmla="*/ 413240 w 598819"/>
                  <a:gd name="connsiteY29" fmla="*/ 443545 h 606722"/>
                  <a:gd name="connsiteX30" fmla="*/ 419736 w 598819"/>
                  <a:gd name="connsiteY30" fmla="*/ 346221 h 606722"/>
                  <a:gd name="connsiteX31" fmla="*/ 388324 w 598819"/>
                  <a:gd name="connsiteY31" fmla="*/ 461765 h 606722"/>
                  <a:gd name="connsiteX32" fmla="*/ 462539 w 598819"/>
                  <a:gd name="connsiteY32" fmla="*/ 561311 h 606722"/>
                  <a:gd name="connsiteX33" fmla="*/ 456666 w 598819"/>
                  <a:gd name="connsiteY33" fmla="*/ 601041 h 606722"/>
                  <a:gd name="connsiteX34" fmla="*/ 416889 w 598819"/>
                  <a:gd name="connsiteY34" fmla="*/ 595264 h 606722"/>
                  <a:gd name="connsiteX35" fmla="*/ 334487 w 598819"/>
                  <a:gd name="connsiteY35" fmla="*/ 484608 h 606722"/>
                  <a:gd name="connsiteX36" fmla="*/ 329860 w 598819"/>
                  <a:gd name="connsiteY36" fmla="*/ 460254 h 606722"/>
                  <a:gd name="connsiteX37" fmla="*/ 366611 w 598819"/>
                  <a:gd name="connsiteY37" fmla="*/ 336088 h 606722"/>
                  <a:gd name="connsiteX38" fmla="*/ 370527 w 598819"/>
                  <a:gd name="connsiteY38" fmla="*/ 303291 h 606722"/>
                  <a:gd name="connsiteX39" fmla="*/ 363408 w 598819"/>
                  <a:gd name="connsiteY39" fmla="*/ 288982 h 606722"/>
                  <a:gd name="connsiteX40" fmla="*/ 194344 w 598819"/>
                  <a:gd name="connsiteY40" fmla="*/ 204164 h 606722"/>
                  <a:gd name="connsiteX41" fmla="*/ 209120 w 598819"/>
                  <a:gd name="connsiteY41" fmla="*/ 261753 h 606722"/>
                  <a:gd name="connsiteX42" fmla="*/ 230216 w 598819"/>
                  <a:gd name="connsiteY42" fmla="*/ 278461 h 606722"/>
                  <a:gd name="connsiteX43" fmla="*/ 249087 w 598819"/>
                  <a:gd name="connsiteY43" fmla="*/ 285037 h 606722"/>
                  <a:gd name="connsiteX44" fmla="*/ 304630 w 598819"/>
                  <a:gd name="connsiteY44" fmla="*/ 284860 h 606722"/>
                  <a:gd name="connsiteX45" fmla="*/ 236358 w 598819"/>
                  <a:gd name="connsiteY45" fmla="*/ 260953 h 606722"/>
                  <a:gd name="connsiteX46" fmla="*/ 224697 w 598819"/>
                  <a:gd name="connsiteY46" fmla="*/ 251799 h 606722"/>
                  <a:gd name="connsiteX47" fmla="*/ 523243 w 598819"/>
                  <a:gd name="connsiteY47" fmla="*/ 188974 h 606722"/>
                  <a:gd name="connsiteX48" fmla="*/ 598819 w 598819"/>
                  <a:gd name="connsiteY48" fmla="*/ 264444 h 606722"/>
                  <a:gd name="connsiteX49" fmla="*/ 523243 w 598819"/>
                  <a:gd name="connsiteY49" fmla="*/ 339914 h 606722"/>
                  <a:gd name="connsiteX50" fmla="*/ 447667 w 598819"/>
                  <a:gd name="connsiteY50" fmla="*/ 264444 h 606722"/>
                  <a:gd name="connsiteX51" fmla="*/ 523243 w 598819"/>
                  <a:gd name="connsiteY51" fmla="*/ 188974 h 606722"/>
                  <a:gd name="connsiteX52" fmla="*/ 187045 w 598819"/>
                  <a:gd name="connsiteY52" fmla="*/ 133599 h 606722"/>
                  <a:gd name="connsiteX53" fmla="*/ 221938 w 598819"/>
                  <a:gd name="connsiteY53" fmla="*/ 133866 h 606722"/>
                  <a:gd name="connsiteX54" fmla="*/ 259679 w 598819"/>
                  <a:gd name="connsiteY54" fmla="*/ 172347 h 606722"/>
                  <a:gd name="connsiteX55" fmla="*/ 259145 w 598819"/>
                  <a:gd name="connsiteY55" fmla="*/ 201409 h 606722"/>
                  <a:gd name="connsiteX56" fmla="*/ 258700 w 598819"/>
                  <a:gd name="connsiteY56" fmla="*/ 201231 h 606722"/>
                  <a:gd name="connsiteX57" fmla="*/ 232619 w 598819"/>
                  <a:gd name="connsiteY57" fmla="*/ 179813 h 606722"/>
                  <a:gd name="connsiteX58" fmla="*/ 258789 w 598819"/>
                  <a:gd name="connsiteY58" fmla="*/ 220872 h 606722"/>
                  <a:gd name="connsiteX59" fmla="*/ 322255 w 598819"/>
                  <a:gd name="connsiteY59" fmla="*/ 243090 h 606722"/>
                  <a:gd name="connsiteX60" fmla="*/ 336140 w 598819"/>
                  <a:gd name="connsiteY60" fmla="*/ 271973 h 606722"/>
                  <a:gd name="connsiteX61" fmla="*/ 323679 w 598819"/>
                  <a:gd name="connsiteY61" fmla="*/ 285304 h 606722"/>
                  <a:gd name="connsiteX62" fmla="*/ 341036 w 598819"/>
                  <a:gd name="connsiteY62" fmla="*/ 296235 h 606722"/>
                  <a:gd name="connsiteX63" fmla="*/ 341392 w 598819"/>
                  <a:gd name="connsiteY63" fmla="*/ 296680 h 606722"/>
                  <a:gd name="connsiteX64" fmla="*/ 344241 w 598819"/>
                  <a:gd name="connsiteY64" fmla="*/ 322008 h 606722"/>
                  <a:gd name="connsiteX65" fmla="*/ 282377 w 598819"/>
                  <a:gd name="connsiteY65" fmla="*/ 477890 h 606722"/>
                  <a:gd name="connsiteX66" fmla="*/ 247128 w 598819"/>
                  <a:gd name="connsiteY66" fmla="*/ 493176 h 606722"/>
                  <a:gd name="connsiteX67" fmla="*/ 231818 w 598819"/>
                  <a:gd name="connsiteY67" fmla="*/ 457894 h 606722"/>
                  <a:gd name="connsiteX68" fmla="*/ 278817 w 598819"/>
                  <a:gd name="connsiteY68" fmla="*/ 339338 h 606722"/>
                  <a:gd name="connsiteX69" fmla="*/ 186244 w 598819"/>
                  <a:gd name="connsiteY69" fmla="*/ 338005 h 606722"/>
                  <a:gd name="connsiteX70" fmla="*/ 149126 w 598819"/>
                  <a:gd name="connsiteY70" fmla="*/ 300235 h 606722"/>
                  <a:gd name="connsiteX71" fmla="*/ 148770 w 598819"/>
                  <a:gd name="connsiteY71" fmla="*/ 171636 h 606722"/>
                  <a:gd name="connsiteX72" fmla="*/ 187045 w 598819"/>
                  <a:gd name="connsiteY72" fmla="*/ 133599 h 606722"/>
                  <a:gd name="connsiteX73" fmla="*/ 232443 w 598819"/>
                  <a:gd name="connsiteY73" fmla="*/ 0 h 606722"/>
                  <a:gd name="connsiteX74" fmla="*/ 290166 w 598819"/>
                  <a:gd name="connsiteY74" fmla="*/ 57652 h 606722"/>
                  <a:gd name="connsiteX75" fmla="*/ 232443 w 598819"/>
                  <a:gd name="connsiteY75" fmla="*/ 115304 h 606722"/>
                  <a:gd name="connsiteX76" fmla="*/ 174720 w 598819"/>
                  <a:gd name="connsiteY76" fmla="*/ 57652 h 606722"/>
                  <a:gd name="connsiteX77" fmla="*/ 232443 w 598819"/>
                  <a:gd name="connsiteY7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98819" h="606722">
                    <a:moveTo>
                      <a:pt x="303558" y="486494"/>
                    </a:moveTo>
                    <a:cubicBezTo>
                      <a:pt x="304715" y="488272"/>
                      <a:pt x="298308" y="479563"/>
                      <a:pt x="379642" y="588684"/>
                    </a:cubicBezTo>
                    <a:cubicBezTo>
                      <a:pt x="373680" y="599702"/>
                      <a:pt x="362201" y="606722"/>
                      <a:pt x="349565" y="606722"/>
                    </a:cubicBezTo>
                    <a:lnTo>
                      <a:pt x="258353" y="606722"/>
                    </a:lnTo>
                    <a:cubicBezTo>
                      <a:pt x="269388" y="590994"/>
                      <a:pt x="272146" y="570912"/>
                      <a:pt x="265739" y="552873"/>
                    </a:cubicBezTo>
                    <a:cubicBezTo>
                      <a:pt x="265294" y="551629"/>
                      <a:pt x="257463" y="530125"/>
                      <a:pt x="252836" y="517684"/>
                    </a:cubicBezTo>
                    <a:cubicBezTo>
                      <a:pt x="274282" y="519550"/>
                      <a:pt x="295194" y="507377"/>
                      <a:pt x="303558" y="486494"/>
                    </a:cubicBezTo>
                    <a:close/>
                    <a:moveTo>
                      <a:pt x="176397" y="358684"/>
                    </a:moveTo>
                    <a:cubicBezTo>
                      <a:pt x="188767" y="363661"/>
                      <a:pt x="194374" y="362328"/>
                      <a:pt x="245193" y="362239"/>
                    </a:cubicBezTo>
                    <a:lnTo>
                      <a:pt x="210572" y="449510"/>
                    </a:lnTo>
                    <a:cubicBezTo>
                      <a:pt x="203363" y="467729"/>
                      <a:pt x="207546" y="488524"/>
                      <a:pt x="221163" y="502566"/>
                    </a:cubicBezTo>
                    <a:lnTo>
                      <a:pt x="241900" y="561220"/>
                    </a:lnTo>
                    <a:cubicBezTo>
                      <a:pt x="245638" y="571707"/>
                      <a:pt x="244036" y="583260"/>
                      <a:pt x="237628" y="592325"/>
                    </a:cubicBezTo>
                    <a:cubicBezTo>
                      <a:pt x="231220" y="601301"/>
                      <a:pt x="220807" y="606722"/>
                      <a:pt x="209771" y="606722"/>
                    </a:cubicBezTo>
                    <a:lnTo>
                      <a:pt x="34087" y="606722"/>
                    </a:lnTo>
                    <a:cubicBezTo>
                      <a:pt x="15308" y="606722"/>
                      <a:pt x="0" y="591436"/>
                      <a:pt x="0" y="572596"/>
                    </a:cubicBezTo>
                    <a:cubicBezTo>
                      <a:pt x="0" y="553844"/>
                      <a:pt x="15308" y="538558"/>
                      <a:pt x="34087" y="538558"/>
                    </a:cubicBezTo>
                    <a:lnTo>
                      <a:pt x="161534" y="538558"/>
                    </a:lnTo>
                    <a:lnTo>
                      <a:pt x="118102" y="416184"/>
                    </a:lnTo>
                    <a:cubicBezTo>
                      <a:pt x="111872" y="398409"/>
                      <a:pt x="121128" y="378947"/>
                      <a:pt x="138928" y="372726"/>
                    </a:cubicBezTo>
                    <a:close/>
                    <a:moveTo>
                      <a:pt x="378447" y="283382"/>
                    </a:moveTo>
                    <a:cubicBezTo>
                      <a:pt x="400337" y="275205"/>
                      <a:pt x="424631" y="286226"/>
                      <a:pt x="432907" y="308002"/>
                    </a:cubicBezTo>
                    <a:lnTo>
                      <a:pt x="463162" y="387550"/>
                    </a:lnTo>
                    <a:cubicBezTo>
                      <a:pt x="467522" y="399105"/>
                      <a:pt x="466544" y="411548"/>
                      <a:pt x="461204" y="422036"/>
                    </a:cubicBezTo>
                    <a:lnTo>
                      <a:pt x="474196" y="450566"/>
                    </a:lnTo>
                    <a:lnTo>
                      <a:pt x="587388" y="557667"/>
                    </a:lnTo>
                    <a:cubicBezTo>
                      <a:pt x="598778" y="568511"/>
                      <a:pt x="599312" y="586465"/>
                      <a:pt x="588545" y="597841"/>
                    </a:cubicBezTo>
                    <a:cubicBezTo>
                      <a:pt x="577688" y="609218"/>
                      <a:pt x="559713" y="609662"/>
                      <a:pt x="548323" y="598908"/>
                    </a:cubicBezTo>
                    <a:lnTo>
                      <a:pt x="479714" y="533936"/>
                    </a:lnTo>
                    <a:lnTo>
                      <a:pt x="413240" y="443545"/>
                    </a:lnTo>
                    <a:lnTo>
                      <a:pt x="419736" y="346221"/>
                    </a:lnTo>
                    <a:lnTo>
                      <a:pt x="388324" y="461765"/>
                    </a:lnTo>
                    <a:lnTo>
                      <a:pt x="462539" y="561311"/>
                    </a:lnTo>
                    <a:cubicBezTo>
                      <a:pt x="471883" y="573932"/>
                      <a:pt x="469302" y="591708"/>
                      <a:pt x="456666" y="601041"/>
                    </a:cubicBezTo>
                    <a:cubicBezTo>
                      <a:pt x="444119" y="610462"/>
                      <a:pt x="426321" y="607796"/>
                      <a:pt x="416889" y="595264"/>
                    </a:cubicBezTo>
                    <a:lnTo>
                      <a:pt x="334487" y="484608"/>
                    </a:lnTo>
                    <a:cubicBezTo>
                      <a:pt x="329326" y="477586"/>
                      <a:pt x="327635" y="468609"/>
                      <a:pt x="329860" y="460254"/>
                    </a:cubicBezTo>
                    <a:cubicBezTo>
                      <a:pt x="361717" y="343110"/>
                      <a:pt x="354153" y="367552"/>
                      <a:pt x="366611" y="336088"/>
                    </a:cubicBezTo>
                    <a:cubicBezTo>
                      <a:pt x="372217" y="322045"/>
                      <a:pt x="372484" y="311913"/>
                      <a:pt x="370527" y="303291"/>
                    </a:cubicBezTo>
                    <a:cubicBezTo>
                      <a:pt x="369281" y="297692"/>
                      <a:pt x="364387" y="290848"/>
                      <a:pt x="363408" y="288982"/>
                    </a:cubicBezTo>
                    <a:close/>
                    <a:moveTo>
                      <a:pt x="194344" y="204164"/>
                    </a:moveTo>
                    <a:lnTo>
                      <a:pt x="209120" y="261753"/>
                    </a:lnTo>
                    <a:cubicBezTo>
                      <a:pt x="212236" y="273662"/>
                      <a:pt x="222027" y="275617"/>
                      <a:pt x="230216" y="278461"/>
                    </a:cubicBezTo>
                    <a:lnTo>
                      <a:pt x="249087" y="285037"/>
                    </a:lnTo>
                    <a:lnTo>
                      <a:pt x="304630" y="284860"/>
                    </a:lnTo>
                    <a:lnTo>
                      <a:pt x="236358" y="260953"/>
                    </a:lnTo>
                    <a:cubicBezTo>
                      <a:pt x="231551" y="259264"/>
                      <a:pt x="227457" y="256065"/>
                      <a:pt x="224697" y="251799"/>
                    </a:cubicBezTo>
                    <a:close/>
                    <a:moveTo>
                      <a:pt x="523243" y="188974"/>
                    </a:moveTo>
                    <a:cubicBezTo>
                      <a:pt x="564982" y="188974"/>
                      <a:pt x="598819" y="222763"/>
                      <a:pt x="598819" y="264444"/>
                    </a:cubicBezTo>
                    <a:cubicBezTo>
                      <a:pt x="598819" y="306125"/>
                      <a:pt x="564982" y="339914"/>
                      <a:pt x="523243" y="339914"/>
                    </a:cubicBezTo>
                    <a:cubicBezTo>
                      <a:pt x="481504" y="339914"/>
                      <a:pt x="447667" y="306125"/>
                      <a:pt x="447667" y="264444"/>
                    </a:cubicBezTo>
                    <a:cubicBezTo>
                      <a:pt x="447667" y="222763"/>
                      <a:pt x="481504" y="188974"/>
                      <a:pt x="523243" y="188974"/>
                    </a:cubicBezTo>
                    <a:close/>
                    <a:moveTo>
                      <a:pt x="187045" y="133599"/>
                    </a:moveTo>
                    <a:lnTo>
                      <a:pt x="221938" y="133866"/>
                    </a:lnTo>
                    <a:cubicBezTo>
                      <a:pt x="243034" y="134043"/>
                      <a:pt x="259946" y="151285"/>
                      <a:pt x="259679" y="172347"/>
                    </a:cubicBezTo>
                    <a:lnTo>
                      <a:pt x="259145" y="201409"/>
                    </a:lnTo>
                    <a:lnTo>
                      <a:pt x="258700" y="201231"/>
                    </a:lnTo>
                    <a:lnTo>
                      <a:pt x="232619" y="179813"/>
                    </a:lnTo>
                    <a:lnTo>
                      <a:pt x="258789" y="220872"/>
                    </a:lnTo>
                    <a:lnTo>
                      <a:pt x="322255" y="243090"/>
                    </a:lnTo>
                    <a:cubicBezTo>
                      <a:pt x="334093" y="247267"/>
                      <a:pt x="340324" y="260153"/>
                      <a:pt x="336140" y="271973"/>
                    </a:cubicBezTo>
                    <a:cubicBezTo>
                      <a:pt x="334004" y="278194"/>
                      <a:pt x="329287" y="282904"/>
                      <a:pt x="323679" y="285304"/>
                    </a:cubicBezTo>
                    <a:cubicBezTo>
                      <a:pt x="330533" y="286548"/>
                      <a:pt x="336853" y="290370"/>
                      <a:pt x="341036" y="296235"/>
                    </a:cubicBezTo>
                    <a:cubicBezTo>
                      <a:pt x="341125" y="296413"/>
                      <a:pt x="341214" y="296502"/>
                      <a:pt x="341392" y="296680"/>
                    </a:cubicBezTo>
                    <a:cubicBezTo>
                      <a:pt x="346466" y="304145"/>
                      <a:pt x="347534" y="313654"/>
                      <a:pt x="344241" y="322008"/>
                    </a:cubicBezTo>
                    <a:lnTo>
                      <a:pt x="282377" y="477890"/>
                    </a:lnTo>
                    <a:cubicBezTo>
                      <a:pt x="276858" y="491843"/>
                      <a:pt x="261103" y="498686"/>
                      <a:pt x="247128" y="493176"/>
                    </a:cubicBezTo>
                    <a:cubicBezTo>
                      <a:pt x="233153" y="487666"/>
                      <a:pt x="226300" y="471847"/>
                      <a:pt x="231818" y="457894"/>
                    </a:cubicBezTo>
                    <a:lnTo>
                      <a:pt x="278817" y="339338"/>
                    </a:lnTo>
                    <a:cubicBezTo>
                      <a:pt x="246416" y="339427"/>
                      <a:pt x="201910" y="339338"/>
                      <a:pt x="186244" y="338005"/>
                    </a:cubicBezTo>
                    <a:cubicBezTo>
                      <a:pt x="165593" y="337561"/>
                      <a:pt x="149126" y="320764"/>
                      <a:pt x="149126" y="300235"/>
                    </a:cubicBezTo>
                    <a:cubicBezTo>
                      <a:pt x="149037" y="286993"/>
                      <a:pt x="148770" y="186034"/>
                      <a:pt x="148770" y="171636"/>
                    </a:cubicBezTo>
                    <a:cubicBezTo>
                      <a:pt x="148681" y="150574"/>
                      <a:pt x="165860" y="133510"/>
                      <a:pt x="187045" y="133599"/>
                    </a:cubicBezTo>
                    <a:close/>
                    <a:moveTo>
                      <a:pt x="232443" y="0"/>
                    </a:moveTo>
                    <a:cubicBezTo>
                      <a:pt x="264323" y="0"/>
                      <a:pt x="290166" y="25812"/>
                      <a:pt x="290166" y="57652"/>
                    </a:cubicBezTo>
                    <a:cubicBezTo>
                      <a:pt x="290166" y="89492"/>
                      <a:pt x="264323" y="115304"/>
                      <a:pt x="232443" y="115304"/>
                    </a:cubicBezTo>
                    <a:cubicBezTo>
                      <a:pt x="200563" y="115304"/>
                      <a:pt x="174720" y="89492"/>
                      <a:pt x="174720" y="57652"/>
                    </a:cubicBezTo>
                    <a:cubicBezTo>
                      <a:pt x="174720" y="25812"/>
                      <a:pt x="200563" y="0"/>
                      <a:pt x="232443" y="0"/>
                    </a:cubicBezTo>
                    <a:close/>
                  </a:path>
                </a:pathLst>
              </a:cu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组合 5">
              <a:extLst>
                <a:ext uri="{FF2B5EF4-FFF2-40B4-BE49-F238E27FC236}">
                  <a16:creationId xmlns:a16="http://schemas.microsoft.com/office/drawing/2014/main" id="{764A20A0-8643-AF25-1F3C-0BA48A5E41B7}"/>
                </a:ext>
              </a:extLst>
            </p:cNvPr>
            <p:cNvGrpSpPr/>
            <p:nvPr/>
          </p:nvGrpSpPr>
          <p:grpSpPr>
            <a:xfrm>
              <a:off x="4986634" y="1226547"/>
              <a:ext cx="4050496" cy="1508110"/>
              <a:chOff x="5750560" y="1226547"/>
              <a:chExt cx="4050496" cy="1508110"/>
            </a:xfrm>
          </p:grpSpPr>
          <p:sp>
            <p:nvSpPr>
              <p:cNvPr id="63" name="Text3">
                <a:extLst>
                  <a:ext uri="{FF2B5EF4-FFF2-40B4-BE49-F238E27FC236}">
                    <a16:creationId xmlns:a16="http://schemas.microsoft.com/office/drawing/2014/main" id="{E0FFEEE2-43A2-1160-ECF1-25FA088C88DC}"/>
                  </a:ext>
                </a:extLst>
              </p:cNvPr>
              <p:cNvSpPr txBox="1"/>
              <p:nvPr/>
            </p:nvSpPr>
            <p:spPr>
              <a:xfrm flipH="1">
                <a:off x="5991516" y="1467507"/>
                <a:ext cx="3809540" cy="1267150"/>
              </a:xfrm>
              <a:prstGeom prst="roundRect">
                <a:avLst>
                  <a:gd name="adj" fmla="val 767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sym typeface="Arial" panose="020B0604020202020204" pitchFamily="34" charset="0"/>
                </a:endParaRPr>
              </a:p>
            </p:txBody>
          </p:sp>
          <p:sp>
            <p:nvSpPr>
              <p:cNvPr id="64" name="ïŝlíḑé">
                <a:extLst>
                  <a:ext uri="{FF2B5EF4-FFF2-40B4-BE49-F238E27FC236}">
                    <a16:creationId xmlns:a16="http://schemas.microsoft.com/office/drawing/2014/main" id="{E62296ED-B8F6-204E-1177-803623E1F757}"/>
                  </a:ext>
                </a:extLst>
              </p:cNvPr>
              <p:cNvSpPr/>
              <p:nvPr/>
            </p:nvSpPr>
            <p:spPr>
              <a:xfrm>
                <a:off x="5750560" y="1226547"/>
                <a:ext cx="668714" cy="668712"/>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8F8F8"/>
                  </a:solidFill>
                  <a:sym typeface="Arial" panose="020B0604020202020204" pitchFamily="34" charset="0"/>
                </a:endParaRPr>
              </a:p>
            </p:txBody>
          </p:sp>
          <p:sp>
            <p:nvSpPr>
              <p:cNvPr id="65" name="文本框 64">
                <a:extLst>
                  <a:ext uri="{FF2B5EF4-FFF2-40B4-BE49-F238E27FC236}">
                    <a16:creationId xmlns:a16="http://schemas.microsoft.com/office/drawing/2014/main" id="{364D98EF-6A38-F1C6-F9B3-2AE0735C6E79}"/>
                  </a:ext>
                </a:extLst>
              </p:cNvPr>
              <p:cNvSpPr txBox="1"/>
              <p:nvPr/>
            </p:nvSpPr>
            <p:spPr>
              <a:xfrm>
                <a:off x="6392836" y="1953343"/>
                <a:ext cx="3218524"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66" name="文本框 65">
                <a:extLst>
                  <a:ext uri="{FF2B5EF4-FFF2-40B4-BE49-F238E27FC236}">
                    <a16:creationId xmlns:a16="http://schemas.microsoft.com/office/drawing/2014/main" id="{22E1DC82-B032-3BAA-1ADA-4A46F6AF0D86}"/>
                  </a:ext>
                </a:extLst>
              </p:cNvPr>
              <p:cNvSpPr txBox="1"/>
              <p:nvPr/>
            </p:nvSpPr>
            <p:spPr>
              <a:xfrm>
                <a:off x="6392836" y="1613265"/>
                <a:ext cx="2878155"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促进部门间合作</a:t>
                </a:r>
              </a:p>
            </p:txBody>
          </p:sp>
          <p:sp>
            <p:nvSpPr>
              <p:cNvPr id="80" name="quill-and-inkwell_65604">
                <a:extLst>
                  <a:ext uri="{FF2B5EF4-FFF2-40B4-BE49-F238E27FC236}">
                    <a16:creationId xmlns:a16="http://schemas.microsoft.com/office/drawing/2014/main" id="{A82D43B1-3A95-3F3D-4ADD-AE6A34CE8DFD}"/>
                  </a:ext>
                </a:extLst>
              </p:cNvPr>
              <p:cNvSpPr/>
              <p:nvPr/>
            </p:nvSpPr>
            <p:spPr>
              <a:xfrm>
                <a:off x="5930762" y="1399691"/>
                <a:ext cx="308310" cy="322424"/>
              </a:xfrm>
              <a:custGeom>
                <a:avLst/>
                <a:gdLst>
                  <a:gd name="connsiteX0" fmla="*/ 436403 w 577517"/>
                  <a:gd name="connsiteY0" fmla="*/ 387814 h 603956"/>
                  <a:gd name="connsiteX1" fmla="*/ 515955 w 577517"/>
                  <a:gd name="connsiteY1" fmla="*/ 387814 h 603956"/>
                  <a:gd name="connsiteX2" fmla="*/ 533702 w 577517"/>
                  <a:gd name="connsiteY2" fmla="*/ 405537 h 603956"/>
                  <a:gd name="connsiteX3" fmla="*/ 521788 w 577517"/>
                  <a:gd name="connsiteY3" fmla="*/ 422268 h 603956"/>
                  <a:gd name="connsiteX4" fmla="*/ 521788 w 577517"/>
                  <a:gd name="connsiteY4" fmla="*/ 436396 h 603956"/>
                  <a:gd name="connsiteX5" fmla="*/ 522284 w 577517"/>
                  <a:gd name="connsiteY5" fmla="*/ 436396 h 603956"/>
                  <a:gd name="connsiteX6" fmla="*/ 566714 w 577517"/>
                  <a:gd name="connsiteY6" fmla="*/ 480765 h 603956"/>
                  <a:gd name="connsiteX7" fmla="*/ 566714 w 577517"/>
                  <a:gd name="connsiteY7" fmla="*/ 559587 h 603956"/>
                  <a:gd name="connsiteX8" fmla="*/ 522284 w 577517"/>
                  <a:gd name="connsiteY8" fmla="*/ 603956 h 603956"/>
                  <a:gd name="connsiteX9" fmla="*/ 429949 w 577517"/>
                  <a:gd name="connsiteY9" fmla="*/ 603956 h 603956"/>
                  <a:gd name="connsiteX10" fmla="*/ 385643 w 577517"/>
                  <a:gd name="connsiteY10" fmla="*/ 559587 h 603956"/>
                  <a:gd name="connsiteX11" fmla="*/ 385643 w 577517"/>
                  <a:gd name="connsiteY11" fmla="*/ 480765 h 603956"/>
                  <a:gd name="connsiteX12" fmla="*/ 429949 w 577517"/>
                  <a:gd name="connsiteY12" fmla="*/ 436396 h 603956"/>
                  <a:gd name="connsiteX13" fmla="*/ 430445 w 577517"/>
                  <a:gd name="connsiteY13" fmla="*/ 436396 h 603956"/>
                  <a:gd name="connsiteX14" fmla="*/ 430445 w 577517"/>
                  <a:gd name="connsiteY14" fmla="*/ 422268 h 603956"/>
                  <a:gd name="connsiteX15" fmla="*/ 418655 w 577517"/>
                  <a:gd name="connsiteY15" fmla="*/ 405537 h 603956"/>
                  <a:gd name="connsiteX16" fmla="*/ 436403 w 577517"/>
                  <a:gd name="connsiteY16" fmla="*/ 387814 h 603956"/>
                  <a:gd name="connsiteX17" fmla="*/ 559157 w 577517"/>
                  <a:gd name="connsiteY17" fmla="*/ 112 h 603956"/>
                  <a:gd name="connsiteX18" fmla="*/ 573057 w 577517"/>
                  <a:gd name="connsiteY18" fmla="*/ 5316 h 603956"/>
                  <a:gd name="connsiteX19" fmla="*/ 577276 w 577517"/>
                  <a:gd name="connsiteY19" fmla="*/ 19565 h 603956"/>
                  <a:gd name="connsiteX20" fmla="*/ 449571 w 577517"/>
                  <a:gd name="connsiteY20" fmla="*/ 308641 h 603956"/>
                  <a:gd name="connsiteX21" fmla="*/ 442249 w 577517"/>
                  <a:gd name="connsiteY21" fmla="*/ 313969 h 603956"/>
                  <a:gd name="connsiteX22" fmla="*/ 338620 w 577517"/>
                  <a:gd name="connsiteY22" fmla="*/ 342344 h 603956"/>
                  <a:gd name="connsiteX23" fmla="*/ 376596 w 577517"/>
                  <a:gd name="connsiteY23" fmla="*/ 349778 h 603956"/>
                  <a:gd name="connsiteX24" fmla="*/ 389876 w 577517"/>
                  <a:gd name="connsiteY24" fmla="*/ 361426 h 603956"/>
                  <a:gd name="connsiteX25" fmla="*/ 385160 w 577517"/>
                  <a:gd name="connsiteY25" fmla="*/ 378401 h 603956"/>
                  <a:gd name="connsiteX26" fmla="*/ 86933 w 577517"/>
                  <a:gd name="connsiteY26" fmla="*/ 504662 h 603956"/>
                  <a:gd name="connsiteX27" fmla="*/ 32326 w 577517"/>
                  <a:gd name="connsiteY27" fmla="*/ 572564 h 603956"/>
                  <a:gd name="connsiteX28" fmla="*/ 17681 w 577517"/>
                  <a:gd name="connsiteY28" fmla="*/ 580246 h 603956"/>
                  <a:gd name="connsiteX29" fmla="*/ 7629 w 577517"/>
                  <a:gd name="connsiteY29" fmla="*/ 577148 h 603956"/>
                  <a:gd name="connsiteX30" fmla="*/ 307 w 577517"/>
                  <a:gd name="connsiteY30" fmla="*/ 565749 h 603956"/>
                  <a:gd name="connsiteX31" fmla="*/ 3037 w 577517"/>
                  <a:gd name="connsiteY31" fmla="*/ 552491 h 603956"/>
                  <a:gd name="connsiteX32" fmla="*/ 63104 w 577517"/>
                  <a:gd name="connsiteY32" fmla="*/ 477899 h 603956"/>
                  <a:gd name="connsiteX33" fmla="*/ 88918 w 577517"/>
                  <a:gd name="connsiteY33" fmla="*/ 377657 h 603956"/>
                  <a:gd name="connsiteX34" fmla="*/ 216375 w 577517"/>
                  <a:gd name="connsiteY34" fmla="*/ 168997 h 603956"/>
                  <a:gd name="connsiteX35" fmla="*/ 234247 w 577517"/>
                  <a:gd name="connsiteY35" fmla="*/ 165280 h 603956"/>
                  <a:gd name="connsiteX36" fmla="*/ 245292 w 577517"/>
                  <a:gd name="connsiteY36" fmla="*/ 179653 h 603956"/>
                  <a:gd name="connsiteX37" fmla="*/ 258696 w 577517"/>
                  <a:gd name="connsiteY37" fmla="*/ 215339 h 603956"/>
                  <a:gd name="connsiteX38" fmla="*/ 271230 w 577517"/>
                  <a:gd name="connsiteY38" fmla="*/ 120302 h 603956"/>
                  <a:gd name="connsiteX39" fmla="*/ 276443 w 577517"/>
                  <a:gd name="connsiteY39" fmla="*/ 112991 h 603956"/>
                  <a:gd name="connsiteX40" fmla="*/ 373121 w 577517"/>
                  <a:gd name="connsiteY40" fmla="*/ 51905 h 603956"/>
                  <a:gd name="connsiteX41" fmla="*/ 387518 w 577517"/>
                  <a:gd name="connsiteY41" fmla="*/ 52153 h 603956"/>
                  <a:gd name="connsiteX42" fmla="*/ 396330 w 577517"/>
                  <a:gd name="connsiteY42" fmla="*/ 63428 h 603956"/>
                  <a:gd name="connsiteX43" fmla="*/ 401914 w 577517"/>
                  <a:gd name="connsiteY43" fmla="*/ 95644 h 603956"/>
                  <a:gd name="connsiteX44" fmla="*/ 404024 w 577517"/>
                  <a:gd name="connsiteY44" fmla="*/ 48312 h 603956"/>
                  <a:gd name="connsiteX45" fmla="*/ 414573 w 577517"/>
                  <a:gd name="connsiteY45" fmla="*/ 34310 h 603956"/>
                  <a:gd name="connsiteX46" fmla="*/ 559157 w 577517"/>
                  <a:gd name="connsiteY46" fmla="*/ 112 h 603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77517" h="603956">
                    <a:moveTo>
                      <a:pt x="436403" y="387814"/>
                    </a:moveTo>
                    <a:lnTo>
                      <a:pt x="515955" y="387814"/>
                    </a:lnTo>
                    <a:cubicBezTo>
                      <a:pt x="525759" y="387814"/>
                      <a:pt x="533702" y="395746"/>
                      <a:pt x="533702" y="405537"/>
                    </a:cubicBezTo>
                    <a:cubicBezTo>
                      <a:pt x="533702" y="413345"/>
                      <a:pt x="528738" y="419789"/>
                      <a:pt x="521788" y="422268"/>
                    </a:cubicBezTo>
                    <a:lnTo>
                      <a:pt x="521788" y="436396"/>
                    </a:lnTo>
                    <a:lnTo>
                      <a:pt x="522284" y="436396"/>
                    </a:lnTo>
                    <a:cubicBezTo>
                      <a:pt x="546857" y="436396"/>
                      <a:pt x="566714" y="456350"/>
                      <a:pt x="566714" y="480765"/>
                    </a:cubicBezTo>
                    <a:lnTo>
                      <a:pt x="566714" y="559587"/>
                    </a:lnTo>
                    <a:cubicBezTo>
                      <a:pt x="566714" y="584126"/>
                      <a:pt x="546857" y="603956"/>
                      <a:pt x="522284" y="603956"/>
                    </a:cubicBezTo>
                    <a:lnTo>
                      <a:pt x="429949" y="603956"/>
                    </a:lnTo>
                    <a:cubicBezTo>
                      <a:pt x="405500" y="603956"/>
                      <a:pt x="385643" y="584126"/>
                      <a:pt x="385643" y="559587"/>
                    </a:cubicBezTo>
                    <a:lnTo>
                      <a:pt x="385643" y="480765"/>
                    </a:lnTo>
                    <a:cubicBezTo>
                      <a:pt x="385643" y="456350"/>
                      <a:pt x="405500" y="436396"/>
                      <a:pt x="429949" y="436396"/>
                    </a:cubicBezTo>
                    <a:lnTo>
                      <a:pt x="430445" y="436396"/>
                    </a:lnTo>
                    <a:lnTo>
                      <a:pt x="430445" y="422268"/>
                    </a:lnTo>
                    <a:cubicBezTo>
                      <a:pt x="423620" y="419789"/>
                      <a:pt x="418655" y="413345"/>
                      <a:pt x="418655" y="405537"/>
                    </a:cubicBezTo>
                    <a:cubicBezTo>
                      <a:pt x="418655" y="395746"/>
                      <a:pt x="426598" y="387814"/>
                      <a:pt x="436403" y="387814"/>
                    </a:cubicBezTo>
                    <a:close/>
                    <a:moveTo>
                      <a:pt x="559157" y="112"/>
                    </a:moveTo>
                    <a:cubicBezTo>
                      <a:pt x="564369" y="-508"/>
                      <a:pt x="569458" y="1475"/>
                      <a:pt x="573057" y="5316"/>
                    </a:cubicBezTo>
                    <a:cubicBezTo>
                      <a:pt x="576656" y="9157"/>
                      <a:pt x="578145" y="14361"/>
                      <a:pt x="577276" y="19565"/>
                    </a:cubicBezTo>
                    <a:cubicBezTo>
                      <a:pt x="570078" y="57976"/>
                      <a:pt x="539548" y="192292"/>
                      <a:pt x="449571" y="308641"/>
                    </a:cubicBezTo>
                    <a:cubicBezTo>
                      <a:pt x="447710" y="311119"/>
                      <a:pt x="445103" y="312978"/>
                      <a:pt x="442249" y="313969"/>
                    </a:cubicBezTo>
                    <a:cubicBezTo>
                      <a:pt x="402039" y="328714"/>
                      <a:pt x="367289" y="338255"/>
                      <a:pt x="338620" y="342344"/>
                    </a:cubicBezTo>
                    <a:cubicBezTo>
                      <a:pt x="350410" y="345194"/>
                      <a:pt x="363193" y="347796"/>
                      <a:pt x="376596" y="349778"/>
                    </a:cubicBezTo>
                    <a:cubicBezTo>
                      <a:pt x="382926" y="350769"/>
                      <a:pt x="388015" y="355230"/>
                      <a:pt x="389876" y="361426"/>
                    </a:cubicBezTo>
                    <a:cubicBezTo>
                      <a:pt x="391738" y="367497"/>
                      <a:pt x="389876" y="374064"/>
                      <a:pt x="385160" y="378401"/>
                    </a:cubicBezTo>
                    <a:cubicBezTo>
                      <a:pt x="303746" y="451878"/>
                      <a:pt x="203468" y="494378"/>
                      <a:pt x="86933" y="504662"/>
                    </a:cubicBezTo>
                    <a:cubicBezTo>
                      <a:pt x="51935" y="544313"/>
                      <a:pt x="32574" y="572316"/>
                      <a:pt x="32326" y="572564"/>
                    </a:cubicBezTo>
                    <a:cubicBezTo>
                      <a:pt x="28975" y="577396"/>
                      <a:pt x="23514" y="580246"/>
                      <a:pt x="17681" y="580246"/>
                    </a:cubicBezTo>
                    <a:cubicBezTo>
                      <a:pt x="14082" y="580246"/>
                      <a:pt x="10607" y="579131"/>
                      <a:pt x="7629" y="577148"/>
                    </a:cubicBezTo>
                    <a:cubicBezTo>
                      <a:pt x="3782" y="574422"/>
                      <a:pt x="1175" y="570457"/>
                      <a:pt x="307" y="565749"/>
                    </a:cubicBezTo>
                    <a:cubicBezTo>
                      <a:pt x="-562" y="561040"/>
                      <a:pt x="431" y="556332"/>
                      <a:pt x="3037" y="552491"/>
                    </a:cubicBezTo>
                    <a:cubicBezTo>
                      <a:pt x="3906" y="551252"/>
                      <a:pt x="24880" y="520770"/>
                      <a:pt x="63104" y="477899"/>
                    </a:cubicBezTo>
                    <a:cubicBezTo>
                      <a:pt x="66579" y="455843"/>
                      <a:pt x="73902" y="420405"/>
                      <a:pt x="88918" y="377657"/>
                    </a:cubicBezTo>
                    <a:cubicBezTo>
                      <a:pt x="109148" y="320040"/>
                      <a:pt x="142656" y="242846"/>
                      <a:pt x="216375" y="168997"/>
                    </a:cubicBezTo>
                    <a:cubicBezTo>
                      <a:pt x="221091" y="164289"/>
                      <a:pt x="228166" y="162802"/>
                      <a:pt x="234247" y="165280"/>
                    </a:cubicBezTo>
                    <a:cubicBezTo>
                      <a:pt x="240452" y="167758"/>
                      <a:pt x="241817" y="172219"/>
                      <a:pt x="245292" y="179653"/>
                    </a:cubicBezTo>
                    <a:cubicBezTo>
                      <a:pt x="249760" y="189318"/>
                      <a:pt x="258696" y="215339"/>
                      <a:pt x="258696" y="215339"/>
                    </a:cubicBezTo>
                    <a:cubicBezTo>
                      <a:pt x="256214" y="191053"/>
                      <a:pt x="255965" y="162678"/>
                      <a:pt x="271230" y="120302"/>
                    </a:cubicBezTo>
                    <a:cubicBezTo>
                      <a:pt x="272347" y="117452"/>
                      <a:pt x="274085" y="114850"/>
                      <a:pt x="276443" y="112991"/>
                    </a:cubicBezTo>
                    <a:cubicBezTo>
                      <a:pt x="301512" y="92918"/>
                      <a:pt x="330429" y="71730"/>
                      <a:pt x="373121" y="51905"/>
                    </a:cubicBezTo>
                    <a:cubicBezTo>
                      <a:pt x="377713" y="49798"/>
                      <a:pt x="383050" y="49922"/>
                      <a:pt x="387518" y="52153"/>
                    </a:cubicBezTo>
                    <a:cubicBezTo>
                      <a:pt x="391986" y="54383"/>
                      <a:pt x="395213" y="58596"/>
                      <a:pt x="396330" y="63428"/>
                    </a:cubicBezTo>
                    <a:cubicBezTo>
                      <a:pt x="397447" y="69004"/>
                      <a:pt x="401914" y="95644"/>
                      <a:pt x="401914" y="95644"/>
                    </a:cubicBezTo>
                    <a:cubicBezTo>
                      <a:pt x="401914" y="95644"/>
                      <a:pt x="403155" y="58224"/>
                      <a:pt x="404024" y="48312"/>
                    </a:cubicBezTo>
                    <a:cubicBezTo>
                      <a:pt x="404645" y="41992"/>
                      <a:pt x="408740" y="36540"/>
                      <a:pt x="414573" y="34310"/>
                    </a:cubicBezTo>
                    <a:cubicBezTo>
                      <a:pt x="459376" y="17335"/>
                      <a:pt x="507901" y="5811"/>
                      <a:pt x="559157" y="112"/>
                    </a:cubicBezTo>
                    <a:close/>
                  </a:path>
                </a:pathLst>
              </a:cu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组合 6">
              <a:extLst>
                <a:ext uri="{FF2B5EF4-FFF2-40B4-BE49-F238E27FC236}">
                  <a16:creationId xmlns:a16="http://schemas.microsoft.com/office/drawing/2014/main" id="{AEE8C836-BC17-C4D0-C59A-83741355DCFD}"/>
                </a:ext>
              </a:extLst>
            </p:cNvPr>
            <p:cNvGrpSpPr/>
            <p:nvPr/>
          </p:nvGrpSpPr>
          <p:grpSpPr>
            <a:xfrm>
              <a:off x="4986634" y="2952939"/>
              <a:ext cx="4050496" cy="1508110"/>
              <a:chOff x="5750560" y="2952939"/>
              <a:chExt cx="4050496" cy="1508110"/>
            </a:xfrm>
          </p:grpSpPr>
          <p:sp>
            <p:nvSpPr>
              <p:cNvPr id="67" name="Text3">
                <a:extLst>
                  <a:ext uri="{FF2B5EF4-FFF2-40B4-BE49-F238E27FC236}">
                    <a16:creationId xmlns:a16="http://schemas.microsoft.com/office/drawing/2014/main" id="{16EEA269-C4E5-8CDE-AB55-52F40E498012}"/>
                  </a:ext>
                </a:extLst>
              </p:cNvPr>
              <p:cNvSpPr txBox="1"/>
              <p:nvPr/>
            </p:nvSpPr>
            <p:spPr>
              <a:xfrm flipH="1">
                <a:off x="5991516" y="3193899"/>
                <a:ext cx="3809540" cy="1267150"/>
              </a:xfrm>
              <a:prstGeom prst="roundRect">
                <a:avLst>
                  <a:gd name="adj" fmla="val 7675"/>
                </a:avLst>
              </a:prstGeom>
              <a:solidFill>
                <a:schemeClr val="bg1"/>
              </a:solidFill>
              <a:ln w="15875" cap="rnd">
                <a:noFill/>
                <a:prstDash val="solid"/>
                <a:round/>
                <a:headEnd/>
                <a:tailEnd/>
              </a:ln>
              <a:effectLst>
                <a:outerShdw blurRad="139700" dist="38100" dir="2700000" algn="tl"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lnSpc>
                    <a:spcPct val="120000"/>
                  </a:lnSpc>
                  <a:defRPr sz="1200">
                    <a:solidFill>
                      <a:schemeClr val="tx1"/>
                    </a:solidFill>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ltLang="zh-CN" dirty="0">
                  <a:sym typeface="Arial" panose="020B0604020202020204" pitchFamily="34" charset="0"/>
                </a:endParaRPr>
              </a:p>
            </p:txBody>
          </p:sp>
          <p:sp>
            <p:nvSpPr>
              <p:cNvPr id="68" name="ïŝlíḑé">
                <a:extLst>
                  <a:ext uri="{FF2B5EF4-FFF2-40B4-BE49-F238E27FC236}">
                    <a16:creationId xmlns:a16="http://schemas.microsoft.com/office/drawing/2014/main" id="{86B27688-BCD9-797E-430F-FA3BB9652EAB}"/>
                  </a:ext>
                </a:extLst>
              </p:cNvPr>
              <p:cNvSpPr/>
              <p:nvPr/>
            </p:nvSpPr>
            <p:spPr>
              <a:xfrm>
                <a:off x="5750560" y="2952939"/>
                <a:ext cx="668714" cy="668712"/>
              </a:xfrm>
              <a:prstGeom prst="roundRect">
                <a:avLst>
                  <a:gd name="adj" fmla="val 50000"/>
                </a:avLst>
              </a:prstGeom>
              <a:gradFill flip="none" rotWithShape="1">
                <a:gsLst>
                  <a:gs pos="0">
                    <a:schemeClr val="accent1"/>
                  </a:gs>
                  <a:gs pos="3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sz="2000" b="1" dirty="0">
                  <a:solidFill>
                    <a:srgbClr val="F8F8F8"/>
                  </a:solidFill>
                  <a:sym typeface="Arial" panose="020B0604020202020204" pitchFamily="34" charset="0"/>
                </a:endParaRPr>
              </a:p>
            </p:txBody>
          </p:sp>
          <p:sp>
            <p:nvSpPr>
              <p:cNvPr id="69" name="文本框 68">
                <a:extLst>
                  <a:ext uri="{FF2B5EF4-FFF2-40B4-BE49-F238E27FC236}">
                    <a16:creationId xmlns:a16="http://schemas.microsoft.com/office/drawing/2014/main" id="{863258A1-FD41-05B2-2CCE-55BA372FC9A1}"/>
                  </a:ext>
                </a:extLst>
              </p:cNvPr>
              <p:cNvSpPr txBox="1"/>
              <p:nvPr/>
            </p:nvSpPr>
            <p:spPr>
              <a:xfrm>
                <a:off x="6392836" y="3679735"/>
                <a:ext cx="3218524" cy="664028"/>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70" name="文本框 69">
                <a:extLst>
                  <a:ext uri="{FF2B5EF4-FFF2-40B4-BE49-F238E27FC236}">
                    <a16:creationId xmlns:a16="http://schemas.microsoft.com/office/drawing/2014/main" id="{B1B1CA3C-C71E-57E6-760B-F0CC0C2725C6}"/>
                  </a:ext>
                </a:extLst>
              </p:cNvPr>
              <p:cNvSpPr txBox="1"/>
              <p:nvPr/>
            </p:nvSpPr>
            <p:spPr>
              <a:xfrm>
                <a:off x="6392836" y="3339657"/>
                <a:ext cx="2878155" cy="369332"/>
              </a:xfrm>
              <a:prstGeom prst="rect">
                <a:avLst/>
              </a:prstGeom>
              <a:noFill/>
            </p:spPr>
            <p:txBody>
              <a:bodyPr wrap="square">
                <a:spAutoFit/>
              </a:bodyPr>
              <a:lstStyle/>
              <a:p>
                <a:r>
                  <a:rPr lang="zh-CN" altLang="en-US" b="1" dirty="0">
                    <a:gradFill flip="none" rotWithShape="1">
                      <a:gsLst>
                        <a:gs pos="0">
                          <a:schemeClr val="accent1"/>
                        </a:gs>
                        <a:gs pos="11000">
                          <a:schemeClr val="accent1">
                            <a:lumMod val="75000"/>
                          </a:schemeClr>
                        </a:gs>
                      </a:gsLst>
                      <a:lin ang="2700000" scaled="1"/>
                      <a:tileRect/>
                    </a:gradFill>
                    <a:latin typeface="+mj-ea"/>
                    <a:ea typeface="+mj-ea"/>
                  </a:rPr>
                  <a:t>营造积极氛围</a:t>
                </a:r>
              </a:p>
            </p:txBody>
          </p:sp>
          <p:sp>
            <p:nvSpPr>
              <p:cNvPr id="81" name="puzzle-black-piece-shape_43074">
                <a:extLst>
                  <a:ext uri="{FF2B5EF4-FFF2-40B4-BE49-F238E27FC236}">
                    <a16:creationId xmlns:a16="http://schemas.microsoft.com/office/drawing/2014/main" id="{0FBE6E5F-565D-9FDE-4CBA-3578ED749B80}"/>
                  </a:ext>
                </a:extLst>
              </p:cNvPr>
              <p:cNvSpPr/>
              <p:nvPr/>
            </p:nvSpPr>
            <p:spPr>
              <a:xfrm>
                <a:off x="5923705" y="3140070"/>
                <a:ext cx="322424" cy="294451"/>
              </a:xfrm>
              <a:custGeom>
                <a:avLst/>
                <a:gdLst>
                  <a:gd name="T0" fmla="*/ 313 w 421"/>
                  <a:gd name="T1" fmla="*/ 316 h 385"/>
                  <a:gd name="T2" fmla="*/ 316 w 421"/>
                  <a:gd name="T3" fmla="*/ 281 h 385"/>
                  <a:gd name="T4" fmla="*/ 260 w 421"/>
                  <a:gd name="T5" fmla="*/ 252 h 385"/>
                  <a:gd name="T6" fmla="*/ 230 w 421"/>
                  <a:gd name="T7" fmla="*/ 308 h 385"/>
                  <a:gd name="T8" fmla="*/ 253 w 421"/>
                  <a:gd name="T9" fmla="*/ 335 h 385"/>
                  <a:gd name="T10" fmla="*/ 259 w 421"/>
                  <a:gd name="T11" fmla="*/ 354 h 385"/>
                  <a:gd name="T12" fmla="*/ 159 w 421"/>
                  <a:gd name="T13" fmla="*/ 385 h 385"/>
                  <a:gd name="T14" fmla="*/ 120 w 421"/>
                  <a:gd name="T15" fmla="*/ 261 h 385"/>
                  <a:gd name="T16" fmla="*/ 105 w 421"/>
                  <a:gd name="T17" fmla="*/ 266 h 385"/>
                  <a:gd name="T18" fmla="*/ 74 w 421"/>
                  <a:gd name="T19" fmla="*/ 292 h 385"/>
                  <a:gd name="T20" fmla="*/ 8 w 421"/>
                  <a:gd name="T21" fmla="*/ 258 h 385"/>
                  <a:gd name="T22" fmla="*/ 43 w 421"/>
                  <a:gd name="T23" fmla="*/ 193 h 385"/>
                  <a:gd name="T24" fmla="*/ 83 w 421"/>
                  <a:gd name="T25" fmla="*/ 197 h 385"/>
                  <a:gd name="T26" fmla="*/ 99 w 421"/>
                  <a:gd name="T27" fmla="*/ 192 h 385"/>
                  <a:gd name="T28" fmla="*/ 64 w 421"/>
                  <a:gd name="T29" fmla="*/ 81 h 385"/>
                  <a:gd name="T30" fmla="*/ 164 w 421"/>
                  <a:gd name="T31" fmla="*/ 50 h 385"/>
                  <a:gd name="T32" fmla="*/ 169 w 421"/>
                  <a:gd name="T33" fmla="*/ 65 h 385"/>
                  <a:gd name="T34" fmla="*/ 166 w 421"/>
                  <a:gd name="T35" fmla="*/ 100 h 385"/>
                  <a:gd name="T36" fmla="*/ 222 w 421"/>
                  <a:gd name="T37" fmla="*/ 129 h 385"/>
                  <a:gd name="T38" fmla="*/ 251 w 421"/>
                  <a:gd name="T39" fmla="*/ 73 h 385"/>
                  <a:gd name="T40" fmla="*/ 229 w 421"/>
                  <a:gd name="T41" fmla="*/ 47 h 385"/>
                  <a:gd name="T42" fmla="*/ 224 w 421"/>
                  <a:gd name="T43" fmla="*/ 31 h 385"/>
                  <a:gd name="T44" fmla="*/ 326 w 421"/>
                  <a:gd name="T45" fmla="*/ 0 h 385"/>
                  <a:gd name="T46" fmla="*/ 362 w 421"/>
                  <a:gd name="T47" fmla="*/ 116 h 385"/>
                  <a:gd name="T48" fmla="*/ 352 w 421"/>
                  <a:gd name="T49" fmla="*/ 119 h 385"/>
                  <a:gd name="T50" fmla="*/ 317 w 421"/>
                  <a:gd name="T51" fmla="*/ 116 h 385"/>
                  <a:gd name="T52" fmla="*/ 287 w 421"/>
                  <a:gd name="T53" fmla="*/ 172 h 385"/>
                  <a:gd name="T54" fmla="*/ 344 w 421"/>
                  <a:gd name="T55" fmla="*/ 202 h 385"/>
                  <a:gd name="T56" fmla="*/ 370 w 421"/>
                  <a:gd name="T57" fmla="*/ 179 h 385"/>
                  <a:gd name="T58" fmla="*/ 381 w 421"/>
                  <a:gd name="T59" fmla="*/ 176 h 385"/>
                  <a:gd name="T60" fmla="*/ 421 w 421"/>
                  <a:gd name="T61" fmla="*/ 303 h 385"/>
                  <a:gd name="T62" fmla="*/ 319 w 421"/>
                  <a:gd name="T63" fmla="*/ 335 h 385"/>
                  <a:gd name="T64" fmla="*/ 313 w 421"/>
                  <a:gd name="T65" fmla="*/ 316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21" h="385">
                    <a:moveTo>
                      <a:pt x="313" y="316"/>
                    </a:moveTo>
                    <a:cubicBezTo>
                      <a:pt x="318" y="306"/>
                      <a:pt x="320" y="293"/>
                      <a:pt x="316" y="281"/>
                    </a:cubicBezTo>
                    <a:cubicBezTo>
                      <a:pt x="309" y="258"/>
                      <a:pt x="284" y="244"/>
                      <a:pt x="260" y="252"/>
                    </a:cubicBezTo>
                    <a:cubicBezTo>
                      <a:pt x="236" y="259"/>
                      <a:pt x="223" y="284"/>
                      <a:pt x="230" y="308"/>
                    </a:cubicBezTo>
                    <a:cubicBezTo>
                      <a:pt x="234" y="320"/>
                      <a:pt x="243" y="329"/>
                      <a:pt x="253" y="335"/>
                    </a:cubicBezTo>
                    <a:lnTo>
                      <a:pt x="259" y="354"/>
                    </a:lnTo>
                    <a:lnTo>
                      <a:pt x="159" y="385"/>
                    </a:lnTo>
                    <a:lnTo>
                      <a:pt x="120" y="261"/>
                    </a:lnTo>
                    <a:lnTo>
                      <a:pt x="105" y="266"/>
                    </a:lnTo>
                    <a:cubicBezTo>
                      <a:pt x="98" y="278"/>
                      <a:pt x="88" y="288"/>
                      <a:pt x="74" y="292"/>
                    </a:cubicBezTo>
                    <a:cubicBezTo>
                      <a:pt x="46" y="301"/>
                      <a:pt x="17" y="286"/>
                      <a:pt x="8" y="258"/>
                    </a:cubicBezTo>
                    <a:cubicBezTo>
                      <a:pt x="0" y="231"/>
                      <a:pt x="15" y="201"/>
                      <a:pt x="43" y="193"/>
                    </a:cubicBezTo>
                    <a:cubicBezTo>
                      <a:pt x="57" y="189"/>
                      <a:pt x="71" y="190"/>
                      <a:pt x="83" y="197"/>
                    </a:cubicBezTo>
                    <a:lnTo>
                      <a:pt x="99" y="192"/>
                    </a:lnTo>
                    <a:lnTo>
                      <a:pt x="64" y="81"/>
                    </a:lnTo>
                    <a:lnTo>
                      <a:pt x="164" y="50"/>
                    </a:lnTo>
                    <a:lnTo>
                      <a:pt x="169" y="65"/>
                    </a:lnTo>
                    <a:cubicBezTo>
                      <a:pt x="163" y="75"/>
                      <a:pt x="162" y="88"/>
                      <a:pt x="166" y="100"/>
                    </a:cubicBezTo>
                    <a:cubicBezTo>
                      <a:pt x="173" y="124"/>
                      <a:pt x="198" y="137"/>
                      <a:pt x="222" y="129"/>
                    </a:cubicBezTo>
                    <a:cubicBezTo>
                      <a:pt x="245" y="122"/>
                      <a:pt x="259" y="97"/>
                      <a:pt x="251" y="73"/>
                    </a:cubicBezTo>
                    <a:cubicBezTo>
                      <a:pt x="247" y="61"/>
                      <a:pt x="239" y="52"/>
                      <a:pt x="229" y="47"/>
                    </a:cubicBezTo>
                    <a:lnTo>
                      <a:pt x="224" y="31"/>
                    </a:lnTo>
                    <a:lnTo>
                      <a:pt x="326" y="0"/>
                    </a:lnTo>
                    <a:lnTo>
                      <a:pt x="362" y="116"/>
                    </a:lnTo>
                    <a:lnTo>
                      <a:pt x="352" y="119"/>
                    </a:lnTo>
                    <a:cubicBezTo>
                      <a:pt x="341" y="114"/>
                      <a:pt x="329" y="112"/>
                      <a:pt x="317" y="116"/>
                    </a:cubicBezTo>
                    <a:cubicBezTo>
                      <a:pt x="293" y="123"/>
                      <a:pt x="280" y="148"/>
                      <a:pt x="287" y="172"/>
                    </a:cubicBezTo>
                    <a:cubicBezTo>
                      <a:pt x="295" y="196"/>
                      <a:pt x="320" y="209"/>
                      <a:pt x="344" y="202"/>
                    </a:cubicBezTo>
                    <a:cubicBezTo>
                      <a:pt x="356" y="198"/>
                      <a:pt x="365" y="189"/>
                      <a:pt x="370" y="179"/>
                    </a:cubicBezTo>
                    <a:lnTo>
                      <a:pt x="381" y="176"/>
                    </a:lnTo>
                    <a:lnTo>
                      <a:pt x="421" y="303"/>
                    </a:lnTo>
                    <a:lnTo>
                      <a:pt x="319" y="335"/>
                    </a:lnTo>
                    <a:lnTo>
                      <a:pt x="313" y="316"/>
                    </a:lnTo>
                    <a:close/>
                  </a:path>
                </a:pathLst>
              </a:cu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268032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AA5966-A97D-C374-0669-DD3E78C9B866}"/>
              </a:ext>
            </a:extLst>
          </p:cNvPr>
          <p:cNvSpPr>
            <a:spLocks noGrp="1"/>
          </p:cNvSpPr>
          <p:nvPr>
            <p:ph type="title"/>
          </p:nvPr>
        </p:nvSpPr>
        <p:spPr/>
        <p:txBody>
          <a:bodyPr/>
          <a:lstStyle/>
          <a:p>
            <a:r>
              <a:rPr lang="zh-CN" altLang="en-US" dirty="0"/>
              <a:t>我的愿景与承诺</a:t>
            </a:r>
          </a:p>
        </p:txBody>
      </p:sp>
      <p:grpSp>
        <p:nvGrpSpPr>
          <p:cNvPr id="62" name="组合 61">
            <a:extLst>
              <a:ext uri="{FF2B5EF4-FFF2-40B4-BE49-F238E27FC236}">
                <a16:creationId xmlns:a16="http://schemas.microsoft.com/office/drawing/2014/main" id="{A88B3D52-0BE7-B93F-30EF-87E768AEFBBC}"/>
              </a:ext>
            </a:extLst>
          </p:cNvPr>
          <p:cNvGrpSpPr/>
          <p:nvPr/>
        </p:nvGrpSpPr>
        <p:grpSpPr>
          <a:xfrm>
            <a:off x="660400" y="1280479"/>
            <a:ext cx="10614747" cy="4895945"/>
            <a:chOff x="660400" y="1280479"/>
            <a:chExt cx="10614747" cy="4895945"/>
          </a:xfrm>
        </p:grpSpPr>
        <p:grpSp>
          <p:nvGrpSpPr>
            <p:cNvPr id="56" name="组合 55">
              <a:extLst>
                <a:ext uri="{FF2B5EF4-FFF2-40B4-BE49-F238E27FC236}">
                  <a16:creationId xmlns:a16="http://schemas.microsoft.com/office/drawing/2014/main" id="{A6539E46-1529-DC09-1B9E-3420AAFCDEAE}"/>
                </a:ext>
              </a:extLst>
            </p:cNvPr>
            <p:cNvGrpSpPr/>
            <p:nvPr/>
          </p:nvGrpSpPr>
          <p:grpSpPr>
            <a:xfrm>
              <a:off x="660400" y="1280479"/>
              <a:ext cx="3218524" cy="2326366"/>
              <a:chOff x="660400" y="1280479"/>
              <a:chExt cx="3218524" cy="2326366"/>
            </a:xfrm>
          </p:grpSpPr>
          <p:sp>
            <p:nvSpPr>
              <p:cNvPr id="7" name="ïṣ1îďé">
                <a:extLst>
                  <a:ext uri="{FF2B5EF4-FFF2-40B4-BE49-F238E27FC236}">
                    <a16:creationId xmlns:a16="http://schemas.microsoft.com/office/drawing/2014/main" id="{61D509A7-9CAB-EAAA-5AA1-E5831EBE9D45}"/>
                  </a:ext>
                </a:extLst>
              </p:cNvPr>
              <p:cNvSpPr/>
              <p:nvPr/>
            </p:nvSpPr>
            <p:spPr>
              <a:xfrm>
                <a:off x="843773" y="1280479"/>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01</a:t>
                </a:r>
                <a:endParaRPr lang="zh-CN" altLang="en-US" b="1" dirty="0">
                  <a:latin typeface="+mj-lt"/>
                </a:endParaRPr>
              </a:p>
            </p:txBody>
          </p:sp>
          <p:sp>
            <p:nvSpPr>
              <p:cNvPr id="9" name="Bullet">
                <a:extLst>
                  <a:ext uri="{FF2B5EF4-FFF2-40B4-BE49-F238E27FC236}">
                    <a16:creationId xmlns:a16="http://schemas.microsoft.com/office/drawing/2014/main" id="{D9CF999E-E116-CBF6-41DD-2885DDE2EF3D}"/>
                  </a:ext>
                </a:extLst>
              </p:cNvPr>
              <p:cNvSpPr/>
              <p:nvPr/>
            </p:nvSpPr>
            <p:spPr>
              <a:xfrm>
                <a:off x="737414" y="2030572"/>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坚持学习</a:t>
                </a:r>
                <a:endParaRPr lang="en-US" altLang="zh-CN" sz="2000" b="1" dirty="0">
                  <a:latin typeface="+mj-ea"/>
                  <a:ea typeface="+mj-ea"/>
                </a:endParaRPr>
              </a:p>
            </p:txBody>
          </p:sp>
          <p:sp>
            <p:nvSpPr>
              <p:cNvPr id="5" name="îślïḑé">
                <a:extLst>
                  <a:ext uri="{FF2B5EF4-FFF2-40B4-BE49-F238E27FC236}">
                    <a16:creationId xmlns:a16="http://schemas.microsoft.com/office/drawing/2014/main" id="{95845F8F-29AE-EED6-7E23-0D44A67C5C72}"/>
                  </a:ext>
                </a:extLst>
              </p:cNvPr>
              <p:cNvSpPr/>
              <p:nvPr/>
            </p:nvSpPr>
            <p:spPr>
              <a:xfrm rot="5400000">
                <a:off x="3124153" y="2215305"/>
                <a:ext cx="169812" cy="146390"/>
              </a:xfrm>
              <a:prstGeom prst="triangl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sp>
            <p:nvSpPr>
              <p:cNvPr id="12" name="文本框 11">
                <a:extLst>
                  <a:ext uri="{FF2B5EF4-FFF2-40B4-BE49-F238E27FC236}">
                    <a16:creationId xmlns:a16="http://schemas.microsoft.com/office/drawing/2014/main" id="{DC26C129-9175-E96D-72F1-B0DA93CB9420}"/>
                  </a:ext>
                </a:extLst>
              </p:cNvPr>
              <p:cNvSpPr txBox="1"/>
              <p:nvPr/>
            </p:nvSpPr>
            <p:spPr>
              <a:xfrm>
                <a:off x="660400" y="2607341"/>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nvGrpSpPr>
            <p:cNvPr id="57" name="组合 56">
              <a:extLst>
                <a:ext uri="{FF2B5EF4-FFF2-40B4-BE49-F238E27FC236}">
                  <a16:creationId xmlns:a16="http://schemas.microsoft.com/office/drawing/2014/main" id="{76FE1EC1-B83A-45F2-9327-8A95A7109168}"/>
                </a:ext>
              </a:extLst>
            </p:cNvPr>
            <p:cNvGrpSpPr/>
            <p:nvPr/>
          </p:nvGrpSpPr>
          <p:grpSpPr>
            <a:xfrm>
              <a:off x="4358512" y="1280479"/>
              <a:ext cx="3218524" cy="2326366"/>
              <a:chOff x="4358512" y="1280479"/>
              <a:chExt cx="3218524" cy="2326366"/>
            </a:xfrm>
          </p:grpSpPr>
          <p:sp>
            <p:nvSpPr>
              <p:cNvPr id="16" name="ïṣ1îďé">
                <a:extLst>
                  <a:ext uri="{FF2B5EF4-FFF2-40B4-BE49-F238E27FC236}">
                    <a16:creationId xmlns:a16="http://schemas.microsoft.com/office/drawing/2014/main" id="{43D4500C-7E27-1644-C54F-28528A6E609A}"/>
                  </a:ext>
                </a:extLst>
              </p:cNvPr>
              <p:cNvSpPr/>
              <p:nvPr/>
            </p:nvSpPr>
            <p:spPr>
              <a:xfrm>
                <a:off x="4541885" y="1280479"/>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02</a:t>
                </a:r>
                <a:endParaRPr lang="zh-CN" altLang="en-US" b="1" dirty="0">
                  <a:latin typeface="+mj-lt"/>
                </a:endParaRPr>
              </a:p>
            </p:txBody>
          </p:sp>
          <p:sp>
            <p:nvSpPr>
              <p:cNvPr id="17" name="Bullet">
                <a:extLst>
                  <a:ext uri="{FF2B5EF4-FFF2-40B4-BE49-F238E27FC236}">
                    <a16:creationId xmlns:a16="http://schemas.microsoft.com/office/drawing/2014/main" id="{7C83FC16-13F8-A853-DFCB-653057B9A1A5}"/>
                  </a:ext>
                </a:extLst>
              </p:cNvPr>
              <p:cNvSpPr/>
              <p:nvPr/>
            </p:nvSpPr>
            <p:spPr>
              <a:xfrm>
                <a:off x="4435526" y="2030572"/>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挑战自我</a:t>
                </a:r>
                <a:endParaRPr lang="en-US" altLang="zh-CN" sz="2000" b="1" dirty="0">
                  <a:latin typeface="+mj-ea"/>
                  <a:ea typeface="+mj-ea"/>
                </a:endParaRPr>
              </a:p>
            </p:txBody>
          </p:sp>
          <p:sp>
            <p:nvSpPr>
              <p:cNvPr id="19" name="文本框 18">
                <a:extLst>
                  <a:ext uri="{FF2B5EF4-FFF2-40B4-BE49-F238E27FC236}">
                    <a16:creationId xmlns:a16="http://schemas.microsoft.com/office/drawing/2014/main" id="{E9599003-61FC-81C7-9F54-12C756B17926}"/>
                  </a:ext>
                </a:extLst>
              </p:cNvPr>
              <p:cNvSpPr txBox="1"/>
              <p:nvPr/>
            </p:nvSpPr>
            <p:spPr>
              <a:xfrm>
                <a:off x="4358512" y="2607341"/>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18" name="îślïḑé">
                <a:extLst>
                  <a:ext uri="{FF2B5EF4-FFF2-40B4-BE49-F238E27FC236}">
                    <a16:creationId xmlns:a16="http://schemas.microsoft.com/office/drawing/2014/main" id="{3A9AEB55-BD7A-52DD-4352-E6D0ED496452}"/>
                  </a:ext>
                </a:extLst>
              </p:cNvPr>
              <p:cNvSpPr/>
              <p:nvPr/>
            </p:nvSpPr>
            <p:spPr>
              <a:xfrm rot="5400000">
                <a:off x="6822265" y="2215305"/>
                <a:ext cx="169812" cy="146390"/>
              </a:xfrm>
              <a:prstGeom prst="triangl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grpSp>
        <p:grpSp>
          <p:nvGrpSpPr>
            <p:cNvPr id="58" name="组合 57">
              <a:extLst>
                <a:ext uri="{FF2B5EF4-FFF2-40B4-BE49-F238E27FC236}">
                  <a16:creationId xmlns:a16="http://schemas.microsoft.com/office/drawing/2014/main" id="{02D46428-6A79-EDC6-CB84-174011EAA904}"/>
                </a:ext>
              </a:extLst>
            </p:cNvPr>
            <p:cNvGrpSpPr/>
            <p:nvPr/>
          </p:nvGrpSpPr>
          <p:grpSpPr>
            <a:xfrm>
              <a:off x="8056623" y="1280479"/>
              <a:ext cx="3218524" cy="2326366"/>
              <a:chOff x="8056623" y="1280479"/>
              <a:chExt cx="3218524" cy="2326366"/>
            </a:xfrm>
          </p:grpSpPr>
          <p:sp>
            <p:nvSpPr>
              <p:cNvPr id="20" name="ïṣ1îďé">
                <a:extLst>
                  <a:ext uri="{FF2B5EF4-FFF2-40B4-BE49-F238E27FC236}">
                    <a16:creationId xmlns:a16="http://schemas.microsoft.com/office/drawing/2014/main" id="{2473C440-8DEA-9681-89F7-762F24A68D23}"/>
                  </a:ext>
                </a:extLst>
              </p:cNvPr>
              <p:cNvSpPr/>
              <p:nvPr/>
            </p:nvSpPr>
            <p:spPr>
              <a:xfrm>
                <a:off x="8239996" y="1280479"/>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03</a:t>
                </a:r>
                <a:endParaRPr lang="zh-CN" altLang="en-US" b="1" dirty="0">
                  <a:latin typeface="+mj-lt"/>
                </a:endParaRPr>
              </a:p>
            </p:txBody>
          </p:sp>
          <p:sp>
            <p:nvSpPr>
              <p:cNvPr id="21" name="Bullet">
                <a:extLst>
                  <a:ext uri="{FF2B5EF4-FFF2-40B4-BE49-F238E27FC236}">
                    <a16:creationId xmlns:a16="http://schemas.microsoft.com/office/drawing/2014/main" id="{61B8CC40-49A1-65C3-F72A-BE74CCBD670D}"/>
                  </a:ext>
                </a:extLst>
              </p:cNvPr>
              <p:cNvSpPr/>
              <p:nvPr/>
            </p:nvSpPr>
            <p:spPr>
              <a:xfrm>
                <a:off x="8133637" y="2030572"/>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追求卓越</a:t>
                </a:r>
                <a:endParaRPr lang="en-US" altLang="zh-CN" sz="2000" b="1" dirty="0">
                  <a:latin typeface="+mj-ea"/>
                  <a:ea typeface="+mj-ea"/>
                </a:endParaRPr>
              </a:p>
            </p:txBody>
          </p:sp>
          <p:sp>
            <p:nvSpPr>
              <p:cNvPr id="23" name="文本框 22">
                <a:extLst>
                  <a:ext uri="{FF2B5EF4-FFF2-40B4-BE49-F238E27FC236}">
                    <a16:creationId xmlns:a16="http://schemas.microsoft.com/office/drawing/2014/main" id="{1CB60907-CC37-7465-7C96-BB641D654057}"/>
                  </a:ext>
                </a:extLst>
              </p:cNvPr>
              <p:cNvSpPr txBox="1"/>
              <p:nvPr/>
            </p:nvSpPr>
            <p:spPr>
              <a:xfrm>
                <a:off x="8056623" y="2607341"/>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24" name="îślïḑé">
                <a:extLst>
                  <a:ext uri="{FF2B5EF4-FFF2-40B4-BE49-F238E27FC236}">
                    <a16:creationId xmlns:a16="http://schemas.microsoft.com/office/drawing/2014/main" id="{8AC08424-BCAC-C38C-726F-FB98CA7A5225}"/>
                  </a:ext>
                </a:extLst>
              </p:cNvPr>
              <p:cNvSpPr/>
              <p:nvPr/>
            </p:nvSpPr>
            <p:spPr>
              <a:xfrm rot="5400000">
                <a:off x="10531951" y="2215305"/>
                <a:ext cx="169812" cy="146390"/>
              </a:xfrm>
              <a:prstGeom prst="triangl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grpSp>
        <p:grpSp>
          <p:nvGrpSpPr>
            <p:cNvPr id="61" name="组合 60">
              <a:extLst>
                <a:ext uri="{FF2B5EF4-FFF2-40B4-BE49-F238E27FC236}">
                  <a16:creationId xmlns:a16="http://schemas.microsoft.com/office/drawing/2014/main" id="{7687E6FD-7532-FF29-BD02-A471B4196A26}"/>
                </a:ext>
              </a:extLst>
            </p:cNvPr>
            <p:cNvGrpSpPr/>
            <p:nvPr/>
          </p:nvGrpSpPr>
          <p:grpSpPr>
            <a:xfrm>
              <a:off x="660400" y="3850058"/>
              <a:ext cx="3218524" cy="2326366"/>
              <a:chOff x="660400" y="3850058"/>
              <a:chExt cx="3218524" cy="2326366"/>
            </a:xfrm>
          </p:grpSpPr>
          <p:sp>
            <p:nvSpPr>
              <p:cNvPr id="44" name="ïṣ1îďé">
                <a:extLst>
                  <a:ext uri="{FF2B5EF4-FFF2-40B4-BE49-F238E27FC236}">
                    <a16:creationId xmlns:a16="http://schemas.microsoft.com/office/drawing/2014/main" id="{895585DC-26D1-87E3-D452-95BDCD413E4D}"/>
                  </a:ext>
                </a:extLst>
              </p:cNvPr>
              <p:cNvSpPr/>
              <p:nvPr/>
            </p:nvSpPr>
            <p:spPr>
              <a:xfrm>
                <a:off x="843773" y="3850058"/>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04</a:t>
                </a:r>
                <a:endParaRPr lang="zh-CN" altLang="en-US" b="1" dirty="0">
                  <a:latin typeface="+mj-lt"/>
                </a:endParaRPr>
              </a:p>
            </p:txBody>
          </p:sp>
          <p:sp>
            <p:nvSpPr>
              <p:cNvPr id="45" name="Bullet">
                <a:extLst>
                  <a:ext uri="{FF2B5EF4-FFF2-40B4-BE49-F238E27FC236}">
                    <a16:creationId xmlns:a16="http://schemas.microsoft.com/office/drawing/2014/main" id="{41CAF39A-E549-C724-4467-429C2AA5DE10}"/>
                  </a:ext>
                </a:extLst>
              </p:cNvPr>
              <p:cNvSpPr/>
              <p:nvPr/>
            </p:nvSpPr>
            <p:spPr>
              <a:xfrm>
                <a:off x="737414" y="4600151"/>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支持团队成长</a:t>
                </a:r>
                <a:endParaRPr lang="en-US" altLang="zh-CN" sz="2000" b="1" dirty="0">
                  <a:latin typeface="+mj-ea"/>
                  <a:ea typeface="+mj-ea"/>
                </a:endParaRPr>
              </a:p>
            </p:txBody>
          </p:sp>
          <p:sp>
            <p:nvSpPr>
              <p:cNvPr id="46" name="îślïḑé">
                <a:extLst>
                  <a:ext uri="{FF2B5EF4-FFF2-40B4-BE49-F238E27FC236}">
                    <a16:creationId xmlns:a16="http://schemas.microsoft.com/office/drawing/2014/main" id="{5C55CB1A-0ECF-DFF8-44D1-8DD7BA695D53}"/>
                  </a:ext>
                </a:extLst>
              </p:cNvPr>
              <p:cNvSpPr/>
              <p:nvPr/>
            </p:nvSpPr>
            <p:spPr>
              <a:xfrm rot="5400000">
                <a:off x="3124153" y="4784884"/>
                <a:ext cx="169812" cy="146390"/>
              </a:xfrm>
              <a:prstGeom prst="triangl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sp>
            <p:nvSpPr>
              <p:cNvPr id="47" name="文本框 46">
                <a:extLst>
                  <a:ext uri="{FF2B5EF4-FFF2-40B4-BE49-F238E27FC236}">
                    <a16:creationId xmlns:a16="http://schemas.microsoft.com/office/drawing/2014/main" id="{A86861E6-9BD0-CCB2-8010-4AE73B27DF4A}"/>
                  </a:ext>
                </a:extLst>
              </p:cNvPr>
              <p:cNvSpPr txBox="1"/>
              <p:nvPr/>
            </p:nvSpPr>
            <p:spPr>
              <a:xfrm>
                <a:off x="660400" y="5176920"/>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nvGrpSpPr>
            <p:cNvPr id="60" name="组合 59">
              <a:extLst>
                <a:ext uri="{FF2B5EF4-FFF2-40B4-BE49-F238E27FC236}">
                  <a16:creationId xmlns:a16="http://schemas.microsoft.com/office/drawing/2014/main" id="{2E892FF5-8E1C-C5A3-6A44-90F51D2FD7DE}"/>
                </a:ext>
              </a:extLst>
            </p:cNvPr>
            <p:cNvGrpSpPr/>
            <p:nvPr/>
          </p:nvGrpSpPr>
          <p:grpSpPr>
            <a:xfrm>
              <a:off x="4358512" y="3850058"/>
              <a:ext cx="3218524" cy="2326366"/>
              <a:chOff x="4358512" y="3850058"/>
              <a:chExt cx="3218524" cy="2326366"/>
            </a:xfrm>
          </p:grpSpPr>
          <p:sp>
            <p:nvSpPr>
              <p:cNvPr id="48" name="ïṣ1îďé">
                <a:extLst>
                  <a:ext uri="{FF2B5EF4-FFF2-40B4-BE49-F238E27FC236}">
                    <a16:creationId xmlns:a16="http://schemas.microsoft.com/office/drawing/2014/main" id="{104F922A-F29F-E377-6E64-B615D31A52C4}"/>
                  </a:ext>
                </a:extLst>
              </p:cNvPr>
              <p:cNvSpPr/>
              <p:nvPr/>
            </p:nvSpPr>
            <p:spPr>
              <a:xfrm>
                <a:off x="4541885" y="3850058"/>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05</a:t>
                </a:r>
                <a:endParaRPr lang="zh-CN" altLang="en-US" b="1" dirty="0">
                  <a:latin typeface="+mj-lt"/>
                </a:endParaRPr>
              </a:p>
            </p:txBody>
          </p:sp>
          <p:sp>
            <p:nvSpPr>
              <p:cNvPr id="49" name="Bullet">
                <a:extLst>
                  <a:ext uri="{FF2B5EF4-FFF2-40B4-BE49-F238E27FC236}">
                    <a16:creationId xmlns:a16="http://schemas.microsoft.com/office/drawing/2014/main" id="{626BE951-A367-77BF-8383-AF26C8A3314F}"/>
                  </a:ext>
                </a:extLst>
              </p:cNvPr>
              <p:cNvSpPr/>
              <p:nvPr/>
            </p:nvSpPr>
            <p:spPr>
              <a:xfrm>
                <a:off x="4435526" y="4600151"/>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贡献更多价值</a:t>
                </a:r>
              </a:p>
            </p:txBody>
          </p:sp>
          <p:sp>
            <p:nvSpPr>
              <p:cNvPr id="50" name="文本框 49">
                <a:extLst>
                  <a:ext uri="{FF2B5EF4-FFF2-40B4-BE49-F238E27FC236}">
                    <a16:creationId xmlns:a16="http://schemas.microsoft.com/office/drawing/2014/main" id="{79A73929-3370-4B89-9D67-990DAFA57EE7}"/>
                  </a:ext>
                </a:extLst>
              </p:cNvPr>
              <p:cNvSpPr txBox="1"/>
              <p:nvPr/>
            </p:nvSpPr>
            <p:spPr>
              <a:xfrm>
                <a:off x="4358512" y="5176920"/>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sp>
            <p:nvSpPr>
              <p:cNvPr id="51" name="îślïḑé">
                <a:extLst>
                  <a:ext uri="{FF2B5EF4-FFF2-40B4-BE49-F238E27FC236}">
                    <a16:creationId xmlns:a16="http://schemas.microsoft.com/office/drawing/2014/main" id="{8588741A-095E-F058-2F15-E42746EC003E}"/>
                  </a:ext>
                </a:extLst>
              </p:cNvPr>
              <p:cNvSpPr/>
              <p:nvPr/>
            </p:nvSpPr>
            <p:spPr>
              <a:xfrm rot="5400000">
                <a:off x="6822265" y="4784884"/>
                <a:ext cx="169812" cy="146390"/>
              </a:xfrm>
              <a:prstGeom prst="triangl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endParaRPr lang="zh-CN" altLang="en-US" sz="2000" b="1"/>
              </a:p>
            </p:txBody>
          </p:sp>
        </p:grpSp>
        <p:grpSp>
          <p:nvGrpSpPr>
            <p:cNvPr id="59" name="组合 58">
              <a:extLst>
                <a:ext uri="{FF2B5EF4-FFF2-40B4-BE49-F238E27FC236}">
                  <a16:creationId xmlns:a16="http://schemas.microsoft.com/office/drawing/2014/main" id="{31D59E53-5C2E-7DB7-C9EC-6D7E68985A4D}"/>
                </a:ext>
              </a:extLst>
            </p:cNvPr>
            <p:cNvGrpSpPr/>
            <p:nvPr/>
          </p:nvGrpSpPr>
          <p:grpSpPr>
            <a:xfrm>
              <a:off x="8056623" y="3850058"/>
              <a:ext cx="3218524" cy="2326366"/>
              <a:chOff x="8056623" y="3850058"/>
              <a:chExt cx="3218524" cy="2326366"/>
            </a:xfrm>
          </p:grpSpPr>
          <p:sp>
            <p:nvSpPr>
              <p:cNvPr id="52" name="ïṣ1îďé">
                <a:extLst>
                  <a:ext uri="{FF2B5EF4-FFF2-40B4-BE49-F238E27FC236}">
                    <a16:creationId xmlns:a16="http://schemas.microsoft.com/office/drawing/2014/main" id="{7FA97175-D169-CCA3-B43E-8FCEFFBC3796}"/>
                  </a:ext>
                </a:extLst>
              </p:cNvPr>
              <p:cNvSpPr/>
              <p:nvPr/>
            </p:nvSpPr>
            <p:spPr>
              <a:xfrm>
                <a:off x="8239996" y="3850058"/>
                <a:ext cx="637786" cy="637786"/>
              </a:xfrm>
              <a:prstGeom prst="ellipse">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en-US" altLang="zh-CN" b="1" dirty="0">
                    <a:latin typeface="+mj-lt"/>
                  </a:rPr>
                  <a:t>06</a:t>
                </a:r>
                <a:endParaRPr lang="zh-CN" altLang="en-US" b="1" dirty="0">
                  <a:latin typeface="+mj-lt"/>
                </a:endParaRPr>
              </a:p>
            </p:txBody>
          </p:sp>
          <p:sp>
            <p:nvSpPr>
              <p:cNvPr id="53" name="Bullet">
                <a:extLst>
                  <a:ext uri="{FF2B5EF4-FFF2-40B4-BE49-F238E27FC236}">
                    <a16:creationId xmlns:a16="http://schemas.microsoft.com/office/drawing/2014/main" id="{CD022CDE-B59B-867A-5163-AF01D568EEB1}"/>
                  </a:ext>
                </a:extLst>
              </p:cNvPr>
              <p:cNvSpPr/>
              <p:nvPr/>
            </p:nvSpPr>
            <p:spPr>
              <a:xfrm>
                <a:off x="8133637" y="4600151"/>
                <a:ext cx="2271380" cy="515856"/>
              </a:xfrm>
              <a:prstGeom prst="roundRect">
                <a:avLst/>
              </a:prstGeom>
              <a:gradFill flip="none" rotWithShape="1">
                <a:gsLst>
                  <a:gs pos="0">
                    <a:schemeClr val="accent1"/>
                  </a:gs>
                  <a:gs pos="59000">
                    <a:schemeClr val="accent1">
                      <a:lumMod val="75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lIns="90000" rtlCol="0" anchor="ctr"/>
              <a:lstStyle/>
              <a:p>
                <a:pPr algn="ctr">
                  <a:lnSpc>
                    <a:spcPct val="120000"/>
                  </a:lnSpc>
                </a:pPr>
                <a:r>
                  <a:rPr lang="zh-CN" altLang="en-US" sz="2000" b="1" dirty="0">
                    <a:latin typeface="+mj-ea"/>
                    <a:ea typeface="+mj-ea"/>
                  </a:rPr>
                  <a:t>实现共同梦想</a:t>
                </a:r>
              </a:p>
            </p:txBody>
          </p:sp>
          <p:sp>
            <p:nvSpPr>
              <p:cNvPr id="54" name="文本框 53">
                <a:extLst>
                  <a:ext uri="{FF2B5EF4-FFF2-40B4-BE49-F238E27FC236}">
                    <a16:creationId xmlns:a16="http://schemas.microsoft.com/office/drawing/2014/main" id="{655CEE96-99F1-FFCD-1D71-5EC44F0490DA}"/>
                  </a:ext>
                </a:extLst>
              </p:cNvPr>
              <p:cNvSpPr txBox="1"/>
              <p:nvPr/>
            </p:nvSpPr>
            <p:spPr>
              <a:xfrm>
                <a:off x="8056623" y="5176920"/>
                <a:ext cx="3218524" cy="999504"/>
              </a:xfrm>
              <a:prstGeom prst="rect">
                <a:avLst/>
              </a:prstGeom>
              <a:noFill/>
            </p:spPr>
            <p:txBody>
              <a:bodyPr wrap="square" rtlCol="0">
                <a:spAutoFit/>
              </a:bodyPr>
              <a:lstStyle/>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a:p>
                <a:pPr>
                  <a:lnSpc>
                    <a:spcPct val="120000"/>
                  </a:lnSpc>
                  <a:spcAft>
                    <a:spcPts val="600"/>
                  </a:spcAft>
                </a:pPr>
                <a:r>
                  <a:rPr lang="zh-CN" altLang="en-US" sz="1400" dirty="0"/>
                  <a:t>单击此处添加文本单击此处添加文本</a:t>
                </a:r>
                <a:endParaRPr lang="en-US" altLang="zh-CN" sz="1400" dirty="0"/>
              </a:p>
            </p:txBody>
          </p:sp>
        </p:grpSp>
      </p:grpSp>
    </p:spTree>
    <p:extLst>
      <p:ext uri="{BB962C8B-B14F-4D97-AF65-F5344CB8AC3E}">
        <p14:creationId xmlns:p14="http://schemas.microsoft.com/office/powerpoint/2010/main" val="1934891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5927BE2-F1C7-A5F8-C9EC-0586AFA1D8FF}"/>
              </a:ext>
            </a:extLst>
          </p:cNvPr>
          <p:cNvSpPr>
            <a:spLocks noGrp="1"/>
          </p:cNvSpPr>
          <p:nvPr>
            <p:ph type="title"/>
          </p:nvPr>
        </p:nvSpPr>
        <p:spPr>
          <a:xfrm>
            <a:off x="660400" y="3220720"/>
            <a:ext cx="10858500" cy="1371600"/>
          </a:xfrm>
        </p:spPr>
        <p:txBody>
          <a:bodyPr/>
          <a:lstStyle/>
          <a:p>
            <a:r>
              <a:rPr lang="zh-CN" altLang="en-US" dirty="0"/>
              <a:t>演示结束</a:t>
            </a:r>
            <a:br>
              <a:rPr lang="en-US" altLang="zh-CN" dirty="0"/>
            </a:br>
            <a:r>
              <a:rPr lang="zh-CN" altLang="en-US" dirty="0"/>
              <a:t>感谢观看</a:t>
            </a:r>
          </a:p>
        </p:txBody>
      </p:sp>
      <p:sp>
        <p:nvSpPr>
          <p:cNvPr id="5" name="文本占位符 4">
            <a:extLst>
              <a:ext uri="{FF2B5EF4-FFF2-40B4-BE49-F238E27FC236}">
                <a16:creationId xmlns:a16="http://schemas.microsoft.com/office/drawing/2014/main" id="{A99D0A94-F3E3-67D9-B80C-F1B94151B67F}"/>
              </a:ext>
            </a:extLst>
          </p:cNvPr>
          <p:cNvSpPr>
            <a:spLocks noGrp="1"/>
          </p:cNvSpPr>
          <p:nvPr>
            <p:ph type="body" sz="quarter" idx="13"/>
          </p:nvPr>
        </p:nvSpPr>
        <p:spPr>
          <a:xfrm>
            <a:off x="660400" y="5249794"/>
            <a:ext cx="1356360" cy="274320"/>
          </a:xfrm>
        </p:spPr>
        <p:txBody>
          <a:bodyPr>
            <a:normAutofit fontScale="92500"/>
          </a:bodyPr>
          <a:lstStyle/>
          <a:p>
            <a:r>
              <a:rPr lang="en-US" altLang="zh-CN" dirty="0"/>
              <a:t>Presenter name</a:t>
            </a:r>
          </a:p>
        </p:txBody>
      </p:sp>
      <p:sp>
        <p:nvSpPr>
          <p:cNvPr id="6" name="文本占位符 5">
            <a:extLst>
              <a:ext uri="{FF2B5EF4-FFF2-40B4-BE49-F238E27FC236}">
                <a16:creationId xmlns:a16="http://schemas.microsoft.com/office/drawing/2014/main" id="{BD64E45D-E961-F00F-8C50-C2FDD3D7BA7B}"/>
              </a:ext>
            </a:extLst>
          </p:cNvPr>
          <p:cNvSpPr>
            <a:spLocks noGrp="1"/>
          </p:cNvSpPr>
          <p:nvPr>
            <p:ph type="body" sz="quarter" idx="14"/>
          </p:nvPr>
        </p:nvSpPr>
        <p:spPr>
          <a:xfrm>
            <a:off x="2235200" y="5249794"/>
            <a:ext cx="1356360" cy="274320"/>
          </a:xfrm>
        </p:spPr>
        <p:txBody>
          <a:bodyPr>
            <a:normAutofit fontScale="92500"/>
          </a:bodyPr>
          <a:lstStyle/>
          <a:p>
            <a:r>
              <a:rPr lang="en-US" altLang="zh-CN" dirty="0"/>
              <a:t>www.islide.cc</a:t>
            </a:r>
          </a:p>
        </p:txBody>
      </p:sp>
    </p:spTree>
    <p:extLst>
      <p:ext uri="{BB962C8B-B14F-4D97-AF65-F5344CB8AC3E}">
        <p14:creationId xmlns:p14="http://schemas.microsoft.com/office/powerpoint/2010/main" val="33439643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2647"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FCBBF52A-9743-4508-AB77-11B57E837547}"/>
              </a:ext>
            </a:extLst>
          </p:cNvPr>
          <p:cNvGrpSpPr/>
          <p:nvPr/>
        </p:nvGrpSpPr>
        <p:grpSpPr>
          <a:xfrm>
            <a:off x="660400" y="2340017"/>
            <a:ext cx="2890521" cy="1850256"/>
            <a:chOff x="3422179" y="1150240"/>
            <a:chExt cx="2890521" cy="1850257"/>
          </a:xfrm>
        </p:grpSpPr>
        <p:sp>
          <p:nvSpPr>
            <p:cNvPr id="7" name="矩形 189">
              <a:extLst>
                <a:ext uri="{FF2B5EF4-FFF2-40B4-BE49-F238E27FC236}">
                  <a16:creationId xmlns:a16="http://schemas.microsoft.com/office/drawing/2014/main" id="{63B72852-A360-4EF8-A2F9-3A064EA5CCA7}"/>
                </a:ext>
              </a:extLst>
            </p:cNvPr>
            <p:cNvSpPr/>
            <p:nvPr/>
          </p:nvSpPr>
          <p:spPr>
            <a:xfrm>
              <a:off x="3422179" y="2665341"/>
              <a:ext cx="2890520"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矩形 190">
              <a:extLst>
                <a:ext uri="{FF2B5EF4-FFF2-40B4-BE49-F238E27FC236}">
                  <a16:creationId xmlns:a16="http://schemas.microsoft.com/office/drawing/2014/main" id="{F754BA71-8184-4828-95E4-4301AEC6A769}"/>
                </a:ext>
              </a:extLst>
            </p:cNvPr>
            <p:cNvSpPr/>
            <p:nvPr/>
          </p:nvSpPr>
          <p:spPr>
            <a:xfrm>
              <a:off x="3422180" y="1150240"/>
              <a:ext cx="2890520" cy="1224952"/>
            </a:xfrm>
            <a:prstGeom prst="rect">
              <a:avLst/>
            </a:prstGeom>
            <a:noFill/>
            <a:ln>
              <a:noFill/>
            </a:ln>
          </p:spPr>
          <p:txBody>
            <a:bodyPr wrap="square" anchor="t">
              <a:sp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海量原创模版 </a:t>
              </a:r>
              <a:r>
                <a:rPr lang="en-US" altLang="zh-CN" sz="1400" dirty="0">
                  <a:latin typeface="Arial" panose="020B0604020202020204" pitchFamily="34" charset="0"/>
                  <a:ea typeface="微软雅黑" panose="020B0503020204020204" pitchFamily="34" charset="-122"/>
                  <a:sym typeface="Arial" panose="020B0604020202020204" pitchFamily="34" charset="0"/>
                </a:rPr>
                <a:t>+ </a:t>
              </a:r>
              <a:r>
                <a:rPr lang="zh-CN" altLang="en-US" sz="1400" dirty="0">
                  <a:latin typeface="Arial" panose="020B0604020202020204" pitchFamily="34" charset="0"/>
                  <a:ea typeface="微软雅黑" panose="020B0503020204020204" pitchFamily="34" charset="-122"/>
                  <a:sym typeface="Arial" panose="020B0604020202020204" pitchFamily="34" charset="0"/>
                </a:rPr>
                <a:t>一键优化功能</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20000"/>
                </a:lnSpc>
                <a:defRPr/>
              </a:pP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，让 </a:t>
              </a:r>
              <a:r>
                <a:rPr lang="en-US" altLang="zh-CN" sz="1400" dirty="0">
                  <a:latin typeface="Arial" panose="020B0604020202020204" pitchFamily="34" charset="0"/>
                  <a:ea typeface="微软雅黑" panose="020B0503020204020204" pitchFamily="34" charset="-122"/>
                  <a:sym typeface="Arial" panose="020B0604020202020204" pitchFamily="34" charset="0"/>
                </a:rPr>
                <a:t>PPT </a:t>
              </a:r>
              <a:r>
                <a:rPr lang="zh-CN" altLang="en-US" sz="1400"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defRPr/>
              </a:pPr>
              <a:endParaRPr lang="en-US" altLang="zh-CN" sz="10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One-click Optimization Features &amp; </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Massive Presentation Resources</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Great Presentation Made Easy with iSlide</a:t>
              </a:r>
              <a:endParaRPr lang="zh-CN" altLang="en-US" sz="10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5" name="组合 34">
            <a:extLst>
              <a:ext uri="{FF2B5EF4-FFF2-40B4-BE49-F238E27FC236}">
                <a16:creationId xmlns:a16="http://schemas.microsoft.com/office/drawing/2014/main" id="{40A731D2-FA13-40C5-BFF0-59E41A667BE9}"/>
              </a:ext>
            </a:extLst>
          </p:cNvPr>
          <p:cNvGrpSpPr/>
          <p:nvPr/>
        </p:nvGrpSpPr>
        <p:grpSpPr>
          <a:xfrm>
            <a:off x="3937427" y="2352595"/>
            <a:ext cx="7581473" cy="3646763"/>
            <a:chOff x="3898800" y="2179738"/>
            <a:chExt cx="7619676" cy="3466182"/>
          </a:xfrm>
        </p:grpSpPr>
        <p:sp>
          <p:nvSpPr>
            <p:cNvPr id="20" name="矩形 19">
              <a:extLst>
                <a:ext uri="{FF2B5EF4-FFF2-40B4-BE49-F238E27FC236}">
                  <a16:creationId xmlns:a16="http://schemas.microsoft.com/office/drawing/2014/main" id="{5647BAD5-E81A-4998-ACB8-5A097424CA8E}"/>
                </a:ext>
              </a:extLst>
            </p:cNvPr>
            <p:cNvSpPr/>
            <p:nvPr/>
          </p:nvSpPr>
          <p:spPr>
            <a:xfrm>
              <a:off x="3898800" y="2495332"/>
              <a:ext cx="7619676" cy="3150588"/>
            </a:xfrm>
            <a:prstGeom prst="rect">
              <a:avLst/>
            </a:prstGeom>
            <a:ln w="3175">
              <a:noFill/>
            </a:ln>
          </p:spPr>
          <p:txBody>
            <a:bodyPr wrap="square">
              <a:noAutofit/>
            </a:bodyPr>
            <a:lstStyle/>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提供</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尊重知识产权并注重保护用户享有的各项权利。</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文件中提供的任何信息内容的所有权、知识产权归其原始权利人或权利受让人所有，您免费</a:t>
              </a:r>
              <a:r>
                <a:rPr lang="en-US" altLang="zh-CN" sz="900" dirty="0">
                  <a:latin typeface="Arial" panose="020B0604020202020204" pitchFamily="34" charset="0"/>
                  <a:ea typeface="微软雅黑" panose="020B0503020204020204" pitchFamily="34" charset="-122"/>
                  <a:sym typeface="Arial" panose="020B0604020202020204" pitchFamily="34" charset="0"/>
                </a:rPr>
                <a:t>/</a:t>
              </a:r>
              <a:r>
                <a:rPr lang="zh-CN" altLang="en-US" sz="900" dirty="0">
                  <a:latin typeface="Arial" panose="020B0604020202020204" pitchFamily="34" charset="0"/>
                  <a:ea typeface="微软雅黑" panose="020B0503020204020204" pitchFamily="34" charset="-122"/>
                  <a:sym typeface="Arial" panose="020B0604020202020204" pitchFamily="34" charset="0"/>
                </a:rPr>
                <a:t>付费获得的是信息内容的使用权，您的使用行为应当遵循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900" dirty="0">
                  <a:latin typeface="Arial" panose="020B0604020202020204" pitchFamily="34" charset="0"/>
                  <a:ea typeface="微软雅黑" panose="020B0503020204020204" pitchFamily="34" charset="-122"/>
                  <a:sym typeface="Arial" panose="020B0604020202020204" pitchFamily="34" charset="0"/>
                </a:rPr>
                <a:t>https://www.islide.cc </a:t>
              </a:r>
              <a:r>
                <a:rPr lang="zh-CN" altLang="en-US" sz="9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1</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、您不可将信息内容的全部或部分用于出售，或以出租、出借、发布等其他任何直接获利方式供他人使用；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2</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工具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This presentation file is supplied by iSlide.</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iSlide respects all intellectual property rights and protects all the rights its users acquired. Here iSlide solemnly reminds you:</a:t>
              </a: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The ownership and intellectual property of any content in this PowerPoint presentation belongs to its owner or the assignee of this ownership. What you purchased or got for free is the right to use the content. The usage should be subject to the terms of “Copyright Notice”, “User License Agreement”, “Premium Agreement” and more Agreements of iSlide official website (https://www.islide.cc ) :</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1.You may not use all or part of the content for sale; or rent, lend; or distribute it in any directly profitable way.</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2.You may not provide the resource of iSlide add-in/platform to any website, platform, application in the Internet or mobile Internet in any way.</a:t>
              </a:r>
            </a:p>
          </p:txBody>
        </p:sp>
        <p:sp>
          <p:nvSpPr>
            <p:cNvPr id="34" name="矩形 33">
              <a:extLst>
                <a:ext uri="{FF2B5EF4-FFF2-40B4-BE49-F238E27FC236}">
                  <a16:creationId xmlns:a16="http://schemas.microsoft.com/office/drawing/2014/main" id="{AE7ED207-8B71-4A21-A9A5-7C044C1FB5F6}"/>
                </a:ext>
              </a:extLst>
            </p:cNvPr>
            <p:cNvSpPr/>
            <p:nvPr/>
          </p:nvSpPr>
          <p:spPr>
            <a:xfrm>
              <a:off x="3898800" y="2179738"/>
              <a:ext cx="2625868"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130" name="图片 129">
            <a:extLst>
              <a:ext uri="{FF2B5EF4-FFF2-40B4-BE49-F238E27FC236}">
                <a16:creationId xmlns:a16="http://schemas.microsoft.com/office/drawing/2014/main" id="{2AA564AF-9FC3-4787-B325-F00530C1658C}"/>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4809825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228689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a="http://schemas.openxmlformats.org/drawingml/2006/main" name="Designed by iSlide">
  <a:themeElements>
    <a:clrScheme name="iSlide">
      <a:dk1>
        <a:srgbClr val="2F2F2F"/>
      </a:dk1>
      <a:lt1>
        <a:srgbClr val="FFFFFF"/>
      </a:lt1>
      <a:dk2>
        <a:srgbClr val="778495"/>
      </a:dk2>
      <a:lt2>
        <a:srgbClr val="F0F0F0"/>
      </a:lt2>
      <a:accent1>
        <a:srgbClr val="C8AF92"/>
      </a:accent1>
      <a:accent2>
        <a:srgbClr val="9C9E7E"/>
      </a:accent2>
      <a:accent3>
        <a:srgbClr val="728B74"/>
      </a:accent3>
      <a:accent4>
        <a:srgbClr val="4F766E"/>
      </a:accent4>
      <a:accent5>
        <a:srgbClr val="385F66"/>
      </a:accent5>
      <a:accent6>
        <a:srgbClr val="2F4858"/>
      </a:accent6>
      <a:hlink>
        <a:srgbClr val="F84D4D"/>
      </a:hlink>
      <a:folHlink>
        <a:srgbClr val="979797"/>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ap:Properties xmlns:vt="http://schemas.openxmlformats.org/officeDocument/2006/docPropsVTypes" xmlns:ap="http://schemas.openxmlformats.org/officeDocument/2006/extended-properties">
  <ap:TotalTime>1886</ap:TotalTime>
  <ap:Template>iSlide Presentation Template</ap:Template>
  <ap:Manager>贤贤</ap:Manager>
  <ap:Company>iSlide</ap:Company>
  <ap:Words>2681</ap:Words>
  <ap:Application>Microsoft Office PowerPoint</ap:Application>
  <ap:PresentationFormat>宽屏</ap:PresentationFormat>
  <ap:Paragraphs>418</ap:Paragraphs>
  <ap:Slides>27</ap:Slides>
  <ap:Notes>2</ap:Notes>
  <ap:HiddenSlides>2</ap:HiddenSlides>
  <ap:MMClips>0</ap:MMClips>
  <ap:ScaleCrop>false</ap:ScaleCrop>
  <ap:HeadingPairs>
    <vt:vector baseType="variant" size="6">
      <vt:variant>
        <vt:lpstr>已用的字体</vt:lpstr>
      </vt:variant>
      <vt:variant>
        <vt:i4>3</vt:i4>
      </vt:variant>
      <vt:variant>
        <vt:lpstr>主题</vt:lpstr>
      </vt:variant>
      <vt:variant>
        <vt:i4>1</vt:i4>
      </vt:variant>
      <vt:variant>
        <vt:lpstr>幻灯片标题</vt:lpstr>
      </vt:variant>
      <vt:variant>
        <vt:i4>27</vt:i4>
      </vt:variant>
    </vt:vector>
  </ap:HeadingPairs>
  <ap:TitlesOfParts>
    <vt:vector baseType="lpstr" size="31">
      <vt:lpstr>等线</vt:lpstr>
      <vt:lpstr>Arial</vt:lpstr>
      <vt:lpstr>Roboto</vt:lpstr>
      <vt:lpstr>Designed by iSlide</vt:lpstr>
      <vt:lpstr>通用年终总结 PPT模板</vt:lpstr>
      <vt:lpstr>PowerPoint 演示文稿</vt:lpstr>
      <vt:lpstr>年度回顾与成长</vt:lpstr>
      <vt:lpstr>年度回顾与成长</vt:lpstr>
      <vt:lpstr>学习与成长</vt:lpstr>
      <vt:lpstr>团队协作感悟</vt:lpstr>
      <vt:lpstr>反思与提升空间</vt:lpstr>
      <vt:lpstr>年度目标与计划</vt:lpstr>
      <vt:lpstr>个人工作目标</vt:lpstr>
      <vt:lpstr>职业发展规划</vt:lpstr>
      <vt:lpstr>学习计划</vt:lpstr>
      <vt:lpstr>团队贡献计划</vt:lpstr>
      <vt:lpstr>创新与探索计划</vt:lpstr>
      <vt:lpstr>年度感悟与感谢</vt:lpstr>
      <vt:lpstr>工作感悟</vt:lpstr>
      <vt:lpstr>学习感悟</vt:lpstr>
      <vt:lpstr>团队感悟</vt:lpstr>
      <vt:lpstr>感谢与展望</vt:lpstr>
      <vt:lpstr>成果展示与展望</vt:lpstr>
      <vt:lpstr>年度成果总结</vt:lpstr>
      <vt:lpstr>自我突破展示</vt:lpstr>
      <vt:lpstr>未来目标展望</vt:lpstr>
      <vt:lpstr>团队协作展望</vt:lpstr>
      <vt:lpstr>我的愿景与承诺</vt:lpstr>
      <vt:lpstr>演示结束 感谢观看</vt:lpstr>
      <vt:lpstr>PowerPoint 演示文稿</vt:lpstr>
      <vt:lpstr>PowerPoint 演示文稿</vt:lpstr>
    </vt:vector>
  </ap:TitlesOfParts>
  <ap:LinksUpToDate>false</ap:LinksUpToDate>
  <ap:SharedDoc>false</ap:SharedDoc>
  <ap:HyperlinksChanged>false</ap:HyperlinksChanged>
  <ap:AppVersion>16.0000</ap:AppVersion>
</ap:Properties>
</file>

<file path=docProps/core.xml><?xml version="1.0" encoding="utf-8"?>
<coreProperties xmlns:dc="http://purl.org/dc/elements/1.1/" xmlns:dcterms="http://purl.org/dc/terms/" xmlns:xsi="http://www.w3.org/2001/XMLSchema-instance" xmlns="http://schemas.openxmlformats.org/package/2006/metadata/core-properties">
  <dc:creator>贤贤</dc:creator>
  <lastModifiedBy>贤贤</lastModifiedBy>
  <revision>1</revision>
  <dcterms:created xsi:type="dcterms:W3CDTF">2024-12-15T16:00:00.0000000Z</dcterms:created>
  <dcterms:modified xsi:type="dcterms:W3CDTF">2024-12-15T16:00:00.0000000Z</dcterms:modified>
  <lastPrinted>2024-12-15T16:00:00.0000000Z</lastPrinted>
</coreProperties>
</file>