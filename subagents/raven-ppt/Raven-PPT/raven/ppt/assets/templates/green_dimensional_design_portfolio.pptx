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theme/themeOverride7.xml" ContentType="application/vnd.openxmlformats-officedocument.themeOverride+xml"/>
  <Override PartName="/ppt/notesSlides/notesSlide8.xml" ContentType="application/vnd.openxmlformats-officedocument.presentationml.notesSlide+xml"/>
  <Override PartName="/ppt/theme/themeOverride8.xml" ContentType="application/vnd.openxmlformats-officedocument.themeOverr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9.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Override10.xml" ContentType="application/vnd.openxmlformats-officedocument.themeOverride+xml"/>
  <Override PartName="/ppt/notesSlides/notesSlide14.xml" ContentType="application/vnd.openxmlformats-officedocument.presentationml.notesSlide+xml"/>
  <Override PartName="/ppt/theme/themeOverride11.xml" ContentType="application/vnd.openxmlformats-officedocument.themeOverride+xml"/>
  <Override PartName="/ppt/notesSlides/notesSlide15.xml" ContentType="application/vnd.openxmlformats-officedocument.presentationml.notesSlide+xml"/>
  <Override PartName="/ppt/theme/themeOverride12.xml" ContentType="application/vnd.openxmlformats-officedocument.themeOverride+xml"/>
  <Override PartName="/ppt/notesSlides/notesSlide16.xml" ContentType="application/vnd.openxmlformats-officedocument.presentationml.notesSlide+xml"/>
  <Override PartName="/ppt/theme/themeOverride13.xml" ContentType="application/vnd.openxmlformats-officedocument.themeOverride+xml"/>
  <Override PartName="/ppt/notesSlides/notesSlide17.xml" ContentType="application/vnd.openxmlformats-officedocument.presentationml.notesSlide+xml"/>
  <Override PartName="/ppt/theme/themeOverride14.xml" ContentType="application/vnd.openxmlformats-officedocument.themeOverr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9.xml" ContentType="application/vnd.openxmlformats-officedocument.presentationml.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82" r:id="rId3"/>
    <p:sldId id="258" r:id="rId4"/>
    <p:sldId id="284" r:id="rId5"/>
    <p:sldId id="260" r:id="rId6"/>
    <p:sldId id="261" r:id="rId7"/>
    <p:sldId id="262" r:id="rId8"/>
    <p:sldId id="263" r:id="rId9"/>
    <p:sldId id="264" r:id="rId10"/>
    <p:sldId id="285" r:id="rId11"/>
    <p:sldId id="287" r:id="rId12"/>
    <p:sldId id="268" r:id="rId13"/>
    <p:sldId id="288" r:id="rId14"/>
    <p:sldId id="270" r:id="rId15"/>
    <p:sldId id="273" r:id="rId16"/>
    <p:sldId id="274" r:id="rId17"/>
    <p:sldId id="275" r:id="rId18"/>
    <p:sldId id="280" r:id="rId19"/>
    <p:sldId id="289" r:id="Re5c634c600534ee3"/>
    <p:sldId id="290" r:id="Re4ad171c7c69490a"/>
  </p:sldIdLst>
  <p:sldSz cx="12192000" cy="6858000"/>
  <p:notesSz cx="6858000" cy="9144000"/>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95BA0E"/>
    <a:srgbClr val="EBC702"/>
    <a:srgbClr val="55A62A"/>
    <a:srgbClr val="111111"/>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7" autoAdjust="0"/>
    <p:restoredTop sz="95734" autoAdjust="0"/>
  </p:normalViewPr>
  <p:slideViewPr>
    <p:cSldViewPr snapToGrid="0" showGuides="1">
      <p:cViewPr>
        <p:scale>
          <a:sx n="75" d="100"/>
          <a:sy n="75" d="100"/>
        </p:scale>
        <p:origin x="600" y="672"/>
      </p:cViewPr>
      <p:guideLst>
        <p:guide pos="416"/>
        <p:guide pos="7256"/>
        <p:guide orient="horz" pos="648"/>
        <p:guide orient="horz" pos="712"/>
        <p:guide orient="horz" pos="3928"/>
        <p:guide orient="horz" pos="3864"/>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slide" Target="slides/slide12.xml" Id="rId13" /><Relationship Type="http://schemas.openxmlformats.org/officeDocument/2006/relationships/slide" Target="slides/slide17.xml" Id="rId18" /><Relationship Type="http://schemas.openxmlformats.org/officeDocument/2006/relationships/slide" Target="slides/slide2.xml" Id="rId3" /><Relationship Type="http://schemas.openxmlformats.org/officeDocument/2006/relationships/tags" Target="tags/tag1.xml" Id="rId21"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slide" Target="slides/slide16.xml" Id="rId17" /><Relationship Type="http://schemas.openxmlformats.org/officeDocument/2006/relationships/tableStyles" Target="tableStyles.xml" Id="rId25" /><Relationship Type="http://schemas.openxmlformats.org/officeDocument/2006/relationships/slide" Target="slides/slide1.xml" Id="rId2" /><Relationship Type="http://schemas.openxmlformats.org/officeDocument/2006/relationships/slide" Target="slides/slide15.xml" Id="rId16" /><Relationship Type="http://schemas.openxmlformats.org/officeDocument/2006/relationships/notesMaster" Target="notesMasters/notesMaster1.xml" Id="rId20"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theme" Target="theme/theme1.xml" Id="rId24" /><Relationship Type="http://schemas.openxmlformats.org/officeDocument/2006/relationships/slide" Target="slides/slide4.xml" Id="rId5" /><Relationship Type="http://schemas.openxmlformats.org/officeDocument/2006/relationships/slide" Target="slides/slide14.xml" Id="rId15" /><Relationship Type="http://schemas.openxmlformats.org/officeDocument/2006/relationships/viewProps" Target="viewProps.xml" Id="rId23" /><Relationship Type="http://schemas.openxmlformats.org/officeDocument/2006/relationships/slide" Target="slides/slide9.xml" Id="rId10" /><Relationship Type="http://schemas.openxmlformats.org/officeDocument/2006/relationships/slide" Target="slides/slide18.xml" Id="rId19"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slide" Target="slides/slide13.xml" Id="rId14" /><Relationship Type="http://schemas.openxmlformats.org/officeDocument/2006/relationships/presProps" Target="presProps.xml" Id="rId22" /><Relationship Type="http://schemas.openxmlformats.org/officeDocument/2006/relationships/slide" Target="/ppt/slides/slide19.xml" Id="Re5c634c600534ee3" /><Relationship Type="http://schemas.openxmlformats.org/officeDocument/2006/relationships/slide" Target="/ppt/slides/slide20.xml" Id="Re4ad171c7c69490a"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272798-E415-448A-ABF1-462842363831}" type="datetimeFigureOut">
              <a:rPr lang="zh-CN" altLang="en-US" smtClean="0"/>
              <a:t>2024/3/25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6EF655-4979-4BF7-928B-CB6BA216B984}" type="slidenum">
              <a:rPr lang="zh-CN" altLang="en-US" smtClean="0"/>
              <a:t>‹#›</a:t>
            </a:fld>
            <a:endParaRPr lang="zh-CN" altLang="en-US"/>
          </a:p>
        </p:txBody>
      </p:sp>
    </p:spTree>
    <p:extLst>
      <p:ext uri="{BB962C8B-B14F-4D97-AF65-F5344CB8AC3E}">
        <p14:creationId xmlns:p14="http://schemas.microsoft.com/office/powerpoint/2010/main" val="3461470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1</a:t>
            </a:fld>
            <a:endParaRPr lang="zh-CN" altLang="en-US"/>
          </a:p>
        </p:txBody>
      </p:sp>
    </p:spTree>
    <p:extLst>
      <p:ext uri="{BB962C8B-B14F-4D97-AF65-F5344CB8AC3E}">
        <p14:creationId xmlns:p14="http://schemas.microsoft.com/office/powerpoint/2010/main" val="3445657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2</a:t>
            </a:fld>
            <a:endParaRPr lang="zh-CN" altLang="en-US"/>
          </a:p>
        </p:txBody>
      </p:sp>
    </p:spTree>
    <p:extLst>
      <p:ext uri="{BB962C8B-B14F-4D97-AF65-F5344CB8AC3E}">
        <p14:creationId xmlns:p14="http://schemas.microsoft.com/office/powerpoint/2010/main" val="1953943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3</a:t>
            </a:fld>
            <a:endParaRPr lang="zh-CN" altLang="en-US"/>
          </a:p>
        </p:txBody>
      </p:sp>
    </p:spTree>
    <p:extLst>
      <p:ext uri="{BB962C8B-B14F-4D97-AF65-F5344CB8AC3E}">
        <p14:creationId xmlns:p14="http://schemas.microsoft.com/office/powerpoint/2010/main" val="3538685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4</a:t>
            </a:fld>
            <a:endParaRPr lang="zh-CN" altLang="en-US"/>
          </a:p>
        </p:txBody>
      </p:sp>
    </p:spTree>
    <p:extLst>
      <p:ext uri="{BB962C8B-B14F-4D97-AF65-F5344CB8AC3E}">
        <p14:creationId xmlns:p14="http://schemas.microsoft.com/office/powerpoint/2010/main" val="10804629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F6EF655-4979-4BF7-928B-CB6BA216B984}" type="slidenum">
              <a:rPr lang="zh-CN" altLang="en-US" smtClean="0"/>
              <a:t>5</a:t>
            </a:fld>
            <a:endParaRPr lang="zh-CN" altLang="en-US"/>
          </a:p>
        </p:txBody>
      </p:sp>
    </p:spTree>
    <p:extLst>
      <p:ext uri="{BB962C8B-B14F-4D97-AF65-F5344CB8AC3E}">
        <p14:creationId xmlns:p14="http://schemas.microsoft.com/office/powerpoint/2010/main" val="419284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6</a:t>
            </a:fld>
            <a:endParaRPr lang="zh-CN" altLang="en-US"/>
          </a:p>
        </p:txBody>
      </p:sp>
    </p:spTree>
    <p:extLst>
      <p:ext uri="{BB962C8B-B14F-4D97-AF65-F5344CB8AC3E}">
        <p14:creationId xmlns:p14="http://schemas.microsoft.com/office/powerpoint/2010/main" val="1702363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7</a:t>
            </a:fld>
            <a:endParaRPr lang="zh-CN" altLang="en-US"/>
          </a:p>
        </p:txBody>
      </p:sp>
    </p:spTree>
    <p:extLst>
      <p:ext uri="{BB962C8B-B14F-4D97-AF65-F5344CB8AC3E}">
        <p14:creationId xmlns:p14="http://schemas.microsoft.com/office/powerpoint/2010/main" val="20665769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8</a:t>
            </a:fld>
            <a:endParaRPr lang="zh-CN" altLang="en-US"/>
          </a:p>
        </p:txBody>
      </p:sp>
    </p:spTree>
    <p:extLst>
      <p:ext uri="{BB962C8B-B14F-4D97-AF65-F5344CB8AC3E}">
        <p14:creationId xmlns:p14="http://schemas.microsoft.com/office/powerpoint/2010/main" val="4199783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9</a:t>
            </a:fld>
            <a:endParaRPr lang="zh-CN" altLang="en-US"/>
          </a:p>
        </p:txBody>
      </p:sp>
    </p:spTree>
    <p:extLst>
      <p:ext uri="{BB962C8B-B14F-4D97-AF65-F5344CB8AC3E}">
        <p14:creationId xmlns:p14="http://schemas.microsoft.com/office/powerpoint/2010/main" val="41301213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10</a:t>
            </a:fld>
            <a:endParaRPr lang="zh-CN" altLang="en-US"/>
          </a:p>
        </p:txBody>
      </p:sp>
    </p:spTree>
    <p:extLst>
      <p:ext uri="{BB962C8B-B14F-4D97-AF65-F5344CB8AC3E}">
        <p14:creationId xmlns:p14="http://schemas.microsoft.com/office/powerpoint/2010/main" val="41686611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11</a:t>
            </a:fld>
            <a:endParaRPr lang="zh-CN" altLang="en-US"/>
          </a:p>
        </p:txBody>
      </p:sp>
    </p:spTree>
    <p:extLst>
      <p:ext uri="{BB962C8B-B14F-4D97-AF65-F5344CB8AC3E}">
        <p14:creationId xmlns:p14="http://schemas.microsoft.com/office/powerpoint/2010/main" val="9439667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12</a:t>
            </a:fld>
            <a:endParaRPr lang="zh-CN" altLang="en-US"/>
          </a:p>
        </p:txBody>
      </p:sp>
    </p:spTree>
    <p:extLst>
      <p:ext uri="{BB962C8B-B14F-4D97-AF65-F5344CB8AC3E}">
        <p14:creationId xmlns:p14="http://schemas.microsoft.com/office/powerpoint/2010/main" val="35340098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13</a:t>
            </a:fld>
            <a:endParaRPr lang="zh-CN" altLang="en-US"/>
          </a:p>
        </p:txBody>
      </p:sp>
    </p:spTree>
    <p:extLst>
      <p:ext uri="{BB962C8B-B14F-4D97-AF65-F5344CB8AC3E}">
        <p14:creationId xmlns:p14="http://schemas.microsoft.com/office/powerpoint/2010/main" val="2954194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14</a:t>
            </a:fld>
            <a:endParaRPr lang="zh-CN" altLang="en-US"/>
          </a:p>
        </p:txBody>
      </p:sp>
    </p:spTree>
    <p:extLst>
      <p:ext uri="{BB962C8B-B14F-4D97-AF65-F5344CB8AC3E}">
        <p14:creationId xmlns:p14="http://schemas.microsoft.com/office/powerpoint/2010/main" val="39023109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15</a:t>
            </a:fld>
            <a:endParaRPr lang="zh-CN" altLang="en-US"/>
          </a:p>
        </p:txBody>
      </p:sp>
    </p:spTree>
    <p:extLst>
      <p:ext uri="{BB962C8B-B14F-4D97-AF65-F5344CB8AC3E}">
        <p14:creationId xmlns:p14="http://schemas.microsoft.com/office/powerpoint/2010/main" val="2698113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16</a:t>
            </a:fld>
            <a:endParaRPr lang="zh-CN" altLang="en-US"/>
          </a:p>
        </p:txBody>
      </p:sp>
    </p:spTree>
    <p:extLst>
      <p:ext uri="{BB962C8B-B14F-4D97-AF65-F5344CB8AC3E}">
        <p14:creationId xmlns:p14="http://schemas.microsoft.com/office/powerpoint/2010/main" val="36091666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17</a:t>
            </a:fld>
            <a:endParaRPr lang="zh-CN" altLang="en-US"/>
          </a:p>
        </p:txBody>
      </p:sp>
    </p:spTree>
    <p:extLst>
      <p:ext uri="{BB962C8B-B14F-4D97-AF65-F5344CB8AC3E}">
        <p14:creationId xmlns:p14="http://schemas.microsoft.com/office/powerpoint/2010/main" val="1458097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0F6EF655-4979-4BF7-928B-CB6BA216B984}" type="slidenum">
              <a:rPr lang="zh-CN" altLang="en-US" smtClean="0"/>
              <a:t>18</a:t>
            </a:fld>
            <a:endParaRPr lang="zh-CN" altLang="en-US"/>
          </a:p>
        </p:txBody>
      </p:sp>
    </p:spTree>
    <p:extLst>
      <p:ext uri="{BB962C8B-B14F-4D97-AF65-F5344CB8AC3E}">
        <p14:creationId xmlns:p14="http://schemas.microsoft.com/office/powerpoint/2010/main" val="9760533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type="title" preserve="1" userDrawn="1">
  <p:cSld name="Title Slide">
    <p:bg>
      <p:bgRef idx="1001">
        <a:schemeClr val="bg1"/>
      </p:bgRef>
    </p:bg>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B72FFF5B-AB78-C5C1-3AF4-F4E14C7D5F20}"/>
              </a:ext>
            </a:extLst>
          </p:cNvPr>
          <p:cNvGrpSpPr/>
          <p:nvPr userDrawn="1"/>
        </p:nvGrpSpPr>
        <p:grpSpPr>
          <a:xfrm>
            <a:off x="-1" y="0"/>
            <a:ext cx="12192001" cy="6858000"/>
            <a:chOff x="-1" y="0"/>
            <a:chExt cx="12192001" cy="6858000"/>
          </a:xfrm>
        </p:grpSpPr>
        <p:pic>
          <p:nvPicPr>
            <p:cNvPr id="30" name="图片 29" descr="植物的仙人掌&#10;&#10;描述已自动生成">
              <a:extLst>
                <a:ext uri="{FF2B5EF4-FFF2-40B4-BE49-F238E27FC236}">
                  <a16:creationId xmlns:a16="http://schemas.microsoft.com/office/drawing/2014/main" id="{2BCDEBEB-CEC6-9826-131D-50B5BC6D8F4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037" r="3891"/>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53" name="任意多边形: 形状 152">
              <a:extLst>
                <a:ext uri="{FF2B5EF4-FFF2-40B4-BE49-F238E27FC236}">
                  <a16:creationId xmlns:a16="http://schemas.microsoft.com/office/drawing/2014/main" id="{CF44A7B8-A47B-51BD-26FD-61308CC5AB8F}"/>
                </a:ext>
              </a:extLst>
            </p:cNvPr>
            <p:cNvSpPr/>
            <p:nvPr userDrawn="1"/>
          </p:nvSpPr>
          <p:spPr>
            <a:xfrm>
              <a:off x="-1" y="0"/>
              <a:ext cx="8337795" cy="6134100"/>
            </a:xfrm>
            <a:custGeom>
              <a:avLst/>
              <a:gdLst>
                <a:gd name="connsiteX0" fmla="*/ 0 w 8820588"/>
                <a:gd name="connsiteY0" fmla="*/ 0 h 6489290"/>
                <a:gd name="connsiteX1" fmla="*/ 8804848 w 8820588"/>
                <a:gd name="connsiteY1" fmla="*/ 0 h 6489290"/>
                <a:gd name="connsiteX2" fmla="*/ 8812685 w 8820588"/>
                <a:gd name="connsiteY2" fmla="*/ 103055 h 6489290"/>
                <a:gd name="connsiteX3" fmla="*/ 8820588 w 8820588"/>
                <a:gd name="connsiteY3" fmla="*/ 415606 h 6489290"/>
                <a:gd name="connsiteX4" fmla="*/ 2746904 w 8820588"/>
                <a:gd name="connsiteY4" fmla="*/ 6489290 h 6489290"/>
                <a:gd name="connsiteX5" fmla="*/ 180315 w 8820588"/>
                <a:gd name="connsiteY5" fmla="*/ 5921953 h 6489290"/>
                <a:gd name="connsiteX6" fmla="*/ 0 w 8820588"/>
                <a:gd name="connsiteY6" fmla="*/ 5833035 h 6489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20588" h="6489290">
                  <a:moveTo>
                    <a:pt x="0" y="0"/>
                  </a:moveTo>
                  <a:lnTo>
                    <a:pt x="8804848" y="0"/>
                  </a:lnTo>
                  <a:lnTo>
                    <a:pt x="8812685" y="103055"/>
                  </a:lnTo>
                  <a:cubicBezTo>
                    <a:pt x="8817932" y="206576"/>
                    <a:pt x="8820588" y="310781"/>
                    <a:pt x="8820588" y="415606"/>
                  </a:cubicBezTo>
                  <a:cubicBezTo>
                    <a:pt x="8820588" y="3770009"/>
                    <a:pt x="6101307" y="6489290"/>
                    <a:pt x="2746904" y="6489290"/>
                  </a:cubicBezTo>
                  <a:cubicBezTo>
                    <a:pt x="1829685" y="6489290"/>
                    <a:pt x="959952" y="6285975"/>
                    <a:pt x="180315" y="5921953"/>
                  </a:cubicBezTo>
                  <a:lnTo>
                    <a:pt x="0" y="5833035"/>
                  </a:lnTo>
                  <a:close/>
                </a:path>
              </a:pathLst>
            </a:custGeom>
            <a:gradFill>
              <a:gsLst>
                <a:gs pos="0">
                  <a:schemeClr val="accent1">
                    <a:lumMod val="60000"/>
                    <a:lumOff val="40000"/>
                    <a:alpha val="40000"/>
                  </a:schemeClr>
                </a:gs>
                <a:gs pos="84000">
                  <a:schemeClr val="accent3">
                    <a:lumMod val="60000"/>
                    <a:lumOff val="40000"/>
                    <a:alpha val="5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任意多边形: 形状 11">
              <a:extLst>
                <a:ext uri="{FF2B5EF4-FFF2-40B4-BE49-F238E27FC236}">
                  <a16:creationId xmlns:a16="http://schemas.microsoft.com/office/drawing/2014/main" id="{FD0F2B8D-3A03-45E8-5318-E93ACD16CDF1}"/>
                </a:ext>
              </a:extLst>
            </p:cNvPr>
            <p:cNvSpPr/>
            <p:nvPr userDrawn="1"/>
          </p:nvSpPr>
          <p:spPr>
            <a:xfrm>
              <a:off x="10572750" y="5238750"/>
              <a:ext cx="1619250" cy="1619250"/>
            </a:xfrm>
            <a:custGeom>
              <a:avLst/>
              <a:gdLst>
                <a:gd name="connsiteX0" fmla="*/ 1876953 w 1876953"/>
                <a:gd name="connsiteY0" fmla="*/ 0 h 1876953"/>
                <a:gd name="connsiteX1" fmla="*/ 1876953 w 1876953"/>
                <a:gd name="connsiteY1" fmla="*/ 1876953 h 1876953"/>
                <a:gd name="connsiteX2" fmla="*/ 0 w 1876953"/>
                <a:gd name="connsiteY2" fmla="*/ 1876953 h 1876953"/>
                <a:gd name="connsiteX3" fmla="*/ 1876953 w 1876953"/>
                <a:gd name="connsiteY3" fmla="*/ 0 h 1876953"/>
              </a:gdLst>
              <a:ahLst/>
              <a:cxnLst>
                <a:cxn ang="0">
                  <a:pos x="connsiteX0" y="connsiteY0"/>
                </a:cxn>
                <a:cxn ang="0">
                  <a:pos x="connsiteX1" y="connsiteY1"/>
                </a:cxn>
                <a:cxn ang="0">
                  <a:pos x="connsiteX2" y="connsiteY2"/>
                </a:cxn>
                <a:cxn ang="0">
                  <a:pos x="connsiteX3" y="connsiteY3"/>
                </a:cxn>
              </a:cxnLst>
              <a:rect l="l" t="t" r="r" b="b"/>
              <a:pathLst>
                <a:path w="1876953" h="1876953">
                  <a:moveTo>
                    <a:pt x="1876953" y="0"/>
                  </a:moveTo>
                  <a:lnTo>
                    <a:pt x="1876953" y="1876953"/>
                  </a:lnTo>
                  <a:lnTo>
                    <a:pt x="0" y="1876953"/>
                  </a:lnTo>
                  <a:cubicBezTo>
                    <a:pt x="0" y="840340"/>
                    <a:pt x="840340" y="0"/>
                    <a:pt x="1876953" y="0"/>
                  </a:cubicBezTo>
                  <a:close/>
                </a:path>
              </a:pathLst>
            </a:custGeom>
            <a:gradFill flip="none" rotWithShape="1">
              <a:gsLst>
                <a:gs pos="0">
                  <a:schemeClr val="accent1">
                    <a:lumMod val="60000"/>
                    <a:lumOff val="40000"/>
                    <a:alpha val="40000"/>
                  </a:schemeClr>
                </a:gs>
                <a:gs pos="84000">
                  <a:schemeClr val="accent3">
                    <a:lumMod val="60000"/>
                    <a:lumOff val="40000"/>
                    <a:alpha val="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grpSp>
      <p:sp>
        <p:nvSpPr>
          <p:cNvPr id="5" name="1b3ee39f-c340-4894-ad31-03a12f732870"/>
          <p:cNvSpPr>
            <a:spLocks noGrp="1"/>
          </p:cNvSpPr>
          <p:nvPr>
            <p:ph type="ctrTitle" hasCustomPrompt="1"/>
          </p:nvPr>
        </p:nvSpPr>
        <p:spPr>
          <a:xfrm>
            <a:off x="660400" y="1017212"/>
            <a:ext cx="7874000" cy="2240337"/>
          </a:xfrm>
          <a:prstGeom prst="rect">
            <a:avLst/>
          </a:prstGeom>
          <a:noFill/>
        </p:spPr>
        <p:txBody>
          <a:bodyPr wrap="square" anchor="b">
            <a:noAutofit/>
          </a:bodyPr>
          <a:lstStyle>
            <a:lvl1pPr algn="l">
              <a:lnSpc>
                <a:spcPct val="100000"/>
              </a:lnSpc>
              <a:defRPr sz="5400">
                <a:ln w="19050">
                  <a:noFill/>
                </a:ln>
                <a:solidFill>
                  <a:srgbClr val="111111"/>
                </a:solidFill>
              </a:defRPr>
            </a:lvl1pPr>
          </a:lstStyle>
          <a:p>
            <a:pPr lvl="0"/>
            <a:r>
              <a:rPr lang="en-US" dirty="0"/>
              <a:t>Click to add title</a:t>
            </a:r>
          </a:p>
        </p:txBody>
      </p:sp>
      <p:sp>
        <p:nvSpPr>
          <p:cNvPr id="9" name="副标题 8"/>
          <p:cNvSpPr>
            <a:spLocks noGrp="1"/>
          </p:cNvSpPr>
          <p:nvPr>
            <p:ph type="subTitle" sz="quarter" idx="1" hasCustomPrompt="1"/>
          </p:nvPr>
        </p:nvSpPr>
        <p:spPr>
          <a:xfrm>
            <a:off x="769257" y="3429000"/>
            <a:ext cx="4557486" cy="671233"/>
          </a:xfrm>
          <a:prstGeom prst="roundRect">
            <a:avLst>
              <a:gd name="adj" fmla="val 50000"/>
            </a:avLst>
          </a:prstGeom>
          <a:solidFill>
            <a:schemeClr val="accent2">
              <a:alpha val="90000"/>
            </a:schemeClr>
          </a:solidFill>
          <a:ln>
            <a:noFill/>
          </a:ln>
        </p:spPr>
        <p:txBody>
          <a:bodyPr vert="horz" wrap="square" lIns="91440" tIns="45720" rIns="91440" bIns="45720" rtlCol="0" anchor="ctr" anchorCtr="0">
            <a:normAutofit/>
          </a:bodyPr>
          <a:lstStyle>
            <a:lvl1pPr marL="0" indent="0" algn="ctr">
              <a:lnSpc>
                <a:spcPct val="100000"/>
              </a:lnSpc>
              <a:buNone/>
              <a:defRPr lang="en-US" sz="2000" dirty="0">
                <a:solidFill>
                  <a:schemeClr val="tx1"/>
                </a:solidFill>
                <a:latin typeface="+mj-lt"/>
              </a:defRPr>
            </a:lvl1pPr>
          </a:lstStyle>
          <a:p>
            <a:pPr lvl="0"/>
            <a:r>
              <a:rPr lang="en-US"/>
              <a:t>Click to add subtitle</a:t>
            </a:r>
          </a:p>
        </p:txBody>
      </p:sp>
      <p:sp>
        <p:nvSpPr>
          <p:cNvPr id="2" name="文本占位符 1"/>
          <p:cNvSpPr>
            <a:spLocks noGrp="1"/>
          </p:cNvSpPr>
          <p:nvPr>
            <p:ph type="body" sz="quarter" idx="13" hasCustomPrompt="1"/>
          </p:nvPr>
        </p:nvSpPr>
        <p:spPr>
          <a:xfrm>
            <a:off x="660400" y="5539434"/>
            <a:ext cx="7874000" cy="301353"/>
          </a:xfrm>
          <a:prstGeom prst="roundRect">
            <a:avLst>
              <a:gd name="adj" fmla="val 0"/>
            </a:avLst>
          </a:prstGeom>
          <a:noFill/>
          <a:ln>
            <a:noFill/>
          </a:ln>
        </p:spPr>
        <p:txBody>
          <a:bodyPr wrap="square" lIns="90000" anchor="ctr">
            <a:normAutofit/>
          </a:bodyPr>
          <a:lstStyle>
            <a:lvl1pPr marL="0" indent="0" algn="l">
              <a:lnSpc>
                <a:spcPct val="100000"/>
              </a:lnSpc>
              <a:buNone/>
              <a:defRPr sz="1200">
                <a:solidFill>
                  <a:schemeClr val="tx1"/>
                </a:solidFill>
              </a:defRPr>
            </a:lvl1pPr>
          </a:lstStyle>
          <a:p>
            <a:pPr lvl="0"/>
            <a:r>
              <a:rPr lang="en-US" dirty="0"/>
              <a:t>Presenter name</a:t>
            </a:r>
          </a:p>
        </p:txBody>
      </p:sp>
      <p:sp>
        <p:nvSpPr>
          <p:cNvPr id="3" name="文本占位符 2"/>
          <p:cNvSpPr>
            <a:spLocks noGrp="1"/>
          </p:cNvSpPr>
          <p:nvPr>
            <p:ph type="body" sz="quarter" idx="14" hasCustomPrompt="1"/>
          </p:nvPr>
        </p:nvSpPr>
        <p:spPr>
          <a:xfrm>
            <a:off x="660400" y="5832747"/>
            <a:ext cx="7874000" cy="301353"/>
          </a:xfrm>
          <a:prstGeom prst="roundRect">
            <a:avLst>
              <a:gd name="adj" fmla="val 0"/>
            </a:avLst>
          </a:prstGeom>
          <a:noFill/>
          <a:ln>
            <a:noFill/>
          </a:ln>
        </p:spPr>
        <p:txBody>
          <a:bodyPr wrap="none" anchor="ctr">
            <a:normAutofit/>
          </a:bodyPr>
          <a:lstStyle>
            <a:lvl1pPr marL="0" indent="0" algn="l">
              <a:lnSpc>
                <a:spcPct val="100000"/>
              </a:lnSpc>
              <a:buNone/>
              <a:defRPr sz="1200">
                <a:solidFill>
                  <a:schemeClr val="tx1"/>
                </a:solidFill>
              </a:defRPr>
            </a:lvl1pPr>
          </a:lstStyle>
          <a:p>
            <a:pPr lvl="0"/>
            <a:r>
              <a:rPr lang="en-US"/>
              <a:t>www.islide.cc</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p14="http://schemas.microsoft.com/office/powerpoint/2010/main"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extLst>
      <p:ext uri="{BB962C8B-B14F-4D97-AF65-F5344CB8AC3E}">
        <p14:creationId xmlns:p14="http://schemas.microsoft.com/office/powerpoint/2010/main" val="228230275"/>
      </p:ext>
    </p:extLst>
  </p:cSld>
  <p:clrMapOvr>
    <a:masterClrMapping/>
  </p:clrMapOvr>
</p:sldLayout>
</file>

<file path=ppt/slideLayouts/slideLayout3.xml><?xml version="1.0" encoding="utf-8"?>
<p:sldLayout xmlns:p14="http://schemas.microsoft.com/office/powerpoint/2010/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grpSp>
        <p:nvGrpSpPr>
          <p:cNvPr id="7" name="组合 6"/>
          <p:cNvGrpSpPr/>
          <p:nvPr/>
        </p:nvGrpSpPr>
        <p:grpSpPr>
          <a:xfrm>
            <a:off x="0" y="0"/>
            <a:ext cx="12191999" cy="6858000"/>
            <a:chOff x="0" y="0"/>
            <a:chExt cx="12191999" cy="6858000"/>
          </a:xfrm>
        </p:grpSpPr>
        <p:sp>
          <p:nvSpPr>
            <p:cNvPr id="8" name="矩形 7"/>
            <p:cNvSpPr/>
            <p:nvPr/>
          </p:nvSpPr>
          <p:spPr>
            <a:xfrm>
              <a:off x="0" y="0"/>
              <a:ext cx="2846314" cy="6858000"/>
            </a:xfrm>
            <a:prstGeom prst="rect">
              <a:avLst/>
            </a:prstGeom>
            <a:solidFill>
              <a:schemeClr val="tx1">
                <a:lumMod val="95000"/>
                <a:lumOff val="5000"/>
                <a:alpha val="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endParaRPr lang="zh-CN" altLang="en-US" dirty="0">
                <a:solidFill>
                  <a:schemeClr val="tx1">
                    <a:lumMod val="95000"/>
                    <a:lumOff val="5000"/>
                  </a:schemeClr>
                </a:solidFill>
              </a:endParaRPr>
            </a:p>
          </p:txBody>
        </p:sp>
        <p:grpSp>
          <p:nvGrpSpPr>
            <p:cNvPr id="9" name="组合 8"/>
            <p:cNvGrpSpPr/>
            <p:nvPr/>
          </p:nvGrpSpPr>
          <p:grpSpPr>
            <a:xfrm>
              <a:off x="0" y="1"/>
              <a:ext cx="12191999" cy="6857999"/>
              <a:chOff x="0" y="1"/>
              <a:chExt cx="12191999" cy="6857999"/>
            </a:xfrm>
          </p:grpSpPr>
          <p:grpSp>
            <p:nvGrpSpPr>
              <p:cNvPr id="15" name="组合 14"/>
              <p:cNvGrpSpPr/>
              <p:nvPr/>
            </p:nvGrpSpPr>
            <p:grpSpPr>
              <a:xfrm>
                <a:off x="9967733" y="1"/>
                <a:ext cx="2224266" cy="2207517"/>
                <a:chOff x="7333722" y="1"/>
                <a:chExt cx="4858278" cy="4821694"/>
              </a:xfrm>
            </p:grpSpPr>
            <p:sp>
              <p:nvSpPr>
                <p:cNvPr id="25" name="矩形 24"/>
                <p:cNvSpPr/>
                <p:nvPr/>
              </p:nvSpPr>
              <p:spPr>
                <a:xfrm>
                  <a:off x="10692384" y="1"/>
                  <a:ext cx="1499615" cy="1499615"/>
                </a:xfrm>
                <a:prstGeom prst="rect">
                  <a:avLst/>
                </a:prstGeom>
                <a:solidFill>
                  <a:schemeClr val="accent1">
                    <a:alpha val="3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endParaRPr lang="zh-CN" altLang="en-US">
                    <a:solidFill>
                      <a:schemeClr val="tx1">
                        <a:lumMod val="95000"/>
                        <a:lumOff val="5000"/>
                      </a:schemeClr>
                    </a:solidFill>
                  </a:endParaRPr>
                </a:p>
              </p:txBody>
            </p:sp>
            <p:sp>
              <p:nvSpPr>
                <p:cNvPr id="26" name="矩形 25"/>
                <p:cNvSpPr/>
                <p:nvPr/>
              </p:nvSpPr>
              <p:spPr>
                <a:xfrm>
                  <a:off x="10692384" y="1661040"/>
                  <a:ext cx="1499615" cy="1499615"/>
                </a:xfrm>
                <a:prstGeom prst="rect">
                  <a:avLst/>
                </a:prstGeom>
                <a:solidFill>
                  <a:schemeClr val="accent1">
                    <a:alpha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endParaRPr lang="zh-CN" altLang="en-US">
                    <a:solidFill>
                      <a:schemeClr val="tx1">
                        <a:lumMod val="95000"/>
                        <a:lumOff val="5000"/>
                      </a:schemeClr>
                    </a:solidFill>
                  </a:endParaRPr>
                </a:p>
              </p:txBody>
            </p:sp>
            <p:sp>
              <p:nvSpPr>
                <p:cNvPr id="27" name="矩形 26"/>
                <p:cNvSpPr/>
                <p:nvPr/>
              </p:nvSpPr>
              <p:spPr>
                <a:xfrm>
                  <a:off x="10692385" y="3322080"/>
                  <a:ext cx="1499615" cy="1499615"/>
                </a:xfrm>
                <a:prstGeom prst="rect">
                  <a:avLst/>
                </a:prstGeom>
                <a:solidFill>
                  <a:schemeClr val="accent1">
                    <a:alpha val="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endParaRPr lang="zh-CN" altLang="en-US">
                    <a:solidFill>
                      <a:schemeClr val="tx1">
                        <a:lumMod val="95000"/>
                        <a:lumOff val="5000"/>
                      </a:schemeClr>
                    </a:solidFill>
                  </a:endParaRPr>
                </a:p>
              </p:txBody>
            </p:sp>
            <p:sp>
              <p:nvSpPr>
                <p:cNvPr id="28" name="矩形 27"/>
                <p:cNvSpPr/>
                <p:nvPr/>
              </p:nvSpPr>
              <p:spPr>
                <a:xfrm>
                  <a:off x="9013053" y="1"/>
                  <a:ext cx="1499615" cy="1499615"/>
                </a:xfrm>
                <a:prstGeom prst="rect">
                  <a:avLst/>
                </a:prstGeom>
                <a:solidFill>
                  <a:schemeClr val="accent1">
                    <a:alpha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endParaRPr lang="zh-CN" altLang="en-US">
                    <a:solidFill>
                      <a:schemeClr val="tx1">
                        <a:lumMod val="95000"/>
                        <a:lumOff val="5000"/>
                      </a:schemeClr>
                    </a:solidFill>
                  </a:endParaRPr>
                </a:p>
              </p:txBody>
            </p:sp>
            <p:sp>
              <p:nvSpPr>
                <p:cNvPr id="29" name="矩形 28"/>
                <p:cNvSpPr/>
                <p:nvPr/>
              </p:nvSpPr>
              <p:spPr>
                <a:xfrm>
                  <a:off x="9013053" y="1661040"/>
                  <a:ext cx="1499615" cy="1499615"/>
                </a:xfrm>
                <a:prstGeom prst="rect">
                  <a:avLst/>
                </a:prstGeom>
                <a:solidFill>
                  <a:schemeClr val="accent1">
                    <a:alpha val="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endParaRPr lang="zh-CN" altLang="en-US">
                    <a:solidFill>
                      <a:schemeClr val="tx1">
                        <a:lumMod val="95000"/>
                        <a:lumOff val="5000"/>
                      </a:schemeClr>
                    </a:solidFill>
                  </a:endParaRPr>
                </a:p>
              </p:txBody>
            </p:sp>
            <p:sp>
              <p:nvSpPr>
                <p:cNvPr id="30" name="矩形 29"/>
                <p:cNvSpPr/>
                <p:nvPr/>
              </p:nvSpPr>
              <p:spPr>
                <a:xfrm>
                  <a:off x="7333722" y="1"/>
                  <a:ext cx="1499615" cy="1499615"/>
                </a:xfrm>
                <a:prstGeom prst="rect">
                  <a:avLst/>
                </a:prstGeom>
                <a:solidFill>
                  <a:schemeClr val="accent1">
                    <a:alpha val="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endParaRPr lang="zh-CN" altLang="en-US">
                    <a:solidFill>
                      <a:schemeClr val="tx1">
                        <a:lumMod val="95000"/>
                        <a:lumOff val="5000"/>
                      </a:schemeClr>
                    </a:solidFill>
                  </a:endParaRPr>
                </a:p>
              </p:txBody>
            </p:sp>
          </p:grpSp>
          <p:grpSp>
            <p:nvGrpSpPr>
              <p:cNvPr id="17" name="组合 16"/>
              <p:cNvGrpSpPr/>
              <p:nvPr/>
            </p:nvGrpSpPr>
            <p:grpSpPr>
              <a:xfrm rot="10800000">
                <a:off x="0" y="4650483"/>
                <a:ext cx="2224266" cy="2207517"/>
                <a:chOff x="7333722" y="1"/>
                <a:chExt cx="4858277" cy="4821693"/>
              </a:xfrm>
            </p:grpSpPr>
            <p:sp>
              <p:nvSpPr>
                <p:cNvPr id="18" name="矩形 17"/>
                <p:cNvSpPr/>
                <p:nvPr/>
              </p:nvSpPr>
              <p:spPr>
                <a:xfrm flipV="1">
                  <a:off x="10692384" y="1"/>
                  <a:ext cx="1499615" cy="1499615"/>
                </a:xfrm>
                <a:prstGeom prst="rect">
                  <a:avLst/>
                </a:prstGeom>
                <a:solidFill>
                  <a:schemeClr val="accent1">
                    <a:alpha val="3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lvl="0" algn="ctr"/>
                  <a:endParaRPr lang="zh-CN" altLang="en-US">
                    <a:solidFill>
                      <a:schemeClr val="tx1">
                        <a:lumMod val="95000"/>
                        <a:lumOff val="5000"/>
                      </a:schemeClr>
                    </a:solidFill>
                    <a:latin typeface="Arial"/>
                  </a:endParaRPr>
                </a:p>
              </p:txBody>
            </p:sp>
            <p:sp>
              <p:nvSpPr>
                <p:cNvPr id="19" name="矩形 18"/>
                <p:cNvSpPr/>
                <p:nvPr/>
              </p:nvSpPr>
              <p:spPr>
                <a:xfrm flipV="1">
                  <a:off x="10692384" y="1661040"/>
                  <a:ext cx="1499615" cy="1499615"/>
                </a:xfrm>
                <a:prstGeom prst="rect">
                  <a:avLst/>
                </a:prstGeom>
                <a:solidFill>
                  <a:schemeClr val="accent1">
                    <a:alpha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endParaRPr lang="zh-CN" altLang="en-US">
                    <a:solidFill>
                      <a:schemeClr val="tx1">
                        <a:lumMod val="95000"/>
                        <a:lumOff val="5000"/>
                      </a:schemeClr>
                    </a:solidFill>
                  </a:endParaRPr>
                </a:p>
              </p:txBody>
            </p:sp>
            <p:sp>
              <p:nvSpPr>
                <p:cNvPr id="20" name="矩形 19"/>
                <p:cNvSpPr/>
                <p:nvPr/>
              </p:nvSpPr>
              <p:spPr>
                <a:xfrm flipV="1">
                  <a:off x="10692384" y="3322079"/>
                  <a:ext cx="1499615" cy="1499615"/>
                </a:xfrm>
                <a:prstGeom prst="rect">
                  <a:avLst/>
                </a:prstGeom>
                <a:solidFill>
                  <a:schemeClr val="accent1">
                    <a:alpha val="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endParaRPr lang="zh-CN" altLang="en-US">
                    <a:solidFill>
                      <a:schemeClr val="tx1">
                        <a:lumMod val="95000"/>
                        <a:lumOff val="5000"/>
                      </a:schemeClr>
                    </a:solidFill>
                  </a:endParaRPr>
                </a:p>
              </p:txBody>
            </p:sp>
            <p:sp>
              <p:nvSpPr>
                <p:cNvPr id="21" name="矩形 20"/>
                <p:cNvSpPr/>
                <p:nvPr/>
              </p:nvSpPr>
              <p:spPr>
                <a:xfrm flipV="1">
                  <a:off x="9013054" y="1"/>
                  <a:ext cx="1499615" cy="1499615"/>
                </a:xfrm>
                <a:prstGeom prst="rect">
                  <a:avLst/>
                </a:prstGeom>
                <a:solidFill>
                  <a:schemeClr val="accent1">
                    <a:alpha val="1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endParaRPr lang="zh-CN" altLang="en-US">
                    <a:solidFill>
                      <a:schemeClr val="tx1">
                        <a:lumMod val="95000"/>
                        <a:lumOff val="5000"/>
                      </a:schemeClr>
                    </a:solidFill>
                  </a:endParaRPr>
                </a:p>
              </p:txBody>
            </p:sp>
            <p:sp>
              <p:nvSpPr>
                <p:cNvPr id="22" name="矩形 21"/>
                <p:cNvSpPr/>
                <p:nvPr/>
              </p:nvSpPr>
              <p:spPr>
                <a:xfrm flipV="1">
                  <a:off x="9013054" y="1661040"/>
                  <a:ext cx="1499615" cy="1499615"/>
                </a:xfrm>
                <a:prstGeom prst="rect">
                  <a:avLst/>
                </a:prstGeom>
                <a:solidFill>
                  <a:schemeClr val="accent1">
                    <a:alpha val="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endParaRPr lang="zh-CN" altLang="en-US">
                    <a:solidFill>
                      <a:schemeClr val="tx1">
                        <a:lumMod val="95000"/>
                        <a:lumOff val="5000"/>
                      </a:schemeClr>
                    </a:solidFill>
                  </a:endParaRPr>
                </a:p>
              </p:txBody>
            </p:sp>
            <p:sp>
              <p:nvSpPr>
                <p:cNvPr id="24" name="矩形 23"/>
                <p:cNvSpPr/>
                <p:nvPr/>
              </p:nvSpPr>
              <p:spPr>
                <a:xfrm flipV="1">
                  <a:off x="7333722" y="1"/>
                  <a:ext cx="1499615" cy="1499615"/>
                </a:xfrm>
                <a:prstGeom prst="rect">
                  <a:avLst/>
                </a:prstGeom>
                <a:solidFill>
                  <a:schemeClr val="accent1">
                    <a:alpha val="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a:ea typeface="+mn-ea"/>
                      <a:cs typeface="+mn-cs"/>
                    </a:defRPr>
                  </a:lvl1pPr>
                  <a:lvl2pPr marL="457200" algn="l" defTabSz="914400" rtl="0" eaLnBrk="1" latinLnBrk="0" hangingPunct="1">
                    <a:defRPr sz="1800" kern="1200">
                      <a:solidFill>
                        <a:srgbClr val="FFFFFF"/>
                      </a:solidFill>
                      <a:latin typeface="Arial"/>
                      <a:ea typeface="+mn-ea"/>
                      <a:cs typeface="+mn-cs"/>
                    </a:defRPr>
                  </a:lvl2pPr>
                  <a:lvl3pPr marL="914400" algn="l" defTabSz="914400" rtl="0" eaLnBrk="1" latinLnBrk="0" hangingPunct="1">
                    <a:defRPr sz="1800" kern="1200">
                      <a:solidFill>
                        <a:srgbClr val="FFFFFF"/>
                      </a:solidFill>
                      <a:latin typeface="Arial"/>
                      <a:ea typeface="+mn-ea"/>
                      <a:cs typeface="+mn-cs"/>
                    </a:defRPr>
                  </a:lvl3pPr>
                  <a:lvl4pPr marL="1371600" algn="l" defTabSz="914400" rtl="0" eaLnBrk="1" latinLnBrk="0" hangingPunct="1">
                    <a:defRPr sz="1800" kern="1200">
                      <a:solidFill>
                        <a:srgbClr val="FFFFFF"/>
                      </a:solidFill>
                      <a:latin typeface="Arial"/>
                      <a:ea typeface="+mn-ea"/>
                      <a:cs typeface="+mn-cs"/>
                    </a:defRPr>
                  </a:lvl4pPr>
                  <a:lvl5pPr marL="1828800" algn="l" defTabSz="914400" rtl="0" eaLnBrk="1" latinLnBrk="0" hangingPunct="1">
                    <a:defRPr sz="1800" kern="1200">
                      <a:solidFill>
                        <a:srgbClr val="FFFFFF"/>
                      </a:solidFill>
                      <a:latin typeface="Arial"/>
                      <a:ea typeface="+mn-ea"/>
                      <a:cs typeface="+mn-cs"/>
                    </a:defRPr>
                  </a:lvl5pPr>
                  <a:lvl6pPr marL="2286000" algn="l" defTabSz="914400" rtl="0" eaLnBrk="1" latinLnBrk="0" hangingPunct="1">
                    <a:defRPr sz="1800" kern="1200">
                      <a:solidFill>
                        <a:srgbClr val="FFFFFF"/>
                      </a:solidFill>
                      <a:latin typeface="Arial"/>
                      <a:ea typeface="+mn-ea"/>
                      <a:cs typeface="+mn-cs"/>
                    </a:defRPr>
                  </a:lvl6pPr>
                  <a:lvl7pPr marL="2743200" algn="l" defTabSz="914400" rtl="0" eaLnBrk="1" latinLnBrk="0" hangingPunct="1">
                    <a:defRPr sz="1800" kern="1200">
                      <a:solidFill>
                        <a:srgbClr val="FFFFFF"/>
                      </a:solidFill>
                      <a:latin typeface="Arial"/>
                      <a:ea typeface="+mn-ea"/>
                      <a:cs typeface="+mn-cs"/>
                    </a:defRPr>
                  </a:lvl7pPr>
                  <a:lvl8pPr marL="3200400" algn="l" defTabSz="914400" rtl="0" eaLnBrk="1" latinLnBrk="0" hangingPunct="1">
                    <a:defRPr sz="1800" kern="1200">
                      <a:solidFill>
                        <a:srgbClr val="FFFFFF"/>
                      </a:solidFill>
                      <a:latin typeface="Arial"/>
                      <a:ea typeface="+mn-ea"/>
                      <a:cs typeface="+mn-cs"/>
                    </a:defRPr>
                  </a:lvl8pPr>
                  <a:lvl9pPr marL="3657600" algn="l" defTabSz="914400" rtl="0" eaLnBrk="1" latinLnBrk="0" hangingPunct="1">
                    <a:defRPr sz="1800" kern="1200">
                      <a:solidFill>
                        <a:srgbClr val="FFFFFF"/>
                      </a:solidFill>
                      <a:latin typeface="Arial"/>
                      <a:ea typeface="+mn-ea"/>
                      <a:cs typeface="+mn-cs"/>
                    </a:defRPr>
                  </a:lvl9pPr>
                </a:lstStyle>
                <a:p>
                  <a:pPr algn="ctr"/>
                  <a:endParaRPr lang="zh-CN" altLang="en-US">
                    <a:solidFill>
                      <a:schemeClr val="tx1">
                        <a:lumMod val="95000"/>
                        <a:lumOff val="5000"/>
                      </a:schemeClr>
                    </a:solidFill>
                  </a:endParaRPr>
                </a:p>
              </p:txBody>
            </p:sp>
          </p:grpSp>
        </p:grpSp>
      </p:grpSp>
      <p:sp>
        <p:nvSpPr>
          <p:cNvPr id="2" name="f5ce781f-fa85-43cb-b660-d257d31e6c57"/>
          <p:cNvSpPr>
            <a:spLocks noGrp="1"/>
          </p:cNvSpPr>
          <p:nvPr>
            <p:ph type="title" hasCustomPrompt="1"/>
          </p:nvPr>
        </p:nvSpPr>
        <p:spPr>
          <a:xfrm>
            <a:off x="800100" y="1605286"/>
            <a:ext cx="1922161" cy="864515"/>
          </a:xfrm>
          <a:prstGeom prst="rect">
            <a:avLst/>
          </a:prstGeom>
          <a:noFill/>
        </p:spPr>
        <p:txBody>
          <a:bodyPr anchor="t" anchorCtr="0">
            <a:normAutofit/>
          </a:bodyPr>
          <a:lstStyle>
            <a:lvl1pPr algn="r">
              <a:defRPr sz="2800">
                <a:solidFill>
                  <a:schemeClr val="tx1"/>
                </a:solidFill>
              </a:defRPr>
            </a:lvl1pPr>
          </a:lstStyle>
          <a:p>
            <a:pPr lvl="0"/>
            <a:r>
              <a:rPr lang="en-US" dirty="0"/>
              <a:t>Agenda</a:t>
            </a:r>
          </a:p>
        </p:txBody>
      </p:sp>
      <p:sp>
        <p:nvSpPr>
          <p:cNvPr id="3" name="内容占位符 2"/>
          <p:cNvSpPr>
            <a:spLocks noGrp="1"/>
          </p:cNvSpPr>
          <p:nvPr>
            <p:ph sz="quarter" idx="1" hasCustomPrompt="1"/>
          </p:nvPr>
        </p:nvSpPr>
        <p:spPr>
          <a:xfrm>
            <a:off x="2970377" y="1605286"/>
            <a:ext cx="8231021" cy="4071936"/>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日期占位符 3"/>
          <p:cNvSpPr>
            <a:spLocks noGrp="1"/>
          </p:cNvSpPr>
          <p:nvPr>
            <p:ph type="dt" sz="half" idx="10"/>
          </p:nvPr>
        </p:nvSpPr>
        <p:spPr/>
        <p:txBody>
          <a:bodyPr/>
          <a:lstStyle>
            <a:lvl1pPr>
              <a:defRPr>
                <a:solidFill>
                  <a:srgbClr val="8E8E8E"/>
                </a:solidFill>
              </a:defRPr>
            </a:lvl1pPr>
          </a:lstStyle>
          <a:p>
            <a:endParaRPr lang="en-US" dirty="0"/>
          </a:p>
        </p:txBody>
      </p:sp>
      <p:sp>
        <p:nvSpPr>
          <p:cNvPr id="5" name="页脚占位符 4"/>
          <p:cNvSpPr>
            <a:spLocks noGrp="1"/>
          </p:cNvSpPr>
          <p:nvPr>
            <p:ph type="ftr" sz="quarter" idx="11"/>
          </p:nvPr>
        </p:nvSpPr>
        <p:spPr/>
        <p:txBody>
          <a:bodyPr/>
          <a:lstStyle>
            <a:lvl1pPr>
              <a:defRPr>
                <a:solidFill>
                  <a:srgbClr val="8E8E8E"/>
                </a:solidFill>
              </a:defRPr>
            </a:lvl1pPr>
          </a:lstStyle>
          <a:p>
            <a:endParaRPr lang="en-US" dirty="0"/>
          </a:p>
        </p:txBody>
      </p:sp>
      <p:sp>
        <p:nvSpPr>
          <p:cNvPr id="6" name="灯片编号占位符 5"/>
          <p:cNvSpPr>
            <a:spLocks noGrp="1"/>
          </p:cNvSpPr>
          <p:nvPr>
            <p:ph type="sldNum" sz="quarter" idx="12"/>
          </p:nvPr>
        </p:nvSpPr>
        <p:spPr/>
        <p:txBody>
          <a:bodyPr/>
          <a:lstStyle>
            <a:lvl1pPr>
              <a:defRPr>
                <a:solidFill>
                  <a:srgbClr val="8E8E8E"/>
                </a:solidFill>
              </a:defRPr>
            </a:lvl1pPr>
          </a:lstStyle>
          <a:p>
            <a:fld id="{C8BB1146-E542-4D4E-B8E9-6919A11DDD48}" type="slidenum">
              <a:rPr lang="en-US" smtClean="0"/>
              <a:pPr/>
              <a:t>‹#›</a:t>
            </a:fld>
            <a:endParaRPr lang="en-US" dirty="0"/>
          </a:p>
        </p:txBody>
      </p:sp>
      <p:sp>
        <p:nvSpPr>
          <p:cNvPr id="13" name="任意多边形: 形状 12"/>
          <p:cNvSpPr>
            <a:spLocks noChangeAspect="1"/>
          </p:cNvSpPr>
          <p:nvPr/>
        </p:nvSpPr>
        <p:spPr bwMode="auto">
          <a:xfrm>
            <a:off x="1851756" y="4761555"/>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tx2">
              <a:alpha val="15000"/>
            </a:schemeClr>
          </a:solidFill>
          <a:ln>
            <a:noFill/>
          </a:ln>
        </p:spPr>
        <p:txBody>
          <a:bodyPr/>
          <a:lstStyle/>
          <a:p>
            <a:endParaRPr lang="zh-CN" altLang="en-US">
              <a:cs typeface="+mn-ea"/>
              <a:sym typeface="+mn-lt"/>
            </a:endParaRPr>
          </a:p>
        </p:txBody>
      </p:sp>
    </p:spTree>
    <p:extLst>
      <p:ext uri="{BB962C8B-B14F-4D97-AF65-F5344CB8AC3E}">
        <p14:creationId xmlns:p14="http://schemas.microsoft.com/office/powerpoint/2010/main" val="3886534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accent1">
            <a:alpha val="10000"/>
          </a:schemeClr>
        </a:solidFill>
        <a:effectLst/>
      </p:bgPr>
    </p:bg>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507E003A-0905-F115-F109-2CC4EC6B9A73}"/>
              </a:ext>
            </a:extLst>
          </p:cNvPr>
          <p:cNvGrpSpPr/>
          <p:nvPr userDrawn="1"/>
        </p:nvGrpSpPr>
        <p:grpSpPr>
          <a:xfrm>
            <a:off x="-1" y="0"/>
            <a:ext cx="12192001" cy="6858000"/>
            <a:chOff x="-1" y="0"/>
            <a:chExt cx="12192001" cy="6858000"/>
          </a:xfrm>
        </p:grpSpPr>
        <p:pic>
          <p:nvPicPr>
            <p:cNvPr id="3" name="图片 2" descr="植物的仙人掌&#10;&#10;描述已自动生成">
              <a:extLst>
                <a:ext uri="{FF2B5EF4-FFF2-40B4-BE49-F238E27FC236}">
                  <a16:creationId xmlns:a16="http://schemas.microsoft.com/office/drawing/2014/main" id="{7BF49510-6B98-BC9E-287A-BFE5FC65760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037" r="3891"/>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7" name="任意多边形: 形状 6">
              <a:extLst>
                <a:ext uri="{FF2B5EF4-FFF2-40B4-BE49-F238E27FC236}">
                  <a16:creationId xmlns:a16="http://schemas.microsoft.com/office/drawing/2014/main" id="{0B6D6520-A133-BD08-E96C-2246F70D236A}"/>
                </a:ext>
              </a:extLst>
            </p:cNvPr>
            <p:cNvSpPr/>
            <p:nvPr userDrawn="1"/>
          </p:nvSpPr>
          <p:spPr>
            <a:xfrm>
              <a:off x="-1" y="0"/>
              <a:ext cx="8337795" cy="6134100"/>
            </a:xfrm>
            <a:custGeom>
              <a:avLst/>
              <a:gdLst>
                <a:gd name="connsiteX0" fmla="*/ 0 w 8820588"/>
                <a:gd name="connsiteY0" fmla="*/ 0 h 6489290"/>
                <a:gd name="connsiteX1" fmla="*/ 8804848 w 8820588"/>
                <a:gd name="connsiteY1" fmla="*/ 0 h 6489290"/>
                <a:gd name="connsiteX2" fmla="*/ 8812685 w 8820588"/>
                <a:gd name="connsiteY2" fmla="*/ 103055 h 6489290"/>
                <a:gd name="connsiteX3" fmla="*/ 8820588 w 8820588"/>
                <a:gd name="connsiteY3" fmla="*/ 415606 h 6489290"/>
                <a:gd name="connsiteX4" fmla="*/ 2746904 w 8820588"/>
                <a:gd name="connsiteY4" fmla="*/ 6489290 h 6489290"/>
                <a:gd name="connsiteX5" fmla="*/ 180315 w 8820588"/>
                <a:gd name="connsiteY5" fmla="*/ 5921953 h 6489290"/>
                <a:gd name="connsiteX6" fmla="*/ 0 w 8820588"/>
                <a:gd name="connsiteY6" fmla="*/ 5833035 h 6489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20588" h="6489290">
                  <a:moveTo>
                    <a:pt x="0" y="0"/>
                  </a:moveTo>
                  <a:lnTo>
                    <a:pt x="8804848" y="0"/>
                  </a:lnTo>
                  <a:lnTo>
                    <a:pt x="8812685" y="103055"/>
                  </a:lnTo>
                  <a:cubicBezTo>
                    <a:pt x="8817932" y="206576"/>
                    <a:pt x="8820588" y="310781"/>
                    <a:pt x="8820588" y="415606"/>
                  </a:cubicBezTo>
                  <a:cubicBezTo>
                    <a:pt x="8820588" y="3770009"/>
                    <a:pt x="6101307" y="6489290"/>
                    <a:pt x="2746904" y="6489290"/>
                  </a:cubicBezTo>
                  <a:cubicBezTo>
                    <a:pt x="1829685" y="6489290"/>
                    <a:pt x="959952" y="6285975"/>
                    <a:pt x="180315" y="5921953"/>
                  </a:cubicBezTo>
                  <a:lnTo>
                    <a:pt x="0" y="5833035"/>
                  </a:lnTo>
                  <a:close/>
                </a:path>
              </a:pathLst>
            </a:custGeom>
            <a:gradFill>
              <a:gsLst>
                <a:gs pos="0">
                  <a:schemeClr val="accent1">
                    <a:lumMod val="60000"/>
                    <a:lumOff val="40000"/>
                    <a:alpha val="40000"/>
                  </a:schemeClr>
                </a:gs>
                <a:gs pos="84000">
                  <a:schemeClr val="accent3">
                    <a:lumMod val="60000"/>
                    <a:lumOff val="40000"/>
                    <a:alpha val="5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形状 8">
              <a:extLst>
                <a:ext uri="{FF2B5EF4-FFF2-40B4-BE49-F238E27FC236}">
                  <a16:creationId xmlns:a16="http://schemas.microsoft.com/office/drawing/2014/main" id="{0FDD5435-EC7A-EBEC-E097-FBB39440BFAC}"/>
                </a:ext>
              </a:extLst>
            </p:cNvPr>
            <p:cNvSpPr/>
            <p:nvPr userDrawn="1"/>
          </p:nvSpPr>
          <p:spPr>
            <a:xfrm>
              <a:off x="10572750" y="5238750"/>
              <a:ext cx="1619250" cy="1619250"/>
            </a:xfrm>
            <a:custGeom>
              <a:avLst/>
              <a:gdLst>
                <a:gd name="connsiteX0" fmla="*/ 1876953 w 1876953"/>
                <a:gd name="connsiteY0" fmla="*/ 0 h 1876953"/>
                <a:gd name="connsiteX1" fmla="*/ 1876953 w 1876953"/>
                <a:gd name="connsiteY1" fmla="*/ 1876953 h 1876953"/>
                <a:gd name="connsiteX2" fmla="*/ 0 w 1876953"/>
                <a:gd name="connsiteY2" fmla="*/ 1876953 h 1876953"/>
                <a:gd name="connsiteX3" fmla="*/ 1876953 w 1876953"/>
                <a:gd name="connsiteY3" fmla="*/ 0 h 1876953"/>
              </a:gdLst>
              <a:ahLst/>
              <a:cxnLst>
                <a:cxn ang="0">
                  <a:pos x="connsiteX0" y="connsiteY0"/>
                </a:cxn>
                <a:cxn ang="0">
                  <a:pos x="connsiteX1" y="connsiteY1"/>
                </a:cxn>
                <a:cxn ang="0">
                  <a:pos x="connsiteX2" y="connsiteY2"/>
                </a:cxn>
                <a:cxn ang="0">
                  <a:pos x="connsiteX3" y="connsiteY3"/>
                </a:cxn>
              </a:cxnLst>
              <a:rect l="l" t="t" r="r" b="b"/>
              <a:pathLst>
                <a:path w="1876953" h="1876953">
                  <a:moveTo>
                    <a:pt x="1876953" y="0"/>
                  </a:moveTo>
                  <a:lnTo>
                    <a:pt x="1876953" y="1876953"/>
                  </a:lnTo>
                  <a:lnTo>
                    <a:pt x="0" y="1876953"/>
                  </a:lnTo>
                  <a:cubicBezTo>
                    <a:pt x="0" y="840340"/>
                    <a:pt x="840340" y="0"/>
                    <a:pt x="1876953" y="0"/>
                  </a:cubicBezTo>
                  <a:close/>
                </a:path>
              </a:pathLst>
            </a:custGeom>
            <a:gradFill flip="none" rotWithShape="1">
              <a:gsLst>
                <a:gs pos="0">
                  <a:schemeClr val="accent1">
                    <a:lumMod val="60000"/>
                    <a:lumOff val="40000"/>
                    <a:alpha val="40000"/>
                  </a:schemeClr>
                </a:gs>
                <a:gs pos="84000">
                  <a:schemeClr val="accent3">
                    <a:lumMod val="60000"/>
                    <a:lumOff val="40000"/>
                    <a:alpha val="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grpSp>
      <p:sp>
        <p:nvSpPr>
          <p:cNvPr id="5" name="1b3ee39f-c340-4894-ad31-03a12f732870"/>
          <p:cNvSpPr>
            <a:spLocks noGrp="1"/>
          </p:cNvSpPr>
          <p:nvPr userDrawn="1">
            <p:ph type="title" hasCustomPrompt="1"/>
          </p:nvPr>
        </p:nvSpPr>
        <p:spPr>
          <a:xfrm>
            <a:off x="660400" y="1428750"/>
            <a:ext cx="5041899" cy="1715165"/>
          </a:xfrm>
          <a:prstGeom prst="rect">
            <a:avLst/>
          </a:prstGeom>
        </p:spPr>
        <p:txBody>
          <a:bodyPr>
            <a:normAutofit/>
          </a:bodyPr>
          <a:lstStyle>
            <a:lvl1pPr algn="l">
              <a:lnSpc>
                <a:spcPct val="100000"/>
              </a:lnSpc>
              <a:defRPr sz="3200"/>
            </a:lvl1pPr>
          </a:lstStyle>
          <a:p>
            <a:pPr lvl="0"/>
            <a:r>
              <a:rPr lang="en-US"/>
              <a:t>Click to add title</a:t>
            </a:r>
          </a:p>
        </p:txBody>
      </p:sp>
      <p:sp>
        <p:nvSpPr>
          <p:cNvPr id="25" name="文本占位符 24"/>
          <p:cNvSpPr>
            <a:spLocks noGrp="1"/>
          </p:cNvSpPr>
          <p:nvPr userDrawn="1">
            <p:ph type="body" sz="quarter" idx="1" hasCustomPrompt="1"/>
          </p:nvPr>
        </p:nvSpPr>
        <p:spPr>
          <a:xfrm>
            <a:off x="660400" y="3155769"/>
            <a:ext cx="5041899" cy="2444931"/>
          </a:xfrm>
          <a:prstGeom prst="rect">
            <a:avLst/>
          </a:prstGeom>
        </p:spPr>
        <p:txBody>
          <a:bodyPr anchor="t">
            <a:normAutofit/>
          </a:bodyPr>
          <a:lstStyle>
            <a:lvl1pPr marL="0" indent="0" algn="l">
              <a:lnSpc>
                <a:spcPct val="120000"/>
              </a:lnSpc>
              <a:buFont typeface="+mj-lt"/>
              <a:buNone/>
              <a:defRPr sz="2000" b="0">
                <a:solidFill>
                  <a:schemeClr val="tx1"/>
                </a:solidFill>
                <a:latin typeface="+mn-lt"/>
              </a:defRPr>
            </a:lvl1pPr>
          </a:lstStyle>
          <a:p>
            <a:pPr lvl="0"/>
            <a:r>
              <a:rPr lang="en-US"/>
              <a:t>Click to add text</a:t>
            </a:r>
          </a:p>
        </p:txBody>
      </p:sp>
      <p:sp>
        <p:nvSpPr>
          <p:cNvPr id="4" name="日期占位符 3"/>
          <p:cNvSpPr>
            <a:spLocks noGrp="1"/>
          </p:cNvSpPr>
          <p:nvPr userDrawn="1">
            <p:ph type="dt" sz="half" idx="10"/>
          </p:nvPr>
        </p:nvSpPr>
        <p:spPr/>
        <p:txBody>
          <a:bodyPr/>
          <a:lstStyle>
            <a:lvl1pPr>
              <a:defRPr>
                <a:solidFill>
                  <a:schemeClr val="tx1"/>
                </a:solidFill>
              </a:defRPr>
            </a:lvl1pPr>
          </a:lstStyle>
          <a:p>
            <a:fld id="{2A27A813-B2FD-42E1-9222-83B574E99074}" type="datetime1">
              <a:rPr lang="zh-CN" altLang="en-US" smtClean="0"/>
              <a:pPr/>
              <a:t>2024/3/25</a:t>
            </a:fld>
            <a:endParaRPr lang="en-US" altLang="zh-CN"/>
          </a:p>
        </p:txBody>
      </p:sp>
      <p:sp>
        <p:nvSpPr>
          <p:cNvPr id="6" name="页脚占位符 5"/>
          <p:cNvSpPr>
            <a:spLocks noGrp="1"/>
          </p:cNvSpPr>
          <p:nvPr userDrawn="1">
            <p:ph type="ftr" sz="quarter" idx="11"/>
          </p:nvPr>
        </p:nvSpPr>
        <p:spPr/>
        <p:txBody>
          <a:bodyPr/>
          <a:lstStyle>
            <a:lvl1pPr>
              <a:defRPr>
                <a:solidFill>
                  <a:schemeClr val="tx1"/>
                </a:solidFill>
              </a:defRPr>
            </a:lvl1pPr>
          </a:lstStyle>
          <a:p>
            <a:r>
              <a:rPr lang="af-ZA" altLang="zh-CN"/>
              <a:t>iSlide</a:t>
            </a:r>
            <a:endParaRPr lang="zh-CN" altLang="en-US"/>
          </a:p>
        </p:txBody>
      </p:sp>
      <p:sp>
        <p:nvSpPr>
          <p:cNvPr id="8" name="灯片编号占位符 7"/>
          <p:cNvSpPr>
            <a:spLocks noGrp="1"/>
          </p:cNvSpPr>
          <p:nvPr userDrawn="1">
            <p:ph type="sldNum" sz="quarter" idx="12"/>
          </p:nvPr>
        </p:nvSpPr>
        <p:spPr/>
        <p:txBody>
          <a:bodyPr/>
          <a:lstStyle>
            <a:lvl1pPr>
              <a:defRPr>
                <a:solidFill>
                  <a:schemeClr val="tx1"/>
                </a:solidFill>
              </a:defRPr>
            </a:lvl1pPr>
          </a:lstStyle>
          <a:p>
            <a:fld id="{7F65B630-C7FF-41C0-9923-C5E5E29EED81}" type="slidenum">
              <a:rPr lang="en-US" altLang="zh-CN" smtClean="0"/>
              <a:pPr/>
              <a:t>‹#›</a:t>
            </a:fld>
            <a:endParaRPr lang="en-US" altLang="zh-CN"/>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Closing" preserve="1" userDrawn="1">
  <p:cSld name="Closing">
    <p:bg>
      <p:bgRef idx="1001">
        <a:schemeClr val="bg1"/>
      </p:bgRef>
    </p:bg>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5F94EB6-A3B1-152A-D76A-95FEFA912CC6}"/>
              </a:ext>
            </a:extLst>
          </p:cNvPr>
          <p:cNvGrpSpPr/>
          <p:nvPr userDrawn="1"/>
        </p:nvGrpSpPr>
        <p:grpSpPr>
          <a:xfrm>
            <a:off x="-1" y="0"/>
            <a:ext cx="12192001" cy="6858000"/>
            <a:chOff x="-1" y="0"/>
            <a:chExt cx="12192001" cy="6858000"/>
          </a:xfrm>
        </p:grpSpPr>
        <p:pic>
          <p:nvPicPr>
            <p:cNvPr id="11" name="图片 10" descr="植物的仙人掌&#10;&#10;描述已自动生成">
              <a:extLst>
                <a:ext uri="{FF2B5EF4-FFF2-40B4-BE49-F238E27FC236}">
                  <a16:creationId xmlns:a16="http://schemas.microsoft.com/office/drawing/2014/main" id="{76D266E8-BF79-4701-D996-41F35B328EE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037" r="3891"/>
            <a:stretch/>
          </p:blipFill>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12" name="任意多边形: 形状 11">
              <a:extLst>
                <a:ext uri="{FF2B5EF4-FFF2-40B4-BE49-F238E27FC236}">
                  <a16:creationId xmlns:a16="http://schemas.microsoft.com/office/drawing/2014/main" id="{434FFA1F-6610-4EDA-1E9D-C614C926BC53}"/>
                </a:ext>
              </a:extLst>
            </p:cNvPr>
            <p:cNvSpPr/>
            <p:nvPr userDrawn="1"/>
          </p:nvSpPr>
          <p:spPr>
            <a:xfrm>
              <a:off x="-1" y="0"/>
              <a:ext cx="8337795" cy="6134100"/>
            </a:xfrm>
            <a:custGeom>
              <a:avLst/>
              <a:gdLst>
                <a:gd name="connsiteX0" fmla="*/ 0 w 8820588"/>
                <a:gd name="connsiteY0" fmla="*/ 0 h 6489290"/>
                <a:gd name="connsiteX1" fmla="*/ 8804848 w 8820588"/>
                <a:gd name="connsiteY1" fmla="*/ 0 h 6489290"/>
                <a:gd name="connsiteX2" fmla="*/ 8812685 w 8820588"/>
                <a:gd name="connsiteY2" fmla="*/ 103055 h 6489290"/>
                <a:gd name="connsiteX3" fmla="*/ 8820588 w 8820588"/>
                <a:gd name="connsiteY3" fmla="*/ 415606 h 6489290"/>
                <a:gd name="connsiteX4" fmla="*/ 2746904 w 8820588"/>
                <a:gd name="connsiteY4" fmla="*/ 6489290 h 6489290"/>
                <a:gd name="connsiteX5" fmla="*/ 180315 w 8820588"/>
                <a:gd name="connsiteY5" fmla="*/ 5921953 h 6489290"/>
                <a:gd name="connsiteX6" fmla="*/ 0 w 8820588"/>
                <a:gd name="connsiteY6" fmla="*/ 5833035 h 6489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20588" h="6489290">
                  <a:moveTo>
                    <a:pt x="0" y="0"/>
                  </a:moveTo>
                  <a:lnTo>
                    <a:pt x="8804848" y="0"/>
                  </a:lnTo>
                  <a:lnTo>
                    <a:pt x="8812685" y="103055"/>
                  </a:lnTo>
                  <a:cubicBezTo>
                    <a:pt x="8817932" y="206576"/>
                    <a:pt x="8820588" y="310781"/>
                    <a:pt x="8820588" y="415606"/>
                  </a:cubicBezTo>
                  <a:cubicBezTo>
                    <a:pt x="8820588" y="3770009"/>
                    <a:pt x="6101307" y="6489290"/>
                    <a:pt x="2746904" y="6489290"/>
                  </a:cubicBezTo>
                  <a:cubicBezTo>
                    <a:pt x="1829685" y="6489290"/>
                    <a:pt x="959952" y="6285975"/>
                    <a:pt x="180315" y="5921953"/>
                  </a:cubicBezTo>
                  <a:lnTo>
                    <a:pt x="0" y="5833035"/>
                  </a:lnTo>
                  <a:close/>
                </a:path>
              </a:pathLst>
            </a:custGeom>
            <a:gradFill>
              <a:gsLst>
                <a:gs pos="0">
                  <a:schemeClr val="accent1">
                    <a:lumMod val="60000"/>
                    <a:lumOff val="40000"/>
                    <a:alpha val="40000"/>
                  </a:schemeClr>
                </a:gs>
                <a:gs pos="84000">
                  <a:schemeClr val="accent3">
                    <a:lumMod val="60000"/>
                    <a:lumOff val="40000"/>
                    <a:alpha val="5000"/>
                  </a:schemeClr>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任意多边形: 形状 14">
              <a:extLst>
                <a:ext uri="{FF2B5EF4-FFF2-40B4-BE49-F238E27FC236}">
                  <a16:creationId xmlns:a16="http://schemas.microsoft.com/office/drawing/2014/main" id="{097D1DD3-B450-F15A-F1BE-CCC1662B0507}"/>
                </a:ext>
              </a:extLst>
            </p:cNvPr>
            <p:cNvSpPr/>
            <p:nvPr userDrawn="1"/>
          </p:nvSpPr>
          <p:spPr>
            <a:xfrm>
              <a:off x="10572750" y="5238750"/>
              <a:ext cx="1619250" cy="1619250"/>
            </a:xfrm>
            <a:custGeom>
              <a:avLst/>
              <a:gdLst>
                <a:gd name="connsiteX0" fmla="*/ 1876953 w 1876953"/>
                <a:gd name="connsiteY0" fmla="*/ 0 h 1876953"/>
                <a:gd name="connsiteX1" fmla="*/ 1876953 w 1876953"/>
                <a:gd name="connsiteY1" fmla="*/ 1876953 h 1876953"/>
                <a:gd name="connsiteX2" fmla="*/ 0 w 1876953"/>
                <a:gd name="connsiteY2" fmla="*/ 1876953 h 1876953"/>
                <a:gd name="connsiteX3" fmla="*/ 1876953 w 1876953"/>
                <a:gd name="connsiteY3" fmla="*/ 0 h 1876953"/>
              </a:gdLst>
              <a:ahLst/>
              <a:cxnLst>
                <a:cxn ang="0">
                  <a:pos x="connsiteX0" y="connsiteY0"/>
                </a:cxn>
                <a:cxn ang="0">
                  <a:pos x="connsiteX1" y="connsiteY1"/>
                </a:cxn>
                <a:cxn ang="0">
                  <a:pos x="connsiteX2" y="connsiteY2"/>
                </a:cxn>
                <a:cxn ang="0">
                  <a:pos x="connsiteX3" y="connsiteY3"/>
                </a:cxn>
              </a:cxnLst>
              <a:rect l="l" t="t" r="r" b="b"/>
              <a:pathLst>
                <a:path w="1876953" h="1876953">
                  <a:moveTo>
                    <a:pt x="1876953" y="0"/>
                  </a:moveTo>
                  <a:lnTo>
                    <a:pt x="1876953" y="1876953"/>
                  </a:lnTo>
                  <a:lnTo>
                    <a:pt x="0" y="1876953"/>
                  </a:lnTo>
                  <a:cubicBezTo>
                    <a:pt x="0" y="840340"/>
                    <a:pt x="840340" y="0"/>
                    <a:pt x="1876953" y="0"/>
                  </a:cubicBezTo>
                  <a:close/>
                </a:path>
              </a:pathLst>
            </a:custGeom>
            <a:gradFill flip="none" rotWithShape="1">
              <a:gsLst>
                <a:gs pos="0">
                  <a:schemeClr val="accent1">
                    <a:lumMod val="60000"/>
                    <a:lumOff val="40000"/>
                    <a:alpha val="40000"/>
                  </a:schemeClr>
                </a:gs>
                <a:gs pos="84000">
                  <a:schemeClr val="accent3">
                    <a:lumMod val="60000"/>
                    <a:lumOff val="40000"/>
                    <a:alpha val="5000"/>
                  </a:schemeClr>
                </a:gs>
              </a:gsLst>
              <a:lin ang="135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grpSp>
      <p:sp>
        <p:nvSpPr>
          <p:cNvPr id="5" name="1b3ee39f-c340-4894-ad31-03a12f732870"/>
          <p:cNvSpPr>
            <a:spLocks noGrp="1"/>
          </p:cNvSpPr>
          <p:nvPr>
            <p:ph type="ctrTitle" hasCustomPrompt="1"/>
          </p:nvPr>
        </p:nvSpPr>
        <p:spPr>
          <a:xfrm>
            <a:off x="660400" y="1028700"/>
            <a:ext cx="5261430" cy="2434975"/>
          </a:xfrm>
          <a:prstGeom prst="rect">
            <a:avLst/>
          </a:prstGeom>
          <a:noFill/>
        </p:spPr>
        <p:txBody>
          <a:bodyPr wrap="square" anchor="b">
            <a:normAutofit/>
          </a:bodyPr>
          <a:lstStyle>
            <a:lvl1pPr algn="l">
              <a:lnSpc>
                <a:spcPct val="100000"/>
              </a:lnSpc>
              <a:defRPr sz="6000">
                <a:ln w="19050">
                  <a:noFill/>
                </a:ln>
                <a:solidFill>
                  <a:schemeClr val="tx1"/>
                </a:solidFill>
              </a:defRPr>
            </a:lvl1pPr>
          </a:lstStyle>
          <a:p>
            <a:pPr lvl="0"/>
            <a:r>
              <a:rPr lang="en-US" dirty="0"/>
              <a:t>Click to add title</a:t>
            </a:r>
          </a:p>
        </p:txBody>
      </p:sp>
      <p:sp>
        <p:nvSpPr>
          <p:cNvPr id="2" name="文本占位符 1"/>
          <p:cNvSpPr>
            <a:spLocks noGrp="1"/>
          </p:cNvSpPr>
          <p:nvPr>
            <p:ph type="body" sz="quarter" idx="13" hasCustomPrompt="1"/>
          </p:nvPr>
        </p:nvSpPr>
        <p:spPr>
          <a:xfrm>
            <a:off x="660400" y="5381460"/>
            <a:ext cx="5261430" cy="354497"/>
          </a:xfrm>
          <a:prstGeom prst="roundRect">
            <a:avLst>
              <a:gd name="adj" fmla="val 0"/>
            </a:avLst>
          </a:prstGeom>
          <a:noFill/>
          <a:ln>
            <a:noFill/>
          </a:ln>
        </p:spPr>
        <p:txBody>
          <a:bodyPr wrap="square" lIns="90000" anchor="ctr">
            <a:normAutofit/>
          </a:bodyPr>
          <a:lstStyle>
            <a:lvl1pPr marL="0" indent="0" algn="l">
              <a:lnSpc>
                <a:spcPct val="100000"/>
              </a:lnSpc>
              <a:buNone/>
              <a:defRPr sz="1200">
                <a:solidFill>
                  <a:schemeClr val="tx1"/>
                </a:solidFill>
              </a:defRPr>
            </a:lvl1pPr>
          </a:lstStyle>
          <a:p>
            <a:pPr lvl="0"/>
            <a:r>
              <a:rPr lang="en-US" dirty="0"/>
              <a:t>Presenter name</a:t>
            </a:r>
          </a:p>
        </p:txBody>
      </p:sp>
      <p:sp>
        <p:nvSpPr>
          <p:cNvPr id="3" name="文本占位符 2"/>
          <p:cNvSpPr>
            <a:spLocks noGrp="1"/>
          </p:cNvSpPr>
          <p:nvPr>
            <p:ph type="body" sz="quarter" idx="14" hasCustomPrompt="1"/>
          </p:nvPr>
        </p:nvSpPr>
        <p:spPr>
          <a:xfrm>
            <a:off x="660400" y="5770023"/>
            <a:ext cx="5261430" cy="354497"/>
          </a:xfrm>
          <a:prstGeom prst="roundRect">
            <a:avLst>
              <a:gd name="adj" fmla="val 0"/>
            </a:avLst>
          </a:prstGeom>
          <a:noFill/>
          <a:ln>
            <a:noFill/>
          </a:ln>
        </p:spPr>
        <p:txBody>
          <a:bodyPr wrap="none" anchor="ctr">
            <a:normAutofit/>
          </a:bodyPr>
          <a:lstStyle>
            <a:lvl1pPr marL="0" indent="0" algn="l">
              <a:lnSpc>
                <a:spcPct val="100000"/>
              </a:lnSpc>
              <a:buNone/>
              <a:defRPr sz="1200">
                <a:solidFill>
                  <a:schemeClr val="tx1"/>
                </a:solidFill>
              </a:defRPr>
            </a:lvl1pPr>
          </a:lstStyle>
          <a:p>
            <a:pPr lvl="0"/>
            <a:r>
              <a:rPr lang="en-US"/>
              <a:t>www.islide.cc</a:t>
            </a:r>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20000"/>
                <a:lumOff val="80000"/>
              </a:schemeClr>
            </a:gs>
            <a:gs pos="61000">
              <a:schemeClr val="bg1"/>
            </a:gs>
          </a:gsLst>
          <a:lin ang="5400000" scaled="1"/>
          <a:tileRect/>
        </a:gradFill>
        <a:effectLst/>
      </p:bgPr>
    </p:bg>
    <p:spTree>
      <p:nvGrpSpPr>
        <p:cNvPr id="1" name=""/>
        <p:cNvGrpSpPr/>
        <p:nvPr/>
      </p:nvGrpSpPr>
      <p:grpSpPr>
        <a:xfrm>
          <a:off x="0" y="0"/>
          <a:ext cx="0" cy="0"/>
          <a:chOff x="0" y="0"/>
          <a:chExt cx="0" cy="0"/>
        </a:xfrm>
      </p:grpSpPr>
      <p:grpSp>
        <p:nvGrpSpPr>
          <p:cNvPr id="15" name="组合 14">
            <a:extLst>
              <a:ext uri="{FF2B5EF4-FFF2-40B4-BE49-F238E27FC236}">
                <a16:creationId xmlns:a16="http://schemas.microsoft.com/office/drawing/2014/main" id="{3A759940-DDE4-529C-95C0-55A112BB088A}"/>
              </a:ext>
            </a:extLst>
          </p:cNvPr>
          <p:cNvGrpSpPr/>
          <p:nvPr userDrawn="1"/>
        </p:nvGrpSpPr>
        <p:grpSpPr>
          <a:xfrm>
            <a:off x="-6509" y="6419372"/>
            <a:ext cx="12203637" cy="438630"/>
            <a:chOff x="-6509" y="6419372"/>
            <a:chExt cx="12203637" cy="438630"/>
          </a:xfrm>
        </p:grpSpPr>
        <p:sp>
          <p:nvSpPr>
            <p:cNvPr id="10" name="Freeform 10_1_1">
              <a:extLst>
                <a:ext uri="{FF2B5EF4-FFF2-40B4-BE49-F238E27FC236}">
                  <a16:creationId xmlns:a16="http://schemas.microsoft.com/office/drawing/2014/main" id="{2CDFBB4B-28B8-F86C-9729-05A241A22944}"/>
                </a:ext>
              </a:extLst>
            </p:cNvPr>
            <p:cNvSpPr/>
            <p:nvPr userDrawn="1"/>
          </p:nvSpPr>
          <p:spPr>
            <a:xfrm>
              <a:off x="0" y="6419372"/>
              <a:ext cx="12192000" cy="438630"/>
            </a:xfrm>
            <a:custGeom>
              <a:avLst/>
              <a:gdLst>
                <a:gd name="connsiteX0" fmla="*/ 9428683 w 12192000"/>
                <a:gd name="connsiteY0" fmla="*/ 787 h 914103"/>
                <a:gd name="connsiteX1" fmla="*/ 12017158 w 12192000"/>
                <a:gd name="connsiteY1" fmla="*/ 249184 h 914103"/>
                <a:gd name="connsiteX2" fmla="*/ 12192000 w 12192000"/>
                <a:gd name="connsiteY2" fmla="*/ 287888 h 914103"/>
                <a:gd name="connsiteX3" fmla="*/ 12192000 w 12192000"/>
                <a:gd name="connsiteY3" fmla="*/ 914103 h 914103"/>
                <a:gd name="connsiteX4" fmla="*/ 0 w 12192000"/>
                <a:gd name="connsiteY4" fmla="*/ 914103 h 914103"/>
                <a:gd name="connsiteX5" fmla="*/ 0 w 12192000"/>
                <a:gd name="connsiteY5" fmla="*/ 208040 h 914103"/>
                <a:gd name="connsiteX6" fmla="*/ 55090 w 12192000"/>
                <a:gd name="connsiteY6" fmla="*/ 225514 h 914103"/>
                <a:gd name="connsiteX7" fmla="*/ 6707632 w 12192000"/>
                <a:gd name="connsiteY7" fmla="*/ 280240 h 914103"/>
                <a:gd name="connsiteX8" fmla="*/ 9428683 w 12192000"/>
                <a:gd name="connsiteY8" fmla="*/ 787 h 914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914103">
                  <a:moveTo>
                    <a:pt x="9428683" y="787"/>
                  </a:moveTo>
                  <a:cubicBezTo>
                    <a:pt x="10183698" y="-7806"/>
                    <a:pt x="11043489" y="52705"/>
                    <a:pt x="12017158" y="249184"/>
                  </a:cubicBezTo>
                  <a:lnTo>
                    <a:pt x="12192000" y="287888"/>
                  </a:lnTo>
                  <a:lnTo>
                    <a:pt x="12192000" y="914103"/>
                  </a:lnTo>
                  <a:lnTo>
                    <a:pt x="0" y="914103"/>
                  </a:lnTo>
                  <a:lnTo>
                    <a:pt x="0" y="208040"/>
                  </a:lnTo>
                  <a:lnTo>
                    <a:pt x="55090" y="225514"/>
                  </a:lnTo>
                  <a:cubicBezTo>
                    <a:pt x="560608" y="378558"/>
                    <a:pt x="2825324" y="948937"/>
                    <a:pt x="6707632" y="280240"/>
                  </a:cubicBezTo>
                  <a:cubicBezTo>
                    <a:pt x="7399382" y="182049"/>
                    <a:pt x="8296160" y="13677"/>
                    <a:pt x="9428683" y="787"/>
                  </a:cubicBezTo>
                  <a:close/>
                </a:path>
              </a:pathLst>
            </a:custGeom>
            <a:gradFill>
              <a:gsLst>
                <a:gs pos="0">
                  <a:schemeClr val="accent1">
                    <a:alpha val="15000"/>
                  </a:schemeClr>
                </a:gs>
                <a:gs pos="100000">
                  <a:schemeClr val="accent1">
                    <a:alpha val="25000"/>
                  </a:schemeClr>
                </a:gs>
              </a:gsLst>
              <a:lin ang="0" scaled="0"/>
            </a:gradFill>
            <a:ln w="63336" cap="flat">
              <a:noFill/>
              <a:prstDash val="solid"/>
              <a:miter/>
            </a:ln>
          </p:spPr>
          <p:txBody>
            <a:bodyPr rtlCol="0" anchor="ctr"/>
            <a:lstStyle/>
            <a:p>
              <a:endParaRPr lang="zh-CN" altLang="en-US">
                <a:solidFill>
                  <a:schemeClr val="tx1"/>
                </a:solidFill>
              </a:endParaRPr>
            </a:p>
          </p:txBody>
        </p:sp>
        <p:sp>
          <p:nvSpPr>
            <p:cNvPr id="14" name="任意多边形: 形状 13">
              <a:extLst>
                <a:ext uri="{FF2B5EF4-FFF2-40B4-BE49-F238E27FC236}">
                  <a16:creationId xmlns:a16="http://schemas.microsoft.com/office/drawing/2014/main" id="{0F0ABB42-3212-BED8-D35C-BA050F7CF494}"/>
                </a:ext>
              </a:extLst>
            </p:cNvPr>
            <p:cNvSpPr/>
            <p:nvPr/>
          </p:nvSpPr>
          <p:spPr>
            <a:xfrm rot="184153">
              <a:off x="-6509" y="6644400"/>
              <a:ext cx="4679878" cy="117788"/>
            </a:xfrm>
            <a:custGeom>
              <a:avLst/>
              <a:gdLst>
                <a:gd name="connsiteX0" fmla="*/ 0 w 4679878"/>
                <a:gd name="connsiteY0" fmla="*/ 0 h 117788"/>
                <a:gd name="connsiteX1" fmla="*/ 55460 w 4679878"/>
                <a:gd name="connsiteY1" fmla="*/ 5424 h 117788"/>
                <a:gd name="connsiteX2" fmla="*/ 765516 w 4679878"/>
                <a:gd name="connsiteY2" fmla="*/ 47674 h 117788"/>
                <a:gd name="connsiteX3" fmla="*/ 951350 w 4679878"/>
                <a:gd name="connsiteY3" fmla="*/ 51702 h 117788"/>
                <a:gd name="connsiteX4" fmla="*/ 1467775 w 4679878"/>
                <a:gd name="connsiteY4" fmla="*/ 79174 h 117788"/>
                <a:gd name="connsiteX5" fmla="*/ 4679878 w 4679878"/>
                <a:gd name="connsiteY5" fmla="*/ 15465 h 117788"/>
                <a:gd name="connsiteX6" fmla="*/ 91530 w 4679878"/>
                <a:gd name="connsiteY6" fmla="*/ 31801 h 117788"/>
                <a:gd name="connsiteX7" fmla="*/ 1306 w 4679878"/>
                <a:gd name="connsiteY7" fmla="*/ 24363 h 117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79878" h="117788">
                  <a:moveTo>
                    <a:pt x="0" y="0"/>
                  </a:moveTo>
                  <a:lnTo>
                    <a:pt x="55460" y="5424"/>
                  </a:lnTo>
                  <a:cubicBezTo>
                    <a:pt x="182641" y="16990"/>
                    <a:pt x="420285" y="35168"/>
                    <a:pt x="765516" y="47674"/>
                  </a:cubicBezTo>
                  <a:lnTo>
                    <a:pt x="951350" y="51702"/>
                  </a:lnTo>
                  <a:lnTo>
                    <a:pt x="1467775" y="79174"/>
                  </a:lnTo>
                  <a:cubicBezTo>
                    <a:pt x="2250400" y="104140"/>
                    <a:pt x="3326659" y="101996"/>
                    <a:pt x="4679878" y="15465"/>
                  </a:cubicBezTo>
                  <a:cubicBezTo>
                    <a:pt x="2721030" y="195194"/>
                    <a:pt x="912694" y="96678"/>
                    <a:pt x="91530" y="31801"/>
                  </a:cubicBezTo>
                  <a:lnTo>
                    <a:pt x="1306" y="24363"/>
                  </a:lnTo>
                  <a:close/>
                </a:path>
              </a:pathLst>
            </a:custGeom>
            <a:gradFill>
              <a:gsLst>
                <a:gs pos="0">
                  <a:schemeClr val="accent2"/>
                </a:gs>
                <a:gs pos="100000">
                  <a:schemeClr val="accent2">
                    <a:lumMod val="60000"/>
                    <a:lumOff val="40000"/>
                  </a:schemeClr>
                </a:gs>
              </a:gsLst>
              <a:lin ang="0" scaled="1"/>
            </a:gradFill>
            <a:ln w="63336" cap="flat">
              <a:noFill/>
              <a:prstDash val="solid"/>
              <a:miter/>
            </a:ln>
          </p:spPr>
          <p:txBody>
            <a:bodyPr wrap="square" rtlCol="0" anchor="ctr">
              <a:noAutofit/>
            </a:bodyPr>
            <a:lstStyle/>
            <a:p>
              <a:pPr lvl="0"/>
              <a:endParaRPr lang="zh-CN" altLang="en-US"/>
            </a:p>
          </p:txBody>
        </p:sp>
        <p:sp>
          <p:nvSpPr>
            <p:cNvPr id="9" name="任意多边形: 形状 8">
              <a:extLst>
                <a:ext uri="{FF2B5EF4-FFF2-40B4-BE49-F238E27FC236}">
                  <a16:creationId xmlns:a16="http://schemas.microsoft.com/office/drawing/2014/main" id="{1FB6C169-C972-224B-C012-136C85DB9361}"/>
                </a:ext>
              </a:extLst>
            </p:cNvPr>
            <p:cNvSpPr/>
            <p:nvPr/>
          </p:nvSpPr>
          <p:spPr>
            <a:xfrm rot="184153">
              <a:off x="9262186" y="6449234"/>
              <a:ext cx="2934942" cy="112910"/>
            </a:xfrm>
            <a:custGeom>
              <a:avLst/>
              <a:gdLst>
                <a:gd name="connsiteX0" fmla="*/ 163762 w 2934942"/>
                <a:gd name="connsiteY0" fmla="*/ 40296 h 112910"/>
                <a:gd name="connsiteX1" fmla="*/ 749165 w 2934942"/>
                <a:gd name="connsiteY1" fmla="*/ 12539 h 112910"/>
                <a:gd name="connsiteX2" fmla="*/ 1040332 w 2934942"/>
                <a:gd name="connsiteY2" fmla="*/ 5804 h 112910"/>
                <a:gd name="connsiteX3" fmla="*/ 1127260 w 2934942"/>
                <a:gd name="connsiteY3" fmla="*/ 4142 h 112910"/>
                <a:gd name="connsiteX4" fmla="*/ 1630143 w 2934942"/>
                <a:gd name="connsiteY4" fmla="*/ 0 h 112910"/>
                <a:gd name="connsiteX5" fmla="*/ 2099776 w 2934942"/>
                <a:gd name="connsiteY5" fmla="*/ 1445 h 112910"/>
                <a:gd name="connsiteX6" fmla="*/ 2754906 w 2934942"/>
                <a:gd name="connsiteY6" fmla="*/ 20725 h 112910"/>
                <a:gd name="connsiteX7" fmla="*/ 2928981 w 2934942"/>
                <a:gd name="connsiteY7" fmla="*/ 29830 h 112910"/>
                <a:gd name="connsiteX8" fmla="*/ 2931823 w 2934942"/>
                <a:gd name="connsiteY8" fmla="*/ 54732 h 112910"/>
                <a:gd name="connsiteX9" fmla="*/ 2934942 w 2934942"/>
                <a:gd name="connsiteY9" fmla="*/ 112910 h 112910"/>
                <a:gd name="connsiteX10" fmla="*/ 2898135 w 2934942"/>
                <a:gd name="connsiteY10" fmla="*/ 110250 h 112910"/>
                <a:gd name="connsiteX11" fmla="*/ 122623 w 2934942"/>
                <a:gd name="connsiteY11" fmla="*/ 48460 h 112910"/>
                <a:gd name="connsiteX12" fmla="*/ 0 w 2934942"/>
                <a:gd name="connsiteY12" fmla="*/ 52533 h 112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34942" h="112910">
                  <a:moveTo>
                    <a:pt x="163762" y="40296"/>
                  </a:moveTo>
                  <a:cubicBezTo>
                    <a:pt x="352191" y="29160"/>
                    <a:pt x="547268" y="19743"/>
                    <a:pt x="749165" y="12539"/>
                  </a:cubicBezTo>
                  <a:lnTo>
                    <a:pt x="1040332" y="5804"/>
                  </a:lnTo>
                  <a:lnTo>
                    <a:pt x="1127260" y="4142"/>
                  </a:lnTo>
                  <a:cubicBezTo>
                    <a:pt x="1287614" y="1924"/>
                    <a:pt x="1455354" y="477"/>
                    <a:pt x="1630143" y="0"/>
                  </a:cubicBezTo>
                  <a:lnTo>
                    <a:pt x="2099776" y="1445"/>
                  </a:lnTo>
                  <a:lnTo>
                    <a:pt x="2754906" y="20725"/>
                  </a:lnTo>
                  <a:lnTo>
                    <a:pt x="2928981" y="29830"/>
                  </a:lnTo>
                  <a:lnTo>
                    <a:pt x="2931823" y="54732"/>
                  </a:lnTo>
                  <a:lnTo>
                    <a:pt x="2934942" y="112910"/>
                  </a:lnTo>
                  <a:lnTo>
                    <a:pt x="2898135" y="110250"/>
                  </a:lnTo>
                  <a:cubicBezTo>
                    <a:pt x="2380861" y="74667"/>
                    <a:pt x="1351268" y="21060"/>
                    <a:pt x="122623" y="48460"/>
                  </a:cubicBezTo>
                  <a:lnTo>
                    <a:pt x="0" y="52533"/>
                  </a:lnTo>
                  <a:close/>
                </a:path>
              </a:pathLst>
            </a:custGeom>
            <a:gradFill>
              <a:gsLst>
                <a:gs pos="0">
                  <a:schemeClr val="accent2"/>
                </a:gs>
                <a:gs pos="100000">
                  <a:schemeClr val="accent2">
                    <a:lumMod val="60000"/>
                    <a:lumOff val="40000"/>
                  </a:schemeClr>
                </a:gs>
              </a:gsLst>
              <a:lin ang="0" scaled="1"/>
            </a:gradFill>
            <a:ln w="63336" cap="flat">
              <a:noFill/>
              <a:prstDash val="solid"/>
              <a:miter/>
            </a:ln>
          </p:spPr>
          <p:txBody>
            <a:bodyPr wrap="square" rtlCol="0" anchor="ctr">
              <a:noAutofit/>
            </a:bodyPr>
            <a:lstStyle/>
            <a:p>
              <a:pPr lvl="0"/>
              <a:endParaRPr lang="zh-CN" altLang="en-US"/>
            </a:p>
          </p:txBody>
        </p:sp>
      </p:grpSp>
      <p:sp>
        <p:nvSpPr>
          <p:cNvPr id="2" name="0455cff6-57c0-4be5-8cde-f9e9e549e318"/>
          <p:cNvSpPr>
            <a:spLocks noGrp="1"/>
          </p:cNvSpPr>
          <p:nvPr>
            <p:ph type="title"/>
          </p:nvPr>
        </p:nvSpPr>
        <p:spPr>
          <a:xfrm>
            <a:off x="660400" y="128587"/>
            <a:ext cx="10858500" cy="900112"/>
          </a:xfrm>
          <a:prstGeom prst="rect">
            <a:avLst/>
          </a:prstGeom>
        </p:spPr>
        <p:txBody>
          <a:bodyPr vert="horz" lIns="91440" tIns="45720" rIns="91440" bIns="45720" rtlCol="0" anchor="b">
            <a:normAutofit/>
          </a:bodyPr>
          <a:lstStyle/>
          <a:p>
            <a:pPr lvl="0"/>
            <a:r>
              <a:rPr lang="en-US"/>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bg1"/>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bg1"/>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bg1"/>
                </a:solidFill>
              </a:defRPr>
            </a:lvl1pPr>
          </a:lstStyle>
          <a:p>
            <a:fld id="{C8BB1146-E542-4D4E-B8E9-6919A11DDD48}"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8" r:id="rId2"/>
    <p:sldLayoutId id="2147483659"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hemeOverride" Target="../theme/themeOverride5.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hemeOverride" Target="../theme/themeOverride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themeOverride" Target="../theme/themeOverride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hemeOverride" Target="../theme/themeOverride8.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hemeOverride" Target="../theme/themeOverride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hemeOverride" Target="../theme/themeOverride10.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hemeOverride" Target="../theme/themeOverride1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hemeOverride" Target="../theme/themeOverride12.xml"/><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hemeOverride" Target="../theme/themeOverride13.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hemeOverride" Target="../theme/themeOverride14.xml"/></Relationships>
</file>

<file path=ppt/slides/_rels/slide19.xml.rels>&#65279;<?xml version="1.0" encoding="utf-8"?><Relationships xmlns="http://schemas.openxmlformats.org/package/2006/relationships"><Relationship Type="http://schemas.openxmlformats.org/officeDocument/2006/relationships/image" Target="/ppt/media/image212.png" Id="rId8" /><Relationship Type="http://schemas.openxmlformats.org/officeDocument/2006/relationships/image" Target="/ppt/media/image313.png" Id="rId10" /><Relationship Type="http://schemas.openxmlformats.org/officeDocument/2006/relationships/image" Target="/ppt/media/image414.png" Id="rId11" /><Relationship Type="http://schemas.openxmlformats.org/officeDocument/2006/relationships/image" Target="/ppt/media/image515.png" Id="rId12" /><Relationship Type="http://schemas.openxmlformats.org/officeDocument/2006/relationships/image" Target="/ppt/media/image616.png" Id="rId13" /><Relationship Type="http://schemas.openxmlformats.org/officeDocument/2006/relationships/image" Target="/ppt/media/image72.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361416f09f49488f" /></Relationships>
</file>

<file path=ppt/slides/_rels/slide20.xml.rels>&#65279;<?xml version="1.0" encoding="utf-8"?><Relationships xmlns="http://schemas.openxmlformats.org/package/2006/relationships"><Relationship Type="http://schemas.openxmlformats.org/officeDocument/2006/relationships/image" Target="/ppt/media/image117.png" Id="rId4" /><Relationship Type="http://schemas.openxmlformats.org/officeDocument/2006/relationships/hyperlink" Target="http://www.islide.cc/" TargetMode="External" Id="rId3" /><Relationship Type="http://schemas.openxmlformats.org/officeDocument/2006/relationships/slideLayout" Target="/ppt/slideLayouts/slideLayout6.xml" Id="R526996fb99ed4a6a"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400" y="1017212"/>
            <a:ext cx="7874000" cy="2240337"/>
          </a:xfrm>
        </p:spPr>
        <p:txBody>
          <a:bodyPr>
            <a:normAutofit/>
          </a:bodyPr>
          <a:lstStyle/>
          <a:p>
            <a:r>
              <a:rPr lang="zh-CN" altLang="en-US" sz="8800" dirty="0">
                <a:gradFill flip="none" rotWithShape="1">
                  <a:gsLst>
                    <a:gs pos="0">
                      <a:schemeClr val="accent3">
                        <a:lumMod val="60000"/>
                        <a:lumOff val="40000"/>
                      </a:schemeClr>
                    </a:gs>
                    <a:gs pos="56000">
                      <a:schemeClr val="accent1">
                        <a:lumMod val="75000"/>
                      </a:schemeClr>
                    </a:gs>
                    <a:gs pos="21000">
                      <a:schemeClr val="accent3"/>
                    </a:gs>
                  </a:gsLst>
                  <a:lin ang="2700000" scaled="1"/>
                  <a:tileRect/>
                </a:gradFill>
              </a:rPr>
              <a:t>UI设计</a:t>
            </a:r>
            <a:r>
              <a:rPr lang="zh-CN" altLang="en-US" dirty="0"/>
              <a:t>通用作品集</a:t>
            </a:r>
            <a:endParaRPr lang="en-US" dirty="0"/>
          </a:p>
        </p:txBody>
      </p:sp>
      <p:sp>
        <p:nvSpPr>
          <p:cNvPr id="9" name="副标题 8"/>
          <p:cNvSpPr>
            <a:spLocks noGrp="1"/>
          </p:cNvSpPr>
          <p:nvPr>
            <p:ph type="subTitle" sz="quarter" idx="1" hasCustomPrompt="1"/>
          </p:nvPr>
        </p:nvSpPr>
        <p:spPr>
          <a:xfrm>
            <a:off x="769256" y="3429000"/>
            <a:ext cx="4640943" cy="671233"/>
          </a:xfrm>
        </p:spPr>
        <p:txBody>
          <a:bodyPr/>
          <a:lstStyle/>
          <a:p>
            <a:r>
              <a:rPr lang="zh-CN" altLang="en-US"/>
              <a:t>艺术广告领域的创意展示</a:t>
            </a:r>
            <a:endParaRPr lang="en-US" dirty="0"/>
          </a:p>
        </p:txBody>
      </p:sp>
      <p:sp>
        <p:nvSpPr>
          <p:cNvPr id="2" name="文本占位符 1"/>
          <p:cNvSpPr>
            <a:spLocks noGrp="1"/>
          </p:cNvSpPr>
          <p:nvPr>
            <p:ph type="body" sz="quarter" idx="13" hasCustomPrompt="1"/>
          </p:nvPr>
        </p:nvSpPr>
        <p:spPr>
          <a:xfrm>
            <a:off x="660400" y="5539434"/>
            <a:ext cx="7874000" cy="301353"/>
          </a:xfrm>
        </p:spPr>
        <p:txBody>
          <a:bodyPr/>
          <a:lstStyle/>
          <a:p>
            <a:r>
              <a:rPr lang="zh-CN" altLang="en-US"/>
              <a:t>Presenter name</a:t>
            </a:r>
            <a:endParaRPr lang="en-US" dirty="0"/>
          </a:p>
        </p:txBody>
      </p:sp>
      <p:sp>
        <p:nvSpPr>
          <p:cNvPr id="3" name="文本占位符 2"/>
          <p:cNvSpPr>
            <a:spLocks noGrp="1"/>
          </p:cNvSpPr>
          <p:nvPr>
            <p:ph type="body" sz="quarter" idx="14" hasCustomPrompt="1"/>
          </p:nvPr>
        </p:nvSpPr>
        <p:spPr>
          <a:xfrm>
            <a:off x="660400" y="5832747"/>
            <a:ext cx="7874000" cy="301353"/>
          </a:xfrm>
        </p:spPr>
        <p:txBody>
          <a:bodyPr/>
          <a:lstStyle/>
          <a:p>
            <a:r>
              <a:rPr lang="zh-CN" altLang="en-US"/>
              <a:t>www.islide.cc</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0" name="组合 79">
            <a:extLst>
              <a:ext uri="{FF2B5EF4-FFF2-40B4-BE49-F238E27FC236}">
                <a16:creationId xmlns:a16="http://schemas.microsoft.com/office/drawing/2014/main" id="{BB7899F7-A793-067F-4612-50EA56BD10BE}"/>
              </a:ext>
            </a:extLst>
          </p:cNvPr>
          <p:cNvGrpSpPr/>
          <p:nvPr/>
        </p:nvGrpSpPr>
        <p:grpSpPr>
          <a:xfrm>
            <a:off x="660400" y="933745"/>
            <a:ext cx="10858500" cy="4756716"/>
            <a:chOff x="660400" y="933745"/>
            <a:chExt cx="10858500" cy="4756716"/>
          </a:xfrm>
        </p:grpSpPr>
        <p:grpSp>
          <p:nvGrpSpPr>
            <p:cNvPr id="76" name="组合 75">
              <a:extLst>
                <a:ext uri="{FF2B5EF4-FFF2-40B4-BE49-F238E27FC236}">
                  <a16:creationId xmlns:a16="http://schemas.microsoft.com/office/drawing/2014/main" id="{A4165B38-3E02-19E7-9755-85282DF80054}"/>
                </a:ext>
              </a:extLst>
            </p:cNvPr>
            <p:cNvGrpSpPr/>
            <p:nvPr/>
          </p:nvGrpSpPr>
          <p:grpSpPr>
            <a:xfrm>
              <a:off x="704608" y="2347041"/>
              <a:ext cx="2071545" cy="3343420"/>
              <a:chOff x="704608" y="2347041"/>
              <a:chExt cx="2071545" cy="3343420"/>
            </a:xfrm>
          </p:grpSpPr>
          <p:sp>
            <p:nvSpPr>
              <p:cNvPr id="25" name="ComponentBackground1">
                <a:extLst>
                  <a:ext uri="{FF2B5EF4-FFF2-40B4-BE49-F238E27FC236}">
                    <a16:creationId xmlns:a16="http://schemas.microsoft.com/office/drawing/2014/main" id="{3DA249DC-3A05-E521-6057-E29C637BCFE9}"/>
                  </a:ext>
                </a:extLst>
              </p:cNvPr>
              <p:cNvSpPr/>
              <p:nvPr/>
            </p:nvSpPr>
            <p:spPr>
              <a:xfrm>
                <a:off x="704608" y="2347041"/>
                <a:ext cx="2071545" cy="3343420"/>
              </a:xfrm>
              <a:prstGeom prst="roundRect">
                <a:avLst>
                  <a:gd name="adj" fmla="val 7000"/>
                </a:avLst>
              </a:prstGeom>
              <a:gradFill>
                <a:gsLst>
                  <a:gs pos="0">
                    <a:schemeClr val="accent1">
                      <a:lumMod val="60000"/>
                      <a:lumOff val="40000"/>
                      <a:alpha val="50000"/>
                    </a:schemeClr>
                  </a:gs>
                  <a:gs pos="100000">
                    <a:schemeClr val="accent1">
                      <a:lumMod val="20000"/>
                      <a:lumOff val="80000"/>
                      <a:alpha val="50000"/>
                    </a:schemeClr>
                  </a:gs>
                </a:gsLst>
                <a:lin ang="5400000" scaled="1"/>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a:solidFill>
                    <a:schemeClr val="bg1"/>
                  </a:solidFill>
                </a:endParaRPr>
              </a:p>
            </p:txBody>
          </p:sp>
          <p:grpSp>
            <p:nvGrpSpPr>
              <p:cNvPr id="5" name="组合 4">
                <a:extLst>
                  <a:ext uri="{FF2B5EF4-FFF2-40B4-BE49-F238E27FC236}">
                    <a16:creationId xmlns:a16="http://schemas.microsoft.com/office/drawing/2014/main" id="{71493F68-3DF4-6600-E607-0D7F8D49041A}"/>
                  </a:ext>
                </a:extLst>
              </p:cNvPr>
              <p:cNvGrpSpPr/>
              <p:nvPr/>
            </p:nvGrpSpPr>
            <p:grpSpPr>
              <a:xfrm>
                <a:off x="1389346" y="2545084"/>
                <a:ext cx="702069" cy="1022341"/>
                <a:chOff x="1389346" y="2995026"/>
                <a:chExt cx="702069" cy="1022341"/>
              </a:xfrm>
            </p:grpSpPr>
            <p:sp>
              <p:nvSpPr>
                <p:cNvPr id="57" name="任意多边形: 形状 56">
                  <a:extLst>
                    <a:ext uri="{FF2B5EF4-FFF2-40B4-BE49-F238E27FC236}">
                      <a16:creationId xmlns:a16="http://schemas.microsoft.com/office/drawing/2014/main" id="{D9957091-C5F4-CA9E-8A90-882EB2CA0882}"/>
                    </a:ext>
                  </a:extLst>
                </p:cNvPr>
                <p:cNvSpPr/>
                <p:nvPr/>
              </p:nvSpPr>
              <p:spPr>
                <a:xfrm>
                  <a:off x="1389346" y="3131639"/>
                  <a:ext cx="608840" cy="885728"/>
                </a:xfrm>
                <a:custGeom>
                  <a:avLst/>
                  <a:gdLst>
                    <a:gd name="connsiteX0" fmla="*/ 13205 w 448989"/>
                    <a:gd name="connsiteY0" fmla="*/ 653050 h 653181"/>
                    <a:gd name="connsiteX1" fmla="*/ 5489 w 448989"/>
                    <a:gd name="connsiteY1" fmla="*/ 650573 h 653181"/>
                    <a:gd name="connsiteX2" fmla="*/ -892 w 448989"/>
                    <a:gd name="connsiteY2" fmla="*/ 638096 h 653181"/>
                    <a:gd name="connsiteX3" fmla="*/ 11110 w 448989"/>
                    <a:gd name="connsiteY3" fmla="*/ 489982 h 653181"/>
                    <a:gd name="connsiteX4" fmla="*/ 15968 w 448989"/>
                    <a:gd name="connsiteY4" fmla="*/ 470932 h 653181"/>
                    <a:gd name="connsiteX5" fmla="*/ 16729 w 448989"/>
                    <a:gd name="connsiteY5" fmla="*/ 468741 h 653181"/>
                    <a:gd name="connsiteX6" fmla="*/ 17301 w 448989"/>
                    <a:gd name="connsiteY6" fmla="*/ 467693 h 653181"/>
                    <a:gd name="connsiteX7" fmla="*/ 301241 w 448989"/>
                    <a:gd name="connsiteY7" fmla="*/ 2778 h 653181"/>
                    <a:gd name="connsiteX8" fmla="*/ 309718 w 448989"/>
                    <a:gd name="connsiteY8" fmla="*/ 778 h 653181"/>
                    <a:gd name="connsiteX9" fmla="*/ 445068 w 448989"/>
                    <a:gd name="connsiteY9" fmla="*/ 83360 h 653181"/>
                    <a:gd name="connsiteX10" fmla="*/ 447163 w 448989"/>
                    <a:gd name="connsiteY10" fmla="*/ 91837 h 653181"/>
                    <a:gd name="connsiteX11" fmla="*/ 162557 w 448989"/>
                    <a:gd name="connsiteY11" fmla="*/ 557800 h 653181"/>
                    <a:gd name="connsiteX12" fmla="*/ 160842 w 448989"/>
                    <a:gd name="connsiteY12" fmla="*/ 559610 h 653181"/>
                    <a:gd name="connsiteX13" fmla="*/ 146460 w 448989"/>
                    <a:gd name="connsiteY13" fmla="*/ 572278 h 653181"/>
                    <a:gd name="connsiteX14" fmla="*/ 20158 w 448989"/>
                    <a:gd name="connsiteY14" fmla="*/ 650573 h 653181"/>
                    <a:gd name="connsiteX15" fmla="*/ 13205 w 448989"/>
                    <a:gd name="connsiteY15" fmla="*/ 653050 h 653181"/>
                    <a:gd name="connsiteX16" fmla="*/ 28635 w 448989"/>
                    <a:gd name="connsiteY16" fmla="*/ 473027 h 653181"/>
                    <a:gd name="connsiteX17" fmla="*/ 28635 w 448989"/>
                    <a:gd name="connsiteY17" fmla="*/ 473599 h 653181"/>
                    <a:gd name="connsiteX18" fmla="*/ 23396 w 448989"/>
                    <a:gd name="connsiteY18" fmla="*/ 491411 h 653181"/>
                    <a:gd name="connsiteX19" fmla="*/ 11395 w 448989"/>
                    <a:gd name="connsiteY19" fmla="*/ 639524 h 653181"/>
                    <a:gd name="connsiteX20" fmla="*/ 11395 w 448989"/>
                    <a:gd name="connsiteY20" fmla="*/ 640477 h 653181"/>
                    <a:gd name="connsiteX21" fmla="*/ 12633 w 448989"/>
                    <a:gd name="connsiteY21" fmla="*/ 641048 h 653181"/>
                    <a:gd name="connsiteX22" fmla="*/ 12633 w 448989"/>
                    <a:gd name="connsiteY22" fmla="*/ 641048 h 653181"/>
                    <a:gd name="connsiteX23" fmla="*/ 139125 w 448989"/>
                    <a:gd name="connsiteY23" fmla="*/ 562562 h 653181"/>
                    <a:gd name="connsiteX24" fmla="*/ 152556 w 448989"/>
                    <a:gd name="connsiteY24" fmla="*/ 549799 h 653181"/>
                    <a:gd name="connsiteX25" fmla="*/ 152556 w 448989"/>
                    <a:gd name="connsiteY25" fmla="*/ 549799 h 653181"/>
                    <a:gd name="connsiteX26" fmla="*/ 432210 w 448989"/>
                    <a:gd name="connsiteY26" fmla="*/ 91932 h 653181"/>
                    <a:gd name="connsiteX27" fmla="*/ 307432 w 448989"/>
                    <a:gd name="connsiteY27" fmla="*/ 15732 h 6531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48989" h="653181">
                      <a:moveTo>
                        <a:pt x="13205" y="653050"/>
                      </a:moveTo>
                      <a:cubicBezTo>
                        <a:pt x="10442" y="653050"/>
                        <a:pt x="7776" y="652183"/>
                        <a:pt x="5489" y="650573"/>
                      </a:cubicBezTo>
                      <a:cubicBezTo>
                        <a:pt x="1108" y="648002"/>
                        <a:pt x="-1369" y="643144"/>
                        <a:pt x="-892" y="638096"/>
                      </a:cubicBezTo>
                      <a:lnTo>
                        <a:pt x="11110" y="489982"/>
                      </a:lnTo>
                      <a:cubicBezTo>
                        <a:pt x="11585" y="483400"/>
                        <a:pt x="13300" y="476952"/>
                        <a:pt x="15968" y="470932"/>
                      </a:cubicBezTo>
                      <a:cubicBezTo>
                        <a:pt x="16063" y="470151"/>
                        <a:pt x="16252" y="469398"/>
                        <a:pt x="16729" y="468741"/>
                      </a:cubicBezTo>
                      <a:lnTo>
                        <a:pt x="17301" y="467693"/>
                      </a:lnTo>
                      <a:lnTo>
                        <a:pt x="301241" y="2778"/>
                      </a:lnTo>
                      <a:cubicBezTo>
                        <a:pt x="303051" y="-98"/>
                        <a:pt x="306860" y="-994"/>
                        <a:pt x="309718" y="778"/>
                      </a:cubicBezTo>
                      <a:lnTo>
                        <a:pt x="445068" y="83360"/>
                      </a:lnTo>
                      <a:cubicBezTo>
                        <a:pt x="448021" y="85131"/>
                        <a:pt x="448878" y="88913"/>
                        <a:pt x="447163" y="91837"/>
                      </a:cubicBezTo>
                      <a:lnTo>
                        <a:pt x="162557" y="557800"/>
                      </a:lnTo>
                      <a:cubicBezTo>
                        <a:pt x="162176" y="558533"/>
                        <a:pt x="161509" y="559152"/>
                        <a:pt x="160842" y="559610"/>
                      </a:cubicBezTo>
                      <a:cubicBezTo>
                        <a:pt x="156842" y="564610"/>
                        <a:pt x="151888" y="568897"/>
                        <a:pt x="146460" y="572278"/>
                      </a:cubicBezTo>
                      <a:lnTo>
                        <a:pt x="20158" y="650573"/>
                      </a:lnTo>
                      <a:cubicBezTo>
                        <a:pt x="18158" y="652069"/>
                        <a:pt x="15682" y="652936"/>
                        <a:pt x="13205" y="653050"/>
                      </a:cubicBezTo>
                      <a:close/>
                      <a:moveTo>
                        <a:pt x="28635" y="473027"/>
                      </a:moveTo>
                      <a:lnTo>
                        <a:pt x="28635" y="473599"/>
                      </a:lnTo>
                      <a:cubicBezTo>
                        <a:pt x="25682" y="479123"/>
                        <a:pt x="23968" y="485181"/>
                        <a:pt x="23396" y="491411"/>
                      </a:cubicBezTo>
                      <a:lnTo>
                        <a:pt x="11395" y="639524"/>
                      </a:lnTo>
                      <a:cubicBezTo>
                        <a:pt x="11205" y="639810"/>
                        <a:pt x="11205" y="640191"/>
                        <a:pt x="11395" y="640477"/>
                      </a:cubicBezTo>
                      <a:lnTo>
                        <a:pt x="12633" y="641048"/>
                      </a:lnTo>
                      <a:lnTo>
                        <a:pt x="12633" y="641048"/>
                      </a:lnTo>
                      <a:lnTo>
                        <a:pt x="139125" y="562562"/>
                      </a:lnTo>
                      <a:cubicBezTo>
                        <a:pt x="144460" y="559305"/>
                        <a:pt x="149032" y="554961"/>
                        <a:pt x="152556" y="549799"/>
                      </a:cubicBezTo>
                      <a:lnTo>
                        <a:pt x="152556" y="549799"/>
                      </a:lnTo>
                      <a:lnTo>
                        <a:pt x="432210" y="91932"/>
                      </a:lnTo>
                      <a:lnTo>
                        <a:pt x="307432" y="15732"/>
                      </a:lnTo>
                      <a:close/>
                    </a:path>
                  </a:pathLst>
                </a:custGeom>
                <a:solidFill>
                  <a:schemeClr val="accent1"/>
                </a:solidFill>
                <a:ln w="9525" cap="flat">
                  <a:noFill/>
                  <a:prstDash val="solid"/>
                  <a:miter/>
                </a:ln>
              </p:spPr>
              <p:txBody>
                <a:bodyPr rtlCol="0" anchor="ctr"/>
                <a:lstStyle/>
                <a:p>
                  <a:endParaRPr lang="zh-CN" altLang="en-US"/>
                </a:p>
              </p:txBody>
            </p:sp>
            <p:sp>
              <p:nvSpPr>
                <p:cNvPr id="58" name="任意多边形: 形状 57">
                  <a:extLst>
                    <a:ext uri="{FF2B5EF4-FFF2-40B4-BE49-F238E27FC236}">
                      <a16:creationId xmlns:a16="http://schemas.microsoft.com/office/drawing/2014/main" id="{1F692479-8F90-B22A-0C73-A89C4A6575E4}"/>
                    </a:ext>
                  </a:extLst>
                </p:cNvPr>
                <p:cNvSpPr/>
                <p:nvPr/>
              </p:nvSpPr>
              <p:spPr>
                <a:xfrm>
                  <a:off x="1831327" y="2995026"/>
                  <a:ext cx="241962" cy="211983"/>
                </a:xfrm>
                <a:custGeom>
                  <a:avLst/>
                  <a:gdLst>
                    <a:gd name="connsiteX0" fmla="*/ 139704 w 178435"/>
                    <a:gd name="connsiteY0" fmla="*/ 156196 h 156327"/>
                    <a:gd name="connsiteX1" fmla="*/ 136465 w 178435"/>
                    <a:gd name="connsiteY1" fmla="*/ 155244 h 156327"/>
                    <a:gd name="connsiteX2" fmla="*/ 1973 w 178435"/>
                    <a:gd name="connsiteY2" fmla="*/ 73138 h 156327"/>
                    <a:gd name="connsiteX3" fmla="*/ -29 w 178435"/>
                    <a:gd name="connsiteY3" fmla="*/ 64661 h 156327"/>
                    <a:gd name="connsiteX4" fmla="*/ 25690 w 178435"/>
                    <a:gd name="connsiteY4" fmla="*/ 22465 h 156327"/>
                    <a:gd name="connsiteX5" fmla="*/ 90079 w 178435"/>
                    <a:gd name="connsiteY5" fmla="*/ 6654 h 156327"/>
                    <a:gd name="connsiteX6" fmla="*/ 90364 w 178435"/>
                    <a:gd name="connsiteY6" fmla="*/ 6844 h 156327"/>
                    <a:gd name="connsiteX7" fmla="*/ 155134 w 178435"/>
                    <a:gd name="connsiteY7" fmla="*/ 46278 h 156327"/>
                    <a:gd name="connsiteX8" fmla="*/ 170755 w 178435"/>
                    <a:gd name="connsiteY8" fmla="*/ 111048 h 156327"/>
                    <a:gd name="connsiteX9" fmla="*/ 145037 w 178435"/>
                    <a:gd name="connsiteY9" fmla="*/ 153243 h 156327"/>
                    <a:gd name="connsiteX10" fmla="*/ 139704 w 178435"/>
                    <a:gd name="connsiteY10" fmla="*/ 156196 h 156327"/>
                    <a:gd name="connsiteX11" fmla="*/ 13783 w 178435"/>
                    <a:gd name="connsiteY11" fmla="*/ 65804 h 156327"/>
                    <a:gd name="connsiteX12" fmla="*/ 137608 w 178435"/>
                    <a:gd name="connsiteY12" fmla="*/ 141432 h 156327"/>
                    <a:gd name="connsiteX13" fmla="*/ 160087 w 178435"/>
                    <a:gd name="connsiteY13" fmla="*/ 104571 h 156327"/>
                    <a:gd name="connsiteX14" fmla="*/ 148562 w 178435"/>
                    <a:gd name="connsiteY14" fmla="*/ 56946 h 156327"/>
                    <a:gd name="connsiteX15" fmla="*/ 83792 w 178435"/>
                    <a:gd name="connsiteY15" fmla="*/ 17512 h 156327"/>
                    <a:gd name="connsiteX16" fmla="*/ 36358 w 178435"/>
                    <a:gd name="connsiteY16" fmla="*/ 28752 h 156327"/>
                    <a:gd name="connsiteX17" fmla="*/ 36167 w 178435"/>
                    <a:gd name="connsiteY17" fmla="*/ 29037 h 156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78435" h="156327">
                      <a:moveTo>
                        <a:pt x="139704" y="156196"/>
                      </a:moveTo>
                      <a:cubicBezTo>
                        <a:pt x="138561" y="156196"/>
                        <a:pt x="137418" y="155863"/>
                        <a:pt x="136465" y="155244"/>
                      </a:cubicBezTo>
                      <a:lnTo>
                        <a:pt x="1973" y="73138"/>
                      </a:lnTo>
                      <a:cubicBezTo>
                        <a:pt x="-885" y="71338"/>
                        <a:pt x="-1838" y="67556"/>
                        <a:pt x="-29" y="64661"/>
                      </a:cubicBezTo>
                      <a:lnTo>
                        <a:pt x="25690" y="22465"/>
                      </a:lnTo>
                      <a:cubicBezTo>
                        <a:pt x="39119" y="329"/>
                        <a:pt x="67885" y="-6758"/>
                        <a:pt x="90079" y="6654"/>
                      </a:cubicBezTo>
                      <a:cubicBezTo>
                        <a:pt x="90174" y="6711"/>
                        <a:pt x="90268" y="6777"/>
                        <a:pt x="90364" y="6844"/>
                      </a:cubicBezTo>
                      <a:lnTo>
                        <a:pt x="155134" y="46278"/>
                      </a:lnTo>
                      <a:cubicBezTo>
                        <a:pt x="177137" y="60022"/>
                        <a:pt x="183995" y="88807"/>
                        <a:pt x="170755" y="111048"/>
                      </a:cubicBezTo>
                      <a:lnTo>
                        <a:pt x="145037" y="153243"/>
                      </a:lnTo>
                      <a:cubicBezTo>
                        <a:pt x="143894" y="155072"/>
                        <a:pt x="141894" y="156177"/>
                        <a:pt x="139704" y="156196"/>
                      </a:cubicBezTo>
                      <a:close/>
                      <a:moveTo>
                        <a:pt x="13783" y="65804"/>
                      </a:moveTo>
                      <a:lnTo>
                        <a:pt x="137608" y="141432"/>
                      </a:lnTo>
                      <a:lnTo>
                        <a:pt x="160087" y="104571"/>
                      </a:lnTo>
                      <a:cubicBezTo>
                        <a:pt x="169994" y="88226"/>
                        <a:pt x="164850" y="66956"/>
                        <a:pt x="148562" y="56946"/>
                      </a:cubicBezTo>
                      <a:lnTo>
                        <a:pt x="83792" y="17512"/>
                      </a:lnTo>
                      <a:cubicBezTo>
                        <a:pt x="67600" y="7511"/>
                        <a:pt x="46358" y="12540"/>
                        <a:pt x="36358" y="28752"/>
                      </a:cubicBezTo>
                      <a:cubicBezTo>
                        <a:pt x="36262" y="28847"/>
                        <a:pt x="36262" y="28942"/>
                        <a:pt x="36167" y="29037"/>
                      </a:cubicBezTo>
                      <a:close/>
                    </a:path>
                  </a:pathLst>
                </a:custGeom>
                <a:solidFill>
                  <a:schemeClr val="accent1"/>
                </a:solidFill>
                <a:ln w="9525" cap="flat">
                  <a:noFill/>
                  <a:prstDash val="solid"/>
                  <a:miter/>
                </a:ln>
              </p:spPr>
              <p:txBody>
                <a:bodyPr rtlCol="0" anchor="ctr"/>
                <a:lstStyle/>
                <a:p>
                  <a:endParaRPr lang="zh-CN" altLang="en-US"/>
                </a:p>
              </p:txBody>
            </p:sp>
            <p:sp>
              <p:nvSpPr>
                <p:cNvPr id="59" name="任意多边形: 形状 58">
                  <a:extLst>
                    <a:ext uri="{FF2B5EF4-FFF2-40B4-BE49-F238E27FC236}">
                      <a16:creationId xmlns:a16="http://schemas.microsoft.com/office/drawing/2014/main" id="{40CF1424-0D92-DB51-CDBD-AB93F365D335}"/>
                    </a:ext>
                  </a:extLst>
                </p:cNvPr>
                <p:cNvSpPr/>
                <p:nvPr/>
              </p:nvSpPr>
              <p:spPr>
                <a:xfrm>
                  <a:off x="1798065" y="3078405"/>
                  <a:ext cx="232897" cy="182465"/>
                </a:xfrm>
                <a:custGeom>
                  <a:avLst/>
                  <a:gdLst>
                    <a:gd name="connsiteX0" fmla="*/ 140420 w 171750"/>
                    <a:gd name="connsiteY0" fmla="*/ 134427 h 134559"/>
                    <a:gd name="connsiteX1" fmla="*/ 137181 w 171750"/>
                    <a:gd name="connsiteY1" fmla="*/ 133570 h 134559"/>
                    <a:gd name="connsiteX2" fmla="*/ 2021 w 171750"/>
                    <a:gd name="connsiteY2" fmla="*/ 50988 h 134559"/>
                    <a:gd name="connsiteX3" fmla="*/ -74 w 171750"/>
                    <a:gd name="connsiteY3" fmla="*/ 42416 h 134559"/>
                    <a:gd name="connsiteX4" fmla="*/ 24120 w 171750"/>
                    <a:gd name="connsiteY4" fmla="*/ 2887 h 134559"/>
                    <a:gd name="connsiteX5" fmla="*/ 27929 w 171750"/>
                    <a:gd name="connsiteY5" fmla="*/ 30 h 134559"/>
                    <a:gd name="connsiteX6" fmla="*/ 32597 w 171750"/>
                    <a:gd name="connsiteY6" fmla="*/ 792 h 134559"/>
                    <a:gd name="connsiteX7" fmla="*/ 167852 w 171750"/>
                    <a:gd name="connsiteY7" fmla="*/ 83373 h 134559"/>
                    <a:gd name="connsiteX8" fmla="*/ 170614 w 171750"/>
                    <a:gd name="connsiteY8" fmla="*/ 87183 h 134559"/>
                    <a:gd name="connsiteX9" fmla="*/ 169947 w 171750"/>
                    <a:gd name="connsiteY9" fmla="*/ 91946 h 134559"/>
                    <a:gd name="connsiteX10" fmla="*/ 145753 w 171750"/>
                    <a:gd name="connsiteY10" fmla="*/ 131475 h 134559"/>
                    <a:gd name="connsiteX11" fmla="*/ 141849 w 171750"/>
                    <a:gd name="connsiteY11" fmla="*/ 134237 h 134559"/>
                    <a:gd name="connsiteX12" fmla="*/ 13737 w 171750"/>
                    <a:gd name="connsiteY12" fmla="*/ 43654 h 134559"/>
                    <a:gd name="connsiteX13" fmla="*/ 138324 w 171750"/>
                    <a:gd name="connsiteY13" fmla="*/ 119854 h 134559"/>
                    <a:gd name="connsiteX14" fmla="*/ 156136 w 171750"/>
                    <a:gd name="connsiteY14" fmla="*/ 91279 h 134559"/>
                    <a:gd name="connsiteX15" fmla="*/ 31453 w 171750"/>
                    <a:gd name="connsiteY15" fmla="*/ 15079 h 134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1750" h="134559">
                      <a:moveTo>
                        <a:pt x="140420" y="134427"/>
                      </a:moveTo>
                      <a:cubicBezTo>
                        <a:pt x="139277" y="134437"/>
                        <a:pt x="138134" y="134142"/>
                        <a:pt x="137181" y="133570"/>
                      </a:cubicBezTo>
                      <a:lnTo>
                        <a:pt x="2021" y="50988"/>
                      </a:lnTo>
                      <a:cubicBezTo>
                        <a:pt x="-931" y="49188"/>
                        <a:pt x="-1789" y="45369"/>
                        <a:pt x="-74" y="42416"/>
                      </a:cubicBezTo>
                      <a:lnTo>
                        <a:pt x="24120" y="2887"/>
                      </a:lnTo>
                      <a:cubicBezTo>
                        <a:pt x="24977" y="1458"/>
                        <a:pt x="26310" y="430"/>
                        <a:pt x="27929" y="30"/>
                      </a:cubicBezTo>
                      <a:cubicBezTo>
                        <a:pt x="29548" y="-342"/>
                        <a:pt x="31168" y="-66"/>
                        <a:pt x="32597" y="792"/>
                      </a:cubicBezTo>
                      <a:lnTo>
                        <a:pt x="167852" y="83373"/>
                      </a:lnTo>
                      <a:cubicBezTo>
                        <a:pt x="169281" y="84231"/>
                        <a:pt x="170233" y="85602"/>
                        <a:pt x="170614" y="87183"/>
                      </a:cubicBezTo>
                      <a:cubicBezTo>
                        <a:pt x="170994" y="88793"/>
                        <a:pt x="170804" y="90508"/>
                        <a:pt x="169947" y="91946"/>
                      </a:cubicBezTo>
                      <a:lnTo>
                        <a:pt x="145753" y="131475"/>
                      </a:lnTo>
                      <a:cubicBezTo>
                        <a:pt x="144896" y="132884"/>
                        <a:pt x="143467" y="133884"/>
                        <a:pt x="141849" y="134237"/>
                      </a:cubicBezTo>
                      <a:close/>
                      <a:moveTo>
                        <a:pt x="13737" y="43654"/>
                      </a:moveTo>
                      <a:lnTo>
                        <a:pt x="138324" y="119854"/>
                      </a:lnTo>
                      <a:lnTo>
                        <a:pt x="156136" y="91279"/>
                      </a:lnTo>
                      <a:lnTo>
                        <a:pt x="31453" y="15079"/>
                      </a:lnTo>
                      <a:close/>
                    </a:path>
                  </a:pathLst>
                </a:custGeom>
                <a:solidFill>
                  <a:schemeClr val="accent1"/>
                </a:solidFill>
                <a:ln w="9525" cap="flat">
                  <a:noFill/>
                  <a:prstDash val="solid"/>
                  <a:miter/>
                </a:ln>
              </p:spPr>
              <p:txBody>
                <a:bodyPr rtlCol="0" anchor="ctr"/>
                <a:lstStyle/>
                <a:p>
                  <a:endParaRPr lang="zh-CN" altLang="en-US"/>
                </a:p>
              </p:txBody>
            </p:sp>
            <p:sp>
              <p:nvSpPr>
                <p:cNvPr id="60" name="任意多边形: 形状 59">
                  <a:extLst>
                    <a:ext uri="{FF2B5EF4-FFF2-40B4-BE49-F238E27FC236}">
                      <a16:creationId xmlns:a16="http://schemas.microsoft.com/office/drawing/2014/main" id="{69606404-1518-DD72-E7DF-DA71640D34C5}"/>
                    </a:ext>
                  </a:extLst>
                </p:cNvPr>
                <p:cNvSpPr/>
                <p:nvPr/>
              </p:nvSpPr>
              <p:spPr>
                <a:xfrm>
                  <a:off x="1396152" y="3880247"/>
                  <a:ext cx="120104" cy="79772"/>
                </a:xfrm>
                <a:custGeom>
                  <a:avLst/>
                  <a:gdLst>
                    <a:gd name="connsiteX0" fmla="*/ 81433 w 88571"/>
                    <a:gd name="connsiteY0" fmla="*/ 58696 h 58828"/>
                    <a:gd name="connsiteX1" fmla="*/ 78195 w 88571"/>
                    <a:gd name="connsiteY1" fmla="*/ 57839 h 58828"/>
                    <a:gd name="connsiteX2" fmla="*/ 1995 w 88571"/>
                    <a:gd name="connsiteY2" fmla="*/ 11357 h 58828"/>
                    <a:gd name="connsiteX3" fmla="*/ -5 w 88571"/>
                    <a:gd name="connsiteY3" fmla="*/ 2832 h 58828"/>
                    <a:gd name="connsiteX4" fmla="*/ 8472 w 88571"/>
                    <a:gd name="connsiteY4" fmla="*/ 784 h 58828"/>
                    <a:gd name="connsiteX5" fmla="*/ 84672 w 88571"/>
                    <a:gd name="connsiteY5" fmla="*/ 47266 h 58828"/>
                    <a:gd name="connsiteX6" fmla="*/ 86767 w 88571"/>
                    <a:gd name="connsiteY6" fmla="*/ 55639 h 58828"/>
                    <a:gd name="connsiteX7" fmla="*/ 86672 w 88571"/>
                    <a:gd name="connsiteY7" fmla="*/ 55743 h 58828"/>
                    <a:gd name="connsiteX8" fmla="*/ 81433 w 88571"/>
                    <a:gd name="connsiteY8" fmla="*/ 58696 h 58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8571" h="58828">
                      <a:moveTo>
                        <a:pt x="81433" y="58696"/>
                      </a:moveTo>
                      <a:cubicBezTo>
                        <a:pt x="80290" y="58706"/>
                        <a:pt x="79147" y="58410"/>
                        <a:pt x="78195" y="57839"/>
                      </a:cubicBezTo>
                      <a:lnTo>
                        <a:pt x="1995" y="11357"/>
                      </a:lnTo>
                      <a:cubicBezTo>
                        <a:pt x="-958" y="9566"/>
                        <a:pt x="-1816" y="5756"/>
                        <a:pt x="-5" y="2832"/>
                      </a:cubicBezTo>
                      <a:cubicBezTo>
                        <a:pt x="1709" y="-92"/>
                        <a:pt x="5519" y="-1006"/>
                        <a:pt x="8472" y="784"/>
                      </a:cubicBezTo>
                      <a:lnTo>
                        <a:pt x="84672" y="47266"/>
                      </a:lnTo>
                      <a:cubicBezTo>
                        <a:pt x="87529" y="49009"/>
                        <a:pt x="88482" y="52753"/>
                        <a:pt x="86767" y="55639"/>
                      </a:cubicBezTo>
                      <a:cubicBezTo>
                        <a:pt x="86672" y="55667"/>
                        <a:pt x="86672" y="55705"/>
                        <a:pt x="86672" y="55743"/>
                      </a:cubicBezTo>
                      <a:cubicBezTo>
                        <a:pt x="85529" y="57582"/>
                        <a:pt x="83625" y="58706"/>
                        <a:pt x="81433" y="58696"/>
                      </a:cubicBezTo>
                      <a:close/>
                    </a:path>
                  </a:pathLst>
                </a:custGeom>
                <a:solidFill>
                  <a:schemeClr val="accent1"/>
                </a:solidFill>
                <a:ln w="9525" cap="flat">
                  <a:noFill/>
                  <a:prstDash val="solid"/>
                  <a:miter/>
                </a:ln>
              </p:spPr>
              <p:txBody>
                <a:bodyPr rtlCol="0" anchor="ctr"/>
                <a:lstStyle/>
                <a:p>
                  <a:endParaRPr lang="zh-CN" altLang="en-US"/>
                </a:p>
              </p:txBody>
            </p:sp>
            <p:sp>
              <p:nvSpPr>
                <p:cNvPr id="61" name="任意多边形: 形状 60">
                  <a:extLst>
                    <a:ext uri="{FF2B5EF4-FFF2-40B4-BE49-F238E27FC236}">
                      <a16:creationId xmlns:a16="http://schemas.microsoft.com/office/drawing/2014/main" id="{48D063DF-0249-B630-E144-FAE59E5842EA}"/>
                    </a:ext>
                  </a:extLst>
                </p:cNvPr>
                <p:cNvSpPr/>
                <p:nvPr/>
              </p:nvSpPr>
              <p:spPr>
                <a:xfrm>
                  <a:off x="1412453" y="3769418"/>
                  <a:ext cx="195986" cy="126175"/>
                </a:xfrm>
                <a:custGeom>
                  <a:avLst/>
                  <a:gdLst>
                    <a:gd name="connsiteX0" fmla="*/ 136944 w 144530"/>
                    <a:gd name="connsiteY0" fmla="*/ 92898 h 93048"/>
                    <a:gd name="connsiteX1" fmla="*/ 133705 w 144530"/>
                    <a:gd name="connsiteY1" fmla="*/ 91946 h 93048"/>
                    <a:gd name="connsiteX2" fmla="*/ 2070 w 144530"/>
                    <a:gd name="connsiteY2" fmla="*/ 11364 h 93048"/>
                    <a:gd name="connsiteX3" fmla="*/ -121 w 144530"/>
                    <a:gd name="connsiteY3" fmla="*/ 3020 h 93048"/>
                    <a:gd name="connsiteX4" fmla="*/ -25 w 144530"/>
                    <a:gd name="connsiteY4" fmla="*/ 2887 h 93048"/>
                    <a:gd name="connsiteX5" fmla="*/ 8452 w 144530"/>
                    <a:gd name="connsiteY5" fmla="*/ 744 h 93048"/>
                    <a:gd name="connsiteX6" fmla="*/ 8547 w 144530"/>
                    <a:gd name="connsiteY6" fmla="*/ 791 h 93048"/>
                    <a:gd name="connsiteX7" fmla="*/ 140659 w 144530"/>
                    <a:gd name="connsiteY7" fmla="*/ 81373 h 93048"/>
                    <a:gd name="connsiteX8" fmla="*/ 142659 w 144530"/>
                    <a:gd name="connsiteY8" fmla="*/ 89945 h 93048"/>
                    <a:gd name="connsiteX9" fmla="*/ 136944 w 144530"/>
                    <a:gd name="connsiteY9" fmla="*/ 92898 h 9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4530" h="93048">
                      <a:moveTo>
                        <a:pt x="136944" y="92898"/>
                      </a:moveTo>
                      <a:cubicBezTo>
                        <a:pt x="135801" y="92908"/>
                        <a:pt x="134658" y="92574"/>
                        <a:pt x="133705" y="91946"/>
                      </a:cubicBezTo>
                      <a:lnTo>
                        <a:pt x="2070" y="11364"/>
                      </a:lnTo>
                      <a:cubicBezTo>
                        <a:pt x="-788" y="9659"/>
                        <a:pt x="-1836" y="5925"/>
                        <a:pt x="-121" y="3020"/>
                      </a:cubicBezTo>
                      <a:cubicBezTo>
                        <a:pt x="-121" y="2973"/>
                        <a:pt x="-25" y="2934"/>
                        <a:pt x="-25" y="2887"/>
                      </a:cubicBezTo>
                      <a:cubicBezTo>
                        <a:pt x="1689" y="-47"/>
                        <a:pt x="5499" y="-1009"/>
                        <a:pt x="8452" y="744"/>
                      </a:cubicBezTo>
                      <a:cubicBezTo>
                        <a:pt x="8452" y="753"/>
                        <a:pt x="8547" y="772"/>
                        <a:pt x="8547" y="791"/>
                      </a:cubicBezTo>
                      <a:lnTo>
                        <a:pt x="140659" y="81373"/>
                      </a:lnTo>
                      <a:cubicBezTo>
                        <a:pt x="143516" y="83211"/>
                        <a:pt x="144468" y="87021"/>
                        <a:pt x="142659" y="89945"/>
                      </a:cubicBezTo>
                      <a:cubicBezTo>
                        <a:pt x="141516" y="91936"/>
                        <a:pt x="139230" y="93079"/>
                        <a:pt x="136944" y="92898"/>
                      </a:cubicBezTo>
                      <a:close/>
                    </a:path>
                  </a:pathLst>
                </a:custGeom>
                <a:solidFill>
                  <a:schemeClr val="accent1"/>
                </a:solidFill>
                <a:ln w="9525" cap="flat">
                  <a:noFill/>
                  <a:prstDash val="solid"/>
                  <a:miter/>
                </a:ln>
              </p:spPr>
              <p:txBody>
                <a:bodyPr rtlCol="0" anchor="ctr"/>
                <a:lstStyle/>
                <a:p>
                  <a:endParaRPr lang="zh-CN" altLang="en-US"/>
                </a:p>
              </p:txBody>
            </p:sp>
            <p:sp>
              <p:nvSpPr>
                <p:cNvPr id="62" name="任意多边形: 形状 61">
                  <a:extLst>
                    <a:ext uri="{FF2B5EF4-FFF2-40B4-BE49-F238E27FC236}">
                      <a16:creationId xmlns:a16="http://schemas.microsoft.com/office/drawing/2014/main" id="{4BA09474-BB5D-977C-8A34-33E5A4C46397}"/>
                    </a:ext>
                  </a:extLst>
                </p:cNvPr>
                <p:cNvSpPr/>
                <p:nvPr/>
              </p:nvSpPr>
              <p:spPr>
                <a:xfrm>
                  <a:off x="1455334" y="3160183"/>
                  <a:ext cx="405389" cy="652594"/>
                </a:xfrm>
                <a:custGeom>
                  <a:avLst/>
                  <a:gdLst>
                    <a:gd name="connsiteX0" fmla="*/ 5309 w 298954"/>
                    <a:gd name="connsiteY0" fmla="*/ 481124 h 481256"/>
                    <a:gd name="connsiteX1" fmla="*/ 2069 w 298954"/>
                    <a:gd name="connsiteY1" fmla="*/ 480171 h 481256"/>
                    <a:gd name="connsiteX2" fmla="*/ -121 w 298954"/>
                    <a:gd name="connsiteY2" fmla="*/ 471827 h 481256"/>
                    <a:gd name="connsiteX3" fmla="*/ -26 w 298954"/>
                    <a:gd name="connsiteY3" fmla="*/ 471694 h 481256"/>
                    <a:gd name="connsiteX4" fmla="*/ 286487 w 298954"/>
                    <a:gd name="connsiteY4" fmla="*/ 2778 h 481256"/>
                    <a:gd name="connsiteX5" fmla="*/ 294963 w 298954"/>
                    <a:gd name="connsiteY5" fmla="*/ 778 h 481256"/>
                    <a:gd name="connsiteX6" fmla="*/ 297155 w 298954"/>
                    <a:gd name="connsiteY6" fmla="*/ 9122 h 481256"/>
                    <a:gd name="connsiteX7" fmla="*/ 297059 w 298954"/>
                    <a:gd name="connsiteY7" fmla="*/ 9255 h 481256"/>
                    <a:gd name="connsiteX8" fmla="*/ 10547 w 298954"/>
                    <a:gd name="connsiteY8" fmla="*/ 478171 h 481256"/>
                    <a:gd name="connsiteX9" fmla="*/ 5309 w 298954"/>
                    <a:gd name="connsiteY9" fmla="*/ 481124 h 481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8954" h="481256">
                      <a:moveTo>
                        <a:pt x="5309" y="481124"/>
                      </a:moveTo>
                      <a:cubicBezTo>
                        <a:pt x="4166" y="481143"/>
                        <a:pt x="3023" y="480809"/>
                        <a:pt x="2069" y="480171"/>
                      </a:cubicBezTo>
                      <a:cubicBezTo>
                        <a:pt x="-788" y="478466"/>
                        <a:pt x="-1835" y="474732"/>
                        <a:pt x="-121" y="471827"/>
                      </a:cubicBezTo>
                      <a:cubicBezTo>
                        <a:pt x="-121" y="471779"/>
                        <a:pt x="-26" y="471741"/>
                        <a:pt x="-26" y="471694"/>
                      </a:cubicBezTo>
                      <a:lnTo>
                        <a:pt x="286487" y="2778"/>
                      </a:lnTo>
                      <a:cubicBezTo>
                        <a:pt x="288296" y="-99"/>
                        <a:pt x="292106" y="-994"/>
                        <a:pt x="294963" y="778"/>
                      </a:cubicBezTo>
                      <a:cubicBezTo>
                        <a:pt x="297916" y="2483"/>
                        <a:pt x="298869" y="6217"/>
                        <a:pt x="297155" y="9122"/>
                      </a:cubicBezTo>
                      <a:cubicBezTo>
                        <a:pt x="297155" y="9169"/>
                        <a:pt x="297059" y="9207"/>
                        <a:pt x="297059" y="9255"/>
                      </a:cubicBezTo>
                      <a:lnTo>
                        <a:pt x="10547" y="478171"/>
                      </a:lnTo>
                      <a:cubicBezTo>
                        <a:pt x="9404" y="480009"/>
                        <a:pt x="7499" y="481133"/>
                        <a:pt x="5309" y="481124"/>
                      </a:cubicBezTo>
                      <a:close/>
                    </a:path>
                  </a:pathLst>
                </a:custGeom>
                <a:solidFill>
                  <a:schemeClr val="accent1"/>
                </a:solidFill>
                <a:ln w="9525" cap="flat">
                  <a:noFill/>
                  <a:prstDash val="solid"/>
                  <a:miter/>
                </a:ln>
              </p:spPr>
              <p:txBody>
                <a:bodyPr rtlCol="0" anchor="ctr"/>
                <a:lstStyle/>
                <a:p>
                  <a:endParaRPr lang="zh-CN" altLang="en-US"/>
                </a:p>
              </p:txBody>
            </p:sp>
            <p:sp>
              <p:nvSpPr>
                <p:cNvPr id="63" name="任意多边形: 形状 62">
                  <a:extLst>
                    <a:ext uri="{FF2B5EF4-FFF2-40B4-BE49-F238E27FC236}">
                      <a16:creationId xmlns:a16="http://schemas.microsoft.com/office/drawing/2014/main" id="{CEFF7904-D92B-5B16-645F-84B0D88EF152}"/>
                    </a:ext>
                  </a:extLst>
                </p:cNvPr>
                <p:cNvSpPr/>
                <p:nvPr/>
              </p:nvSpPr>
              <p:spPr>
                <a:xfrm>
                  <a:off x="1394462" y="3998768"/>
                  <a:ext cx="696953" cy="16790"/>
                </a:xfrm>
                <a:custGeom>
                  <a:avLst/>
                  <a:gdLst>
                    <a:gd name="connsiteX0" fmla="*/ 506827 w 513968"/>
                    <a:gd name="connsiteY0" fmla="*/ 12251 h 12382"/>
                    <a:gd name="connsiteX1" fmla="*/ 5240 w 513968"/>
                    <a:gd name="connsiteY1" fmla="*/ 12251 h 12382"/>
                    <a:gd name="connsiteX2" fmla="*/ -950 w 513968"/>
                    <a:gd name="connsiteY2" fmla="*/ 6059 h 12382"/>
                    <a:gd name="connsiteX3" fmla="*/ 5240 w 513968"/>
                    <a:gd name="connsiteY3" fmla="*/ -132 h 12382"/>
                    <a:gd name="connsiteX4" fmla="*/ 506827 w 513968"/>
                    <a:gd name="connsiteY4" fmla="*/ -132 h 12382"/>
                    <a:gd name="connsiteX5" fmla="*/ 513019 w 513968"/>
                    <a:gd name="connsiteY5" fmla="*/ 6059 h 12382"/>
                    <a:gd name="connsiteX6" fmla="*/ 506827 w 513968"/>
                    <a:gd name="connsiteY6" fmla="*/ 12251 h 1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3968" h="12382">
                      <a:moveTo>
                        <a:pt x="506827" y="12251"/>
                      </a:moveTo>
                      <a:lnTo>
                        <a:pt x="5240" y="12251"/>
                      </a:lnTo>
                      <a:cubicBezTo>
                        <a:pt x="1811" y="12251"/>
                        <a:pt x="-950" y="9479"/>
                        <a:pt x="-950" y="6059"/>
                      </a:cubicBezTo>
                      <a:cubicBezTo>
                        <a:pt x="-950" y="2640"/>
                        <a:pt x="1811" y="-132"/>
                        <a:pt x="5240" y="-132"/>
                      </a:cubicBezTo>
                      <a:lnTo>
                        <a:pt x="506827" y="-132"/>
                      </a:lnTo>
                      <a:cubicBezTo>
                        <a:pt x="510256" y="-132"/>
                        <a:pt x="513019" y="2640"/>
                        <a:pt x="513019" y="6059"/>
                      </a:cubicBezTo>
                      <a:cubicBezTo>
                        <a:pt x="513019" y="9479"/>
                        <a:pt x="510256" y="12251"/>
                        <a:pt x="506827" y="12251"/>
                      </a:cubicBezTo>
                      <a:close/>
                    </a:path>
                  </a:pathLst>
                </a:custGeom>
                <a:solidFill>
                  <a:schemeClr val="accent1"/>
                </a:solidFill>
                <a:ln w="9525" cap="flat">
                  <a:noFill/>
                  <a:prstDash val="solid"/>
                  <a:miter/>
                </a:ln>
              </p:spPr>
              <p:txBody>
                <a:bodyPr rtlCol="0" anchor="ctr"/>
                <a:lstStyle/>
                <a:p>
                  <a:endParaRPr lang="zh-CN" altLang="en-US"/>
                </a:p>
              </p:txBody>
            </p:sp>
          </p:grpSp>
          <p:sp>
            <p:nvSpPr>
              <p:cNvPr id="26" name="Bullet1">
                <a:extLst>
                  <a:ext uri="{FF2B5EF4-FFF2-40B4-BE49-F238E27FC236}">
                    <a16:creationId xmlns:a16="http://schemas.microsoft.com/office/drawing/2014/main" id="{0543C82A-4E4B-A1B1-CDA6-4A015F6A36E2}"/>
                  </a:ext>
                </a:extLst>
              </p:cNvPr>
              <p:cNvSpPr/>
              <p:nvPr/>
            </p:nvSpPr>
            <p:spPr>
              <a:xfrm>
                <a:off x="704608" y="4330838"/>
                <a:ext cx="2071545" cy="394063"/>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numCol="1" spcCol="0" rtlCol="0" fromWordArt="0" anchor="b" anchorCtr="1" forceAA="0" compatLnSpc="1">
                <a:normAutofit fontScale="92500" lnSpcReduction="20000"/>
              </a:bodyPr>
              <a:lstStyle/>
              <a:p>
                <a:pPr algn="ctr"/>
                <a:r>
                  <a:rPr lang="en-US" altLang="zh-CN" b="1" dirty="0">
                    <a:solidFill>
                      <a:schemeClr val="tx1"/>
                    </a:solidFill>
                  </a:rPr>
                  <a:t>UI</a:t>
                </a:r>
                <a:r>
                  <a:rPr lang="zh-CN" altLang="en-US" b="1" dirty="0">
                    <a:solidFill>
                      <a:schemeClr val="tx1"/>
                    </a:solidFill>
                  </a:rPr>
                  <a:t>界面设计</a:t>
                </a:r>
                <a:endParaRPr lang="en-US" altLang="zh-CN" b="1" dirty="0">
                  <a:solidFill>
                    <a:schemeClr val="tx1"/>
                  </a:solidFill>
                </a:endParaRPr>
              </a:p>
            </p:txBody>
          </p:sp>
          <p:sp>
            <p:nvSpPr>
              <p:cNvPr id="27" name="Number1">
                <a:extLst>
                  <a:ext uri="{FF2B5EF4-FFF2-40B4-BE49-F238E27FC236}">
                    <a16:creationId xmlns:a16="http://schemas.microsoft.com/office/drawing/2014/main" id="{C0E31936-C86E-87CF-3BF3-FEDDBC95312A}"/>
                  </a:ext>
                </a:extLst>
              </p:cNvPr>
              <p:cNvSpPr>
                <a:spLocks/>
              </p:cNvSpPr>
              <p:nvPr/>
            </p:nvSpPr>
            <p:spPr>
              <a:xfrm>
                <a:off x="1090478" y="3716692"/>
                <a:ext cx="1299805" cy="350456"/>
              </a:xfrm>
              <a:prstGeom prst="roundRect">
                <a:avLst>
                  <a:gd name="adj" fmla="val 50000"/>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rtlCol="0" anchor="ctr"/>
              <a:lstStyle/>
              <a:p>
                <a:pPr algn="ctr"/>
                <a:r>
                  <a:rPr lang="en-US" altLang="zh-CN" sz="1400" b="1" dirty="0">
                    <a:solidFill>
                      <a:srgbClr val="FFFFFF"/>
                    </a:solidFill>
                  </a:rPr>
                  <a:t>01</a:t>
                </a:r>
                <a:endParaRPr lang="zh-CN" altLang="en-US" sz="1400" b="1" dirty="0">
                  <a:solidFill>
                    <a:srgbClr val="FFFFFF"/>
                  </a:solidFill>
                </a:endParaRPr>
              </a:p>
            </p:txBody>
          </p:sp>
          <p:sp>
            <p:nvSpPr>
              <p:cNvPr id="28" name="Text1">
                <a:extLst>
                  <a:ext uri="{FF2B5EF4-FFF2-40B4-BE49-F238E27FC236}">
                    <a16:creationId xmlns:a16="http://schemas.microsoft.com/office/drawing/2014/main" id="{5131DBA5-FCB5-5645-6EFF-F3E02E6F6D51}"/>
                  </a:ext>
                </a:extLst>
              </p:cNvPr>
              <p:cNvSpPr/>
              <p:nvPr/>
            </p:nvSpPr>
            <p:spPr>
              <a:xfrm>
                <a:off x="704608" y="4733623"/>
                <a:ext cx="2071545" cy="924603"/>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numCol="1" spcCol="0" rtlCol="0" fromWordArt="0" anchor="t" anchorCtr="1" forceAA="0" compatLnSpc="1">
                <a:normAutofit/>
              </a:bodyPr>
              <a:lstStyle/>
              <a:p>
                <a:pPr algn="ctr"/>
                <a:r>
                  <a:rPr lang="zh-CN" altLang="en-US" sz="1200" dirty="0">
                    <a:solidFill>
                      <a:schemeClr val="tx1"/>
                    </a:solidFill>
                  </a:rPr>
                  <a:t>优秀界面设计的理念与实践</a:t>
                </a:r>
                <a:endParaRPr lang="en-US" altLang="zh-CN" sz="1200" dirty="0">
                  <a:solidFill>
                    <a:schemeClr val="tx1"/>
                  </a:solidFill>
                </a:endParaRPr>
              </a:p>
            </p:txBody>
          </p:sp>
        </p:grpSp>
        <p:grpSp>
          <p:nvGrpSpPr>
            <p:cNvPr id="77" name="组合 76">
              <a:extLst>
                <a:ext uri="{FF2B5EF4-FFF2-40B4-BE49-F238E27FC236}">
                  <a16:creationId xmlns:a16="http://schemas.microsoft.com/office/drawing/2014/main" id="{14693E15-A346-E993-7858-84B68CA759BC}"/>
                </a:ext>
              </a:extLst>
            </p:cNvPr>
            <p:cNvGrpSpPr/>
            <p:nvPr/>
          </p:nvGrpSpPr>
          <p:grpSpPr>
            <a:xfrm>
              <a:off x="3574896" y="2335976"/>
              <a:ext cx="2105154" cy="3343420"/>
              <a:chOff x="3574896" y="2335976"/>
              <a:chExt cx="2105154" cy="3343420"/>
            </a:xfrm>
          </p:grpSpPr>
          <p:sp>
            <p:nvSpPr>
              <p:cNvPr id="21" name="ComponentBackground2">
                <a:extLst>
                  <a:ext uri="{FF2B5EF4-FFF2-40B4-BE49-F238E27FC236}">
                    <a16:creationId xmlns:a16="http://schemas.microsoft.com/office/drawing/2014/main" id="{8FD87C09-F287-454F-C31B-A2CCB604351F}"/>
                  </a:ext>
                </a:extLst>
              </p:cNvPr>
              <p:cNvSpPr/>
              <p:nvPr/>
            </p:nvSpPr>
            <p:spPr>
              <a:xfrm>
                <a:off x="3608505" y="2335976"/>
                <a:ext cx="2071545" cy="3343420"/>
              </a:xfrm>
              <a:prstGeom prst="roundRect">
                <a:avLst>
                  <a:gd name="adj" fmla="val 7000"/>
                </a:avLst>
              </a:prstGeom>
              <a:gradFill>
                <a:gsLst>
                  <a:gs pos="0">
                    <a:schemeClr val="accent2">
                      <a:lumMod val="60000"/>
                      <a:lumOff val="40000"/>
                      <a:alpha val="50000"/>
                    </a:schemeClr>
                  </a:gs>
                  <a:gs pos="100000">
                    <a:schemeClr val="accent2">
                      <a:lumMod val="20000"/>
                      <a:lumOff val="80000"/>
                      <a:alpha val="50000"/>
                    </a:schemeClr>
                  </a:gs>
                </a:gsLst>
                <a:lin ang="5400000" scaled="1"/>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a:solidFill>
                    <a:schemeClr val="bg1"/>
                  </a:solidFill>
                </a:endParaRPr>
              </a:p>
            </p:txBody>
          </p:sp>
          <p:grpSp>
            <p:nvGrpSpPr>
              <p:cNvPr id="6" name="组合 5">
                <a:extLst>
                  <a:ext uri="{FF2B5EF4-FFF2-40B4-BE49-F238E27FC236}">
                    <a16:creationId xmlns:a16="http://schemas.microsoft.com/office/drawing/2014/main" id="{FBED13BE-3D3A-F921-359E-83C4CEB49BBB}"/>
                  </a:ext>
                </a:extLst>
              </p:cNvPr>
              <p:cNvGrpSpPr/>
              <p:nvPr/>
            </p:nvGrpSpPr>
            <p:grpSpPr>
              <a:xfrm>
                <a:off x="4378824" y="2545018"/>
                <a:ext cx="463688" cy="1022439"/>
                <a:chOff x="4378824" y="2994960"/>
                <a:chExt cx="463688" cy="1022439"/>
              </a:xfrm>
              <a:solidFill>
                <a:schemeClr val="accent2"/>
              </a:solidFill>
            </p:grpSpPr>
            <p:sp>
              <p:nvSpPr>
                <p:cNvPr id="48" name="任意多边形: 形状 47">
                  <a:extLst>
                    <a:ext uri="{FF2B5EF4-FFF2-40B4-BE49-F238E27FC236}">
                      <a16:creationId xmlns:a16="http://schemas.microsoft.com/office/drawing/2014/main" id="{62354477-BCF5-C58D-96C8-3F29740B3F8F}"/>
                    </a:ext>
                  </a:extLst>
                </p:cNvPr>
                <p:cNvSpPr/>
                <p:nvPr/>
              </p:nvSpPr>
              <p:spPr>
                <a:xfrm>
                  <a:off x="4378824" y="2994960"/>
                  <a:ext cx="463688" cy="463688"/>
                </a:xfrm>
                <a:custGeom>
                  <a:avLst/>
                  <a:gdLst>
                    <a:gd name="connsiteX0" fmla="*/ 170310 w 341947"/>
                    <a:gd name="connsiteY0" fmla="*/ 341816 h 341947"/>
                    <a:gd name="connsiteX1" fmla="*/ -950 w 341947"/>
                    <a:gd name="connsiteY1" fmla="*/ 171128 h 341947"/>
                    <a:gd name="connsiteX2" fmla="*/ 169739 w 341947"/>
                    <a:gd name="connsiteY2" fmla="*/ -131 h 341947"/>
                    <a:gd name="connsiteX3" fmla="*/ 340998 w 341947"/>
                    <a:gd name="connsiteY3" fmla="*/ 170556 h 341947"/>
                    <a:gd name="connsiteX4" fmla="*/ 340998 w 341947"/>
                    <a:gd name="connsiteY4" fmla="*/ 170937 h 341947"/>
                    <a:gd name="connsiteX5" fmla="*/ 170310 w 341947"/>
                    <a:gd name="connsiteY5" fmla="*/ 341816 h 341947"/>
                    <a:gd name="connsiteX6" fmla="*/ 170310 w 341947"/>
                    <a:gd name="connsiteY6" fmla="*/ 12346 h 341947"/>
                    <a:gd name="connsiteX7" fmla="*/ 11623 w 341947"/>
                    <a:gd name="connsiteY7" fmla="*/ 170842 h 341947"/>
                    <a:gd name="connsiteX8" fmla="*/ 170119 w 341947"/>
                    <a:gd name="connsiteY8" fmla="*/ 329529 h 341947"/>
                    <a:gd name="connsiteX9" fmla="*/ 328806 w 341947"/>
                    <a:gd name="connsiteY9" fmla="*/ 171033 h 341947"/>
                    <a:gd name="connsiteX10" fmla="*/ 328806 w 341947"/>
                    <a:gd name="connsiteY10" fmla="*/ 170937 h 341947"/>
                    <a:gd name="connsiteX11" fmla="*/ 170310 w 341947"/>
                    <a:gd name="connsiteY11" fmla="*/ 12346 h 341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1947" h="341947">
                      <a:moveTo>
                        <a:pt x="170310" y="341816"/>
                      </a:moveTo>
                      <a:cubicBezTo>
                        <a:pt x="75888" y="341978"/>
                        <a:pt x="-788" y="265559"/>
                        <a:pt x="-950" y="171128"/>
                      </a:cubicBezTo>
                      <a:cubicBezTo>
                        <a:pt x="-1111" y="76707"/>
                        <a:pt x="75317" y="30"/>
                        <a:pt x="169739" y="-131"/>
                      </a:cubicBezTo>
                      <a:cubicBezTo>
                        <a:pt x="264169" y="-293"/>
                        <a:pt x="340836" y="76135"/>
                        <a:pt x="340998" y="170556"/>
                      </a:cubicBezTo>
                      <a:cubicBezTo>
                        <a:pt x="340998" y="170680"/>
                        <a:pt x="340998" y="170814"/>
                        <a:pt x="340998" y="170937"/>
                      </a:cubicBezTo>
                      <a:cubicBezTo>
                        <a:pt x="340683" y="265111"/>
                        <a:pt x="264474" y="341397"/>
                        <a:pt x="170310" y="341816"/>
                      </a:cubicBezTo>
                      <a:close/>
                      <a:moveTo>
                        <a:pt x="170310" y="12346"/>
                      </a:moveTo>
                      <a:cubicBezTo>
                        <a:pt x="82718" y="12289"/>
                        <a:pt x="11681" y="83250"/>
                        <a:pt x="11623" y="170842"/>
                      </a:cubicBezTo>
                      <a:cubicBezTo>
                        <a:pt x="11576" y="258434"/>
                        <a:pt x="82537" y="329472"/>
                        <a:pt x="170119" y="329529"/>
                      </a:cubicBezTo>
                      <a:cubicBezTo>
                        <a:pt x="257711" y="329586"/>
                        <a:pt x="328759" y="258625"/>
                        <a:pt x="328806" y="171033"/>
                      </a:cubicBezTo>
                      <a:cubicBezTo>
                        <a:pt x="328806" y="171004"/>
                        <a:pt x="328806" y="170966"/>
                        <a:pt x="328806" y="170937"/>
                      </a:cubicBezTo>
                      <a:cubicBezTo>
                        <a:pt x="328701" y="83431"/>
                        <a:pt x="257816" y="12508"/>
                        <a:pt x="170310" y="12346"/>
                      </a:cubicBezTo>
                      <a:close/>
                    </a:path>
                  </a:pathLst>
                </a:custGeom>
                <a:grpFill/>
                <a:ln w="9525" cap="flat">
                  <a:noFill/>
                  <a:prstDash val="solid"/>
                  <a:miter/>
                </a:ln>
              </p:spPr>
              <p:txBody>
                <a:bodyPr rtlCol="0" anchor="ctr"/>
                <a:lstStyle/>
                <a:p>
                  <a:endParaRPr lang="zh-CN" altLang="en-US"/>
                </a:p>
              </p:txBody>
            </p:sp>
            <p:sp>
              <p:nvSpPr>
                <p:cNvPr id="49" name="任意多边形: 形状 48">
                  <a:extLst>
                    <a:ext uri="{FF2B5EF4-FFF2-40B4-BE49-F238E27FC236}">
                      <a16:creationId xmlns:a16="http://schemas.microsoft.com/office/drawing/2014/main" id="{5CFE4EFD-D692-31EF-0080-8AC1BCF1E2D5}"/>
                    </a:ext>
                  </a:extLst>
                </p:cNvPr>
                <p:cNvSpPr/>
                <p:nvPr/>
              </p:nvSpPr>
              <p:spPr>
                <a:xfrm>
                  <a:off x="4627460" y="3534151"/>
                  <a:ext cx="145832" cy="172357"/>
                </a:xfrm>
                <a:custGeom>
                  <a:avLst/>
                  <a:gdLst>
                    <a:gd name="connsiteX0" fmla="*/ 5241 w 107544"/>
                    <a:gd name="connsiteY0" fmla="*/ 126973 h 127105"/>
                    <a:gd name="connsiteX1" fmla="*/ -950 w 107544"/>
                    <a:gd name="connsiteY1" fmla="*/ 120782 h 127105"/>
                    <a:gd name="connsiteX2" fmla="*/ 5241 w 107544"/>
                    <a:gd name="connsiteY2" fmla="*/ 114591 h 127105"/>
                    <a:gd name="connsiteX3" fmla="*/ 68011 w 107544"/>
                    <a:gd name="connsiteY3" fmla="*/ 88016 h 127105"/>
                    <a:gd name="connsiteX4" fmla="*/ 94681 w 107544"/>
                    <a:gd name="connsiteY4" fmla="*/ 12673 h 127105"/>
                    <a:gd name="connsiteX5" fmla="*/ 19434 w 107544"/>
                    <a:gd name="connsiteY5" fmla="*/ 39915 h 127105"/>
                    <a:gd name="connsiteX6" fmla="*/ 10671 w 107544"/>
                    <a:gd name="connsiteY6" fmla="*/ 50297 h 127105"/>
                    <a:gd name="connsiteX7" fmla="*/ 2022 w 107544"/>
                    <a:gd name="connsiteY7" fmla="*/ 51640 h 127105"/>
                    <a:gd name="connsiteX8" fmla="*/ 2003 w 107544"/>
                    <a:gd name="connsiteY8" fmla="*/ 51631 h 127105"/>
                    <a:gd name="connsiteX9" fmla="*/ 546 w 107544"/>
                    <a:gd name="connsiteY9" fmla="*/ 43134 h 127105"/>
                    <a:gd name="connsiteX10" fmla="*/ 670 w 107544"/>
                    <a:gd name="connsiteY10" fmla="*/ 42963 h 127105"/>
                    <a:gd name="connsiteX11" fmla="*/ 10195 w 107544"/>
                    <a:gd name="connsiteY11" fmla="*/ 31152 h 127105"/>
                    <a:gd name="connsiteX12" fmla="*/ 100872 w 107544"/>
                    <a:gd name="connsiteY12" fmla="*/ 862 h 127105"/>
                    <a:gd name="connsiteX13" fmla="*/ 106301 w 107544"/>
                    <a:gd name="connsiteY13" fmla="*/ 6672 h 127105"/>
                    <a:gd name="connsiteX14" fmla="*/ 76107 w 107544"/>
                    <a:gd name="connsiteY14" fmla="*/ 96969 h 127105"/>
                    <a:gd name="connsiteX15" fmla="*/ 5813 w 107544"/>
                    <a:gd name="connsiteY15" fmla="*/ 126973 h 127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7544" h="127105">
                      <a:moveTo>
                        <a:pt x="5241" y="126973"/>
                      </a:moveTo>
                      <a:cubicBezTo>
                        <a:pt x="1822" y="126973"/>
                        <a:pt x="-950" y="124202"/>
                        <a:pt x="-950" y="120782"/>
                      </a:cubicBezTo>
                      <a:cubicBezTo>
                        <a:pt x="-950" y="117363"/>
                        <a:pt x="1822" y="114591"/>
                        <a:pt x="5241" y="114591"/>
                      </a:cubicBezTo>
                      <a:cubicBezTo>
                        <a:pt x="28539" y="112981"/>
                        <a:pt x="50637" y="103627"/>
                        <a:pt x="68011" y="88016"/>
                      </a:cubicBezTo>
                      <a:cubicBezTo>
                        <a:pt x="87071" y="67747"/>
                        <a:pt x="96739" y="40420"/>
                        <a:pt x="94681" y="12673"/>
                      </a:cubicBezTo>
                      <a:cubicBezTo>
                        <a:pt x="66811" y="10263"/>
                        <a:pt x="39303" y="20227"/>
                        <a:pt x="19434" y="39915"/>
                      </a:cubicBezTo>
                      <a:cubicBezTo>
                        <a:pt x="16252" y="43144"/>
                        <a:pt x="13319" y="46620"/>
                        <a:pt x="10671" y="50297"/>
                      </a:cubicBezTo>
                      <a:cubicBezTo>
                        <a:pt x="8651" y="53059"/>
                        <a:pt x="4784" y="53659"/>
                        <a:pt x="2022" y="51640"/>
                      </a:cubicBezTo>
                      <a:cubicBezTo>
                        <a:pt x="2012" y="51640"/>
                        <a:pt x="2012" y="51631"/>
                        <a:pt x="2003" y="51631"/>
                      </a:cubicBezTo>
                      <a:cubicBezTo>
                        <a:pt x="-750" y="49687"/>
                        <a:pt x="-1398" y="45887"/>
                        <a:pt x="546" y="43134"/>
                      </a:cubicBezTo>
                      <a:cubicBezTo>
                        <a:pt x="583" y="43077"/>
                        <a:pt x="631" y="43020"/>
                        <a:pt x="670" y="42963"/>
                      </a:cubicBezTo>
                      <a:cubicBezTo>
                        <a:pt x="3575" y="38810"/>
                        <a:pt x="6756" y="34867"/>
                        <a:pt x="10195" y="31152"/>
                      </a:cubicBezTo>
                      <a:cubicBezTo>
                        <a:pt x="34073" y="7511"/>
                        <a:pt x="67582" y="-3681"/>
                        <a:pt x="100872" y="862"/>
                      </a:cubicBezTo>
                      <a:cubicBezTo>
                        <a:pt x="103835" y="1262"/>
                        <a:pt x="106101" y="3691"/>
                        <a:pt x="106301" y="6672"/>
                      </a:cubicBezTo>
                      <a:cubicBezTo>
                        <a:pt x="108493" y="44201"/>
                        <a:pt x="98396" y="74586"/>
                        <a:pt x="76107" y="96969"/>
                      </a:cubicBezTo>
                      <a:cubicBezTo>
                        <a:pt x="56677" y="114524"/>
                        <a:pt x="31930" y="125078"/>
                        <a:pt x="5813" y="126973"/>
                      </a:cubicBezTo>
                      <a:close/>
                    </a:path>
                  </a:pathLst>
                </a:custGeom>
                <a:grpFill/>
                <a:ln w="9525" cap="flat">
                  <a:noFill/>
                  <a:prstDash val="solid"/>
                  <a:miter/>
                </a:ln>
              </p:spPr>
              <p:txBody>
                <a:bodyPr rtlCol="0" anchor="ctr"/>
                <a:lstStyle/>
                <a:p>
                  <a:endParaRPr lang="zh-CN" altLang="en-US"/>
                </a:p>
              </p:txBody>
            </p:sp>
            <p:sp>
              <p:nvSpPr>
                <p:cNvPr id="50" name="任意多边形: 形状 49">
                  <a:extLst>
                    <a:ext uri="{FF2B5EF4-FFF2-40B4-BE49-F238E27FC236}">
                      <a16:creationId xmlns:a16="http://schemas.microsoft.com/office/drawing/2014/main" id="{DF069E2B-63CB-6F57-4993-1F0E4D086199}"/>
                    </a:ext>
                  </a:extLst>
                </p:cNvPr>
                <p:cNvSpPr/>
                <p:nvPr/>
              </p:nvSpPr>
              <p:spPr>
                <a:xfrm>
                  <a:off x="4575796" y="3440263"/>
                  <a:ext cx="68482" cy="294274"/>
                </a:xfrm>
                <a:custGeom>
                  <a:avLst/>
                  <a:gdLst>
                    <a:gd name="connsiteX0" fmla="*/ 43341 w 50502"/>
                    <a:gd name="connsiteY0" fmla="*/ 216881 h 217013"/>
                    <a:gd name="connsiteX1" fmla="*/ 5241 w 50502"/>
                    <a:gd name="connsiteY1" fmla="*/ 216881 h 217013"/>
                    <a:gd name="connsiteX2" fmla="*/ -950 w 50502"/>
                    <a:gd name="connsiteY2" fmla="*/ 210690 h 217013"/>
                    <a:gd name="connsiteX3" fmla="*/ -950 w 50502"/>
                    <a:gd name="connsiteY3" fmla="*/ 6093 h 217013"/>
                    <a:gd name="connsiteX4" fmla="*/ 1146 w 50502"/>
                    <a:gd name="connsiteY4" fmla="*/ 1426 h 217013"/>
                    <a:gd name="connsiteX5" fmla="*/ 5908 w 50502"/>
                    <a:gd name="connsiteY5" fmla="*/ -98 h 217013"/>
                    <a:gd name="connsiteX6" fmla="*/ 24958 w 50502"/>
                    <a:gd name="connsiteY6" fmla="*/ 950 h 217013"/>
                    <a:gd name="connsiteX7" fmla="*/ 42675 w 50502"/>
                    <a:gd name="connsiteY7" fmla="*/ 93 h 217013"/>
                    <a:gd name="connsiteX8" fmla="*/ 47437 w 50502"/>
                    <a:gd name="connsiteY8" fmla="*/ 1616 h 217013"/>
                    <a:gd name="connsiteX9" fmla="*/ 49533 w 50502"/>
                    <a:gd name="connsiteY9" fmla="*/ 6284 h 217013"/>
                    <a:gd name="connsiteX10" fmla="*/ 49533 w 50502"/>
                    <a:gd name="connsiteY10" fmla="*/ 210214 h 217013"/>
                    <a:gd name="connsiteX11" fmla="*/ 43837 w 50502"/>
                    <a:gd name="connsiteY11" fmla="*/ 216862 h 217013"/>
                    <a:gd name="connsiteX12" fmla="*/ 43341 w 50502"/>
                    <a:gd name="connsiteY12" fmla="*/ 216881 h 217013"/>
                    <a:gd name="connsiteX13" fmla="*/ 11528 w 50502"/>
                    <a:gd name="connsiteY13" fmla="*/ 204499 h 217013"/>
                    <a:gd name="connsiteX14" fmla="*/ 37150 w 50502"/>
                    <a:gd name="connsiteY14" fmla="*/ 204499 h 217013"/>
                    <a:gd name="connsiteX15" fmla="*/ 37150 w 50502"/>
                    <a:gd name="connsiteY15" fmla="*/ 12951 h 217013"/>
                    <a:gd name="connsiteX16" fmla="*/ 11528 w 50502"/>
                    <a:gd name="connsiteY16" fmla="*/ 12951 h 217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502" h="217013">
                      <a:moveTo>
                        <a:pt x="43341" y="216881"/>
                      </a:moveTo>
                      <a:lnTo>
                        <a:pt x="5241" y="216881"/>
                      </a:lnTo>
                      <a:cubicBezTo>
                        <a:pt x="1822" y="216881"/>
                        <a:pt x="-950" y="214110"/>
                        <a:pt x="-950" y="210690"/>
                      </a:cubicBezTo>
                      <a:lnTo>
                        <a:pt x="-950" y="6093"/>
                      </a:lnTo>
                      <a:cubicBezTo>
                        <a:pt x="-940" y="4312"/>
                        <a:pt x="-188" y="2617"/>
                        <a:pt x="1146" y="1426"/>
                      </a:cubicBezTo>
                      <a:cubicBezTo>
                        <a:pt x="2450" y="273"/>
                        <a:pt x="4175" y="-279"/>
                        <a:pt x="5908" y="-98"/>
                      </a:cubicBezTo>
                      <a:cubicBezTo>
                        <a:pt x="12233" y="607"/>
                        <a:pt x="18595" y="950"/>
                        <a:pt x="24958" y="950"/>
                      </a:cubicBezTo>
                      <a:cubicBezTo>
                        <a:pt x="30873" y="997"/>
                        <a:pt x="36788" y="712"/>
                        <a:pt x="42675" y="93"/>
                      </a:cubicBezTo>
                      <a:cubicBezTo>
                        <a:pt x="44408" y="-89"/>
                        <a:pt x="46132" y="464"/>
                        <a:pt x="47437" y="1616"/>
                      </a:cubicBezTo>
                      <a:cubicBezTo>
                        <a:pt x="48761" y="2807"/>
                        <a:pt x="49523" y="4503"/>
                        <a:pt x="49533" y="6284"/>
                      </a:cubicBezTo>
                      <a:lnTo>
                        <a:pt x="49533" y="210214"/>
                      </a:lnTo>
                      <a:cubicBezTo>
                        <a:pt x="49799" y="213624"/>
                        <a:pt x="47246" y="216596"/>
                        <a:pt x="43837" y="216862"/>
                      </a:cubicBezTo>
                      <a:cubicBezTo>
                        <a:pt x="43674" y="216872"/>
                        <a:pt x="43504" y="216881"/>
                        <a:pt x="43341" y="216881"/>
                      </a:cubicBezTo>
                      <a:close/>
                      <a:moveTo>
                        <a:pt x="11528" y="204499"/>
                      </a:moveTo>
                      <a:lnTo>
                        <a:pt x="37150" y="204499"/>
                      </a:lnTo>
                      <a:lnTo>
                        <a:pt x="37150" y="12951"/>
                      </a:lnTo>
                      <a:cubicBezTo>
                        <a:pt x="28616" y="13475"/>
                        <a:pt x="20063" y="13475"/>
                        <a:pt x="11528" y="12951"/>
                      </a:cubicBezTo>
                      <a:close/>
                    </a:path>
                  </a:pathLst>
                </a:custGeom>
                <a:grpFill/>
                <a:ln w="9525" cap="flat">
                  <a:noFill/>
                  <a:prstDash val="solid"/>
                  <a:miter/>
                </a:ln>
              </p:spPr>
              <p:txBody>
                <a:bodyPr rtlCol="0" anchor="ctr"/>
                <a:lstStyle/>
                <a:p>
                  <a:endParaRPr lang="zh-CN" altLang="en-US"/>
                </a:p>
              </p:txBody>
            </p:sp>
            <p:sp>
              <p:nvSpPr>
                <p:cNvPr id="51" name="任意多边形: 形状 50">
                  <a:extLst>
                    <a:ext uri="{FF2B5EF4-FFF2-40B4-BE49-F238E27FC236}">
                      <a16:creationId xmlns:a16="http://schemas.microsoft.com/office/drawing/2014/main" id="{FD88D747-8B40-9807-69FF-BC0A90656B59}"/>
                    </a:ext>
                  </a:extLst>
                </p:cNvPr>
                <p:cNvSpPr/>
                <p:nvPr/>
              </p:nvSpPr>
              <p:spPr>
                <a:xfrm>
                  <a:off x="4447404" y="3461945"/>
                  <a:ext cx="145854" cy="172636"/>
                </a:xfrm>
                <a:custGeom>
                  <a:avLst/>
                  <a:gdLst>
                    <a:gd name="connsiteX0" fmla="*/ 99925 w 107560"/>
                    <a:gd name="connsiteY0" fmla="*/ 127167 h 127311"/>
                    <a:gd name="connsiteX1" fmla="*/ 99925 w 107560"/>
                    <a:gd name="connsiteY1" fmla="*/ 127167 h 127311"/>
                    <a:gd name="connsiteX2" fmla="*/ 29821 w 107560"/>
                    <a:gd name="connsiteY2" fmla="*/ 97164 h 127311"/>
                    <a:gd name="connsiteX3" fmla="*/ -659 w 107560"/>
                    <a:gd name="connsiteY3" fmla="*/ 6771 h 127311"/>
                    <a:gd name="connsiteX4" fmla="*/ 4675 w 107560"/>
                    <a:gd name="connsiteY4" fmla="*/ 866 h 127311"/>
                    <a:gd name="connsiteX5" fmla="*/ 95257 w 107560"/>
                    <a:gd name="connsiteY5" fmla="*/ 31155 h 127311"/>
                    <a:gd name="connsiteX6" fmla="*/ 105449 w 107560"/>
                    <a:gd name="connsiteY6" fmla="*/ 43062 h 127311"/>
                    <a:gd name="connsiteX7" fmla="*/ 103553 w 107560"/>
                    <a:gd name="connsiteY7" fmla="*/ 51615 h 127311"/>
                    <a:gd name="connsiteX8" fmla="*/ 95353 w 107560"/>
                    <a:gd name="connsiteY8" fmla="*/ 50205 h 127311"/>
                    <a:gd name="connsiteX9" fmla="*/ 86589 w 107560"/>
                    <a:gd name="connsiteY9" fmla="*/ 40014 h 127311"/>
                    <a:gd name="connsiteX10" fmla="*/ 11342 w 107560"/>
                    <a:gd name="connsiteY10" fmla="*/ 12677 h 127311"/>
                    <a:gd name="connsiteX11" fmla="*/ 38298 w 107560"/>
                    <a:gd name="connsiteY11" fmla="*/ 88115 h 127311"/>
                    <a:gd name="connsiteX12" fmla="*/ 100877 w 107560"/>
                    <a:gd name="connsiteY12" fmla="*/ 114690 h 127311"/>
                    <a:gd name="connsiteX13" fmla="*/ 106592 w 107560"/>
                    <a:gd name="connsiteY13" fmla="*/ 121319 h 127311"/>
                    <a:gd name="connsiteX14" fmla="*/ 106592 w 107560"/>
                    <a:gd name="connsiteY14" fmla="*/ 121357 h 127311"/>
                    <a:gd name="connsiteX15" fmla="*/ 99925 w 107560"/>
                    <a:gd name="connsiteY15" fmla="*/ 127167 h 127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7560" h="127311">
                      <a:moveTo>
                        <a:pt x="99925" y="127167"/>
                      </a:moveTo>
                      <a:lnTo>
                        <a:pt x="99925" y="127167"/>
                      </a:lnTo>
                      <a:cubicBezTo>
                        <a:pt x="73864" y="125272"/>
                        <a:pt x="49185" y="114709"/>
                        <a:pt x="29821" y="97164"/>
                      </a:cubicBezTo>
                      <a:cubicBezTo>
                        <a:pt x="7342" y="74780"/>
                        <a:pt x="-2850" y="44395"/>
                        <a:pt x="-659" y="6771"/>
                      </a:cubicBezTo>
                      <a:cubicBezTo>
                        <a:pt x="-545" y="3771"/>
                        <a:pt x="1703" y="1275"/>
                        <a:pt x="4675" y="866"/>
                      </a:cubicBezTo>
                      <a:cubicBezTo>
                        <a:pt x="37936" y="-3687"/>
                        <a:pt x="71426" y="7505"/>
                        <a:pt x="95257" y="31155"/>
                      </a:cubicBezTo>
                      <a:cubicBezTo>
                        <a:pt x="99039" y="34775"/>
                        <a:pt x="102458" y="38766"/>
                        <a:pt x="105449" y="43062"/>
                      </a:cubicBezTo>
                      <a:cubicBezTo>
                        <a:pt x="107287" y="45948"/>
                        <a:pt x="106440" y="49777"/>
                        <a:pt x="103553" y="51615"/>
                      </a:cubicBezTo>
                      <a:cubicBezTo>
                        <a:pt x="100868" y="53329"/>
                        <a:pt x="97315" y="52720"/>
                        <a:pt x="95353" y="50205"/>
                      </a:cubicBezTo>
                      <a:cubicBezTo>
                        <a:pt x="92790" y="46519"/>
                        <a:pt x="89857" y="43100"/>
                        <a:pt x="86589" y="40014"/>
                      </a:cubicBezTo>
                      <a:cubicBezTo>
                        <a:pt x="66739" y="20287"/>
                        <a:pt x="39222" y="10296"/>
                        <a:pt x="11342" y="12677"/>
                      </a:cubicBezTo>
                      <a:cubicBezTo>
                        <a:pt x="9218" y="40509"/>
                        <a:pt x="19019" y="67931"/>
                        <a:pt x="38298" y="88115"/>
                      </a:cubicBezTo>
                      <a:cubicBezTo>
                        <a:pt x="55595" y="103726"/>
                        <a:pt x="77627" y="113080"/>
                        <a:pt x="100877" y="114690"/>
                      </a:cubicBezTo>
                      <a:cubicBezTo>
                        <a:pt x="104287" y="114937"/>
                        <a:pt x="106849" y="117909"/>
                        <a:pt x="106592" y="121319"/>
                      </a:cubicBezTo>
                      <a:cubicBezTo>
                        <a:pt x="106592" y="121329"/>
                        <a:pt x="106592" y="121348"/>
                        <a:pt x="106592" y="121357"/>
                      </a:cubicBezTo>
                      <a:cubicBezTo>
                        <a:pt x="106335" y="124796"/>
                        <a:pt x="103363" y="127386"/>
                        <a:pt x="99925" y="127167"/>
                      </a:cubicBezTo>
                      <a:close/>
                    </a:path>
                  </a:pathLst>
                </a:custGeom>
                <a:grpFill/>
                <a:ln w="9525" cap="flat">
                  <a:noFill/>
                  <a:prstDash val="solid"/>
                  <a:miter/>
                </a:ln>
              </p:spPr>
              <p:txBody>
                <a:bodyPr rtlCol="0" anchor="ctr"/>
                <a:lstStyle/>
                <a:p>
                  <a:endParaRPr lang="zh-CN" altLang="en-US"/>
                </a:p>
              </p:txBody>
            </p:sp>
            <p:sp>
              <p:nvSpPr>
                <p:cNvPr id="52" name="任意多边形: 形状 51">
                  <a:extLst>
                    <a:ext uri="{FF2B5EF4-FFF2-40B4-BE49-F238E27FC236}">
                      <a16:creationId xmlns:a16="http://schemas.microsoft.com/office/drawing/2014/main" id="{3CB7737C-A9EC-9B0B-1842-00953A890400}"/>
                    </a:ext>
                  </a:extLst>
                </p:cNvPr>
                <p:cNvSpPr/>
                <p:nvPr/>
              </p:nvSpPr>
              <p:spPr>
                <a:xfrm>
                  <a:off x="4434234" y="3768635"/>
                  <a:ext cx="352620" cy="248764"/>
                </a:xfrm>
                <a:custGeom>
                  <a:avLst/>
                  <a:gdLst>
                    <a:gd name="connsiteX0" fmla="*/ 219650 w 260040"/>
                    <a:gd name="connsiteY0" fmla="*/ 183320 h 183451"/>
                    <a:gd name="connsiteX1" fmla="*/ 38104 w 260040"/>
                    <a:gd name="connsiteY1" fmla="*/ 183320 h 183451"/>
                    <a:gd name="connsiteX2" fmla="*/ 24007 w 260040"/>
                    <a:gd name="connsiteY2" fmla="*/ 171699 h 183451"/>
                    <a:gd name="connsiteX3" fmla="*/ -949 w 260040"/>
                    <a:gd name="connsiteY3" fmla="*/ 6250 h 183451"/>
                    <a:gd name="connsiteX4" fmla="*/ 861 w 260040"/>
                    <a:gd name="connsiteY4" fmla="*/ 1773 h 183451"/>
                    <a:gd name="connsiteX5" fmla="*/ 5242 w 260040"/>
                    <a:gd name="connsiteY5" fmla="*/ -132 h 183451"/>
                    <a:gd name="connsiteX6" fmla="*/ 252892 w 260040"/>
                    <a:gd name="connsiteY6" fmla="*/ -132 h 183451"/>
                    <a:gd name="connsiteX7" fmla="*/ 257369 w 260040"/>
                    <a:gd name="connsiteY7" fmla="*/ 1773 h 183451"/>
                    <a:gd name="connsiteX8" fmla="*/ 259084 w 260040"/>
                    <a:gd name="connsiteY8" fmla="*/ 6250 h 183451"/>
                    <a:gd name="connsiteX9" fmla="*/ 234319 w 260040"/>
                    <a:gd name="connsiteY9" fmla="*/ 171223 h 183451"/>
                    <a:gd name="connsiteX10" fmla="*/ 219650 w 260040"/>
                    <a:gd name="connsiteY10" fmla="*/ 183320 h 183451"/>
                    <a:gd name="connsiteX11" fmla="*/ 11625 w 260040"/>
                    <a:gd name="connsiteY11" fmla="*/ 11870 h 183451"/>
                    <a:gd name="connsiteX12" fmla="*/ 35722 w 260040"/>
                    <a:gd name="connsiteY12" fmla="*/ 167413 h 183451"/>
                    <a:gd name="connsiteX13" fmla="*/ 38104 w 260040"/>
                    <a:gd name="connsiteY13" fmla="*/ 170556 h 183451"/>
                    <a:gd name="connsiteX14" fmla="*/ 219079 w 260040"/>
                    <a:gd name="connsiteY14" fmla="*/ 170556 h 183451"/>
                    <a:gd name="connsiteX15" fmla="*/ 222127 w 260040"/>
                    <a:gd name="connsiteY15" fmla="*/ 166937 h 183451"/>
                    <a:gd name="connsiteX16" fmla="*/ 246035 w 260040"/>
                    <a:gd name="connsiteY16" fmla="*/ 11870 h 18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0040" h="183451">
                      <a:moveTo>
                        <a:pt x="219650" y="183320"/>
                      </a:moveTo>
                      <a:lnTo>
                        <a:pt x="38104" y="183320"/>
                      </a:lnTo>
                      <a:cubicBezTo>
                        <a:pt x="31379" y="182910"/>
                        <a:pt x="25693" y="178224"/>
                        <a:pt x="24007" y="171699"/>
                      </a:cubicBezTo>
                      <a:cubicBezTo>
                        <a:pt x="8729" y="117826"/>
                        <a:pt x="347" y="62228"/>
                        <a:pt x="-949" y="6250"/>
                      </a:cubicBezTo>
                      <a:cubicBezTo>
                        <a:pt x="-987" y="4574"/>
                        <a:pt x="-329" y="2954"/>
                        <a:pt x="861" y="1773"/>
                      </a:cubicBezTo>
                      <a:cubicBezTo>
                        <a:pt x="1994" y="564"/>
                        <a:pt x="3585" y="-132"/>
                        <a:pt x="5242" y="-132"/>
                      </a:cubicBezTo>
                      <a:lnTo>
                        <a:pt x="252892" y="-132"/>
                      </a:lnTo>
                      <a:cubicBezTo>
                        <a:pt x="254578" y="-132"/>
                        <a:pt x="256198" y="554"/>
                        <a:pt x="257369" y="1773"/>
                      </a:cubicBezTo>
                      <a:cubicBezTo>
                        <a:pt x="258541" y="2964"/>
                        <a:pt x="259160" y="4583"/>
                        <a:pt x="259084" y="6250"/>
                      </a:cubicBezTo>
                      <a:cubicBezTo>
                        <a:pt x="257912" y="62076"/>
                        <a:pt x="249587" y="117512"/>
                        <a:pt x="234319" y="171223"/>
                      </a:cubicBezTo>
                      <a:cubicBezTo>
                        <a:pt x="232166" y="177748"/>
                        <a:pt x="226461" y="182453"/>
                        <a:pt x="219650" y="183320"/>
                      </a:cubicBezTo>
                      <a:close/>
                      <a:moveTo>
                        <a:pt x="11625" y="11870"/>
                      </a:moveTo>
                      <a:cubicBezTo>
                        <a:pt x="13272" y="64505"/>
                        <a:pt x="21359" y="116749"/>
                        <a:pt x="35722" y="167413"/>
                      </a:cubicBezTo>
                      <a:cubicBezTo>
                        <a:pt x="36389" y="169318"/>
                        <a:pt x="37628" y="170556"/>
                        <a:pt x="38104" y="170556"/>
                      </a:cubicBezTo>
                      <a:lnTo>
                        <a:pt x="219079" y="170556"/>
                      </a:lnTo>
                      <a:cubicBezTo>
                        <a:pt x="220384" y="169623"/>
                        <a:pt x="221431" y="168385"/>
                        <a:pt x="222127" y="166937"/>
                      </a:cubicBezTo>
                      <a:cubicBezTo>
                        <a:pt x="236424" y="116426"/>
                        <a:pt x="244453" y="64343"/>
                        <a:pt x="246035" y="11870"/>
                      </a:cubicBezTo>
                      <a:close/>
                    </a:path>
                  </a:pathLst>
                </a:custGeom>
                <a:grpFill/>
                <a:ln w="9525" cap="flat">
                  <a:noFill/>
                  <a:prstDash val="solid"/>
                  <a:miter/>
                </a:ln>
              </p:spPr>
              <p:txBody>
                <a:bodyPr rtlCol="0" anchor="ctr"/>
                <a:lstStyle/>
                <a:p>
                  <a:endParaRPr lang="zh-CN" altLang="en-US"/>
                </a:p>
              </p:txBody>
            </p:sp>
            <p:sp>
              <p:nvSpPr>
                <p:cNvPr id="53" name="任意多边形: 形状 52">
                  <a:extLst>
                    <a:ext uri="{FF2B5EF4-FFF2-40B4-BE49-F238E27FC236}">
                      <a16:creationId xmlns:a16="http://schemas.microsoft.com/office/drawing/2014/main" id="{047E0D8E-A188-BAEF-7AB6-0F472575E563}"/>
                    </a:ext>
                  </a:extLst>
                </p:cNvPr>
                <p:cNvSpPr/>
                <p:nvPr/>
              </p:nvSpPr>
              <p:spPr>
                <a:xfrm>
                  <a:off x="4400653" y="3717100"/>
                  <a:ext cx="418740" cy="68326"/>
                </a:xfrm>
                <a:custGeom>
                  <a:avLst/>
                  <a:gdLst>
                    <a:gd name="connsiteX0" fmla="*/ 286800 w 308800"/>
                    <a:gd name="connsiteY0" fmla="*/ 50256 h 50387"/>
                    <a:gd name="connsiteX1" fmla="*/ 20100 w 308800"/>
                    <a:gd name="connsiteY1" fmla="*/ 50256 h 50387"/>
                    <a:gd name="connsiteX2" fmla="*/ -950 w 308800"/>
                    <a:gd name="connsiteY2" fmla="*/ 25110 h 50387"/>
                    <a:gd name="connsiteX3" fmla="*/ 20100 w 308800"/>
                    <a:gd name="connsiteY3" fmla="*/ -132 h 50387"/>
                    <a:gd name="connsiteX4" fmla="*/ 286800 w 308800"/>
                    <a:gd name="connsiteY4" fmla="*/ -132 h 50387"/>
                    <a:gd name="connsiteX5" fmla="*/ 307851 w 308800"/>
                    <a:gd name="connsiteY5" fmla="*/ 25110 h 50387"/>
                    <a:gd name="connsiteX6" fmla="*/ 286800 w 308800"/>
                    <a:gd name="connsiteY6" fmla="*/ 50256 h 50387"/>
                    <a:gd name="connsiteX7" fmla="*/ 20100 w 308800"/>
                    <a:gd name="connsiteY7" fmla="*/ 12156 h 50387"/>
                    <a:gd name="connsiteX8" fmla="*/ 11433 w 308800"/>
                    <a:gd name="connsiteY8" fmla="*/ 25014 h 50387"/>
                    <a:gd name="connsiteX9" fmla="*/ 20100 w 308800"/>
                    <a:gd name="connsiteY9" fmla="*/ 37778 h 50387"/>
                    <a:gd name="connsiteX10" fmla="*/ 286800 w 308800"/>
                    <a:gd name="connsiteY10" fmla="*/ 37778 h 50387"/>
                    <a:gd name="connsiteX11" fmla="*/ 295468 w 308800"/>
                    <a:gd name="connsiteY11" fmla="*/ 25014 h 50387"/>
                    <a:gd name="connsiteX12" fmla="*/ 286800 w 308800"/>
                    <a:gd name="connsiteY12" fmla="*/ 12727 h 503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8800" h="50387">
                      <a:moveTo>
                        <a:pt x="286800" y="50256"/>
                      </a:moveTo>
                      <a:lnTo>
                        <a:pt x="20100" y="50256"/>
                      </a:lnTo>
                      <a:cubicBezTo>
                        <a:pt x="7718" y="50256"/>
                        <a:pt x="-950" y="39969"/>
                        <a:pt x="-950" y="25110"/>
                      </a:cubicBezTo>
                      <a:cubicBezTo>
                        <a:pt x="-950" y="10251"/>
                        <a:pt x="7718" y="-132"/>
                        <a:pt x="20100" y="-132"/>
                      </a:cubicBezTo>
                      <a:lnTo>
                        <a:pt x="286800" y="-132"/>
                      </a:lnTo>
                      <a:cubicBezTo>
                        <a:pt x="299183" y="-132"/>
                        <a:pt x="307851" y="10251"/>
                        <a:pt x="307851" y="25110"/>
                      </a:cubicBezTo>
                      <a:cubicBezTo>
                        <a:pt x="307851" y="39969"/>
                        <a:pt x="299469" y="50256"/>
                        <a:pt x="286800" y="50256"/>
                      </a:cubicBezTo>
                      <a:close/>
                      <a:moveTo>
                        <a:pt x="20100" y="12156"/>
                      </a:moveTo>
                      <a:cubicBezTo>
                        <a:pt x="13719" y="12156"/>
                        <a:pt x="11433" y="18823"/>
                        <a:pt x="11433" y="25014"/>
                      </a:cubicBezTo>
                      <a:cubicBezTo>
                        <a:pt x="11433" y="31206"/>
                        <a:pt x="13719" y="37778"/>
                        <a:pt x="20100" y="37778"/>
                      </a:cubicBezTo>
                      <a:lnTo>
                        <a:pt x="286800" y="37778"/>
                      </a:lnTo>
                      <a:cubicBezTo>
                        <a:pt x="293182" y="37778"/>
                        <a:pt x="295468" y="31206"/>
                        <a:pt x="295468" y="25014"/>
                      </a:cubicBezTo>
                      <a:cubicBezTo>
                        <a:pt x="295468" y="18823"/>
                        <a:pt x="293468" y="12727"/>
                        <a:pt x="286800" y="12727"/>
                      </a:cubicBezTo>
                      <a:close/>
                    </a:path>
                  </a:pathLst>
                </a:custGeom>
                <a:grpFill/>
                <a:ln w="9525" cap="flat">
                  <a:noFill/>
                  <a:prstDash val="solid"/>
                  <a:miter/>
                </a:ln>
              </p:spPr>
              <p:txBody>
                <a:bodyPr rtlCol="0" anchor="ctr"/>
                <a:lstStyle/>
                <a:p>
                  <a:endParaRPr lang="zh-CN" altLang="en-US"/>
                </a:p>
              </p:txBody>
            </p:sp>
            <p:sp>
              <p:nvSpPr>
                <p:cNvPr id="54" name="任意多边形: 形状 53">
                  <a:extLst>
                    <a:ext uri="{FF2B5EF4-FFF2-40B4-BE49-F238E27FC236}">
                      <a16:creationId xmlns:a16="http://schemas.microsoft.com/office/drawing/2014/main" id="{AFC3E287-D4FB-91A4-C740-78A6F1A1C649}"/>
                    </a:ext>
                  </a:extLst>
                </p:cNvPr>
                <p:cNvSpPr/>
                <p:nvPr/>
              </p:nvSpPr>
              <p:spPr>
                <a:xfrm>
                  <a:off x="4424031" y="3039908"/>
                  <a:ext cx="374051" cy="374049"/>
                </a:xfrm>
                <a:custGeom>
                  <a:avLst/>
                  <a:gdLst>
                    <a:gd name="connsiteX0" fmla="*/ 136972 w 275844"/>
                    <a:gd name="connsiteY0" fmla="*/ 275712 h 275843"/>
                    <a:gd name="connsiteX1" fmla="*/ -950 w 275844"/>
                    <a:gd name="connsiteY1" fmla="*/ 137790 h 275843"/>
                    <a:gd name="connsiteX2" fmla="*/ 136972 w 275844"/>
                    <a:gd name="connsiteY2" fmla="*/ -132 h 275843"/>
                    <a:gd name="connsiteX3" fmla="*/ 274894 w 275844"/>
                    <a:gd name="connsiteY3" fmla="*/ 137790 h 275843"/>
                    <a:gd name="connsiteX4" fmla="*/ 136972 w 275844"/>
                    <a:gd name="connsiteY4" fmla="*/ 275712 h 275843"/>
                    <a:gd name="connsiteX5" fmla="*/ 136972 w 275844"/>
                    <a:gd name="connsiteY5" fmla="*/ 12346 h 275843"/>
                    <a:gd name="connsiteX6" fmla="*/ 11433 w 275844"/>
                    <a:gd name="connsiteY6" fmla="*/ 137886 h 275843"/>
                    <a:gd name="connsiteX7" fmla="*/ 136972 w 275844"/>
                    <a:gd name="connsiteY7" fmla="*/ 263425 h 275843"/>
                    <a:gd name="connsiteX8" fmla="*/ 262512 w 275844"/>
                    <a:gd name="connsiteY8" fmla="*/ 137886 h 275843"/>
                    <a:gd name="connsiteX9" fmla="*/ 262512 w 275844"/>
                    <a:gd name="connsiteY9" fmla="*/ 137790 h 275843"/>
                    <a:gd name="connsiteX10" fmla="*/ 137068 w 275844"/>
                    <a:gd name="connsiteY10" fmla="*/ 12346 h 275843"/>
                    <a:gd name="connsiteX11" fmla="*/ 136972 w 275844"/>
                    <a:gd name="connsiteY11" fmla="*/ 12346 h 275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5844" h="275843">
                      <a:moveTo>
                        <a:pt x="136972" y="275712"/>
                      </a:moveTo>
                      <a:cubicBezTo>
                        <a:pt x="60801" y="275712"/>
                        <a:pt x="-950" y="213962"/>
                        <a:pt x="-950" y="137790"/>
                      </a:cubicBezTo>
                      <a:cubicBezTo>
                        <a:pt x="-950" y="61619"/>
                        <a:pt x="60801" y="-132"/>
                        <a:pt x="136972" y="-132"/>
                      </a:cubicBezTo>
                      <a:cubicBezTo>
                        <a:pt x="213144" y="-132"/>
                        <a:pt x="274894" y="61619"/>
                        <a:pt x="274894" y="137790"/>
                      </a:cubicBezTo>
                      <a:cubicBezTo>
                        <a:pt x="274846" y="213943"/>
                        <a:pt x="213125" y="275655"/>
                        <a:pt x="136972" y="275712"/>
                      </a:cubicBezTo>
                      <a:close/>
                      <a:moveTo>
                        <a:pt x="136972" y="12346"/>
                      </a:moveTo>
                      <a:cubicBezTo>
                        <a:pt x="67640" y="12346"/>
                        <a:pt x="11433" y="68553"/>
                        <a:pt x="11433" y="137886"/>
                      </a:cubicBezTo>
                      <a:cubicBezTo>
                        <a:pt x="11433" y="207218"/>
                        <a:pt x="67640" y="263425"/>
                        <a:pt x="136972" y="263425"/>
                      </a:cubicBezTo>
                      <a:cubicBezTo>
                        <a:pt x="206305" y="263425"/>
                        <a:pt x="262512" y="207218"/>
                        <a:pt x="262512" y="137886"/>
                      </a:cubicBezTo>
                      <a:cubicBezTo>
                        <a:pt x="262512" y="137857"/>
                        <a:pt x="262512" y="137819"/>
                        <a:pt x="262512" y="137790"/>
                      </a:cubicBezTo>
                      <a:cubicBezTo>
                        <a:pt x="262512" y="68505"/>
                        <a:pt x="206352" y="12346"/>
                        <a:pt x="137068" y="12346"/>
                      </a:cubicBezTo>
                      <a:cubicBezTo>
                        <a:pt x="137039" y="12346"/>
                        <a:pt x="137001" y="12346"/>
                        <a:pt x="136972" y="12346"/>
                      </a:cubicBezTo>
                      <a:close/>
                    </a:path>
                  </a:pathLst>
                </a:custGeom>
                <a:grpFill/>
                <a:ln w="9525"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E7E356F4-ABF3-05B4-E04E-EBD3B5FF1078}"/>
                    </a:ext>
                  </a:extLst>
                </p:cNvPr>
                <p:cNvSpPr/>
                <p:nvPr/>
              </p:nvSpPr>
              <p:spPr>
                <a:xfrm>
                  <a:off x="4522446" y="3097142"/>
                  <a:ext cx="179597" cy="260021"/>
                </a:xfrm>
                <a:custGeom>
                  <a:avLst/>
                  <a:gdLst>
                    <a:gd name="connsiteX0" fmla="*/ 64396 w 132444"/>
                    <a:gd name="connsiteY0" fmla="*/ 191595 h 191753"/>
                    <a:gd name="connsiteX1" fmla="*/ 44012 w 132444"/>
                    <a:gd name="connsiteY1" fmla="*/ 176641 h 191753"/>
                    <a:gd name="connsiteX2" fmla="*/ 34487 w 132444"/>
                    <a:gd name="connsiteY2" fmla="*/ 176641 h 191753"/>
                    <a:gd name="connsiteX3" fmla="*/ 13342 w 132444"/>
                    <a:gd name="connsiteY3" fmla="*/ 155495 h 191753"/>
                    <a:gd name="connsiteX4" fmla="*/ 34487 w 132444"/>
                    <a:gd name="connsiteY4" fmla="*/ 134350 h 191753"/>
                    <a:gd name="connsiteX5" fmla="*/ 79350 w 132444"/>
                    <a:gd name="connsiteY5" fmla="*/ 134350 h 191753"/>
                    <a:gd name="connsiteX6" fmla="*/ 88209 w 132444"/>
                    <a:gd name="connsiteY6" fmla="*/ 125492 h 191753"/>
                    <a:gd name="connsiteX7" fmla="*/ 79350 w 132444"/>
                    <a:gd name="connsiteY7" fmla="*/ 116633 h 191753"/>
                    <a:gd name="connsiteX8" fmla="*/ 49442 w 132444"/>
                    <a:gd name="connsiteY8" fmla="*/ 116633 h 191753"/>
                    <a:gd name="connsiteX9" fmla="*/ -946 w 132444"/>
                    <a:gd name="connsiteY9" fmla="*/ 64922 h 191753"/>
                    <a:gd name="connsiteX10" fmla="*/ 43917 w 132444"/>
                    <a:gd name="connsiteY10" fmla="*/ 14906 h 191753"/>
                    <a:gd name="connsiteX11" fmla="*/ 70606 w 132444"/>
                    <a:gd name="connsiteY11" fmla="*/ 828 h 191753"/>
                    <a:gd name="connsiteX12" fmla="*/ 84684 w 132444"/>
                    <a:gd name="connsiteY12" fmla="*/ 14906 h 191753"/>
                    <a:gd name="connsiteX13" fmla="*/ 94209 w 132444"/>
                    <a:gd name="connsiteY13" fmla="*/ 14906 h 191753"/>
                    <a:gd name="connsiteX14" fmla="*/ 116726 w 132444"/>
                    <a:gd name="connsiteY14" fmla="*/ 34585 h 191753"/>
                    <a:gd name="connsiteX15" fmla="*/ 97048 w 132444"/>
                    <a:gd name="connsiteY15" fmla="*/ 57102 h 191753"/>
                    <a:gd name="connsiteX16" fmla="*/ 94209 w 132444"/>
                    <a:gd name="connsiteY16" fmla="*/ 57102 h 191753"/>
                    <a:gd name="connsiteX17" fmla="*/ 49346 w 132444"/>
                    <a:gd name="connsiteY17" fmla="*/ 57102 h 191753"/>
                    <a:gd name="connsiteX18" fmla="*/ 39621 w 132444"/>
                    <a:gd name="connsiteY18" fmla="*/ 64998 h 191753"/>
                    <a:gd name="connsiteX19" fmla="*/ 47508 w 132444"/>
                    <a:gd name="connsiteY19" fmla="*/ 74723 h 191753"/>
                    <a:gd name="connsiteX20" fmla="*/ 49346 w 132444"/>
                    <a:gd name="connsiteY20" fmla="*/ 74723 h 191753"/>
                    <a:gd name="connsiteX21" fmla="*/ 79255 w 132444"/>
                    <a:gd name="connsiteY21" fmla="*/ 74723 h 191753"/>
                    <a:gd name="connsiteX22" fmla="*/ 131480 w 132444"/>
                    <a:gd name="connsiteY22" fmla="*/ 124577 h 191753"/>
                    <a:gd name="connsiteX23" fmla="*/ 84684 w 132444"/>
                    <a:gd name="connsiteY23" fmla="*/ 176641 h 191753"/>
                    <a:gd name="connsiteX24" fmla="*/ 64396 w 132444"/>
                    <a:gd name="connsiteY24" fmla="*/ 191595 h 191753"/>
                    <a:gd name="connsiteX25" fmla="*/ 34487 w 132444"/>
                    <a:gd name="connsiteY25" fmla="*/ 146732 h 191753"/>
                    <a:gd name="connsiteX26" fmla="*/ 25725 w 132444"/>
                    <a:gd name="connsiteY26" fmla="*/ 155495 h 191753"/>
                    <a:gd name="connsiteX27" fmla="*/ 34487 w 132444"/>
                    <a:gd name="connsiteY27" fmla="*/ 164258 h 191753"/>
                    <a:gd name="connsiteX28" fmla="*/ 49442 w 132444"/>
                    <a:gd name="connsiteY28" fmla="*/ 164258 h 191753"/>
                    <a:gd name="connsiteX29" fmla="*/ 55633 w 132444"/>
                    <a:gd name="connsiteY29" fmla="*/ 170450 h 191753"/>
                    <a:gd name="connsiteX30" fmla="*/ 64396 w 132444"/>
                    <a:gd name="connsiteY30" fmla="*/ 179213 h 191753"/>
                    <a:gd name="connsiteX31" fmla="*/ 73159 w 132444"/>
                    <a:gd name="connsiteY31" fmla="*/ 170450 h 191753"/>
                    <a:gd name="connsiteX32" fmla="*/ 79350 w 132444"/>
                    <a:gd name="connsiteY32" fmla="*/ 164258 h 191753"/>
                    <a:gd name="connsiteX33" fmla="*/ 119993 w 132444"/>
                    <a:gd name="connsiteY33" fmla="*/ 127463 h 191753"/>
                    <a:gd name="connsiteX34" fmla="*/ 83189 w 132444"/>
                    <a:gd name="connsiteY34" fmla="*/ 86820 h 191753"/>
                    <a:gd name="connsiteX35" fmla="*/ 79350 w 132444"/>
                    <a:gd name="connsiteY35" fmla="*/ 86820 h 191753"/>
                    <a:gd name="connsiteX36" fmla="*/ 49442 w 132444"/>
                    <a:gd name="connsiteY36" fmla="*/ 86820 h 191753"/>
                    <a:gd name="connsiteX37" fmla="*/ 29668 w 132444"/>
                    <a:gd name="connsiteY37" fmla="*/ 64208 h 191753"/>
                    <a:gd name="connsiteX38" fmla="*/ 49442 w 132444"/>
                    <a:gd name="connsiteY38" fmla="*/ 44434 h 191753"/>
                    <a:gd name="connsiteX39" fmla="*/ 94304 w 132444"/>
                    <a:gd name="connsiteY39" fmla="*/ 44434 h 191753"/>
                    <a:gd name="connsiteX40" fmla="*/ 103934 w 132444"/>
                    <a:gd name="connsiteY40" fmla="*/ 36633 h 191753"/>
                    <a:gd name="connsiteX41" fmla="*/ 96133 w 132444"/>
                    <a:gd name="connsiteY41" fmla="*/ 27003 h 191753"/>
                    <a:gd name="connsiteX42" fmla="*/ 94304 w 132444"/>
                    <a:gd name="connsiteY42" fmla="*/ 27003 h 191753"/>
                    <a:gd name="connsiteX43" fmla="*/ 79350 w 132444"/>
                    <a:gd name="connsiteY43" fmla="*/ 27003 h 191753"/>
                    <a:gd name="connsiteX44" fmla="*/ 73159 w 132444"/>
                    <a:gd name="connsiteY44" fmla="*/ 20812 h 191753"/>
                    <a:gd name="connsiteX45" fmla="*/ 64396 w 132444"/>
                    <a:gd name="connsiteY45" fmla="*/ 12049 h 191753"/>
                    <a:gd name="connsiteX46" fmla="*/ 55633 w 132444"/>
                    <a:gd name="connsiteY46" fmla="*/ 20812 h 191753"/>
                    <a:gd name="connsiteX47" fmla="*/ 49442 w 132444"/>
                    <a:gd name="connsiteY47" fmla="*/ 27003 h 191753"/>
                    <a:gd name="connsiteX48" fmla="*/ 8904 w 132444"/>
                    <a:gd name="connsiteY48" fmla="*/ 63712 h 191753"/>
                    <a:gd name="connsiteX49" fmla="*/ 45603 w 132444"/>
                    <a:gd name="connsiteY49" fmla="*/ 104251 h 191753"/>
                    <a:gd name="connsiteX50" fmla="*/ 49442 w 132444"/>
                    <a:gd name="connsiteY50" fmla="*/ 104251 h 191753"/>
                    <a:gd name="connsiteX51" fmla="*/ 79350 w 132444"/>
                    <a:gd name="connsiteY51" fmla="*/ 104251 h 191753"/>
                    <a:gd name="connsiteX52" fmla="*/ 100591 w 132444"/>
                    <a:gd name="connsiteY52" fmla="*/ 125492 h 191753"/>
                    <a:gd name="connsiteX53" fmla="*/ 79350 w 132444"/>
                    <a:gd name="connsiteY53" fmla="*/ 146732 h 191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32444" h="191753">
                      <a:moveTo>
                        <a:pt x="64396" y="191595"/>
                      </a:moveTo>
                      <a:cubicBezTo>
                        <a:pt x="54909" y="192081"/>
                        <a:pt x="46394" y="185833"/>
                        <a:pt x="44012" y="176641"/>
                      </a:cubicBezTo>
                      <a:lnTo>
                        <a:pt x="34487" y="176641"/>
                      </a:lnTo>
                      <a:cubicBezTo>
                        <a:pt x="22810" y="176641"/>
                        <a:pt x="13342" y="167173"/>
                        <a:pt x="13342" y="155495"/>
                      </a:cubicBezTo>
                      <a:cubicBezTo>
                        <a:pt x="13342" y="143818"/>
                        <a:pt x="22810" y="134350"/>
                        <a:pt x="34487" y="134350"/>
                      </a:cubicBezTo>
                      <a:lnTo>
                        <a:pt x="79350" y="134350"/>
                      </a:lnTo>
                      <a:cubicBezTo>
                        <a:pt x="84246" y="134350"/>
                        <a:pt x="88209" y="130387"/>
                        <a:pt x="88209" y="125492"/>
                      </a:cubicBezTo>
                      <a:cubicBezTo>
                        <a:pt x="88209" y="120596"/>
                        <a:pt x="84246" y="116633"/>
                        <a:pt x="79350" y="116633"/>
                      </a:cubicBezTo>
                      <a:lnTo>
                        <a:pt x="49442" y="116633"/>
                      </a:lnTo>
                      <a:cubicBezTo>
                        <a:pt x="21248" y="116262"/>
                        <a:pt x="-1307" y="93116"/>
                        <a:pt x="-946" y="64922"/>
                      </a:cubicBezTo>
                      <a:cubicBezTo>
                        <a:pt x="-612" y="39376"/>
                        <a:pt x="18552" y="18002"/>
                        <a:pt x="43917" y="14906"/>
                      </a:cubicBezTo>
                      <a:cubicBezTo>
                        <a:pt x="47404" y="3648"/>
                        <a:pt x="59348" y="-2658"/>
                        <a:pt x="70606" y="828"/>
                      </a:cubicBezTo>
                      <a:cubicBezTo>
                        <a:pt x="77331" y="2905"/>
                        <a:pt x="82608" y="8172"/>
                        <a:pt x="84684" y="14906"/>
                      </a:cubicBezTo>
                      <a:lnTo>
                        <a:pt x="94209" y="14906"/>
                      </a:lnTo>
                      <a:cubicBezTo>
                        <a:pt x="105858" y="14125"/>
                        <a:pt x="115945" y="22936"/>
                        <a:pt x="116726" y="34585"/>
                      </a:cubicBezTo>
                      <a:cubicBezTo>
                        <a:pt x="117507" y="46234"/>
                        <a:pt x="108697" y="56321"/>
                        <a:pt x="97048" y="57102"/>
                      </a:cubicBezTo>
                      <a:cubicBezTo>
                        <a:pt x="96105" y="57169"/>
                        <a:pt x="95152" y="57169"/>
                        <a:pt x="94209" y="57102"/>
                      </a:cubicBezTo>
                      <a:lnTo>
                        <a:pt x="49346" y="57102"/>
                      </a:lnTo>
                      <a:cubicBezTo>
                        <a:pt x="44479" y="56597"/>
                        <a:pt x="40126" y="60131"/>
                        <a:pt x="39621" y="64998"/>
                      </a:cubicBezTo>
                      <a:cubicBezTo>
                        <a:pt x="39117" y="69866"/>
                        <a:pt x="42650" y="74219"/>
                        <a:pt x="47508" y="74723"/>
                      </a:cubicBezTo>
                      <a:cubicBezTo>
                        <a:pt x="48117" y="74790"/>
                        <a:pt x="48737" y="74790"/>
                        <a:pt x="49346" y="74723"/>
                      </a:cubicBezTo>
                      <a:lnTo>
                        <a:pt x="79255" y="74723"/>
                      </a:lnTo>
                      <a:cubicBezTo>
                        <a:pt x="107439" y="74066"/>
                        <a:pt x="130823" y="96393"/>
                        <a:pt x="131480" y="124577"/>
                      </a:cubicBezTo>
                      <a:cubicBezTo>
                        <a:pt x="132109" y="151581"/>
                        <a:pt x="111602" y="174393"/>
                        <a:pt x="84684" y="176641"/>
                      </a:cubicBezTo>
                      <a:cubicBezTo>
                        <a:pt x="82274" y="185775"/>
                        <a:pt x="73835" y="191995"/>
                        <a:pt x="64396" y="191595"/>
                      </a:cubicBezTo>
                      <a:close/>
                      <a:moveTo>
                        <a:pt x="34487" y="146732"/>
                      </a:moveTo>
                      <a:cubicBezTo>
                        <a:pt x="29649" y="146732"/>
                        <a:pt x="25725" y="150657"/>
                        <a:pt x="25725" y="155495"/>
                      </a:cubicBezTo>
                      <a:cubicBezTo>
                        <a:pt x="25725" y="160334"/>
                        <a:pt x="29649" y="164258"/>
                        <a:pt x="34487" y="164258"/>
                      </a:cubicBezTo>
                      <a:lnTo>
                        <a:pt x="49442" y="164258"/>
                      </a:lnTo>
                      <a:cubicBezTo>
                        <a:pt x="52842" y="164306"/>
                        <a:pt x="55586" y="167049"/>
                        <a:pt x="55633" y="170450"/>
                      </a:cubicBezTo>
                      <a:cubicBezTo>
                        <a:pt x="55633" y="175288"/>
                        <a:pt x="59557" y="179213"/>
                        <a:pt x="64396" y="179213"/>
                      </a:cubicBezTo>
                      <a:cubicBezTo>
                        <a:pt x="69235" y="179213"/>
                        <a:pt x="73159" y="175288"/>
                        <a:pt x="73159" y="170450"/>
                      </a:cubicBezTo>
                      <a:cubicBezTo>
                        <a:pt x="73159" y="167030"/>
                        <a:pt x="75931" y="164258"/>
                        <a:pt x="79350" y="164258"/>
                      </a:cubicBezTo>
                      <a:cubicBezTo>
                        <a:pt x="100734" y="165316"/>
                        <a:pt x="118926" y="148847"/>
                        <a:pt x="119993" y="127463"/>
                      </a:cubicBezTo>
                      <a:cubicBezTo>
                        <a:pt x="121051" y="106080"/>
                        <a:pt x="104572" y="87877"/>
                        <a:pt x="83189" y="86820"/>
                      </a:cubicBezTo>
                      <a:cubicBezTo>
                        <a:pt x="81912" y="86753"/>
                        <a:pt x="80627" y="86753"/>
                        <a:pt x="79350" y="86820"/>
                      </a:cubicBezTo>
                      <a:lnTo>
                        <a:pt x="49442" y="86820"/>
                      </a:lnTo>
                      <a:cubicBezTo>
                        <a:pt x="37736" y="86039"/>
                        <a:pt x="28887" y="75914"/>
                        <a:pt x="29668" y="64208"/>
                      </a:cubicBezTo>
                      <a:cubicBezTo>
                        <a:pt x="30382" y="53597"/>
                        <a:pt x="38831" y="45148"/>
                        <a:pt x="49442" y="44434"/>
                      </a:cubicBezTo>
                      <a:lnTo>
                        <a:pt x="94304" y="44434"/>
                      </a:lnTo>
                      <a:cubicBezTo>
                        <a:pt x="99114" y="44939"/>
                        <a:pt x="103429" y="41443"/>
                        <a:pt x="103934" y="36633"/>
                      </a:cubicBezTo>
                      <a:cubicBezTo>
                        <a:pt x="104439" y="31813"/>
                        <a:pt x="100943" y="27508"/>
                        <a:pt x="96133" y="27003"/>
                      </a:cubicBezTo>
                      <a:cubicBezTo>
                        <a:pt x="95524" y="26936"/>
                        <a:pt x="94914" y="26936"/>
                        <a:pt x="94304" y="27003"/>
                      </a:cubicBezTo>
                      <a:lnTo>
                        <a:pt x="79350" y="27003"/>
                      </a:lnTo>
                      <a:cubicBezTo>
                        <a:pt x="75931" y="27003"/>
                        <a:pt x="73159" y="24231"/>
                        <a:pt x="73159" y="20812"/>
                      </a:cubicBezTo>
                      <a:cubicBezTo>
                        <a:pt x="73159" y="15973"/>
                        <a:pt x="69235" y="12049"/>
                        <a:pt x="64396" y="12049"/>
                      </a:cubicBezTo>
                      <a:cubicBezTo>
                        <a:pt x="59557" y="12049"/>
                        <a:pt x="55633" y="15973"/>
                        <a:pt x="55633" y="20812"/>
                      </a:cubicBezTo>
                      <a:cubicBezTo>
                        <a:pt x="55586" y="24212"/>
                        <a:pt x="52842" y="26955"/>
                        <a:pt x="49442" y="27003"/>
                      </a:cubicBezTo>
                      <a:cubicBezTo>
                        <a:pt x="28115" y="25946"/>
                        <a:pt x="9960" y="42376"/>
                        <a:pt x="8904" y="63712"/>
                      </a:cubicBezTo>
                      <a:cubicBezTo>
                        <a:pt x="7837" y="85039"/>
                        <a:pt x="24276" y="103194"/>
                        <a:pt x="45603" y="104251"/>
                      </a:cubicBezTo>
                      <a:cubicBezTo>
                        <a:pt x="46880" y="104318"/>
                        <a:pt x="48165" y="104318"/>
                        <a:pt x="49442" y="104251"/>
                      </a:cubicBezTo>
                      <a:lnTo>
                        <a:pt x="79350" y="104251"/>
                      </a:lnTo>
                      <a:cubicBezTo>
                        <a:pt x="91085" y="104251"/>
                        <a:pt x="100591" y="113757"/>
                        <a:pt x="100591" y="125492"/>
                      </a:cubicBezTo>
                      <a:cubicBezTo>
                        <a:pt x="100591" y="137226"/>
                        <a:pt x="91085" y="146732"/>
                        <a:pt x="79350" y="146732"/>
                      </a:cubicBezTo>
                      <a:close/>
                    </a:path>
                  </a:pathLst>
                </a:custGeom>
                <a:grpFill/>
                <a:ln w="9525"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43DB537-7971-B1EF-E237-21CCC7DCD193}"/>
                    </a:ext>
                  </a:extLst>
                </p:cNvPr>
                <p:cNvSpPr/>
                <p:nvPr/>
              </p:nvSpPr>
              <p:spPr>
                <a:xfrm>
                  <a:off x="4386057" y="4000609"/>
                  <a:ext cx="451935" cy="16790"/>
                </a:xfrm>
                <a:custGeom>
                  <a:avLst/>
                  <a:gdLst>
                    <a:gd name="connsiteX0" fmla="*/ 326139 w 333280"/>
                    <a:gd name="connsiteY0" fmla="*/ 12251 h 12382"/>
                    <a:gd name="connsiteX1" fmla="*/ 5241 w 333280"/>
                    <a:gd name="connsiteY1" fmla="*/ 12251 h 12382"/>
                    <a:gd name="connsiteX2" fmla="*/ -950 w 333280"/>
                    <a:gd name="connsiteY2" fmla="*/ 6059 h 12382"/>
                    <a:gd name="connsiteX3" fmla="*/ 5241 w 333280"/>
                    <a:gd name="connsiteY3" fmla="*/ -132 h 12382"/>
                    <a:gd name="connsiteX4" fmla="*/ 326139 w 333280"/>
                    <a:gd name="connsiteY4" fmla="*/ -132 h 12382"/>
                    <a:gd name="connsiteX5" fmla="*/ 332330 w 333280"/>
                    <a:gd name="connsiteY5" fmla="*/ 6059 h 12382"/>
                    <a:gd name="connsiteX6" fmla="*/ 326139 w 333280"/>
                    <a:gd name="connsiteY6" fmla="*/ 12251 h 1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3280" h="12382">
                      <a:moveTo>
                        <a:pt x="326139" y="12251"/>
                      </a:moveTo>
                      <a:lnTo>
                        <a:pt x="5241" y="12251"/>
                      </a:lnTo>
                      <a:cubicBezTo>
                        <a:pt x="1822" y="12251"/>
                        <a:pt x="-950" y="9479"/>
                        <a:pt x="-950" y="6059"/>
                      </a:cubicBezTo>
                      <a:cubicBezTo>
                        <a:pt x="-950" y="2640"/>
                        <a:pt x="1822" y="-132"/>
                        <a:pt x="5241" y="-132"/>
                      </a:cubicBezTo>
                      <a:lnTo>
                        <a:pt x="326139" y="-132"/>
                      </a:lnTo>
                      <a:cubicBezTo>
                        <a:pt x="329558" y="-132"/>
                        <a:pt x="332330" y="2640"/>
                        <a:pt x="332330" y="6059"/>
                      </a:cubicBezTo>
                      <a:cubicBezTo>
                        <a:pt x="332330" y="9479"/>
                        <a:pt x="329558" y="12251"/>
                        <a:pt x="326139" y="12251"/>
                      </a:cubicBezTo>
                      <a:close/>
                    </a:path>
                  </a:pathLst>
                </a:custGeom>
                <a:grpFill/>
                <a:ln w="9525" cap="flat">
                  <a:noFill/>
                  <a:prstDash val="solid"/>
                  <a:miter/>
                </a:ln>
              </p:spPr>
              <p:txBody>
                <a:bodyPr rtlCol="0" anchor="ctr"/>
                <a:lstStyle/>
                <a:p>
                  <a:endParaRPr lang="zh-CN" altLang="en-US"/>
                </a:p>
              </p:txBody>
            </p:sp>
          </p:grpSp>
          <p:sp>
            <p:nvSpPr>
              <p:cNvPr id="22" name="Bullet2">
                <a:extLst>
                  <a:ext uri="{FF2B5EF4-FFF2-40B4-BE49-F238E27FC236}">
                    <a16:creationId xmlns:a16="http://schemas.microsoft.com/office/drawing/2014/main" id="{2A91BD7A-43F7-E60D-5FEB-2306E0C098A4}"/>
                  </a:ext>
                </a:extLst>
              </p:cNvPr>
              <p:cNvSpPr/>
              <p:nvPr/>
            </p:nvSpPr>
            <p:spPr>
              <a:xfrm>
                <a:off x="3574896" y="4330838"/>
                <a:ext cx="2071545" cy="394063"/>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numCol="1" spcCol="0" rtlCol="0" fromWordArt="0" anchor="b" anchorCtr="1" forceAA="0" compatLnSpc="1">
                <a:normAutofit fontScale="92500" lnSpcReduction="20000"/>
              </a:bodyPr>
              <a:lstStyle/>
              <a:p>
                <a:pPr algn="ctr"/>
                <a:r>
                  <a:rPr lang="zh-CN" altLang="en-US" b="1">
                    <a:solidFill>
                      <a:schemeClr val="tx1"/>
                    </a:solidFill>
                  </a:rPr>
                  <a:t>图标设计</a:t>
                </a:r>
                <a:endParaRPr lang="en-US" altLang="zh-CN" b="1" dirty="0">
                  <a:solidFill>
                    <a:schemeClr val="tx1"/>
                  </a:solidFill>
                </a:endParaRPr>
              </a:p>
            </p:txBody>
          </p:sp>
          <p:sp>
            <p:nvSpPr>
              <p:cNvPr id="23" name="Number2">
                <a:extLst>
                  <a:ext uri="{FF2B5EF4-FFF2-40B4-BE49-F238E27FC236}">
                    <a16:creationId xmlns:a16="http://schemas.microsoft.com/office/drawing/2014/main" id="{27EE7319-2A3D-52A3-0F9E-7C635142F341}"/>
                  </a:ext>
                </a:extLst>
              </p:cNvPr>
              <p:cNvSpPr>
                <a:spLocks/>
              </p:cNvSpPr>
              <p:nvPr/>
            </p:nvSpPr>
            <p:spPr>
              <a:xfrm>
                <a:off x="3960766" y="3716692"/>
                <a:ext cx="1299805" cy="350456"/>
              </a:xfrm>
              <a:prstGeom prst="roundRect">
                <a:avLst>
                  <a:gd name="adj" fmla="val 50000"/>
                </a:avLst>
              </a:prstGeom>
              <a:solidFill>
                <a:schemeClr val="accent2"/>
              </a:solidFill>
              <a:ln w="12700" cap="flat">
                <a:noFill/>
                <a:prstDash val="solid"/>
                <a:miter/>
              </a:ln>
              <a:effectLst>
                <a:outerShdw blurRad="127000" dist="63500" dir="2700000" algn="tl" rotWithShape="0">
                  <a:schemeClr val="accent2">
                    <a:alpha val="40000"/>
                  </a:schemeClr>
                </a:outerShdw>
              </a:effectLst>
            </p:spPr>
            <p:txBody>
              <a:bodyPr wrap="none" rtlCol="0" anchor="ctr"/>
              <a:lstStyle/>
              <a:p>
                <a:pPr algn="ctr"/>
                <a:r>
                  <a:rPr lang="en-US" altLang="zh-CN" sz="1400" b="1" dirty="0">
                    <a:solidFill>
                      <a:srgbClr val="FFFFFF"/>
                    </a:solidFill>
                  </a:rPr>
                  <a:t>02</a:t>
                </a:r>
              </a:p>
            </p:txBody>
          </p:sp>
          <p:sp>
            <p:nvSpPr>
              <p:cNvPr id="24" name="Text2">
                <a:extLst>
                  <a:ext uri="{FF2B5EF4-FFF2-40B4-BE49-F238E27FC236}">
                    <a16:creationId xmlns:a16="http://schemas.microsoft.com/office/drawing/2014/main" id="{1B1FD11E-A584-C0F0-C734-2777AF7D0889}"/>
                  </a:ext>
                </a:extLst>
              </p:cNvPr>
              <p:cNvSpPr/>
              <p:nvPr/>
            </p:nvSpPr>
            <p:spPr>
              <a:xfrm>
                <a:off x="3574896" y="4733623"/>
                <a:ext cx="2071545" cy="924603"/>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numCol="1" spcCol="0" rtlCol="0" fromWordArt="0" anchor="t" anchorCtr="1" forceAA="0" compatLnSpc="1">
                <a:normAutofit/>
              </a:bodyPr>
              <a:lstStyle/>
              <a:p>
                <a:pPr algn="ctr"/>
                <a:r>
                  <a:rPr lang="zh-CN" altLang="en-US" sz="1200" dirty="0">
                    <a:solidFill>
                      <a:schemeClr val="tx1"/>
                    </a:solidFill>
                  </a:rPr>
                  <a:t>图标语言的艺术与功能</a:t>
                </a:r>
                <a:endParaRPr lang="en-US" altLang="zh-CN" sz="1200" dirty="0">
                  <a:solidFill>
                    <a:schemeClr val="tx1"/>
                  </a:solidFill>
                </a:endParaRPr>
              </a:p>
            </p:txBody>
          </p:sp>
        </p:grpSp>
        <p:grpSp>
          <p:nvGrpSpPr>
            <p:cNvPr id="78" name="组合 77">
              <a:extLst>
                <a:ext uri="{FF2B5EF4-FFF2-40B4-BE49-F238E27FC236}">
                  <a16:creationId xmlns:a16="http://schemas.microsoft.com/office/drawing/2014/main" id="{E9CB261C-A9D6-2E51-BC26-1FDDCD2B13E0}"/>
                </a:ext>
              </a:extLst>
            </p:cNvPr>
            <p:cNvGrpSpPr/>
            <p:nvPr/>
          </p:nvGrpSpPr>
          <p:grpSpPr>
            <a:xfrm>
              <a:off x="6507955" y="2347041"/>
              <a:ext cx="2071545" cy="3343420"/>
              <a:chOff x="6507955" y="2347041"/>
              <a:chExt cx="2071545" cy="3343420"/>
            </a:xfrm>
          </p:grpSpPr>
          <p:grpSp>
            <p:nvGrpSpPr>
              <p:cNvPr id="4" name="组合 3">
                <a:extLst>
                  <a:ext uri="{FF2B5EF4-FFF2-40B4-BE49-F238E27FC236}">
                    <a16:creationId xmlns:a16="http://schemas.microsoft.com/office/drawing/2014/main" id="{523B7282-95CD-E947-0E99-A9004F6D84F6}"/>
                  </a:ext>
                </a:extLst>
              </p:cNvPr>
              <p:cNvGrpSpPr/>
              <p:nvPr/>
            </p:nvGrpSpPr>
            <p:grpSpPr>
              <a:xfrm>
                <a:off x="7322094" y="2545460"/>
                <a:ext cx="443266" cy="1028356"/>
                <a:chOff x="7322094" y="2995402"/>
                <a:chExt cx="443266" cy="1028356"/>
              </a:xfrm>
            </p:grpSpPr>
            <p:sp>
              <p:nvSpPr>
                <p:cNvPr id="64" name="任意多边形: 形状 63">
                  <a:extLst>
                    <a:ext uri="{FF2B5EF4-FFF2-40B4-BE49-F238E27FC236}">
                      <a16:creationId xmlns:a16="http://schemas.microsoft.com/office/drawing/2014/main" id="{CA6D7D7D-55FB-A0C2-1A12-763E764A8F8E}"/>
                    </a:ext>
                  </a:extLst>
                </p:cNvPr>
                <p:cNvSpPr/>
                <p:nvPr/>
              </p:nvSpPr>
              <p:spPr>
                <a:xfrm>
                  <a:off x="7392937" y="2996016"/>
                  <a:ext cx="301401" cy="595650"/>
                </a:xfrm>
                <a:custGeom>
                  <a:avLst/>
                  <a:gdLst>
                    <a:gd name="connsiteX0" fmla="*/ 213649 w 220851"/>
                    <a:gd name="connsiteY0" fmla="*/ 436330 h 436461"/>
                    <a:gd name="connsiteX1" fmla="*/ 5242 w 220851"/>
                    <a:gd name="connsiteY1" fmla="*/ 436330 h 436461"/>
                    <a:gd name="connsiteX2" fmla="*/ -949 w 220851"/>
                    <a:gd name="connsiteY2" fmla="*/ 430139 h 436461"/>
                    <a:gd name="connsiteX3" fmla="*/ -949 w 220851"/>
                    <a:gd name="connsiteY3" fmla="*/ 259927 h 436461"/>
                    <a:gd name="connsiteX4" fmla="*/ 72299 w 220851"/>
                    <a:gd name="connsiteY4" fmla="*/ 29708 h 436461"/>
                    <a:gd name="connsiteX5" fmla="*/ 85348 w 220851"/>
                    <a:gd name="connsiteY5" fmla="*/ 11515 h 436461"/>
                    <a:gd name="connsiteX6" fmla="*/ 88682 w 220851"/>
                    <a:gd name="connsiteY6" fmla="*/ 7991 h 436461"/>
                    <a:gd name="connsiteX7" fmla="*/ 128591 w 220851"/>
                    <a:gd name="connsiteY7" fmla="*/ 7991 h 436461"/>
                    <a:gd name="connsiteX8" fmla="*/ 131353 w 220851"/>
                    <a:gd name="connsiteY8" fmla="*/ 10753 h 436461"/>
                    <a:gd name="connsiteX9" fmla="*/ 146402 w 220851"/>
                    <a:gd name="connsiteY9" fmla="*/ 29231 h 436461"/>
                    <a:gd name="connsiteX10" fmla="*/ 219841 w 220851"/>
                    <a:gd name="connsiteY10" fmla="*/ 257831 h 436461"/>
                    <a:gd name="connsiteX11" fmla="*/ 219841 w 220851"/>
                    <a:gd name="connsiteY11" fmla="*/ 429281 h 436461"/>
                    <a:gd name="connsiteX12" fmla="*/ 214602 w 220851"/>
                    <a:gd name="connsiteY12" fmla="*/ 436273 h 436461"/>
                    <a:gd name="connsiteX13" fmla="*/ 213649 w 220851"/>
                    <a:gd name="connsiteY13" fmla="*/ 436330 h 436461"/>
                    <a:gd name="connsiteX14" fmla="*/ 11434 w 220851"/>
                    <a:gd name="connsiteY14" fmla="*/ 423947 h 436461"/>
                    <a:gd name="connsiteX15" fmla="*/ 207458 w 220851"/>
                    <a:gd name="connsiteY15" fmla="*/ 423947 h 436461"/>
                    <a:gd name="connsiteX16" fmla="*/ 207458 w 220851"/>
                    <a:gd name="connsiteY16" fmla="*/ 258594 h 436461"/>
                    <a:gd name="connsiteX17" fmla="*/ 136593 w 220851"/>
                    <a:gd name="connsiteY17" fmla="*/ 37328 h 436461"/>
                    <a:gd name="connsiteX18" fmla="*/ 122019 w 220851"/>
                    <a:gd name="connsiteY18" fmla="*/ 19421 h 436461"/>
                    <a:gd name="connsiteX19" fmla="*/ 120019 w 220851"/>
                    <a:gd name="connsiteY19" fmla="*/ 17421 h 436461"/>
                    <a:gd name="connsiteX20" fmla="*/ 97350 w 220851"/>
                    <a:gd name="connsiteY20" fmla="*/ 17421 h 436461"/>
                    <a:gd name="connsiteX21" fmla="*/ 94968 w 220851"/>
                    <a:gd name="connsiteY21" fmla="*/ 19897 h 436461"/>
                    <a:gd name="connsiteX22" fmla="*/ 82395 w 220851"/>
                    <a:gd name="connsiteY22" fmla="*/ 37518 h 436461"/>
                    <a:gd name="connsiteX23" fmla="*/ 11434 w 220851"/>
                    <a:gd name="connsiteY23" fmla="*/ 260499 h 4364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0851" h="436461">
                      <a:moveTo>
                        <a:pt x="213649" y="436330"/>
                      </a:moveTo>
                      <a:lnTo>
                        <a:pt x="5242" y="436330"/>
                      </a:lnTo>
                      <a:cubicBezTo>
                        <a:pt x="1814" y="436330"/>
                        <a:pt x="-949" y="433559"/>
                        <a:pt x="-949" y="430139"/>
                      </a:cubicBezTo>
                      <a:lnTo>
                        <a:pt x="-949" y="259927"/>
                      </a:lnTo>
                      <a:cubicBezTo>
                        <a:pt x="-1140" y="177431"/>
                        <a:pt x="24483" y="96935"/>
                        <a:pt x="72299" y="29708"/>
                      </a:cubicBezTo>
                      <a:lnTo>
                        <a:pt x="85348" y="11515"/>
                      </a:lnTo>
                      <a:lnTo>
                        <a:pt x="88682" y="7991"/>
                      </a:lnTo>
                      <a:cubicBezTo>
                        <a:pt x="99826" y="-2839"/>
                        <a:pt x="117447" y="-2839"/>
                        <a:pt x="128591" y="7991"/>
                      </a:cubicBezTo>
                      <a:cubicBezTo>
                        <a:pt x="129544" y="8867"/>
                        <a:pt x="130496" y="9781"/>
                        <a:pt x="131353" y="10753"/>
                      </a:cubicBezTo>
                      <a:lnTo>
                        <a:pt x="146402" y="29231"/>
                      </a:lnTo>
                      <a:cubicBezTo>
                        <a:pt x="193743" y="96078"/>
                        <a:pt x="219460" y="175897"/>
                        <a:pt x="219841" y="257831"/>
                      </a:cubicBezTo>
                      <a:lnTo>
                        <a:pt x="219841" y="429281"/>
                      </a:lnTo>
                      <a:cubicBezTo>
                        <a:pt x="220316" y="432673"/>
                        <a:pt x="217935" y="435797"/>
                        <a:pt x="214602" y="436273"/>
                      </a:cubicBezTo>
                      <a:cubicBezTo>
                        <a:pt x="214222" y="436311"/>
                        <a:pt x="213935" y="436330"/>
                        <a:pt x="213649" y="436330"/>
                      </a:cubicBezTo>
                      <a:close/>
                      <a:moveTo>
                        <a:pt x="11434" y="423947"/>
                      </a:moveTo>
                      <a:lnTo>
                        <a:pt x="207458" y="423947"/>
                      </a:lnTo>
                      <a:lnTo>
                        <a:pt x="207458" y="258594"/>
                      </a:lnTo>
                      <a:cubicBezTo>
                        <a:pt x="207172" y="179308"/>
                        <a:pt x="182407" y="102041"/>
                        <a:pt x="136593" y="37328"/>
                      </a:cubicBezTo>
                      <a:lnTo>
                        <a:pt x="122019" y="19421"/>
                      </a:lnTo>
                      <a:lnTo>
                        <a:pt x="120019" y="17421"/>
                      </a:lnTo>
                      <a:cubicBezTo>
                        <a:pt x="113732" y="11201"/>
                        <a:pt x="103635" y="11201"/>
                        <a:pt x="97350" y="17421"/>
                      </a:cubicBezTo>
                      <a:lnTo>
                        <a:pt x="94968" y="19897"/>
                      </a:lnTo>
                      <a:lnTo>
                        <a:pt x="82395" y="37518"/>
                      </a:lnTo>
                      <a:cubicBezTo>
                        <a:pt x="36103" y="102622"/>
                        <a:pt x="11243" y="180593"/>
                        <a:pt x="11434" y="260499"/>
                      </a:cubicBezTo>
                      <a:close/>
                    </a:path>
                  </a:pathLst>
                </a:custGeom>
                <a:solidFill>
                  <a:schemeClr val="accent1"/>
                </a:solidFill>
                <a:ln w="9525" cap="flat">
                  <a:noFill/>
                  <a:prstDash val="solid"/>
                  <a:miter/>
                </a:ln>
              </p:spPr>
              <p:txBody>
                <a:bodyPr rtlCol="0" anchor="ctr"/>
                <a:lstStyle/>
                <a:p>
                  <a:endParaRPr lang="zh-CN" altLang="en-US"/>
                </a:p>
              </p:txBody>
            </p:sp>
            <p:sp>
              <p:nvSpPr>
                <p:cNvPr id="65" name="任意多边形: 形状 64">
                  <a:extLst>
                    <a:ext uri="{FF2B5EF4-FFF2-40B4-BE49-F238E27FC236}">
                      <a16:creationId xmlns:a16="http://schemas.microsoft.com/office/drawing/2014/main" id="{F2D31AEA-4456-26DB-EDFC-530AC0F4CE25}"/>
                    </a:ext>
                  </a:extLst>
                </p:cNvPr>
                <p:cNvSpPr/>
                <p:nvPr/>
              </p:nvSpPr>
              <p:spPr>
                <a:xfrm>
                  <a:off x="7677357" y="3480025"/>
                  <a:ext cx="88003" cy="159089"/>
                </a:xfrm>
                <a:custGeom>
                  <a:avLst/>
                  <a:gdLst>
                    <a:gd name="connsiteX0" fmla="*/ 57438 w 64484"/>
                    <a:gd name="connsiteY0" fmla="*/ 116441 h 116572"/>
                    <a:gd name="connsiteX1" fmla="*/ 5241 w 64484"/>
                    <a:gd name="connsiteY1" fmla="*/ 116441 h 116572"/>
                    <a:gd name="connsiteX2" fmla="*/ -950 w 64484"/>
                    <a:gd name="connsiteY2" fmla="*/ 110249 h 116572"/>
                    <a:gd name="connsiteX3" fmla="*/ -950 w 64484"/>
                    <a:gd name="connsiteY3" fmla="*/ 6046 h 116572"/>
                    <a:gd name="connsiteX4" fmla="*/ 2860 w 64484"/>
                    <a:gd name="connsiteY4" fmla="*/ 331 h 116572"/>
                    <a:gd name="connsiteX5" fmla="*/ 9622 w 64484"/>
                    <a:gd name="connsiteY5" fmla="*/ 1665 h 116572"/>
                    <a:gd name="connsiteX6" fmla="*/ 61725 w 64484"/>
                    <a:gd name="connsiteY6" fmla="*/ 53766 h 116572"/>
                    <a:gd name="connsiteX7" fmla="*/ 63534 w 64484"/>
                    <a:gd name="connsiteY7" fmla="*/ 58148 h 116572"/>
                    <a:gd name="connsiteX8" fmla="*/ 63534 w 64484"/>
                    <a:gd name="connsiteY8" fmla="*/ 110249 h 116572"/>
                    <a:gd name="connsiteX9" fmla="*/ 57438 w 64484"/>
                    <a:gd name="connsiteY9" fmla="*/ 116441 h 116572"/>
                    <a:gd name="connsiteX10" fmla="*/ 11528 w 64484"/>
                    <a:gd name="connsiteY10" fmla="*/ 104059 h 116572"/>
                    <a:gd name="connsiteX11" fmla="*/ 51247 w 64484"/>
                    <a:gd name="connsiteY11" fmla="*/ 104059 h 116572"/>
                    <a:gd name="connsiteX12" fmla="*/ 51247 w 64484"/>
                    <a:gd name="connsiteY12" fmla="*/ 60720 h 116572"/>
                    <a:gd name="connsiteX13" fmla="*/ 11528 w 64484"/>
                    <a:gd name="connsiteY13" fmla="*/ 21000 h 116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484" h="116572">
                      <a:moveTo>
                        <a:pt x="57438" y="116441"/>
                      </a:moveTo>
                      <a:lnTo>
                        <a:pt x="5241" y="116441"/>
                      </a:lnTo>
                      <a:cubicBezTo>
                        <a:pt x="1812" y="116441"/>
                        <a:pt x="-950" y="113669"/>
                        <a:pt x="-950" y="110249"/>
                      </a:cubicBezTo>
                      <a:lnTo>
                        <a:pt x="-950" y="6046"/>
                      </a:lnTo>
                      <a:cubicBezTo>
                        <a:pt x="-950" y="3551"/>
                        <a:pt x="574" y="1312"/>
                        <a:pt x="2860" y="331"/>
                      </a:cubicBezTo>
                      <a:cubicBezTo>
                        <a:pt x="5146" y="-612"/>
                        <a:pt x="7813" y="-88"/>
                        <a:pt x="9622" y="1665"/>
                      </a:cubicBezTo>
                      <a:lnTo>
                        <a:pt x="61725" y="53766"/>
                      </a:lnTo>
                      <a:cubicBezTo>
                        <a:pt x="62868" y="54919"/>
                        <a:pt x="63534" y="56500"/>
                        <a:pt x="63534" y="58148"/>
                      </a:cubicBezTo>
                      <a:lnTo>
                        <a:pt x="63534" y="110249"/>
                      </a:lnTo>
                      <a:cubicBezTo>
                        <a:pt x="63534" y="113631"/>
                        <a:pt x="60867" y="116393"/>
                        <a:pt x="57438" y="116441"/>
                      </a:cubicBezTo>
                      <a:close/>
                      <a:moveTo>
                        <a:pt x="11528" y="104059"/>
                      </a:moveTo>
                      <a:lnTo>
                        <a:pt x="51247" y="104059"/>
                      </a:lnTo>
                      <a:lnTo>
                        <a:pt x="51247" y="60720"/>
                      </a:lnTo>
                      <a:lnTo>
                        <a:pt x="11528" y="21000"/>
                      </a:lnTo>
                      <a:close/>
                    </a:path>
                  </a:pathLst>
                </a:custGeom>
                <a:solidFill>
                  <a:schemeClr val="accent1"/>
                </a:solidFill>
                <a:ln w="9525" cap="flat">
                  <a:noFill/>
                  <a:prstDash val="solid"/>
                  <a:miter/>
                </a:ln>
              </p:spPr>
              <p:txBody>
                <a:bodyPr rtlCol="0" anchor="ctr"/>
                <a:lstStyle/>
                <a:p>
                  <a:endParaRPr lang="zh-CN" altLang="en-US"/>
                </a:p>
              </p:txBody>
            </p:sp>
            <p:sp>
              <p:nvSpPr>
                <p:cNvPr id="66" name="任意多边形: 形状 65">
                  <a:extLst>
                    <a:ext uri="{FF2B5EF4-FFF2-40B4-BE49-F238E27FC236}">
                      <a16:creationId xmlns:a16="http://schemas.microsoft.com/office/drawing/2014/main" id="{E0B762DB-97D0-3EAF-68FB-FB61E8A82C0A}"/>
                    </a:ext>
                  </a:extLst>
                </p:cNvPr>
                <p:cNvSpPr/>
                <p:nvPr/>
              </p:nvSpPr>
              <p:spPr>
                <a:xfrm>
                  <a:off x="7440472" y="3670052"/>
                  <a:ext cx="206955" cy="87483"/>
                </a:xfrm>
                <a:custGeom>
                  <a:avLst/>
                  <a:gdLst>
                    <a:gd name="connsiteX0" fmla="*/ 144338 w 151646"/>
                    <a:gd name="connsiteY0" fmla="*/ 63971 h 64103"/>
                    <a:gd name="connsiteX1" fmla="*/ 5273 w 151646"/>
                    <a:gd name="connsiteY1" fmla="*/ 63971 h 64103"/>
                    <a:gd name="connsiteX2" fmla="*/ -918 w 151646"/>
                    <a:gd name="connsiteY2" fmla="*/ 57780 h 64103"/>
                    <a:gd name="connsiteX3" fmla="*/ 7845 w 151646"/>
                    <a:gd name="connsiteY3" fmla="*/ 22443 h 64103"/>
                    <a:gd name="connsiteX4" fmla="*/ 17370 w 151646"/>
                    <a:gd name="connsiteY4" fmla="*/ 3393 h 64103"/>
                    <a:gd name="connsiteX5" fmla="*/ 22894 w 151646"/>
                    <a:gd name="connsiteY5" fmla="*/ -132 h 64103"/>
                    <a:gd name="connsiteX6" fmla="*/ 127097 w 151646"/>
                    <a:gd name="connsiteY6" fmla="*/ -132 h 64103"/>
                    <a:gd name="connsiteX7" fmla="*/ 132718 w 151646"/>
                    <a:gd name="connsiteY7" fmla="*/ 3393 h 64103"/>
                    <a:gd name="connsiteX8" fmla="*/ 142243 w 151646"/>
                    <a:gd name="connsiteY8" fmla="*/ 23395 h 64103"/>
                    <a:gd name="connsiteX9" fmla="*/ 150625 w 151646"/>
                    <a:gd name="connsiteY9" fmla="*/ 56638 h 64103"/>
                    <a:gd name="connsiteX10" fmla="*/ 150625 w 151646"/>
                    <a:gd name="connsiteY10" fmla="*/ 58161 h 64103"/>
                    <a:gd name="connsiteX11" fmla="*/ 144338 w 151646"/>
                    <a:gd name="connsiteY11" fmla="*/ 63971 h 64103"/>
                    <a:gd name="connsiteX12" fmla="*/ 11654 w 151646"/>
                    <a:gd name="connsiteY12" fmla="*/ 51589 h 64103"/>
                    <a:gd name="connsiteX13" fmla="*/ 137671 w 151646"/>
                    <a:gd name="connsiteY13" fmla="*/ 51589 h 64103"/>
                    <a:gd name="connsiteX14" fmla="*/ 130812 w 151646"/>
                    <a:gd name="connsiteY14" fmla="*/ 28443 h 64103"/>
                    <a:gd name="connsiteX15" fmla="*/ 122907 w 151646"/>
                    <a:gd name="connsiteY15" fmla="*/ 11870 h 64103"/>
                    <a:gd name="connsiteX16" fmla="*/ 26418 w 151646"/>
                    <a:gd name="connsiteY16" fmla="*/ 11870 h 64103"/>
                    <a:gd name="connsiteX17" fmla="*/ 18608 w 151646"/>
                    <a:gd name="connsiteY17" fmla="*/ 28348 h 64103"/>
                    <a:gd name="connsiteX18" fmla="*/ 11654 w 151646"/>
                    <a:gd name="connsiteY18" fmla="*/ 51589 h 64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1646" h="64103">
                      <a:moveTo>
                        <a:pt x="144338" y="63971"/>
                      </a:moveTo>
                      <a:lnTo>
                        <a:pt x="5273" y="63971"/>
                      </a:lnTo>
                      <a:cubicBezTo>
                        <a:pt x="1844" y="63971"/>
                        <a:pt x="-918" y="61200"/>
                        <a:pt x="-918" y="57780"/>
                      </a:cubicBezTo>
                      <a:cubicBezTo>
                        <a:pt x="-1300" y="45417"/>
                        <a:pt x="1749" y="33196"/>
                        <a:pt x="7845" y="22443"/>
                      </a:cubicBezTo>
                      <a:lnTo>
                        <a:pt x="17370" y="3393"/>
                      </a:lnTo>
                      <a:cubicBezTo>
                        <a:pt x="18418" y="1240"/>
                        <a:pt x="20513" y="-132"/>
                        <a:pt x="22894" y="-132"/>
                      </a:cubicBezTo>
                      <a:lnTo>
                        <a:pt x="127097" y="-132"/>
                      </a:lnTo>
                      <a:cubicBezTo>
                        <a:pt x="129478" y="-141"/>
                        <a:pt x="131670" y="1230"/>
                        <a:pt x="132718" y="3393"/>
                      </a:cubicBezTo>
                      <a:lnTo>
                        <a:pt x="142243" y="23395"/>
                      </a:lnTo>
                      <a:cubicBezTo>
                        <a:pt x="147481" y="33710"/>
                        <a:pt x="150339" y="45074"/>
                        <a:pt x="150625" y="56638"/>
                      </a:cubicBezTo>
                      <a:cubicBezTo>
                        <a:pt x="150720" y="57142"/>
                        <a:pt x="150720" y="57657"/>
                        <a:pt x="150625" y="58161"/>
                      </a:cubicBezTo>
                      <a:cubicBezTo>
                        <a:pt x="150339" y="61448"/>
                        <a:pt x="147672" y="63981"/>
                        <a:pt x="144338" y="63971"/>
                      </a:cubicBezTo>
                      <a:close/>
                      <a:moveTo>
                        <a:pt x="11654" y="51589"/>
                      </a:moveTo>
                      <a:lnTo>
                        <a:pt x="137671" y="51589"/>
                      </a:lnTo>
                      <a:cubicBezTo>
                        <a:pt x="136813" y="43521"/>
                        <a:pt x="134527" y="35673"/>
                        <a:pt x="130812" y="28443"/>
                      </a:cubicBezTo>
                      <a:lnTo>
                        <a:pt x="122907" y="11870"/>
                      </a:lnTo>
                      <a:lnTo>
                        <a:pt x="26418" y="11870"/>
                      </a:lnTo>
                      <a:lnTo>
                        <a:pt x="18608" y="28348"/>
                      </a:lnTo>
                      <a:cubicBezTo>
                        <a:pt x="14608" y="35473"/>
                        <a:pt x="12226" y="43417"/>
                        <a:pt x="11654" y="51589"/>
                      </a:cubicBezTo>
                      <a:close/>
                    </a:path>
                  </a:pathLst>
                </a:custGeom>
                <a:solidFill>
                  <a:schemeClr val="accent1"/>
                </a:solidFill>
                <a:ln w="9525" cap="flat">
                  <a:noFill/>
                  <a:prstDash val="solid"/>
                  <a:miter/>
                </a:ln>
              </p:spPr>
              <p:txBody>
                <a:bodyPr rtlCol="0" anchor="ctr"/>
                <a:lstStyle/>
                <a:p>
                  <a:endParaRPr lang="zh-CN" altLang="en-US"/>
                </a:p>
              </p:txBody>
            </p:sp>
            <p:sp>
              <p:nvSpPr>
                <p:cNvPr id="67" name="任意多边形: 形状 66">
                  <a:extLst>
                    <a:ext uri="{FF2B5EF4-FFF2-40B4-BE49-F238E27FC236}">
                      <a16:creationId xmlns:a16="http://schemas.microsoft.com/office/drawing/2014/main" id="{B76E3A3D-B4C7-042D-E315-D1C80C185023}"/>
                    </a:ext>
                  </a:extLst>
                </p:cNvPr>
                <p:cNvSpPr/>
                <p:nvPr/>
              </p:nvSpPr>
              <p:spPr>
                <a:xfrm>
                  <a:off x="7322094" y="3480051"/>
                  <a:ext cx="87873" cy="159063"/>
                </a:xfrm>
                <a:custGeom>
                  <a:avLst/>
                  <a:gdLst>
                    <a:gd name="connsiteX0" fmla="*/ 57247 w 64389"/>
                    <a:gd name="connsiteY0" fmla="*/ 116422 h 116553"/>
                    <a:gd name="connsiteX1" fmla="*/ 5241 w 64389"/>
                    <a:gd name="connsiteY1" fmla="*/ 116422 h 116553"/>
                    <a:gd name="connsiteX2" fmla="*/ -950 w 64389"/>
                    <a:gd name="connsiteY2" fmla="*/ 110231 h 116553"/>
                    <a:gd name="connsiteX3" fmla="*/ -950 w 64389"/>
                    <a:gd name="connsiteY3" fmla="*/ 58129 h 116553"/>
                    <a:gd name="connsiteX4" fmla="*/ 859 w 64389"/>
                    <a:gd name="connsiteY4" fmla="*/ 53747 h 116553"/>
                    <a:gd name="connsiteX5" fmla="*/ 52866 w 64389"/>
                    <a:gd name="connsiteY5" fmla="*/ 1646 h 116553"/>
                    <a:gd name="connsiteX6" fmla="*/ 59629 w 64389"/>
                    <a:gd name="connsiteY6" fmla="*/ 312 h 116553"/>
                    <a:gd name="connsiteX7" fmla="*/ 63439 w 64389"/>
                    <a:gd name="connsiteY7" fmla="*/ 6027 h 116553"/>
                    <a:gd name="connsiteX8" fmla="*/ 63439 w 64389"/>
                    <a:gd name="connsiteY8" fmla="*/ 110231 h 116553"/>
                    <a:gd name="connsiteX9" fmla="*/ 57247 w 64389"/>
                    <a:gd name="connsiteY9" fmla="*/ 116422 h 116553"/>
                    <a:gd name="connsiteX10" fmla="*/ 11432 w 64389"/>
                    <a:gd name="connsiteY10" fmla="*/ 104040 h 116553"/>
                    <a:gd name="connsiteX11" fmla="*/ 51056 w 64389"/>
                    <a:gd name="connsiteY11" fmla="*/ 104040 h 116553"/>
                    <a:gd name="connsiteX12" fmla="*/ 51056 w 64389"/>
                    <a:gd name="connsiteY12" fmla="*/ 20981 h 116553"/>
                    <a:gd name="connsiteX13" fmla="*/ 11432 w 64389"/>
                    <a:gd name="connsiteY13" fmla="*/ 60701 h 116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389" h="116553">
                      <a:moveTo>
                        <a:pt x="57247" y="116422"/>
                      </a:moveTo>
                      <a:lnTo>
                        <a:pt x="5241" y="116422"/>
                      </a:lnTo>
                      <a:cubicBezTo>
                        <a:pt x="1812" y="116422"/>
                        <a:pt x="-950" y="113650"/>
                        <a:pt x="-950" y="110231"/>
                      </a:cubicBezTo>
                      <a:lnTo>
                        <a:pt x="-950" y="58129"/>
                      </a:lnTo>
                      <a:cubicBezTo>
                        <a:pt x="-950" y="56482"/>
                        <a:pt x="-284" y="54900"/>
                        <a:pt x="859" y="53747"/>
                      </a:cubicBezTo>
                      <a:lnTo>
                        <a:pt x="52866" y="1646"/>
                      </a:lnTo>
                      <a:cubicBezTo>
                        <a:pt x="54676" y="-78"/>
                        <a:pt x="57343" y="-602"/>
                        <a:pt x="59629" y="312"/>
                      </a:cubicBezTo>
                      <a:cubicBezTo>
                        <a:pt x="61915" y="1294"/>
                        <a:pt x="63439" y="3532"/>
                        <a:pt x="63439" y="6027"/>
                      </a:cubicBezTo>
                      <a:lnTo>
                        <a:pt x="63439" y="110231"/>
                      </a:lnTo>
                      <a:cubicBezTo>
                        <a:pt x="63439" y="113650"/>
                        <a:pt x="60676" y="116422"/>
                        <a:pt x="57247" y="116422"/>
                      </a:cubicBezTo>
                      <a:close/>
                      <a:moveTo>
                        <a:pt x="11432" y="104040"/>
                      </a:moveTo>
                      <a:lnTo>
                        <a:pt x="51056" y="104040"/>
                      </a:lnTo>
                      <a:lnTo>
                        <a:pt x="51056" y="20981"/>
                      </a:lnTo>
                      <a:lnTo>
                        <a:pt x="11432" y="60701"/>
                      </a:lnTo>
                      <a:close/>
                    </a:path>
                  </a:pathLst>
                </a:custGeom>
                <a:solidFill>
                  <a:schemeClr val="accent1"/>
                </a:solidFill>
                <a:ln w="9525" cap="flat">
                  <a:noFill/>
                  <a:prstDash val="solid"/>
                  <a:miter/>
                </a:ln>
              </p:spPr>
              <p:txBody>
                <a:bodyPr rtlCol="0" anchor="ctr"/>
                <a:lstStyle/>
                <a:p>
                  <a:endParaRPr lang="zh-CN" altLang="en-US"/>
                </a:p>
              </p:txBody>
            </p:sp>
            <p:sp>
              <p:nvSpPr>
                <p:cNvPr id="68" name="任意多边形: 形状 67">
                  <a:extLst>
                    <a:ext uri="{FF2B5EF4-FFF2-40B4-BE49-F238E27FC236}">
                      <a16:creationId xmlns:a16="http://schemas.microsoft.com/office/drawing/2014/main" id="{0039B354-4811-9FA9-DF89-C64D733797B3}"/>
                    </a:ext>
                  </a:extLst>
                </p:cNvPr>
                <p:cNvSpPr/>
                <p:nvPr/>
              </p:nvSpPr>
              <p:spPr>
                <a:xfrm>
                  <a:off x="7450129" y="3277229"/>
                  <a:ext cx="185356" cy="185361"/>
                </a:xfrm>
                <a:custGeom>
                  <a:avLst/>
                  <a:gdLst>
                    <a:gd name="connsiteX0" fmla="*/ 67633 w 135819"/>
                    <a:gd name="connsiteY0" fmla="*/ 135689 h 135823"/>
                    <a:gd name="connsiteX1" fmla="*/ -947 w 135819"/>
                    <a:gd name="connsiteY1" fmla="*/ 68471 h 135823"/>
                    <a:gd name="connsiteX2" fmla="*/ 66205 w 135819"/>
                    <a:gd name="connsiteY2" fmla="*/ -128 h 135823"/>
                    <a:gd name="connsiteX3" fmla="*/ 115258 w 135819"/>
                    <a:gd name="connsiteY3" fmla="*/ 20056 h 135823"/>
                    <a:gd name="connsiteX4" fmla="*/ 114687 w 135819"/>
                    <a:gd name="connsiteY4" fmla="*/ 116096 h 135823"/>
                    <a:gd name="connsiteX5" fmla="*/ 67633 w 135819"/>
                    <a:gd name="connsiteY5" fmla="*/ 135689 h 135823"/>
                    <a:gd name="connsiteX6" fmla="*/ 67633 w 135819"/>
                    <a:gd name="connsiteY6" fmla="*/ 11864 h 135823"/>
                    <a:gd name="connsiteX7" fmla="*/ 11721 w 135819"/>
                    <a:gd name="connsiteY7" fmla="*/ 66966 h 135823"/>
                    <a:gd name="connsiteX8" fmla="*/ 66776 w 135819"/>
                    <a:gd name="connsiteY8" fmla="*/ 122925 h 135823"/>
                    <a:gd name="connsiteX9" fmla="*/ 122688 w 135819"/>
                    <a:gd name="connsiteY9" fmla="*/ 67823 h 135823"/>
                    <a:gd name="connsiteX10" fmla="*/ 106686 w 135819"/>
                    <a:gd name="connsiteY10" fmla="*/ 28342 h 135823"/>
                    <a:gd name="connsiteX11" fmla="*/ 67633 w 135819"/>
                    <a:gd name="connsiteY11" fmla="*/ 12340 h 135823"/>
                    <a:gd name="connsiteX12" fmla="*/ 67633 w 135819"/>
                    <a:gd name="connsiteY12" fmla="*/ 110638 h 135823"/>
                    <a:gd name="connsiteX13" fmla="*/ 24295 w 135819"/>
                    <a:gd name="connsiteY13" fmla="*/ 67204 h 135823"/>
                    <a:gd name="connsiteX14" fmla="*/ 37249 w 135819"/>
                    <a:gd name="connsiteY14" fmla="*/ 36914 h 135823"/>
                    <a:gd name="connsiteX15" fmla="*/ 98114 w 135819"/>
                    <a:gd name="connsiteY15" fmla="*/ 37372 h 135823"/>
                    <a:gd name="connsiteX16" fmla="*/ 97637 w 135819"/>
                    <a:gd name="connsiteY16" fmla="*/ 98255 h 135823"/>
                    <a:gd name="connsiteX17" fmla="*/ 67633 w 135819"/>
                    <a:gd name="connsiteY17" fmla="*/ 110638 h 135823"/>
                    <a:gd name="connsiteX18" fmla="*/ 67633 w 135819"/>
                    <a:gd name="connsiteY18" fmla="*/ 36438 h 135823"/>
                    <a:gd name="connsiteX19" fmla="*/ 36677 w 135819"/>
                    <a:gd name="connsiteY19" fmla="*/ 67299 h 135823"/>
                    <a:gd name="connsiteX20" fmla="*/ 67633 w 135819"/>
                    <a:gd name="connsiteY20" fmla="*/ 98255 h 135823"/>
                    <a:gd name="connsiteX21" fmla="*/ 98589 w 135819"/>
                    <a:gd name="connsiteY21" fmla="*/ 67299 h 135823"/>
                    <a:gd name="connsiteX22" fmla="*/ 67633 w 135819"/>
                    <a:gd name="connsiteY22" fmla="*/ 36438 h 135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819" h="135823">
                      <a:moveTo>
                        <a:pt x="67633" y="135689"/>
                      </a:moveTo>
                      <a:cubicBezTo>
                        <a:pt x="30105" y="136070"/>
                        <a:pt x="-565" y="105981"/>
                        <a:pt x="-947" y="68471"/>
                      </a:cubicBezTo>
                      <a:cubicBezTo>
                        <a:pt x="-1328" y="30971"/>
                        <a:pt x="28771" y="253"/>
                        <a:pt x="66205" y="-128"/>
                      </a:cubicBezTo>
                      <a:cubicBezTo>
                        <a:pt x="84683" y="-319"/>
                        <a:pt x="102304" y="6968"/>
                        <a:pt x="115258" y="20056"/>
                      </a:cubicBezTo>
                      <a:cubicBezTo>
                        <a:pt x="141642" y="46745"/>
                        <a:pt x="141358" y="89740"/>
                        <a:pt x="114687" y="116096"/>
                      </a:cubicBezTo>
                      <a:cubicBezTo>
                        <a:pt x="102113" y="128488"/>
                        <a:pt x="85255" y="135508"/>
                        <a:pt x="67633" y="135689"/>
                      </a:cubicBezTo>
                      <a:close/>
                      <a:moveTo>
                        <a:pt x="67633" y="11864"/>
                      </a:moveTo>
                      <a:cubicBezTo>
                        <a:pt x="36963" y="11626"/>
                        <a:pt x="11912" y="36295"/>
                        <a:pt x="11721" y="66966"/>
                      </a:cubicBezTo>
                      <a:cubicBezTo>
                        <a:pt x="11436" y="97636"/>
                        <a:pt x="36106" y="122687"/>
                        <a:pt x="66776" y="122925"/>
                      </a:cubicBezTo>
                      <a:cubicBezTo>
                        <a:pt x="97446" y="123154"/>
                        <a:pt x="122497" y="98484"/>
                        <a:pt x="122688" y="67823"/>
                      </a:cubicBezTo>
                      <a:cubicBezTo>
                        <a:pt x="122878" y="53050"/>
                        <a:pt x="117068" y="38839"/>
                        <a:pt x="106686" y="28342"/>
                      </a:cubicBezTo>
                      <a:cubicBezTo>
                        <a:pt x="96303" y="18017"/>
                        <a:pt x="82302" y="12254"/>
                        <a:pt x="67633" y="12340"/>
                      </a:cubicBezTo>
                      <a:close/>
                      <a:moveTo>
                        <a:pt x="67633" y="110638"/>
                      </a:moveTo>
                      <a:cubicBezTo>
                        <a:pt x="43820" y="110229"/>
                        <a:pt x="24676" y="91007"/>
                        <a:pt x="24295" y="67204"/>
                      </a:cubicBezTo>
                      <a:cubicBezTo>
                        <a:pt x="24486" y="55793"/>
                        <a:pt x="29057" y="44906"/>
                        <a:pt x="37249" y="36914"/>
                      </a:cubicBezTo>
                      <a:cubicBezTo>
                        <a:pt x="54204" y="20226"/>
                        <a:pt x="81445" y="20436"/>
                        <a:pt x="98114" y="37372"/>
                      </a:cubicBezTo>
                      <a:cubicBezTo>
                        <a:pt x="114782" y="54307"/>
                        <a:pt x="114592" y="81567"/>
                        <a:pt x="97637" y="98255"/>
                      </a:cubicBezTo>
                      <a:cubicBezTo>
                        <a:pt x="89636" y="106152"/>
                        <a:pt x="78873" y="110590"/>
                        <a:pt x="67633" y="110638"/>
                      </a:cubicBezTo>
                      <a:close/>
                      <a:moveTo>
                        <a:pt x="67633" y="36438"/>
                      </a:moveTo>
                      <a:cubicBezTo>
                        <a:pt x="50775" y="36838"/>
                        <a:pt x="37153" y="50411"/>
                        <a:pt x="36677" y="67299"/>
                      </a:cubicBezTo>
                      <a:cubicBezTo>
                        <a:pt x="36677" y="84396"/>
                        <a:pt x="50584" y="98255"/>
                        <a:pt x="67633" y="98255"/>
                      </a:cubicBezTo>
                      <a:cubicBezTo>
                        <a:pt x="84683" y="98255"/>
                        <a:pt x="98589" y="84396"/>
                        <a:pt x="98589" y="67299"/>
                      </a:cubicBezTo>
                      <a:cubicBezTo>
                        <a:pt x="98114" y="50411"/>
                        <a:pt x="84492" y="36838"/>
                        <a:pt x="67633" y="36438"/>
                      </a:cubicBezTo>
                      <a:close/>
                    </a:path>
                  </a:pathLst>
                </a:custGeom>
                <a:solidFill>
                  <a:schemeClr val="accent1"/>
                </a:solidFill>
                <a:ln w="9525" cap="flat">
                  <a:noFill/>
                  <a:prstDash val="solid"/>
                  <a:miter/>
                </a:ln>
              </p:spPr>
              <p:txBody>
                <a:bodyPr rtlCol="0" anchor="ctr"/>
                <a:lstStyle/>
                <a:p>
                  <a:endParaRPr lang="zh-CN" altLang="en-US"/>
                </a:p>
              </p:txBody>
            </p:sp>
            <p:sp>
              <p:nvSpPr>
                <p:cNvPr id="69" name="任意多边形: 形状 68">
                  <a:extLst>
                    <a:ext uri="{FF2B5EF4-FFF2-40B4-BE49-F238E27FC236}">
                      <a16:creationId xmlns:a16="http://schemas.microsoft.com/office/drawing/2014/main" id="{B334FD39-85CF-0451-EEDC-31DCE567FD90}"/>
                    </a:ext>
                  </a:extLst>
                </p:cNvPr>
                <p:cNvSpPr/>
                <p:nvPr/>
              </p:nvSpPr>
              <p:spPr>
                <a:xfrm>
                  <a:off x="7393068" y="3575679"/>
                  <a:ext cx="301192" cy="111404"/>
                </a:xfrm>
                <a:custGeom>
                  <a:avLst/>
                  <a:gdLst>
                    <a:gd name="connsiteX0" fmla="*/ 201551 w 220698"/>
                    <a:gd name="connsiteY0" fmla="*/ 81498 h 81631"/>
                    <a:gd name="connsiteX1" fmla="*/ 17434 w 220698"/>
                    <a:gd name="connsiteY1" fmla="*/ 81498 h 81631"/>
                    <a:gd name="connsiteX2" fmla="*/ -950 w 220698"/>
                    <a:gd name="connsiteY2" fmla="*/ 63686 h 81631"/>
                    <a:gd name="connsiteX3" fmla="*/ -950 w 220698"/>
                    <a:gd name="connsiteY3" fmla="*/ 63210 h 81631"/>
                    <a:gd name="connsiteX4" fmla="*/ -950 w 220698"/>
                    <a:gd name="connsiteY4" fmla="*/ 6060 h 81631"/>
                    <a:gd name="connsiteX5" fmla="*/ 5241 w 220698"/>
                    <a:gd name="connsiteY5" fmla="*/ -132 h 81631"/>
                    <a:gd name="connsiteX6" fmla="*/ 213553 w 220698"/>
                    <a:gd name="connsiteY6" fmla="*/ -132 h 81631"/>
                    <a:gd name="connsiteX7" fmla="*/ 219745 w 220698"/>
                    <a:gd name="connsiteY7" fmla="*/ 6060 h 81631"/>
                    <a:gd name="connsiteX8" fmla="*/ 219745 w 220698"/>
                    <a:gd name="connsiteY8" fmla="*/ 63210 h 81631"/>
                    <a:gd name="connsiteX9" fmla="*/ 202219 w 220698"/>
                    <a:gd name="connsiteY9" fmla="*/ 81498 h 81631"/>
                    <a:gd name="connsiteX10" fmla="*/ 201551 w 220698"/>
                    <a:gd name="connsiteY10" fmla="*/ 81498 h 81631"/>
                    <a:gd name="connsiteX11" fmla="*/ 11051 w 220698"/>
                    <a:gd name="connsiteY11" fmla="*/ 12061 h 81631"/>
                    <a:gd name="connsiteX12" fmla="*/ 11051 w 220698"/>
                    <a:gd name="connsiteY12" fmla="*/ 62448 h 81631"/>
                    <a:gd name="connsiteX13" fmla="*/ 16576 w 220698"/>
                    <a:gd name="connsiteY13" fmla="*/ 68353 h 81631"/>
                    <a:gd name="connsiteX14" fmla="*/ 17052 w 220698"/>
                    <a:gd name="connsiteY14" fmla="*/ 68353 h 81631"/>
                    <a:gd name="connsiteX15" fmla="*/ 201170 w 220698"/>
                    <a:gd name="connsiteY15" fmla="*/ 68353 h 81631"/>
                    <a:gd name="connsiteX16" fmla="*/ 207076 w 220698"/>
                    <a:gd name="connsiteY16" fmla="*/ 63038 h 81631"/>
                    <a:gd name="connsiteX17" fmla="*/ 207076 w 220698"/>
                    <a:gd name="connsiteY17" fmla="*/ 62448 h 81631"/>
                    <a:gd name="connsiteX18" fmla="*/ 207076 w 220698"/>
                    <a:gd name="connsiteY18" fmla="*/ 11298 h 816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0698" h="81631">
                      <a:moveTo>
                        <a:pt x="201551" y="81498"/>
                      </a:moveTo>
                      <a:lnTo>
                        <a:pt x="17434" y="81498"/>
                      </a:lnTo>
                      <a:cubicBezTo>
                        <a:pt x="7432" y="81660"/>
                        <a:pt x="-759" y="73687"/>
                        <a:pt x="-950" y="63686"/>
                      </a:cubicBezTo>
                      <a:cubicBezTo>
                        <a:pt x="-950" y="63534"/>
                        <a:pt x="-950" y="63371"/>
                        <a:pt x="-950" y="63210"/>
                      </a:cubicBezTo>
                      <a:lnTo>
                        <a:pt x="-950" y="6060"/>
                      </a:lnTo>
                      <a:cubicBezTo>
                        <a:pt x="-950" y="2640"/>
                        <a:pt x="1812" y="-132"/>
                        <a:pt x="5241" y="-132"/>
                      </a:cubicBezTo>
                      <a:lnTo>
                        <a:pt x="213553" y="-132"/>
                      </a:lnTo>
                      <a:cubicBezTo>
                        <a:pt x="216982" y="-132"/>
                        <a:pt x="219745" y="2640"/>
                        <a:pt x="219745" y="6060"/>
                      </a:cubicBezTo>
                      <a:lnTo>
                        <a:pt x="219745" y="63210"/>
                      </a:lnTo>
                      <a:cubicBezTo>
                        <a:pt x="219935" y="73096"/>
                        <a:pt x="212124" y="81288"/>
                        <a:pt x="202219" y="81498"/>
                      </a:cubicBezTo>
                      <a:cubicBezTo>
                        <a:pt x="202028" y="81498"/>
                        <a:pt x="201742" y="81498"/>
                        <a:pt x="201551" y="81498"/>
                      </a:cubicBezTo>
                      <a:close/>
                      <a:moveTo>
                        <a:pt x="11051" y="12061"/>
                      </a:moveTo>
                      <a:lnTo>
                        <a:pt x="11051" y="62448"/>
                      </a:lnTo>
                      <a:cubicBezTo>
                        <a:pt x="10956" y="65600"/>
                        <a:pt x="13433" y="68248"/>
                        <a:pt x="16576" y="68353"/>
                      </a:cubicBezTo>
                      <a:cubicBezTo>
                        <a:pt x="16766" y="68362"/>
                        <a:pt x="16862" y="68362"/>
                        <a:pt x="17052" y="68353"/>
                      </a:cubicBezTo>
                      <a:lnTo>
                        <a:pt x="201170" y="68353"/>
                      </a:lnTo>
                      <a:cubicBezTo>
                        <a:pt x="204314" y="68515"/>
                        <a:pt x="206886" y="66134"/>
                        <a:pt x="207076" y="63038"/>
                      </a:cubicBezTo>
                      <a:cubicBezTo>
                        <a:pt x="207076" y="62838"/>
                        <a:pt x="207076" y="62648"/>
                        <a:pt x="207076" y="62448"/>
                      </a:cubicBezTo>
                      <a:lnTo>
                        <a:pt x="207076" y="11298"/>
                      </a:lnTo>
                      <a:close/>
                    </a:path>
                  </a:pathLst>
                </a:custGeom>
                <a:solidFill>
                  <a:schemeClr val="accent1"/>
                </a:solidFill>
                <a:ln w="9525" cap="flat">
                  <a:noFill/>
                  <a:prstDash val="solid"/>
                  <a:miter/>
                </a:ln>
              </p:spPr>
              <p:txBody>
                <a:bodyPr rtlCol="0" anchor="ctr"/>
                <a:lstStyle/>
                <a:p>
                  <a:endParaRPr lang="zh-CN" altLang="en-US"/>
                </a:p>
              </p:txBody>
            </p:sp>
            <p:sp>
              <p:nvSpPr>
                <p:cNvPr id="70" name="任意多边形: 形状 69">
                  <a:extLst>
                    <a:ext uri="{FF2B5EF4-FFF2-40B4-BE49-F238E27FC236}">
                      <a16:creationId xmlns:a16="http://schemas.microsoft.com/office/drawing/2014/main" id="{FC09B24E-7FB8-C26C-46E5-EAF7C99D8D84}"/>
                    </a:ext>
                  </a:extLst>
                </p:cNvPr>
                <p:cNvSpPr/>
                <p:nvPr/>
              </p:nvSpPr>
              <p:spPr>
                <a:xfrm>
                  <a:off x="7421578" y="2995402"/>
                  <a:ext cx="244338" cy="193301"/>
                </a:xfrm>
                <a:custGeom>
                  <a:avLst/>
                  <a:gdLst>
                    <a:gd name="connsiteX0" fmla="*/ 171897 w 179038"/>
                    <a:gd name="connsiteY0" fmla="*/ 141505 h 141641"/>
                    <a:gd name="connsiteX1" fmla="*/ 5210 w 179038"/>
                    <a:gd name="connsiteY1" fmla="*/ 141505 h 141641"/>
                    <a:gd name="connsiteX2" fmla="*/ 258 w 179038"/>
                    <a:gd name="connsiteY2" fmla="*/ 138934 h 141641"/>
                    <a:gd name="connsiteX3" fmla="*/ -601 w 179038"/>
                    <a:gd name="connsiteY3" fmla="*/ 133409 h 141641"/>
                    <a:gd name="connsiteX4" fmla="*/ 51407 w 179038"/>
                    <a:gd name="connsiteY4" fmla="*/ 30158 h 141641"/>
                    <a:gd name="connsiteX5" fmla="*/ 65313 w 179038"/>
                    <a:gd name="connsiteY5" fmla="*/ 11108 h 141641"/>
                    <a:gd name="connsiteX6" fmla="*/ 65979 w 179038"/>
                    <a:gd name="connsiteY6" fmla="*/ 10346 h 141641"/>
                    <a:gd name="connsiteX7" fmla="*/ 66742 w 179038"/>
                    <a:gd name="connsiteY7" fmla="*/ 9679 h 141641"/>
                    <a:gd name="connsiteX8" fmla="*/ 68360 w 179038"/>
                    <a:gd name="connsiteY8" fmla="*/ 7965 h 141641"/>
                    <a:gd name="connsiteX9" fmla="*/ 109509 w 179038"/>
                    <a:gd name="connsiteY9" fmla="*/ 8632 h 141641"/>
                    <a:gd name="connsiteX10" fmla="*/ 112176 w 179038"/>
                    <a:gd name="connsiteY10" fmla="*/ 11394 h 141641"/>
                    <a:gd name="connsiteX11" fmla="*/ 125796 w 179038"/>
                    <a:gd name="connsiteY11" fmla="*/ 30444 h 141641"/>
                    <a:gd name="connsiteX12" fmla="*/ 177803 w 179038"/>
                    <a:gd name="connsiteY12" fmla="*/ 133695 h 141641"/>
                    <a:gd name="connsiteX13" fmla="*/ 176946 w 179038"/>
                    <a:gd name="connsiteY13" fmla="*/ 139219 h 141641"/>
                    <a:gd name="connsiteX14" fmla="*/ 171897 w 179038"/>
                    <a:gd name="connsiteY14" fmla="*/ 141505 h 141641"/>
                    <a:gd name="connsiteX15" fmla="*/ 13973 w 179038"/>
                    <a:gd name="connsiteY15" fmla="*/ 129123 h 141641"/>
                    <a:gd name="connsiteX16" fmla="*/ 163230 w 179038"/>
                    <a:gd name="connsiteY16" fmla="*/ 129123 h 141641"/>
                    <a:gd name="connsiteX17" fmla="*/ 115605 w 179038"/>
                    <a:gd name="connsiteY17" fmla="*/ 37207 h 141641"/>
                    <a:gd name="connsiteX18" fmla="*/ 101222 w 179038"/>
                    <a:gd name="connsiteY18" fmla="*/ 18157 h 141641"/>
                    <a:gd name="connsiteX19" fmla="*/ 78267 w 179038"/>
                    <a:gd name="connsiteY19" fmla="*/ 15947 h 141641"/>
                    <a:gd name="connsiteX20" fmla="*/ 77314 w 179038"/>
                    <a:gd name="connsiteY20" fmla="*/ 16823 h 141641"/>
                    <a:gd name="connsiteX21" fmla="*/ 75409 w 179038"/>
                    <a:gd name="connsiteY21" fmla="*/ 18728 h 141641"/>
                    <a:gd name="connsiteX22" fmla="*/ 75409 w 179038"/>
                    <a:gd name="connsiteY22" fmla="*/ 18728 h 141641"/>
                    <a:gd name="connsiteX23" fmla="*/ 61884 w 179038"/>
                    <a:gd name="connsiteY23" fmla="*/ 37778 h 141641"/>
                    <a:gd name="connsiteX24" fmla="*/ 13973 w 179038"/>
                    <a:gd name="connsiteY24" fmla="*/ 129123 h 141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9038" h="141641">
                      <a:moveTo>
                        <a:pt x="171897" y="141505"/>
                      </a:moveTo>
                      <a:lnTo>
                        <a:pt x="5210" y="141505"/>
                      </a:lnTo>
                      <a:cubicBezTo>
                        <a:pt x="3210" y="141496"/>
                        <a:pt x="1401" y="140544"/>
                        <a:pt x="258" y="138934"/>
                      </a:cubicBezTo>
                      <a:cubicBezTo>
                        <a:pt x="-981" y="137362"/>
                        <a:pt x="-1267" y="135276"/>
                        <a:pt x="-601" y="133409"/>
                      </a:cubicBezTo>
                      <a:cubicBezTo>
                        <a:pt x="11401" y="96538"/>
                        <a:pt x="28928" y="61715"/>
                        <a:pt x="51407" y="30158"/>
                      </a:cubicBezTo>
                      <a:lnTo>
                        <a:pt x="65313" y="11108"/>
                      </a:lnTo>
                      <a:lnTo>
                        <a:pt x="65979" y="10346"/>
                      </a:lnTo>
                      <a:lnTo>
                        <a:pt x="66742" y="9679"/>
                      </a:lnTo>
                      <a:lnTo>
                        <a:pt x="68360" y="7965"/>
                      </a:lnTo>
                      <a:cubicBezTo>
                        <a:pt x="79982" y="-3084"/>
                        <a:pt x="98269" y="-2789"/>
                        <a:pt x="109509" y="8632"/>
                      </a:cubicBezTo>
                      <a:lnTo>
                        <a:pt x="112176" y="11394"/>
                      </a:lnTo>
                      <a:lnTo>
                        <a:pt x="125796" y="30444"/>
                      </a:lnTo>
                      <a:cubicBezTo>
                        <a:pt x="147800" y="62324"/>
                        <a:pt x="165230" y="97062"/>
                        <a:pt x="177803" y="133695"/>
                      </a:cubicBezTo>
                      <a:cubicBezTo>
                        <a:pt x="178375" y="135571"/>
                        <a:pt x="178089" y="137609"/>
                        <a:pt x="176946" y="139219"/>
                      </a:cubicBezTo>
                      <a:cubicBezTo>
                        <a:pt x="175707" y="140734"/>
                        <a:pt x="173803" y="141582"/>
                        <a:pt x="171897" y="141505"/>
                      </a:cubicBezTo>
                      <a:close/>
                      <a:moveTo>
                        <a:pt x="13973" y="129123"/>
                      </a:moveTo>
                      <a:lnTo>
                        <a:pt x="163230" y="129123"/>
                      </a:lnTo>
                      <a:cubicBezTo>
                        <a:pt x="151229" y="96624"/>
                        <a:pt x="135226" y="65753"/>
                        <a:pt x="115605" y="37207"/>
                      </a:cubicBezTo>
                      <a:lnTo>
                        <a:pt x="101222" y="18157"/>
                      </a:lnTo>
                      <a:cubicBezTo>
                        <a:pt x="95508" y="11213"/>
                        <a:pt x="85220" y="10222"/>
                        <a:pt x="78267" y="15947"/>
                      </a:cubicBezTo>
                      <a:cubicBezTo>
                        <a:pt x="77981" y="16223"/>
                        <a:pt x="77601" y="16519"/>
                        <a:pt x="77314" y="16823"/>
                      </a:cubicBezTo>
                      <a:cubicBezTo>
                        <a:pt x="76647" y="17414"/>
                        <a:pt x="75981" y="18042"/>
                        <a:pt x="75409" y="18728"/>
                      </a:cubicBezTo>
                      <a:lnTo>
                        <a:pt x="75409" y="18728"/>
                      </a:lnTo>
                      <a:lnTo>
                        <a:pt x="61884" y="37778"/>
                      </a:lnTo>
                      <a:cubicBezTo>
                        <a:pt x="41596" y="65763"/>
                        <a:pt x="25498" y="96528"/>
                        <a:pt x="13973" y="129123"/>
                      </a:cubicBezTo>
                      <a:close/>
                    </a:path>
                  </a:pathLst>
                </a:custGeom>
                <a:solidFill>
                  <a:schemeClr val="accent1"/>
                </a:solidFill>
                <a:ln w="9525" cap="flat">
                  <a:noFill/>
                  <a:prstDash val="solid"/>
                  <a:miter/>
                </a:ln>
              </p:spPr>
              <p:txBody>
                <a:bodyPr rtlCol="0" anchor="ctr"/>
                <a:lstStyle/>
                <a:p>
                  <a:endParaRPr lang="zh-CN" altLang="en-US"/>
                </a:p>
              </p:txBody>
            </p:sp>
            <p:sp>
              <p:nvSpPr>
                <p:cNvPr id="71" name="任意多边形: 形状 70">
                  <a:extLst>
                    <a:ext uri="{FF2B5EF4-FFF2-40B4-BE49-F238E27FC236}">
                      <a16:creationId xmlns:a16="http://schemas.microsoft.com/office/drawing/2014/main" id="{B629FF7C-52DE-A496-0605-AC3B6D1E883C}"/>
                    </a:ext>
                  </a:extLst>
                </p:cNvPr>
                <p:cNvSpPr/>
                <p:nvPr/>
              </p:nvSpPr>
              <p:spPr>
                <a:xfrm>
                  <a:off x="7473010" y="3776124"/>
                  <a:ext cx="18854" cy="196934"/>
                </a:xfrm>
                <a:custGeom>
                  <a:avLst/>
                  <a:gdLst>
                    <a:gd name="connsiteX0" fmla="*/ 6767 w 13815"/>
                    <a:gd name="connsiteY0" fmla="*/ 144172 h 144303"/>
                    <a:gd name="connsiteX1" fmla="*/ 577 w 13815"/>
                    <a:gd name="connsiteY1" fmla="*/ 138076 h 144303"/>
                    <a:gd name="connsiteX2" fmla="*/ -948 w 13815"/>
                    <a:gd name="connsiteY2" fmla="*/ 6155 h 144303"/>
                    <a:gd name="connsiteX3" fmla="*/ 5148 w 13815"/>
                    <a:gd name="connsiteY3" fmla="*/ -132 h 144303"/>
                    <a:gd name="connsiteX4" fmla="*/ 5148 w 13815"/>
                    <a:gd name="connsiteY4" fmla="*/ -132 h 144303"/>
                    <a:gd name="connsiteX5" fmla="*/ 5148 w 13815"/>
                    <a:gd name="connsiteY5" fmla="*/ -132 h 144303"/>
                    <a:gd name="connsiteX6" fmla="*/ 11340 w 13815"/>
                    <a:gd name="connsiteY6" fmla="*/ 5964 h 144303"/>
                    <a:gd name="connsiteX7" fmla="*/ 12863 w 13815"/>
                    <a:gd name="connsiteY7" fmla="*/ 137886 h 144303"/>
                    <a:gd name="connsiteX8" fmla="*/ 6958 w 13815"/>
                    <a:gd name="connsiteY8" fmla="*/ 144172 h 144303"/>
                    <a:gd name="connsiteX9" fmla="*/ 6767 w 13815"/>
                    <a:gd name="connsiteY9" fmla="*/ 144172 h 14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815" h="144303">
                      <a:moveTo>
                        <a:pt x="6767" y="144172"/>
                      </a:moveTo>
                      <a:cubicBezTo>
                        <a:pt x="3338" y="144172"/>
                        <a:pt x="672" y="141458"/>
                        <a:pt x="577" y="138076"/>
                      </a:cubicBezTo>
                      <a:lnTo>
                        <a:pt x="-948" y="6155"/>
                      </a:lnTo>
                      <a:cubicBezTo>
                        <a:pt x="-1043" y="2736"/>
                        <a:pt x="1720" y="-74"/>
                        <a:pt x="5148" y="-132"/>
                      </a:cubicBezTo>
                      <a:cubicBezTo>
                        <a:pt x="5148" y="-132"/>
                        <a:pt x="5148" y="-132"/>
                        <a:pt x="5148" y="-132"/>
                      </a:cubicBezTo>
                      <a:lnTo>
                        <a:pt x="5148" y="-132"/>
                      </a:lnTo>
                      <a:cubicBezTo>
                        <a:pt x="8482" y="-84"/>
                        <a:pt x="11245" y="2602"/>
                        <a:pt x="11340" y="5964"/>
                      </a:cubicBezTo>
                      <a:lnTo>
                        <a:pt x="12863" y="137886"/>
                      </a:lnTo>
                      <a:cubicBezTo>
                        <a:pt x="12958" y="141248"/>
                        <a:pt x="10292" y="144068"/>
                        <a:pt x="6958" y="144172"/>
                      </a:cubicBezTo>
                      <a:cubicBezTo>
                        <a:pt x="6862" y="144172"/>
                        <a:pt x="6862" y="144172"/>
                        <a:pt x="6767" y="144172"/>
                      </a:cubicBezTo>
                      <a:close/>
                    </a:path>
                  </a:pathLst>
                </a:custGeom>
                <a:solidFill>
                  <a:schemeClr val="accent1"/>
                </a:solidFill>
                <a:ln w="9525" cap="flat">
                  <a:noFill/>
                  <a:prstDash val="solid"/>
                  <a:miter/>
                </a:ln>
              </p:spPr>
              <p:txBody>
                <a:bodyPr rtlCol="0" anchor="ctr"/>
                <a:lstStyle/>
                <a:p>
                  <a:endParaRPr lang="zh-CN" altLang="en-US"/>
                </a:p>
              </p:txBody>
            </p:sp>
            <p:sp>
              <p:nvSpPr>
                <p:cNvPr id="72" name="任意多边形: 形状 71">
                  <a:extLst>
                    <a:ext uri="{FF2B5EF4-FFF2-40B4-BE49-F238E27FC236}">
                      <a16:creationId xmlns:a16="http://schemas.microsoft.com/office/drawing/2014/main" id="{5D6F7622-E201-B7CD-78E9-05FA9D7CCFED}"/>
                    </a:ext>
                  </a:extLst>
                </p:cNvPr>
                <p:cNvSpPr/>
                <p:nvPr/>
              </p:nvSpPr>
              <p:spPr>
                <a:xfrm>
                  <a:off x="7333002" y="3753684"/>
                  <a:ext cx="81915" cy="270074"/>
                </a:xfrm>
                <a:custGeom>
                  <a:avLst/>
                  <a:gdLst>
                    <a:gd name="connsiteX0" fmla="*/ 5249 w 60023"/>
                    <a:gd name="connsiteY0" fmla="*/ 197763 h 197896"/>
                    <a:gd name="connsiteX1" fmla="*/ 3725 w 60023"/>
                    <a:gd name="connsiteY1" fmla="*/ 197763 h 197896"/>
                    <a:gd name="connsiteX2" fmla="*/ -752 w 60023"/>
                    <a:gd name="connsiteY2" fmla="*/ 190238 h 197896"/>
                    <a:gd name="connsiteX3" fmla="*/ 46873 w 60023"/>
                    <a:gd name="connsiteY3" fmla="*/ 4501 h 197896"/>
                    <a:gd name="connsiteX4" fmla="*/ 54494 w 60023"/>
                    <a:gd name="connsiteY4" fmla="*/ 72 h 197896"/>
                    <a:gd name="connsiteX5" fmla="*/ 58875 w 60023"/>
                    <a:gd name="connsiteY5" fmla="*/ 7644 h 197896"/>
                    <a:gd name="connsiteX6" fmla="*/ 11250 w 60023"/>
                    <a:gd name="connsiteY6" fmla="*/ 193286 h 197896"/>
                    <a:gd name="connsiteX7" fmla="*/ 5249 w 60023"/>
                    <a:gd name="connsiteY7" fmla="*/ 197763 h 19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23" h="197896">
                      <a:moveTo>
                        <a:pt x="5249" y="197763"/>
                      </a:moveTo>
                      <a:lnTo>
                        <a:pt x="3725" y="197763"/>
                      </a:lnTo>
                      <a:cubicBezTo>
                        <a:pt x="391" y="196925"/>
                        <a:pt x="-1609" y="193553"/>
                        <a:pt x="-752" y="190238"/>
                      </a:cubicBezTo>
                      <a:lnTo>
                        <a:pt x="46873" y="4501"/>
                      </a:lnTo>
                      <a:cubicBezTo>
                        <a:pt x="47730" y="1186"/>
                        <a:pt x="51159" y="-795"/>
                        <a:pt x="54494" y="72"/>
                      </a:cubicBezTo>
                      <a:cubicBezTo>
                        <a:pt x="57732" y="939"/>
                        <a:pt x="59732" y="4329"/>
                        <a:pt x="58875" y="7644"/>
                      </a:cubicBezTo>
                      <a:lnTo>
                        <a:pt x="11250" y="193286"/>
                      </a:lnTo>
                      <a:cubicBezTo>
                        <a:pt x="10488" y="195972"/>
                        <a:pt x="8012" y="197820"/>
                        <a:pt x="5249" y="197763"/>
                      </a:cubicBezTo>
                      <a:close/>
                    </a:path>
                  </a:pathLst>
                </a:custGeom>
                <a:solidFill>
                  <a:schemeClr val="accent1"/>
                </a:solidFill>
                <a:ln w="9525" cap="flat">
                  <a:noFill/>
                  <a:prstDash val="solid"/>
                  <a:miter/>
                </a:ln>
              </p:spPr>
              <p:txBody>
                <a:bodyPr rtlCol="0" anchor="ctr"/>
                <a:lstStyle/>
                <a:p>
                  <a:endParaRPr lang="zh-CN" altLang="en-US"/>
                </a:p>
              </p:txBody>
            </p:sp>
            <p:sp>
              <p:nvSpPr>
                <p:cNvPr id="73" name="任意多边形: 形状 72">
                  <a:extLst>
                    <a:ext uri="{FF2B5EF4-FFF2-40B4-BE49-F238E27FC236}">
                      <a16:creationId xmlns:a16="http://schemas.microsoft.com/office/drawing/2014/main" id="{E9C8CD91-2247-B4E5-E12A-99AADA3B821A}"/>
                    </a:ext>
                  </a:extLst>
                </p:cNvPr>
                <p:cNvSpPr/>
                <p:nvPr/>
              </p:nvSpPr>
              <p:spPr>
                <a:xfrm>
                  <a:off x="7674738" y="3753399"/>
                  <a:ext cx="81923" cy="270357"/>
                </a:xfrm>
                <a:custGeom>
                  <a:avLst/>
                  <a:gdLst>
                    <a:gd name="connsiteX0" fmla="*/ 52881 w 60029"/>
                    <a:gd name="connsiteY0" fmla="*/ 197972 h 198103"/>
                    <a:gd name="connsiteX1" fmla="*/ 46880 w 60029"/>
                    <a:gd name="connsiteY1" fmla="*/ 193304 h 198103"/>
                    <a:gd name="connsiteX2" fmla="*/ -745 w 60029"/>
                    <a:gd name="connsiteY2" fmla="*/ 7662 h 198103"/>
                    <a:gd name="connsiteX3" fmla="*/ 3636 w 60029"/>
                    <a:gd name="connsiteY3" fmla="*/ 42 h 198103"/>
                    <a:gd name="connsiteX4" fmla="*/ 11257 w 60029"/>
                    <a:gd name="connsiteY4" fmla="*/ 4519 h 198103"/>
                    <a:gd name="connsiteX5" fmla="*/ 58882 w 60029"/>
                    <a:gd name="connsiteY5" fmla="*/ 190257 h 198103"/>
                    <a:gd name="connsiteX6" fmla="*/ 54404 w 60029"/>
                    <a:gd name="connsiteY6" fmla="*/ 197782 h 198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029" h="198103">
                      <a:moveTo>
                        <a:pt x="52881" y="197972"/>
                      </a:moveTo>
                      <a:cubicBezTo>
                        <a:pt x="50023" y="197972"/>
                        <a:pt x="47546" y="196048"/>
                        <a:pt x="46880" y="193304"/>
                      </a:cubicBezTo>
                      <a:lnTo>
                        <a:pt x="-745" y="7662"/>
                      </a:lnTo>
                      <a:cubicBezTo>
                        <a:pt x="-1603" y="4357"/>
                        <a:pt x="303" y="966"/>
                        <a:pt x="3636" y="42"/>
                      </a:cubicBezTo>
                      <a:cubicBezTo>
                        <a:pt x="6970" y="-748"/>
                        <a:pt x="10303" y="1224"/>
                        <a:pt x="11257" y="4519"/>
                      </a:cubicBezTo>
                      <a:lnTo>
                        <a:pt x="58882" y="190257"/>
                      </a:lnTo>
                      <a:cubicBezTo>
                        <a:pt x="59739" y="193571"/>
                        <a:pt x="57739" y="196943"/>
                        <a:pt x="54404" y="197782"/>
                      </a:cubicBezTo>
                      <a:close/>
                    </a:path>
                  </a:pathLst>
                </a:custGeom>
                <a:solidFill>
                  <a:schemeClr val="accent1"/>
                </a:solidFill>
                <a:ln w="9525" cap="flat">
                  <a:noFill/>
                  <a:prstDash val="solid"/>
                  <a:miter/>
                </a:ln>
              </p:spPr>
              <p:txBody>
                <a:bodyPr rtlCol="0" anchor="ctr"/>
                <a:lstStyle/>
                <a:p>
                  <a:endParaRPr lang="zh-CN" altLang="en-US"/>
                </a:p>
              </p:txBody>
            </p:sp>
            <p:sp>
              <p:nvSpPr>
                <p:cNvPr id="74" name="任意多边形: 形状 73">
                  <a:extLst>
                    <a:ext uri="{FF2B5EF4-FFF2-40B4-BE49-F238E27FC236}">
                      <a16:creationId xmlns:a16="http://schemas.microsoft.com/office/drawing/2014/main" id="{1709D3CE-F92C-3444-C3F6-C87F0E3E1FA5}"/>
                    </a:ext>
                  </a:extLst>
                </p:cNvPr>
                <p:cNvSpPr/>
                <p:nvPr/>
              </p:nvSpPr>
              <p:spPr>
                <a:xfrm>
                  <a:off x="7530076" y="3776124"/>
                  <a:ext cx="18983" cy="196936"/>
                </a:xfrm>
                <a:custGeom>
                  <a:avLst/>
                  <a:gdLst>
                    <a:gd name="connsiteX0" fmla="*/ 6862 w 13910"/>
                    <a:gd name="connsiteY0" fmla="*/ 144172 h 144304"/>
                    <a:gd name="connsiteX1" fmla="*/ 671 w 13910"/>
                    <a:gd name="connsiteY1" fmla="*/ 138171 h 144304"/>
                    <a:gd name="connsiteX2" fmla="*/ 671 w 13910"/>
                    <a:gd name="connsiteY2" fmla="*/ 138076 h 144304"/>
                    <a:gd name="connsiteX3" fmla="*/ -948 w 13910"/>
                    <a:gd name="connsiteY3" fmla="*/ 6155 h 144304"/>
                    <a:gd name="connsiteX4" fmla="*/ 5148 w 13910"/>
                    <a:gd name="connsiteY4" fmla="*/ -132 h 144304"/>
                    <a:gd name="connsiteX5" fmla="*/ 5148 w 13910"/>
                    <a:gd name="connsiteY5" fmla="*/ -132 h 144304"/>
                    <a:gd name="connsiteX6" fmla="*/ 5148 w 13910"/>
                    <a:gd name="connsiteY6" fmla="*/ -132 h 144304"/>
                    <a:gd name="connsiteX7" fmla="*/ 11340 w 13910"/>
                    <a:gd name="connsiteY7" fmla="*/ 5964 h 144304"/>
                    <a:gd name="connsiteX8" fmla="*/ 12958 w 13910"/>
                    <a:gd name="connsiteY8" fmla="*/ 137886 h 144304"/>
                    <a:gd name="connsiteX9" fmla="*/ 6862 w 13910"/>
                    <a:gd name="connsiteY9" fmla="*/ 144172 h 144304"/>
                    <a:gd name="connsiteX10" fmla="*/ 6862 w 13910"/>
                    <a:gd name="connsiteY10" fmla="*/ 144172 h 144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910" h="144304">
                      <a:moveTo>
                        <a:pt x="6862" y="144172"/>
                      </a:moveTo>
                      <a:cubicBezTo>
                        <a:pt x="3529" y="144220"/>
                        <a:pt x="766" y="141543"/>
                        <a:pt x="671" y="138171"/>
                      </a:cubicBezTo>
                      <a:cubicBezTo>
                        <a:pt x="671" y="138143"/>
                        <a:pt x="671" y="138105"/>
                        <a:pt x="671" y="138076"/>
                      </a:cubicBezTo>
                      <a:lnTo>
                        <a:pt x="-948" y="6155"/>
                      </a:lnTo>
                      <a:cubicBezTo>
                        <a:pt x="-1043" y="2736"/>
                        <a:pt x="1720" y="-74"/>
                        <a:pt x="5148" y="-132"/>
                      </a:cubicBezTo>
                      <a:cubicBezTo>
                        <a:pt x="5148" y="-132"/>
                        <a:pt x="5148" y="-132"/>
                        <a:pt x="5148" y="-132"/>
                      </a:cubicBezTo>
                      <a:lnTo>
                        <a:pt x="5148" y="-132"/>
                      </a:lnTo>
                      <a:cubicBezTo>
                        <a:pt x="8482" y="-84"/>
                        <a:pt x="11245" y="2602"/>
                        <a:pt x="11340" y="5964"/>
                      </a:cubicBezTo>
                      <a:lnTo>
                        <a:pt x="12958" y="137886"/>
                      </a:lnTo>
                      <a:cubicBezTo>
                        <a:pt x="13054" y="141305"/>
                        <a:pt x="10291" y="144115"/>
                        <a:pt x="6862" y="144172"/>
                      </a:cubicBezTo>
                      <a:cubicBezTo>
                        <a:pt x="6862" y="144172"/>
                        <a:pt x="6862" y="144172"/>
                        <a:pt x="6862" y="144172"/>
                      </a:cubicBezTo>
                      <a:close/>
                    </a:path>
                  </a:pathLst>
                </a:custGeom>
                <a:solidFill>
                  <a:schemeClr val="accent1"/>
                </a:solidFill>
                <a:ln w="9525" cap="flat">
                  <a:noFill/>
                  <a:prstDash val="solid"/>
                  <a:miter/>
                </a:ln>
              </p:spPr>
              <p:txBody>
                <a:bodyPr rtlCol="0" anchor="ctr"/>
                <a:lstStyle/>
                <a:p>
                  <a:endParaRPr lang="zh-CN" altLang="en-US"/>
                </a:p>
              </p:txBody>
            </p:sp>
            <p:sp>
              <p:nvSpPr>
                <p:cNvPr id="75" name="任意多边形: 形状 74">
                  <a:extLst>
                    <a:ext uri="{FF2B5EF4-FFF2-40B4-BE49-F238E27FC236}">
                      <a16:creationId xmlns:a16="http://schemas.microsoft.com/office/drawing/2014/main" id="{1D46ABC4-DA30-EE87-582C-41724F81309F}"/>
                    </a:ext>
                  </a:extLst>
                </p:cNvPr>
                <p:cNvSpPr/>
                <p:nvPr/>
              </p:nvSpPr>
              <p:spPr>
                <a:xfrm>
                  <a:off x="7587144" y="3776124"/>
                  <a:ext cx="19110" cy="196934"/>
                </a:xfrm>
                <a:custGeom>
                  <a:avLst/>
                  <a:gdLst>
                    <a:gd name="connsiteX0" fmla="*/ 6860 w 14003"/>
                    <a:gd name="connsiteY0" fmla="*/ 144172 h 144303"/>
                    <a:gd name="connsiteX1" fmla="*/ 668 w 14003"/>
                    <a:gd name="connsiteY1" fmla="*/ 138076 h 144303"/>
                    <a:gd name="connsiteX2" fmla="*/ -950 w 14003"/>
                    <a:gd name="connsiteY2" fmla="*/ 6155 h 144303"/>
                    <a:gd name="connsiteX3" fmla="*/ 5241 w 14003"/>
                    <a:gd name="connsiteY3" fmla="*/ -132 h 144303"/>
                    <a:gd name="connsiteX4" fmla="*/ 5241 w 14003"/>
                    <a:gd name="connsiteY4" fmla="*/ -132 h 144303"/>
                    <a:gd name="connsiteX5" fmla="*/ 11432 w 14003"/>
                    <a:gd name="connsiteY5" fmla="*/ 5964 h 144303"/>
                    <a:gd name="connsiteX6" fmla="*/ 13051 w 14003"/>
                    <a:gd name="connsiteY6" fmla="*/ 137886 h 144303"/>
                    <a:gd name="connsiteX7" fmla="*/ 6955 w 14003"/>
                    <a:gd name="connsiteY7" fmla="*/ 144172 h 144303"/>
                    <a:gd name="connsiteX8" fmla="*/ 6955 w 14003"/>
                    <a:gd name="connsiteY8" fmla="*/ 144172 h 144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03" h="144303">
                      <a:moveTo>
                        <a:pt x="6860" y="144172"/>
                      </a:moveTo>
                      <a:cubicBezTo>
                        <a:pt x="3431" y="144172"/>
                        <a:pt x="764" y="141458"/>
                        <a:pt x="668" y="138076"/>
                      </a:cubicBezTo>
                      <a:lnTo>
                        <a:pt x="-950" y="6155"/>
                      </a:lnTo>
                      <a:cubicBezTo>
                        <a:pt x="-950" y="2716"/>
                        <a:pt x="1811" y="-84"/>
                        <a:pt x="5241" y="-132"/>
                      </a:cubicBezTo>
                      <a:lnTo>
                        <a:pt x="5241" y="-132"/>
                      </a:lnTo>
                      <a:cubicBezTo>
                        <a:pt x="8670" y="-132"/>
                        <a:pt x="11336" y="2583"/>
                        <a:pt x="11432" y="5964"/>
                      </a:cubicBezTo>
                      <a:lnTo>
                        <a:pt x="13051" y="137886"/>
                      </a:lnTo>
                      <a:cubicBezTo>
                        <a:pt x="13147" y="141305"/>
                        <a:pt x="10384" y="144115"/>
                        <a:pt x="6955" y="144172"/>
                      </a:cubicBezTo>
                      <a:cubicBezTo>
                        <a:pt x="6955" y="144172"/>
                        <a:pt x="6955" y="144172"/>
                        <a:pt x="6955" y="144172"/>
                      </a:cubicBezTo>
                      <a:close/>
                    </a:path>
                  </a:pathLst>
                </a:custGeom>
                <a:solidFill>
                  <a:schemeClr val="accent1"/>
                </a:solidFill>
                <a:ln w="9525" cap="flat">
                  <a:noFill/>
                  <a:prstDash val="solid"/>
                  <a:miter/>
                </a:ln>
              </p:spPr>
              <p:txBody>
                <a:bodyPr rtlCol="0" anchor="ctr"/>
                <a:lstStyle/>
                <a:p>
                  <a:endParaRPr lang="zh-CN" altLang="en-US"/>
                </a:p>
              </p:txBody>
            </p:sp>
          </p:grpSp>
          <p:sp>
            <p:nvSpPr>
              <p:cNvPr id="17" name="ComponentBackground3">
                <a:extLst>
                  <a:ext uri="{FF2B5EF4-FFF2-40B4-BE49-F238E27FC236}">
                    <a16:creationId xmlns:a16="http://schemas.microsoft.com/office/drawing/2014/main" id="{EC79FEBA-E528-FFE8-E074-D3F04F944B96}"/>
                  </a:ext>
                </a:extLst>
              </p:cNvPr>
              <p:cNvSpPr/>
              <p:nvPr/>
            </p:nvSpPr>
            <p:spPr>
              <a:xfrm>
                <a:off x="6507955" y="2347041"/>
                <a:ext cx="2071545" cy="3343420"/>
              </a:xfrm>
              <a:prstGeom prst="roundRect">
                <a:avLst>
                  <a:gd name="adj" fmla="val 7000"/>
                </a:avLst>
              </a:prstGeom>
              <a:gradFill>
                <a:gsLst>
                  <a:gs pos="0">
                    <a:schemeClr val="accent1">
                      <a:lumMod val="60000"/>
                      <a:lumOff val="40000"/>
                      <a:alpha val="50000"/>
                    </a:schemeClr>
                  </a:gs>
                  <a:gs pos="100000">
                    <a:schemeClr val="accent1">
                      <a:lumMod val="20000"/>
                      <a:lumOff val="80000"/>
                      <a:alpha val="50000"/>
                    </a:schemeClr>
                  </a:gs>
                </a:gsLst>
                <a:lin ang="5400000" scaled="1"/>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a:solidFill>
                    <a:schemeClr val="bg1"/>
                  </a:solidFill>
                </a:endParaRPr>
              </a:p>
            </p:txBody>
          </p:sp>
          <p:sp>
            <p:nvSpPr>
              <p:cNvPr id="18" name="Bullet3">
                <a:extLst>
                  <a:ext uri="{FF2B5EF4-FFF2-40B4-BE49-F238E27FC236}">
                    <a16:creationId xmlns:a16="http://schemas.microsoft.com/office/drawing/2014/main" id="{0691EEB4-78A7-179A-EC7B-AD4FD09EAB95}"/>
                  </a:ext>
                </a:extLst>
              </p:cNvPr>
              <p:cNvSpPr/>
              <p:nvPr/>
            </p:nvSpPr>
            <p:spPr>
              <a:xfrm>
                <a:off x="6507955" y="4330838"/>
                <a:ext cx="2071545" cy="394063"/>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numCol="1" spcCol="0" rtlCol="0" fromWordArt="0" anchor="b" anchorCtr="1" forceAA="0" compatLnSpc="1">
                <a:normAutofit fontScale="92500" lnSpcReduction="20000"/>
              </a:bodyPr>
              <a:lstStyle/>
              <a:p>
                <a:pPr algn="ctr"/>
                <a:r>
                  <a:rPr lang="zh-CN" altLang="en-US" b="1">
                    <a:solidFill>
                      <a:schemeClr val="tx1"/>
                    </a:solidFill>
                  </a:rPr>
                  <a:t>用户体验设计</a:t>
                </a:r>
                <a:endParaRPr lang="en-US" altLang="zh-CN" b="1" dirty="0">
                  <a:solidFill>
                    <a:schemeClr val="tx1"/>
                  </a:solidFill>
                </a:endParaRPr>
              </a:p>
            </p:txBody>
          </p:sp>
          <p:sp>
            <p:nvSpPr>
              <p:cNvPr id="19" name="Number3">
                <a:extLst>
                  <a:ext uri="{FF2B5EF4-FFF2-40B4-BE49-F238E27FC236}">
                    <a16:creationId xmlns:a16="http://schemas.microsoft.com/office/drawing/2014/main" id="{0EBE63A5-F6F2-6862-604C-E96FDDE73EA7}"/>
                  </a:ext>
                </a:extLst>
              </p:cNvPr>
              <p:cNvSpPr>
                <a:spLocks/>
              </p:cNvSpPr>
              <p:nvPr/>
            </p:nvSpPr>
            <p:spPr>
              <a:xfrm>
                <a:off x="6893825" y="3716692"/>
                <a:ext cx="1299805" cy="350456"/>
              </a:xfrm>
              <a:prstGeom prst="roundRect">
                <a:avLst>
                  <a:gd name="adj" fmla="val 50000"/>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rtlCol="0" anchor="ctr"/>
              <a:lstStyle/>
              <a:p>
                <a:pPr algn="ctr"/>
                <a:r>
                  <a:rPr lang="en-US" altLang="zh-CN" sz="1400" b="1">
                    <a:solidFill>
                      <a:srgbClr val="FFFFFF"/>
                    </a:solidFill>
                  </a:rPr>
                  <a:t>03</a:t>
                </a:r>
                <a:endParaRPr lang="en-US" altLang="zh-CN" sz="1400" b="1" dirty="0">
                  <a:solidFill>
                    <a:srgbClr val="FFFFFF"/>
                  </a:solidFill>
                </a:endParaRPr>
              </a:p>
            </p:txBody>
          </p:sp>
          <p:sp>
            <p:nvSpPr>
              <p:cNvPr id="20" name="Text3">
                <a:extLst>
                  <a:ext uri="{FF2B5EF4-FFF2-40B4-BE49-F238E27FC236}">
                    <a16:creationId xmlns:a16="http://schemas.microsoft.com/office/drawing/2014/main" id="{B9F60130-8910-A9B6-F0BB-961EF74EB58E}"/>
                  </a:ext>
                </a:extLst>
              </p:cNvPr>
              <p:cNvSpPr/>
              <p:nvPr/>
            </p:nvSpPr>
            <p:spPr>
              <a:xfrm>
                <a:off x="6507955" y="4733623"/>
                <a:ext cx="2071545" cy="924603"/>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numCol="1" spcCol="0" rtlCol="0" fromWordArt="0" anchor="t" anchorCtr="1" forceAA="0" compatLnSpc="1">
                <a:normAutofit/>
              </a:bodyPr>
              <a:lstStyle/>
              <a:p>
                <a:pPr algn="ctr"/>
                <a:r>
                  <a:rPr lang="zh-CN" altLang="en-US" sz="1200" dirty="0">
                    <a:solidFill>
                      <a:schemeClr val="tx1"/>
                    </a:solidFill>
                  </a:rPr>
                  <a:t>以用户为中心的设计实践</a:t>
                </a:r>
                <a:endParaRPr lang="en-US" altLang="zh-CN" sz="1200" dirty="0">
                  <a:solidFill>
                    <a:schemeClr val="tx1"/>
                  </a:solidFill>
                </a:endParaRPr>
              </a:p>
            </p:txBody>
          </p:sp>
        </p:grpSp>
        <p:grpSp>
          <p:nvGrpSpPr>
            <p:cNvPr id="79" name="组合 78">
              <a:extLst>
                <a:ext uri="{FF2B5EF4-FFF2-40B4-BE49-F238E27FC236}">
                  <a16:creationId xmlns:a16="http://schemas.microsoft.com/office/drawing/2014/main" id="{B88555F6-2270-9590-295E-A7B06B86AD34}"/>
                </a:ext>
              </a:extLst>
            </p:cNvPr>
            <p:cNvGrpSpPr/>
            <p:nvPr/>
          </p:nvGrpSpPr>
          <p:grpSpPr>
            <a:xfrm>
              <a:off x="9391916" y="2347041"/>
              <a:ext cx="2071545" cy="3343420"/>
              <a:chOff x="9391916" y="2347041"/>
              <a:chExt cx="2071545" cy="3343420"/>
            </a:xfrm>
          </p:grpSpPr>
          <p:grpSp>
            <p:nvGrpSpPr>
              <p:cNvPr id="7" name="组合 6">
                <a:extLst>
                  <a:ext uri="{FF2B5EF4-FFF2-40B4-BE49-F238E27FC236}">
                    <a16:creationId xmlns:a16="http://schemas.microsoft.com/office/drawing/2014/main" id="{60EDA7B0-9DF2-7242-A06F-BF166EDA8FA5}"/>
                  </a:ext>
                </a:extLst>
              </p:cNvPr>
              <p:cNvGrpSpPr/>
              <p:nvPr/>
            </p:nvGrpSpPr>
            <p:grpSpPr>
              <a:xfrm>
                <a:off x="10029495" y="2582033"/>
                <a:ext cx="796386" cy="897536"/>
                <a:chOff x="10029495" y="3031975"/>
                <a:chExt cx="796386" cy="897536"/>
              </a:xfrm>
              <a:solidFill>
                <a:schemeClr val="accent2"/>
              </a:solidFill>
            </p:grpSpPr>
            <p:sp>
              <p:nvSpPr>
                <p:cNvPr id="29" name="任意多边形: 形状 28">
                  <a:extLst>
                    <a:ext uri="{FF2B5EF4-FFF2-40B4-BE49-F238E27FC236}">
                      <a16:creationId xmlns:a16="http://schemas.microsoft.com/office/drawing/2014/main" id="{4AB5D7F5-9588-4E22-24F9-72AE7345BEF2}"/>
                    </a:ext>
                  </a:extLst>
                </p:cNvPr>
                <p:cNvSpPr/>
                <p:nvPr/>
              </p:nvSpPr>
              <p:spPr>
                <a:xfrm>
                  <a:off x="10305391" y="3720294"/>
                  <a:ext cx="244596" cy="209217"/>
                </a:xfrm>
                <a:custGeom>
                  <a:avLst/>
                  <a:gdLst>
                    <a:gd name="connsiteX0" fmla="*/ 116683 w 205453"/>
                    <a:gd name="connsiteY0" fmla="*/ 175604 h 175736"/>
                    <a:gd name="connsiteX1" fmla="*/ 86870 w 205453"/>
                    <a:gd name="connsiteY1" fmla="*/ 175604 h 175736"/>
                    <a:gd name="connsiteX2" fmla="*/ -950 w 205453"/>
                    <a:gd name="connsiteY2" fmla="*/ 87784 h 175736"/>
                    <a:gd name="connsiteX3" fmla="*/ -950 w 205453"/>
                    <a:gd name="connsiteY3" fmla="*/ 6059 h 175736"/>
                    <a:gd name="connsiteX4" fmla="*/ 5240 w 205453"/>
                    <a:gd name="connsiteY4" fmla="*/ -132 h 175736"/>
                    <a:gd name="connsiteX5" fmla="*/ 198312 w 205453"/>
                    <a:gd name="connsiteY5" fmla="*/ -132 h 175736"/>
                    <a:gd name="connsiteX6" fmla="*/ 204504 w 205453"/>
                    <a:gd name="connsiteY6" fmla="*/ 6059 h 175736"/>
                    <a:gd name="connsiteX7" fmla="*/ 204504 w 205453"/>
                    <a:gd name="connsiteY7" fmla="*/ 87784 h 175736"/>
                    <a:gd name="connsiteX8" fmla="*/ 116683 w 205453"/>
                    <a:gd name="connsiteY8" fmla="*/ 175604 h 175736"/>
                    <a:gd name="connsiteX9" fmla="*/ 11432 w 205453"/>
                    <a:gd name="connsiteY9" fmla="*/ 12251 h 175736"/>
                    <a:gd name="connsiteX10" fmla="*/ 11432 w 205453"/>
                    <a:gd name="connsiteY10" fmla="*/ 87784 h 175736"/>
                    <a:gd name="connsiteX11" fmla="*/ 86870 w 205453"/>
                    <a:gd name="connsiteY11" fmla="*/ 163222 h 175736"/>
                    <a:gd name="connsiteX12" fmla="*/ 116683 w 205453"/>
                    <a:gd name="connsiteY12" fmla="*/ 163222 h 175736"/>
                    <a:gd name="connsiteX13" fmla="*/ 192122 w 205453"/>
                    <a:gd name="connsiteY13" fmla="*/ 87784 h 175736"/>
                    <a:gd name="connsiteX14" fmla="*/ 192122 w 205453"/>
                    <a:gd name="connsiteY14" fmla="*/ 12251 h 175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5453" h="175736">
                      <a:moveTo>
                        <a:pt x="116683" y="175604"/>
                      </a:moveTo>
                      <a:lnTo>
                        <a:pt x="86870" y="175604"/>
                      </a:lnTo>
                      <a:cubicBezTo>
                        <a:pt x="38388" y="175500"/>
                        <a:pt x="-855" y="136238"/>
                        <a:pt x="-950" y="87784"/>
                      </a:cubicBezTo>
                      <a:lnTo>
                        <a:pt x="-950" y="6059"/>
                      </a:lnTo>
                      <a:cubicBezTo>
                        <a:pt x="-950" y="2640"/>
                        <a:pt x="1811" y="-132"/>
                        <a:pt x="5240" y="-132"/>
                      </a:cubicBezTo>
                      <a:lnTo>
                        <a:pt x="198312" y="-132"/>
                      </a:lnTo>
                      <a:cubicBezTo>
                        <a:pt x="201741" y="-132"/>
                        <a:pt x="204504" y="2640"/>
                        <a:pt x="204504" y="6059"/>
                      </a:cubicBezTo>
                      <a:lnTo>
                        <a:pt x="204504" y="87784"/>
                      </a:lnTo>
                      <a:cubicBezTo>
                        <a:pt x="204408" y="136238"/>
                        <a:pt x="165165" y="175500"/>
                        <a:pt x="116683" y="175604"/>
                      </a:cubicBezTo>
                      <a:close/>
                      <a:moveTo>
                        <a:pt x="11432" y="12251"/>
                      </a:moveTo>
                      <a:lnTo>
                        <a:pt x="11432" y="87784"/>
                      </a:lnTo>
                      <a:cubicBezTo>
                        <a:pt x="11527" y="129427"/>
                        <a:pt x="45246" y="163165"/>
                        <a:pt x="86870" y="163222"/>
                      </a:cubicBezTo>
                      <a:lnTo>
                        <a:pt x="116683" y="163222"/>
                      </a:lnTo>
                      <a:cubicBezTo>
                        <a:pt x="158308" y="163165"/>
                        <a:pt x="192026" y="129427"/>
                        <a:pt x="192122" y="87784"/>
                      </a:cubicBezTo>
                      <a:lnTo>
                        <a:pt x="192122" y="12251"/>
                      </a:lnTo>
                      <a:close/>
                    </a:path>
                  </a:pathLst>
                </a:custGeom>
                <a:grpFill/>
                <a:ln w="9525" cap="flat">
                  <a:noFill/>
                  <a:prstDash val="solid"/>
                  <a:miter/>
                </a:ln>
              </p:spPr>
              <p:txBody>
                <a:bodyPr rtlCol="0" anchor="ctr"/>
                <a:lstStyle/>
                <a:p>
                  <a:endParaRPr lang="zh-CN" altLang="en-US"/>
                </a:p>
              </p:txBody>
            </p:sp>
            <p:sp>
              <p:nvSpPr>
                <p:cNvPr id="30" name="任意多边形: 形状 29">
                  <a:extLst>
                    <a:ext uri="{FF2B5EF4-FFF2-40B4-BE49-F238E27FC236}">
                      <a16:creationId xmlns:a16="http://schemas.microsoft.com/office/drawing/2014/main" id="{D09D3C03-EB10-DE8C-3FC2-E686E43984C7}"/>
                    </a:ext>
                  </a:extLst>
                </p:cNvPr>
                <p:cNvSpPr/>
                <p:nvPr/>
              </p:nvSpPr>
              <p:spPr>
                <a:xfrm>
                  <a:off x="10146971" y="3116849"/>
                  <a:ext cx="561476" cy="618185"/>
                </a:xfrm>
                <a:custGeom>
                  <a:avLst/>
                  <a:gdLst>
                    <a:gd name="connsiteX0" fmla="*/ 331380 w 471623"/>
                    <a:gd name="connsiteY0" fmla="*/ 519125 h 519257"/>
                    <a:gd name="connsiteX1" fmla="*/ 138308 w 471623"/>
                    <a:gd name="connsiteY1" fmla="*/ 519125 h 519257"/>
                    <a:gd name="connsiteX2" fmla="*/ 132213 w 471623"/>
                    <a:gd name="connsiteY2" fmla="*/ 514077 h 519257"/>
                    <a:gd name="connsiteX3" fmla="*/ 73730 w 471623"/>
                    <a:gd name="connsiteY3" fmla="*/ 414826 h 519257"/>
                    <a:gd name="connsiteX4" fmla="*/ 577 w 471623"/>
                    <a:gd name="connsiteY4" fmla="*/ 214230 h 519257"/>
                    <a:gd name="connsiteX5" fmla="*/ 213651 w 471623"/>
                    <a:gd name="connsiteY5" fmla="*/ 1156 h 519257"/>
                    <a:gd name="connsiteX6" fmla="*/ 234797 w 471623"/>
                    <a:gd name="connsiteY6" fmla="*/ -83 h 519257"/>
                    <a:gd name="connsiteX7" fmla="*/ 245751 w 471623"/>
                    <a:gd name="connsiteY7" fmla="*/ 584 h 519257"/>
                    <a:gd name="connsiteX8" fmla="*/ 255276 w 471623"/>
                    <a:gd name="connsiteY8" fmla="*/ 1156 h 519257"/>
                    <a:gd name="connsiteX9" fmla="*/ 469113 w 471623"/>
                    <a:gd name="connsiteY9" fmla="*/ 214230 h 519257"/>
                    <a:gd name="connsiteX10" fmla="*/ 396055 w 471623"/>
                    <a:gd name="connsiteY10" fmla="*/ 414826 h 519257"/>
                    <a:gd name="connsiteX11" fmla="*/ 337572 w 471623"/>
                    <a:gd name="connsiteY11" fmla="*/ 514077 h 519257"/>
                    <a:gd name="connsiteX12" fmla="*/ 331380 w 471623"/>
                    <a:gd name="connsiteY12" fmla="*/ 519125 h 519257"/>
                    <a:gd name="connsiteX13" fmla="*/ 143357 w 471623"/>
                    <a:gd name="connsiteY13" fmla="*/ 506743 h 519257"/>
                    <a:gd name="connsiteX14" fmla="*/ 326333 w 471623"/>
                    <a:gd name="connsiteY14" fmla="*/ 506743 h 519257"/>
                    <a:gd name="connsiteX15" fmla="*/ 387387 w 471623"/>
                    <a:gd name="connsiteY15" fmla="*/ 405873 h 519257"/>
                    <a:gd name="connsiteX16" fmla="*/ 456825 w 471623"/>
                    <a:gd name="connsiteY16" fmla="*/ 215373 h 519257"/>
                    <a:gd name="connsiteX17" fmla="*/ 254609 w 471623"/>
                    <a:gd name="connsiteY17" fmla="*/ 13348 h 519257"/>
                    <a:gd name="connsiteX18" fmla="*/ 244608 w 471623"/>
                    <a:gd name="connsiteY18" fmla="*/ 12681 h 519257"/>
                    <a:gd name="connsiteX19" fmla="*/ 235083 w 471623"/>
                    <a:gd name="connsiteY19" fmla="*/ 12109 h 519257"/>
                    <a:gd name="connsiteX20" fmla="*/ 216033 w 471623"/>
                    <a:gd name="connsiteY20" fmla="*/ 13253 h 519257"/>
                    <a:gd name="connsiteX21" fmla="*/ 13531 w 471623"/>
                    <a:gd name="connsiteY21" fmla="*/ 215373 h 519257"/>
                    <a:gd name="connsiteX22" fmla="*/ 82969 w 471623"/>
                    <a:gd name="connsiteY22" fmla="*/ 405873 h 519257"/>
                    <a:gd name="connsiteX23" fmla="*/ 143357 w 471623"/>
                    <a:gd name="connsiteY23" fmla="*/ 506743 h 519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71623" h="519257">
                      <a:moveTo>
                        <a:pt x="331380" y="519125"/>
                      </a:moveTo>
                      <a:lnTo>
                        <a:pt x="138308" y="519125"/>
                      </a:lnTo>
                      <a:cubicBezTo>
                        <a:pt x="135356" y="519173"/>
                        <a:pt x="132689" y="517030"/>
                        <a:pt x="132213" y="514077"/>
                      </a:cubicBezTo>
                      <a:cubicBezTo>
                        <a:pt x="123259" y="475806"/>
                        <a:pt x="102876" y="441173"/>
                        <a:pt x="73730" y="414826"/>
                      </a:cubicBezTo>
                      <a:cubicBezTo>
                        <a:pt x="19246" y="363153"/>
                        <a:pt x="-7900" y="288868"/>
                        <a:pt x="577" y="214230"/>
                      </a:cubicBezTo>
                      <a:cubicBezTo>
                        <a:pt x="13722" y="102473"/>
                        <a:pt x="101923" y="14348"/>
                        <a:pt x="213651" y="1156"/>
                      </a:cubicBezTo>
                      <a:cubicBezTo>
                        <a:pt x="220604" y="127"/>
                        <a:pt x="227748" y="-283"/>
                        <a:pt x="234797" y="-83"/>
                      </a:cubicBezTo>
                      <a:cubicBezTo>
                        <a:pt x="238702" y="-83"/>
                        <a:pt x="242226" y="-83"/>
                        <a:pt x="245751" y="584"/>
                      </a:cubicBezTo>
                      <a:cubicBezTo>
                        <a:pt x="249275" y="1251"/>
                        <a:pt x="251942" y="1156"/>
                        <a:pt x="255276" y="1156"/>
                      </a:cubicBezTo>
                      <a:cubicBezTo>
                        <a:pt x="367385" y="13957"/>
                        <a:pt x="455873" y="102187"/>
                        <a:pt x="469113" y="214230"/>
                      </a:cubicBezTo>
                      <a:cubicBezTo>
                        <a:pt x="477684" y="288868"/>
                        <a:pt x="450633" y="363182"/>
                        <a:pt x="396055" y="414826"/>
                      </a:cubicBezTo>
                      <a:cubicBezTo>
                        <a:pt x="366908" y="441163"/>
                        <a:pt x="346430" y="475796"/>
                        <a:pt x="337572" y="514077"/>
                      </a:cubicBezTo>
                      <a:cubicBezTo>
                        <a:pt x="337001" y="517049"/>
                        <a:pt x="334429" y="519173"/>
                        <a:pt x="331380" y="519125"/>
                      </a:cubicBezTo>
                      <a:close/>
                      <a:moveTo>
                        <a:pt x="143357" y="506743"/>
                      </a:moveTo>
                      <a:lnTo>
                        <a:pt x="326333" y="506743"/>
                      </a:lnTo>
                      <a:cubicBezTo>
                        <a:pt x="336524" y="467948"/>
                        <a:pt x="357765" y="432933"/>
                        <a:pt x="387387" y="405873"/>
                      </a:cubicBezTo>
                      <a:cubicBezTo>
                        <a:pt x="439204" y="356829"/>
                        <a:pt x="464921" y="286258"/>
                        <a:pt x="456825" y="215373"/>
                      </a:cubicBezTo>
                      <a:cubicBezTo>
                        <a:pt x="444347" y="109322"/>
                        <a:pt x="360718" y="25721"/>
                        <a:pt x="254609" y="13348"/>
                      </a:cubicBezTo>
                      <a:cubicBezTo>
                        <a:pt x="251276" y="13300"/>
                        <a:pt x="247941" y="13081"/>
                        <a:pt x="244608" y="12681"/>
                      </a:cubicBezTo>
                      <a:cubicBezTo>
                        <a:pt x="241465" y="12681"/>
                        <a:pt x="238227" y="12109"/>
                        <a:pt x="235083" y="12109"/>
                      </a:cubicBezTo>
                      <a:cubicBezTo>
                        <a:pt x="228702" y="11938"/>
                        <a:pt x="222319" y="12319"/>
                        <a:pt x="216033" y="13253"/>
                      </a:cubicBezTo>
                      <a:cubicBezTo>
                        <a:pt x="109924" y="25645"/>
                        <a:pt x="26105" y="109255"/>
                        <a:pt x="13531" y="215373"/>
                      </a:cubicBezTo>
                      <a:cubicBezTo>
                        <a:pt x="5435" y="286258"/>
                        <a:pt x="31152" y="356829"/>
                        <a:pt x="82969" y="405873"/>
                      </a:cubicBezTo>
                      <a:cubicBezTo>
                        <a:pt x="112401" y="432991"/>
                        <a:pt x="133356" y="468014"/>
                        <a:pt x="143357" y="506743"/>
                      </a:cubicBezTo>
                      <a:close/>
                    </a:path>
                  </a:pathLst>
                </a:custGeom>
                <a:grpFill/>
                <a:ln w="9525" cap="flat">
                  <a:noFill/>
                  <a:prstDash val="solid"/>
                  <a:miter/>
                </a:ln>
              </p:spPr>
              <p:txBody>
                <a:bodyPr rtlCol="0" anchor="ctr"/>
                <a:lstStyle/>
                <a:p>
                  <a:endParaRPr lang="zh-CN" altLang="en-US"/>
                </a:p>
              </p:txBody>
            </p:sp>
            <p:sp>
              <p:nvSpPr>
                <p:cNvPr id="31" name="任意多边形: 形状 30">
                  <a:extLst>
                    <a:ext uri="{FF2B5EF4-FFF2-40B4-BE49-F238E27FC236}">
                      <a16:creationId xmlns:a16="http://schemas.microsoft.com/office/drawing/2014/main" id="{060BD8D0-D245-424B-30FC-FB50FA5A1D03}"/>
                    </a:ext>
                  </a:extLst>
                </p:cNvPr>
                <p:cNvSpPr/>
                <p:nvPr/>
              </p:nvSpPr>
              <p:spPr>
                <a:xfrm>
                  <a:off x="10278559" y="3768374"/>
                  <a:ext cx="298145" cy="14854"/>
                </a:xfrm>
                <a:custGeom>
                  <a:avLst/>
                  <a:gdLst>
                    <a:gd name="connsiteX0" fmla="*/ 243996 w 250433"/>
                    <a:gd name="connsiteY0" fmla="*/ 12346 h 12477"/>
                    <a:gd name="connsiteX1" fmla="*/ 4537 w 250433"/>
                    <a:gd name="connsiteY1" fmla="*/ 12346 h 12477"/>
                    <a:gd name="connsiteX2" fmla="*/ -891 w 250433"/>
                    <a:gd name="connsiteY2" fmla="*/ 5336 h 12477"/>
                    <a:gd name="connsiteX3" fmla="*/ 4537 w 250433"/>
                    <a:gd name="connsiteY3" fmla="*/ -132 h 12477"/>
                    <a:gd name="connsiteX4" fmla="*/ 243996 w 250433"/>
                    <a:gd name="connsiteY4" fmla="*/ -132 h 12477"/>
                    <a:gd name="connsiteX5" fmla="*/ 249425 w 250433"/>
                    <a:gd name="connsiteY5" fmla="*/ 6879 h 12477"/>
                    <a:gd name="connsiteX6" fmla="*/ 243996 w 250433"/>
                    <a:gd name="connsiteY6" fmla="*/ 12346 h 124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0433" h="12477">
                      <a:moveTo>
                        <a:pt x="243996" y="12346"/>
                      </a:moveTo>
                      <a:lnTo>
                        <a:pt x="4537" y="12346"/>
                      </a:lnTo>
                      <a:cubicBezTo>
                        <a:pt x="1109" y="11917"/>
                        <a:pt x="-1368" y="8784"/>
                        <a:pt x="-891" y="5336"/>
                      </a:cubicBezTo>
                      <a:cubicBezTo>
                        <a:pt x="-606" y="2478"/>
                        <a:pt x="1679" y="221"/>
                        <a:pt x="4537" y="-132"/>
                      </a:cubicBezTo>
                      <a:lnTo>
                        <a:pt x="243996" y="-132"/>
                      </a:lnTo>
                      <a:cubicBezTo>
                        <a:pt x="247425" y="297"/>
                        <a:pt x="249902" y="3431"/>
                        <a:pt x="249425" y="6879"/>
                      </a:cubicBezTo>
                      <a:cubicBezTo>
                        <a:pt x="249140" y="9736"/>
                        <a:pt x="246853" y="11994"/>
                        <a:pt x="243996" y="12346"/>
                      </a:cubicBezTo>
                      <a:close/>
                    </a:path>
                  </a:pathLst>
                </a:custGeom>
                <a:grpFill/>
                <a:ln w="9525" cap="flat">
                  <a:noFill/>
                  <a:prstDash val="solid"/>
                  <a:miter/>
                </a:ln>
              </p:spPr>
              <p:txBody>
                <a:bodyPr rtlCol="0" anchor="ctr"/>
                <a:lstStyle/>
                <a:p>
                  <a:endParaRPr lang="zh-CN" altLang="en-US"/>
                </a:p>
              </p:txBody>
            </p:sp>
            <p:sp>
              <p:nvSpPr>
                <p:cNvPr id="32" name="任意多边形: 形状 31">
                  <a:extLst>
                    <a:ext uri="{FF2B5EF4-FFF2-40B4-BE49-F238E27FC236}">
                      <a16:creationId xmlns:a16="http://schemas.microsoft.com/office/drawing/2014/main" id="{04419E2E-FB75-D7B9-F985-861AEFCE5D86}"/>
                    </a:ext>
                  </a:extLst>
                </p:cNvPr>
                <p:cNvSpPr/>
                <p:nvPr/>
              </p:nvSpPr>
              <p:spPr>
                <a:xfrm>
                  <a:off x="10277721" y="3818269"/>
                  <a:ext cx="299822" cy="14741"/>
                </a:xfrm>
                <a:custGeom>
                  <a:avLst/>
                  <a:gdLst>
                    <a:gd name="connsiteX0" fmla="*/ 244700 w 251841"/>
                    <a:gd name="connsiteY0" fmla="*/ 12251 h 12382"/>
                    <a:gd name="connsiteX1" fmla="*/ 5241 w 251841"/>
                    <a:gd name="connsiteY1" fmla="*/ 12251 h 12382"/>
                    <a:gd name="connsiteX2" fmla="*/ -950 w 251841"/>
                    <a:gd name="connsiteY2" fmla="*/ 6059 h 12382"/>
                    <a:gd name="connsiteX3" fmla="*/ 5241 w 251841"/>
                    <a:gd name="connsiteY3" fmla="*/ -132 h 12382"/>
                    <a:gd name="connsiteX4" fmla="*/ 244700 w 251841"/>
                    <a:gd name="connsiteY4" fmla="*/ -132 h 12382"/>
                    <a:gd name="connsiteX5" fmla="*/ 250891 w 251841"/>
                    <a:gd name="connsiteY5" fmla="*/ 6059 h 12382"/>
                    <a:gd name="connsiteX6" fmla="*/ 244700 w 251841"/>
                    <a:gd name="connsiteY6" fmla="*/ 12251 h 1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841" h="12382">
                      <a:moveTo>
                        <a:pt x="244700" y="12251"/>
                      </a:moveTo>
                      <a:lnTo>
                        <a:pt x="5241" y="12251"/>
                      </a:lnTo>
                      <a:cubicBezTo>
                        <a:pt x="1812" y="12251"/>
                        <a:pt x="-950" y="9479"/>
                        <a:pt x="-950" y="6059"/>
                      </a:cubicBezTo>
                      <a:cubicBezTo>
                        <a:pt x="-950" y="2640"/>
                        <a:pt x="1812" y="-132"/>
                        <a:pt x="5241" y="-132"/>
                      </a:cubicBezTo>
                      <a:lnTo>
                        <a:pt x="244700" y="-132"/>
                      </a:lnTo>
                      <a:cubicBezTo>
                        <a:pt x="248129" y="-132"/>
                        <a:pt x="250891" y="2640"/>
                        <a:pt x="250891" y="6059"/>
                      </a:cubicBezTo>
                      <a:cubicBezTo>
                        <a:pt x="250891" y="9479"/>
                        <a:pt x="248129" y="12251"/>
                        <a:pt x="244700" y="12251"/>
                      </a:cubicBezTo>
                      <a:close/>
                    </a:path>
                  </a:pathLst>
                </a:custGeom>
                <a:grpFill/>
                <a:ln w="9525" cap="flat">
                  <a:noFill/>
                  <a:prstDash val="solid"/>
                  <a:miter/>
                </a:ln>
              </p:spPr>
              <p:txBody>
                <a:bodyPr rtlCol="0" anchor="ctr"/>
                <a:lstStyle/>
                <a:p>
                  <a:endParaRPr lang="zh-CN" altLang="en-US"/>
                </a:p>
              </p:txBody>
            </p:sp>
            <p:sp>
              <p:nvSpPr>
                <p:cNvPr id="33" name="任意多边形: 形状 32">
                  <a:extLst>
                    <a:ext uri="{FF2B5EF4-FFF2-40B4-BE49-F238E27FC236}">
                      <a16:creationId xmlns:a16="http://schemas.microsoft.com/office/drawing/2014/main" id="{A6EAE38F-4D90-2D72-A407-0C8DB6024924}"/>
                    </a:ext>
                  </a:extLst>
                </p:cNvPr>
                <p:cNvSpPr/>
                <p:nvPr/>
              </p:nvSpPr>
              <p:spPr>
                <a:xfrm>
                  <a:off x="10277721" y="3867823"/>
                  <a:ext cx="299822" cy="14741"/>
                </a:xfrm>
                <a:custGeom>
                  <a:avLst/>
                  <a:gdLst>
                    <a:gd name="connsiteX0" fmla="*/ 244700 w 251841"/>
                    <a:gd name="connsiteY0" fmla="*/ 12251 h 12382"/>
                    <a:gd name="connsiteX1" fmla="*/ 5241 w 251841"/>
                    <a:gd name="connsiteY1" fmla="*/ 12251 h 12382"/>
                    <a:gd name="connsiteX2" fmla="*/ -950 w 251841"/>
                    <a:gd name="connsiteY2" fmla="*/ 6059 h 12382"/>
                    <a:gd name="connsiteX3" fmla="*/ 5241 w 251841"/>
                    <a:gd name="connsiteY3" fmla="*/ -132 h 12382"/>
                    <a:gd name="connsiteX4" fmla="*/ 244700 w 251841"/>
                    <a:gd name="connsiteY4" fmla="*/ -132 h 12382"/>
                    <a:gd name="connsiteX5" fmla="*/ 250891 w 251841"/>
                    <a:gd name="connsiteY5" fmla="*/ 6059 h 12382"/>
                    <a:gd name="connsiteX6" fmla="*/ 244700 w 251841"/>
                    <a:gd name="connsiteY6" fmla="*/ 12251 h 1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1841" h="12382">
                      <a:moveTo>
                        <a:pt x="244700" y="12251"/>
                      </a:moveTo>
                      <a:lnTo>
                        <a:pt x="5241" y="12251"/>
                      </a:lnTo>
                      <a:cubicBezTo>
                        <a:pt x="1812" y="12251"/>
                        <a:pt x="-950" y="9479"/>
                        <a:pt x="-950" y="6059"/>
                      </a:cubicBezTo>
                      <a:cubicBezTo>
                        <a:pt x="-950" y="2640"/>
                        <a:pt x="1812" y="-132"/>
                        <a:pt x="5241" y="-132"/>
                      </a:cubicBezTo>
                      <a:lnTo>
                        <a:pt x="244700" y="-132"/>
                      </a:lnTo>
                      <a:cubicBezTo>
                        <a:pt x="248129" y="-132"/>
                        <a:pt x="250891" y="2640"/>
                        <a:pt x="250891" y="6059"/>
                      </a:cubicBezTo>
                      <a:cubicBezTo>
                        <a:pt x="250891" y="9479"/>
                        <a:pt x="248129" y="12251"/>
                        <a:pt x="244700" y="12251"/>
                      </a:cubicBezTo>
                      <a:close/>
                    </a:path>
                  </a:pathLst>
                </a:custGeom>
                <a:grpFill/>
                <a:ln w="9525" cap="flat">
                  <a:noFill/>
                  <a:prstDash val="solid"/>
                  <a:miter/>
                </a:ln>
              </p:spPr>
              <p:txBody>
                <a:bodyPr rtlCol="0" anchor="ctr"/>
                <a:lstStyle/>
                <a:p>
                  <a:endParaRPr lang="zh-CN" altLang="en-US"/>
                </a:p>
              </p:txBody>
            </p:sp>
            <p:sp>
              <p:nvSpPr>
                <p:cNvPr id="34" name="任意多边形: 形状 33">
                  <a:extLst>
                    <a:ext uri="{FF2B5EF4-FFF2-40B4-BE49-F238E27FC236}">
                      <a16:creationId xmlns:a16="http://schemas.microsoft.com/office/drawing/2014/main" id="{A4632198-8698-786B-E94F-A122CB2E2BB4}"/>
                    </a:ext>
                  </a:extLst>
                </p:cNvPr>
                <p:cNvSpPr/>
                <p:nvPr/>
              </p:nvSpPr>
              <p:spPr>
                <a:xfrm>
                  <a:off x="10317864" y="3334730"/>
                  <a:ext cx="61694" cy="72718"/>
                </a:xfrm>
                <a:custGeom>
                  <a:avLst/>
                  <a:gdLst>
                    <a:gd name="connsiteX0" fmla="*/ 24387 w 51821"/>
                    <a:gd name="connsiteY0" fmla="*/ 60936 h 61081"/>
                    <a:gd name="connsiteX1" fmla="*/ 10575 w 51821"/>
                    <a:gd name="connsiteY1" fmla="*/ 58554 h 61081"/>
                    <a:gd name="connsiteX2" fmla="*/ 1907 w 51821"/>
                    <a:gd name="connsiteY2" fmla="*/ 52268 h 61081"/>
                    <a:gd name="connsiteX3" fmla="*/ -950 w 51821"/>
                    <a:gd name="connsiteY3" fmla="*/ 44458 h 61081"/>
                    <a:gd name="connsiteX4" fmla="*/ 1050 w 51821"/>
                    <a:gd name="connsiteY4" fmla="*/ 39790 h 61081"/>
                    <a:gd name="connsiteX5" fmla="*/ 6003 w 51821"/>
                    <a:gd name="connsiteY5" fmla="*/ 37885 h 61081"/>
                    <a:gd name="connsiteX6" fmla="*/ 10004 w 51821"/>
                    <a:gd name="connsiteY6" fmla="*/ 39219 h 61081"/>
                    <a:gd name="connsiteX7" fmla="*/ 12576 w 51821"/>
                    <a:gd name="connsiteY7" fmla="*/ 42552 h 61081"/>
                    <a:gd name="connsiteX8" fmla="*/ 17623 w 51821"/>
                    <a:gd name="connsiteY8" fmla="*/ 48077 h 61081"/>
                    <a:gd name="connsiteX9" fmla="*/ 25815 w 51821"/>
                    <a:gd name="connsiteY9" fmla="*/ 49982 h 61081"/>
                    <a:gd name="connsiteX10" fmla="*/ 32578 w 51821"/>
                    <a:gd name="connsiteY10" fmla="*/ 48077 h 61081"/>
                    <a:gd name="connsiteX11" fmla="*/ 35055 w 51821"/>
                    <a:gd name="connsiteY11" fmla="*/ 44267 h 61081"/>
                    <a:gd name="connsiteX12" fmla="*/ 32578 w 51821"/>
                    <a:gd name="connsiteY12" fmla="*/ 39314 h 61081"/>
                    <a:gd name="connsiteX13" fmla="*/ 23053 w 51821"/>
                    <a:gd name="connsiteY13" fmla="*/ 35980 h 61081"/>
                    <a:gd name="connsiteX14" fmla="*/ 10670 w 51821"/>
                    <a:gd name="connsiteY14" fmla="*/ 31980 h 61081"/>
                    <a:gd name="connsiteX15" fmla="*/ 2765 w 51821"/>
                    <a:gd name="connsiteY15" fmla="*/ 26360 h 61081"/>
                    <a:gd name="connsiteX16" fmla="*/ -189 w 51821"/>
                    <a:gd name="connsiteY16" fmla="*/ 17597 h 61081"/>
                    <a:gd name="connsiteX17" fmla="*/ 2479 w 51821"/>
                    <a:gd name="connsiteY17" fmla="*/ 8834 h 61081"/>
                    <a:gd name="connsiteX18" fmla="*/ 10575 w 51821"/>
                    <a:gd name="connsiteY18" fmla="*/ 2262 h 61081"/>
                    <a:gd name="connsiteX19" fmla="*/ 23244 w 51821"/>
                    <a:gd name="connsiteY19" fmla="*/ -119 h 61081"/>
                    <a:gd name="connsiteX20" fmla="*/ 33721 w 51821"/>
                    <a:gd name="connsiteY20" fmla="*/ 1119 h 61081"/>
                    <a:gd name="connsiteX21" fmla="*/ 41531 w 51821"/>
                    <a:gd name="connsiteY21" fmla="*/ 4357 h 61081"/>
                    <a:gd name="connsiteX22" fmla="*/ 46293 w 51821"/>
                    <a:gd name="connsiteY22" fmla="*/ 8929 h 61081"/>
                    <a:gd name="connsiteX23" fmla="*/ 48009 w 51821"/>
                    <a:gd name="connsiteY23" fmla="*/ 14168 h 61081"/>
                    <a:gd name="connsiteX24" fmla="*/ 46103 w 51821"/>
                    <a:gd name="connsiteY24" fmla="*/ 18740 h 61081"/>
                    <a:gd name="connsiteX25" fmla="*/ 40769 w 51821"/>
                    <a:gd name="connsiteY25" fmla="*/ 20645 h 61081"/>
                    <a:gd name="connsiteX26" fmla="*/ 36482 w 51821"/>
                    <a:gd name="connsiteY26" fmla="*/ 19216 h 61081"/>
                    <a:gd name="connsiteX27" fmla="*/ 32769 w 51821"/>
                    <a:gd name="connsiteY27" fmla="*/ 15216 h 61081"/>
                    <a:gd name="connsiteX28" fmla="*/ 29054 w 51821"/>
                    <a:gd name="connsiteY28" fmla="*/ 11882 h 61081"/>
                    <a:gd name="connsiteX29" fmla="*/ 23244 w 51821"/>
                    <a:gd name="connsiteY29" fmla="*/ 10739 h 61081"/>
                    <a:gd name="connsiteX30" fmla="*/ 17052 w 51821"/>
                    <a:gd name="connsiteY30" fmla="*/ 12263 h 61081"/>
                    <a:gd name="connsiteX31" fmla="*/ 14862 w 51821"/>
                    <a:gd name="connsiteY31" fmla="*/ 15883 h 61081"/>
                    <a:gd name="connsiteX32" fmla="*/ 16480 w 51821"/>
                    <a:gd name="connsiteY32" fmla="*/ 19121 h 61081"/>
                    <a:gd name="connsiteX33" fmla="*/ 21433 w 51821"/>
                    <a:gd name="connsiteY33" fmla="*/ 21407 h 61081"/>
                    <a:gd name="connsiteX34" fmla="*/ 30387 w 51821"/>
                    <a:gd name="connsiteY34" fmla="*/ 23693 h 61081"/>
                    <a:gd name="connsiteX35" fmla="*/ 41722 w 51821"/>
                    <a:gd name="connsiteY35" fmla="*/ 27789 h 61081"/>
                    <a:gd name="connsiteX36" fmla="*/ 48484 w 51821"/>
                    <a:gd name="connsiteY36" fmla="*/ 33408 h 61081"/>
                    <a:gd name="connsiteX37" fmla="*/ 50865 w 51821"/>
                    <a:gd name="connsiteY37" fmla="*/ 41028 h 61081"/>
                    <a:gd name="connsiteX38" fmla="*/ 47818 w 51821"/>
                    <a:gd name="connsiteY38" fmla="*/ 51887 h 61081"/>
                    <a:gd name="connsiteX39" fmla="*/ 38293 w 51821"/>
                    <a:gd name="connsiteY39" fmla="*/ 58745 h 61081"/>
                    <a:gd name="connsiteX40" fmla="*/ 24387 w 51821"/>
                    <a:gd name="connsiteY40" fmla="*/ 60936 h 61081"/>
                    <a:gd name="connsiteX41" fmla="*/ 6003 w 51821"/>
                    <a:gd name="connsiteY41" fmla="*/ 39409 h 61081"/>
                    <a:gd name="connsiteX42" fmla="*/ 2097 w 51821"/>
                    <a:gd name="connsiteY42" fmla="*/ 40933 h 61081"/>
                    <a:gd name="connsiteX43" fmla="*/ 670 w 51821"/>
                    <a:gd name="connsiteY43" fmla="*/ 44458 h 61081"/>
                    <a:gd name="connsiteX44" fmla="*/ 3145 w 51821"/>
                    <a:gd name="connsiteY44" fmla="*/ 51316 h 61081"/>
                    <a:gd name="connsiteX45" fmla="*/ 11242 w 51821"/>
                    <a:gd name="connsiteY45" fmla="*/ 57126 h 61081"/>
                    <a:gd name="connsiteX46" fmla="*/ 24387 w 51821"/>
                    <a:gd name="connsiteY46" fmla="*/ 59412 h 61081"/>
                    <a:gd name="connsiteX47" fmla="*/ 38197 w 51821"/>
                    <a:gd name="connsiteY47" fmla="*/ 57221 h 61081"/>
                    <a:gd name="connsiteX48" fmla="*/ 46580 w 51821"/>
                    <a:gd name="connsiteY48" fmla="*/ 51030 h 61081"/>
                    <a:gd name="connsiteX49" fmla="*/ 49342 w 51821"/>
                    <a:gd name="connsiteY49" fmla="*/ 41028 h 61081"/>
                    <a:gd name="connsiteX50" fmla="*/ 47246 w 51821"/>
                    <a:gd name="connsiteY50" fmla="*/ 34266 h 61081"/>
                    <a:gd name="connsiteX51" fmla="*/ 40960 w 51821"/>
                    <a:gd name="connsiteY51" fmla="*/ 29122 h 61081"/>
                    <a:gd name="connsiteX52" fmla="*/ 30006 w 51821"/>
                    <a:gd name="connsiteY52" fmla="*/ 25217 h 61081"/>
                    <a:gd name="connsiteX53" fmla="*/ 20481 w 51821"/>
                    <a:gd name="connsiteY53" fmla="*/ 22836 h 61081"/>
                    <a:gd name="connsiteX54" fmla="*/ 15051 w 51821"/>
                    <a:gd name="connsiteY54" fmla="*/ 20359 h 61081"/>
                    <a:gd name="connsiteX55" fmla="*/ 12861 w 51821"/>
                    <a:gd name="connsiteY55" fmla="*/ 15883 h 61081"/>
                    <a:gd name="connsiteX56" fmla="*/ 15719 w 51821"/>
                    <a:gd name="connsiteY56" fmla="*/ 11025 h 61081"/>
                    <a:gd name="connsiteX57" fmla="*/ 22767 w 51821"/>
                    <a:gd name="connsiteY57" fmla="*/ 9215 h 61081"/>
                    <a:gd name="connsiteX58" fmla="*/ 29339 w 51821"/>
                    <a:gd name="connsiteY58" fmla="*/ 10549 h 61081"/>
                    <a:gd name="connsiteX59" fmla="*/ 33435 w 51821"/>
                    <a:gd name="connsiteY59" fmla="*/ 14263 h 61081"/>
                    <a:gd name="connsiteX60" fmla="*/ 36959 w 51821"/>
                    <a:gd name="connsiteY60" fmla="*/ 17978 h 61081"/>
                    <a:gd name="connsiteX61" fmla="*/ 40293 w 51821"/>
                    <a:gd name="connsiteY61" fmla="*/ 19121 h 61081"/>
                    <a:gd name="connsiteX62" fmla="*/ 44580 w 51821"/>
                    <a:gd name="connsiteY62" fmla="*/ 17692 h 61081"/>
                    <a:gd name="connsiteX63" fmla="*/ 46007 w 51821"/>
                    <a:gd name="connsiteY63" fmla="*/ 14168 h 61081"/>
                    <a:gd name="connsiteX64" fmla="*/ 44580 w 51821"/>
                    <a:gd name="connsiteY64" fmla="*/ 9786 h 61081"/>
                    <a:gd name="connsiteX65" fmla="*/ 40197 w 51821"/>
                    <a:gd name="connsiteY65" fmla="*/ 5595 h 61081"/>
                    <a:gd name="connsiteX66" fmla="*/ 32863 w 51821"/>
                    <a:gd name="connsiteY66" fmla="*/ 2548 h 61081"/>
                    <a:gd name="connsiteX67" fmla="*/ 22767 w 51821"/>
                    <a:gd name="connsiteY67" fmla="*/ 1404 h 61081"/>
                    <a:gd name="connsiteX68" fmla="*/ 10765 w 51821"/>
                    <a:gd name="connsiteY68" fmla="*/ 3691 h 61081"/>
                    <a:gd name="connsiteX69" fmla="*/ 3336 w 51821"/>
                    <a:gd name="connsiteY69" fmla="*/ 9691 h 61081"/>
                    <a:gd name="connsiteX70" fmla="*/ 859 w 51821"/>
                    <a:gd name="connsiteY70" fmla="*/ 17597 h 61081"/>
                    <a:gd name="connsiteX71" fmla="*/ 3431 w 51821"/>
                    <a:gd name="connsiteY71" fmla="*/ 25408 h 61081"/>
                    <a:gd name="connsiteX72" fmla="*/ 10861 w 51821"/>
                    <a:gd name="connsiteY72" fmla="*/ 30646 h 61081"/>
                    <a:gd name="connsiteX73" fmla="*/ 22958 w 51821"/>
                    <a:gd name="connsiteY73" fmla="*/ 34456 h 61081"/>
                    <a:gd name="connsiteX74" fmla="*/ 32483 w 51821"/>
                    <a:gd name="connsiteY74" fmla="*/ 37981 h 61081"/>
                    <a:gd name="connsiteX75" fmla="*/ 35721 w 51821"/>
                    <a:gd name="connsiteY75" fmla="*/ 44267 h 61081"/>
                    <a:gd name="connsiteX76" fmla="*/ 32578 w 51821"/>
                    <a:gd name="connsiteY76" fmla="*/ 49410 h 61081"/>
                    <a:gd name="connsiteX77" fmla="*/ 24958 w 51821"/>
                    <a:gd name="connsiteY77" fmla="*/ 51506 h 61081"/>
                    <a:gd name="connsiteX78" fmla="*/ 10384 w 51821"/>
                    <a:gd name="connsiteY78" fmla="*/ 43315 h 61081"/>
                    <a:gd name="connsiteX79" fmla="*/ 8098 w 51821"/>
                    <a:gd name="connsiteY79" fmla="*/ 40362 h 61081"/>
                    <a:gd name="connsiteX80" fmla="*/ 6003 w 51821"/>
                    <a:gd name="connsiteY80" fmla="*/ 39409 h 610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51821" h="61081">
                      <a:moveTo>
                        <a:pt x="24387" y="60936"/>
                      </a:moveTo>
                      <a:cubicBezTo>
                        <a:pt x="19624" y="61069"/>
                        <a:pt x="14957" y="60259"/>
                        <a:pt x="10575" y="58554"/>
                      </a:cubicBezTo>
                      <a:cubicBezTo>
                        <a:pt x="7241" y="57202"/>
                        <a:pt x="4288" y="55040"/>
                        <a:pt x="1907" y="52268"/>
                      </a:cubicBezTo>
                      <a:cubicBezTo>
                        <a:pt x="193" y="50030"/>
                        <a:pt x="-855" y="47296"/>
                        <a:pt x="-950" y="44458"/>
                      </a:cubicBezTo>
                      <a:cubicBezTo>
                        <a:pt x="-950" y="42695"/>
                        <a:pt x="-189" y="41000"/>
                        <a:pt x="1050" y="39790"/>
                      </a:cubicBezTo>
                      <a:cubicBezTo>
                        <a:pt x="2383" y="38514"/>
                        <a:pt x="4194" y="37828"/>
                        <a:pt x="6003" y="37885"/>
                      </a:cubicBezTo>
                      <a:cubicBezTo>
                        <a:pt x="7432" y="37790"/>
                        <a:pt x="8861" y="38276"/>
                        <a:pt x="10004" y="39219"/>
                      </a:cubicBezTo>
                      <a:cubicBezTo>
                        <a:pt x="11051" y="40181"/>
                        <a:pt x="11908" y="41305"/>
                        <a:pt x="12576" y="42552"/>
                      </a:cubicBezTo>
                      <a:cubicBezTo>
                        <a:pt x="13719" y="44829"/>
                        <a:pt x="15433" y="46743"/>
                        <a:pt x="17623" y="48077"/>
                      </a:cubicBezTo>
                      <a:cubicBezTo>
                        <a:pt x="20100" y="49439"/>
                        <a:pt x="22958" y="50096"/>
                        <a:pt x="25815" y="49982"/>
                      </a:cubicBezTo>
                      <a:cubicBezTo>
                        <a:pt x="28196" y="50058"/>
                        <a:pt x="30577" y="49392"/>
                        <a:pt x="32578" y="48077"/>
                      </a:cubicBezTo>
                      <a:cubicBezTo>
                        <a:pt x="34007" y="47324"/>
                        <a:pt x="34959" y="45877"/>
                        <a:pt x="35055" y="44267"/>
                      </a:cubicBezTo>
                      <a:cubicBezTo>
                        <a:pt x="35150" y="42286"/>
                        <a:pt x="34292" y="40390"/>
                        <a:pt x="32578" y="39314"/>
                      </a:cubicBezTo>
                      <a:cubicBezTo>
                        <a:pt x="29529" y="37790"/>
                        <a:pt x="26387" y="36675"/>
                        <a:pt x="23053" y="35980"/>
                      </a:cubicBezTo>
                      <a:cubicBezTo>
                        <a:pt x="18861" y="34989"/>
                        <a:pt x="14671" y="33647"/>
                        <a:pt x="10670" y="31980"/>
                      </a:cubicBezTo>
                      <a:cubicBezTo>
                        <a:pt x="7623" y="30780"/>
                        <a:pt x="4860" y="28846"/>
                        <a:pt x="2765" y="26360"/>
                      </a:cubicBezTo>
                      <a:cubicBezTo>
                        <a:pt x="764" y="23893"/>
                        <a:pt x="-284" y="20778"/>
                        <a:pt x="-189" y="17597"/>
                      </a:cubicBezTo>
                      <a:cubicBezTo>
                        <a:pt x="-189" y="14473"/>
                        <a:pt x="764" y="11415"/>
                        <a:pt x="2479" y="8834"/>
                      </a:cubicBezTo>
                      <a:cubicBezTo>
                        <a:pt x="4479" y="5929"/>
                        <a:pt x="7337" y="3652"/>
                        <a:pt x="10575" y="2262"/>
                      </a:cubicBezTo>
                      <a:cubicBezTo>
                        <a:pt x="14576" y="566"/>
                        <a:pt x="18861" y="-243"/>
                        <a:pt x="23244" y="-119"/>
                      </a:cubicBezTo>
                      <a:cubicBezTo>
                        <a:pt x="26768" y="-177"/>
                        <a:pt x="30292" y="242"/>
                        <a:pt x="33721" y="1119"/>
                      </a:cubicBezTo>
                      <a:cubicBezTo>
                        <a:pt x="36482" y="1757"/>
                        <a:pt x="39150" y="2852"/>
                        <a:pt x="41531" y="4357"/>
                      </a:cubicBezTo>
                      <a:cubicBezTo>
                        <a:pt x="43437" y="5557"/>
                        <a:pt x="45055" y="7110"/>
                        <a:pt x="46293" y="8929"/>
                      </a:cubicBezTo>
                      <a:cubicBezTo>
                        <a:pt x="47341" y="10472"/>
                        <a:pt x="48009" y="12291"/>
                        <a:pt x="48009" y="14168"/>
                      </a:cubicBezTo>
                      <a:cubicBezTo>
                        <a:pt x="48009" y="15892"/>
                        <a:pt x="47341" y="17549"/>
                        <a:pt x="46103" y="18740"/>
                      </a:cubicBezTo>
                      <a:cubicBezTo>
                        <a:pt x="44675" y="20064"/>
                        <a:pt x="42769" y="20750"/>
                        <a:pt x="40769" y="20645"/>
                      </a:cubicBezTo>
                      <a:cubicBezTo>
                        <a:pt x="39245" y="20664"/>
                        <a:pt x="37721" y="20159"/>
                        <a:pt x="36482" y="19216"/>
                      </a:cubicBezTo>
                      <a:cubicBezTo>
                        <a:pt x="35150" y="18016"/>
                        <a:pt x="33816" y="16673"/>
                        <a:pt x="32769" y="15216"/>
                      </a:cubicBezTo>
                      <a:cubicBezTo>
                        <a:pt x="31720" y="13911"/>
                        <a:pt x="30482" y="12787"/>
                        <a:pt x="29054" y="11882"/>
                      </a:cubicBezTo>
                      <a:cubicBezTo>
                        <a:pt x="27243" y="11034"/>
                        <a:pt x="25244" y="10644"/>
                        <a:pt x="23244" y="10739"/>
                      </a:cubicBezTo>
                      <a:cubicBezTo>
                        <a:pt x="21052" y="10691"/>
                        <a:pt x="18957" y="11215"/>
                        <a:pt x="17052" y="12263"/>
                      </a:cubicBezTo>
                      <a:cubicBezTo>
                        <a:pt x="15719" y="12987"/>
                        <a:pt x="14862" y="14368"/>
                        <a:pt x="14862" y="15883"/>
                      </a:cubicBezTo>
                      <a:cubicBezTo>
                        <a:pt x="14862" y="17159"/>
                        <a:pt x="15433" y="18368"/>
                        <a:pt x="16480" y="19121"/>
                      </a:cubicBezTo>
                      <a:cubicBezTo>
                        <a:pt x="18005" y="20140"/>
                        <a:pt x="19720" y="20912"/>
                        <a:pt x="21433" y="21407"/>
                      </a:cubicBezTo>
                      <a:lnTo>
                        <a:pt x="30387" y="23693"/>
                      </a:lnTo>
                      <a:cubicBezTo>
                        <a:pt x="34292" y="24579"/>
                        <a:pt x="38102" y="25960"/>
                        <a:pt x="41722" y="27789"/>
                      </a:cubicBezTo>
                      <a:cubicBezTo>
                        <a:pt x="44389" y="29113"/>
                        <a:pt x="46675" y="31037"/>
                        <a:pt x="48484" y="33408"/>
                      </a:cubicBezTo>
                      <a:cubicBezTo>
                        <a:pt x="50104" y="35628"/>
                        <a:pt x="50865" y="38304"/>
                        <a:pt x="50865" y="41028"/>
                      </a:cubicBezTo>
                      <a:cubicBezTo>
                        <a:pt x="50961" y="44877"/>
                        <a:pt x="49913" y="48658"/>
                        <a:pt x="47818" y="51887"/>
                      </a:cubicBezTo>
                      <a:cubicBezTo>
                        <a:pt x="45437" y="55087"/>
                        <a:pt x="42103" y="57488"/>
                        <a:pt x="38293" y="58745"/>
                      </a:cubicBezTo>
                      <a:cubicBezTo>
                        <a:pt x="33816" y="60307"/>
                        <a:pt x="29149" y="61050"/>
                        <a:pt x="24387" y="60936"/>
                      </a:cubicBezTo>
                      <a:close/>
                      <a:moveTo>
                        <a:pt x="6003" y="39409"/>
                      </a:moveTo>
                      <a:cubicBezTo>
                        <a:pt x="4574" y="39342"/>
                        <a:pt x="3145" y="39895"/>
                        <a:pt x="2097" y="40933"/>
                      </a:cubicBezTo>
                      <a:cubicBezTo>
                        <a:pt x="1145" y="41867"/>
                        <a:pt x="670" y="43133"/>
                        <a:pt x="670" y="44458"/>
                      </a:cubicBezTo>
                      <a:cubicBezTo>
                        <a:pt x="764" y="46943"/>
                        <a:pt x="1622" y="49344"/>
                        <a:pt x="3145" y="51316"/>
                      </a:cubicBezTo>
                      <a:cubicBezTo>
                        <a:pt x="5337" y="53897"/>
                        <a:pt x="8098" y="55897"/>
                        <a:pt x="11242" y="57126"/>
                      </a:cubicBezTo>
                      <a:cubicBezTo>
                        <a:pt x="15433" y="58764"/>
                        <a:pt x="19909" y="59536"/>
                        <a:pt x="24387" y="59412"/>
                      </a:cubicBezTo>
                      <a:cubicBezTo>
                        <a:pt x="29054" y="59574"/>
                        <a:pt x="33816" y="58831"/>
                        <a:pt x="38197" y="57221"/>
                      </a:cubicBezTo>
                      <a:cubicBezTo>
                        <a:pt x="41531" y="56011"/>
                        <a:pt x="44484" y="53859"/>
                        <a:pt x="46580" y="51030"/>
                      </a:cubicBezTo>
                      <a:cubicBezTo>
                        <a:pt x="48484" y="48039"/>
                        <a:pt x="49437" y="44562"/>
                        <a:pt x="49342" y="41028"/>
                      </a:cubicBezTo>
                      <a:cubicBezTo>
                        <a:pt x="49342" y="38609"/>
                        <a:pt x="48675" y="36247"/>
                        <a:pt x="47246" y="34266"/>
                      </a:cubicBezTo>
                      <a:cubicBezTo>
                        <a:pt x="45627" y="32084"/>
                        <a:pt x="43437" y="30322"/>
                        <a:pt x="40960" y="29122"/>
                      </a:cubicBezTo>
                      <a:cubicBezTo>
                        <a:pt x="37531" y="27351"/>
                        <a:pt x="33816" y="26046"/>
                        <a:pt x="30006" y="25217"/>
                      </a:cubicBezTo>
                      <a:lnTo>
                        <a:pt x="20481" y="22836"/>
                      </a:lnTo>
                      <a:cubicBezTo>
                        <a:pt x="18575" y="22312"/>
                        <a:pt x="16671" y="21483"/>
                        <a:pt x="15051" y="20359"/>
                      </a:cubicBezTo>
                      <a:cubicBezTo>
                        <a:pt x="13623" y="19311"/>
                        <a:pt x="12861" y="17645"/>
                        <a:pt x="12861" y="15883"/>
                      </a:cubicBezTo>
                      <a:cubicBezTo>
                        <a:pt x="12861" y="13873"/>
                        <a:pt x="14004" y="12025"/>
                        <a:pt x="15719" y="11025"/>
                      </a:cubicBezTo>
                      <a:cubicBezTo>
                        <a:pt x="17814" y="9748"/>
                        <a:pt x="20290" y="9120"/>
                        <a:pt x="22767" y="9215"/>
                      </a:cubicBezTo>
                      <a:cubicBezTo>
                        <a:pt x="25053" y="9148"/>
                        <a:pt x="27243" y="9606"/>
                        <a:pt x="29339" y="10549"/>
                      </a:cubicBezTo>
                      <a:cubicBezTo>
                        <a:pt x="30958" y="11530"/>
                        <a:pt x="32292" y="12787"/>
                        <a:pt x="33435" y="14263"/>
                      </a:cubicBezTo>
                      <a:cubicBezTo>
                        <a:pt x="34483" y="15606"/>
                        <a:pt x="35626" y="16854"/>
                        <a:pt x="36959" y="17978"/>
                      </a:cubicBezTo>
                      <a:cubicBezTo>
                        <a:pt x="37911" y="18749"/>
                        <a:pt x="39054" y="19149"/>
                        <a:pt x="40293" y="19121"/>
                      </a:cubicBezTo>
                      <a:cubicBezTo>
                        <a:pt x="41817" y="19245"/>
                        <a:pt x="43437" y="18730"/>
                        <a:pt x="44580" y="17692"/>
                      </a:cubicBezTo>
                      <a:cubicBezTo>
                        <a:pt x="45532" y="16768"/>
                        <a:pt x="46007" y="15492"/>
                        <a:pt x="46007" y="14168"/>
                      </a:cubicBezTo>
                      <a:cubicBezTo>
                        <a:pt x="46007" y="12596"/>
                        <a:pt x="45437" y="11072"/>
                        <a:pt x="44580" y="9786"/>
                      </a:cubicBezTo>
                      <a:cubicBezTo>
                        <a:pt x="43341" y="8167"/>
                        <a:pt x="41912" y="6748"/>
                        <a:pt x="40197" y="5595"/>
                      </a:cubicBezTo>
                      <a:cubicBezTo>
                        <a:pt x="37911" y="4195"/>
                        <a:pt x="35435" y="3167"/>
                        <a:pt x="32863" y="2548"/>
                      </a:cubicBezTo>
                      <a:cubicBezTo>
                        <a:pt x="29529" y="1747"/>
                        <a:pt x="26196" y="1366"/>
                        <a:pt x="22767" y="1404"/>
                      </a:cubicBezTo>
                      <a:cubicBezTo>
                        <a:pt x="18671" y="1290"/>
                        <a:pt x="14576" y="2071"/>
                        <a:pt x="10765" y="3691"/>
                      </a:cubicBezTo>
                      <a:cubicBezTo>
                        <a:pt x="7718" y="4929"/>
                        <a:pt x="5146" y="7015"/>
                        <a:pt x="3336" y="9691"/>
                      </a:cubicBezTo>
                      <a:cubicBezTo>
                        <a:pt x="1717" y="12025"/>
                        <a:pt x="859" y="14778"/>
                        <a:pt x="859" y="17597"/>
                      </a:cubicBezTo>
                      <a:cubicBezTo>
                        <a:pt x="764" y="20426"/>
                        <a:pt x="1717" y="23188"/>
                        <a:pt x="3431" y="25408"/>
                      </a:cubicBezTo>
                      <a:cubicBezTo>
                        <a:pt x="5526" y="27655"/>
                        <a:pt x="8003" y="29446"/>
                        <a:pt x="10861" y="30646"/>
                      </a:cubicBezTo>
                      <a:cubicBezTo>
                        <a:pt x="14766" y="32246"/>
                        <a:pt x="18861" y="33523"/>
                        <a:pt x="22958" y="34456"/>
                      </a:cubicBezTo>
                      <a:cubicBezTo>
                        <a:pt x="26291" y="35180"/>
                        <a:pt x="29529" y="36371"/>
                        <a:pt x="32483" y="37981"/>
                      </a:cubicBezTo>
                      <a:cubicBezTo>
                        <a:pt x="34673" y="39295"/>
                        <a:pt x="35912" y="41733"/>
                        <a:pt x="35721" y="44267"/>
                      </a:cubicBezTo>
                      <a:cubicBezTo>
                        <a:pt x="35626" y="46410"/>
                        <a:pt x="34483" y="48353"/>
                        <a:pt x="32578" y="49410"/>
                      </a:cubicBezTo>
                      <a:cubicBezTo>
                        <a:pt x="30292" y="50877"/>
                        <a:pt x="27625" y="51611"/>
                        <a:pt x="24958" y="51506"/>
                      </a:cubicBezTo>
                      <a:cubicBezTo>
                        <a:pt x="18861" y="52030"/>
                        <a:pt x="13147" y="48782"/>
                        <a:pt x="10384" y="43315"/>
                      </a:cubicBezTo>
                      <a:cubicBezTo>
                        <a:pt x="9813" y="42210"/>
                        <a:pt x="9050" y="41209"/>
                        <a:pt x="8098" y="40362"/>
                      </a:cubicBezTo>
                      <a:cubicBezTo>
                        <a:pt x="7527" y="39847"/>
                        <a:pt x="6765" y="39524"/>
                        <a:pt x="6003" y="39409"/>
                      </a:cubicBezTo>
                      <a:close/>
                    </a:path>
                  </a:pathLst>
                </a:custGeom>
                <a:grpFill/>
                <a:ln w="9525" cap="flat">
                  <a:noFill/>
                  <a:prstDash val="solid"/>
                  <a:miter/>
                </a:ln>
              </p:spPr>
              <p:txBody>
                <a:bodyPr rtlCol="0" anchor="ctr"/>
                <a:lstStyle/>
                <a:p>
                  <a:endParaRPr lang="zh-CN" altLang="en-US"/>
                </a:p>
              </p:txBody>
            </p:sp>
            <p:sp>
              <p:nvSpPr>
                <p:cNvPr id="35" name="任意多边形: 形状 34">
                  <a:extLst>
                    <a:ext uri="{FF2B5EF4-FFF2-40B4-BE49-F238E27FC236}">
                      <a16:creationId xmlns:a16="http://schemas.microsoft.com/office/drawing/2014/main" id="{3255CDCF-F837-E852-7614-7483B0004AF0}"/>
                    </a:ext>
                  </a:extLst>
                </p:cNvPr>
                <p:cNvSpPr/>
                <p:nvPr/>
              </p:nvSpPr>
              <p:spPr>
                <a:xfrm>
                  <a:off x="10389152" y="3334959"/>
                  <a:ext cx="68524" cy="72534"/>
                </a:xfrm>
                <a:custGeom>
                  <a:avLst/>
                  <a:gdLst>
                    <a:gd name="connsiteX0" fmla="*/ 29658 w 57558"/>
                    <a:gd name="connsiteY0" fmla="*/ 60744 h 60926"/>
                    <a:gd name="connsiteX1" fmla="*/ 7179 w 57558"/>
                    <a:gd name="connsiteY1" fmla="*/ 52552 h 60926"/>
                    <a:gd name="connsiteX2" fmla="*/ -917 w 57558"/>
                    <a:gd name="connsiteY2" fmla="*/ 30073 h 60926"/>
                    <a:gd name="connsiteX3" fmla="*/ 1083 w 57558"/>
                    <a:gd name="connsiteY3" fmla="*/ 17786 h 60926"/>
                    <a:gd name="connsiteX4" fmla="*/ 6893 w 57558"/>
                    <a:gd name="connsiteY4" fmla="*/ 8261 h 60926"/>
                    <a:gd name="connsiteX5" fmla="*/ 16418 w 57558"/>
                    <a:gd name="connsiteY5" fmla="*/ 2070 h 60926"/>
                    <a:gd name="connsiteX6" fmla="*/ 28705 w 57558"/>
                    <a:gd name="connsiteY6" fmla="*/ -121 h 60926"/>
                    <a:gd name="connsiteX7" fmla="*/ 43850 w 57558"/>
                    <a:gd name="connsiteY7" fmla="*/ 3594 h 60926"/>
                    <a:gd name="connsiteX8" fmla="*/ 53375 w 57558"/>
                    <a:gd name="connsiteY8" fmla="*/ 13119 h 60926"/>
                    <a:gd name="connsiteX9" fmla="*/ 56518 w 57558"/>
                    <a:gd name="connsiteY9" fmla="*/ 25216 h 60926"/>
                    <a:gd name="connsiteX10" fmla="*/ 52898 w 57558"/>
                    <a:gd name="connsiteY10" fmla="*/ 33026 h 60926"/>
                    <a:gd name="connsiteX11" fmla="*/ 43373 w 57558"/>
                    <a:gd name="connsiteY11" fmla="*/ 34836 h 60926"/>
                    <a:gd name="connsiteX12" fmla="*/ 15561 w 57558"/>
                    <a:gd name="connsiteY12" fmla="*/ 34836 h 60926"/>
                    <a:gd name="connsiteX13" fmla="*/ 17465 w 57558"/>
                    <a:gd name="connsiteY13" fmla="*/ 42456 h 60926"/>
                    <a:gd name="connsiteX14" fmla="*/ 29086 w 57558"/>
                    <a:gd name="connsiteY14" fmla="*/ 49695 h 60926"/>
                    <a:gd name="connsiteX15" fmla="*/ 33753 w 57558"/>
                    <a:gd name="connsiteY15" fmla="*/ 49123 h 60926"/>
                    <a:gd name="connsiteX16" fmla="*/ 37754 w 57558"/>
                    <a:gd name="connsiteY16" fmla="*/ 47314 h 60926"/>
                    <a:gd name="connsiteX17" fmla="*/ 41373 w 57558"/>
                    <a:gd name="connsiteY17" fmla="*/ 44551 h 60926"/>
                    <a:gd name="connsiteX18" fmla="*/ 45850 w 57558"/>
                    <a:gd name="connsiteY18" fmla="*/ 40456 h 60926"/>
                    <a:gd name="connsiteX19" fmla="*/ 49565 w 57558"/>
                    <a:gd name="connsiteY19" fmla="*/ 39312 h 60926"/>
                    <a:gd name="connsiteX20" fmla="*/ 53756 w 57558"/>
                    <a:gd name="connsiteY20" fmla="*/ 40741 h 60926"/>
                    <a:gd name="connsiteX21" fmla="*/ 55375 w 57558"/>
                    <a:gd name="connsiteY21" fmla="*/ 44837 h 60926"/>
                    <a:gd name="connsiteX22" fmla="*/ 53756 w 57558"/>
                    <a:gd name="connsiteY22" fmla="*/ 49790 h 60926"/>
                    <a:gd name="connsiteX23" fmla="*/ 48898 w 57558"/>
                    <a:gd name="connsiteY23" fmla="*/ 55124 h 60926"/>
                    <a:gd name="connsiteX24" fmla="*/ 40707 w 57558"/>
                    <a:gd name="connsiteY24" fmla="*/ 59315 h 60926"/>
                    <a:gd name="connsiteX25" fmla="*/ 29658 w 57558"/>
                    <a:gd name="connsiteY25" fmla="*/ 60744 h 60926"/>
                    <a:gd name="connsiteX26" fmla="*/ 28610 w 57558"/>
                    <a:gd name="connsiteY26" fmla="*/ 1117 h 60926"/>
                    <a:gd name="connsiteX27" fmla="*/ 16799 w 57558"/>
                    <a:gd name="connsiteY27" fmla="*/ 3213 h 60926"/>
                    <a:gd name="connsiteX28" fmla="*/ 8036 w 57558"/>
                    <a:gd name="connsiteY28" fmla="*/ 9118 h 60926"/>
                    <a:gd name="connsiteX29" fmla="*/ 2512 w 57558"/>
                    <a:gd name="connsiteY29" fmla="*/ 18643 h 60926"/>
                    <a:gd name="connsiteX30" fmla="*/ 701 w 57558"/>
                    <a:gd name="connsiteY30" fmla="*/ 30359 h 60926"/>
                    <a:gd name="connsiteX31" fmla="*/ 8226 w 57558"/>
                    <a:gd name="connsiteY31" fmla="*/ 51695 h 60926"/>
                    <a:gd name="connsiteX32" fmla="*/ 29658 w 57558"/>
                    <a:gd name="connsiteY32" fmla="*/ 59506 h 60926"/>
                    <a:gd name="connsiteX33" fmla="*/ 40326 w 57558"/>
                    <a:gd name="connsiteY33" fmla="*/ 57982 h 60926"/>
                    <a:gd name="connsiteX34" fmla="*/ 48040 w 57558"/>
                    <a:gd name="connsiteY34" fmla="*/ 53981 h 60926"/>
                    <a:gd name="connsiteX35" fmla="*/ 52518 w 57558"/>
                    <a:gd name="connsiteY35" fmla="*/ 49123 h 60926"/>
                    <a:gd name="connsiteX36" fmla="*/ 53946 w 57558"/>
                    <a:gd name="connsiteY36" fmla="*/ 44932 h 60926"/>
                    <a:gd name="connsiteX37" fmla="*/ 52803 w 57558"/>
                    <a:gd name="connsiteY37" fmla="*/ 41980 h 60926"/>
                    <a:gd name="connsiteX38" fmla="*/ 49660 w 57558"/>
                    <a:gd name="connsiteY38" fmla="*/ 40932 h 60926"/>
                    <a:gd name="connsiteX39" fmla="*/ 46993 w 57558"/>
                    <a:gd name="connsiteY39" fmla="*/ 41694 h 60926"/>
                    <a:gd name="connsiteX40" fmla="*/ 42516 w 57558"/>
                    <a:gd name="connsiteY40" fmla="*/ 45790 h 60926"/>
                    <a:gd name="connsiteX41" fmla="*/ 38706 w 57558"/>
                    <a:gd name="connsiteY41" fmla="*/ 48647 h 60926"/>
                    <a:gd name="connsiteX42" fmla="*/ 34229 w 57558"/>
                    <a:gd name="connsiteY42" fmla="*/ 50742 h 60926"/>
                    <a:gd name="connsiteX43" fmla="*/ 29181 w 57558"/>
                    <a:gd name="connsiteY43" fmla="*/ 51314 h 60926"/>
                    <a:gd name="connsiteX44" fmla="*/ 21657 w 57558"/>
                    <a:gd name="connsiteY44" fmla="*/ 49314 h 60926"/>
                    <a:gd name="connsiteX45" fmla="*/ 16227 w 57558"/>
                    <a:gd name="connsiteY45" fmla="*/ 43313 h 60926"/>
                    <a:gd name="connsiteX46" fmla="*/ 14036 w 57558"/>
                    <a:gd name="connsiteY46" fmla="*/ 33788 h 60926"/>
                    <a:gd name="connsiteX47" fmla="*/ 14036 w 57558"/>
                    <a:gd name="connsiteY47" fmla="*/ 33502 h 60926"/>
                    <a:gd name="connsiteX48" fmla="*/ 43468 w 57558"/>
                    <a:gd name="connsiteY48" fmla="*/ 33502 h 60926"/>
                    <a:gd name="connsiteX49" fmla="*/ 52041 w 57558"/>
                    <a:gd name="connsiteY49" fmla="*/ 31978 h 60926"/>
                    <a:gd name="connsiteX50" fmla="*/ 54804 w 57558"/>
                    <a:gd name="connsiteY50" fmla="*/ 25501 h 60926"/>
                    <a:gd name="connsiteX51" fmla="*/ 51850 w 57558"/>
                    <a:gd name="connsiteY51" fmla="*/ 14167 h 60926"/>
                    <a:gd name="connsiteX52" fmla="*/ 42898 w 57558"/>
                    <a:gd name="connsiteY52" fmla="*/ 5118 h 60926"/>
                    <a:gd name="connsiteX53" fmla="*/ 28610 w 57558"/>
                    <a:gd name="connsiteY53" fmla="*/ 1117 h 60926"/>
                    <a:gd name="connsiteX54" fmla="*/ 42230 w 57558"/>
                    <a:gd name="connsiteY54" fmla="*/ 26263 h 60926"/>
                    <a:gd name="connsiteX55" fmla="*/ 13655 w 57558"/>
                    <a:gd name="connsiteY55" fmla="*/ 26263 h 60926"/>
                    <a:gd name="connsiteX56" fmla="*/ 13655 w 57558"/>
                    <a:gd name="connsiteY56" fmla="*/ 25406 h 60926"/>
                    <a:gd name="connsiteX57" fmla="*/ 18133 w 57558"/>
                    <a:gd name="connsiteY57" fmla="*/ 13785 h 60926"/>
                    <a:gd name="connsiteX58" fmla="*/ 37183 w 57558"/>
                    <a:gd name="connsiteY58" fmla="*/ 13785 h 60926"/>
                    <a:gd name="connsiteX59" fmla="*/ 41469 w 57558"/>
                    <a:gd name="connsiteY59" fmla="*/ 25501 h 60926"/>
                    <a:gd name="connsiteX60" fmla="*/ 15751 w 57558"/>
                    <a:gd name="connsiteY60" fmla="*/ 24739 h 60926"/>
                    <a:gd name="connsiteX61" fmla="*/ 40230 w 57558"/>
                    <a:gd name="connsiteY61" fmla="*/ 24739 h 60926"/>
                    <a:gd name="connsiteX62" fmla="*/ 36420 w 57558"/>
                    <a:gd name="connsiteY62" fmla="*/ 15214 h 60926"/>
                    <a:gd name="connsiteX63" fmla="*/ 19276 w 57558"/>
                    <a:gd name="connsiteY63" fmla="*/ 15214 h 60926"/>
                    <a:gd name="connsiteX64" fmla="*/ 15751 w 57558"/>
                    <a:gd name="connsiteY64" fmla="*/ 24739 h 609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7558" h="60926">
                      <a:moveTo>
                        <a:pt x="29658" y="60744"/>
                      </a:moveTo>
                      <a:cubicBezTo>
                        <a:pt x="21371" y="61230"/>
                        <a:pt x="13180" y="58258"/>
                        <a:pt x="7179" y="52552"/>
                      </a:cubicBezTo>
                      <a:cubicBezTo>
                        <a:pt x="1654" y="46428"/>
                        <a:pt x="-1299" y="38341"/>
                        <a:pt x="-917" y="30073"/>
                      </a:cubicBezTo>
                      <a:cubicBezTo>
                        <a:pt x="-1013" y="25892"/>
                        <a:pt x="-251" y="21739"/>
                        <a:pt x="1083" y="17786"/>
                      </a:cubicBezTo>
                      <a:cubicBezTo>
                        <a:pt x="2321" y="14243"/>
                        <a:pt x="4321" y="11004"/>
                        <a:pt x="6893" y="8261"/>
                      </a:cubicBezTo>
                      <a:cubicBezTo>
                        <a:pt x="9560" y="5499"/>
                        <a:pt x="12798" y="3375"/>
                        <a:pt x="16418" y="2070"/>
                      </a:cubicBezTo>
                      <a:cubicBezTo>
                        <a:pt x="20323" y="536"/>
                        <a:pt x="24514" y="-216"/>
                        <a:pt x="28705" y="-121"/>
                      </a:cubicBezTo>
                      <a:cubicBezTo>
                        <a:pt x="34039" y="-264"/>
                        <a:pt x="39183" y="1022"/>
                        <a:pt x="43850" y="3594"/>
                      </a:cubicBezTo>
                      <a:cubicBezTo>
                        <a:pt x="47851" y="5823"/>
                        <a:pt x="51184" y="9118"/>
                        <a:pt x="53375" y="13119"/>
                      </a:cubicBezTo>
                      <a:cubicBezTo>
                        <a:pt x="55375" y="16833"/>
                        <a:pt x="56518" y="20986"/>
                        <a:pt x="56518" y="25216"/>
                      </a:cubicBezTo>
                      <a:cubicBezTo>
                        <a:pt x="56994" y="28302"/>
                        <a:pt x="55565" y="31369"/>
                        <a:pt x="52898" y="33026"/>
                      </a:cubicBezTo>
                      <a:cubicBezTo>
                        <a:pt x="49946" y="34445"/>
                        <a:pt x="46612" y="35064"/>
                        <a:pt x="43373" y="34836"/>
                      </a:cubicBezTo>
                      <a:lnTo>
                        <a:pt x="15561" y="34836"/>
                      </a:lnTo>
                      <a:cubicBezTo>
                        <a:pt x="15656" y="37484"/>
                        <a:pt x="16227" y="40093"/>
                        <a:pt x="17465" y="42456"/>
                      </a:cubicBezTo>
                      <a:cubicBezTo>
                        <a:pt x="19561" y="46913"/>
                        <a:pt x="24134" y="49742"/>
                        <a:pt x="29086" y="49695"/>
                      </a:cubicBezTo>
                      <a:cubicBezTo>
                        <a:pt x="30705" y="49704"/>
                        <a:pt x="32230" y="49514"/>
                        <a:pt x="33753" y="49123"/>
                      </a:cubicBezTo>
                      <a:cubicBezTo>
                        <a:pt x="35182" y="48723"/>
                        <a:pt x="36515" y="48114"/>
                        <a:pt x="37754" y="47314"/>
                      </a:cubicBezTo>
                      <a:cubicBezTo>
                        <a:pt x="38992" y="46466"/>
                        <a:pt x="40230" y="45552"/>
                        <a:pt x="41373" y="44551"/>
                      </a:cubicBezTo>
                      <a:lnTo>
                        <a:pt x="45850" y="40456"/>
                      </a:lnTo>
                      <a:cubicBezTo>
                        <a:pt x="46897" y="39627"/>
                        <a:pt x="48231" y="39227"/>
                        <a:pt x="49565" y="39312"/>
                      </a:cubicBezTo>
                      <a:cubicBezTo>
                        <a:pt x="51089" y="39236"/>
                        <a:pt x="52613" y="39751"/>
                        <a:pt x="53756" y="40741"/>
                      </a:cubicBezTo>
                      <a:cubicBezTo>
                        <a:pt x="54899" y="41808"/>
                        <a:pt x="55470" y="43303"/>
                        <a:pt x="55375" y="44837"/>
                      </a:cubicBezTo>
                      <a:cubicBezTo>
                        <a:pt x="55279" y="46599"/>
                        <a:pt x="54708" y="48304"/>
                        <a:pt x="53756" y="49790"/>
                      </a:cubicBezTo>
                      <a:cubicBezTo>
                        <a:pt x="52518" y="51885"/>
                        <a:pt x="50898" y="53695"/>
                        <a:pt x="48898" y="55124"/>
                      </a:cubicBezTo>
                      <a:cubicBezTo>
                        <a:pt x="46422" y="56991"/>
                        <a:pt x="43659" y="58401"/>
                        <a:pt x="40707" y="59315"/>
                      </a:cubicBezTo>
                      <a:cubicBezTo>
                        <a:pt x="37087" y="60401"/>
                        <a:pt x="33373" y="60887"/>
                        <a:pt x="29658" y="60744"/>
                      </a:cubicBezTo>
                      <a:close/>
                      <a:moveTo>
                        <a:pt x="28610" y="1117"/>
                      </a:moveTo>
                      <a:cubicBezTo>
                        <a:pt x="24609" y="1050"/>
                        <a:pt x="20608" y="1765"/>
                        <a:pt x="16799" y="3213"/>
                      </a:cubicBezTo>
                      <a:cubicBezTo>
                        <a:pt x="13464" y="4489"/>
                        <a:pt x="10512" y="6508"/>
                        <a:pt x="8036" y="9118"/>
                      </a:cubicBezTo>
                      <a:cubicBezTo>
                        <a:pt x="5559" y="11871"/>
                        <a:pt x="3655" y="15109"/>
                        <a:pt x="2512" y="18643"/>
                      </a:cubicBezTo>
                      <a:cubicBezTo>
                        <a:pt x="1273" y="22415"/>
                        <a:pt x="606" y="26378"/>
                        <a:pt x="701" y="30359"/>
                      </a:cubicBezTo>
                      <a:cubicBezTo>
                        <a:pt x="321" y="38189"/>
                        <a:pt x="2987" y="45856"/>
                        <a:pt x="8226" y="51695"/>
                      </a:cubicBezTo>
                      <a:cubicBezTo>
                        <a:pt x="13941" y="57162"/>
                        <a:pt x="21752" y="59991"/>
                        <a:pt x="29658" y="59506"/>
                      </a:cubicBezTo>
                      <a:cubicBezTo>
                        <a:pt x="33277" y="59582"/>
                        <a:pt x="36897" y="59067"/>
                        <a:pt x="40326" y="57982"/>
                      </a:cubicBezTo>
                      <a:cubicBezTo>
                        <a:pt x="43088" y="57096"/>
                        <a:pt x="45754" y="55743"/>
                        <a:pt x="48040" y="53981"/>
                      </a:cubicBezTo>
                      <a:cubicBezTo>
                        <a:pt x="49851" y="52666"/>
                        <a:pt x="51375" y="51019"/>
                        <a:pt x="52518" y="49123"/>
                      </a:cubicBezTo>
                      <a:cubicBezTo>
                        <a:pt x="53375" y="47875"/>
                        <a:pt x="53851" y="46428"/>
                        <a:pt x="53946" y="44932"/>
                      </a:cubicBezTo>
                      <a:cubicBezTo>
                        <a:pt x="54041" y="43827"/>
                        <a:pt x="53565" y="42751"/>
                        <a:pt x="52803" y="41980"/>
                      </a:cubicBezTo>
                      <a:cubicBezTo>
                        <a:pt x="51946" y="41256"/>
                        <a:pt x="50803" y="40884"/>
                        <a:pt x="49660" y="40932"/>
                      </a:cubicBezTo>
                      <a:cubicBezTo>
                        <a:pt x="48708" y="40865"/>
                        <a:pt x="47755" y="41141"/>
                        <a:pt x="46993" y="41694"/>
                      </a:cubicBezTo>
                      <a:lnTo>
                        <a:pt x="42516" y="45790"/>
                      </a:lnTo>
                      <a:cubicBezTo>
                        <a:pt x="41278" y="46828"/>
                        <a:pt x="40040" y="47780"/>
                        <a:pt x="38706" y="48647"/>
                      </a:cubicBezTo>
                      <a:cubicBezTo>
                        <a:pt x="37277" y="49533"/>
                        <a:pt x="35849" y="50238"/>
                        <a:pt x="34229" y="50742"/>
                      </a:cubicBezTo>
                      <a:cubicBezTo>
                        <a:pt x="32610" y="51133"/>
                        <a:pt x="30896" y="51333"/>
                        <a:pt x="29181" y="51314"/>
                      </a:cubicBezTo>
                      <a:cubicBezTo>
                        <a:pt x="26515" y="51324"/>
                        <a:pt x="23943" y="50638"/>
                        <a:pt x="21657" y="49314"/>
                      </a:cubicBezTo>
                      <a:cubicBezTo>
                        <a:pt x="19276" y="47875"/>
                        <a:pt x="17465" y="45790"/>
                        <a:pt x="16227" y="43313"/>
                      </a:cubicBezTo>
                      <a:cubicBezTo>
                        <a:pt x="14703" y="40360"/>
                        <a:pt x="13941" y="37093"/>
                        <a:pt x="14036" y="33788"/>
                      </a:cubicBezTo>
                      <a:lnTo>
                        <a:pt x="14036" y="33502"/>
                      </a:lnTo>
                      <a:lnTo>
                        <a:pt x="43468" y="33502"/>
                      </a:lnTo>
                      <a:cubicBezTo>
                        <a:pt x="46422" y="33664"/>
                        <a:pt x="49374" y="33140"/>
                        <a:pt x="52041" y="31978"/>
                      </a:cubicBezTo>
                      <a:cubicBezTo>
                        <a:pt x="53851" y="31026"/>
                        <a:pt x="54804" y="28930"/>
                        <a:pt x="54804" y="25501"/>
                      </a:cubicBezTo>
                      <a:cubicBezTo>
                        <a:pt x="54804" y="21539"/>
                        <a:pt x="53756" y="17643"/>
                        <a:pt x="51850" y="14167"/>
                      </a:cubicBezTo>
                      <a:cubicBezTo>
                        <a:pt x="49755" y="10357"/>
                        <a:pt x="46708" y="7213"/>
                        <a:pt x="42898" y="5118"/>
                      </a:cubicBezTo>
                      <a:cubicBezTo>
                        <a:pt x="38611" y="2479"/>
                        <a:pt x="33659" y="1098"/>
                        <a:pt x="28610" y="1117"/>
                      </a:cubicBezTo>
                      <a:close/>
                      <a:moveTo>
                        <a:pt x="42230" y="26263"/>
                      </a:moveTo>
                      <a:lnTo>
                        <a:pt x="13655" y="26263"/>
                      </a:lnTo>
                      <a:lnTo>
                        <a:pt x="13655" y="25406"/>
                      </a:lnTo>
                      <a:cubicBezTo>
                        <a:pt x="13941" y="21158"/>
                        <a:pt x="15465" y="17100"/>
                        <a:pt x="18133" y="13785"/>
                      </a:cubicBezTo>
                      <a:cubicBezTo>
                        <a:pt x="23466" y="8709"/>
                        <a:pt x="31848" y="8709"/>
                        <a:pt x="37183" y="13785"/>
                      </a:cubicBezTo>
                      <a:cubicBezTo>
                        <a:pt x="39849" y="17100"/>
                        <a:pt x="41373" y="21225"/>
                        <a:pt x="41469" y="25501"/>
                      </a:cubicBezTo>
                      <a:close/>
                      <a:moveTo>
                        <a:pt x="15751" y="24739"/>
                      </a:moveTo>
                      <a:lnTo>
                        <a:pt x="40230" y="24739"/>
                      </a:lnTo>
                      <a:cubicBezTo>
                        <a:pt x="40040" y="21244"/>
                        <a:pt x="38706" y="17910"/>
                        <a:pt x="36420" y="15214"/>
                      </a:cubicBezTo>
                      <a:cubicBezTo>
                        <a:pt x="31657" y="10518"/>
                        <a:pt x="24038" y="10518"/>
                        <a:pt x="19276" y="15214"/>
                      </a:cubicBezTo>
                      <a:cubicBezTo>
                        <a:pt x="17179" y="17976"/>
                        <a:pt x="15941" y="21282"/>
                        <a:pt x="15751" y="24739"/>
                      </a:cubicBezTo>
                      <a:close/>
                    </a:path>
                  </a:pathLst>
                </a:custGeom>
                <a:grpFill/>
                <a:ln w="9525" cap="flat">
                  <a:noFill/>
                  <a:prstDash val="solid"/>
                  <a:miter/>
                </a:ln>
              </p:spPr>
              <p:txBody>
                <a:bodyPr rtlCol="0" anchor="ctr"/>
                <a:lstStyle/>
                <a:p>
                  <a:endParaRPr lang="zh-CN" altLang="en-US"/>
                </a:p>
              </p:txBody>
            </p:sp>
            <p:sp>
              <p:nvSpPr>
                <p:cNvPr id="36" name="任意多边形: 形状 35">
                  <a:extLst>
                    <a:ext uri="{FF2B5EF4-FFF2-40B4-BE49-F238E27FC236}">
                      <a16:creationId xmlns:a16="http://schemas.microsoft.com/office/drawing/2014/main" id="{7AA13480-1FD2-BCA5-4EFC-055938AB751A}"/>
                    </a:ext>
                  </a:extLst>
                </p:cNvPr>
                <p:cNvSpPr/>
                <p:nvPr/>
              </p:nvSpPr>
              <p:spPr>
                <a:xfrm>
                  <a:off x="10466073" y="3334961"/>
                  <a:ext cx="71223" cy="72479"/>
                </a:xfrm>
                <a:custGeom>
                  <a:avLst/>
                  <a:gdLst>
                    <a:gd name="connsiteX0" fmla="*/ 28959 w 59825"/>
                    <a:gd name="connsiteY0" fmla="*/ 60741 h 60880"/>
                    <a:gd name="connsiteX1" fmla="*/ 16672 w 59825"/>
                    <a:gd name="connsiteY1" fmla="*/ 58550 h 60880"/>
                    <a:gd name="connsiteX2" fmla="*/ 1146 w 59825"/>
                    <a:gd name="connsiteY2" fmla="*/ 42548 h 60880"/>
                    <a:gd name="connsiteX3" fmla="*/ -950 w 59825"/>
                    <a:gd name="connsiteY3" fmla="*/ 30261 h 60880"/>
                    <a:gd name="connsiteX4" fmla="*/ 1146 w 59825"/>
                    <a:gd name="connsiteY4" fmla="*/ 17783 h 60880"/>
                    <a:gd name="connsiteX5" fmla="*/ 7147 w 59825"/>
                    <a:gd name="connsiteY5" fmla="*/ 8258 h 60880"/>
                    <a:gd name="connsiteX6" fmla="*/ 16672 w 59825"/>
                    <a:gd name="connsiteY6" fmla="*/ 2067 h 60880"/>
                    <a:gd name="connsiteX7" fmla="*/ 28959 w 59825"/>
                    <a:gd name="connsiteY7" fmla="*/ -124 h 60880"/>
                    <a:gd name="connsiteX8" fmla="*/ 41246 w 59825"/>
                    <a:gd name="connsiteY8" fmla="*/ 2067 h 60880"/>
                    <a:gd name="connsiteX9" fmla="*/ 50771 w 59825"/>
                    <a:gd name="connsiteY9" fmla="*/ 8353 h 60880"/>
                    <a:gd name="connsiteX10" fmla="*/ 56772 w 59825"/>
                    <a:gd name="connsiteY10" fmla="*/ 17878 h 60880"/>
                    <a:gd name="connsiteX11" fmla="*/ 58867 w 59825"/>
                    <a:gd name="connsiteY11" fmla="*/ 30261 h 60880"/>
                    <a:gd name="connsiteX12" fmla="*/ 56772 w 59825"/>
                    <a:gd name="connsiteY12" fmla="*/ 42548 h 60880"/>
                    <a:gd name="connsiteX13" fmla="*/ 50676 w 59825"/>
                    <a:gd name="connsiteY13" fmla="*/ 52073 h 60880"/>
                    <a:gd name="connsiteX14" fmla="*/ 41151 w 59825"/>
                    <a:gd name="connsiteY14" fmla="*/ 58265 h 60880"/>
                    <a:gd name="connsiteX15" fmla="*/ 28959 w 59825"/>
                    <a:gd name="connsiteY15" fmla="*/ 60741 h 60880"/>
                    <a:gd name="connsiteX16" fmla="*/ 28959 w 59825"/>
                    <a:gd name="connsiteY16" fmla="*/ 1210 h 60880"/>
                    <a:gd name="connsiteX17" fmla="*/ 17243 w 59825"/>
                    <a:gd name="connsiteY17" fmla="*/ 3305 h 60880"/>
                    <a:gd name="connsiteX18" fmla="*/ 8290 w 59825"/>
                    <a:gd name="connsiteY18" fmla="*/ 9116 h 60880"/>
                    <a:gd name="connsiteX19" fmla="*/ 2574 w 59825"/>
                    <a:gd name="connsiteY19" fmla="*/ 18641 h 60880"/>
                    <a:gd name="connsiteX20" fmla="*/ 670 w 59825"/>
                    <a:gd name="connsiteY20" fmla="*/ 30642 h 60880"/>
                    <a:gd name="connsiteX21" fmla="*/ 2574 w 59825"/>
                    <a:gd name="connsiteY21" fmla="*/ 42358 h 60880"/>
                    <a:gd name="connsiteX22" fmla="*/ 8290 w 59825"/>
                    <a:gd name="connsiteY22" fmla="*/ 51883 h 60880"/>
                    <a:gd name="connsiteX23" fmla="*/ 17243 w 59825"/>
                    <a:gd name="connsiteY23" fmla="*/ 57884 h 60880"/>
                    <a:gd name="connsiteX24" fmla="*/ 28959 w 59825"/>
                    <a:gd name="connsiteY24" fmla="*/ 59979 h 60880"/>
                    <a:gd name="connsiteX25" fmla="*/ 40674 w 59825"/>
                    <a:gd name="connsiteY25" fmla="*/ 57884 h 60880"/>
                    <a:gd name="connsiteX26" fmla="*/ 50199 w 59825"/>
                    <a:gd name="connsiteY26" fmla="*/ 51978 h 60880"/>
                    <a:gd name="connsiteX27" fmla="*/ 55915 w 59825"/>
                    <a:gd name="connsiteY27" fmla="*/ 42453 h 60880"/>
                    <a:gd name="connsiteX28" fmla="*/ 57915 w 59825"/>
                    <a:gd name="connsiteY28" fmla="*/ 30642 h 60880"/>
                    <a:gd name="connsiteX29" fmla="*/ 55915 w 59825"/>
                    <a:gd name="connsiteY29" fmla="*/ 18831 h 60880"/>
                    <a:gd name="connsiteX30" fmla="*/ 50199 w 59825"/>
                    <a:gd name="connsiteY30" fmla="*/ 9306 h 60880"/>
                    <a:gd name="connsiteX31" fmla="*/ 40674 w 59825"/>
                    <a:gd name="connsiteY31" fmla="*/ 3305 h 60880"/>
                    <a:gd name="connsiteX32" fmla="*/ 28959 w 59825"/>
                    <a:gd name="connsiteY32" fmla="*/ 1210 h 60880"/>
                    <a:gd name="connsiteX33" fmla="*/ 28959 w 59825"/>
                    <a:gd name="connsiteY33" fmla="*/ 49883 h 60880"/>
                    <a:gd name="connsiteX34" fmla="*/ 20862 w 59825"/>
                    <a:gd name="connsiteY34" fmla="*/ 47501 h 60880"/>
                    <a:gd name="connsiteX35" fmla="*/ 15623 w 59825"/>
                    <a:gd name="connsiteY35" fmla="*/ 40548 h 60880"/>
                    <a:gd name="connsiteX36" fmla="*/ 13814 w 59825"/>
                    <a:gd name="connsiteY36" fmla="*/ 30261 h 60880"/>
                    <a:gd name="connsiteX37" fmla="*/ 15623 w 59825"/>
                    <a:gd name="connsiteY37" fmla="*/ 19784 h 60880"/>
                    <a:gd name="connsiteX38" fmla="*/ 20958 w 59825"/>
                    <a:gd name="connsiteY38" fmla="*/ 12926 h 60880"/>
                    <a:gd name="connsiteX39" fmla="*/ 40008 w 59825"/>
                    <a:gd name="connsiteY39" fmla="*/ 15783 h 60880"/>
                    <a:gd name="connsiteX40" fmla="*/ 44103 w 59825"/>
                    <a:gd name="connsiteY40" fmla="*/ 30261 h 60880"/>
                    <a:gd name="connsiteX41" fmla="*/ 40008 w 59825"/>
                    <a:gd name="connsiteY41" fmla="*/ 44549 h 60880"/>
                    <a:gd name="connsiteX42" fmla="*/ 28959 w 59825"/>
                    <a:gd name="connsiteY42" fmla="*/ 49883 h 60880"/>
                    <a:gd name="connsiteX43" fmla="*/ 28959 w 59825"/>
                    <a:gd name="connsiteY43" fmla="*/ 11783 h 60880"/>
                    <a:gd name="connsiteX44" fmla="*/ 21815 w 59825"/>
                    <a:gd name="connsiteY44" fmla="*/ 13878 h 60880"/>
                    <a:gd name="connsiteX45" fmla="*/ 17052 w 59825"/>
                    <a:gd name="connsiteY45" fmla="*/ 20069 h 60880"/>
                    <a:gd name="connsiteX46" fmla="*/ 15338 w 59825"/>
                    <a:gd name="connsiteY46" fmla="*/ 29594 h 60880"/>
                    <a:gd name="connsiteX47" fmla="*/ 17052 w 59825"/>
                    <a:gd name="connsiteY47" fmla="*/ 39119 h 60880"/>
                    <a:gd name="connsiteX48" fmla="*/ 21719 w 59825"/>
                    <a:gd name="connsiteY48" fmla="*/ 45406 h 60880"/>
                    <a:gd name="connsiteX49" fmla="*/ 28959 w 59825"/>
                    <a:gd name="connsiteY49" fmla="*/ 47501 h 60880"/>
                    <a:gd name="connsiteX50" fmla="*/ 38960 w 59825"/>
                    <a:gd name="connsiteY50" fmla="*/ 42739 h 60880"/>
                    <a:gd name="connsiteX51" fmla="*/ 42675 w 59825"/>
                    <a:gd name="connsiteY51" fmla="*/ 29404 h 60880"/>
                    <a:gd name="connsiteX52" fmla="*/ 38960 w 59825"/>
                    <a:gd name="connsiteY52" fmla="*/ 15878 h 60880"/>
                    <a:gd name="connsiteX53" fmla="*/ 28959 w 59825"/>
                    <a:gd name="connsiteY53" fmla="*/ 12068 h 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59825" h="60880">
                      <a:moveTo>
                        <a:pt x="28959" y="60741"/>
                      </a:moveTo>
                      <a:cubicBezTo>
                        <a:pt x="24768" y="60836"/>
                        <a:pt x="20576" y="60093"/>
                        <a:pt x="16672" y="58550"/>
                      </a:cubicBezTo>
                      <a:cubicBezTo>
                        <a:pt x="9433" y="55683"/>
                        <a:pt x="3812" y="49863"/>
                        <a:pt x="1146" y="42548"/>
                      </a:cubicBezTo>
                      <a:cubicBezTo>
                        <a:pt x="-283" y="38605"/>
                        <a:pt x="-950" y="34443"/>
                        <a:pt x="-950" y="30261"/>
                      </a:cubicBezTo>
                      <a:cubicBezTo>
                        <a:pt x="-950" y="26013"/>
                        <a:pt x="-283" y="21793"/>
                        <a:pt x="1146" y="17783"/>
                      </a:cubicBezTo>
                      <a:cubicBezTo>
                        <a:pt x="2479" y="14221"/>
                        <a:pt x="4480" y="10973"/>
                        <a:pt x="7147" y="8258"/>
                      </a:cubicBezTo>
                      <a:cubicBezTo>
                        <a:pt x="9813" y="5534"/>
                        <a:pt x="13053" y="3420"/>
                        <a:pt x="16672" y="2067"/>
                      </a:cubicBezTo>
                      <a:cubicBezTo>
                        <a:pt x="20576" y="534"/>
                        <a:pt x="24768" y="-219"/>
                        <a:pt x="28959" y="-124"/>
                      </a:cubicBezTo>
                      <a:cubicBezTo>
                        <a:pt x="33150" y="-171"/>
                        <a:pt x="37341" y="572"/>
                        <a:pt x="41246" y="2067"/>
                      </a:cubicBezTo>
                      <a:cubicBezTo>
                        <a:pt x="44770" y="3496"/>
                        <a:pt x="48009" y="5639"/>
                        <a:pt x="50771" y="8353"/>
                      </a:cubicBezTo>
                      <a:cubicBezTo>
                        <a:pt x="53438" y="11087"/>
                        <a:pt x="55438" y="14326"/>
                        <a:pt x="56772" y="17878"/>
                      </a:cubicBezTo>
                      <a:cubicBezTo>
                        <a:pt x="58201" y="21841"/>
                        <a:pt x="58962" y="26042"/>
                        <a:pt x="58867" y="30261"/>
                      </a:cubicBezTo>
                      <a:cubicBezTo>
                        <a:pt x="58867" y="34452"/>
                        <a:pt x="58201" y="38614"/>
                        <a:pt x="56772" y="42548"/>
                      </a:cubicBezTo>
                      <a:cubicBezTo>
                        <a:pt x="55438" y="46120"/>
                        <a:pt x="53343" y="49368"/>
                        <a:pt x="50676" y="52073"/>
                      </a:cubicBezTo>
                      <a:cubicBezTo>
                        <a:pt x="48009" y="54807"/>
                        <a:pt x="44770" y="56922"/>
                        <a:pt x="41151" y="58265"/>
                      </a:cubicBezTo>
                      <a:cubicBezTo>
                        <a:pt x="37245" y="59893"/>
                        <a:pt x="33150" y="60732"/>
                        <a:pt x="28959" y="60741"/>
                      </a:cubicBezTo>
                      <a:close/>
                      <a:moveTo>
                        <a:pt x="28959" y="1210"/>
                      </a:moveTo>
                      <a:cubicBezTo>
                        <a:pt x="24959" y="1133"/>
                        <a:pt x="20958" y="1848"/>
                        <a:pt x="17243" y="3305"/>
                      </a:cubicBezTo>
                      <a:cubicBezTo>
                        <a:pt x="13909" y="4563"/>
                        <a:pt x="10861" y="6553"/>
                        <a:pt x="8290" y="9116"/>
                      </a:cubicBezTo>
                      <a:cubicBezTo>
                        <a:pt x="5813" y="11887"/>
                        <a:pt x="3812" y="15126"/>
                        <a:pt x="2574" y="18641"/>
                      </a:cubicBezTo>
                      <a:cubicBezTo>
                        <a:pt x="1240" y="22508"/>
                        <a:pt x="670" y="26565"/>
                        <a:pt x="670" y="30642"/>
                      </a:cubicBezTo>
                      <a:cubicBezTo>
                        <a:pt x="670" y="34624"/>
                        <a:pt x="1240" y="38586"/>
                        <a:pt x="2574" y="42358"/>
                      </a:cubicBezTo>
                      <a:cubicBezTo>
                        <a:pt x="3812" y="45901"/>
                        <a:pt x="5718" y="49149"/>
                        <a:pt x="8290" y="51883"/>
                      </a:cubicBezTo>
                      <a:cubicBezTo>
                        <a:pt x="10765" y="54502"/>
                        <a:pt x="13814" y="56550"/>
                        <a:pt x="17243" y="57884"/>
                      </a:cubicBezTo>
                      <a:cubicBezTo>
                        <a:pt x="20958" y="59350"/>
                        <a:pt x="24959" y="60065"/>
                        <a:pt x="28959" y="59979"/>
                      </a:cubicBezTo>
                      <a:cubicBezTo>
                        <a:pt x="32959" y="60055"/>
                        <a:pt x="36959" y="59341"/>
                        <a:pt x="40674" y="57884"/>
                      </a:cubicBezTo>
                      <a:cubicBezTo>
                        <a:pt x="44294" y="56674"/>
                        <a:pt x="47533" y="54655"/>
                        <a:pt x="50199" y="51978"/>
                      </a:cubicBezTo>
                      <a:cubicBezTo>
                        <a:pt x="52771" y="49245"/>
                        <a:pt x="54677" y="45996"/>
                        <a:pt x="55915" y="42453"/>
                      </a:cubicBezTo>
                      <a:cubicBezTo>
                        <a:pt x="57247" y="38662"/>
                        <a:pt x="57915" y="34662"/>
                        <a:pt x="57915" y="30642"/>
                      </a:cubicBezTo>
                      <a:cubicBezTo>
                        <a:pt x="58010" y="26613"/>
                        <a:pt x="57343" y="22612"/>
                        <a:pt x="55915" y="18831"/>
                      </a:cubicBezTo>
                      <a:cubicBezTo>
                        <a:pt x="54772" y="15250"/>
                        <a:pt x="52866" y="11992"/>
                        <a:pt x="50199" y="9306"/>
                      </a:cubicBezTo>
                      <a:cubicBezTo>
                        <a:pt x="47533" y="6591"/>
                        <a:pt x="44294" y="4534"/>
                        <a:pt x="40674" y="3305"/>
                      </a:cubicBezTo>
                      <a:cubicBezTo>
                        <a:pt x="36959" y="1838"/>
                        <a:pt x="32959" y="1124"/>
                        <a:pt x="28959" y="1210"/>
                      </a:cubicBezTo>
                      <a:close/>
                      <a:moveTo>
                        <a:pt x="28959" y="49883"/>
                      </a:moveTo>
                      <a:cubicBezTo>
                        <a:pt x="26102" y="49968"/>
                        <a:pt x="23244" y="49140"/>
                        <a:pt x="20862" y="47501"/>
                      </a:cubicBezTo>
                      <a:cubicBezTo>
                        <a:pt x="18481" y="45749"/>
                        <a:pt x="16672" y="43329"/>
                        <a:pt x="15623" y="40548"/>
                      </a:cubicBezTo>
                      <a:cubicBezTo>
                        <a:pt x="14291" y="37281"/>
                        <a:pt x="13719" y="33776"/>
                        <a:pt x="13814" y="30261"/>
                      </a:cubicBezTo>
                      <a:cubicBezTo>
                        <a:pt x="13719" y="26680"/>
                        <a:pt x="14291" y="23117"/>
                        <a:pt x="15623" y="19784"/>
                      </a:cubicBezTo>
                      <a:cubicBezTo>
                        <a:pt x="16672" y="16993"/>
                        <a:pt x="18481" y="14593"/>
                        <a:pt x="20958" y="12926"/>
                      </a:cubicBezTo>
                      <a:cubicBezTo>
                        <a:pt x="27149" y="8944"/>
                        <a:pt x="35245" y="10173"/>
                        <a:pt x="40008" y="15783"/>
                      </a:cubicBezTo>
                      <a:cubicBezTo>
                        <a:pt x="42960" y="20003"/>
                        <a:pt x="44389" y="25108"/>
                        <a:pt x="44103" y="30261"/>
                      </a:cubicBezTo>
                      <a:cubicBezTo>
                        <a:pt x="44389" y="35357"/>
                        <a:pt x="42960" y="40396"/>
                        <a:pt x="40008" y="44549"/>
                      </a:cubicBezTo>
                      <a:cubicBezTo>
                        <a:pt x="37436" y="48006"/>
                        <a:pt x="33245" y="49987"/>
                        <a:pt x="28959" y="49883"/>
                      </a:cubicBezTo>
                      <a:close/>
                      <a:moveTo>
                        <a:pt x="28959" y="11783"/>
                      </a:moveTo>
                      <a:cubicBezTo>
                        <a:pt x="26387" y="11716"/>
                        <a:pt x="23910" y="12449"/>
                        <a:pt x="21815" y="13878"/>
                      </a:cubicBezTo>
                      <a:cubicBezTo>
                        <a:pt x="19624" y="15412"/>
                        <a:pt x="18005" y="17574"/>
                        <a:pt x="17052" y="20069"/>
                      </a:cubicBezTo>
                      <a:cubicBezTo>
                        <a:pt x="15909" y="23108"/>
                        <a:pt x="15338" y="26337"/>
                        <a:pt x="15338" y="29594"/>
                      </a:cubicBezTo>
                      <a:cubicBezTo>
                        <a:pt x="15243" y="32852"/>
                        <a:pt x="15814" y="36090"/>
                        <a:pt x="17052" y="39119"/>
                      </a:cubicBezTo>
                      <a:cubicBezTo>
                        <a:pt x="18005" y="41605"/>
                        <a:pt x="19624" y="43786"/>
                        <a:pt x="21719" y="45406"/>
                      </a:cubicBezTo>
                      <a:cubicBezTo>
                        <a:pt x="23910" y="46806"/>
                        <a:pt x="26387" y="47539"/>
                        <a:pt x="28959" y="47501"/>
                      </a:cubicBezTo>
                      <a:cubicBezTo>
                        <a:pt x="32864" y="47635"/>
                        <a:pt x="36579" y="45863"/>
                        <a:pt x="38960" y="42739"/>
                      </a:cubicBezTo>
                      <a:cubicBezTo>
                        <a:pt x="41628" y="38834"/>
                        <a:pt x="42960" y="34138"/>
                        <a:pt x="42675" y="29404"/>
                      </a:cubicBezTo>
                      <a:cubicBezTo>
                        <a:pt x="42960" y="24603"/>
                        <a:pt x="41628" y="19850"/>
                        <a:pt x="38960" y="15878"/>
                      </a:cubicBezTo>
                      <a:cubicBezTo>
                        <a:pt x="36388" y="13145"/>
                        <a:pt x="32673" y="11744"/>
                        <a:pt x="28959" y="12068"/>
                      </a:cubicBezTo>
                      <a:close/>
                    </a:path>
                  </a:pathLst>
                </a:custGeom>
                <a:grpFill/>
                <a:ln w="9525" cap="flat">
                  <a:noFill/>
                  <a:prstDash val="solid"/>
                  <a:miter/>
                </a:ln>
              </p:spPr>
              <p:txBody>
                <a:bodyPr rtlCol="0" anchor="ctr"/>
                <a:lstStyle/>
                <a:p>
                  <a:endParaRPr lang="zh-CN" altLang="en-US"/>
                </a:p>
              </p:txBody>
            </p:sp>
            <p:sp>
              <p:nvSpPr>
                <p:cNvPr id="37" name="任意多边形: 形状 36">
                  <a:extLst>
                    <a:ext uri="{FF2B5EF4-FFF2-40B4-BE49-F238E27FC236}">
                      <a16:creationId xmlns:a16="http://schemas.microsoft.com/office/drawing/2014/main" id="{84B24424-64CA-3B7F-6F33-14A088741BBE}"/>
                    </a:ext>
                  </a:extLst>
                </p:cNvPr>
                <p:cNvSpPr/>
                <p:nvPr/>
              </p:nvSpPr>
              <p:spPr>
                <a:xfrm>
                  <a:off x="10307309" y="3497014"/>
                  <a:ext cx="184628" cy="238134"/>
                </a:xfrm>
                <a:custGeom>
                  <a:avLst/>
                  <a:gdLst>
                    <a:gd name="connsiteX0" fmla="*/ 100117 w 155082"/>
                    <a:gd name="connsiteY0" fmla="*/ 199894 h 200025"/>
                    <a:gd name="connsiteX1" fmla="*/ 97927 w 155082"/>
                    <a:gd name="connsiteY1" fmla="*/ 199417 h 200025"/>
                    <a:gd name="connsiteX2" fmla="*/ 94403 w 155082"/>
                    <a:gd name="connsiteY2" fmla="*/ 195893 h 200025"/>
                    <a:gd name="connsiteX3" fmla="*/ -275 w 155082"/>
                    <a:gd name="connsiteY3" fmla="*/ 8822 h 200025"/>
                    <a:gd name="connsiteX4" fmla="*/ 2297 w 155082"/>
                    <a:gd name="connsiteY4" fmla="*/ 593 h 200025"/>
                    <a:gd name="connsiteX5" fmla="*/ 2392 w 155082"/>
                    <a:gd name="connsiteY5" fmla="*/ 535 h 200025"/>
                    <a:gd name="connsiteX6" fmla="*/ 10773 w 155082"/>
                    <a:gd name="connsiteY6" fmla="*/ 3298 h 200025"/>
                    <a:gd name="connsiteX7" fmla="*/ 98785 w 155082"/>
                    <a:gd name="connsiteY7" fmla="*/ 177129 h 200025"/>
                    <a:gd name="connsiteX8" fmla="*/ 141932 w 155082"/>
                    <a:gd name="connsiteY8" fmla="*/ 4536 h 200025"/>
                    <a:gd name="connsiteX9" fmla="*/ 149457 w 155082"/>
                    <a:gd name="connsiteY9" fmla="*/ 59 h 200025"/>
                    <a:gd name="connsiteX10" fmla="*/ 153934 w 155082"/>
                    <a:gd name="connsiteY10" fmla="*/ 7584 h 200025"/>
                    <a:gd name="connsiteX11" fmla="*/ 108595 w 155082"/>
                    <a:gd name="connsiteY11" fmla="*/ 188559 h 200025"/>
                    <a:gd name="connsiteX12" fmla="*/ 105929 w 155082"/>
                    <a:gd name="connsiteY12" fmla="*/ 195607 h 200025"/>
                    <a:gd name="connsiteX13" fmla="*/ 100117 w 155082"/>
                    <a:gd name="connsiteY13" fmla="*/ 199894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55082" h="200025">
                      <a:moveTo>
                        <a:pt x="100117" y="199894"/>
                      </a:moveTo>
                      <a:cubicBezTo>
                        <a:pt x="99356" y="199865"/>
                        <a:pt x="98594" y="199703"/>
                        <a:pt x="97927" y="199417"/>
                      </a:cubicBezTo>
                      <a:cubicBezTo>
                        <a:pt x="96308" y="198855"/>
                        <a:pt x="94975" y="197551"/>
                        <a:pt x="94403" y="195893"/>
                      </a:cubicBezTo>
                      <a:lnTo>
                        <a:pt x="-275" y="8822"/>
                      </a:lnTo>
                      <a:cubicBezTo>
                        <a:pt x="-1800" y="5841"/>
                        <a:pt x="-657" y="2155"/>
                        <a:pt x="2297" y="593"/>
                      </a:cubicBezTo>
                      <a:cubicBezTo>
                        <a:pt x="2297" y="574"/>
                        <a:pt x="2392" y="554"/>
                        <a:pt x="2392" y="535"/>
                      </a:cubicBezTo>
                      <a:cubicBezTo>
                        <a:pt x="5440" y="-988"/>
                        <a:pt x="9250" y="240"/>
                        <a:pt x="10773" y="3298"/>
                      </a:cubicBezTo>
                      <a:lnTo>
                        <a:pt x="98785" y="177129"/>
                      </a:lnTo>
                      <a:lnTo>
                        <a:pt x="141932" y="4536"/>
                      </a:lnTo>
                      <a:cubicBezTo>
                        <a:pt x="142790" y="1221"/>
                        <a:pt x="146124" y="-779"/>
                        <a:pt x="149457" y="59"/>
                      </a:cubicBezTo>
                      <a:cubicBezTo>
                        <a:pt x="152791" y="897"/>
                        <a:pt x="154792" y="4269"/>
                        <a:pt x="153934" y="7584"/>
                      </a:cubicBezTo>
                      <a:lnTo>
                        <a:pt x="108595" y="188559"/>
                      </a:lnTo>
                      <a:lnTo>
                        <a:pt x="105929" y="195607"/>
                      </a:lnTo>
                      <a:cubicBezTo>
                        <a:pt x="105071" y="198132"/>
                        <a:pt x="102785" y="199856"/>
                        <a:pt x="100117" y="199894"/>
                      </a:cubicBezTo>
                      <a:close/>
                    </a:path>
                  </a:pathLst>
                </a:custGeom>
                <a:grpFill/>
                <a:ln w="9525" cap="flat">
                  <a:noFill/>
                  <a:prstDash val="solid"/>
                  <a:miter/>
                </a:ln>
              </p:spPr>
              <p:txBody>
                <a:bodyPr rtlCol="0" anchor="ctr"/>
                <a:lstStyle/>
                <a:p>
                  <a:endParaRPr lang="zh-CN" altLang="en-US"/>
                </a:p>
              </p:txBody>
            </p:sp>
            <p:sp>
              <p:nvSpPr>
                <p:cNvPr id="38" name="任意多边形: 形状 37">
                  <a:extLst>
                    <a:ext uri="{FF2B5EF4-FFF2-40B4-BE49-F238E27FC236}">
                      <a16:creationId xmlns:a16="http://schemas.microsoft.com/office/drawing/2014/main" id="{61E915FA-C2D6-9272-843F-59FA0D6CACFA}"/>
                    </a:ext>
                  </a:extLst>
                </p:cNvPr>
                <p:cNvSpPr/>
                <p:nvPr/>
              </p:nvSpPr>
              <p:spPr>
                <a:xfrm>
                  <a:off x="10259915" y="3442356"/>
                  <a:ext cx="273978" cy="43318"/>
                </a:xfrm>
                <a:custGeom>
                  <a:avLst/>
                  <a:gdLst>
                    <a:gd name="connsiteX0" fmla="*/ 110685 w 230133"/>
                    <a:gd name="connsiteY0" fmla="*/ 36255 h 36386"/>
                    <a:gd name="connsiteX1" fmla="*/ 81158 w 230133"/>
                    <a:gd name="connsiteY1" fmla="*/ 22729 h 36386"/>
                    <a:gd name="connsiteX2" fmla="*/ 21436 w 230133"/>
                    <a:gd name="connsiteY2" fmla="*/ 24444 h 36386"/>
                    <a:gd name="connsiteX3" fmla="*/ 5244 w 230133"/>
                    <a:gd name="connsiteY3" fmla="*/ 30921 h 36386"/>
                    <a:gd name="connsiteX4" fmla="*/ -948 w 230133"/>
                    <a:gd name="connsiteY4" fmla="*/ 24730 h 36386"/>
                    <a:gd name="connsiteX5" fmla="*/ 5053 w 230133"/>
                    <a:gd name="connsiteY5" fmla="*/ 18538 h 36386"/>
                    <a:gd name="connsiteX6" fmla="*/ 5148 w 230133"/>
                    <a:gd name="connsiteY6" fmla="*/ 18538 h 36386"/>
                    <a:gd name="connsiteX7" fmla="*/ 15435 w 230133"/>
                    <a:gd name="connsiteY7" fmla="*/ 13586 h 36386"/>
                    <a:gd name="connsiteX8" fmla="*/ 89540 w 230133"/>
                    <a:gd name="connsiteY8" fmla="*/ 13586 h 36386"/>
                    <a:gd name="connsiteX9" fmla="*/ 135926 w 230133"/>
                    <a:gd name="connsiteY9" fmla="*/ 13586 h 36386"/>
                    <a:gd name="connsiteX10" fmla="*/ 159644 w 230133"/>
                    <a:gd name="connsiteY10" fmla="*/ 3298 h 36386"/>
                    <a:gd name="connsiteX11" fmla="*/ 225366 w 230133"/>
                    <a:gd name="connsiteY11" fmla="*/ 23682 h 36386"/>
                    <a:gd name="connsiteX12" fmla="*/ 228700 w 230133"/>
                    <a:gd name="connsiteY12" fmla="*/ 31778 h 36386"/>
                    <a:gd name="connsiteX13" fmla="*/ 220604 w 230133"/>
                    <a:gd name="connsiteY13" fmla="*/ 35112 h 36386"/>
                    <a:gd name="connsiteX14" fmla="*/ 219841 w 230133"/>
                    <a:gd name="connsiteY14" fmla="*/ 34731 h 36386"/>
                    <a:gd name="connsiteX15" fmla="*/ 160310 w 230133"/>
                    <a:gd name="connsiteY15" fmla="*/ 15681 h 36386"/>
                    <a:gd name="connsiteX16" fmla="*/ 142498 w 230133"/>
                    <a:gd name="connsiteY16" fmla="*/ 23968 h 36386"/>
                    <a:gd name="connsiteX17" fmla="*/ 110685 w 230133"/>
                    <a:gd name="connsiteY17" fmla="*/ 36255 h 3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30133" h="36386">
                      <a:moveTo>
                        <a:pt x="110685" y="36255"/>
                      </a:moveTo>
                      <a:cubicBezTo>
                        <a:pt x="99445" y="35760"/>
                        <a:pt x="88872" y="30912"/>
                        <a:pt x="81158" y="22729"/>
                      </a:cubicBezTo>
                      <a:cubicBezTo>
                        <a:pt x="60107" y="3013"/>
                        <a:pt x="37723" y="15395"/>
                        <a:pt x="21436" y="24444"/>
                      </a:cubicBezTo>
                      <a:cubicBezTo>
                        <a:pt x="16578" y="27797"/>
                        <a:pt x="11054" y="30007"/>
                        <a:pt x="5244" y="30921"/>
                      </a:cubicBezTo>
                      <a:cubicBezTo>
                        <a:pt x="1814" y="30921"/>
                        <a:pt x="-948" y="28149"/>
                        <a:pt x="-948" y="24730"/>
                      </a:cubicBezTo>
                      <a:cubicBezTo>
                        <a:pt x="-1043" y="21367"/>
                        <a:pt x="1720" y="18596"/>
                        <a:pt x="5053" y="18538"/>
                      </a:cubicBezTo>
                      <a:cubicBezTo>
                        <a:pt x="5053" y="18538"/>
                        <a:pt x="5148" y="18538"/>
                        <a:pt x="5148" y="18538"/>
                      </a:cubicBezTo>
                      <a:cubicBezTo>
                        <a:pt x="8768" y="17243"/>
                        <a:pt x="12197" y="15586"/>
                        <a:pt x="15435" y="13586"/>
                      </a:cubicBezTo>
                      <a:cubicBezTo>
                        <a:pt x="31722" y="4537"/>
                        <a:pt x="62012" y="-12132"/>
                        <a:pt x="89540" y="13586"/>
                      </a:cubicBezTo>
                      <a:cubicBezTo>
                        <a:pt x="108590" y="31016"/>
                        <a:pt x="121067" y="23111"/>
                        <a:pt x="135926" y="13586"/>
                      </a:cubicBezTo>
                      <a:cubicBezTo>
                        <a:pt x="142784" y="8194"/>
                        <a:pt x="150976" y="4661"/>
                        <a:pt x="159644" y="3298"/>
                      </a:cubicBezTo>
                      <a:cubicBezTo>
                        <a:pt x="181456" y="2346"/>
                        <a:pt x="223651" y="22348"/>
                        <a:pt x="225366" y="23682"/>
                      </a:cubicBezTo>
                      <a:cubicBezTo>
                        <a:pt x="228509" y="24996"/>
                        <a:pt x="230034" y="28626"/>
                        <a:pt x="228700" y="31778"/>
                      </a:cubicBezTo>
                      <a:cubicBezTo>
                        <a:pt x="227366" y="34931"/>
                        <a:pt x="223747" y="36427"/>
                        <a:pt x="220604" y="35112"/>
                      </a:cubicBezTo>
                      <a:cubicBezTo>
                        <a:pt x="220318" y="35007"/>
                        <a:pt x="220127" y="34874"/>
                        <a:pt x="219841" y="34731"/>
                      </a:cubicBezTo>
                      <a:cubicBezTo>
                        <a:pt x="208602" y="29206"/>
                        <a:pt x="175931" y="14633"/>
                        <a:pt x="160310" y="15681"/>
                      </a:cubicBezTo>
                      <a:cubicBezTo>
                        <a:pt x="153834" y="17100"/>
                        <a:pt x="147737" y="19929"/>
                        <a:pt x="142498" y="23968"/>
                      </a:cubicBezTo>
                      <a:cubicBezTo>
                        <a:pt x="133259" y="31045"/>
                        <a:pt x="122210" y="35312"/>
                        <a:pt x="110685" y="36255"/>
                      </a:cubicBezTo>
                      <a:close/>
                    </a:path>
                  </a:pathLst>
                </a:custGeom>
                <a:grpFill/>
                <a:ln w="9525" cap="flat">
                  <a:noFill/>
                  <a:prstDash val="solid"/>
                  <a:miter/>
                </a:ln>
              </p:spPr>
              <p:txBody>
                <a:bodyPr rtlCol="0" anchor="ctr"/>
                <a:lstStyle/>
                <a:p>
                  <a:endParaRPr lang="zh-CN" altLang="en-US"/>
                </a:p>
              </p:txBody>
            </p:sp>
            <p:sp>
              <p:nvSpPr>
                <p:cNvPr id="39" name="任意多边形: 形状 38">
                  <a:extLst>
                    <a:ext uri="{FF2B5EF4-FFF2-40B4-BE49-F238E27FC236}">
                      <a16:creationId xmlns:a16="http://schemas.microsoft.com/office/drawing/2014/main" id="{FEAA3258-CF8A-1D53-4A10-13142AB873AB}"/>
                    </a:ext>
                  </a:extLst>
                </p:cNvPr>
                <p:cNvSpPr/>
                <p:nvPr/>
              </p:nvSpPr>
              <p:spPr>
                <a:xfrm>
                  <a:off x="10420262" y="3031975"/>
                  <a:ext cx="14740" cy="62594"/>
                </a:xfrm>
                <a:custGeom>
                  <a:avLst/>
                  <a:gdLst>
                    <a:gd name="connsiteX0" fmla="*/ 5240 w 12381"/>
                    <a:gd name="connsiteY0" fmla="*/ 52446 h 52577"/>
                    <a:gd name="connsiteX1" fmla="*/ -950 w 12381"/>
                    <a:gd name="connsiteY1" fmla="*/ 46255 h 52577"/>
                    <a:gd name="connsiteX2" fmla="*/ -950 w 12381"/>
                    <a:gd name="connsiteY2" fmla="*/ 6059 h 52577"/>
                    <a:gd name="connsiteX3" fmla="*/ 5240 w 12381"/>
                    <a:gd name="connsiteY3" fmla="*/ -132 h 52577"/>
                    <a:gd name="connsiteX4" fmla="*/ 11432 w 12381"/>
                    <a:gd name="connsiteY4" fmla="*/ 6059 h 52577"/>
                    <a:gd name="connsiteX5" fmla="*/ 11432 w 12381"/>
                    <a:gd name="connsiteY5" fmla="*/ 46255 h 52577"/>
                    <a:gd name="connsiteX6" fmla="*/ 5240 w 12381"/>
                    <a:gd name="connsiteY6" fmla="*/ 52446 h 52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1" h="52577">
                      <a:moveTo>
                        <a:pt x="5240" y="52446"/>
                      </a:moveTo>
                      <a:cubicBezTo>
                        <a:pt x="1811" y="52446"/>
                        <a:pt x="-950" y="49675"/>
                        <a:pt x="-950" y="46255"/>
                      </a:cubicBezTo>
                      <a:lnTo>
                        <a:pt x="-950" y="6059"/>
                      </a:lnTo>
                      <a:cubicBezTo>
                        <a:pt x="-950" y="2640"/>
                        <a:pt x="1811" y="-132"/>
                        <a:pt x="5240" y="-132"/>
                      </a:cubicBezTo>
                      <a:cubicBezTo>
                        <a:pt x="8670" y="-132"/>
                        <a:pt x="11432" y="2640"/>
                        <a:pt x="11432" y="6059"/>
                      </a:cubicBezTo>
                      <a:lnTo>
                        <a:pt x="11432" y="46255"/>
                      </a:lnTo>
                      <a:cubicBezTo>
                        <a:pt x="11432" y="49675"/>
                        <a:pt x="8670" y="52446"/>
                        <a:pt x="5240" y="52446"/>
                      </a:cubicBezTo>
                      <a:close/>
                    </a:path>
                  </a:pathLst>
                </a:custGeom>
                <a:grpFill/>
                <a:ln w="9525" cap="flat">
                  <a:noFill/>
                  <a:prstDash val="solid"/>
                  <a:miter/>
                </a:ln>
              </p:spPr>
              <p:txBody>
                <a:bodyPr rtlCol="0" anchor="ctr"/>
                <a:lstStyle/>
                <a:p>
                  <a:endParaRPr lang="zh-CN" altLang="en-US"/>
                </a:p>
              </p:txBody>
            </p:sp>
            <p:sp>
              <p:nvSpPr>
                <p:cNvPr id="40" name="任意多边形: 形状 39">
                  <a:extLst>
                    <a:ext uri="{FF2B5EF4-FFF2-40B4-BE49-F238E27FC236}">
                      <a16:creationId xmlns:a16="http://schemas.microsoft.com/office/drawing/2014/main" id="{2AC11F69-89F8-F712-33EE-7C922186324B}"/>
                    </a:ext>
                  </a:extLst>
                </p:cNvPr>
                <p:cNvSpPr/>
                <p:nvPr/>
              </p:nvSpPr>
              <p:spPr>
                <a:xfrm>
                  <a:off x="10591755" y="3083747"/>
                  <a:ext cx="38972" cy="56860"/>
                </a:xfrm>
                <a:custGeom>
                  <a:avLst/>
                  <a:gdLst>
                    <a:gd name="connsiteX0" fmla="*/ 5209 w 32735"/>
                    <a:gd name="connsiteY0" fmla="*/ 47630 h 47761"/>
                    <a:gd name="connsiteX1" fmla="*/ 2162 w 32735"/>
                    <a:gd name="connsiteY1" fmla="*/ 46773 h 47761"/>
                    <a:gd name="connsiteX2" fmla="*/ -124 w 32735"/>
                    <a:gd name="connsiteY2" fmla="*/ 38324 h 47761"/>
                    <a:gd name="connsiteX3" fmla="*/ -124 w 32735"/>
                    <a:gd name="connsiteY3" fmla="*/ 38296 h 47761"/>
                    <a:gd name="connsiteX4" fmla="*/ 19973 w 32735"/>
                    <a:gd name="connsiteY4" fmla="*/ 3434 h 47761"/>
                    <a:gd name="connsiteX5" fmla="*/ 28165 w 32735"/>
                    <a:gd name="connsiteY5" fmla="*/ 453 h 47761"/>
                    <a:gd name="connsiteX6" fmla="*/ 31213 w 32735"/>
                    <a:gd name="connsiteY6" fmla="*/ 8682 h 47761"/>
                    <a:gd name="connsiteX7" fmla="*/ 30641 w 32735"/>
                    <a:gd name="connsiteY7" fmla="*/ 9625 h 47761"/>
                    <a:gd name="connsiteX8" fmla="*/ 10544 w 32735"/>
                    <a:gd name="connsiteY8" fmla="*/ 44487 h 47761"/>
                    <a:gd name="connsiteX9" fmla="*/ 5209 w 32735"/>
                    <a:gd name="connsiteY9" fmla="*/ 47630 h 477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35" h="47761">
                      <a:moveTo>
                        <a:pt x="5209" y="47630"/>
                      </a:moveTo>
                      <a:cubicBezTo>
                        <a:pt x="4162" y="47630"/>
                        <a:pt x="3114" y="47335"/>
                        <a:pt x="2162" y="46773"/>
                      </a:cubicBezTo>
                      <a:cubicBezTo>
                        <a:pt x="-790" y="45078"/>
                        <a:pt x="-1839" y="41296"/>
                        <a:pt x="-124" y="38324"/>
                      </a:cubicBezTo>
                      <a:cubicBezTo>
                        <a:pt x="-124" y="38315"/>
                        <a:pt x="-124" y="38305"/>
                        <a:pt x="-124" y="38296"/>
                      </a:cubicBezTo>
                      <a:lnTo>
                        <a:pt x="19973" y="3434"/>
                      </a:lnTo>
                      <a:cubicBezTo>
                        <a:pt x="21402" y="338"/>
                        <a:pt x="25117" y="-995"/>
                        <a:pt x="28165" y="453"/>
                      </a:cubicBezTo>
                      <a:cubicBezTo>
                        <a:pt x="31309" y="1901"/>
                        <a:pt x="32641" y="5587"/>
                        <a:pt x="31213" y="8682"/>
                      </a:cubicBezTo>
                      <a:cubicBezTo>
                        <a:pt x="31023" y="9016"/>
                        <a:pt x="30832" y="9330"/>
                        <a:pt x="30641" y="9625"/>
                      </a:cubicBezTo>
                      <a:lnTo>
                        <a:pt x="10544" y="44487"/>
                      </a:lnTo>
                      <a:cubicBezTo>
                        <a:pt x="9496" y="46430"/>
                        <a:pt x="7401" y="47630"/>
                        <a:pt x="5209" y="47630"/>
                      </a:cubicBezTo>
                      <a:close/>
                    </a:path>
                  </a:pathLst>
                </a:custGeom>
                <a:grpFill/>
                <a:ln w="9525" cap="flat">
                  <a:noFill/>
                  <a:prstDash val="solid"/>
                  <a:miter/>
                </a:ln>
              </p:spPr>
              <p:txBody>
                <a:bodyPr rtlCol="0" anchor="ctr"/>
                <a:lstStyle/>
                <a:p>
                  <a:endParaRPr lang="zh-CN" altLang="en-US"/>
                </a:p>
              </p:txBody>
            </p:sp>
            <p:sp>
              <p:nvSpPr>
                <p:cNvPr id="41" name="任意多边形: 形状 40">
                  <a:extLst>
                    <a:ext uri="{FF2B5EF4-FFF2-40B4-BE49-F238E27FC236}">
                      <a16:creationId xmlns:a16="http://schemas.microsoft.com/office/drawing/2014/main" id="{82CA43E1-6974-09A4-4C4B-5868215B0121}"/>
                    </a:ext>
                  </a:extLst>
                </p:cNvPr>
                <p:cNvSpPr/>
                <p:nvPr/>
              </p:nvSpPr>
              <p:spPr>
                <a:xfrm>
                  <a:off x="10717168" y="3227383"/>
                  <a:ext cx="56291" cy="38642"/>
                </a:xfrm>
                <a:custGeom>
                  <a:avLst/>
                  <a:gdLst>
                    <a:gd name="connsiteX0" fmla="*/ 5213 w 47283"/>
                    <a:gd name="connsiteY0" fmla="*/ 32326 h 32458"/>
                    <a:gd name="connsiteX1" fmla="*/ -121 w 47283"/>
                    <a:gd name="connsiteY1" fmla="*/ 29183 h 32458"/>
                    <a:gd name="connsiteX2" fmla="*/ 2070 w 47283"/>
                    <a:gd name="connsiteY2" fmla="*/ 20849 h 32458"/>
                    <a:gd name="connsiteX3" fmla="*/ 2166 w 47283"/>
                    <a:gd name="connsiteY3" fmla="*/ 20801 h 32458"/>
                    <a:gd name="connsiteX4" fmla="*/ 37026 w 47283"/>
                    <a:gd name="connsiteY4" fmla="*/ 703 h 32458"/>
                    <a:gd name="connsiteX5" fmla="*/ 45504 w 47283"/>
                    <a:gd name="connsiteY5" fmla="*/ 2961 h 32458"/>
                    <a:gd name="connsiteX6" fmla="*/ 45504 w 47283"/>
                    <a:gd name="connsiteY6" fmla="*/ 2989 h 32458"/>
                    <a:gd name="connsiteX7" fmla="*/ 43313 w 47283"/>
                    <a:gd name="connsiteY7" fmla="*/ 11324 h 32458"/>
                    <a:gd name="connsiteX8" fmla="*/ 43218 w 47283"/>
                    <a:gd name="connsiteY8" fmla="*/ 11371 h 32458"/>
                    <a:gd name="connsiteX9" fmla="*/ 8356 w 47283"/>
                    <a:gd name="connsiteY9" fmla="*/ 31469 h 32458"/>
                    <a:gd name="connsiteX10" fmla="*/ 5213 w 47283"/>
                    <a:gd name="connsiteY10" fmla="*/ 32326 h 32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83" h="32458">
                      <a:moveTo>
                        <a:pt x="5213" y="32326"/>
                      </a:moveTo>
                      <a:cubicBezTo>
                        <a:pt x="3023" y="32307"/>
                        <a:pt x="927" y="31107"/>
                        <a:pt x="-121" y="29183"/>
                      </a:cubicBezTo>
                      <a:cubicBezTo>
                        <a:pt x="-1835" y="26278"/>
                        <a:pt x="-788" y="22544"/>
                        <a:pt x="2070" y="20849"/>
                      </a:cubicBezTo>
                      <a:cubicBezTo>
                        <a:pt x="2070" y="20830"/>
                        <a:pt x="2166" y="20820"/>
                        <a:pt x="2166" y="20801"/>
                      </a:cubicBezTo>
                      <a:lnTo>
                        <a:pt x="37026" y="703"/>
                      </a:lnTo>
                      <a:cubicBezTo>
                        <a:pt x="39980" y="-1011"/>
                        <a:pt x="43790" y="-2"/>
                        <a:pt x="45504" y="2961"/>
                      </a:cubicBezTo>
                      <a:cubicBezTo>
                        <a:pt x="45504" y="2970"/>
                        <a:pt x="45504" y="2980"/>
                        <a:pt x="45504" y="2989"/>
                      </a:cubicBezTo>
                      <a:cubicBezTo>
                        <a:pt x="47219" y="5904"/>
                        <a:pt x="46171" y="9628"/>
                        <a:pt x="43313" y="11324"/>
                      </a:cubicBezTo>
                      <a:cubicBezTo>
                        <a:pt x="43313" y="11343"/>
                        <a:pt x="43218" y="11352"/>
                        <a:pt x="43218" y="11371"/>
                      </a:cubicBezTo>
                      <a:lnTo>
                        <a:pt x="8356" y="31469"/>
                      </a:lnTo>
                      <a:cubicBezTo>
                        <a:pt x="7404" y="32021"/>
                        <a:pt x="6356" y="32317"/>
                        <a:pt x="5213" y="32326"/>
                      </a:cubicBezTo>
                      <a:close/>
                    </a:path>
                  </a:pathLst>
                </a:custGeom>
                <a:grpFill/>
                <a:ln w="9525" cap="flat">
                  <a:noFill/>
                  <a:prstDash val="solid"/>
                  <a:miter/>
                </a:ln>
              </p:spPr>
              <p:txBody>
                <a:bodyPr rtlCol="0" anchor="ctr"/>
                <a:lstStyle/>
                <a:p>
                  <a:endParaRPr lang="zh-CN" altLang="en-US"/>
                </a:p>
              </p:txBody>
            </p:sp>
            <p:sp>
              <p:nvSpPr>
                <p:cNvPr id="42" name="任意多边形: 形状 41">
                  <a:extLst>
                    <a:ext uri="{FF2B5EF4-FFF2-40B4-BE49-F238E27FC236}">
                      <a16:creationId xmlns:a16="http://schemas.microsoft.com/office/drawing/2014/main" id="{0CF23CEA-B478-6873-AF9B-338CE9934EC2}"/>
                    </a:ext>
                  </a:extLst>
                </p:cNvPr>
                <p:cNvSpPr/>
                <p:nvPr/>
              </p:nvSpPr>
              <p:spPr>
                <a:xfrm>
                  <a:off x="10763174" y="3422627"/>
                  <a:ext cx="62707" cy="14741"/>
                </a:xfrm>
                <a:custGeom>
                  <a:avLst/>
                  <a:gdLst>
                    <a:gd name="connsiteX0" fmla="*/ 45532 w 52672"/>
                    <a:gd name="connsiteY0" fmla="*/ 12251 h 12382"/>
                    <a:gd name="connsiteX1" fmla="*/ 5241 w 52672"/>
                    <a:gd name="connsiteY1" fmla="*/ 12251 h 12382"/>
                    <a:gd name="connsiteX2" fmla="*/ -950 w 52672"/>
                    <a:gd name="connsiteY2" fmla="*/ 6059 h 12382"/>
                    <a:gd name="connsiteX3" fmla="*/ 5241 w 52672"/>
                    <a:gd name="connsiteY3" fmla="*/ -132 h 12382"/>
                    <a:gd name="connsiteX4" fmla="*/ 45532 w 52672"/>
                    <a:gd name="connsiteY4" fmla="*/ -132 h 12382"/>
                    <a:gd name="connsiteX5" fmla="*/ 51722 w 52672"/>
                    <a:gd name="connsiteY5" fmla="*/ 6059 h 12382"/>
                    <a:gd name="connsiteX6" fmla="*/ 45532 w 52672"/>
                    <a:gd name="connsiteY6" fmla="*/ 12251 h 1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72" h="12382">
                      <a:moveTo>
                        <a:pt x="45532" y="12251"/>
                      </a:moveTo>
                      <a:lnTo>
                        <a:pt x="5241" y="12251"/>
                      </a:lnTo>
                      <a:cubicBezTo>
                        <a:pt x="1811" y="12251"/>
                        <a:pt x="-950" y="9479"/>
                        <a:pt x="-950" y="6059"/>
                      </a:cubicBezTo>
                      <a:cubicBezTo>
                        <a:pt x="-950" y="2640"/>
                        <a:pt x="1811" y="-132"/>
                        <a:pt x="5241" y="-132"/>
                      </a:cubicBezTo>
                      <a:lnTo>
                        <a:pt x="45532" y="-132"/>
                      </a:lnTo>
                      <a:cubicBezTo>
                        <a:pt x="48961" y="-132"/>
                        <a:pt x="51722" y="2640"/>
                        <a:pt x="51722" y="6059"/>
                      </a:cubicBezTo>
                      <a:cubicBezTo>
                        <a:pt x="51722" y="9479"/>
                        <a:pt x="48961" y="12251"/>
                        <a:pt x="45532" y="12251"/>
                      </a:cubicBezTo>
                      <a:close/>
                    </a:path>
                  </a:pathLst>
                </a:custGeom>
                <a:grpFill/>
                <a:ln w="9525" cap="flat">
                  <a:noFill/>
                  <a:prstDash val="solid"/>
                  <a:miter/>
                </a:ln>
              </p:spPr>
              <p:txBody>
                <a:bodyPr rtlCol="0" anchor="ctr"/>
                <a:lstStyle/>
                <a:p>
                  <a:endParaRPr lang="zh-CN" altLang="en-US"/>
                </a:p>
              </p:txBody>
            </p:sp>
            <p:sp>
              <p:nvSpPr>
                <p:cNvPr id="43" name="任意多边形: 形状 42">
                  <a:extLst>
                    <a:ext uri="{FF2B5EF4-FFF2-40B4-BE49-F238E27FC236}">
                      <a16:creationId xmlns:a16="http://schemas.microsoft.com/office/drawing/2014/main" id="{CCB4E72B-8573-AEEA-04E5-E99E2BD8D8AD}"/>
                    </a:ext>
                  </a:extLst>
                </p:cNvPr>
                <p:cNvSpPr/>
                <p:nvPr/>
              </p:nvSpPr>
              <p:spPr>
                <a:xfrm>
                  <a:off x="10717172" y="3594108"/>
                  <a:ext cx="56283" cy="38643"/>
                </a:xfrm>
                <a:custGeom>
                  <a:avLst/>
                  <a:gdLst>
                    <a:gd name="connsiteX0" fmla="*/ 40167 w 47276"/>
                    <a:gd name="connsiteY0" fmla="*/ 32327 h 32459"/>
                    <a:gd name="connsiteX1" fmla="*/ 37023 w 47276"/>
                    <a:gd name="connsiteY1" fmla="*/ 31565 h 32459"/>
                    <a:gd name="connsiteX2" fmla="*/ 2162 w 47276"/>
                    <a:gd name="connsiteY2" fmla="*/ 11372 h 32459"/>
                    <a:gd name="connsiteX3" fmla="*/ -125 w 47276"/>
                    <a:gd name="connsiteY3" fmla="*/ 3076 h 32459"/>
                    <a:gd name="connsiteX4" fmla="*/ -125 w 47276"/>
                    <a:gd name="connsiteY4" fmla="*/ 2990 h 32459"/>
                    <a:gd name="connsiteX5" fmla="*/ 8353 w 47276"/>
                    <a:gd name="connsiteY5" fmla="*/ 685 h 32459"/>
                    <a:gd name="connsiteX6" fmla="*/ 8353 w 47276"/>
                    <a:gd name="connsiteY6" fmla="*/ 704 h 32459"/>
                    <a:gd name="connsiteX7" fmla="*/ 43214 w 47276"/>
                    <a:gd name="connsiteY7" fmla="*/ 20802 h 32459"/>
                    <a:gd name="connsiteX8" fmla="*/ 45500 w 47276"/>
                    <a:gd name="connsiteY8" fmla="*/ 29250 h 32459"/>
                    <a:gd name="connsiteX9" fmla="*/ 45500 w 47276"/>
                    <a:gd name="connsiteY9" fmla="*/ 29279 h 32459"/>
                    <a:gd name="connsiteX10" fmla="*/ 40167 w 47276"/>
                    <a:gd name="connsiteY10" fmla="*/ 32327 h 32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76" h="32459">
                      <a:moveTo>
                        <a:pt x="40167" y="32327"/>
                      </a:moveTo>
                      <a:cubicBezTo>
                        <a:pt x="39119" y="32298"/>
                        <a:pt x="37975" y="32041"/>
                        <a:pt x="37023" y="31565"/>
                      </a:cubicBezTo>
                      <a:lnTo>
                        <a:pt x="2162" y="11372"/>
                      </a:lnTo>
                      <a:cubicBezTo>
                        <a:pt x="-791" y="9724"/>
                        <a:pt x="-1839" y="6009"/>
                        <a:pt x="-125" y="3076"/>
                      </a:cubicBezTo>
                      <a:cubicBezTo>
                        <a:pt x="-125" y="3047"/>
                        <a:pt x="-125" y="3019"/>
                        <a:pt x="-125" y="2990"/>
                      </a:cubicBezTo>
                      <a:cubicBezTo>
                        <a:pt x="1590" y="18"/>
                        <a:pt x="5400" y="-1010"/>
                        <a:pt x="8353" y="685"/>
                      </a:cubicBezTo>
                      <a:cubicBezTo>
                        <a:pt x="8353" y="694"/>
                        <a:pt x="8353" y="694"/>
                        <a:pt x="8353" y="704"/>
                      </a:cubicBezTo>
                      <a:lnTo>
                        <a:pt x="43214" y="20802"/>
                      </a:lnTo>
                      <a:cubicBezTo>
                        <a:pt x="46168" y="22497"/>
                        <a:pt x="47215" y="26279"/>
                        <a:pt x="45500" y="29250"/>
                      </a:cubicBezTo>
                      <a:cubicBezTo>
                        <a:pt x="45500" y="29260"/>
                        <a:pt x="45500" y="29269"/>
                        <a:pt x="45500" y="29279"/>
                      </a:cubicBezTo>
                      <a:cubicBezTo>
                        <a:pt x="44357" y="31184"/>
                        <a:pt x="42358" y="32346"/>
                        <a:pt x="40167" y="32327"/>
                      </a:cubicBezTo>
                      <a:close/>
                    </a:path>
                  </a:pathLst>
                </a:custGeom>
                <a:grpFill/>
                <a:ln w="9525" cap="flat">
                  <a:noFill/>
                  <a:prstDash val="solid"/>
                  <a:miter/>
                </a:ln>
              </p:spPr>
              <p:txBody>
                <a:bodyPr rtlCol="0" anchor="ctr"/>
                <a:lstStyle/>
                <a:p>
                  <a:endParaRPr lang="zh-CN" altLang="en-US"/>
                </a:p>
              </p:txBody>
            </p:sp>
            <p:sp>
              <p:nvSpPr>
                <p:cNvPr id="44" name="任意多边形: 形状 43">
                  <a:extLst>
                    <a:ext uri="{FF2B5EF4-FFF2-40B4-BE49-F238E27FC236}">
                      <a16:creationId xmlns:a16="http://schemas.microsoft.com/office/drawing/2014/main" id="{540D5801-B9BC-179A-2388-B30DAC67C2B4}"/>
                    </a:ext>
                  </a:extLst>
                </p:cNvPr>
                <p:cNvSpPr/>
                <p:nvPr/>
              </p:nvSpPr>
              <p:spPr>
                <a:xfrm>
                  <a:off x="10081922" y="3594110"/>
                  <a:ext cx="56287" cy="38642"/>
                </a:xfrm>
                <a:custGeom>
                  <a:avLst/>
                  <a:gdLst>
                    <a:gd name="connsiteX0" fmla="*/ 5209 w 47279"/>
                    <a:gd name="connsiteY0" fmla="*/ 32326 h 32458"/>
                    <a:gd name="connsiteX1" fmla="*/ -124 w 47279"/>
                    <a:gd name="connsiteY1" fmla="*/ 29278 h 32458"/>
                    <a:gd name="connsiteX2" fmla="*/ 2162 w 47279"/>
                    <a:gd name="connsiteY2" fmla="*/ 20820 h 32458"/>
                    <a:gd name="connsiteX3" fmla="*/ 2162 w 47279"/>
                    <a:gd name="connsiteY3" fmla="*/ 20801 h 32458"/>
                    <a:gd name="connsiteX4" fmla="*/ 37023 w 47279"/>
                    <a:gd name="connsiteY4" fmla="*/ 703 h 32458"/>
                    <a:gd name="connsiteX5" fmla="*/ 45500 w 47279"/>
                    <a:gd name="connsiteY5" fmla="*/ 2961 h 32458"/>
                    <a:gd name="connsiteX6" fmla="*/ 45500 w 47279"/>
                    <a:gd name="connsiteY6" fmla="*/ 2989 h 32458"/>
                    <a:gd name="connsiteX7" fmla="*/ 43309 w 47279"/>
                    <a:gd name="connsiteY7" fmla="*/ 11324 h 32458"/>
                    <a:gd name="connsiteX8" fmla="*/ 43214 w 47279"/>
                    <a:gd name="connsiteY8" fmla="*/ 11371 h 32458"/>
                    <a:gd name="connsiteX9" fmla="*/ 8353 w 47279"/>
                    <a:gd name="connsiteY9" fmla="*/ 31564 h 32458"/>
                    <a:gd name="connsiteX10" fmla="*/ 5209 w 47279"/>
                    <a:gd name="connsiteY10" fmla="*/ 32326 h 32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79" h="32458">
                      <a:moveTo>
                        <a:pt x="5209" y="32326"/>
                      </a:moveTo>
                      <a:cubicBezTo>
                        <a:pt x="3019" y="32345"/>
                        <a:pt x="1019" y="31183"/>
                        <a:pt x="-124" y="29278"/>
                      </a:cubicBezTo>
                      <a:cubicBezTo>
                        <a:pt x="-1839" y="26316"/>
                        <a:pt x="-791" y="22535"/>
                        <a:pt x="2162" y="20820"/>
                      </a:cubicBezTo>
                      <a:cubicBezTo>
                        <a:pt x="2162" y="20811"/>
                        <a:pt x="2162" y="20811"/>
                        <a:pt x="2162" y="20801"/>
                      </a:cubicBezTo>
                      <a:lnTo>
                        <a:pt x="37023" y="703"/>
                      </a:lnTo>
                      <a:cubicBezTo>
                        <a:pt x="39976" y="-1011"/>
                        <a:pt x="43786" y="-2"/>
                        <a:pt x="45500" y="2961"/>
                      </a:cubicBezTo>
                      <a:cubicBezTo>
                        <a:pt x="45500" y="2970"/>
                        <a:pt x="45500" y="2980"/>
                        <a:pt x="45500" y="2989"/>
                      </a:cubicBezTo>
                      <a:cubicBezTo>
                        <a:pt x="47215" y="5904"/>
                        <a:pt x="46167" y="9628"/>
                        <a:pt x="43309" y="11324"/>
                      </a:cubicBezTo>
                      <a:cubicBezTo>
                        <a:pt x="43309" y="11343"/>
                        <a:pt x="43214" y="11352"/>
                        <a:pt x="43214" y="11371"/>
                      </a:cubicBezTo>
                      <a:lnTo>
                        <a:pt x="8353" y="31564"/>
                      </a:lnTo>
                      <a:cubicBezTo>
                        <a:pt x="7400" y="32050"/>
                        <a:pt x="6257" y="32317"/>
                        <a:pt x="5209" y="32326"/>
                      </a:cubicBezTo>
                      <a:close/>
                    </a:path>
                  </a:pathLst>
                </a:custGeom>
                <a:grpFill/>
                <a:ln w="9525" cap="flat">
                  <a:noFill/>
                  <a:prstDash val="solid"/>
                  <a:miter/>
                </a:ln>
              </p:spPr>
              <p:txBody>
                <a:bodyPr rtlCol="0" anchor="ctr"/>
                <a:lstStyle/>
                <a:p>
                  <a:endParaRPr lang="zh-CN" altLang="en-US"/>
                </a:p>
              </p:txBody>
            </p:sp>
            <p:sp>
              <p:nvSpPr>
                <p:cNvPr id="45" name="任意多边形: 形状 44">
                  <a:extLst>
                    <a:ext uri="{FF2B5EF4-FFF2-40B4-BE49-F238E27FC236}">
                      <a16:creationId xmlns:a16="http://schemas.microsoft.com/office/drawing/2014/main" id="{CD692CDF-861A-8D93-66E8-C9594B70B969}"/>
                    </a:ext>
                  </a:extLst>
                </p:cNvPr>
                <p:cNvSpPr/>
                <p:nvPr/>
              </p:nvSpPr>
              <p:spPr>
                <a:xfrm>
                  <a:off x="10029495" y="3422627"/>
                  <a:ext cx="62708" cy="14741"/>
                </a:xfrm>
                <a:custGeom>
                  <a:avLst/>
                  <a:gdLst>
                    <a:gd name="connsiteX0" fmla="*/ 45532 w 52673"/>
                    <a:gd name="connsiteY0" fmla="*/ 12251 h 12382"/>
                    <a:gd name="connsiteX1" fmla="*/ 5241 w 52673"/>
                    <a:gd name="connsiteY1" fmla="*/ 12251 h 12382"/>
                    <a:gd name="connsiteX2" fmla="*/ -950 w 52673"/>
                    <a:gd name="connsiteY2" fmla="*/ 6059 h 12382"/>
                    <a:gd name="connsiteX3" fmla="*/ 5241 w 52673"/>
                    <a:gd name="connsiteY3" fmla="*/ -132 h 12382"/>
                    <a:gd name="connsiteX4" fmla="*/ 45532 w 52673"/>
                    <a:gd name="connsiteY4" fmla="*/ -132 h 12382"/>
                    <a:gd name="connsiteX5" fmla="*/ 51723 w 52673"/>
                    <a:gd name="connsiteY5" fmla="*/ 6059 h 12382"/>
                    <a:gd name="connsiteX6" fmla="*/ 45532 w 52673"/>
                    <a:gd name="connsiteY6" fmla="*/ 12251 h 12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673" h="12382">
                      <a:moveTo>
                        <a:pt x="45532" y="12251"/>
                      </a:moveTo>
                      <a:lnTo>
                        <a:pt x="5241" y="12251"/>
                      </a:lnTo>
                      <a:cubicBezTo>
                        <a:pt x="1812" y="12251"/>
                        <a:pt x="-950" y="9479"/>
                        <a:pt x="-950" y="6059"/>
                      </a:cubicBezTo>
                      <a:cubicBezTo>
                        <a:pt x="-950" y="2640"/>
                        <a:pt x="1812" y="-132"/>
                        <a:pt x="5241" y="-132"/>
                      </a:cubicBezTo>
                      <a:lnTo>
                        <a:pt x="45532" y="-132"/>
                      </a:lnTo>
                      <a:cubicBezTo>
                        <a:pt x="48961" y="-132"/>
                        <a:pt x="51723" y="2640"/>
                        <a:pt x="51723" y="6059"/>
                      </a:cubicBezTo>
                      <a:cubicBezTo>
                        <a:pt x="51723" y="9479"/>
                        <a:pt x="48961" y="12251"/>
                        <a:pt x="45532" y="12251"/>
                      </a:cubicBezTo>
                      <a:close/>
                    </a:path>
                  </a:pathLst>
                </a:custGeom>
                <a:grpFill/>
                <a:ln w="9525" cap="flat">
                  <a:noFill/>
                  <a:prstDash val="solid"/>
                  <a:miter/>
                </a:ln>
              </p:spPr>
              <p:txBody>
                <a:bodyPr rtlCol="0" anchor="ctr"/>
                <a:lstStyle/>
                <a:p>
                  <a:endParaRPr lang="zh-CN" altLang="en-US"/>
                </a:p>
              </p:txBody>
            </p:sp>
            <p:sp>
              <p:nvSpPr>
                <p:cNvPr id="46" name="任意多边形: 形状 45">
                  <a:extLst>
                    <a:ext uri="{FF2B5EF4-FFF2-40B4-BE49-F238E27FC236}">
                      <a16:creationId xmlns:a16="http://schemas.microsoft.com/office/drawing/2014/main" id="{B524C7B4-0BDA-571F-77A0-37E1EB57DF26}"/>
                    </a:ext>
                  </a:extLst>
                </p:cNvPr>
                <p:cNvSpPr/>
                <p:nvPr/>
              </p:nvSpPr>
              <p:spPr>
                <a:xfrm>
                  <a:off x="10081922" y="3227383"/>
                  <a:ext cx="56283" cy="38642"/>
                </a:xfrm>
                <a:custGeom>
                  <a:avLst/>
                  <a:gdLst>
                    <a:gd name="connsiteX0" fmla="*/ 40167 w 47276"/>
                    <a:gd name="connsiteY0" fmla="*/ 32327 h 32458"/>
                    <a:gd name="connsiteX1" fmla="*/ 37023 w 47276"/>
                    <a:gd name="connsiteY1" fmla="*/ 31470 h 32458"/>
                    <a:gd name="connsiteX2" fmla="*/ 2162 w 47276"/>
                    <a:gd name="connsiteY2" fmla="*/ 11372 h 32458"/>
                    <a:gd name="connsiteX3" fmla="*/ -124 w 47276"/>
                    <a:gd name="connsiteY3" fmla="*/ 3076 h 32458"/>
                    <a:gd name="connsiteX4" fmla="*/ -124 w 47276"/>
                    <a:gd name="connsiteY4" fmla="*/ 2990 h 32458"/>
                    <a:gd name="connsiteX5" fmla="*/ 8353 w 47276"/>
                    <a:gd name="connsiteY5" fmla="*/ 685 h 32458"/>
                    <a:gd name="connsiteX6" fmla="*/ 8353 w 47276"/>
                    <a:gd name="connsiteY6" fmla="*/ 704 h 32458"/>
                    <a:gd name="connsiteX7" fmla="*/ 43214 w 47276"/>
                    <a:gd name="connsiteY7" fmla="*/ 20802 h 32458"/>
                    <a:gd name="connsiteX8" fmla="*/ 45500 w 47276"/>
                    <a:gd name="connsiteY8" fmla="*/ 29098 h 32458"/>
                    <a:gd name="connsiteX9" fmla="*/ 45500 w 47276"/>
                    <a:gd name="connsiteY9" fmla="*/ 29184 h 32458"/>
                    <a:gd name="connsiteX10" fmla="*/ 40167 w 47276"/>
                    <a:gd name="connsiteY10" fmla="*/ 32327 h 32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276" h="32458">
                      <a:moveTo>
                        <a:pt x="40167" y="32327"/>
                      </a:moveTo>
                      <a:cubicBezTo>
                        <a:pt x="39024" y="32318"/>
                        <a:pt x="37976" y="32022"/>
                        <a:pt x="37023" y="31470"/>
                      </a:cubicBezTo>
                      <a:lnTo>
                        <a:pt x="2162" y="11372"/>
                      </a:lnTo>
                      <a:cubicBezTo>
                        <a:pt x="-791" y="9724"/>
                        <a:pt x="-1839" y="6010"/>
                        <a:pt x="-124" y="3076"/>
                      </a:cubicBezTo>
                      <a:cubicBezTo>
                        <a:pt x="-124" y="3047"/>
                        <a:pt x="-124" y="3018"/>
                        <a:pt x="-124" y="2990"/>
                      </a:cubicBezTo>
                      <a:cubicBezTo>
                        <a:pt x="1590" y="18"/>
                        <a:pt x="5400" y="-1010"/>
                        <a:pt x="8353" y="685"/>
                      </a:cubicBezTo>
                      <a:cubicBezTo>
                        <a:pt x="8353" y="694"/>
                        <a:pt x="8353" y="694"/>
                        <a:pt x="8353" y="704"/>
                      </a:cubicBezTo>
                      <a:lnTo>
                        <a:pt x="43214" y="20802"/>
                      </a:lnTo>
                      <a:cubicBezTo>
                        <a:pt x="46167" y="22450"/>
                        <a:pt x="47215" y="26164"/>
                        <a:pt x="45500" y="29098"/>
                      </a:cubicBezTo>
                      <a:cubicBezTo>
                        <a:pt x="45500" y="29126"/>
                        <a:pt x="45500" y="29155"/>
                        <a:pt x="45500" y="29184"/>
                      </a:cubicBezTo>
                      <a:cubicBezTo>
                        <a:pt x="44452" y="31108"/>
                        <a:pt x="42357" y="32308"/>
                        <a:pt x="40167" y="32327"/>
                      </a:cubicBezTo>
                      <a:close/>
                    </a:path>
                  </a:pathLst>
                </a:custGeom>
                <a:grpFill/>
                <a:ln w="9525" cap="flat">
                  <a:noFill/>
                  <a:prstDash val="solid"/>
                  <a:miter/>
                </a:ln>
              </p:spPr>
              <p:txBody>
                <a:bodyPr rtlCol="0" anchor="ctr"/>
                <a:lstStyle/>
                <a:p>
                  <a:endParaRPr lang="zh-CN" altLang="en-US"/>
                </a:p>
              </p:txBody>
            </p:sp>
            <p:sp>
              <p:nvSpPr>
                <p:cNvPr id="47" name="任意多边形: 形状 46">
                  <a:extLst>
                    <a:ext uri="{FF2B5EF4-FFF2-40B4-BE49-F238E27FC236}">
                      <a16:creationId xmlns:a16="http://schemas.microsoft.com/office/drawing/2014/main" id="{C9212207-09DD-A345-E40F-74FE42A69492}"/>
                    </a:ext>
                  </a:extLst>
                </p:cNvPr>
                <p:cNvSpPr/>
                <p:nvPr/>
              </p:nvSpPr>
              <p:spPr>
                <a:xfrm>
                  <a:off x="10225095" y="3083744"/>
                  <a:ext cx="38981" cy="56864"/>
                </a:xfrm>
                <a:custGeom>
                  <a:avLst/>
                  <a:gdLst>
                    <a:gd name="connsiteX0" fmla="*/ 25634 w 32743"/>
                    <a:gd name="connsiteY0" fmla="*/ 47633 h 47764"/>
                    <a:gd name="connsiteX1" fmla="*/ 20299 w 32743"/>
                    <a:gd name="connsiteY1" fmla="*/ 44490 h 47764"/>
                    <a:gd name="connsiteX2" fmla="*/ 201 w 32743"/>
                    <a:gd name="connsiteY2" fmla="*/ 9628 h 47764"/>
                    <a:gd name="connsiteX3" fmla="*/ 1726 w 32743"/>
                    <a:gd name="connsiteY3" fmla="*/ 998 h 47764"/>
                    <a:gd name="connsiteX4" fmla="*/ 10298 w 32743"/>
                    <a:gd name="connsiteY4" fmla="*/ 2494 h 47764"/>
                    <a:gd name="connsiteX5" fmla="*/ 10869 w 32743"/>
                    <a:gd name="connsiteY5" fmla="*/ 3437 h 47764"/>
                    <a:gd name="connsiteX6" fmla="*/ 30968 w 32743"/>
                    <a:gd name="connsiteY6" fmla="*/ 38299 h 47764"/>
                    <a:gd name="connsiteX7" fmla="*/ 28681 w 32743"/>
                    <a:gd name="connsiteY7" fmla="*/ 46757 h 47764"/>
                    <a:gd name="connsiteX8" fmla="*/ 28681 w 32743"/>
                    <a:gd name="connsiteY8" fmla="*/ 46776 h 47764"/>
                    <a:gd name="connsiteX9" fmla="*/ 25634 w 32743"/>
                    <a:gd name="connsiteY9" fmla="*/ 47633 h 47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43" h="47764">
                      <a:moveTo>
                        <a:pt x="25634" y="47633"/>
                      </a:moveTo>
                      <a:cubicBezTo>
                        <a:pt x="23443" y="47633"/>
                        <a:pt x="21348" y="46433"/>
                        <a:pt x="20299" y="44490"/>
                      </a:cubicBezTo>
                      <a:lnTo>
                        <a:pt x="201" y="9628"/>
                      </a:lnTo>
                      <a:cubicBezTo>
                        <a:pt x="-1799" y="6837"/>
                        <a:pt x="-1132" y="2970"/>
                        <a:pt x="1726" y="998"/>
                      </a:cubicBezTo>
                      <a:cubicBezTo>
                        <a:pt x="4488" y="-973"/>
                        <a:pt x="8393" y="-297"/>
                        <a:pt x="10298" y="2494"/>
                      </a:cubicBezTo>
                      <a:cubicBezTo>
                        <a:pt x="10489" y="2789"/>
                        <a:pt x="10680" y="3104"/>
                        <a:pt x="10869" y="3437"/>
                      </a:cubicBezTo>
                      <a:lnTo>
                        <a:pt x="30968" y="38299"/>
                      </a:lnTo>
                      <a:cubicBezTo>
                        <a:pt x="32682" y="41261"/>
                        <a:pt x="31634" y="45042"/>
                        <a:pt x="28681" y="46757"/>
                      </a:cubicBezTo>
                      <a:cubicBezTo>
                        <a:pt x="28681" y="46766"/>
                        <a:pt x="28681" y="46766"/>
                        <a:pt x="28681" y="46776"/>
                      </a:cubicBezTo>
                      <a:cubicBezTo>
                        <a:pt x="27729" y="47338"/>
                        <a:pt x="26681" y="47633"/>
                        <a:pt x="25634" y="47633"/>
                      </a:cubicBezTo>
                      <a:close/>
                    </a:path>
                  </a:pathLst>
                </a:custGeom>
                <a:grpFill/>
                <a:ln w="9525" cap="flat">
                  <a:noFill/>
                  <a:prstDash val="solid"/>
                  <a:miter/>
                </a:ln>
              </p:spPr>
              <p:txBody>
                <a:bodyPr rtlCol="0" anchor="ctr"/>
                <a:lstStyle/>
                <a:p>
                  <a:endParaRPr lang="zh-CN" altLang="en-US"/>
                </a:p>
              </p:txBody>
            </p:sp>
          </p:grpSp>
          <p:sp>
            <p:nvSpPr>
              <p:cNvPr id="13" name="ComponentBackground4">
                <a:extLst>
                  <a:ext uri="{FF2B5EF4-FFF2-40B4-BE49-F238E27FC236}">
                    <a16:creationId xmlns:a16="http://schemas.microsoft.com/office/drawing/2014/main" id="{ED635C41-B356-E8E4-5D05-E237A9933006}"/>
                  </a:ext>
                </a:extLst>
              </p:cNvPr>
              <p:cNvSpPr/>
              <p:nvPr/>
            </p:nvSpPr>
            <p:spPr>
              <a:xfrm>
                <a:off x="9391916" y="2347041"/>
                <a:ext cx="2071545" cy="3343420"/>
              </a:xfrm>
              <a:prstGeom prst="roundRect">
                <a:avLst>
                  <a:gd name="adj" fmla="val 7000"/>
                </a:avLst>
              </a:prstGeom>
              <a:gradFill>
                <a:gsLst>
                  <a:gs pos="0">
                    <a:schemeClr val="accent2">
                      <a:lumMod val="60000"/>
                      <a:lumOff val="40000"/>
                      <a:alpha val="50000"/>
                    </a:schemeClr>
                  </a:gs>
                  <a:gs pos="100000">
                    <a:schemeClr val="accent2">
                      <a:lumMod val="20000"/>
                      <a:lumOff val="80000"/>
                      <a:alpha val="50000"/>
                    </a:schemeClr>
                  </a:gs>
                </a:gsLst>
                <a:lin ang="5400000" scaled="1"/>
              </a:grad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defTabSz="913765"/>
                <a:endParaRPr lang="zh-CN" altLang="en-US" sz="2000" b="1">
                  <a:solidFill>
                    <a:schemeClr val="bg1"/>
                  </a:solidFill>
                </a:endParaRPr>
              </a:p>
            </p:txBody>
          </p:sp>
          <p:sp>
            <p:nvSpPr>
              <p:cNvPr id="14" name="Bullet4">
                <a:extLst>
                  <a:ext uri="{FF2B5EF4-FFF2-40B4-BE49-F238E27FC236}">
                    <a16:creationId xmlns:a16="http://schemas.microsoft.com/office/drawing/2014/main" id="{84BB003C-397B-295A-8017-30CC047145EB}"/>
                  </a:ext>
                </a:extLst>
              </p:cNvPr>
              <p:cNvSpPr/>
              <p:nvPr/>
            </p:nvSpPr>
            <p:spPr>
              <a:xfrm>
                <a:off x="9391916" y="4330838"/>
                <a:ext cx="2071545" cy="394063"/>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numCol="1" spcCol="0" rtlCol="0" fromWordArt="0" anchor="b" anchorCtr="1" forceAA="0" compatLnSpc="1">
                <a:normAutofit fontScale="92500" lnSpcReduction="20000"/>
              </a:bodyPr>
              <a:lstStyle/>
              <a:p>
                <a:pPr algn="ctr"/>
                <a:r>
                  <a:rPr lang="zh-CN" altLang="en-US" b="1">
                    <a:solidFill>
                      <a:schemeClr val="tx1"/>
                    </a:solidFill>
                  </a:rPr>
                  <a:t>案例分析</a:t>
                </a:r>
                <a:endParaRPr lang="en-US" altLang="zh-CN" b="1" dirty="0">
                  <a:solidFill>
                    <a:schemeClr val="tx1"/>
                  </a:solidFill>
                </a:endParaRPr>
              </a:p>
            </p:txBody>
          </p:sp>
          <p:sp>
            <p:nvSpPr>
              <p:cNvPr id="15" name="Number4">
                <a:extLst>
                  <a:ext uri="{FF2B5EF4-FFF2-40B4-BE49-F238E27FC236}">
                    <a16:creationId xmlns:a16="http://schemas.microsoft.com/office/drawing/2014/main" id="{ABFE75C1-07AC-3A30-C92C-57AA753A9C3B}"/>
                  </a:ext>
                </a:extLst>
              </p:cNvPr>
              <p:cNvSpPr>
                <a:spLocks/>
              </p:cNvSpPr>
              <p:nvPr/>
            </p:nvSpPr>
            <p:spPr>
              <a:xfrm>
                <a:off x="9777786" y="3716692"/>
                <a:ext cx="1299805" cy="350456"/>
              </a:xfrm>
              <a:prstGeom prst="roundRect">
                <a:avLst>
                  <a:gd name="adj" fmla="val 50000"/>
                </a:avLst>
              </a:prstGeom>
              <a:solidFill>
                <a:schemeClr val="accent2"/>
              </a:solidFill>
              <a:ln w="12700" cap="flat">
                <a:noFill/>
                <a:prstDash val="solid"/>
                <a:miter/>
              </a:ln>
              <a:effectLst>
                <a:outerShdw blurRad="127000" dist="63500" dir="2700000" algn="tl" rotWithShape="0">
                  <a:schemeClr val="accent2">
                    <a:alpha val="40000"/>
                  </a:schemeClr>
                </a:outerShdw>
              </a:effectLst>
            </p:spPr>
            <p:txBody>
              <a:bodyPr wrap="none" rtlCol="0" anchor="ctr"/>
              <a:lstStyle/>
              <a:p>
                <a:pPr algn="ctr"/>
                <a:r>
                  <a:rPr lang="en-US" altLang="zh-CN" sz="1400" b="1" dirty="0">
                    <a:solidFill>
                      <a:srgbClr val="FFFFFF"/>
                    </a:solidFill>
                  </a:rPr>
                  <a:t>04</a:t>
                </a:r>
              </a:p>
            </p:txBody>
          </p:sp>
          <p:sp>
            <p:nvSpPr>
              <p:cNvPr id="16" name="Text4">
                <a:extLst>
                  <a:ext uri="{FF2B5EF4-FFF2-40B4-BE49-F238E27FC236}">
                    <a16:creationId xmlns:a16="http://schemas.microsoft.com/office/drawing/2014/main" id="{A15E7FE0-6D11-04DB-4971-321635B0CE81}"/>
                  </a:ext>
                </a:extLst>
              </p:cNvPr>
              <p:cNvSpPr/>
              <p:nvPr/>
            </p:nvSpPr>
            <p:spPr>
              <a:xfrm>
                <a:off x="9391916" y="4733623"/>
                <a:ext cx="2071545" cy="924603"/>
              </a:xfrm>
              <a:prstGeom prst="rect">
                <a:avLst/>
              </a:prstGeom>
              <a:noFill/>
              <a:ln w="5715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0000" tIns="90000" rIns="90000" bIns="90000" numCol="1" spcCol="0" rtlCol="0" fromWordArt="0" anchor="t" anchorCtr="1" forceAA="0" compatLnSpc="1">
                <a:normAutofit/>
              </a:bodyPr>
              <a:lstStyle/>
              <a:p>
                <a:pPr algn="ctr"/>
                <a:r>
                  <a:rPr lang="zh-CN" altLang="en-US" sz="1200" dirty="0">
                    <a:solidFill>
                      <a:schemeClr val="tx1"/>
                    </a:solidFill>
                  </a:rPr>
                  <a:t>精选UI设计项目的深入探讨</a:t>
                </a:r>
                <a:endParaRPr lang="en-US" altLang="zh-CN" sz="1200" dirty="0">
                  <a:solidFill>
                    <a:schemeClr val="tx1"/>
                  </a:solidFill>
                </a:endParaRPr>
              </a:p>
            </p:txBody>
          </p:sp>
        </p:grpSp>
        <p:sp>
          <p:nvSpPr>
            <p:cNvPr id="12" name="Title">
              <a:extLst>
                <a:ext uri="{FF2B5EF4-FFF2-40B4-BE49-F238E27FC236}">
                  <a16:creationId xmlns:a16="http://schemas.microsoft.com/office/drawing/2014/main" id="{B04C7FB0-1513-DFBC-9216-03828A9E57C2}"/>
                </a:ext>
              </a:extLst>
            </p:cNvPr>
            <p:cNvSpPr txBox="1"/>
            <p:nvPr/>
          </p:nvSpPr>
          <p:spPr>
            <a:xfrm>
              <a:off x="660400" y="933745"/>
              <a:ext cx="10858500" cy="1111548"/>
            </a:xfrm>
            <a:prstGeom prst="rect">
              <a:avLst/>
            </a:prstGeom>
            <a:noFill/>
          </p:spPr>
          <p:txBody>
            <a:bodyPr vert="horz" wrap="square" rtlCol="0" anchor="t" anchorCtr="1">
              <a:normAutofit/>
            </a:bodyPr>
            <a:lstStyle/>
            <a:p>
              <a:pPr algn="ctr"/>
              <a:r>
                <a:rPr lang="en-US" altLang="zh-CN" sz="4400" b="1" dirty="0"/>
                <a:t>Agenda</a:t>
              </a:r>
              <a:endParaRPr lang="zh-CN" altLang="en-US" sz="3200" b="1" dirty="0"/>
            </a:p>
          </p:txBody>
        </p:sp>
      </p:grpSp>
    </p:spTree>
    <p:extLst>
      <p:ext uri="{BB962C8B-B14F-4D97-AF65-F5344CB8AC3E}">
        <p14:creationId xmlns:p14="http://schemas.microsoft.com/office/powerpoint/2010/main" val="3707765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60400" y="1428750"/>
            <a:ext cx="5041899" cy="1715165"/>
          </a:xfrm>
        </p:spPr>
        <p:txBody>
          <a:bodyPr/>
          <a:lstStyle/>
          <a:p>
            <a:r>
              <a:rPr lang="zh-CN" altLang="en-US" dirty="0"/>
              <a:t>UI界面设计</a:t>
            </a:r>
            <a:endParaRPr lang="en-US" dirty="0"/>
          </a:p>
        </p:txBody>
      </p:sp>
      <p:sp>
        <p:nvSpPr>
          <p:cNvPr id="25" name="文本占位符 24"/>
          <p:cNvSpPr>
            <a:spLocks noGrp="1"/>
          </p:cNvSpPr>
          <p:nvPr>
            <p:ph type="body" sz="quarter" idx="1" hasCustomPrompt="1"/>
          </p:nvPr>
        </p:nvSpPr>
        <p:spPr>
          <a:xfrm>
            <a:off x="660400" y="3155769"/>
            <a:ext cx="5041899" cy="2444931"/>
          </a:xfrm>
        </p:spPr>
        <p:txBody>
          <a:bodyPr/>
          <a:lstStyle/>
          <a:p>
            <a:r>
              <a:rPr lang="zh-CN" altLang="en-US" dirty="0"/>
              <a:t>优秀界面设计的理念与实践</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ED33C8-EF34-2207-8107-3CBFC7EEDC0B}"/>
              </a:ext>
            </a:extLst>
          </p:cNvPr>
          <p:cNvSpPr>
            <a:spLocks noGrp="1"/>
          </p:cNvSpPr>
          <p:nvPr>
            <p:ph type="title"/>
          </p:nvPr>
        </p:nvSpPr>
        <p:spPr/>
        <p:txBody>
          <a:bodyPr/>
          <a:lstStyle/>
          <a:p>
            <a:r>
              <a:rPr lang="zh-CN" altLang="en-US"/>
              <a:t>界面布局与结构</a:t>
            </a:r>
          </a:p>
        </p:txBody>
      </p:sp>
      <p:grpSp>
        <p:nvGrpSpPr>
          <p:cNvPr id="5" name="组合 4">
            <a:extLst>
              <a:ext uri="{FF2B5EF4-FFF2-40B4-BE49-F238E27FC236}">
                <a16:creationId xmlns:a16="http://schemas.microsoft.com/office/drawing/2014/main" id="{2A7D2E74-5075-CA4A-26C1-44AA70F2A837}"/>
              </a:ext>
            </a:extLst>
          </p:cNvPr>
          <p:cNvGrpSpPr/>
          <p:nvPr/>
        </p:nvGrpSpPr>
        <p:grpSpPr>
          <a:xfrm>
            <a:off x="774953" y="1060469"/>
            <a:ext cx="10642095" cy="4883424"/>
            <a:chOff x="774953" y="1060469"/>
            <a:chExt cx="10642095" cy="4883424"/>
          </a:xfrm>
        </p:grpSpPr>
        <p:sp>
          <p:nvSpPr>
            <p:cNvPr id="6" name="Title">
              <a:extLst>
                <a:ext uri="{FF2B5EF4-FFF2-40B4-BE49-F238E27FC236}">
                  <a16:creationId xmlns:a16="http://schemas.microsoft.com/office/drawing/2014/main" id="{2B25D32A-A106-27A1-C282-8C512B0A4C99}"/>
                </a:ext>
              </a:extLst>
            </p:cNvPr>
            <p:cNvSpPr txBox="1"/>
            <p:nvPr/>
          </p:nvSpPr>
          <p:spPr>
            <a:xfrm>
              <a:off x="774953" y="1060469"/>
              <a:ext cx="4844798" cy="780772"/>
            </a:xfrm>
            <a:prstGeom prst="rect">
              <a:avLst/>
            </a:prstGeom>
            <a:noFill/>
          </p:spPr>
          <p:txBody>
            <a:bodyPr wrap="square" lIns="90000" tIns="46800" rIns="90000" bIns="46800" rtlCol="0" anchor="b" anchorCtr="0">
              <a:normAutofit/>
            </a:bodyPr>
            <a:lstStyle/>
            <a:p>
              <a:r>
                <a:rPr lang="zh-CN" altLang="en-US" sz="2400" b="1" dirty="0"/>
                <a:t>清晰、合理的布局提升用户体验</a:t>
              </a:r>
              <a:endParaRPr lang="en-US" sz="2400" b="1" dirty="0"/>
            </a:p>
          </p:txBody>
        </p:sp>
        <p:grpSp>
          <p:nvGrpSpPr>
            <p:cNvPr id="7" name="组合 6">
              <a:extLst>
                <a:ext uri="{FF2B5EF4-FFF2-40B4-BE49-F238E27FC236}">
                  <a16:creationId xmlns:a16="http://schemas.microsoft.com/office/drawing/2014/main" id="{CBCF2087-A0B0-3ABB-53F3-3B6E178D9212}"/>
                </a:ext>
              </a:extLst>
            </p:cNvPr>
            <p:cNvGrpSpPr/>
            <p:nvPr/>
          </p:nvGrpSpPr>
          <p:grpSpPr>
            <a:xfrm>
              <a:off x="7627668" y="1160244"/>
              <a:ext cx="3789380" cy="907980"/>
              <a:chOff x="5964221" y="1160244"/>
              <a:chExt cx="3789380" cy="907980"/>
            </a:xfrm>
          </p:grpSpPr>
          <p:sp>
            <p:nvSpPr>
              <p:cNvPr id="23" name="IconBackground1">
                <a:extLst>
                  <a:ext uri="{FF2B5EF4-FFF2-40B4-BE49-F238E27FC236}">
                    <a16:creationId xmlns:a16="http://schemas.microsoft.com/office/drawing/2014/main" id="{995F81BA-FD07-FF06-60C1-75F97CBEDE01}"/>
                  </a:ext>
                </a:extLst>
              </p:cNvPr>
              <p:cNvSpPr txBox="1"/>
              <p:nvPr/>
            </p:nvSpPr>
            <p:spPr>
              <a:xfrm>
                <a:off x="5964221" y="1293594"/>
                <a:ext cx="540000" cy="540000"/>
              </a:xfrm>
              <a:prstGeom prst="roundRect">
                <a:avLst>
                  <a:gd name="adj" fmla="val 50000"/>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rtlCol="0" anchor="ctr"/>
              <a:lstStyle>
                <a:defPPr>
                  <a:defRPr lang="zh-CN"/>
                </a:defPPr>
                <a:lvl1pPr>
                  <a:defRPr/>
                </a:lvl1pPr>
              </a:lstStyle>
              <a:p>
                <a:endParaRPr lang="zh-CN" altLang="en-US" dirty="0"/>
              </a:p>
            </p:txBody>
          </p:sp>
          <p:sp>
            <p:nvSpPr>
              <p:cNvPr id="24" name="Icon1">
                <a:extLst>
                  <a:ext uri="{FF2B5EF4-FFF2-40B4-BE49-F238E27FC236}">
                    <a16:creationId xmlns:a16="http://schemas.microsoft.com/office/drawing/2014/main" id="{66E7D443-2C10-F6A5-9F53-4CF16EB17B46}"/>
                  </a:ext>
                </a:extLst>
              </p:cNvPr>
              <p:cNvSpPr/>
              <p:nvPr/>
            </p:nvSpPr>
            <p:spPr bwMode="auto">
              <a:xfrm>
                <a:off x="6083901" y="1450855"/>
                <a:ext cx="300640" cy="225478"/>
              </a:xfrm>
              <a:custGeom>
                <a:avLst/>
                <a:gdLst>
                  <a:gd name="connsiteX0" fmla="*/ 505433 w 533400"/>
                  <a:gd name="connsiteY0" fmla="*/ 621 h 400050"/>
                  <a:gd name="connsiteX1" fmla="*/ 534008 w 533400"/>
                  <a:gd name="connsiteY1" fmla="*/ 29196 h 400050"/>
                  <a:gd name="connsiteX2" fmla="*/ 534008 w 533400"/>
                  <a:gd name="connsiteY2" fmla="*/ 372096 h 400050"/>
                  <a:gd name="connsiteX3" fmla="*/ 505433 w 533400"/>
                  <a:gd name="connsiteY3" fmla="*/ 400671 h 400050"/>
                  <a:gd name="connsiteX4" fmla="*/ 29183 w 533400"/>
                  <a:gd name="connsiteY4" fmla="*/ 400671 h 400050"/>
                  <a:gd name="connsiteX5" fmla="*/ 608 w 533400"/>
                  <a:gd name="connsiteY5" fmla="*/ 372096 h 400050"/>
                  <a:gd name="connsiteX6" fmla="*/ 608 w 533400"/>
                  <a:gd name="connsiteY6" fmla="*/ 29196 h 400050"/>
                  <a:gd name="connsiteX7" fmla="*/ 29183 w 533400"/>
                  <a:gd name="connsiteY7" fmla="*/ 621 h 400050"/>
                  <a:gd name="connsiteX8" fmla="*/ 505433 w 533400"/>
                  <a:gd name="connsiteY8" fmla="*/ 621 h 400050"/>
                  <a:gd name="connsiteX9" fmla="*/ 391419 w 533400"/>
                  <a:gd name="connsiteY9" fmla="*/ 198646 h 400050"/>
                  <a:gd name="connsiteX10" fmla="*/ 351414 w 533400"/>
                  <a:gd name="connsiteY10" fmla="*/ 204170 h 400050"/>
                  <a:gd name="connsiteX11" fmla="*/ 351414 w 533400"/>
                  <a:gd name="connsiteY11" fmla="*/ 204170 h 400050"/>
                  <a:gd name="connsiteX12" fmla="*/ 267118 w 533400"/>
                  <a:gd name="connsiteY12" fmla="*/ 315613 h 400050"/>
                  <a:gd name="connsiteX13" fmla="*/ 264641 w 533400"/>
                  <a:gd name="connsiteY13" fmla="*/ 318470 h 400050"/>
                  <a:gd name="connsiteX14" fmla="*/ 224255 w 533400"/>
                  <a:gd name="connsiteY14" fmla="*/ 318756 h 400050"/>
                  <a:gd name="connsiteX15" fmla="*/ 224255 w 533400"/>
                  <a:gd name="connsiteY15" fmla="*/ 318756 h 400050"/>
                  <a:gd name="connsiteX16" fmla="*/ 162152 w 533400"/>
                  <a:gd name="connsiteY16" fmla="*/ 257415 h 400050"/>
                  <a:gd name="connsiteX17" fmla="*/ 160247 w 533400"/>
                  <a:gd name="connsiteY17" fmla="*/ 255701 h 400050"/>
                  <a:gd name="connsiteX18" fmla="*/ 120052 w 533400"/>
                  <a:gd name="connsiteY18" fmla="*/ 259606 h 400050"/>
                  <a:gd name="connsiteX19" fmla="*/ 120052 w 533400"/>
                  <a:gd name="connsiteY19" fmla="*/ 259606 h 400050"/>
                  <a:gd name="connsiteX20" fmla="*/ 32517 w 533400"/>
                  <a:gd name="connsiteY20" fmla="*/ 366095 h 400050"/>
                  <a:gd name="connsiteX21" fmla="*/ 30326 w 533400"/>
                  <a:gd name="connsiteY21" fmla="*/ 372096 h 400050"/>
                  <a:gd name="connsiteX22" fmla="*/ 39851 w 533400"/>
                  <a:gd name="connsiteY22" fmla="*/ 381621 h 400050"/>
                  <a:gd name="connsiteX23" fmla="*/ 39851 w 533400"/>
                  <a:gd name="connsiteY23" fmla="*/ 381621 h 400050"/>
                  <a:gd name="connsiteX24" fmla="*/ 497242 w 533400"/>
                  <a:gd name="connsiteY24" fmla="*/ 381621 h 400050"/>
                  <a:gd name="connsiteX25" fmla="*/ 502480 w 533400"/>
                  <a:gd name="connsiteY25" fmla="*/ 380002 h 400050"/>
                  <a:gd name="connsiteX26" fmla="*/ 505147 w 533400"/>
                  <a:gd name="connsiteY26" fmla="*/ 366762 h 400050"/>
                  <a:gd name="connsiteX27" fmla="*/ 505147 w 533400"/>
                  <a:gd name="connsiteY27" fmla="*/ 366762 h 400050"/>
                  <a:gd name="connsiteX28" fmla="*/ 397991 w 533400"/>
                  <a:gd name="connsiteY28" fmla="*/ 205504 h 400050"/>
                  <a:gd name="connsiteX29" fmla="*/ 391419 w 533400"/>
                  <a:gd name="connsiteY29" fmla="*/ 198646 h 400050"/>
                  <a:gd name="connsiteX30" fmla="*/ 95858 w 533400"/>
                  <a:gd name="connsiteY30" fmla="*/ 57771 h 400050"/>
                  <a:gd name="connsiteX31" fmla="*/ 57758 w 533400"/>
                  <a:gd name="connsiteY31" fmla="*/ 95871 h 400050"/>
                  <a:gd name="connsiteX32" fmla="*/ 95858 w 533400"/>
                  <a:gd name="connsiteY32" fmla="*/ 133971 h 400050"/>
                  <a:gd name="connsiteX33" fmla="*/ 133958 w 533400"/>
                  <a:gd name="connsiteY33" fmla="*/ 95871 h 400050"/>
                  <a:gd name="connsiteX34" fmla="*/ 95858 w 533400"/>
                  <a:gd name="connsiteY34" fmla="*/ 57771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3400" h="400050">
                    <a:moveTo>
                      <a:pt x="505433" y="621"/>
                    </a:moveTo>
                    <a:cubicBezTo>
                      <a:pt x="521245" y="621"/>
                      <a:pt x="534008" y="13385"/>
                      <a:pt x="534008" y="29196"/>
                    </a:cubicBezTo>
                    <a:lnTo>
                      <a:pt x="534008" y="372096"/>
                    </a:lnTo>
                    <a:cubicBezTo>
                      <a:pt x="534008" y="387907"/>
                      <a:pt x="521245" y="400671"/>
                      <a:pt x="505433" y="400671"/>
                    </a:cubicBezTo>
                    <a:lnTo>
                      <a:pt x="29183" y="400671"/>
                    </a:lnTo>
                    <a:cubicBezTo>
                      <a:pt x="13371" y="400671"/>
                      <a:pt x="608" y="387907"/>
                      <a:pt x="608" y="372096"/>
                    </a:cubicBezTo>
                    <a:lnTo>
                      <a:pt x="608" y="29196"/>
                    </a:lnTo>
                    <a:cubicBezTo>
                      <a:pt x="608" y="13385"/>
                      <a:pt x="13371" y="621"/>
                      <a:pt x="29183" y="621"/>
                    </a:cubicBezTo>
                    <a:lnTo>
                      <a:pt x="505433" y="621"/>
                    </a:lnTo>
                    <a:close/>
                    <a:moveTo>
                      <a:pt x="391419" y="198646"/>
                    </a:moveTo>
                    <a:cubicBezTo>
                      <a:pt x="378846" y="189121"/>
                      <a:pt x="360939" y="191597"/>
                      <a:pt x="351414" y="204170"/>
                    </a:cubicBezTo>
                    <a:lnTo>
                      <a:pt x="351414" y="204170"/>
                    </a:lnTo>
                    <a:lnTo>
                      <a:pt x="267118" y="315613"/>
                    </a:lnTo>
                    <a:cubicBezTo>
                      <a:pt x="266355" y="316660"/>
                      <a:pt x="265498" y="317518"/>
                      <a:pt x="264641" y="318470"/>
                    </a:cubicBezTo>
                    <a:cubicBezTo>
                      <a:pt x="253592" y="329710"/>
                      <a:pt x="235495" y="329805"/>
                      <a:pt x="224255" y="318756"/>
                    </a:cubicBezTo>
                    <a:lnTo>
                      <a:pt x="224255" y="318756"/>
                    </a:lnTo>
                    <a:lnTo>
                      <a:pt x="162152" y="257415"/>
                    </a:lnTo>
                    <a:cubicBezTo>
                      <a:pt x="161485" y="256844"/>
                      <a:pt x="160914" y="256177"/>
                      <a:pt x="160247" y="255701"/>
                    </a:cubicBezTo>
                    <a:cubicBezTo>
                      <a:pt x="148055" y="245699"/>
                      <a:pt x="130053" y="247414"/>
                      <a:pt x="120052" y="259606"/>
                    </a:cubicBezTo>
                    <a:lnTo>
                      <a:pt x="120052" y="259606"/>
                    </a:lnTo>
                    <a:lnTo>
                      <a:pt x="32517" y="366095"/>
                    </a:lnTo>
                    <a:cubicBezTo>
                      <a:pt x="31088" y="367810"/>
                      <a:pt x="30326" y="369905"/>
                      <a:pt x="30326" y="372096"/>
                    </a:cubicBezTo>
                    <a:cubicBezTo>
                      <a:pt x="30326" y="377335"/>
                      <a:pt x="34612" y="381621"/>
                      <a:pt x="39851" y="381621"/>
                    </a:cubicBezTo>
                    <a:lnTo>
                      <a:pt x="39851" y="381621"/>
                    </a:lnTo>
                    <a:lnTo>
                      <a:pt x="497242" y="381621"/>
                    </a:lnTo>
                    <a:cubicBezTo>
                      <a:pt x="499146" y="381621"/>
                      <a:pt x="500956" y="381050"/>
                      <a:pt x="502480" y="380002"/>
                    </a:cubicBezTo>
                    <a:cubicBezTo>
                      <a:pt x="506862" y="377049"/>
                      <a:pt x="508005" y="371144"/>
                      <a:pt x="505147" y="366762"/>
                    </a:cubicBezTo>
                    <a:lnTo>
                      <a:pt x="505147" y="366762"/>
                    </a:lnTo>
                    <a:lnTo>
                      <a:pt x="397991" y="205504"/>
                    </a:lnTo>
                    <a:cubicBezTo>
                      <a:pt x="396181" y="202932"/>
                      <a:pt x="393990" y="200551"/>
                      <a:pt x="391419" y="198646"/>
                    </a:cubicBezTo>
                    <a:close/>
                    <a:moveTo>
                      <a:pt x="95858" y="57771"/>
                    </a:moveTo>
                    <a:cubicBezTo>
                      <a:pt x="74808" y="57771"/>
                      <a:pt x="57758" y="74821"/>
                      <a:pt x="57758" y="95871"/>
                    </a:cubicBezTo>
                    <a:cubicBezTo>
                      <a:pt x="57758" y="116921"/>
                      <a:pt x="74808" y="133971"/>
                      <a:pt x="95858" y="133971"/>
                    </a:cubicBezTo>
                    <a:cubicBezTo>
                      <a:pt x="116908" y="133971"/>
                      <a:pt x="133958" y="116921"/>
                      <a:pt x="133958" y="95871"/>
                    </a:cubicBezTo>
                    <a:cubicBezTo>
                      <a:pt x="133958" y="74821"/>
                      <a:pt x="116908" y="57771"/>
                      <a:pt x="95858" y="57771"/>
                    </a:cubicBezTo>
                    <a:close/>
                  </a:path>
                </a:pathLst>
              </a:custGeom>
              <a:solidFill>
                <a:srgbClr val="FFFFFF"/>
              </a:solidFill>
              <a:ln>
                <a:noFill/>
              </a:ln>
            </p:spPr>
            <p:txBody>
              <a:bodyPr/>
              <a:lstStyle/>
              <a:p>
                <a:endParaRPr lang="zh-CN" altLang="en-US"/>
              </a:p>
            </p:txBody>
          </p:sp>
          <p:sp>
            <p:nvSpPr>
              <p:cNvPr id="25" name="Text1">
                <a:extLst>
                  <a:ext uri="{FF2B5EF4-FFF2-40B4-BE49-F238E27FC236}">
                    <a16:creationId xmlns:a16="http://schemas.microsoft.com/office/drawing/2014/main" id="{F518DE6E-405E-D044-1FF9-C9E8A1919BAC}"/>
                  </a:ext>
                </a:extLst>
              </p:cNvPr>
              <p:cNvSpPr/>
              <p:nvPr/>
            </p:nvSpPr>
            <p:spPr>
              <a:xfrm flipH="1">
                <a:off x="6625827" y="1599616"/>
                <a:ext cx="3127771" cy="468608"/>
              </a:xfrm>
              <a:prstGeom prst="rect">
                <a:avLst/>
              </a:prstGeom>
              <a:ln>
                <a:noFill/>
              </a:ln>
            </p:spPr>
            <p:txBody>
              <a:bodyPr wrap="square" lIns="91440" tIns="45720" rIns="91440" bIns="45720" anchor="t" anchorCtr="0">
                <a:normAutofit/>
              </a:bodyPr>
              <a:lstStyle/>
              <a:p>
                <a:pPr defTabSz="913765">
                  <a:lnSpc>
                    <a:spcPct val="120000"/>
                  </a:lnSpc>
                  <a:buSzPct val="25000"/>
                  <a:defRPr/>
                </a:pPr>
                <a:r>
                  <a:rPr kumimoji="0" lang="zh-CN" altLang="en-US" sz="1200" i="0" u="none" strike="noStrike" kern="1200" cap="none" spc="0" normalizeH="0" baseline="0" noProof="0" dirty="0">
                    <a:ln>
                      <a:noFill/>
                    </a:ln>
                    <a:effectLst/>
                    <a:uLnTx/>
                    <a:uFillTx/>
                  </a:rPr>
                  <a:t>一致性与对比性原则确保界面整洁有序</a:t>
                </a:r>
                <a:endParaRPr kumimoji="0" lang="en-US" altLang="zh-CN" sz="1200" i="0" u="none" strike="noStrike" kern="1200" cap="none" spc="0" normalizeH="0" baseline="0" noProof="0" dirty="0">
                  <a:ln>
                    <a:noFill/>
                  </a:ln>
                  <a:effectLst/>
                  <a:uLnTx/>
                  <a:uFillTx/>
                </a:endParaRPr>
              </a:p>
            </p:txBody>
          </p:sp>
          <p:sp>
            <p:nvSpPr>
              <p:cNvPr id="26" name="Bullet1">
                <a:extLst>
                  <a:ext uri="{FF2B5EF4-FFF2-40B4-BE49-F238E27FC236}">
                    <a16:creationId xmlns:a16="http://schemas.microsoft.com/office/drawing/2014/main" id="{7C76A1B7-91F0-A132-21BC-E71A51E70EAB}"/>
                  </a:ext>
                </a:extLst>
              </p:cNvPr>
              <p:cNvSpPr txBox="1"/>
              <p:nvPr/>
            </p:nvSpPr>
            <p:spPr>
              <a:xfrm>
                <a:off x="6625831" y="1160244"/>
                <a:ext cx="3127770" cy="468608"/>
              </a:xfrm>
              <a:prstGeom prst="rect">
                <a:avLst/>
              </a:prstGeom>
              <a:noFill/>
            </p:spPr>
            <p:txBody>
              <a:bodyPr wrap="square" rtlCol="0" anchor="b" anchorCtr="0">
                <a:normAutofit/>
              </a:bodyPr>
              <a:lstStyle>
                <a:defPPr>
                  <a:defRPr lang="zh-CN"/>
                </a:defPPr>
                <a:lvl1pPr algn="r">
                  <a:defRPr sz="2000" b="1">
                    <a:solidFill>
                      <a:schemeClr val="accent5"/>
                    </a:solidFill>
                    <a:effectLst>
                      <a:outerShdw blurRad="254000" dist="127000" algn="ctr" rotWithShape="0">
                        <a:schemeClr val="accent5">
                          <a:alpha val="40000"/>
                        </a:schemeClr>
                      </a:outerShdw>
                    </a:effectLst>
                  </a:defRPr>
                </a:lvl1pPr>
              </a:lstStyle>
              <a:p>
                <a:pPr algn="l"/>
                <a:r>
                  <a:rPr lang="zh-CN" altLang="en-US" sz="1800" dirty="0">
                    <a:solidFill>
                      <a:schemeClr val="tx1"/>
                    </a:solidFill>
                    <a:effectLst/>
                  </a:rPr>
                  <a:t>布局的基本原则</a:t>
                </a:r>
                <a:endParaRPr lang="en-US" altLang="zh-CN" sz="1800" dirty="0">
                  <a:solidFill>
                    <a:schemeClr val="tx1"/>
                  </a:solidFill>
                  <a:effectLst/>
                </a:endParaRPr>
              </a:p>
            </p:txBody>
          </p:sp>
        </p:grpSp>
        <p:grpSp>
          <p:nvGrpSpPr>
            <p:cNvPr id="8" name="组合 7">
              <a:extLst>
                <a:ext uri="{FF2B5EF4-FFF2-40B4-BE49-F238E27FC236}">
                  <a16:creationId xmlns:a16="http://schemas.microsoft.com/office/drawing/2014/main" id="{5410F52E-95C6-B879-0EA0-12034983D1EE}"/>
                </a:ext>
              </a:extLst>
            </p:cNvPr>
            <p:cNvGrpSpPr/>
            <p:nvPr/>
          </p:nvGrpSpPr>
          <p:grpSpPr>
            <a:xfrm>
              <a:off x="7627668" y="2452134"/>
              <a:ext cx="3789380" cy="907980"/>
              <a:chOff x="5964221" y="2452134"/>
              <a:chExt cx="3789380" cy="907980"/>
            </a:xfrm>
          </p:grpSpPr>
          <p:sp>
            <p:nvSpPr>
              <p:cNvPr id="19" name="IconBackground2">
                <a:extLst>
                  <a:ext uri="{FF2B5EF4-FFF2-40B4-BE49-F238E27FC236}">
                    <a16:creationId xmlns:a16="http://schemas.microsoft.com/office/drawing/2014/main" id="{06A3ADF5-6BE6-DF21-B5F5-DCCD2914C350}"/>
                  </a:ext>
                </a:extLst>
              </p:cNvPr>
              <p:cNvSpPr txBox="1"/>
              <p:nvPr/>
            </p:nvSpPr>
            <p:spPr>
              <a:xfrm>
                <a:off x="5964221" y="2585484"/>
                <a:ext cx="540000" cy="540000"/>
              </a:xfrm>
              <a:prstGeom prst="roundRect">
                <a:avLst>
                  <a:gd name="adj" fmla="val 50000"/>
                </a:avLst>
              </a:prstGeom>
              <a:solidFill>
                <a:schemeClr val="accent2"/>
              </a:solidFill>
              <a:ln w="12700" cap="flat">
                <a:noFill/>
                <a:prstDash val="solid"/>
                <a:miter/>
              </a:ln>
              <a:effectLst>
                <a:outerShdw blurRad="127000" dist="63500" dir="2700000" algn="tl" rotWithShape="0">
                  <a:schemeClr val="accent2">
                    <a:alpha val="40000"/>
                  </a:schemeClr>
                </a:outerShdw>
              </a:effectLst>
            </p:spPr>
            <p:txBody>
              <a:bodyPr wrap="none" rtlCol="0" anchor="ctr"/>
              <a:lstStyle>
                <a:defPPr>
                  <a:defRPr lang="zh-CN"/>
                </a:defPPr>
                <a:lvl1pPr>
                  <a:defRPr/>
                </a:lvl1pPr>
              </a:lstStyle>
              <a:p>
                <a:pPr algn="ctr"/>
                <a:endParaRPr lang="zh-CN" altLang="en-US" b="1" dirty="0">
                  <a:solidFill>
                    <a:srgbClr val="FFFFFF"/>
                  </a:solidFill>
                </a:endParaRPr>
              </a:p>
            </p:txBody>
          </p:sp>
          <p:sp>
            <p:nvSpPr>
              <p:cNvPr id="20" name="Icon2">
                <a:extLst>
                  <a:ext uri="{FF2B5EF4-FFF2-40B4-BE49-F238E27FC236}">
                    <a16:creationId xmlns:a16="http://schemas.microsoft.com/office/drawing/2014/main" id="{9870A18D-4260-9A3B-4DFC-AA8215DFE339}"/>
                  </a:ext>
                </a:extLst>
              </p:cNvPr>
              <p:cNvSpPr/>
              <p:nvPr/>
            </p:nvSpPr>
            <p:spPr bwMode="auto">
              <a:xfrm>
                <a:off x="6083901" y="2718586"/>
                <a:ext cx="300640" cy="273796"/>
              </a:xfrm>
              <a:custGeom>
                <a:avLst/>
                <a:gdLst>
                  <a:gd name="connsiteX0" fmla="*/ 125329 w 533400"/>
                  <a:gd name="connsiteY0" fmla="*/ 229221 h 485775"/>
                  <a:gd name="connsiteX1" fmla="*/ 125329 w 533400"/>
                  <a:gd name="connsiteY1" fmla="*/ 276846 h 485775"/>
                  <a:gd name="connsiteX2" fmla="*/ 144379 w 533400"/>
                  <a:gd name="connsiteY2" fmla="*/ 276846 h 485775"/>
                  <a:gd name="connsiteX3" fmla="*/ 144379 w 533400"/>
                  <a:gd name="connsiteY3" fmla="*/ 229221 h 485775"/>
                  <a:gd name="connsiteX4" fmla="*/ 392029 w 533400"/>
                  <a:gd name="connsiteY4" fmla="*/ 229221 h 485775"/>
                  <a:gd name="connsiteX5" fmla="*/ 392029 w 533400"/>
                  <a:gd name="connsiteY5" fmla="*/ 276846 h 485775"/>
                  <a:gd name="connsiteX6" fmla="*/ 411079 w 533400"/>
                  <a:gd name="connsiteY6" fmla="*/ 276846 h 485775"/>
                  <a:gd name="connsiteX7" fmla="*/ 411079 w 533400"/>
                  <a:gd name="connsiteY7" fmla="*/ 229221 h 485775"/>
                  <a:gd name="connsiteX8" fmla="*/ 534904 w 533400"/>
                  <a:gd name="connsiteY8" fmla="*/ 229221 h 485775"/>
                  <a:gd name="connsiteX9" fmla="*/ 534904 w 533400"/>
                  <a:gd name="connsiteY9" fmla="*/ 457821 h 485775"/>
                  <a:gd name="connsiteX10" fmla="*/ 506329 w 533400"/>
                  <a:gd name="connsiteY10" fmla="*/ 486396 h 485775"/>
                  <a:gd name="connsiteX11" fmla="*/ 30079 w 533400"/>
                  <a:gd name="connsiteY11" fmla="*/ 486396 h 485775"/>
                  <a:gd name="connsiteX12" fmla="*/ 1504 w 533400"/>
                  <a:gd name="connsiteY12" fmla="*/ 457821 h 485775"/>
                  <a:gd name="connsiteX13" fmla="*/ 1504 w 533400"/>
                  <a:gd name="connsiteY13" fmla="*/ 229221 h 485775"/>
                  <a:gd name="connsiteX14" fmla="*/ 125329 w 533400"/>
                  <a:gd name="connsiteY14" fmla="*/ 229221 h 485775"/>
                  <a:gd name="connsiteX15" fmla="*/ 372979 w 533400"/>
                  <a:gd name="connsiteY15" fmla="*/ 621 h 485775"/>
                  <a:gd name="connsiteX16" fmla="*/ 411079 w 533400"/>
                  <a:gd name="connsiteY16" fmla="*/ 36816 h 485775"/>
                  <a:gd name="connsiteX17" fmla="*/ 411079 w 533400"/>
                  <a:gd name="connsiteY17" fmla="*/ 38721 h 485775"/>
                  <a:gd name="connsiteX18" fmla="*/ 411079 w 533400"/>
                  <a:gd name="connsiteY18" fmla="*/ 114921 h 485775"/>
                  <a:gd name="connsiteX19" fmla="*/ 506329 w 533400"/>
                  <a:gd name="connsiteY19" fmla="*/ 114921 h 485775"/>
                  <a:gd name="connsiteX20" fmla="*/ 534904 w 533400"/>
                  <a:gd name="connsiteY20" fmla="*/ 143496 h 485775"/>
                  <a:gd name="connsiteX21" fmla="*/ 534904 w 533400"/>
                  <a:gd name="connsiteY21" fmla="*/ 210171 h 485775"/>
                  <a:gd name="connsiteX22" fmla="*/ 1504 w 533400"/>
                  <a:gd name="connsiteY22" fmla="*/ 210171 h 485775"/>
                  <a:gd name="connsiteX23" fmla="*/ 1504 w 533400"/>
                  <a:gd name="connsiteY23" fmla="*/ 143496 h 485775"/>
                  <a:gd name="connsiteX24" fmla="*/ 30079 w 533400"/>
                  <a:gd name="connsiteY24" fmla="*/ 114921 h 485775"/>
                  <a:gd name="connsiteX25" fmla="*/ 125329 w 533400"/>
                  <a:gd name="connsiteY25" fmla="*/ 114921 h 485775"/>
                  <a:gd name="connsiteX26" fmla="*/ 125329 w 533400"/>
                  <a:gd name="connsiteY26" fmla="*/ 38721 h 485775"/>
                  <a:gd name="connsiteX27" fmla="*/ 161524 w 533400"/>
                  <a:gd name="connsiteY27" fmla="*/ 621 h 485775"/>
                  <a:gd name="connsiteX28" fmla="*/ 163429 w 533400"/>
                  <a:gd name="connsiteY28" fmla="*/ 621 h 485775"/>
                  <a:gd name="connsiteX29" fmla="*/ 372979 w 533400"/>
                  <a:gd name="connsiteY29" fmla="*/ 621 h 485775"/>
                  <a:gd name="connsiteX30" fmla="*/ 372979 w 533400"/>
                  <a:gd name="connsiteY30" fmla="*/ 19671 h 485775"/>
                  <a:gd name="connsiteX31" fmla="*/ 163429 w 533400"/>
                  <a:gd name="connsiteY31" fmla="*/ 19671 h 485775"/>
                  <a:gd name="connsiteX32" fmla="*/ 144474 w 533400"/>
                  <a:gd name="connsiteY32" fmla="*/ 37292 h 485775"/>
                  <a:gd name="connsiteX33" fmla="*/ 144379 w 533400"/>
                  <a:gd name="connsiteY33" fmla="*/ 38721 h 485775"/>
                  <a:gd name="connsiteX34" fmla="*/ 144379 w 533400"/>
                  <a:gd name="connsiteY34" fmla="*/ 114921 h 485775"/>
                  <a:gd name="connsiteX35" fmla="*/ 392029 w 533400"/>
                  <a:gd name="connsiteY35" fmla="*/ 114921 h 485775"/>
                  <a:gd name="connsiteX36" fmla="*/ 392029 w 533400"/>
                  <a:gd name="connsiteY36" fmla="*/ 38721 h 485775"/>
                  <a:gd name="connsiteX37" fmla="*/ 375836 w 533400"/>
                  <a:gd name="connsiteY37" fmla="*/ 19862 h 485775"/>
                  <a:gd name="connsiteX38" fmla="*/ 374408 w 533400"/>
                  <a:gd name="connsiteY38" fmla="*/ 19671 h 485775"/>
                  <a:gd name="connsiteX39" fmla="*/ 372979 w 533400"/>
                  <a:gd name="connsiteY39" fmla="*/ 1967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33400" h="485775">
                    <a:moveTo>
                      <a:pt x="125329" y="229221"/>
                    </a:moveTo>
                    <a:lnTo>
                      <a:pt x="125329" y="276846"/>
                    </a:lnTo>
                    <a:lnTo>
                      <a:pt x="144379" y="276846"/>
                    </a:lnTo>
                    <a:lnTo>
                      <a:pt x="144379" y="229221"/>
                    </a:lnTo>
                    <a:lnTo>
                      <a:pt x="392029" y="229221"/>
                    </a:lnTo>
                    <a:lnTo>
                      <a:pt x="392029" y="276846"/>
                    </a:lnTo>
                    <a:lnTo>
                      <a:pt x="411079" y="276846"/>
                    </a:lnTo>
                    <a:lnTo>
                      <a:pt x="411079" y="229221"/>
                    </a:lnTo>
                    <a:lnTo>
                      <a:pt x="534904" y="229221"/>
                    </a:lnTo>
                    <a:lnTo>
                      <a:pt x="534904" y="457821"/>
                    </a:lnTo>
                    <a:cubicBezTo>
                      <a:pt x="534904" y="473632"/>
                      <a:pt x="522141" y="486396"/>
                      <a:pt x="506329" y="486396"/>
                    </a:cubicBezTo>
                    <a:lnTo>
                      <a:pt x="30079" y="486396"/>
                    </a:lnTo>
                    <a:cubicBezTo>
                      <a:pt x="14267" y="486396"/>
                      <a:pt x="1504" y="473632"/>
                      <a:pt x="1504" y="457821"/>
                    </a:cubicBezTo>
                    <a:lnTo>
                      <a:pt x="1504" y="229221"/>
                    </a:lnTo>
                    <a:lnTo>
                      <a:pt x="125329" y="229221"/>
                    </a:lnTo>
                    <a:close/>
                    <a:moveTo>
                      <a:pt x="372979" y="621"/>
                    </a:moveTo>
                    <a:cubicBezTo>
                      <a:pt x="393363" y="621"/>
                      <a:pt x="410031" y="16623"/>
                      <a:pt x="411079" y="36816"/>
                    </a:cubicBezTo>
                    <a:lnTo>
                      <a:pt x="411079" y="38721"/>
                    </a:lnTo>
                    <a:lnTo>
                      <a:pt x="411079" y="114921"/>
                    </a:lnTo>
                    <a:lnTo>
                      <a:pt x="506329" y="114921"/>
                    </a:lnTo>
                    <a:cubicBezTo>
                      <a:pt x="522141" y="114921"/>
                      <a:pt x="534904" y="127685"/>
                      <a:pt x="534904" y="143496"/>
                    </a:cubicBezTo>
                    <a:lnTo>
                      <a:pt x="534904" y="210171"/>
                    </a:lnTo>
                    <a:lnTo>
                      <a:pt x="1504" y="210171"/>
                    </a:lnTo>
                    <a:lnTo>
                      <a:pt x="1504" y="143496"/>
                    </a:lnTo>
                    <a:cubicBezTo>
                      <a:pt x="1504" y="127685"/>
                      <a:pt x="14267" y="114921"/>
                      <a:pt x="30079" y="114921"/>
                    </a:cubicBezTo>
                    <a:lnTo>
                      <a:pt x="125329" y="114921"/>
                    </a:lnTo>
                    <a:lnTo>
                      <a:pt x="125329" y="38721"/>
                    </a:lnTo>
                    <a:cubicBezTo>
                      <a:pt x="125329" y="18337"/>
                      <a:pt x="141331" y="1669"/>
                      <a:pt x="161524" y="621"/>
                    </a:cubicBezTo>
                    <a:lnTo>
                      <a:pt x="163429" y="621"/>
                    </a:lnTo>
                    <a:lnTo>
                      <a:pt x="372979" y="621"/>
                    </a:lnTo>
                    <a:close/>
                    <a:moveTo>
                      <a:pt x="372979" y="19671"/>
                    </a:moveTo>
                    <a:lnTo>
                      <a:pt x="163429" y="19671"/>
                    </a:lnTo>
                    <a:cubicBezTo>
                      <a:pt x="153428" y="19671"/>
                      <a:pt x="145141" y="27482"/>
                      <a:pt x="144474" y="37292"/>
                    </a:cubicBezTo>
                    <a:lnTo>
                      <a:pt x="144379" y="38721"/>
                    </a:lnTo>
                    <a:lnTo>
                      <a:pt x="144379" y="114921"/>
                    </a:lnTo>
                    <a:lnTo>
                      <a:pt x="392029" y="114921"/>
                    </a:lnTo>
                    <a:lnTo>
                      <a:pt x="392029" y="38721"/>
                    </a:lnTo>
                    <a:cubicBezTo>
                      <a:pt x="392029" y="29196"/>
                      <a:pt x="384981" y="21290"/>
                      <a:pt x="375836" y="19862"/>
                    </a:cubicBezTo>
                    <a:lnTo>
                      <a:pt x="374408" y="19671"/>
                    </a:lnTo>
                    <a:lnTo>
                      <a:pt x="372979" y="19671"/>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21" name="Text2">
                <a:extLst>
                  <a:ext uri="{FF2B5EF4-FFF2-40B4-BE49-F238E27FC236}">
                    <a16:creationId xmlns:a16="http://schemas.microsoft.com/office/drawing/2014/main" id="{3B148638-FC42-51DE-2F63-B8AA39E4108B}"/>
                  </a:ext>
                </a:extLst>
              </p:cNvPr>
              <p:cNvSpPr/>
              <p:nvPr/>
            </p:nvSpPr>
            <p:spPr>
              <a:xfrm flipH="1">
                <a:off x="6625827" y="2891506"/>
                <a:ext cx="3127771" cy="468608"/>
              </a:xfrm>
              <a:prstGeom prst="rect">
                <a:avLst/>
              </a:prstGeom>
              <a:ln>
                <a:noFill/>
              </a:ln>
            </p:spPr>
            <p:txBody>
              <a:bodyPr wrap="square" lIns="91440" tIns="45720" rIns="91440" bIns="45720" anchor="t" anchorCtr="0">
                <a:normAutofit/>
              </a:bodyPr>
              <a:lstStyle/>
              <a:p>
                <a:pPr defTabSz="913765">
                  <a:lnSpc>
                    <a:spcPct val="120000"/>
                  </a:lnSpc>
                  <a:buSzPct val="25000"/>
                  <a:defRPr/>
                </a:pPr>
                <a:r>
                  <a:rPr kumimoji="0" lang="zh-CN" altLang="en-US" sz="1200" i="0" u="none" strike="noStrike" kern="1200" cap="none" spc="0" normalizeH="0" baseline="0" noProof="0">
                    <a:ln>
                      <a:noFill/>
                    </a:ln>
                    <a:effectLst/>
                    <a:uLnTx/>
                    <a:uFillTx/>
                  </a:rPr>
                  <a:t>逻辑清晰的层次让用户易于浏览与理解</a:t>
                </a:r>
                <a:endParaRPr kumimoji="0" lang="en-US" altLang="zh-CN" sz="1200" i="0" u="none" strike="noStrike" kern="1200" cap="none" spc="0" normalizeH="0" baseline="0" noProof="0" dirty="0">
                  <a:ln>
                    <a:noFill/>
                  </a:ln>
                  <a:effectLst/>
                  <a:uLnTx/>
                  <a:uFillTx/>
                </a:endParaRPr>
              </a:p>
            </p:txBody>
          </p:sp>
          <p:sp>
            <p:nvSpPr>
              <p:cNvPr id="22" name="Bullet2">
                <a:extLst>
                  <a:ext uri="{FF2B5EF4-FFF2-40B4-BE49-F238E27FC236}">
                    <a16:creationId xmlns:a16="http://schemas.microsoft.com/office/drawing/2014/main" id="{4EB22D35-B923-5256-76D2-30C9D98F1BC0}"/>
                  </a:ext>
                </a:extLst>
              </p:cNvPr>
              <p:cNvSpPr txBox="1"/>
              <p:nvPr/>
            </p:nvSpPr>
            <p:spPr>
              <a:xfrm>
                <a:off x="6625831" y="2452134"/>
                <a:ext cx="3127770" cy="468608"/>
              </a:xfrm>
              <a:prstGeom prst="rect">
                <a:avLst/>
              </a:prstGeom>
              <a:noFill/>
            </p:spPr>
            <p:txBody>
              <a:bodyPr wrap="square" rtlCol="0" anchor="b" anchorCtr="0">
                <a:normAutofit/>
              </a:bodyPr>
              <a:lstStyle>
                <a:defPPr>
                  <a:defRPr lang="zh-CN"/>
                </a:defPPr>
                <a:lvl1pPr algn="r">
                  <a:defRPr sz="2000" b="1">
                    <a:solidFill>
                      <a:schemeClr val="accent5"/>
                    </a:solidFill>
                    <a:effectLst>
                      <a:outerShdw blurRad="254000" dist="127000" algn="ctr" rotWithShape="0">
                        <a:schemeClr val="accent5">
                          <a:alpha val="40000"/>
                        </a:schemeClr>
                      </a:outerShdw>
                    </a:effectLst>
                  </a:defRPr>
                </a:lvl1pPr>
              </a:lstStyle>
              <a:p>
                <a:pPr algn="l"/>
                <a:r>
                  <a:rPr lang="zh-CN" altLang="en-US" sz="1800">
                    <a:solidFill>
                      <a:schemeClr val="tx1"/>
                    </a:solidFill>
                    <a:effectLst/>
                  </a:rPr>
                  <a:t>界面信息的层次感</a:t>
                </a:r>
                <a:endParaRPr lang="en-US" altLang="zh-CN" sz="1800" dirty="0">
                  <a:solidFill>
                    <a:schemeClr val="tx1"/>
                  </a:solidFill>
                  <a:effectLst/>
                </a:endParaRPr>
              </a:p>
            </p:txBody>
          </p:sp>
        </p:grpSp>
        <p:grpSp>
          <p:nvGrpSpPr>
            <p:cNvPr id="9" name="组合 8">
              <a:extLst>
                <a:ext uri="{FF2B5EF4-FFF2-40B4-BE49-F238E27FC236}">
                  <a16:creationId xmlns:a16="http://schemas.microsoft.com/office/drawing/2014/main" id="{4E7CED8A-676C-6762-6CB6-91D0B750525F}"/>
                </a:ext>
              </a:extLst>
            </p:cNvPr>
            <p:cNvGrpSpPr/>
            <p:nvPr/>
          </p:nvGrpSpPr>
          <p:grpSpPr>
            <a:xfrm>
              <a:off x="7627668" y="3744024"/>
              <a:ext cx="3789380" cy="907980"/>
              <a:chOff x="5964221" y="3744024"/>
              <a:chExt cx="3789380" cy="907980"/>
            </a:xfrm>
          </p:grpSpPr>
          <p:sp>
            <p:nvSpPr>
              <p:cNvPr id="15" name="IconBackground3">
                <a:extLst>
                  <a:ext uri="{FF2B5EF4-FFF2-40B4-BE49-F238E27FC236}">
                    <a16:creationId xmlns:a16="http://schemas.microsoft.com/office/drawing/2014/main" id="{E1E0218E-A873-2CC7-3CB1-62F534D6CEE7}"/>
                  </a:ext>
                </a:extLst>
              </p:cNvPr>
              <p:cNvSpPr txBox="1"/>
              <p:nvPr/>
            </p:nvSpPr>
            <p:spPr>
              <a:xfrm>
                <a:off x="5964221" y="3877374"/>
                <a:ext cx="540000" cy="540000"/>
              </a:xfrm>
              <a:prstGeom prst="roundRect">
                <a:avLst>
                  <a:gd name="adj" fmla="val 50000"/>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rtlCol="0" anchor="ctr"/>
              <a:lstStyle>
                <a:defPPr>
                  <a:defRPr lang="en-US"/>
                </a:defPPr>
                <a:lvl1pPr>
                  <a:defRPr/>
                </a:lvl1pPr>
              </a:lstStyle>
              <a:p>
                <a:endParaRPr lang="zh-CN" altLang="en-US" dirty="0"/>
              </a:p>
            </p:txBody>
          </p:sp>
          <p:sp>
            <p:nvSpPr>
              <p:cNvPr id="16" name="Icon3">
                <a:extLst>
                  <a:ext uri="{FF2B5EF4-FFF2-40B4-BE49-F238E27FC236}">
                    <a16:creationId xmlns:a16="http://schemas.microsoft.com/office/drawing/2014/main" id="{1CF737D7-F537-9B7B-0EB9-CDD4C7C1628B}"/>
                  </a:ext>
                </a:extLst>
              </p:cNvPr>
              <p:cNvSpPr/>
              <p:nvPr/>
            </p:nvSpPr>
            <p:spPr bwMode="auto">
              <a:xfrm>
                <a:off x="6097087" y="3997054"/>
                <a:ext cx="274268" cy="300640"/>
              </a:xfrm>
              <a:custGeom>
                <a:avLst/>
                <a:gdLst>
                  <a:gd name="connsiteX0" fmla="*/ 248770 w 495300"/>
                  <a:gd name="connsiteY0" fmla="*/ 621 h 542925"/>
                  <a:gd name="connsiteX1" fmla="*/ 496420 w 495300"/>
                  <a:gd name="connsiteY1" fmla="*/ 248271 h 542925"/>
                  <a:gd name="connsiteX2" fmla="*/ 323827 w 495300"/>
                  <a:gd name="connsiteY2" fmla="*/ 484396 h 542925"/>
                  <a:gd name="connsiteX3" fmla="*/ 346973 w 495300"/>
                  <a:gd name="connsiteY3" fmla="*/ 524496 h 542925"/>
                  <a:gd name="connsiteX4" fmla="*/ 420220 w 495300"/>
                  <a:gd name="connsiteY4" fmla="*/ 524496 h 542925"/>
                  <a:gd name="connsiteX5" fmla="*/ 420220 w 495300"/>
                  <a:gd name="connsiteY5" fmla="*/ 543546 h 542925"/>
                  <a:gd name="connsiteX6" fmla="*/ 77320 w 495300"/>
                  <a:gd name="connsiteY6" fmla="*/ 543546 h 542925"/>
                  <a:gd name="connsiteX7" fmla="*/ 77320 w 495300"/>
                  <a:gd name="connsiteY7" fmla="*/ 524496 h 542925"/>
                  <a:gd name="connsiteX8" fmla="*/ 150567 w 495300"/>
                  <a:gd name="connsiteY8" fmla="*/ 524496 h 542925"/>
                  <a:gd name="connsiteX9" fmla="*/ 173713 w 495300"/>
                  <a:gd name="connsiteY9" fmla="*/ 484396 h 542925"/>
                  <a:gd name="connsiteX10" fmla="*/ 1120 w 495300"/>
                  <a:gd name="connsiteY10" fmla="*/ 248271 h 542925"/>
                  <a:gd name="connsiteX11" fmla="*/ 248770 w 495300"/>
                  <a:gd name="connsiteY11" fmla="*/ 621 h 542925"/>
                  <a:gd name="connsiteX12" fmla="*/ 192763 w 495300"/>
                  <a:gd name="connsiteY12" fmla="*/ 489539 h 542925"/>
                  <a:gd name="connsiteX13" fmla="*/ 172570 w 495300"/>
                  <a:gd name="connsiteY13" fmla="*/ 524496 h 542925"/>
                  <a:gd name="connsiteX14" fmla="*/ 324970 w 495300"/>
                  <a:gd name="connsiteY14" fmla="*/ 524496 h 542925"/>
                  <a:gd name="connsiteX15" fmla="*/ 304777 w 495300"/>
                  <a:gd name="connsiteY15" fmla="*/ 489539 h 542925"/>
                  <a:gd name="connsiteX16" fmla="*/ 248770 w 495300"/>
                  <a:gd name="connsiteY16" fmla="*/ 495921 h 542925"/>
                  <a:gd name="connsiteX17" fmla="*/ 192763 w 495300"/>
                  <a:gd name="connsiteY17" fmla="*/ 489539 h 542925"/>
                  <a:gd name="connsiteX18" fmla="*/ 248770 w 495300"/>
                  <a:gd name="connsiteY18" fmla="*/ 143496 h 542925"/>
                  <a:gd name="connsiteX19" fmla="*/ 143995 w 495300"/>
                  <a:gd name="connsiteY19" fmla="*/ 248271 h 542925"/>
                  <a:gd name="connsiteX20" fmla="*/ 248770 w 495300"/>
                  <a:gd name="connsiteY20" fmla="*/ 353046 h 542925"/>
                  <a:gd name="connsiteX21" fmla="*/ 353545 w 495300"/>
                  <a:gd name="connsiteY21" fmla="*/ 248271 h 542925"/>
                  <a:gd name="connsiteX22" fmla="*/ 248770 w 495300"/>
                  <a:gd name="connsiteY22" fmla="*/ 143496 h 542925"/>
                  <a:gd name="connsiteX23" fmla="*/ 367833 w 495300"/>
                  <a:gd name="connsiteY23" fmla="*/ 114921 h 542925"/>
                  <a:gd name="connsiteX24" fmla="*/ 353545 w 495300"/>
                  <a:gd name="connsiteY24" fmla="*/ 129209 h 542925"/>
                  <a:gd name="connsiteX25" fmla="*/ 367833 w 495300"/>
                  <a:gd name="connsiteY25" fmla="*/ 143496 h 542925"/>
                  <a:gd name="connsiteX26" fmla="*/ 382120 w 495300"/>
                  <a:gd name="connsiteY26" fmla="*/ 129209 h 542925"/>
                  <a:gd name="connsiteX27" fmla="*/ 367833 w 495300"/>
                  <a:gd name="connsiteY27" fmla="*/ 114921 h 542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95300" h="542925">
                    <a:moveTo>
                      <a:pt x="248770" y="621"/>
                    </a:moveTo>
                    <a:cubicBezTo>
                      <a:pt x="385549" y="621"/>
                      <a:pt x="496420" y="111492"/>
                      <a:pt x="496420" y="248271"/>
                    </a:cubicBezTo>
                    <a:cubicBezTo>
                      <a:pt x="496420" y="358856"/>
                      <a:pt x="423935" y="452582"/>
                      <a:pt x="323827" y="484396"/>
                    </a:cubicBezTo>
                    <a:lnTo>
                      <a:pt x="346973" y="524496"/>
                    </a:lnTo>
                    <a:lnTo>
                      <a:pt x="420220" y="524496"/>
                    </a:lnTo>
                    <a:lnTo>
                      <a:pt x="420220" y="543546"/>
                    </a:lnTo>
                    <a:lnTo>
                      <a:pt x="77320" y="543546"/>
                    </a:lnTo>
                    <a:lnTo>
                      <a:pt x="77320" y="524496"/>
                    </a:lnTo>
                    <a:lnTo>
                      <a:pt x="150567" y="524496"/>
                    </a:lnTo>
                    <a:lnTo>
                      <a:pt x="173713" y="484396"/>
                    </a:lnTo>
                    <a:cubicBezTo>
                      <a:pt x="73605" y="452582"/>
                      <a:pt x="1120" y="358856"/>
                      <a:pt x="1120" y="248271"/>
                    </a:cubicBezTo>
                    <a:cubicBezTo>
                      <a:pt x="1120" y="111492"/>
                      <a:pt x="111991" y="621"/>
                      <a:pt x="248770" y="621"/>
                    </a:cubicBezTo>
                    <a:close/>
                    <a:moveTo>
                      <a:pt x="192763" y="489539"/>
                    </a:moveTo>
                    <a:lnTo>
                      <a:pt x="172570" y="524496"/>
                    </a:lnTo>
                    <a:lnTo>
                      <a:pt x="324970" y="524496"/>
                    </a:lnTo>
                    <a:lnTo>
                      <a:pt x="304777" y="489539"/>
                    </a:lnTo>
                    <a:cubicBezTo>
                      <a:pt x="286775" y="493730"/>
                      <a:pt x="268010" y="495921"/>
                      <a:pt x="248770" y="495921"/>
                    </a:cubicBezTo>
                    <a:cubicBezTo>
                      <a:pt x="229530" y="495921"/>
                      <a:pt x="210765" y="493730"/>
                      <a:pt x="192763" y="489539"/>
                    </a:cubicBezTo>
                    <a:close/>
                    <a:moveTo>
                      <a:pt x="248770" y="143496"/>
                    </a:moveTo>
                    <a:cubicBezTo>
                      <a:pt x="190858" y="143496"/>
                      <a:pt x="143995" y="190359"/>
                      <a:pt x="143995" y="248271"/>
                    </a:cubicBezTo>
                    <a:cubicBezTo>
                      <a:pt x="143995" y="306183"/>
                      <a:pt x="190858" y="353046"/>
                      <a:pt x="248770" y="353046"/>
                    </a:cubicBezTo>
                    <a:cubicBezTo>
                      <a:pt x="306682" y="353046"/>
                      <a:pt x="353545" y="306183"/>
                      <a:pt x="353545" y="248271"/>
                    </a:cubicBezTo>
                    <a:cubicBezTo>
                      <a:pt x="353545" y="190359"/>
                      <a:pt x="306682" y="143496"/>
                      <a:pt x="248770" y="143496"/>
                    </a:cubicBezTo>
                    <a:close/>
                    <a:moveTo>
                      <a:pt x="367833" y="114921"/>
                    </a:moveTo>
                    <a:cubicBezTo>
                      <a:pt x="359927" y="114921"/>
                      <a:pt x="353545" y="121303"/>
                      <a:pt x="353545" y="129209"/>
                    </a:cubicBezTo>
                    <a:cubicBezTo>
                      <a:pt x="353545" y="137114"/>
                      <a:pt x="359927" y="143496"/>
                      <a:pt x="367833" y="143496"/>
                    </a:cubicBezTo>
                    <a:cubicBezTo>
                      <a:pt x="375738" y="143496"/>
                      <a:pt x="382120" y="137114"/>
                      <a:pt x="382120" y="129209"/>
                    </a:cubicBezTo>
                    <a:cubicBezTo>
                      <a:pt x="382120" y="121303"/>
                      <a:pt x="375738" y="114921"/>
                      <a:pt x="367833" y="114921"/>
                    </a:cubicBez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17" name="Text3">
                <a:extLst>
                  <a:ext uri="{FF2B5EF4-FFF2-40B4-BE49-F238E27FC236}">
                    <a16:creationId xmlns:a16="http://schemas.microsoft.com/office/drawing/2014/main" id="{4B15C0D8-59AE-93EF-2AC5-DE45AE27363C}"/>
                  </a:ext>
                </a:extLst>
              </p:cNvPr>
              <p:cNvSpPr/>
              <p:nvPr/>
            </p:nvSpPr>
            <p:spPr>
              <a:xfrm flipH="1">
                <a:off x="6625827" y="4183396"/>
                <a:ext cx="3127771" cy="468608"/>
              </a:xfrm>
              <a:prstGeom prst="rect">
                <a:avLst/>
              </a:prstGeom>
              <a:ln>
                <a:noFill/>
              </a:ln>
            </p:spPr>
            <p:txBody>
              <a:bodyPr wrap="square" lIns="91440" tIns="45720" rIns="91440" bIns="45720" anchor="t" anchorCtr="0">
                <a:normAutofit/>
              </a:bodyPr>
              <a:lstStyle/>
              <a:p>
                <a:pPr defTabSz="913765">
                  <a:lnSpc>
                    <a:spcPct val="120000"/>
                  </a:lnSpc>
                  <a:buSzPct val="25000"/>
                  <a:defRPr/>
                </a:pPr>
                <a:r>
                  <a:rPr kumimoji="0" lang="zh-CN" altLang="en-US" sz="1200" i="0" u="none" strike="noStrike" kern="1200" cap="none" spc="0" normalizeH="0" baseline="0" noProof="0">
                    <a:ln>
                      <a:noFill/>
                    </a:ln>
                    <a:effectLst/>
                    <a:uLnTx/>
                    <a:uFillTx/>
                  </a:rPr>
                  <a:t>合理安排空间，引导用户关注重要元素</a:t>
                </a:r>
                <a:endParaRPr kumimoji="0" lang="en-US" altLang="zh-CN" sz="1200" i="0" u="none" strike="noStrike" kern="1200" cap="none" spc="0" normalizeH="0" baseline="0" noProof="0" dirty="0">
                  <a:ln>
                    <a:noFill/>
                  </a:ln>
                  <a:effectLst/>
                  <a:uLnTx/>
                  <a:uFillTx/>
                </a:endParaRPr>
              </a:p>
            </p:txBody>
          </p:sp>
          <p:sp>
            <p:nvSpPr>
              <p:cNvPr id="18" name="Bullet3">
                <a:extLst>
                  <a:ext uri="{FF2B5EF4-FFF2-40B4-BE49-F238E27FC236}">
                    <a16:creationId xmlns:a16="http://schemas.microsoft.com/office/drawing/2014/main" id="{905CFD1B-B4AF-74C3-6758-CE868401C9E4}"/>
                  </a:ext>
                </a:extLst>
              </p:cNvPr>
              <p:cNvSpPr txBox="1"/>
              <p:nvPr/>
            </p:nvSpPr>
            <p:spPr>
              <a:xfrm>
                <a:off x="6625831" y="3744024"/>
                <a:ext cx="3127770" cy="468608"/>
              </a:xfrm>
              <a:prstGeom prst="rect">
                <a:avLst/>
              </a:prstGeom>
              <a:noFill/>
            </p:spPr>
            <p:txBody>
              <a:bodyPr wrap="square" rtlCol="0" anchor="b" anchorCtr="0">
                <a:normAutofit/>
              </a:bodyPr>
              <a:lstStyle>
                <a:defPPr>
                  <a:defRPr lang="zh-CN"/>
                </a:defPPr>
                <a:lvl1pPr algn="r">
                  <a:defRPr sz="2000" b="1">
                    <a:solidFill>
                      <a:schemeClr val="accent5"/>
                    </a:solidFill>
                    <a:effectLst>
                      <a:outerShdw blurRad="254000" dist="127000" algn="ctr" rotWithShape="0">
                        <a:schemeClr val="accent5">
                          <a:alpha val="40000"/>
                        </a:schemeClr>
                      </a:outerShdw>
                    </a:effectLst>
                  </a:defRPr>
                </a:lvl1pPr>
              </a:lstStyle>
              <a:p>
                <a:pPr algn="l"/>
                <a:r>
                  <a:rPr lang="zh-CN" altLang="en-US" sz="1800">
                    <a:solidFill>
                      <a:schemeClr val="tx1"/>
                    </a:solidFill>
                    <a:effectLst/>
                  </a:rPr>
                  <a:t>空间利用与视觉焦点</a:t>
                </a:r>
                <a:endParaRPr lang="en-US" altLang="zh-CN" sz="1800" dirty="0">
                  <a:solidFill>
                    <a:schemeClr val="tx1"/>
                  </a:solidFill>
                  <a:effectLst/>
                </a:endParaRPr>
              </a:p>
            </p:txBody>
          </p:sp>
        </p:grpSp>
        <p:grpSp>
          <p:nvGrpSpPr>
            <p:cNvPr id="10" name="组合 9">
              <a:extLst>
                <a:ext uri="{FF2B5EF4-FFF2-40B4-BE49-F238E27FC236}">
                  <a16:creationId xmlns:a16="http://schemas.microsoft.com/office/drawing/2014/main" id="{800FA366-6217-74D3-A79C-B59DAB3ED00C}"/>
                </a:ext>
              </a:extLst>
            </p:cNvPr>
            <p:cNvGrpSpPr/>
            <p:nvPr/>
          </p:nvGrpSpPr>
          <p:grpSpPr>
            <a:xfrm>
              <a:off x="7627668" y="5035913"/>
              <a:ext cx="3789380" cy="907980"/>
              <a:chOff x="5964221" y="5035913"/>
              <a:chExt cx="3789380" cy="907980"/>
            </a:xfrm>
          </p:grpSpPr>
          <p:sp>
            <p:nvSpPr>
              <p:cNvPr id="11" name="IconBackground4">
                <a:extLst>
                  <a:ext uri="{FF2B5EF4-FFF2-40B4-BE49-F238E27FC236}">
                    <a16:creationId xmlns:a16="http://schemas.microsoft.com/office/drawing/2014/main" id="{0529017D-62D2-2668-ADFF-8CA450F23825}"/>
                  </a:ext>
                </a:extLst>
              </p:cNvPr>
              <p:cNvSpPr txBox="1"/>
              <p:nvPr/>
            </p:nvSpPr>
            <p:spPr>
              <a:xfrm>
                <a:off x="5964221" y="5169263"/>
                <a:ext cx="540000" cy="540000"/>
              </a:xfrm>
              <a:prstGeom prst="roundRect">
                <a:avLst>
                  <a:gd name="adj" fmla="val 50000"/>
                </a:avLst>
              </a:prstGeom>
              <a:solidFill>
                <a:schemeClr val="accent2"/>
              </a:solidFill>
              <a:ln w="12700" cap="flat">
                <a:noFill/>
                <a:prstDash val="solid"/>
                <a:miter/>
              </a:ln>
              <a:effectLst>
                <a:outerShdw blurRad="127000" dist="63500" dir="2700000" algn="tl" rotWithShape="0">
                  <a:schemeClr val="accent2">
                    <a:alpha val="40000"/>
                  </a:schemeClr>
                </a:outerShdw>
              </a:effectLst>
            </p:spPr>
            <p:txBody>
              <a:bodyPr wrap="none" rtlCol="0" anchor="ctr"/>
              <a:lstStyle>
                <a:defPPr>
                  <a:defRPr lang="en-US"/>
                </a:defPPr>
                <a:lvl1pPr algn="ctr">
                  <a:defRPr b="1">
                    <a:solidFill>
                      <a:srgbClr val="FFFFFF"/>
                    </a:solidFill>
                  </a:defRPr>
                </a:lvl1pPr>
              </a:lstStyle>
              <a:p>
                <a:endParaRPr lang="zh-CN" altLang="en-US" dirty="0"/>
              </a:p>
            </p:txBody>
          </p:sp>
          <p:sp>
            <p:nvSpPr>
              <p:cNvPr id="12" name="Icon4">
                <a:extLst>
                  <a:ext uri="{FF2B5EF4-FFF2-40B4-BE49-F238E27FC236}">
                    <a16:creationId xmlns:a16="http://schemas.microsoft.com/office/drawing/2014/main" id="{8BA68A22-459D-F301-9A96-1B8F2874163B}"/>
                  </a:ext>
                </a:extLst>
              </p:cNvPr>
              <p:cNvSpPr/>
              <p:nvPr/>
            </p:nvSpPr>
            <p:spPr bwMode="auto">
              <a:xfrm>
                <a:off x="6083901" y="5314120"/>
                <a:ext cx="300640" cy="250286"/>
              </a:xfrm>
              <a:custGeom>
                <a:avLst/>
                <a:gdLst>
                  <a:gd name="connsiteX0" fmla="*/ 483573 w 526297"/>
                  <a:gd name="connsiteY0" fmla="*/ 133971 h 438150"/>
                  <a:gd name="connsiteX1" fmla="*/ 527674 w 526297"/>
                  <a:gd name="connsiteY1" fmla="*/ 178072 h 438150"/>
                  <a:gd name="connsiteX2" fmla="*/ 527579 w 526297"/>
                  <a:gd name="connsiteY2" fmla="*/ 181501 h 438150"/>
                  <a:gd name="connsiteX3" fmla="*/ 514244 w 526297"/>
                  <a:gd name="connsiteY3" fmla="*/ 355237 h 438150"/>
                  <a:gd name="connsiteX4" fmla="*/ 485764 w 526297"/>
                  <a:gd name="connsiteY4" fmla="*/ 381621 h 438150"/>
                  <a:gd name="connsiteX5" fmla="*/ 454998 w 526297"/>
                  <a:gd name="connsiteY5" fmla="*/ 381621 h 438150"/>
                  <a:gd name="connsiteX6" fmla="*/ 454998 w 526297"/>
                  <a:gd name="connsiteY6" fmla="*/ 438771 h 438150"/>
                  <a:gd name="connsiteX7" fmla="*/ 435948 w 526297"/>
                  <a:gd name="connsiteY7" fmla="*/ 438771 h 438150"/>
                  <a:gd name="connsiteX8" fmla="*/ 435948 w 526297"/>
                  <a:gd name="connsiteY8" fmla="*/ 381621 h 438150"/>
                  <a:gd name="connsiteX9" fmla="*/ 93048 w 526297"/>
                  <a:gd name="connsiteY9" fmla="*/ 381621 h 438150"/>
                  <a:gd name="connsiteX10" fmla="*/ 93048 w 526297"/>
                  <a:gd name="connsiteY10" fmla="*/ 438771 h 438150"/>
                  <a:gd name="connsiteX11" fmla="*/ 73998 w 526297"/>
                  <a:gd name="connsiteY11" fmla="*/ 438771 h 438150"/>
                  <a:gd name="connsiteX12" fmla="*/ 73998 w 526297"/>
                  <a:gd name="connsiteY12" fmla="*/ 381621 h 438150"/>
                  <a:gd name="connsiteX13" fmla="*/ 43328 w 526297"/>
                  <a:gd name="connsiteY13" fmla="*/ 381621 h 438150"/>
                  <a:gd name="connsiteX14" fmla="*/ 14848 w 526297"/>
                  <a:gd name="connsiteY14" fmla="*/ 355237 h 438150"/>
                  <a:gd name="connsiteX15" fmla="*/ 1513 w 526297"/>
                  <a:gd name="connsiteY15" fmla="*/ 181501 h 438150"/>
                  <a:gd name="connsiteX16" fmla="*/ 42089 w 526297"/>
                  <a:gd name="connsiteY16" fmla="*/ 134162 h 438150"/>
                  <a:gd name="connsiteX17" fmla="*/ 45518 w 526297"/>
                  <a:gd name="connsiteY17" fmla="*/ 134066 h 438150"/>
                  <a:gd name="connsiteX18" fmla="*/ 101906 w 526297"/>
                  <a:gd name="connsiteY18" fmla="*/ 180834 h 438150"/>
                  <a:gd name="connsiteX19" fmla="*/ 121623 w 526297"/>
                  <a:gd name="connsiteY19" fmla="*/ 286371 h 438150"/>
                  <a:gd name="connsiteX20" fmla="*/ 407373 w 526297"/>
                  <a:gd name="connsiteY20" fmla="*/ 286371 h 438150"/>
                  <a:gd name="connsiteX21" fmla="*/ 427185 w 526297"/>
                  <a:gd name="connsiteY21" fmla="*/ 180739 h 438150"/>
                  <a:gd name="connsiteX22" fmla="*/ 483573 w 526297"/>
                  <a:gd name="connsiteY22" fmla="*/ 133971 h 438150"/>
                  <a:gd name="connsiteX23" fmla="*/ 416898 w 526297"/>
                  <a:gd name="connsiteY23" fmla="*/ 621 h 438150"/>
                  <a:gd name="connsiteX24" fmla="*/ 483573 w 526297"/>
                  <a:gd name="connsiteY24" fmla="*/ 67296 h 438150"/>
                  <a:gd name="connsiteX25" fmla="*/ 483573 w 526297"/>
                  <a:gd name="connsiteY25" fmla="*/ 115397 h 438150"/>
                  <a:gd name="connsiteX26" fmla="*/ 476429 w 526297"/>
                  <a:gd name="connsiteY26" fmla="*/ 114921 h 438150"/>
                  <a:gd name="connsiteX27" fmla="*/ 412040 w 526297"/>
                  <a:gd name="connsiteY27" fmla="*/ 166451 h 438150"/>
                  <a:gd name="connsiteX28" fmla="*/ 411564 w 526297"/>
                  <a:gd name="connsiteY28" fmla="*/ 168737 h 438150"/>
                  <a:gd name="connsiteX29" fmla="*/ 393086 w 526297"/>
                  <a:gd name="connsiteY29" fmla="*/ 267321 h 438150"/>
                  <a:gd name="connsiteX30" fmla="*/ 135911 w 526297"/>
                  <a:gd name="connsiteY30" fmla="*/ 267321 h 438150"/>
                  <a:gd name="connsiteX31" fmla="*/ 117432 w 526297"/>
                  <a:gd name="connsiteY31" fmla="*/ 168737 h 438150"/>
                  <a:gd name="connsiteX32" fmla="*/ 52567 w 526297"/>
                  <a:gd name="connsiteY32" fmla="*/ 114921 h 438150"/>
                  <a:gd name="connsiteX33" fmla="*/ 54948 w 526297"/>
                  <a:gd name="connsiteY33" fmla="*/ 67296 h 438150"/>
                  <a:gd name="connsiteX34" fmla="*/ 121623 w 526297"/>
                  <a:gd name="connsiteY34" fmla="*/ 621 h 438150"/>
                  <a:gd name="connsiteX35" fmla="*/ 416898 w 526297"/>
                  <a:gd name="connsiteY35" fmla="*/ 621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26297" h="438150">
                    <a:moveTo>
                      <a:pt x="483573" y="133971"/>
                    </a:moveTo>
                    <a:cubicBezTo>
                      <a:pt x="507957" y="133971"/>
                      <a:pt x="527674" y="153688"/>
                      <a:pt x="527674" y="178072"/>
                    </a:cubicBezTo>
                    <a:cubicBezTo>
                      <a:pt x="527674" y="179215"/>
                      <a:pt x="527674" y="180358"/>
                      <a:pt x="527579" y="181501"/>
                    </a:cubicBezTo>
                    <a:lnTo>
                      <a:pt x="514244" y="355237"/>
                    </a:lnTo>
                    <a:cubicBezTo>
                      <a:pt x="513101" y="370096"/>
                      <a:pt x="500718" y="381621"/>
                      <a:pt x="485764" y="381621"/>
                    </a:cubicBezTo>
                    <a:lnTo>
                      <a:pt x="454998" y="381621"/>
                    </a:lnTo>
                    <a:lnTo>
                      <a:pt x="454998" y="438771"/>
                    </a:lnTo>
                    <a:lnTo>
                      <a:pt x="435948" y="438771"/>
                    </a:lnTo>
                    <a:lnTo>
                      <a:pt x="435948" y="381621"/>
                    </a:lnTo>
                    <a:lnTo>
                      <a:pt x="93048" y="381621"/>
                    </a:lnTo>
                    <a:lnTo>
                      <a:pt x="93048" y="438771"/>
                    </a:lnTo>
                    <a:lnTo>
                      <a:pt x="73998" y="438771"/>
                    </a:lnTo>
                    <a:lnTo>
                      <a:pt x="73998" y="381621"/>
                    </a:lnTo>
                    <a:lnTo>
                      <a:pt x="43328" y="381621"/>
                    </a:lnTo>
                    <a:cubicBezTo>
                      <a:pt x="28373" y="381621"/>
                      <a:pt x="15991" y="370096"/>
                      <a:pt x="14848" y="355237"/>
                    </a:cubicBezTo>
                    <a:lnTo>
                      <a:pt x="1513" y="181501"/>
                    </a:lnTo>
                    <a:cubicBezTo>
                      <a:pt x="-392" y="157212"/>
                      <a:pt x="17801" y="135971"/>
                      <a:pt x="42089" y="134162"/>
                    </a:cubicBezTo>
                    <a:cubicBezTo>
                      <a:pt x="43232" y="134066"/>
                      <a:pt x="44375" y="134066"/>
                      <a:pt x="45518" y="134066"/>
                    </a:cubicBezTo>
                    <a:cubicBezTo>
                      <a:pt x="73141" y="134066"/>
                      <a:pt x="96858" y="153688"/>
                      <a:pt x="101906" y="180834"/>
                    </a:cubicBezTo>
                    <a:lnTo>
                      <a:pt x="121623" y="286371"/>
                    </a:lnTo>
                    <a:lnTo>
                      <a:pt x="407373" y="286371"/>
                    </a:lnTo>
                    <a:lnTo>
                      <a:pt x="427185" y="180739"/>
                    </a:lnTo>
                    <a:cubicBezTo>
                      <a:pt x="432233" y="153592"/>
                      <a:pt x="455951" y="133971"/>
                      <a:pt x="483573" y="133971"/>
                    </a:cubicBezTo>
                    <a:close/>
                    <a:moveTo>
                      <a:pt x="416898" y="621"/>
                    </a:moveTo>
                    <a:cubicBezTo>
                      <a:pt x="453760" y="621"/>
                      <a:pt x="483573" y="30434"/>
                      <a:pt x="483573" y="67296"/>
                    </a:cubicBezTo>
                    <a:lnTo>
                      <a:pt x="483573" y="115397"/>
                    </a:lnTo>
                    <a:cubicBezTo>
                      <a:pt x="481192" y="115112"/>
                      <a:pt x="478811" y="114921"/>
                      <a:pt x="476429" y="114921"/>
                    </a:cubicBezTo>
                    <a:cubicBezTo>
                      <a:pt x="445473" y="114921"/>
                      <a:pt x="418803" y="136448"/>
                      <a:pt x="412040" y="166451"/>
                    </a:cubicBezTo>
                    <a:lnTo>
                      <a:pt x="411564" y="168737"/>
                    </a:lnTo>
                    <a:lnTo>
                      <a:pt x="393086" y="267321"/>
                    </a:lnTo>
                    <a:lnTo>
                      <a:pt x="135911" y="267321"/>
                    </a:lnTo>
                    <a:lnTo>
                      <a:pt x="117432" y="168737"/>
                    </a:lnTo>
                    <a:cubicBezTo>
                      <a:pt x="111622" y="137495"/>
                      <a:pt x="84285" y="114921"/>
                      <a:pt x="52567" y="114921"/>
                    </a:cubicBezTo>
                    <a:lnTo>
                      <a:pt x="54948" y="67296"/>
                    </a:lnTo>
                    <a:cubicBezTo>
                      <a:pt x="54948" y="30434"/>
                      <a:pt x="84761" y="621"/>
                      <a:pt x="121623" y="621"/>
                    </a:cubicBezTo>
                    <a:lnTo>
                      <a:pt x="416898" y="621"/>
                    </a:lnTo>
                    <a:close/>
                  </a:path>
                </a:pathLst>
              </a:custGeom>
              <a:solidFill>
                <a:srgbClr val="FFFFFF"/>
              </a:solidFill>
              <a:ln>
                <a:noFill/>
              </a:ln>
            </p:spPr>
            <p:txBody>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13" name="Text4">
                <a:extLst>
                  <a:ext uri="{FF2B5EF4-FFF2-40B4-BE49-F238E27FC236}">
                    <a16:creationId xmlns:a16="http://schemas.microsoft.com/office/drawing/2014/main" id="{51DE3525-25A4-67B9-72E6-0ABD6C91A0FE}"/>
                  </a:ext>
                </a:extLst>
              </p:cNvPr>
              <p:cNvSpPr/>
              <p:nvPr/>
            </p:nvSpPr>
            <p:spPr>
              <a:xfrm flipH="1">
                <a:off x="6625827" y="5475285"/>
                <a:ext cx="3127771" cy="468608"/>
              </a:xfrm>
              <a:prstGeom prst="rect">
                <a:avLst/>
              </a:prstGeom>
              <a:ln>
                <a:noFill/>
              </a:ln>
            </p:spPr>
            <p:txBody>
              <a:bodyPr wrap="square" lIns="91440" tIns="45720" rIns="91440" bIns="45720" anchor="t" anchorCtr="0">
                <a:normAutofit/>
              </a:bodyPr>
              <a:lstStyle/>
              <a:p>
                <a:pPr defTabSz="913765">
                  <a:lnSpc>
                    <a:spcPct val="120000"/>
                  </a:lnSpc>
                  <a:buSzPct val="25000"/>
                  <a:defRPr/>
                </a:pPr>
                <a:r>
                  <a:rPr kumimoji="0" lang="zh-CN" altLang="en-US" sz="1200" i="0" u="none" strike="noStrike" kern="1200" cap="none" spc="0" normalizeH="0" baseline="0" noProof="0" dirty="0">
                    <a:ln>
                      <a:noFill/>
                    </a:ln>
                    <a:effectLst/>
                    <a:uLnTx/>
                    <a:uFillTx/>
                  </a:rPr>
                  <a:t>设计需兼顾不同屏幕尺寸及未来可能的变化</a:t>
                </a:r>
                <a:endParaRPr kumimoji="0" lang="en-US" altLang="zh-CN" sz="1200" i="0" u="none" strike="noStrike" kern="1200" cap="none" spc="0" normalizeH="0" baseline="0" noProof="0" dirty="0">
                  <a:ln>
                    <a:noFill/>
                  </a:ln>
                  <a:effectLst/>
                  <a:uLnTx/>
                  <a:uFillTx/>
                </a:endParaRPr>
              </a:p>
            </p:txBody>
          </p:sp>
          <p:sp>
            <p:nvSpPr>
              <p:cNvPr id="14" name="Bullet4">
                <a:extLst>
                  <a:ext uri="{FF2B5EF4-FFF2-40B4-BE49-F238E27FC236}">
                    <a16:creationId xmlns:a16="http://schemas.microsoft.com/office/drawing/2014/main" id="{664787EF-3B84-4437-C4AD-0EBF4EE4F96F}"/>
                  </a:ext>
                </a:extLst>
              </p:cNvPr>
              <p:cNvSpPr txBox="1"/>
              <p:nvPr/>
            </p:nvSpPr>
            <p:spPr>
              <a:xfrm>
                <a:off x="6625831" y="5035913"/>
                <a:ext cx="3127770" cy="468608"/>
              </a:xfrm>
              <a:prstGeom prst="rect">
                <a:avLst/>
              </a:prstGeom>
              <a:noFill/>
            </p:spPr>
            <p:txBody>
              <a:bodyPr wrap="square" rtlCol="0" anchor="b" anchorCtr="0">
                <a:normAutofit/>
              </a:bodyPr>
              <a:lstStyle>
                <a:defPPr>
                  <a:defRPr lang="zh-CN"/>
                </a:defPPr>
                <a:lvl1pPr algn="r">
                  <a:defRPr sz="2000" b="1">
                    <a:solidFill>
                      <a:schemeClr val="accent5"/>
                    </a:solidFill>
                    <a:effectLst>
                      <a:outerShdw blurRad="254000" dist="127000" algn="ctr" rotWithShape="0">
                        <a:schemeClr val="accent5">
                          <a:alpha val="40000"/>
                        </a:schemeClr>
                      </a:outerShdw>
                    </a:effectLst>
                  </a:defRPr>
                </a:lvl1pPr>
              </a:lstStyle>
              <a:p>
                <a:pPr algn="l"/>
                <a:r>
                  <a:rPr lang="zh-CN" altLang="en-US" sz="1800">
                    <a:solidFill>
                      <a:schemeClr val="tx1"/>
                    </a:solidFill>
                    <a:effectLst/>
                  </a:rPr>
                  <a:t>适应性与扩展性设计</a:t>
                </a:r>
                <a:endParaRPr lang="en-US" altLang="zh-CN" sz="1800" dirty="0">
                  <a:solidFill>
                    <a:schemeClr val="tx1"/>
                  </a:solidFill>
                  <a:effectLst/>
                </a:endParaRPr>
              </a:p>
            </p:txBody>
          </p:sp>
        </p:grpSp>
        <p:sp>
          <p:nvSpPr>
            <p:cNvPr id="4" name="矩形: 圆角 3">
              <a:extLst>
                <a:ext uri="{FF2B5EF4-FFF2-40B4-BE49-F238E27FC236}">
                  <a16:creationId xmlns:a16="http://schemas.microsoft.com/office/drawing/2014/main" id="{673E9F33-BF35-1E05-FF4B-889229A2E03A}"/>
                </a:ext>
              </a:extLst>
            </p:cNvPr>
            <p:cNvSpPr/>
            <p:nvPr/>
          </p:nvSpPr>
          <p:spPr>
            <a:xfrm>
              <a:off x="774953" y="2068224"/>
              <a:ext cx="6387847" cy="3729307"/>
            </a:xfrm>
            <a:prstGeom prst="roundRect">
              <a:avLst>
                <a:gd name="adj" fmla="val 4407"/>
              </a:avLst>
            </a:prstGeom>
            <a:blipFill>
              <a:blip r:embed="rId3">
                <a:extLst>
                  <a:ext uri="{BEBA8EAE-BF5A-486C-A8C5-ECC9F3942E4B}">
                    <a14:imgProps xmlns:a14="http://schemas.microsoft.com/office/drawing/2010/main">
                      <a14:imgLayer r:embed="rId4">
                        <a14:imgEffect>
                          <a14:colorTemperature colorTemp="8452"/>
                        </a14:imgEffect>
                      </a14:imgLayer>
                    </a14:imgProps>
                  </a:ext>
                </a:extLst>
              </a:blip>
              <a:stretch>
                <a:fillRect t="-1721" b="-172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8863304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0E87254-6349-674E-651A-74A1D862EC95}"/>
              </a:ext>
            </a:extLst>
          </p:cNvPr>
          <p:cNvSpPr>
            <a:spLocks noGrp="1"/>
          </p:cNvSpPr>
          <p:nvPr>
            <p:ph type="title"/>
          </p:nvPr>
        </p:nvSpPr>
        <p:spPr/>
        <p:txBody>
          <a:bodyPr/>
          <a:lstStyle/>
          <a:p>
            <a:r>
              <a:rPr lang="zh-CN" altLang="en-US" dirty="0"/>
              <a:t>色彩与字体设计</a:t>
            </a:r>
            <a:endParaRPr lang="en-US" dirty="0"/>
          </a:p>
        </p:txBody>
      </p:sp>
      <p:sp>
        <p:nvSpPr>
          <p:cNvPr id="6" name="Title">
            <a:extLst>
              <a:ext uri="{FF2B5EF4-FFF2-40B4-BE49-F238E27FC236}">
                <a16:creationId xmlns:a16="http://schemas.microsoft.com/office/drawing/2014/main" id="{9F9605CA-0BE7-DFC5-A060-FC2BEABF85FF}"/>
              </a:ext>
            </a:extLst>
          </p:cNvPr>
          <p:cNvSpPr txBox="1"/>
          <p:nvPr/>
        </p:nvSpPr>
        <p:spPr>
          <a:xfrm>
            <a:off x="660400" y="1130300"/>
            <a:ext cx="10858500" cy="461665"/>
          </a:xfrm>
          <a:prstGeom prst="rect">
            <a:avLst/>
          </a:prstGeom>
          <a:noFill/>
        </p:spPr>
        <p:txBody>
          <a:bodyPr vert="horz" wrap="square" rtlCol="0" anchor="t" anchorCtr="1">
            <a:normAutofit/>
          </a:bodyPr>
          <a:lstStyle/>
          <a:p>
            <a:pPr algn="ctr"/>
            <a:r>
              <a:rPr lang="zh-CN" altLang="en-US" sz="2400" b="1" dirty="0"/>
              <a:t>视觉传达与品牌一致性的重要性</a:t>
            </a:r>
            <a:endParaRPr lang="en-US" dirty="0"/>
          </a:p>
        </p:txBody>
      </p:sp>
      <p:grpSp>
        <p:nvGrpSpPr>
          <p:cNvPr id="90" name="组合 89">
            <a:extLst>
              <a:ext uri="{FF2B5EF4-FFF2-40B4-BE49-F238E27FC236}">
                <a16:creationId xmlns:a16="http://schemas.microsoft.com/office/drawing/2014/main" id="{FFA8010C-EE23-1C70-D1E9-A6702F694C28}"/>
              </a:ext>
            </a:extLst>
          </p:cNvPr>
          <p:cNvGrpSpPr/>
          <p:nvPr/>
        </p:nvGrpSpPr>
        <p:grpSpPr>
          <a:xfrm>
            <a:off x="1122178" y="2278744"/>
            <a:ext cx="9947644" cy="3338286"/>
            <a:chOff x="809469" y="2278744"/>
            <a:chExt cx="9947644" cy="3338286"/>
          </a:xfrm>
        </p:grpSpPr>
        <p:grpSp>
          <p:nvGrpSpPr>
            <p:cNvPr id="74" name="组合 73">
              <a:extLst>
                <a:ext uri="{FF2B5EF4-FFF2-40B4-BE49-F238E27FC236}">
                  <a16:creationId xmlns:a16="http://schemas.microsoft.com/office/drawing/2014/main" id="{EDC76BC6-3676-CEF8-D1F1-0C286AD02C43}"/>
                </a:ext>
              </a:extLst>
            </p:cNvPr>
            <p:cNvGrpSpPr/>
            <p:nvPr/>
          </p:nvGrpSpPr>
          <p:grpSpPr>
            <a:xfrm>
              <a:off x="809469" y="2278744"/>
              <a:ext cx="5981292" cy="3338286"/>
              <a:chOff x="1482736" y="2525486"/>
              <a:chExt cx="4264921" cy="2380343"/>
            </a:xfrm>
          </p:grpSpPr>
          <p:grpSp>
            <p:nvGrpSpPr>
              <p:cNvPr id="73" name="组合 72">
                <a:extLst>
                  <a:ext uri="{FF2B5EF4-FFF2-40B4-BE49-F238E27FC236}">
                    <a16:creationId xmlns:a16="http://schemas.microsoft.com/office/drawing/2014/main" id="{F8165B5E-E631-C9A4-7E80-9461FF75B53B}"/>
                  </a:ext>
                </a:extLst>
              </p:cNvPr>
              <p:cNvGrpSpPr/>
              <p:nvPr/>
            </p:nvGrpSpPr>
            <p:grpSpPr>
              <a:xfrm>
                <a:off x="1482736" y="2525486"/>
                <a:ext cx="2380343" cy="2380343"/>
                <a:chOff x="1482736" y="2525486"/>
                <a:chExt cx="2380343" cy="2380343"/>
              </a:xfrm>
            </p:grpSpPr>
            <p:sp>
              <p:nvSpPr>
                <p:cNvPr id="60" name="矩形: 圆角 59">
                  <a:extLst>
                    <a:ext uri="{FF2B5EF4-FFF2-40B4-BE49-F238E27FC236}">
                      <a16:creationId xmlns:a16="http://schemas.microsoft.com/office/drawing/2014/main" id="{F8458033-91CE-E45E-4BA4-867023383BB0}"/>
                    </a:ext>
                  </a:extLst>
                </p:cNvPr>
                <p:cNvSpPr/>
                <p:nvPr/>
              </p:nvSpPr>
              <p:spPr>
                <a:xfrm>
                  <a:off x="1482736" y="2525486"/>
                  <a:ext cx="2380343" cy="2380343"/>
                </a:xfrm>
                <a:prstGeom prst="roundRect">
                  <a:avLst>
                    <a:gd name="adj" fmla="val 5082"/>
                  </a:avLst>
                </a:prstGeom>
                <a:solidFill>
                  <a:srgbClr val="55A62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a:extLst>
                    <a:ext uri="{FF2B5EF4-FFF2-40B4-BE49-F238E27FC236}">
                      <a16:creationId xmlns:a16="http://schemas.microsoft.com/office/drawing/2014/main" id="{7824DCA4-BEE4-8A14-F13B-786DD262D6F1}"/>
                    </a:ext>
                  </a:extLst>
                </p:cNvPr>
                <p:cNvSpPr txBox="1"/>
                <p:nvPr/>
              </p:nvSpPr>
              <p:spPr>
                <a:xfrm>
                  <a:off x="3424929" y="2525486"/>
                  <a:ext cx="438150" cy="369332"/>
                </a:xfrm>
                <a:prstGeom prst="rect">
                  <a:avLst/>
                </a:prstGeom>
                <a:noFill/>
              </p:spPr>
              <p:txBody>
                <a:bodyPr wrap="square" rtlCol="0">
                  <a:spAutoFit/>
                </a:bodyPr>
                <a:lstStyle/>
                <a:p>
                  <a:pPr algn="r"/>
                  <a:r>
                    <a:rPr lang="en-US" altLang="zh-CN" b="1" dirty="0">
                      <a:solidFill>
                        <a:srgbClr val="FFFFFF"/>
                      </a:solidFill>
                    </a:rPr>
                    <a:t>01</a:t>
                  </a:r>
                  <a:endParaRPr lang="zh-CN" altLang="en-US" b="1" dirty="0">
                    <a:solidFill>
                      <a:srgbClr val="FFFFFF"/>
                    </a:solidFill>
                  </a:endParaRPr>
                </a:p>
              </p:txBody>
            </p:sp>
            <p:sp>
              <p:nvSpPr>
                <p:cNvPr id="68" name="文本框 67">
                  <a:extLst>
                    <a:ext uri="{FF2B5EF4-FFF2-40B4-BE49-F238E27FC236}">
                      <a16:creationId xmlns:a16="http://schemas.microsoft.com/office/drawing/2014/main" id="{627C2F16-5675-F917-4632-E3E1008643FB}"/>
                    </a:ext>
                  </a:extLst>
                </p:cNvPr>
                <p:cNvSpPr txBox="1"/>
                <p:nvPr/>
              </p:nvSpPr>
              <p:spPr>
                <a:xfrm>
                  <a:off x="2989500" y="4628830"/>
                  <a:ext cx="873579" cy="276999"/>
                </a:xfrm>
                <a:prstGeom prst="rect">
                  <a:avLst/>
                </a:prstGeom>
                <a:noFill/>
              </p:spPr>
              <p:txBody>
                <a:bodyPr wrap="square" rtlCol="0">
                  <a:spAutoFit/>
                </a:bodyPr>
                <a:lstStyle/>
                <a:p>
                  <a:pPr algn="r"/>
                  <a:r>
                    <a:rPr lang="en-US" altLang="zh-CN" sz="1200" dirty="0">
                      <a:solidFill>
                        <a:srgbClr val="FFFFFF"/>
                      </a:solidFill>
                    </a:rPr>
                    <a:t>#55A62A</a:t>
                  </a:r>
                  <a:endParaRPr lang="zh-CN" altLang="en-US" sz="1200" dirty="0">
                    <a:solidFill>
                      <a:srgbClr val="FFFFFF"/>
                    </a:solidFill>
                  </a:endParaRPr>
                </a:p>
              </p:txBody>
            </p:sp>
          </p:grpSp>
          <p:grpSp>
            <p:nvGrpSpPr>
              <p:cNvPr id="71" name="组合 70">
                <a:extLst>
                  <a:ext uri="{FF2B5EF4-FFF2-40B4-BE49-F238E27FC236}">
                    <a16:creationId xmlns:a16="http://schemas.microsoft.com/office/drawing/2014/main" id="{D77C6DCE-7845-BCA0-A024-E522B3766E24}"/>
                  </a:ext>
                </a:extLst>
              </p:cNvPr>
              <p:cNvGrpSpPr/>
              <p:nvPr/>
            </p:nvGrpSpPr>
            <p:grpSpPr>
              <a:xfrm>
                <a:off x="3942375" y="3764645"/>
                <a:ext cx="1805282" cy="1141184"/>
                <a:chOff x="3942375" y="3764645"/>
                <a:chExt cx="1805282" cy="1141184"/>
              </a:xfrm>
            </p:grpSpPr>
            <p:sp>
              <p:nvSpPr>
                <p:cNvPr id="62" name="矩形: 圆角 61">
                  <a:extLst>
                    <a:ext uri="{FF2B5EF4-FFF2-40B4-BE49-F238E27FC236}">
                      <a16:creationId xmlns:a16="http://schemas.microsoft.com/office/drawing/2014/main" id="{45D7EEEE-3E8D-F1C3-C264-89AE512E033D}"/>
                    </a:ext>
                  </a:extLst>
                </p:cNvPr>
                <p:cNvSpPr/>
                <p:nvPr/>
              </p:nvSpPr>
              <p:spPr>
                <a:xfrm>
                  <a:off x="3942375" y="3764645"/>
                  <a:ext cx="1805282" cy="1141184"/>
                </a:xfrm>
                <a:prstGeom prst="roundRect">
                  <a:avLst>
                    <a:gd name="adj" fmla="val 10090"/>
                  </a:avLst>
                </a:prstGeom>
                <a:solidFill>
                  <a:srgbClr val="95BA0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a:extLst>
                    <a:ext uri="{FF2B5EF4-FFF2-40B4-BE49-F238E27FC236}">
                      <a16:creationId xmlns:a16="http://schemas.microsoft.com/office/drawing/2014/main" id="{75166C52-D2CD-CBA0-2F4B-4F805E05EA8F}"/>
                    </a:ext>
                  </a:extLst>
                </p:cNvPr>
                <p:cNvSpPr txBox="1"/>
                <p:nvPr/>
              </p:nvSpPr>
              <p:spPr>
                <a:xfrm>
                  <a:off x="5309507" y="3764645"/>
                  <a:ext cx="438150" cy="369332"/>
                </a:xfrm>
                <a:prstGeom prst="rect">
                  <a:avLst/>
                </a:prstGeom>
                <a:noFill/>
              </p:spPr>
              <p:txBody>
                <a:bodyPr wrap="square" rtlCol="0">
                  <a:spAutoFit/>
                </a:bodyPr>
                <a:lstStyle/>
                <a:p>
                  <a:pPr algn="r"/>
                  <a:r>
                    <a:rPr lang="en-US" altLang="zh-CN" b="1" dirty="0">
                      <a:solidFill>
                        <a:srgbClr val="FFFFFF"/>
                      </a:solidFill>
                    </a:rPr>
                    <a:t>03</a:t>
                  </a:r>
                  <a:endParaRPr lang="zh-CN" altLang="en-US" b="1" dirty="0">
                    <a:solidFill>
                      <a:srgbClr val="FFFFFF"/>
                    </a:solidFill>
                  </a:endParaRPr>
                </a:p>
              </p:txBody>
            </p:sp>
            <p:sp>
              <p:nvSpPr>
                <p:cNvPr id="69" name="文本框 68">
                  <a:extLst>
                    <a:ext uri="{FF2B5EF4-FFF2-40B4-BE49-F238E27FC236}">
                      <a16:creationId xmlns:a16="http://schemas.microsoft.com/office/drawing/2014/main" id="{639F2A63-83E6-CEB8-F289-708D38166C56}"/>
                    </a:ext>
                  </a:extLst>
                </p:cNvPr>
                <p:cNvSpPr txBox="1"/>
                <p:nvPr/>
              </p:nvSpPr>
              <p:spPr>
                <a:xfrm>
                  <a:off x="4872717" y="4628830"/>
                  <a:ext cx="873579" cy="276999"/>
                </a:xfrm>
                <a:prstGeom prst="rect">
                  <a:avLst/>
                </a:prstGeom>
                <a:noFill/>
              </p:spPr>
              <p:txBody>
                <a:bodyPr wrap="square" rtlCol="0">
                  <a:spAutoFit/>
                </a:bodyPr>
                <a:lstStyle/>
                <a:p>
                  <a:pPr algn="r"/>
                  <a:r>
                    <a:rPr lang="en-US" altLang="zh-CN" sz="1200" dirty="0">
                      <a:solidFill>
                        <a:srgbClr val="FFFFFF"/>
                      </a:solidFill>
                    </a:rPr>
                    <a:t>#95BA0E</a:t>
                  </a:r>
                  <a:endParaRPr lang="zh-CN" altLang="en-US" sz="1200" dirty="0">
                    <a:solidFill>
                      <a:srgbClr val="FFFFFF"/>
                    </a:solidFill>
                  </a:endParaRPr>
                </a:p>
              </p:txBody>
            </p:sp>
          </p:grpSp>
          <p:grpSp>
            <p:nvGrpSpPr>
              <p:cNvPr id="72" name="组合 71">
                <a:extLst>
                  <a:ext uri="{FF2B5EF4-FFF2-40B4-BE49-F238E27FC236}">
                    <a16:creationId xmlns:a16="http://schemas.microsoft.com/office/drawing/2014/main" id="{982D25B7-A892-0A90-CD0F-87AF3D984AED}"/>
                  </a:ext>
                </a:extLst>
              </p:cNvPr>
              <p:cNvGrpSpPr/>
              <p:nvPr/>
            </p:nvGrpSpPr>
            <p:grpSpPr>
              <a:xfrm>
                <a:off x="3942375" y="2525486"/>
                <a:ext cx="1805282" cy="1141184"/>
                <a:chOff x="3942375" y="2525486"/>
                <a:chExt cx="1805282" cy="1141184"/>
              </a:xfrm>
            </p:grpSpPr>
            <p:sp>
              <p:nvSpPr>
                <p:cNvPr id="61" name="矩形: 圆角 60">
                  <a:extLst>
                    <a:ext uri="{FF2B5EF4-FFF2-40B4-BE49-F238E27FC236}">
                      <a16:creationId xmlns:a16="http://schemas.microsoft.com/office/drawing/2014/main" id="{A6B3EB2C-FA51-3820-1499-810EDF746075}"/>
                    </a:ext>
                  </a:extLst>
                </p:cNvPr>
                <p:cNvSpPr/>
                <p:nvPr/>
              </p:nvSpPr>
              <p:spPr>
                <a:xfrm>
                  <a:off x="3942375" y="2525486"/>
                  <a:ext cx="1805282" cy="1141184"/>
                </a:xfrm>
                <a:prstGeom prst="roundRect">
                  <a:avLst>
                    <a:gd name="adj" fmla="val 10507"/>
                  </a:avLst>
                </a:prstGeom>
                <a:solidFill>
                  <a:srgbClr val="EBC70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65">
                  <a:extLst>
                    <a:ext uri="{FF2B5EF4-FFF2-40B4-BE49-F238E27FC236}">
                      <a16:creationId xmlns:a16="http://schemas.microsoft.com/office/drawing/2014/main" id="{037A34F9-1C06-CFA8-FD05-06BCA41CF76A}"/>
                    </a:ext>
                  </a:extLst>
                </p:cNvPr>
                <p:cNvSpPr txBox="1"/>
                <p:nvPr/>
              </p:nvSpPr>
              <p:spPr>
                <a:xfrm>
                  <a:off x="5309507" y="2525486"/>
                  <a:ext cx="438150" cy="369332"/>
                </a:xfrm>
                <a:prstGeom prst="rect">
                  <a:avLst/>
                </a:prstGeom>
                <a:noFill/>
              </p:spPr>
              <p:txBody>
                <a:bodyPr wrap="square" rtlCol="0">
                  <a:spAutoFit/>
                </a:bodyPr>
                <a:lstStyle/>
                <a:p>
                  <a:pPr algn="r"/>
                  <a:r>
                    <a:rPr lang="en-US" altLang="zh-CN" b="1" dirty="0">
                      <a:solidFill>
                        <a:srgbClr val="FFFFFF"/>
                      </a:solidFill>
                    </a:rPr>
                    <a:t>02</a:t>
                  </a:r>
                  <a:endParaRPr lang="zh-CN" altLang="en-US" b="1" dirty="0">
                    <a:solidFill>
                      <a:srgbClr val="FFFFFF"/>
                    </a:solidFill>
                  </a:endParaRPr>
                </a:p>
              </p:txBody>
            </p:sp>
            <p:sp>
              <p:nvSpPr>
                <p:cNvPr id="70" name="文本框 69">
                  <a:extLst>
                    <a:ext uri="{FF2B5EF4-FFF2-40B4-BE49-F238E27FC236}">
                      <a16:creationId xmlns:a16="http://schemas.microsoft.com/office/drawing/2014/main" id="{7E3E6620-BFC1-CB46-9E32-2CF4BC987FC7}"/>
                    </a:ext>
                  </a:extLst>
                </p:cNvPr>
                <p:cNvSpPr txBox="1"/>
                <p:nvPr/>
              </p:nvSpPr>
              <p:spPr>
                <a:xfrm>
                  <a:off x="4872717" y="3389671"/>
                  <a:ext cx="873579" cy="276999"/>
                </a:xfrm>
                <a:prstGeom prst="rect">
                  <a:avLst/>
                </a:prstGeom>
                <a:noFill/>
              </p:spPr>
              <p:txBody>
                <a:bodyPr wrap="square" rtlCol="0">
                  <a:spAutoFit/>
                </a:bodyPr>
                <a:lstStyle/>
                <a:p>
                  <a:pPr algn="r"/>
                  <a:r>
                    <a:rPr lang="en-US" altLang="zh-CN" sz="1200" dirty="0">
                      <a:solidFill>
                        <a:srgbClr val="FFFFFF"/>
                      </a:solidFill>
                    </a:rPr>
                    <a:t>#EBC702</a:t>
                  </a:r>
                  <a:endParaRPr lang="zh-CN" altLang="en-US" sz="1200" dirty="0">
                    <a:solidFill>
                      <a:srgbClr val="FFFFFF"/>
                    </a:solidFill>
                  </a:endParaRPr>
                </a:p>
              </p:txBody>
            </p:sp>
          </p:grpSp>
        </p:grpSp>
        <p:grpSp>
          <p:nvGrpSpPr>
            <p:cNvPr id="89" name="组合 88">
              <a:extLst>
                <a:ext uri="{FF2B5EF4-FFF2-40B4-BE49-F238E27FC236}">
                  <a16:creationId xmlns:a16="http://schemas.microsoft.com/office/drawing/2014/main" id="{55088454-4C03-8EFA-E1AE-38B3CC30AD10}"/>
                </a:ext>
              </a:extLst>
            </p:cNvPr>
            <p:cNvGrpSpPr/>
            <p:nvPr/>
          </p:nvGrpSpPr>
          <p:grpSpPr>
            <a:xfrm>
              <a:off x="7418827" y="2278744"/>
              <a:ext cx="3338286" cy="3338286"/>
              <a:chOff x="7133077" y="2278744"/>
              <a:chExt cx="3338286" cy="3338286"/>
            </a:xfrm>
          </p:grpSpPr>
          <p:sp>
            <p:nvSpPr>
              <p:cNvPr id="78" name="矩形: 圆角 77">
                <a:extLst>
                  <a:ext uri="{FF2B5EF4-FFF2-40B4-BE49-F238E27FC236}">
                    <a16:creationId xmlns:a16="http://schemas.microsoft.com/office/drawing/2014/main" id="{F06D0DD3-8109-BD96-CFDE-9E97C1C1BF3D}"/>
                  </a:ext>
                </a:extLst>
              </p:cNvPr>
              <p:cNvSpPr/>
              <p:nvPr/>
            </p:nvSpPr>
            <p:spPr>
              <a:xfrm>
                <a:off x="7133077" y="2278744"/>
                <a:ext cx="3338286" cy="3338286"/>
              </a:xfrm>
              <a:prstGeom prst="roundRect">
                <a:avLst>
                  <a:gd name="adj" fmla="val 3918"/>
                </a:avLst>
              </a:prstGeom>
              <a:solidFill>
                <a:schemeClr val="accent1">
                  <a:alpha val="15000"/>
                </a:schemeClr>
              </a:solidFill>
              <a:ln w="63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8" name="组合 87">
                <a:extLst>
                  <a:ext uri="{FF2B5EF4-FFF2-40B4-BE49-F238E27FC236}">
                    <a16:creationId xmlns:a16="http://schemas.microsoft.com/office/drawing/2014/main" id="{B9E72A18-B754-94B8-026C-1DC5DF8AC4A8}"/>
                  </a:ext>
                </a:extLst>
              </p:cNvPr>
              <p:cNvGrpSpPr/>
              <p:nvPr/>
            </p:nvGrpSpPr>
            <p:grpSpPr>
              <a:xfrm>
                <a:off x="7133077" y="2324100"/>
                <a:ext cx="3338286" cy="3255169"/>
                <a:chOff x="7133077" y="2324100"/>
                <a:chExt cx="3338286" cy="3255169"/>
              </a:xfrm>
            </p:grpSpPr>
            <p:cxnSp>
              <p:nvCxnSpPr>
                <p:cNvPr id="80" name="直接连接符 79">
                  <a:extLst>
                    <a:ext uri="{FF2B5EF4-FFF2-40B4-BE49-F238E27FC236}">
                      <a16:creationId xmlns:a16="http://schemas.microsoft.com/office/drawing/2014/main" id="{4E963AD9-DE94-910F-A466-AB479CE42E03}"/>
                    </a:ext>
                  </a:extLst>
                </p:cNvPr>
                <p:cNvCxnSpPr>
                  <a:cxnSpLocks/>
                </p:cNvCxnSpPr>
                <p:nvPr/>
              </p:nvCxnSpPr>
              <p:spPr>
                <a:xfrm>
                  <a:off x="7191375" y="2324100"/>
                  <a:ext cx="3233738" cy="3255169"/>
                </a:xfrm>
                <a:prstGeom prst="line">
                  <a:avLst/>
                </a:prstGeom>
                <a:ln w="6350">
                  <a:solidFill>
                    <a:schemeClr val="accent1">
                      <a:alpha val="7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4" name="Straight Connector 79_1">
                  <a:extLst>
                    <a:ext uri="{FF2B5EF4-FFF2-40B4-BE49-F238E27FC236}">
                      <a16:creationId xmlns:a16="http://schemas.microsoft.com/office/drawing/2014/main" id="{395B32B7-2FA7-F3E7-3F3A-FB0868651BFA}"/>
                    </a:ext>
                  </a:extLst>
                </p:cNvPr>
                <p:cNvCxnSpPr>
                  <a:cxnSpLocks/>
                </p:cNvCxnSpPr>
                <p:nvPr/>
              </p:nvCxnSpPr>
              <p:spPr>
                <a:xfrm flipH="1">
                  <a:off x="7191375" y="2324100"/>
                  <a:ext cx="3233738" cy="3255169"/>
                </a:xfrm>
                <a:prstGeom prst="line">
                  <a:avLst/>
                </a:prstGeom>
                <a:ln w="6350">
                  <a:solidFill>
                    <a:schemeClr val="accent1">
                      <a:alpha val="7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8FD420D4-384B-A7AC-6889-71154165E4B6}"/>
                    </a:ext>
                  </a:extLst>
                </p:cNvPr>
                <p:cNvCxnSpPr>
                  <a:stCxn id="78" idx="1"/>
                  <a:endCxn id="78" idx="3"/>
                </p:cNvCxnSpPr>
                <p:nvPr/>
              </p:nvCxnSpPr>
              <p:spPr>
                <a:xfrm>
                  <a:off x="7133077" y="3947887"/>
                  <a:ext cx="3338286" cy="0"/>
                </a:xfrm>
                <a:prstGeom prst="line">
                  <a:avLst/>
                </a:prstGeom>
                <a:ln w="6350">
                  <a:solidFill>
                    <a:schemeClr val="accent1">
                      <a:alpha val="7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77" name="文本框 76">
                <a:extLst>
                  <a:ext uri="{FF2B5EF4-FFF2-40B4-BE49-F238E27FC236}">
                    <a16:creationId xmlns:a16="http://schemas.microsoft.com/office/drawing/2014/main" id="{1A342634-3612-4D84-9952-B4453228254A}"/>
                  </a:ext>
                </a:extLst>
              </p:cNvPr>
              <p:cNvSpPr txBox="1"/>
              <p:nvPr/>
            </p:nvSpPr>
            <p:spPr>
              <a:xfrm>
                <a:off x="7536311" y="2666349"/>
                <a:ext cx="2531818" cy="2563076"/>
              </a:xfrm>
              <a:custGeom>
                <a:avLst/>
                <a:gdLst/>
                <a:ahLst/>
                <a:cxnLst/>
                <a:rect l="l" t="t" r="r" b="b"/>
                <a:pathLst>
                  <a:path w="289322" h="292894">
                    <a:moveTo>
                      <a:pt x="61020" y="94357"/>
                    </a:moveTo>
                    <a:lnTo>
                      <a:pt x="228898" y="94357"/>
                    </a:lnTo>
                    <a:lnTo>
                      <a:pt x="228898" y="132160"/>
                    </a:lnTo>
                    <a:lnTo>
                      <a:pt x="173534" y="168771"/>
                    </a:lnTo>
                    <a:lnTo>
                      <a:pt x="173534" y="170557"/>
                    </a:lnTo>
                    <a:lnTo>
                      <a:pt x="289322" y="170557"/>
                    </a:lnTo>
                    <a:lnTo>
                      <a:pt x="289322" y="209848"/>
                    </a:lnTo>
                    <a:lnTo>
                      <a:pt x="173534" y="209848"/>
                    </a:lnTo>
                    <a:lnTo>
                      <a:pt x="173534" y="250329"/>
                    </a:lnTo>
                    <a:cubicBezTo>
                      <a:pt x="173534" y="278706"/>
                      <a:pt x="158155" y="292894"/>
                      <a:pt x="127397" y="292894"/>
                    </a:cubicBezTo>
                    <a:lnTo>
                      <a:pt x="77986" y="292894"/>
                    </a:lnTo>
                    <a:cubicBezTo>
                      <a:pt x="75605" y="279202"/>
                      <a:pt x="72132" y="265212"/>
                      <a:pt x="67568" y="250924"/>
                    </a:cubicBezTo>
                    <a:cubicBezTo>
                      <a:pt x="79971" y="251917"/>
                      <a:pt x="91926" y="252413"/>
                      <a:pt x="103436" y="252413"/>
                    </a:cubicBezTo>
                    <a:cubicBezTo>
                      <a:pt x="113655" y="252413"/>
                      <a:pt x="120650" y="251048"/>
                      <a:pt x="124421" y="248320"/>
                    </a:cubicBezTo>
                    <a:cubicBezTo>
                      <a:pt x="128191" y="245591"/>
                      <a:pt x="130076" y="240804"/>
                      <a:pt x="130076" y="233958"/>
                    </a:cubicBezTo>
                    <a:lnTo>
                      <a:pt x="130076" y="209848"/>
                    </a:lnTo>
                    <a:lnTo>
                      <a:pt x="0" y="209848"/>
                    </a:lnTo>
                    <a:lnTo>
                      <a:pt x="0" y="170557"/>
                    </a:lnTo>
                    <a:lnTo>
                      <a:pt x="130076" y="170557"/>
                    </a:lnTo>
                    <a:lnTo>
                      <a:pt x="130076" y="158056"/>
                    </a:lnTo>
                    <a:lnTo>
                      <a:pt x="170557" y="132457"/>
                    </a:lnTo>
                    <a:lnTo>
                      <a:pt x="61020" y="132457"/>
                    </a:lnTo>
                    <a:close/>
                    <a:moveTo>
                      <a:pt x="164009" y="0"/>
                    </a:moveTo>
                    <a:cubicBezTo>
                      <a:pt x="167283" y="10220"/>
                      <a:pt x="170607" y="21035"/>
                      <a:pt x="173980" y="32445"/>
                    </a:cubicBezTo>
                    <a:lnTo>
                      <a:pt x="283964" y="32445"/>
                    </a:lnTo>
                    <a:lnTo>
                      <a:pt x="283964" y="109240"/>
                    </a:lnTo>
                    <a:lnTo>
                      <a:pt x="242292" y="109240"/>
                    </a:lnTo>
                    <a:lnTo>
                      <a:pt x="242292" y="70545"/>
                    </a:lnTo>
                    <a:lnTo>
                      <a:pt x="48221" y="70545"/>
                    </a:lnTo>
                    <a:lnTo>
                      <a:pt x="48221" y="109835"/>
                    </a:lnTo>
                    <a:lnTo>
                      <a:pt x="6549" y="109835"/>
                    </a:lnTo>
                    <a:lnTo>
                      <a:pt x="6549" y="32445"/>
                    </a:lnTo>
                    <a:lnTo>
                      <a:pt x="121742" y="32445"/>
                    </a:lnTo>
                    <a:cubicBezTo>
                      <a:pt x="119063" y="24507"/>
                      <a:pt x="116384" y="16867"/>
                      <a:pt x="113705" y="9525"/>
                    </a:cubicBezTo>
                    <a:close/>
                  </a:path>
                </a:pathLst>
              </a:custGeom>
              <a:solidFill>
                <a:schemeClr val="accent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p>
            </p:txBody>
          </p:sp>
        </p:grpSp>
      </p:grpSp>
    </p:spTree>
    <p:extLst>
      <p:ext uri="{BB962C8B-B14F-4D97-AF65-F5344CB8AC3E}">
        <p14:creationId xmlns:p14="http://schemas.microsoft.com/office/powerpoint/2010/main" val="1639226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4BDA2-EA80-6820-1CAB-1CD1F318445B}"/>
              </a:ext>
            </a:extLst>
          </p:cNvPr>
          <p:cNvSpPr>
            <a:spLocks noGrp="1"/>
          </p:cNvSpPr>
          <p:nvPr>
            <p:ph type="title"/>
          </p:nvPr>
        </p:nvSpPr>
        <p:spPr/>
        <p:txBody>
          <a:bodyPr/>
          <a:lstStyle/>
          <a:p>
            <a:r>
              <a:rPr lang="zh-CN" altLang="en-US" dirty="0"/>
              <a:t>交互元素与动效</a:t>
            </a:r>
            <a:endParaRPr lang="en-US" dirty="0"/>
          </a:p>
        </p:txBody>
      </p:sp>
      <p:grpSp>
        <p:nvGrpSpPr>
          <p:cNvPr id="6" name="组合 5">
            <a:extLst>
              <a:ext uri="{FF2B5EF4-FFF2-40B4-BE49-F238E27FC236}">
                <a16:creationId xmlns:a16="http://schemas.microsoft.com/office/drawing/2014/main" id="{3CBEA01E-7A34-9F48-ECBE-DE61F05FFA79}"/>
              </a:ext>
            </a:extLst>
          </p:cNvPr>
          <p:cNvGrpSpPr/>
          <p:nvPr/>
        </p:nvGrpSpPr>
        <p:grpSpPr>
          <a:xfrm>
            <a:off x="693654" y="1046682"/>
            <a:ext cx="10825247" cy="5087418"/>
            <a:chOff x="693654" y="1046682"/>
            <a:chExt cx="10825247" cy="5087418"/>
          </a:xfrm>
        </p:grpSpPr>
        <p:sp>
          <p:nvSpPr>
            <p:cNvPr id="21" name="Title">
              <a:extLst>
                <a:ext uri="{FF2B5EF4-FFF2-40B4-BE49-F238E27FC236}">
                  <a16:creationId xmlns:a16="http://schemas.microsoft.com/office/drawing/2014/main" id="{B50F0C26-41A7-440D-900E-DF7AAF5261D2}"/>
                </a:ext>
              </a:extLst>
            </p:cNvPr>
            <p:cNvSpPr txBox="1"/>
            <p:nvPr/>
          </p:nvSpPr>
          <p:spPr>
            <a:xfrm>
              <a:off x="4900765" y="1046682"/>
              <a:ext cx="5538979" cy="730998"/>
            </a:xfrm>
            <a:prstGeom prst="rect">
              <a:avLst/>
            </a:prstGeom>
            <a:noFill/>
          </p:spPr>
          <p:txBody>
            <a:bodyPr wrap="square" anchor="b" anchorCtr="0">
              <a:normAutofit/>
            </a:body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effectLst/>
                  <a:uLnTx/>
                  <a:uFillTx/>
                </a:rPr>
                <a:t>增强界面的趣味性与互动性</a:t>
              </a:r>
              <a:endParaRPr lang="en-US" dirty="0"/>
            </a:p>
          </p:txBody>
        </p:sp>
        <p:grpSp>
          <p:nvGrpSpPr>
            <p:cNvPr id="3" name="组合 2">
              <a:extLst>
                <a:ext uri="{FF2B5EF4-FFF2-40B4-BE49-F238E27FC236}">
                  <a16:creationId xmlns:a16="http://schemas.microsoft.com/office/drawing/2014/main" id="{ABFAA772-3266-7C98-27FA-DC6AA78EBC36}"/>
                </a:ext>
              </a:extLst>
            </p:cNvPr>
            <p:cNvGrpSpPr/>
            <p:nvPr/>
          </p:nvGrpSpPr>
          <p:grpSpPr>
            <a:xfrm>
              <a:off x="734310" y="1672134"/>
              <a:ext cx="2794391" cy="1269674"/>
              <a:chOff x="811870" y="3699615"/>
              <a:chExt cx="2794391" cy="1269674"/>
            </a:xfrm>
          </p:grpSpPr>
          <p:grpSp>
            <p:nvGrpSpPr>
              <p:cNvPr id="17" name="组合 16">
                <a:extLst>
                  <a:ext uri="{FF2B5EF4-FFF2-40B4-BE49-F238E27FC236}">
                    <a16:creationId xmlns:a16="http://schemas.microsoft.com/office/drawing/2014/main" id="{920AFD43-0995-445C-A95D-E91F9C842752}"/>
                  </a:ext>
                </a:extLst>
              </p:cNvPr>
              <p:cNvGrpSpPr/>
              <p:nvPr/>
            </p:nvGrpSpPr>
            <p:grpSpPr>
              <a:xfrm>
                <a:off x="811870" y="4124532"/>
                <a:ext cx="544522" cy="538676"/>
                <a:chOff x="8252780" y="2235779"/>
                <a:chExt cx="414650" cy="410198"/>
              </a:xfrm>
            </p:grpSpPr>
            <p:sp>
              <p:nvSpPr>
                <p:cNvPr id="18" name="椭圆 17">
                  <a:extLst>
                    <a:ext uri="{FF2B5EF4-FFF2-40B4-BE49-F238E27FC236}">
                      <a16:creationId xmlns:a16="http://schemas.microsoft.com/office/drawing/2014/main" id="{946BC4B7-0D61-42DD-BC4A-FA3D46168150}"/>
                    </a:ext>
                  </a:extLst>
                </p:cNvPr>
                <p:cNvSpPr/>
                <p:nvPr/>
              </p:nvSpPr>
              <p:spPr>
                <a:xfrm>
                  <a:off x="8252780" y="2235779"/>
                  <a:ext cx="414650" cy="410198"/>
                </a:xfrm>
                <a:prstGeom prst="ellipse">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rtlCol="0" anchor="ct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zh-CN" altLang="en-US" sz="1400" b="1" dirty="0">
                    <a:solidFill>
                      <a:srgbClr val="FFFFFF"/>
                    </a:solidFill>
                  </a:endParaRPr>
                </a:p>
              </p:txBody>
            </p:sp>
            <p:sp>
              <p:nvSpPr>
                <p:cNvPr id="19" name="Icon">
                  <a:extLst>
                    <a:ext uri="{FF2B5EF4-FFF2-40B4-BE49-F238E27FC236}">
                      <a16:creationId xmlns:a16="http://schemas.microsoft.com/office/drawing/2014/main" id="{B63B9353-ADDF-4120-B53D-5C7411C20A82}"/>
                    </a:ext>
                  </a:extLst>
                </p:cNvPr>
                <p:cNvSpPr/>
                <p:nvPr/>
              </p:nvSpPr>
              <p:spPr>
                <a:xfrm>
                  <a:off x="8368880" y="2356648"/>
                  <a:ext cx="178001" cy="162108"/>
                </a:xfrm>
                <a:custGeom>
                  <a:avLst/>
                  <a:gdLst>
                    <a:gd name="connsiteX0" fmla="*/ 125329 w 533400"/>
                    <a:gd name="connsiteY0" fmla="*/ 229221 h 485775"/>
                    <a:gd name="connsiteX1" fmla="*/ 125329 w 533400"/>
                    <a:gd name="connsiteY1" fmla="*/ 276846 h 485775"/>
                    <a:gd name="connsiteX2" fmla="*/ 144379 w 533400"/>
                    <a:gd name="connsiteY2" fmla="*/ 276846 h 485775"/>
                    <a:gd name="connsiteX3" fmla="*/ 144379 w 533400"/>
                    <a:gd name="connsiteY3" fmla="*/ 229221 h 485775"/>
                    <a:gd name="connsiteX4" fmla="*/ 392029 w 533400"/>
                    <a:gd name="connsiteY4" fmla="*/ 229221 h 485775"/>
                    <a:gd name="connsiteX5" fmla="*/ 392029 w 533400"/>
                    <a:gd name="connsiteY5" fmla="*/ 276846 h 485775"/>
                    <a:gd name="connsiteX6" fmla="*/ 411079 w 533400"/>
                    <a:gd name="connsiteY6" fmla="*/ 276846 h 485775"/>
                    <a:gd name="connsiteX7" fmla="*/ 411079 w 533400"/>
                    <a:gd name="connsiteY7" fmla="*/ 229221 h 485775"/>
                    <a:gd name="connsiteX8" fmla="*/ 534904 w 533400"/>
                    <a:gd name="connsiteY8" fmla="*/ 229221 h 485775"/>
                    <a:gd name="connsiteX9" fmla="*/ 534904 w 533400"/>
                    <a:gd name="connsiteY9" fmla="*/ 457821 h 485775"/>
                    <a:gd name="connsiteX10" fmla="*/ 506329 w 533400"/>
                    <a:gd name="connsiteY10" fmla="*/ 486396 h 485775"/>
                    <a:gd name="connsiteX11" fmla="*/ 30079 w 533400"/>
                    <a:gd name="connsiteY11" fmla="*/ 486396 h 485775"/>
                    <a:gd name="connsiteX12" fmla="*/ 1504 w 533400"/>
                    <a:gd name="connsiteY12" fmla="*/ 457821 h 485775"/>
                    <a:gd name="connsiteX13" fmla="*/ 1504 w 533400"/>
                    <a:gd name="connsiteY13" fmla="*/ 229221 h 485775"/>
                    <a:gd name="connsiteX14" fmla="*/ 125329 w 533400"/>
                    <a:gd name="connsiteY14" fmla="*/ 229221 h 485775"/>
                    <a:gd name="connsiteX15" fmla="*/ 372979 w 533400"/>
                    <a:gd name="connsiteY15" fmla="*/ 621 h 485775"/>
                    <a:gd name="connsiteX16" fmla="*/ 411079 w 533400"/>
                    <a:gd name="connsiteY16" fmla="*/ 36816 h 485775"/>
                    <a:gd name="connsiteX17" fmla="*/ 411079 w 533400"/>
                    <a:gd name="connsiteY17" fmla="*/ 38721 h 485775"/>
                    <a:gd name="connsiteX18" fmla="*/ 411079 w 533400"/>
                    <a:gd name="connsiteY18" fmla="*/ 114921 h 485775"/>
                    <a:gd name="connsiteX19" fmla="*/ 506329 w 533400"/>
                    <a:gd name="connsiteY19" fmla="*/ 114921 h 485775"/>
                    <a:gd name="connsiteX20" fmla="*/ 534904 w 533400"/>
                    <a:gd name="connsiteY20" fmla="*/ 143496 h 485775"/>
                    <a:gd name="connsiteX21" fmla="*/ 534904 w 533400"/>
                    <a:gd name="connsiteY21" fmla="*/ 210171 h 485775"/>
                    <a:gd name="connsiteX22" fmla="*/ 1504 w 533400"/>
                    <a:gd name="connsiteY22" fmla="*/ 210171 h 485775"/>
                    <a:gd name="connsiteX23" fmla="*/ 1504 w 533400"/>
                    <a:gd name="connsiteY23" fmla="*/ 143496 h 485775"/>
                    <a:gd name="connsiteX24" fmla="*/ 30079 w 533400"/>
                    <a:gd name="connsiteY24" fmla="*/ 114921 h 485775"/>
                    <a:gd name="connsiteX25" fmla="*/ 125329 w 533400"/>
                    <a:gd name="connsiteY25" fmla="*/ 114921 h 485775"/>
                    <a:gd name="connsiteX26" fmla="*/ 125329 w 533400"/>
                    <a:gd name="connsiteY26" fmla="*/ 38721 h 485775"/>
                    <a:gd name="connsiteX27" fmla="*/ 161524 w 533400"/>
                    <a:gd name="connsiteY27" fmla="*/ 621 h 485775"/>
                    <a:gd name="connsiteX28" fmla="*/ 163429 w 533400"/>
                    <a:gd name="connsiteY28" fmla="*/ 621 h 485775"/>
                    <a:gd name="connsiteX29" fmla="*/ 372979 w 533400"/>
                    <a:gd name="connsiteY29" fmla="*/ 621 h 485775"/>
                    <a:gd name="connsiteX30" fmla="*/ 372979 w 533400"/>
                    <a:gd name="connsiteY30" fmla="*/ 19671 h 485775"/>
                    <a:gd name="connsiteX31" fmla="*/ 163429 w 533400"/>
                    <a:gd name="connsiteY31" fmla="*/ 19671 h 485775"/>
                    <a:gd name="connsiteX32" fmla="*/ 144474 w 533400"/>
                    <a:gd name="connsiteY32" fmla="*/ 37292 h 485775"/>
                    <a:gd name="connsiteX33" fmla="*/ 144379 w 533400"/>
                    <a:gd name="connsiteY33" fmla="*/ 38721 h 485775"/>
                    <a:gd name="connsiteX34" fmla="*/ 144379 w 533400"/>
                    <a:gd name="connsiteY34" fmla="*/ 114921 h 485775"/>
                    <a:gd name="connsiteX35" fmla="*/ 392029 w 533400"/>
                    <a:gd name="connsiteY35" fmla="*/ 114921 h 485775"/>
                    <a:gd name="connsiteX36" fmla="*/ 392029 w 533400"/>
                    <a:gd name="connsiteY36" fmla="*/ 38721 h 485775"/>
                    <a:gd name="connsiteX37" fmla="*/ 375836 w 533400"/>
                    <a:gd name="connsiteY37" fmla="*/ 19862 h 485775"/>
                    <a:gd name="connsiteX38" fmla="*/ 374408 w 533400"/>
                    <a:gd name="connsiteY38" fmla="*/ 19671 h 485775"/>
                    <a:gd name="connsiteX39" fmla="*/ 372979 w 533400"/>
                    <a:gd name="connsiteY39" fmla="*/ 19671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533400" h="485775">
                      <a:moveTo>
                        <a:pt x="125329" y="229221"/>
                      </a:moveTo>
                      <a:lnTo>
                        <a:pt x="125329" y="276846"/>
                      </a:lnTo>
                      <a:lnTo>
                        <a:pt x="144379" y="276846"/>
                      </a:lnTo>
                      <a:lnTo>
                        <a:pt x="144379" y="229221"/>
                      </a:lnTo>
                      <a:lnTo>
                        <a:pt x="392029" y="229221"/>
                      </a:lnTo>
                      <a:lnTo>
                        <a:pt x="392029" y="276846"/>
                      </a:lnTo>
                      <a:lnTo>
                        <a:pt x="411079" y="276846"/>
                      </a:lnTo>
                      <a:lnTo>
                        <a:pt x="411079" y="229221"/>
                      </a:lnTo>
                      <a:lnTo>
                        <a:pt x="534904" y="229221"/>
                      </a:lnTo>
                      <a:lnTo>
                        <a:pt x="534904" y="457821"/>
                      </a:lnTo>
                      <a:cubicBezTo>
                        <a:pt x="534904" y="473632"/>
                        <a:pt x="522141" y="486396"/>
                        <a:pt x="506329" y="486396"/>
                      </a:cubicBezTo>
                      <a:lnTo>
                        <a:pt x="30079" y="486396"/>
                      </a:lnTo>
                      <a:cubicBezTo>
                        <a:pt x="14267" y="486396"/>
                        <a:pt x="1504" y="473632"/>
                        <a:pt x="1504" y="457821"/>
                      </a:cubicBezTo>
                      <a:lnTo>
                        <a:pt x="1504" y="229221"/>
                      </a:lnTo>
                      <a:lnTo>
                        <a:pt x="125329" y="229221"/>
                      </a:lnTo>
                      <a:close/>
                      <a:moveTo>
                        <a:pt x="372979" y="621"/>
                      </a:moveTo>
                      <a:cubicBezTo>
                        <a:pt x="393363" y="621"/>
                        <a:pt x="410031" y="16623"/>
                        <a:pt x="411079" y="36816"/>
                      </a:cubicBezTo>
                      <a:lnTo>
                        <a:pt x="411079" y="38721"/>
                      </a:lnTo>
                      <a:lnTo>
                        <a:pt x="411079" y="114921"/>
                      </a:lnTo>
                      <a:lnTo>
                        <a:pt x="506329" y="114921"/>
                      </a:lnTo>
                      <a:cubicBezTo>
                        <a:pt x="522141" y="114921"/>
                        <a:pt x="534904" y="127685"/>
                        <a:pt x="534904" y="143496"/>
                      </a:cubicBezTo>
                      <a:lnTo>
                        <a:pt x="534904" y="210171"/>
                      </a:lnTo>
                      <a:lnTo>
                        <a:pt x="1504" y="210171"/>
                      </a:lnTo>
                      <a:lnTo>
                        <a:pt x="1504" y="143496"/>
                      </a:lnTo>
                      <a:cubicBezTo>
                        <a:pt x="1504" y="127685"/>
                        <a:pt x="14267" y="114921"/>
                        <a:pt x="30079" y="114921"/>
                      </a:cubicBezTo>
                      <a:lnTo>
                        <a:pt x="125329" y="114921"/>
                      </a:lnTo>
                      <a:lnTo>
                        <a:pt x="125329" y="38721"/>
                      </a:lnTo>
                      <a:cubicBezTo>
                        <a:pt x="125329" y="18337"/>
                        <a:pt x="141331" y="1669"/>
                        <a:pt x="161524" y="621"/>
                      </a:cubicBezTo>
                      <a:lnTo>
                        <a:pt x="163429" y="621"/>
                      </a:lnTo>
                      <a:lnTo>
                        <a:pt x="372979" y="621"/>
                      </a:lnTo>
                      <a:close/>
                      <a:moveTo>
                        <a:pt x="372979" y="19671"/>
                      </a:moveTo>
                      <a:lnTo>
                        <a:pt x="163429" y="19671"/>
                      </a:lnTo>
                      <a:cubicBezTo>
                        <a:pt x="153428" y="19671"/>
                        <a:pt x="145141" y="27482"/>
                        <a:pt x="144474" y="37292"/>
                      </a:cubicBezTo>
                      <a:lnTo>
                        <a:pt x="144379" y="38721"/>
                      </a:lnTo>
                      <a:lnTo>
                        <a:pt x="144379" y="114921"/>
                      </a:lnTo>
                      <a:lnTo>
                        <a:pt x="392029" y="114921"/>
                      </a:lnTo>
                      <a:lnTo>
                        <a:pt x="392029" y="38721"/>
                      </a:lnTo>
                      <a:cubicBezTo>
                        <a:pt x="392029" y="29196"/>
                        <a:pt x="384981" y="21290"/>
                        <a:pt x="375836" y="19862"/>
                      </a:cubicBezTo>
                      <a:lnTo>
                        <a:pt x="374408" y="19671"/>
                      </a:lnTo>
                      <a:lnTo>
                        <a:pt x="372979" y="19671"/>
                      </a:lnTo>
                      <a:close/>
                    </a:path>
                  </a:pathLst>
                </a:custGeom>
                <a:solidFill>
                  <a:srgbClr val="FFFFFF"/>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40000" lnSpcReduction="2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defTabSz="914354"/>
                  <a:endParaRPr lang="zh-CN" altLang="en-US" sz="2000" b="1" dirty="0">
                    <a:solidFill>
                      <a:schemeClr val="bg1"/>
                    </a:solidFill>
                  </a:endParaRPr>
                </a:p>
              </p:txBody>
            </p:sp>
          </p:grpSp>
          <p:sp>
            <p:nvSpPr>
              <p:cNvPr id="22" name="Text">
                <a:extLst>
                  <a:ext uri="{FF2B5EF4-FFF2-40B4-BE49-F238E27FC236}">
                    <a16:creationId xmlns:a16="http://schemas.microsoft.com/office/drawing/2014/main" id="{0AFC1AD7-39D4-4E2C-9B77-006DF0A8FEDA}"/>
                  </a:ext>
                </a:extLst>
              </p:cNvPr>
              <p:cNvSpPr txBox="1">
                <a:spLocks/>
              </p:cNvSpPr>
              <p:nvPr/>
            </p:nvSpPr>
            <p:spPr>
              <a:xfrm>
                <a:off x="1513079" y="4430613"/>
                <a:ext cx="2093182" cy="538676"/>
              </a:xfrm>
              <a:prstGeom prst="rect">
                <a:avLst/>
              </a:prstGeom>
              <a:noFill/>
            </p:spPr>
            <p:txBody>
              <a:bodyPr wrap="square" rtlCol="0" anchor="t" anchorCtr="0">
                <a:normAutofit/>
              </a:bodyPr>
              <a:lstStyle>
                <a:defPPr>
                  <a:defRPr lang="zh-CN"/>
                </a:defPPr>
                <a:lvl1pPr>
                  <a:lnSpc>
                    <a:spcPts val="1500"/>
                  </a:lnSpc>
                  <a:defRPr sz="900"/>
                </a:lvl1pPr>
              </a:lstStyle>
              <a:p>
                <a:pPr>
                  <a:lnSpc>
                    <a:spcPct val="120000"/>
                  </a:lnSpc>
                </a:pPr>
                <a:r>
                  <a:rPr lang="zh-CN" altLang="en-US" sz="1200" dirty="0" err="1"/>
                  <a:t>优化用户操作体验</a:t>
                </a:r>
                <a:endParaRPr lang="en-US" dirty="0"/>
              </a:p>
            </p:txBody>
          </p:sp>
          <p:sp>
            <p:nvSpPr>
              <p:cNvPr id="23" name="Bullet">
                <a:extLst>
                  <a:ext uri="{FF2B5EF4-FFF2-40B4-BE49-F238E27FC236}">
                    <a16:creationId xmlns:a16="http://schemas.microsoft.com/office/drawing/2014/main" id="{03EB68DA-4D0D-43CB-8A04-E5DDEB39B0BE}"/>
                  </a:ext>
                </a:extLst>
              </p:cNvPr>
              <p:cNvSpPr txBox="1">
                <a:spLocks/>
              </p:cNvSpPr>
              <p:nvPr/>
            </p:nvSpPr>
            <p:spPr>
              <a:xfrm>
                <a:off x="1509251" y="3699615"/>
                <a:ext cx="2095282" cy="730998"/>
              </a:xfrm>
              <a:prstGeom prst="rect">
                <a:avLst/>
              </a:prstGeom>
              <a:noFill/>
            </p:spPr>
            <p:txBody>
              <a:bodyPr wrap="square" anchor="b" anchorCtr="0">
                <a:normAutofit/>
              </a:bodyPr>
              <a:lstStyle>
                <a:defPPr>
                  <a:defRPr lang="zh-CN"/>
                </a:defPPr>
                <a:lvl1pPr marR="0" lvl="0" indent="0" defTabSz="913765" fontAlgn="auto">
                  <a:lnSpc>
                    <a:spcPct val="100000"/>
                  </a:lnSpc>
                  <a:spcBef>
                    <a:spcPts val="0"/>
                  </a:spcBef>
                  <a:spcAft>
                    <a:spcPts val="0"/>
                  </a:spcAft>
                  <a:buClrTx/>
                  <a:buSzPct val="25000"/>
                  <a:buFontTx/>
                  <a:buNone/>
                  <a:defRPr kumimoji="0" sz="2000" b="1" i="0" u="none" strike="noStrike" cap="none" spc="0" normalizeH="0" baseline="0">
                    <a:ln>
                      <a:noFill/>
                    </a:ln>
                    <a:effectLst/>
                    <a:uLnTx/>
                    <a:uFillTx/>
                  </a:defRPr>
                </a:lvl1pPr>
              </a:lstStyle>
              <a:p>
                <a:r>
                  <a:rPr lang="zh-CN" altLang="en-US" sz="1800" dirty="0"/>
                  <a:t>交互元素设计</a:t>
                </a:r>
                <a:endParaRPr lang="en-US" dirty="0"/>
              </a:p>
            </p:txBody>
          </p:sp>
        </p:grpSp>
        <p:sp>
          <p:nvSpPr>
            <p:cNvPr id="7" name="矩形: 圆角 6">
              <a:extLst>
                <a:ext uri="{FF2B5EF4-FFF2-40B4-BE49-F238E27FC236}">
                  <a16:creationId xmlns:a16="http://schemas.microsoft.com/office/drawing/2014/main" id="{D7E8FFD2-6CB5-98E2-A601-C782A3DA20AD}"/>
                </a:ext>
              </a:extLst>
            </p:cNvPr>
            <p:cNvSpPr/>
            <p:nvPr/>
          </p:nvSpPr>
          <p:spPr>
            <a:xfrm>
              <a:off x="3821608" y="1825995"/>
              <a:ext cx="7697293" cy="4308105"/>
            </a:xfrm>
            <a:prstGeom prst="roundRect">
              <a:avLst>
                <a:gd name="adj" fmla="val 5738"/>
              </a:avLst>
            </a:prstGeom>
            <a:blipFill>
              <a:blip r:embed="rId4"/>
              <a:srcRect/>
              <a:stretch>
                <a:fillRect l="-11423" r="-3683"/>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2" name="组合 51">
              <a:extLst>
                <a:ext uri="{FF2B5EF4-FFF2-40B4-BE49-F238E27FC236}">
                  <a16:creationId xmlns:a16="http://schemas.microsoft.com/office/drawing/2014/main" id="{53236BB4-08CD-4609-B846-5C2D319F1141}"/>
                </a:ext>
              </a:extLst>
            </p:cNvPr>
            <p:cNvGrpSpPr/>
            <p:nvPr/>
          </p:nvGrpSpPr>
          <p:grpSpPr>
            <a:xfrm>
              <a:off x="693654" y="3300781"/>
              <a:ext cx="2833318" cy="2833319"/>
              <a:chOff x="693653" y="1950773"/>
              <a:chExt cx="4183327" cy="4183328"/>
            </a:xfrm>
          </p:grpSpPr>
          <p:sp>
            <p:nvSpPr>
              <p:cNvPr id="5" name="矩形: 圆角 4">
                <a:extLst>
                  <a:ext uri="{FF2B5EF4-FFF2-40B4-BE49-F238E27FC236}">
                    <a16:creationId xmlns:a16="http://schemas.microsoft.com/office/drawing/2014/main" id="{BDE56171-B028-0010-24F5-FB991AE6B98A}"/>
                  </a:ext>
                </a:extLst>
              </p:cNvPr>
              <p:cNvSpPr/>
              <p:nvPr/>
            </p:nvSpPr>
            <p:spPr>
              <a:xfrm>
                <a:off x="693653" y="1950773"/>
                <a:ext cx="4183327" cy="4183327"/>
              </a:xfrm>
              <a:prstGeom prst="roundRect">
                <a:avLst>
                  <a:gd name="adj" fmla="val 5738"/>
                </a:avLst>
              </a:prstGeom>
              <a:solidFill>
                <a:schemeClr val="accent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ounded Rectangle 3_1">
                <a:extLst>
                  <a:ext uri="{FF2B5EF4-FFF2-40B4-BE49-F238E27FC236}">
                    <a16:creationId xmlns:a16="http://schemas.microsoft.com/office/drawing/2014/main" id="{D33E9C07-418E-E363-9BEA-5D3B715BCC6D}"/>
                  </a:ext>
                </a:extLst>
              </p:cNvPr>
              <p:cNvSpPr/>
              <p:nvPr/>
            </p:nvSpPr>
            <p:spPr>
              <a:xfrm>
                <a:off x="2160684" y="3417804"/>
                <a:ext cx="1249266" cy="1249266"/>
              </a:xfrm>
              <a:prstGeom prst="roundRect">
                <a:avLst>
                  <a:gd name="adj" fmla="val 1793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ufo_163303">
                <a:extLst>
                  <a:ext uri="{FF2B5EF4-FFF2-40B4-BE49-F238E27FC236}">
                    <a16:creationId xmlns:a16="http://schemas.microsoft.com/office/drawing/2014/main" id="{A8BDB3C4-CAC0-2CE0-A1BC-97E6769F2B33}"/>
                  </a:ext>
                </a:extLst>
              </p:cNvPr>
              <p:cNvSpPr/>
              <p:nvPr/>
            </p:nvSpPr>
            <p:spPr>
              <a:xfrm>
                <a:off x="2362437" y="3620127"/>
                <a:ext cx="845760" cy="844620"/>
              </a:xfrm>
              <a:custGeom>
                <a:avLst/>
                <a:gdLst>
                  <a:gd name="connsiteX0" fmla="*/ 296708 w 609349"/>
                  <a:gd name="connsiteY0" fmla="*/ 493281 h 608527"/>
                  <a:gd name="connsiteX1" fmla="*/ 314886 w 609349"/>
                  <a:gd name="connsiteY1" fmla="*/ 500988 h 608527"/>
                  <a:gd name="connsiteX2" fmla="*/ 378667 w 609349"/>
                  <a:gd name="connsiteY2" fmla="*/ 564788 h 608527"/>
                  <a:gd name="connsiteX3" fmla="*/ 378667 w 609349"/>
                  <a:gd name="connsiteY3" fmla="*/ 601031 h 608527"/>
                  <a:gd name="connsiteX4" fmla="*/ 342381 w 609349"/>
                  <a:gd name="connsiteY4" fmla="*/ 601031 h 608527"/>
                  <a:gd name="connsiteX5" fmla="*/ 278600 w 609349"/>
                  <a:gd name="connsiteY5" fmla="*/ 537231 h 608527"/>
                  <a:gd name="connsiteX6" fmla="*/ 278600 w 609349"/>
                  <a:gd name="connsiteY6" fmla="*/ 500988 h 608527"/>
                  <a:gd name="connsiteX7" fmla="*/ 296708 w 609349"/>
                  <a:gd name="connsiteY7" fmla="*/ 493281 h 608527"/>
                  <a:gd name="connsiteX8" fmla="*/ 464066 w 609349"/>
                  <a:gd name="connsiteY8" fmla="*/ 436357 h 608527"/>
                  <a:gd name="connsiteX9" fmla="*/ 482174 w 609349"/>
                  <a:gd name="connsiteY9" fmla="*/ 444129 h 608527"/>
                  <a:gd name="connsiteX10" fmla="*/ 546049 w 609349"/>
                  <a:gd name="connsiteY10" fmla="*/ 507891 h 608527"/>
                  <a:gd name="connsiteX11" fmla="*/ 546049 w 609349"/>
                  <a:gd name="connsiteY11" fmla="*/ 544113 h 608527"/>
                  <a:gd name="connsiteX12" fmla="*/ 509763 w 609349"/>
                  <a:gd name="connsiteY12" fmla="*/ 544113 h 608527"/>
                  <a:gd name="connsiteX13" fmla="*/ 445888 w 609349"/>
                  <a:gd name="connsiteY13" fmla="*/ 480351 h 608527"/>
                  <a:gd name="connsiteX14" fmla="*/ 445888 w 609349"/>
                  <a:gd name="connsiteY14" fmla="*/ 444129 h 608527"/>
                  <a:gd name="connsiteX15" fmla="*/ 464066 w 609349"/>
                  <a:gd name="connsiteY15" fmla="*/ 436357 h 608527"/>
                  <a:gd name="connsiteX16" fmla="*/ 519790 w 609349"/>
                  <a:gd name="connsiteY16" fmla="*/ 269165 h 608527"/>
                  <a:gd name="connsiteX17" fmla="*/ 537926 w 609349"/>
                  <a:gd name="connsiteY17" fmla="*/ 276872 h 608527"/>
                  <a:gd name="connsiteX18" fmla="*/ 601777 w 609349"/>
                  <a:gd name="connsiteY18" fmla="*/ 340672 h 608527"/>
                  <a:gd name="connsiteX19" fmla="*/ 601777 w 609349"/>
                  <a:gd name="connsiteY19" fmla="*/ 376915 h 608527"/>
                  <a:gd name="connsiteX20" fmla="*/ 565504 w 609349"/>
                  <a:gd name="connsiteY20" fmla="*/ 376915 h 608527"/>
                  <a:gd name="connsiteX21" fmla="*/ 501654 w 609349"/>
                  <a:gd name="connsiteY21" fmla="*/ 313115 h 608527"/>
                  <a:gd name="connsiteX22" fmla="*/ 501654 w 609349"/>
                  <a:gd name="connsiteY22" fmla="*/ 276872 h 608527"/>
                  <a:gd name="connsiteX23" fmla="*/ 519790 w 609349"/>
                  <a:gd name="connsiteY23" fmla="*/ 269165 h 608527"/>
                  <a:gd name="connsiteX24" fmla="*/ 254908 w 609349"/>
                  <a:gd name="connsiteY24" fmla="*/ 142258 h 608527"/>
                  <a:gd name="connsiteX25" fmla="*/ 176087 w 609349"/>
                  <a:gd name="connsiteY25" fmla="*/ 174706 h 608527"/>
                  <a:gd name="connsiteX26" fmla="*/ 176087 w 609349"/>
                  <a:gd name="connsiteY26" fmla="*/ 330082 h 608527"/>
                  <a:gd name="connsiteX27" fmla="*/ 204890 w 609349"/>
                  <a:gd name="connsiteY27" fmla="*/ 325974 h 608527"/>
                  <a:gd name="connsiteX28" fmla="*/ 329170 w 609349"/>
                  <a:gd name="connsiteY28" fmla="*/ 200570 h 608527"/>
                  <a:gd name="connsiteX29" fmla="*/ 333098 w 609349"/>
                  <a:gd name="connsiteY29" fmla="*/ 173398 h 608527"/>
                  <a:gd name="connsiteX30" fmla="*/ 254908 w 609349"/>
                  <a:gd name="connsiteY30" fmla="*/ 142258 h 608527"/>
                  <a:gd name="connsiteX31" fmla="*/ 421212 w 609349"/>
                  <a:gd name="connsiteY31" fmla="*/ 122439 h 608527"/>
                  <a:gd name="connsiteX32" fmla="*/ 366202 w 609349"/>
                  <a:gd name="connsiteY32" fmla="*/ 139223 h 608527"/>
                  <a:gd name="connsiteX33" fmla="*/ 374618 w 609349"/>
                  <a:gd name="connsiteY33" fmla="*/ 222607 h 608527"/>
                  <a:gd name="connsiteX34" fmla="*/ 181324 w 609349"/>
                  <a:gd name="connsiteY34" fmla="*/ 384427 h 608527"/>
                  <a:gd name="connsiteX35" fmla="*/ 138775 w 609349"/>
                  <a:gd name="connsiteY35" fmla="*/ 367899 h 608527"/>
                  <a:gd name="connsiteX36" fmla="*/ 128115 w 609349"/>
                  <a:gd name="connsiteY36" fmla="*/ 451844 h 608527"/>
                  <a:gd name="connsiteX37" fmla="*/ 344787 w 609349"/>
                  <a:gd name="connsiteY37" fmla="*/ 345582 h 608527"/>
                  <a:gd name="connsiteX38" fmla="*/ 451113 w 609349"/>
                  <a:gd name="connsiteY38" fmla="*/ 129325 h 608527"/>
                  <a:gd name="connsiteX39" fmla="*/ 421212 w 609349"/>
                  <a:gd name="connsiteY39" fmla="*/ 122439 h 608527"/>
                  <a:gd name="connsiteX40" fmla="*/ 72380 w 609349"/>
                  <a:gd name="connsiteY40" fmla="*/ 50423 h 608527"/>
                  <a:gd name="connsiteX41" fmla="*/ 50404 w 609349"/>
                  <a:gd name="connsiteY41" fmla="*/ 72366 h 608527"/>
                  <a:gd name="connsiteX42" fmla="*/ 72380 w 609349"/>
                  <a:gd name="connsiteY42" fmla="*/ 94216 h 608527"/>
                  <a:gd name="connsiteX43" fmla="*/ 94262 w 609349"/>
                  <a:gd name="connsiteY43" fmla="*/ 72366 h 608527"/>
                  <a:gd name="connsiteX44" fmla="*/ 72380 w 609349"/>
                  <a:gd name="connsiteY44" fmla="*/ 50423 h 608527"/>
                  <a:gd name="connsiteX45" fmla="*/ 72380 w 609349"/>
                  <a:gd name="connsiteY45" fmla="*/ 0 h 608527"/>
                  <a:gd name="connsiteX46" fmla="*/ 144667 w 609349"/>
                  <a:gd name="connsiteY46" fmla="*/ 72179 h 608527"/>
                  <a:gd name="connsiteX47" fmla="*/ 138682 w 609349"/>
                  <a:gd name="connsiteY47" fmla="*/ 100939 h 608527"/>
                  <a:gd name="connsiteX48" fmla="*/ 159629 w 609349"/>
                  <a:gd name="connsiteY48" fmla="*/ 121855 h 608527"/>
                  <a:gd name="connsiteX49" fmla="*/ 317949 w 609349"/>
                  <a:gd name="connsiteY49" fmla="*/ 106542 h 608527"/>
                  <a:gd name="connsiteX50" fmla="*/ 487397 w 609349"/>
                  <a:gd name="connsiteY50" fmla="*/ 93002 h 608527"/>
                  <a:gd name="connsiteX51" fmla="*/ 379855 w 609349"/>
                  <a:gd name="connsiteY51" fmla="*/ 381812 h 608527"/>
                  <a:gd name="connsiteX52" fmla="*/ 91831 w 609349"/>
                  <a:gd name="connsiteY52" fmla="*/ 486766 h 608527"/>
                  <a:gd name="connsiteX53" fmla="*/ 105671 w 609349"/>
                  <a:gd name="connsiteY53" fmla="*/ 320091 h 608527"/>
                  <a:gd name="connsiteX54" fmla="*/ 122971 w 609349"/>
                  <a:gd name="connsiteY54" fmla="*/ 157711 h 608527"/>
                  <a:gd name="connsiteX55" fmla="*/ 102866 w 609349"/>
                  <a:gd name="connsiteY55" fmla="*/ 137729 h 608527"/>
                  <a:gd name="connsiteX56" fmla="*/ 72380 w 609349"/>
                  <a:gd name="connsiteY56" fmla="*/ 144452 h 608527"/>
                  <a:gd name="connsiteX57" fmla="*/ 0 w 609349"/>
                  <a:gd name="connsiteY57" fmla="*/ 72179 h 608527"/>
                  <a:gd name="connsiteX58" fmla="*/ 72380 w 609349"/>
                  <a:gd name="connsiteY58" fmla="*/ 0 h 608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09349" h="608527">
                    <a:moveTo>
                      <a:pt x="296708" y="493281"/>
                    </a:moveTo>
                    <a:cubicBezTo>
                      <a:pt x="303196" y="493281"/>
                      <a:pt x="309696" y="495850"/>
                      <a:pt x="314886" y="500988"/>
                    </a:cubicBezTo>
                    <a:lnTo>
                      <a:pt x="378667" y="564788"/>
                    </a:lnTo>
                    <a:cubicBezTo>
                      <a:pt x="388674" y="574783"/>
                      <a:pt x="388674" y="591036"/>
                      <a:pt x="378667" y="601031"/>
                    </a:cubicBezTo>
                    <a:cubicBezTo>
                      <a:pt x="368754" y="611026"/>
                      <a:pt x="352388" y="611026"/>
                      <a:pt x="342381" y="601031"/>
                    </a:cubicBezTo>
                    <a:lnTo>
                      <a:pt x="278600" y="537231"/>
                    </a:lnTo>
                    <a:cubicBezTo>
                      <a:pt x="268219" y="526956"/>
                      <a:pt x="268219" y="511356"/>
                      <a:pt x="278600" y="500988"/>
                    </a:cubicBezTo>
                    <a:cubicBezTo>
                      <a:pt x="283743" y="495850"/>
                      <a:pt x="290220" y="493281"/>
                      <a:pt x="296708" y="493281"/>
                    </a:cubicBezTo>
                    <a:close/>
                    <a:moveTo>
                      <a:pt x="464066" y="436357"/>
                    </a:moveTo>
                    <a:cubicBezTo>
                      <a:pt x="470554" y="436357"/>
                      <a:pt x="477031" y="438947"/>
                      <a:pt x="482174" y="444129"/>
                    </a:cubicBezTo>
                    <a:lnTo>
                      <a:pt x="546049" y="507891"/>
                    </a:lnTo>
                    <a:cubicBezTo>
                      <a:pt x="556056" y="517787"/>
                      <a:pt x="556056" y="534124"/>
                      <a:pt x="546049" y="544113"/>
                    </a:cubicBezTo>
                    <a:cubicBezTo>
                      <a:pt x="536043" y="554009"/>
                      <a:pt x="519770" y="554009"/>
                      <a:pt x="509763" y="544113"/>
                    </a:cubicBezTo>
                    <a:lnTo>
                      <a:pt x="445888" y="480351"/>
                    </a:lnTo>
                    <a:cubicBezTo>
                      <a:pt x="435601" y="469989"/>
                      <a:pt x="435601" y="454491"/>
                      <a:pt x="445888" y="444129"/>
                    </a:cubicBezTo>
                    <a:cubicBezTo>
                      <a:pt x="451079" y="438947"/>
                      <a:pt x="457578" y="436357"/>
                      <a:pt x="464066" y="436357"/>
                    </a:cubicBezTo>
                    <a:close/>
                    <a:moveTo>
                      <a:pt x="519790" y="269165"/>
                    </a:moveTo>
                    <a:cubicBezTo>
                      <a:pt x="526264" y="269165"/>
                      <a:pt x="532738" y="271734"/>
                      <a:pt x="537926" y="276872"/>
                    </a:cubicBezTo>
                    <a:lnTo>
                      <a:pt x="601777" y="340672"/>
                    </a:lnTo>
                    <a:cubicBezTo>
                      <a:pt x="611873" y="350760"/>
                      <a:pt x="611873" y="366920"/>
                      <a:pt x="601777" y="376915"/>
                    </a:cubicBezTo>
                    <a:cubicBezTo>
                      <a:pt x="591774" y="386910"/>
                      <a:pt x="575414" y="386910"/>
                      <a:pt x="565504" y="376915"/>
                    </a:cubicBezTo>
                    <a:lnTo>
                      <a:pt x="501654" y="313115"/>
                    </a:lnTo>
                    <a:cubicBezTo>
                      <a:pt x="491277" y="302840"/>
                      <a:pt x="491277" y="287240"/>
                      <a:pt x="501654" y="276872"/>
                    </a:cubicBezTo>
                    <a:cubicBezTo>
                      <a:pt x="506843" y="271734"/>
                      <a:pt x="513316" y="269165"/>
                      <a:pt x="519790" y="269165"/>
                    </a:cubicBezTo>
                    <a:close/>
                    <a:moveTo>
                      <a:pt x="254908" y="142258"/>
                    </a:moveTo>
                    <a:cubicBezTo>
                      <a:pt x="227357" y="142001"/>
                      <a:pt x="199700" y="152342"/>
                      <a:pt x="176087" y="174706"/>
                    </a:cubicBezTo>
                    <a:cubicBezTo>
                      <a:pt x="128302" y="226996"/>
                      <a:pt x="137653" y="290864"/>
                      <a:pt x="176087" y="330082"/>
                    </a:cubicBezTo>
                    <a:cubicBezTo>
                      <a:pt x="176087" y="330082"/>
                      <a:pt x="185158" y="334751"/>
                      <a:pt x="204890" y="325974"/>
                    </a:cubicBezTo>
                    <a:cubicBezTo>
                      <a:pt x="247532" y="306738"/>
                      <a:pt x="309626" y="247258"/>
                      <a:pt x="329170" y="200570"/>
                    </a:cubicBezTo>
                    <a:cubicBezTo>
                      <a:pt x="335716" y="186377"/>
                      <a:pt x="335716" y="176013"/>
                      <a:pt x="333098" y="173398"/>
                    </a:cubicBezTo>
                    <a:cubicBezTo>
                      <a:pt x="309907" y="153369"/>
                      <a:pt x="282460" y="142514"/>
                      <a:pt x="254908" y="142258"/>
                    </a:cubicBezTo>
                    <a:close/>
                    <a:moveTo>
                      <a:pt x="421212" y="122439"/>
                    </a:moveTo>
                    <a:cubicBezTo>
                      <a:pt x="406881" y="123676"/>
                      <a:pt x="388365" y="128858"/>
                      <a:pt x="366202" y="139223"/>
                    </a:cubicBezTo>
                    <a:cubicBezTo>
                      <a:pt x="378546" y="151175"/>
                      <a:pt x="394069" y="175919"/>
                      <a:pt x="374618" y="222607"/>
                    </a:cubicBezTo>
                    <a:cubicBezTo>
                      <a:pt x="346003" y="292452"/>
                      <a:pt x="246130" y="384427"/>
                      <a:pt x="181324" y="384427"/>
                    </a:cubicBezTo>
                    <a:cubicBezTo>
                      <a:pt x="164585" y="384427"/>
                      <a:pt x="150371" y="379384"/>
                      <a:pt x="138775" y="367899"/>
                    </a:cubicBezTo>
                    <a:cubicBezTo>
                      <a:pt x="118576" y="412346"/>
                      <a:pt x="118109" y="441852"/>
                      <a:pt x="128115" y="451844"/>
                    </a:cubicBezTo>
                    <a:cubicBezTo>
                      <a:pt x="150184" y="473880"/>
                      <a:pt x="246130" y="444093"/>
                      <a:pt x="344787" y="345582"/>
                    </a:cubicBezTo>
                    <a:cubicBezTo>
                      <a:pt x="443445" y="247258"/>
                      <a:pt x="474492" y="151362"/>
                      <a:pt x="451113" y="129325"/>
                    </a:cubicBezTo>
                    <a:cubicBezTo>
                      <a:pt x="445689" y="123910"/>
                      <a:pt x="435543" y="121202"/>
                      <a:pt x="421212" y="122439"/>
                    </a:cubicBezTo>
                    <a:close/>
                    <a:moveTo>
                      <a:pt x="72380" y="50423"/>
                    </a:moveTo>
                    <a:cubicBezTo>
                      <a:pt x="60223" y="50423"/>
                      <a:pt x="50404" y="60227"/>
                      <a:pt x="50404" y="72366"/>
                    </a:cubicBezTo>
                    <a:cubicBezTo>
                      <a:pt x="50404" y="84412"/>
                      <a:pt x="60130" y="94216"/>
                      <a:pt x="72380" y="94216"/>
                    </a:cubicBezTo>
                    <a:cubicBezTo>
                      <a:pt x="84443" y="94216"/>
                      <a:pt x="94262" y="84412"/>
                      <a:pt x="94262" y="72366"/>
                    </a:cubicBezTo>
                    <a:cubicBezTo>
                      <a:pt x="94262" y="60227"/>
                      <a:pt x="84443" y="50423"/>
                      <a:pt x="72380" y="50423"/>
                    </a:cubicBezTo>
                    <a:close/>
                    <a:moveTo>
                      <a:pt x="72380" y="0"/>
                    </a:moveTo>
                    <a:cubicBezTo>
                      <a:pt x="112217" y="0"/>
                      <a:pt x="144667" y="32401"/>
                      <a:pt x="144667" y="72179"/>
                    </a:cubicBezTo>
                    <a:cubicBezTo>
                      <a:pt x="144667" y="82451"/>
                      <a:pt x="142516" y="92162"/>
                      <a:pt x="138682" y="100939"/>
                    </a:cubicBezTo>
                    <a:lnTo>
                      <a:pt x="159629" y="121855"/>
                    </a:lnTo>
                    <a:cubicBezTo>
                      <a:pt x="207041" y="90107"/>
                      <a:pt x="261092" y="83198"/>
                      <a:pt x="317949" y="106542"/>
                    </a:cubicBezTo>
                    <a:cubicBezTo>
                      <a:pt x="392012" y="64242"/>
                      <a:pt x="454480" y="58920"/>
                      <a:pt x="487397" y="93002"/>
                    </a:cubicBezTo>
                    <a:cubicBezTo>
                      <a:pt x="548929" y="161633"/>
                      <a:pt x="462896" y="299828"/>
                      <a:pt x="379855" y="381812"/>
                    </a:cubicBezTo>
                    <a:cubicBezTo>
                      <a:pt x="279234" y="478829"/>
                      <a:pt x="158787" y="543071"/>
                      <a:pt x="91831" y="486766"/>
                    </a:cubicBezTo>
                    <a:cubicBezTo>
                      <a:pt x="59756" y="454832"/>
                      <a:pt x="64525" y="393951"/>
                      <a:pt x="105671" y="320091"/>
                    </a:cubicBezTo>
                    <a:cubicBezTo>
                      <a:pt x="81919" y="265840"/>
                      <a:pt x="88932" y="203465"/>
                      <a:pt x="122971" y="157711"/>
                    </a:cubicBezTo>
                    <a:lnTo>
                      <a:pt x="102866" y="137729"/>
                    </a:lnTo>
                    <a:cubicBezTo>
                      <a:pt x="93514" y="141931"/>
                      <a:pt x="83321" y="144452"/>
                      <a:pt x="72380" y="144452"/>
                    </a:cubicBezTo>
                    <a:cubicBezTo>
                      <a:pt x="32449" y="144452"/>
                      <a:pt x="0" y="112051"/>
                      <a:pt x="0" y="72179"/>
                    </a:cubicBezTo>
                    <a:cubicBezTo>
                      <a:pt x="0" y="32401"/>
                      <a:pt x="32449" y="0"/>
                      <a:pt x="7238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4" name="直接连接符 33">
                <a:extLst>
                  <a:ext uri="{FF2B5EF4-FFF2-40B4-BE49-F238E27FC236}">
                    <a16:creationId xmlns:a16="http://schemas.microsoft.com/office/drawing/2014/main" id="{725AC420-099F-3314-D19C-DAA8249B8A91}"/>
                  </a:ext>
                </a:extLst>
              </p:cNvPr>
              <p:cNvCxnSpPr>
                <a:cxnSpLocks/>
              </p:cNvCxnSpPr>
              <p:nvPr/>
            </p:nvCxnSpPr>
            <p:spPr>
              <a:xfrm>
                <a:off x="693653" y="3406608"/>
                <a:ext cx="4183327" cy="2239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AE476E34-F0D9-8AA1-DF61-0E0B75325C49}"/>
                  </a:ext>
                </a:extLst>
              </p:cNvPr>
              <p:cNvCxnSpPr>
                <a:cxnSpLocks/>
              </p:cNvCxnSpPr>
              <p:nvPr/>
            </p:nvCxnSpPr>
            <p:spPr>
              <a:xfrm>
                <a:off x="693653" y="4655874"/>
                <a:ext cx="4183327" cy="2239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1BA49427-0012-D82F-28E9-9EB1B0DB0CB1}"/>
                  </a:ext>
                </a:extLst>
              </p:cNvPr>
              <p:cNvCxnSpPr>
                <a:cxnSpLocks/>
              </p:cNvCxnSpPr>
              <p:nvPr/>
            </p:nvCxnSpPr>
            <p:spPr>
              <a:xfrm rot="5400000">
                <a:off x="76379" y="4031241"/>
                <a:ext cx="4183327" cy="22392"/>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9FE0D856-C88C-F36B-392C-55036E3530F0}"/>
                  </a:ext>
                </a:extLst>
              </p:cNvPr>
              <p:cNvCxnSpPr>
                <a:cxnSpLocks/>
              </p:cNvCxnSpPr>
              <p:nvPr/>
            </p:nvCxnSpPr>
            <p:spPr>
              <a:xfrm rot="5400000">
                <a:off x="1307090" y="4031242"/>
                <a:ext cx="4183327" cy="22392"/>
              </a:xfrm>
              <a:prstGeom prst="line">
                <a:avLst/>
              </a:prstGeom>
              <a:ln>
                <a:prstDash val="dash"/>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132747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íşḻïďe"/>
        <p:cNvGrpSpPr/>
        <p:nvPr/>
      </p:nvGrpSpPr>
      <p:grpSpPr>
        <a:xfrm>
          <a:off x="0" y="0"/>
          <a:ext cx="0" cy="0"/>
          <a:chOff x="0" y="0"/>
          <a:chExt cx="0" cy="0"/>
        </a:xfrm>
      </p:grpSpPr>
      <p:sp>
        <p:nvSpPr>
          <p:cNvPr id="2" name="标题 1">
            <a:extLst>
              <a:ext uri="{FF2B5EF4-FFF2-40B4-BE49-F238E27FC236}">
                <a16:creationId xmlns:a16="http://schemas.microsoft.com/office/drawing/2014/main" id="{74D3A021-8A15-B59E-A14C-37A5C90555E4}"/>
              </a:ext>
            </a:extLst>
          </p:cNvPr>
          <p:cNvSpPr>
            <a:spLocks noGrp="1"/>
          </p:cNvSpPr>
          <p:nvPr>
            <p:ph type="title"/>
          </p:nvPr>
        </p:nvSpPr>
        <p:spPr/>
        <p:txBody>
          <a:bodyPr/>
          <a:lstStyle/>
          <a:p>
            <a:r>
              <a:rPr lang="zh-CN" altLang="en-US" dirty="0"/>
              <a:t>设计规范与系统</a:t>
            </a:r>
            <a:endParaRPr lang="en-US" dirty="0"/>
          </a:p>
        </p:txBody>
      </p:sp>
      <p:grpSp>
        <p:nvGrpSpPr>
          <p:cNvPr id="32" name="27a17793-8aee-46e8-8c74-098e914d9ce2.source.4.zh-Hans">
            <a:extLst>
              <a:ext uri="{FF2B5EF4-FFF2-40B4-BE49-F238E27FC236}">
                <a16:creationId xmlns:a16="http://schemas.microsoft.com/office/drawing/2014/main" id="{80E53FEB-D303-52BA-FD37-2A1BE5843A71}"/>
              </a:ext>
            </a:extLst>
          </p:cNvPr>
          <p:cNvGrpSpPr/>
          <p:nvPr/>
        </p:nvGrpSpPr>
        <p:grpSpPr>
          <a:xfrm>
            <a:off x="660400" y="1130300"/>
            <a:ext cx="10858500" cy="5003799"/>
            <a:chOff x="660400" y="1130300"/>
            <a:chExt cx="10858500" cy="5003799"/>
          </a:xfrm>
        </p:grpSpPr>
        <p:sp>
          <p:nvSpPr>
            <p:cNvPr id="3" name="í$liḓe">
              <a:extLst>
                <a:ext uri="{FF2B5EF4-FFF2-40B4-BE49-F238E27FC236}">
                  <a16:creationId xmlns:a16="http://schemas.microsoft.com/office/drawing/2014/main" id="{9E525668-FCD0-467A-8445-3576D45D0C1A}"/>
                </a:ext>
              </a:extLst>
            </p:cNvPr>
            <p:cNvSpPr/>
            <p:nvPr/>
          </p:nvSpPr>
          <p:spPr>
            <a:xfrm>
              <a:off x="4368111" y="2339134"/>
              <a:ext cx="3382518" cy="3382518"/>
            </a:xfrm>
            <a:prstGeom prst="donut">
              <a:avLst>
                <a:gd name="adj" fmla="val 6244"/>
              </a:avLst>
            </a:prstGeom>
            <a:solidFill>
              <a:schemeClr val="accent1">
                <a:alpha val="20000"/>
              </a:schemeClr>
            </a:solidFill>
            <a:ln>
              <a:no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wrap="square" lIns="91440" tIns="45720" rIns="91440" bIns="45720" anchor="ctr">
              <a:normAutofit/>
            </a:bodyPr>
            <a:lstStyle/>
            <a:p>
              <a:pPr marL="0" marR="0" lvl="0" indent="0" algn="ctr" defTabSz="913765" rtl="0" eaLnBrk="1" fontAlgn="auto" latinLnBrk="0" hangingPunct="1">
                <a:lnSpc>
                  <a:spcPct val="100000"/>
                </a:lnSpc>
                <a:spcBef>
                  <a:spcPts val="0"/>
                </a:spcBef>
                <a:spcAft>
                  <a:spcPts val="0"/>
                </a:spcAft>
                <a:buClrTx/>
                <a:buSzPct val="25000"/>
                <a:buFontTx/>
                <a:buNone/>
                <a:defRPr/>
              </a:pPr>
              <a:endParaRPr kumimoji="0" lang="de-DE" altLang="zh-CN" sz="1800" b="1" i="0" u="none" strike="noStrike" kern="1200" cap="none" spc="0" normalizeH="0" baseline="0" noProof="0" dirty="0">
                <a:ln>
                  <a:noFill/>
                </a:ln>
                <a:solidFill>
                  <a:srgbClr val="FFFFFF"/>
                </a:solidFill>
                <a:effectLst/>
                <a:uLnTx/>
                <a:uFillTx/>
              </a:endParaRPr>
            </a:p>
          </p:txBody>
        </p:sp>
        <p:cxnSp>
          <p:nvCxnSpPr>
            <p:cNvPr id="4" name="îşľiḋé">
              <a:extLst>
                <a:ext uri="{FF2B5EF4-FFF2-40B4-BE49-F238E27FC236}">
                  <a16:creationId xmlns:a16="http://schemas.microsoft.com/office/drawing/2014/main" id="{478EACD4-9C04-48EC-8D04-DBD62A5EA5EF}"/>
                </a:ext>
              </a:extLst>
            </p:cNvPr>
            <p:cNvCxnSpPr>
              <a:cxnSpLocks/>
              <a:stCxn id="10" idx="2"/>
              <a:endCxn id="8" idx="0"/>
            </p:cNvCxnSpPr>
            <p:nvPr/>
          </p:nvCxnSpPr>
          <p:spPr>
            <a:xfrm>
              <a:off x="4714402" y="4030393"/>
              <a:ext cx="2689941" cy="0"/>
            </a:xfrm>
            <a:prstGeom prst="line">
              <a:avLst/>
            </a:prstGeom>
            <a:ln w="6350"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cxnSp>
          <p:nvCxnSpPr>
            <p:cNvPr id="5" name="îṣḻiḋe">
              <a:extLst>
                <a:ext uri="{FF2B5EF4-FFF2-40B4-BE49-F238E27FC236}">
                  <a16:creationId xmlns:a16="http://schemas.microsoft.com/office/drawing/2014/main" id="{5DAADE1A-2BD1-4FC4-97BC-C0696BB6FC07}"/>
                </a:ext>
              </a:extLst>
            </p:cNvPr>
            <p:cNvCxnSpPr>
              <a:cxnSpLocks/>
              <a:stCxn id="7" idx="3"/>
              <a:endCxn id="9" idx="1"/>
            </p:cNvCxnSpPr>
            <p:nvPr/>
          </p:nvCxnSpPr>
          <p:spPr>
            <a:xfrm>
              <a:off x="6059370" y="2685423"/>
              <a:ext cx="0" cy="2689942"/>
            </a:xfrm>
            <a:prstGeom prst="line">
              <a:avLst/>
            </a:prstGeom>
            <a:ln w="6350" cap="rnd">
              <a:solidFill>
                <a:schemeClr val="tx2">
                  <a:alpha val="50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953D19CC-7B3A-6276-3410-15786732733F}"/>
                </a:ext>
              </a:extLst>
            </p:cNvPr>
            <p:cNvGrpSpPr/>
            <p:nvPr/>
          </p:nvGrpSpPr>
          <p:grpSpPr>
            <a:xfrm>
              <a:off x="660400" y="2053832"/>
              <a:ext cx="6195973" cy="2773564"/>
              <a:chOff x="660400" y="2053832"/>
              <a:chExt cx="6195973" cy="2773564"/>
            </a:xfrm>
          </p:grpSpPr>
          <p:sp>
            <p:nvSpPr>
              <p:cNvPr id="6" name="IconBackground">
                <a:extLst>
                  <a:ext uri="{FF2B5EF4-FFF2-40B4-BE49-F238E27FC236}">
                    <a16:creationId xmlns:a16="http://schemas.microsoft.com/office/drawing/2014/main" id="{DB1DDD8A-3763-4164-979C-D76B2E1C95DF}"/>
                  </a:ext>
                </a:extLst>
              </p:cNvPr>
              <p:cNvSpPr/>
              <p:nvPr/>
            </p:nvSpPr>
            <p:spPr>
              <a:xfrm>
                <a:off x="5262366" y="3233389"/>
                <a:ext cx="1594007" cy="1594007"/>
              </a:xfrm>
              <a:custGeom>
                <a:avLst/>
                <a:gdLst>
                  <a:gd name="connsiteX0" fmla="*/ 0 w 1188002"/>
                  <a:gd name="connsiteY0" fmla="*/ 594001 h 1188002"/>
                  <a:gd name="connsiteX1" fmla="*/ 594001 w 1188002"/>
                  <a:gd name="connsiteY1" fmla="*/ 0 h 1188002"/>
                  <a:gd name="connsiteX2" fmla="*/ 1188002 w 1188002"/>
                  <a:gd name="connsiteY2" fmla="*/ 594001 h 1188002"/>
                  <a:gd name="connsiteX3" fmla="*/ 594001 w 1188002"/>
                  <a:gd name="connsiteY3" fmla="*/ 1188002 h 1188002"/>
                  <a:gd name="connsiteX4" fmla="*/ 0 w 1188002"/>
                  <a:gd name="connsiteY4" fmla="*/ 594001 h 1188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8002" h="1188002">
                    <a:moveTo>
                      <a:pt x="0" y="594001"/>
                    </a:moveTo>
                    <a:cubicBezTo>
                      <a:pt x="0" y="265943"/>
                      <a:pt x="265943" y="0"/>
                      <a:pt x="594001" y="0"/>
                    </a:cubicBezTo>
                    <a:cubicBezTo>
                      <a:pt x="922059" y="0"/>
                      <a:pt x="1188002" y="265943"/>
                      <a:pt x="1188002" y="594001"/>
                    </a:cubicBezTo>
                    <a:cubicBezTo>
                      <a:pt x="1188002" y="922059"/>
                      <a:pt x="922059" y="1188002"/>
                      <a:pt x="594001" y="1188002"/>
                    </a:cubicBezTo>
                    <a:cubicBezTo>
                      <a:pt x="265943" y="1188002"/>
                      <a:pt x="0" y="922059"/>
                      <a:pt x="0" y="594001"/>
                    </a:cubicBezTo>
                    <a:close/>
                  </a:path>
                </a:pathLst>
              </a:custGeom>
              <a:solidFill>
                <a:schemeClr val="accent1"/>
              </a:solidFill>
              <a:ln w="12700" cap="flat">
                <a:noFill/>
                <a:prstDash val="solid"/>
                <a:miter/>
              </a:ln>
              <a:effectLst>
                <a:outerShdw blurRad="127000" dist="63500" dir="2700000" algn="tl" rotWithShape="0">
                  <a:schemeClr val="accent1">
                    <a:alpha val="40000"/>
                  </a:schemeClr>
                </a:outerShdw>
              </a:effectLst>
            </p:spPr>
            <p:txBody>
              <a:bodyPr rtlCol="0" anchor="ctr"/>
              <a:lstStyle/>
              <a:p>
                <a:pPr algn="ctr"/>
                <a:endParaRPr lang="de-DE" altLang="zh-CN" sz="1400" b="1" dirty="0">
                  <a:solidFill>
                    <a:srgbClr val="FFFFFF"/>
                  </a:solidFill>
                </a:endParaRPr>
              </a:p>
            </p:txBody>
          </p:sp>
          <p:sp>
            <p:nvSpPr>
              <p:cNvPr id="7" name="Number1">
                <a:extLst>
                  <a:ext uri="{FF2B5EF4-FFF2-40B4-BE49-F238E27FC236}">
                    <a16:creationId xmlns:a16="http://schemas.microsoft.com/office/drawing/2014/main" id="{D5F887D5-0B56-4B64-8594-3B5B4442BCDB}"/>
                  </a:ext>
                </a:extLst>
              </p:cNvPr>
              <p:cNvSpPr/>
              <p:nvPr/>
            </p:nvSpPr>
            <p:spPr>
              <a:xfrm>
                <a:off x="5743575" y="2053832"/>
                <a:ext cx="631590" cy="631590"/>
              </a:xfrm>
              <a:custGeom>
                <a:avLst/>
                <a:gdLst>
                  <a:gd name="connsiteX0" fmla="*/ 0 w 950965"/>
                  <a:gd name="connsiteY0" fmla="*/ 475483 h 950965"/>
                  <a:gd name="connsiteX1" fmla="*/ 475483 w 950965"/>
                  <a:gd name="connsiteY1" fmla="*/ 0 h 950965"/>
                  <a:gd name="connsiteX2" fmla="*/ 950966 w 950965"/>
                  <a:gd name="connsiteY2" fmla="*/ 475483 h 950965"/>
                  <a:gd name="connsiteX3" fmla="*/ 475483 w 950965"/>
                  <a:gd name="connsiteY3" fmla="*/ 950966 h 950965"/>
                  <a:gd name="connsiteX4" fmla="*/ 0 w 950965"/>
                  <a:gd name="connsiteY4" fmla="*/ 475483 h 950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0965" h="950965">
                    <a:moveTo>
                      <a:pt x="0" y="475483"/>
                    </a:moveTo>
                    <a:cubicBezTo>
                      <a:pt x="0" y="212881"/>
                      <a:pt x="212881" y="0"/>
                      <a:pt x="475483" y="0"/>
                    </a:cubicBezTo>
                    <a:cubicBezTo>
                      <a:pt x="738085" y="0"/>
                      <a:pt x="950966" y="212881"/>
                      <a:pt x="950966" y="475483"/>
                    </a:cubicBezTo>
                    <a:cubicBezTo>
                      <a:pt x="950966" y="738085"/>
                      <a:pt x="738085" y="950966"/>
                      <a:pt x="475483" y="950966"/>
                    </a:cubicBezTo>
                    <a:cubicBezTo>
                      <a:pt x="212881" y="950966"/>
                      <a:pt x="0" y="738085"/>
                      <a:pt x="0" y="475483"/>
                    </a:cubicBezTo>
                    <a:close/>
                  </a:path>
                </a:pathLst>
              </a:custGeom>
              <a:solidFill>
                <a:schemeClr val="accent2"/>
              </a:solidFill>
              <a:ln w="12700" cap="flat">
                <a:noFill/>
                <a:prstDash val="solid"/>
                <a:miter/>
              </a:ln>
              <a:effectLst>
                <a:outerShdw blurRad="127000" dist="63500" dir="2700000" algn="tl" rotWithShape="0">
                  <a:schemeClr val="accent2">
                    <a:alpha val="40000"/>
                  </a:schemeClr>
                </a:outerShdw>
              </a:effectLst>
            </p:spPr>
            <p:txBody>
              <a:bodyPr wrap="none" rtlCol="0" anchor="ctr"/>
              <a:lstStyle/>
              <a:p>
                <a:pPr algn="ctr"/>
                <a:r>
                  <a:rPr lang="de-DE" altLang="zh-CN" sz="1400" b="1" dirty="0">
                    <a:solidFill>
                      <a:srgbClr val="FFFFFF"/>
                    </a:solidFill>
                  </a:rPr>
                  <a:t>1</a:t>
                </a:r>
              </a:p>
            </p:txBody>
          </p:sp>
          <p:sp>
            <p:nvSpPr>
              <p:cNvPr id="17" name="Bullet1">
                <a:extLst>
                  <a:ext uri="{FF2B5EF4-FFF2-40B4-BE49-F238E27FC236}">
                    <a16:creationId xmlns:a16="http://schemas.microsoft.com/office/drawing/2014/main" id="{598C82D2-8D7C-4AC9-B8A2-008446955561}"/>
                  </a:ext>
                </a:extLst>
              </p:cNvPr>
              <p:cNvSpPr txBox="1"/>
              <p:nvPr/>
            </p:nvSpPr>
            <p:spPr>
              <a:xfrm>
                <a:off x="660400" y="2281685"/>
                <a:ext cx="3011174" cy="624918"/>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rPr>
                  <a:t>设计规范的重要性</a:t>
                </a:r>
                <a:endParaRPr lang="en-US" dirty="0"/>
              </a:p>
            </p:txBody>
          </p:sp>
          <p:sp>
            <p:nvSpPr>
              <p:cNvPr id="18" name="Text1">
                <a:extLst>
                  <a:ext uri="{FF2B5EF4-FFF2-40B4-BE49-F238E27FC236}">
                    <a16:creationId xmlns:a16="http://schemas.microsoft.com/office/drawing/2014/main" id="{0E00BE1B-4939-4F3B-9333-753CEB66AEDF}"/>
                  </a:ext>
                </a:extLst>
              </p:cNvPr>
              <p:cNvSpPr txBox="1"/>
              <p:nvPr/>
            </p:nvSpPr>
            <p:spPr>
              <a:xfrm>
                <a:off x="660400" y="2906602"/>
                <a:ext cx="3011174" cy="1126969"/>
              </a:xfrm>
              <a:prstGeom prst="rect">
                <a:avLst/>
              </a:prstGeom>
              <a:noFill/>
              <a:ln>
                <a:noFill/>
              </a:ln>
            </p:spPr>
            <p:txBody>
              <a:bodyPr wrap="square" lIns="91440" tIns="45720" rIns="91440" bIns="45720" anchor="t" anchorCtr="0">
                <a:normAutofit/>
              </a:bodyPr>
              <a:lstStyle/>
              <a:p>
                <a:pPr marL="0" marR="0" lvl="0" indent="0" algn="l"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rPr>
                  <a:t>保持界面一致性，提高用户体验</a:t>
                </a:r>
                <a:endParaRPr lang="en-US" dirty="0"/>
              </a:p>
            </p:txBody>
          </p:sp>
          <p:sp>
            <p:nvSpPr>
              <p:cNvPr id="25" name="IconMisc">
                <a:extLst>
                  <a:ext uri="{FF2B5EF4-FFF2-40B4-BE49-F238E27FC236}">
                    <a16:creationId xmlns:a16="http://schemas.microsoft.com/office/drawing/2014/main" id="{AA46EB73-61A8-0760-7840-1106523CABE0}"/>
                  </a:ext>
                </a:extLst>
              </p:cNvPr>
              <p:cNvSpPr/>
              <p:nvPr/>
            </p:nvSpPr>
            <p:spPr>
              <a:xfrm>
                <a:off x="5630231" y="3706823"/>
                <a:ext cx="858278" cy="647140"/>
              </a:xfrm>
              <a:custGeom>
                <a:avLst/>
                <a:gdLst>
                  <a:gd name="connsiteX0" fmla="*/ 273505 w 608415"/>
                  <a:gd name="connsiteY0" fmla="*/ 120949 h 458746"/>
                  <a:gd name="connsiteX1" fmla="*/ 395353 w 608415"/>
                  <a:gd name="connsiteY1" fmla="*/ 222196 h 458746"/>
                  <a:gd name="connsiteX2" fmla="*/ 401039 w 608415"/>
                  <a:gd name="connsiteY2" fmla="*/ 230940 h 458746"/>
                  <a:gd name="connsiteX3" fmla="*/ 411180 w 608415"/>
                  <a:gd name="connsiteY3" fmla="*/ 233088 h 458746"/>
                  <a:gd name="connsiteX4" fmla="*/ 432999 w 608415"/>
                  <a:gd name="connsiteY4" fmla="*/ 230940 h 458746"/>
                  <a:gd name="connsiteX5" fmla="*/ 547164 w 608415"/>
                  <a:gd name="connsiteY5" fmla="*/ 344766 h 458746"/>
                  <a:gd name="connsiteX6" fmla="*/ 432999 w 608415"/>
                  <a:gd name="connsiteY6" fmla="*/ 458746 h 458746"/>
                  <a:gd name="connsiteX7" fmla="*/ 114012 w 608415"/>
                  <a:gd name="connsiteY7" fmla="*/ 458746 h 458746"/>
                  <a:gd name="connsiteX8" fmla="*/ 0 w 608415"/>
                  <a:gd name="connsiteY8" fmla="*/ 344766 h 458746"/>
                  <a:gd name="connsiteX9" fmla="*/ 114012 w 608415"/>
                  <a:gd name="connsiteY9" fmla="*/ 230940 h 458746"/>
                  <a:gd name="connsiteX10" fmla="*/ 135984 w 608415"/>
                  <a:gd name="connsiteY10" fmla="*/ 233088 h 458746"/>
                  <a:gd name="connsiteX11" fmla="*/ 146126 w 608415"/>
                  <a:gd name="connsiteY11" fmla="*/ 230940 h 458746"/>
                  <a:gd name="connsiteX12" fmla="*/ 151811 w 608415"/>
                  <a:gd name="connsiteY12" fmla="*/ 222196 h 458746"/>
                  <a:gd name="connsiteX13" fmla="*/ 273505 w 608415"/>
                  <a:gd name="connsiteY13" fmla="*/ 120949 h 458746"/>
                  <a:gd name="connsiteX14" fmla="*/ 342300 w 608415"/>
                  <a:gd name="connsiteY14" fmla="*/ 0 h 458746"/>
                  <a:gd name="connsiteX15" fmla="*/ 471516 w 608415"/>
                  <a:gd name="connsiteY15" fmla="*/ 97427 h 458746"/>
                  <a:gd name="connsiteX16" fmla="*/ 482579 w 608415"/>
                  <a:gd name="connsiteY16" fmla="*/ 96813 h 458746"/>
                  <a:gd name="connsiteX17" fmla="*/ 608415 w 608415"/>
                  <a:gd name="connsiteY17" fmla="*/ 222471 h 458746"/>
                  <a:gd name="connsiteX18" fmla="*/ 570311 w 608415"/>
                  <a:gd name="connsiteY18" fmla="*/ 312534 h 458746"/>
                  <a:gd name="connsiteX19" fmla="*/ 432951 w 608415"/>
                  <a:gd name="connsiteY19" fmla="*/ 203907 h 458746"/>
                  <a:gd name="connsiteX20" fmla="*/ 418969 w 608415"/>
                  <a:gd name="connsiteY20" fmla="*/ 204674 h 458746"/>
                  <a:gd name="connsiteX21" fmla="*/ 273467 w 608415"/>
                  <a:gd name="connsiteY21" fmla="*/ 93898 h 458746"/>
                  <a:gd name="connsiteX22" fmla="*/ 210779 w 608415"/>
                  <a:gd name="connsiteY22" fmla="*/ 107553 h 458746"/>
                  <a:gd name="connsiteX23" fmla="*/ 342300 w 608415"/>
                  <a:gd name="connsiteY23" fmla="*/ 0 h 458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08415" h="458746">
                    <a:moveTo>
                      <a:pt x="273505" y="120949"/>
                    </a:moveTo>
                    <a:cubicBezTo>
                      <a:pt x="333431" y="120949"/>
                      <a:pt x="384598" y="163442"/>
                      <a:pt x="395353" y="222196"/>
                    </a:cubicBezTo>
                    <a:cubicBezTo>
                      <a:pt x="395968" y="225724"/>
                      <a:pt x="397965" y="228946"/>
                      <a:pt x="401039" y="230940"/>
                    </a:cubicBezTo>
                    <a:cubicBezTo>
                      <a:pt x="403958" y="233088"/>
                      <a:pt x="407646" y="233855"/>
                      <a:pt x="411180" y="233088"/>
                    </a:cubicBezTo>
                    <a:cubicBezTo>
                      <a:pt x="418402" y="231707"/>
                      <a:pt x="425777" y="230940"/>
                      <a:pt x="432999" y="230940"/>
                    </a:cubicBezTo>
                    <a:cubicBezTo>
                      <a:pt x="495997" y="230940"/>
                      <a:pt x="547164" y="282024"/>
                      <a:pt x="547164" y="344766"/>
                    </a:cubicBezTo>
                    <a:cubicBezTo>
                      <a:pt x="547164" y="407662"/>
                      <a:pt x="495997" y="458746"/>
                      <a:pt x="432999" y="458746"/>
                    </a:cubicBezTo>
                    <a:lnTo>
                      <a:pt x="114012" y="458746"/>
                    </a:lnTo>
                    <a:cubicBezTo>
                      <a:pt x="51167" y="458746"/>
                      <a:pt x="0" y="407662"/>
                      <a:pt x="0" y="344766"/>
                    </a:cubicBezTo>
                    <a:cubicBezTo>
                      <a:pt x="0" y="282024"/>
                      <a:pt x="51167" y="230940"/>
                      <a:pt x="114012" y="230940"/>
                    </a:cubicBezTo>
                    <a:cubicBezTo>
                      <a:pt x="121387" y="230940"/>
                      <a:pt x="128609" y="231707"/>
                      <a:pt x="135984" y="233088"/>
                    </a:cubicBezTo>
                    <a:cubicBezTo>
                      <a:pt x="139518" y="233855"/>
                      <a:pt x="143206" y="233088"/>
                      <a:pt x="146126" y="230940"/>
                    </a:cubicBezTo>
                    <a:cubicBezTo>
                      <a:pt x="149199" y="228946"/>
                      <a:pt x="151196" y="225724"/>
                      <a:pt x="151811" y="222196"/>
                    </a:cubicBezTo>
                    <a:cubicBezTo>
                      <a:pt x="162567" y="163442"/>
                      <a:pt x="213734" y="120949"/>
                      <a:pt x="273505" y="120949"/>
                    </a:cubicBezTo>
                    <a:close/>
                    <a:moveTo>
                      <a:pt x="342300" y="0"/>
                    </a:moveTo>
                    <a:cubicBezTo>
                      <a:pt x="402837" y="0"/>
                      <a:pt x="455230" y="40198"/>
                      <a:pt x="471516" y="97427"/>
                    </a:cubicBezTo>
                    <a:cubicBezTo>
                      <a:pt x="475204" y="97120"/>
                      <a:pt x="478891" y="96813"/>
                      <a:pt x="482579" y="96813"/>
                    </a:cubicBezTo>
                    <a:cubicBezTo>
                      <a:pt x="552027" y="96813"/>
                      <a:pt x="608415" y="153275"/>
                      <a:pt x="608415" y="222471"/>
                    </a:cubicBezTo>
                    <a:cubicBezTo>
                      <a:pt x="608415" y="256686"/>
                      <a:pt x="594894" y="288599"/>
                      <a:pt x="570311" y="312534"/>
                    </a:cubicBezTo>
                    <a:cubicBezTo>
                      <a:pt x="555561" y="250395"/>
                      <a:pt x="499634" y="203907"/>
                      <a:pt x="432951" y="203907"/>
                    </a:cubicBezTo>
                    <a:cubicBezTo>
                      <a:pt x="428342" y="203907"/>
                      <a:pt x="423579" y="204213"/>
                      <a:pt x="418969" y="204674"/>
                    </a:cubicBezTo>
                    <a:cubicBezTo>
                      <a:pt x="401300" y="139773"/>
                      <a:pt x="341993" y="93898"/>
                      <a:pt x="273467" y="93898"/>
                    </a:cubicBezTo>
                    <a:cubicBezTo>
                      <a:pt x="251188" y="93898"/>
                      <a:pt x="229985" y="98655"/>
                      <a:pt x="210779" y="107553"/>
                    </a:cubicBezTo>
                    <a:cubicBezTo>
                      <a:pt x="223378" y="45108"/>
                      <a:pt x="278230" y="0"/>
                      <a:pt x="342300"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组合 30">
              <a:extLst>
                <a:ext uri="{FF2B5EF4-FFF2-40B4-BE49-F238E27FC236}">
                  <a16:creationId xmlns:a16="http://schemas.microsoft.com/office/drawing/2014/main" id="{CD4DDDB8-6CCB-97D6-D313-32AD452151BC}"/>
                </a:ext>
              </a:extLst>
            </p:cNvPr>
            <p:cNvGrpSpPr/>
            <p:nvPr/>
          </p:nvGrpSpPr>
          <p:grpSpPr>
            <a:xfrm>
              <a:off x="4082811" y="2281685"/>
              <a:ext cx="7436089" cy="2064503"/>
              <a:chOff x="4082811" y="2281685"/>
              <a:chExt cx="7436089" cy="2064503"/>
            </a:xfrm>
          </p:grpSpPr>
          <p:sp>
            <p:nvSpPr>
              <p:cNvPr id="10" name="Number2">
                <a:extLst>
                  <a:ext uri="{FF2B5EF4-FFF2-40B4-BE49-F238E27FC236}">
                    <a16:creationId xmlns:a16="http://schemas.microsoft.com/office/drawing/2014/main" id="{B9B2224A-5A4E-4B2E-8C5E-FE04CF00E01D}"/>
                  </a:ext>
                </a:extLst>
              </p:cNvPr>
              <p:cNvSpPr/>
              <p:nvPr/>
            </p:nvSpPr>
            <p:spPr>
              <a:xfrm>
                <a:off x="4082811" y="3714598"/>
                <a:ext cx="631590" cy="631590"/>
              </a:xfrm>
              <a:custGeom>
                <a:avLst/>
                <a:gdLst>
                  <a:gd name="connsiteX0" fmla="*/ 0 w 950965"/>
                  <a:gd name="connsiteY0" fmla="*/ 475483 h 950965"/>
                  <a:gd name="connsiteX1" fmla="*/ 475483 w 950965"/>
                  <a:gd name="connsiteY1" fmla="*/ 0 h 950965"/>
                  <a:gd name="connsiteX2" fmla="*/ 950966 w 950965"/>
                  <a:gd name="connsiteY2" fmla="*/ 475483 h 950965"/>
                  <a:gd name="connsiteX3" fmla="*/ 475483 w 950965"/>
                  <a:gd name="connsiteY3" fmla="*/ 950966 h 950965"/>
                  <a:gd name="connsiteX4" fmla="*/ 0 w 950965"/>
                  <a:gd name="connsiteY4" fmla="*/ 475483 h 950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0965" h="950965">
                    <a:moveTo>
                      <a:pt x="0" y="475483"/>
                    </a:moveTo>
                    <a:cubicBezTo>
                      <a:pt x="0" y="212881"/>
                      <a:pt x="212881" y="0"/>
                      <a:pt x="475483" y="0"/>
                    </a:cubicBezTo>
                    <a:cubicBezTo>
                      <a:pt x="738085" y="0"/>
                      <a:pt x="950966" y="212881"/>
                      <a:pt x="950966" y="475483"/>
                    </a:cubicBezTo>
                    <a:cubicBezTo>
                      <a:pt x="950966" y="738085"/>
                      <a:pt x="738085" y="950966"/>
                      <a:pt x="475483" y="950966"/>
                    </a:cubicBezTo>
                    <a:cubicBezTo>
                      <a:pt x="212881" y="950966"/>
                      <a:pt x="0" y="738085"/>
                      <a:pt x="0" y="475483"/>
                    </a:cubicBezTo>
                    <a:close/>
                  </a:path>
                </a:pathLst>
              </a:custGeom>
              <a:solidFill>
                <a:schemeClr val="accent2"/>
              </a:solidFill>
              <a:ln w="12700" cap="flat">
                <a:noFill/>
                <a:prstDash val="solid"/>
                <a:miter/>
              </a:ln>
              <a:effectLst>
                <a:outerShdw blurRad="127000" dist="63500" dir="2700000" algn="tl" rotWithShape="0">
                  <a:schemeClr val="accent2">
                    <a:alpha val="40000"/>
                  </a:schemeClr>
                </a:outerShdw>
              </a:effectLst>
            </p:spPr>
            <p:txBody>
              <a:bodyPr wrap="none" rtlCol="0" anchor="ctr"/>
              <a:lstStyle/>
              <a:p>
                <a:pPr algn="ctr"/>
                <a:r>
                  <a:rPr lang="de-DE" altLang="zh-CN" sz="1400" b="1" dirty="0">
                    <a:solidFill>
                      <a:srgbClr val="FFFFFF"/>
                    </a:solidFill>
                  </a:rPr>
                  <a:t>2</a:t>
                </a:r>
              </a:p>
            </p:txBody>
          </p:sp>
          <p:sp>
            <p:nvSpPr>
              <p:cNvPr id="23" name="Bullet2">
                <a:extLst>
                  <a:ext uri="{FF2B5EF4-FFF2-40B4-BE49-F238E27FC236}">
                    <a16:creationId xmlns:a16="http://schemas.microsoft.com/office/drawing/2014/main" id="{B615C5DD-A62F-4C29-8266-28D2988406AD}"/>
                  </a:ext>
                </a:extLst>
              </p:cNvPr>
              <p:cNvSpPr txBox="1"/>
              <p:nvPr/>
            </p:nvSpPr>
            <p:spPr>
              <a:xfrm>
                <a:off x="8507726" y="2281685"/>
                <a:ext cx="3011174" cy="624918"/>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rPr>
                  <a:t>设计指南的遵循</a:t>
                </a:r>
                <a:endParaRPr lang="en-US" dirty="0"/>
              </a:p>
            </p:txBody>
          </p:sp>
          <p:sp>
            <p:nvSpPr>
              <p:cNvPr id="24" name="Text2">
                <a:extLst>
                  <a:ext uri="{FF2B5EF4-FFF2-40B4-BE49-F238E27FC236}">
                    <a16:creationId xmlns:a16="http://schemas.microsoft.com/office/drawing/2014/main" id="{11E30138-F74E-45D5-89BF-870C0275850E}"/>
                  </a:ext>
                </a:extLst>
              </p:cNvPr>
              <p:cNvSpPr txBox="1"/>
              <p:nvPr/>
            </p:nvSpPr>
            <p:spPr>
              <a:xfrm>
                <a:off x="8507726" y="2906602"/>
                <a:ext cx="3011174" cy="1126969"/>
              </a:xfrm>
              <a:prstGeom prst="rect">
                <a:avLst/>
              </a:prstGeom>
              <a:noFill/>
              <a:ln>
                <a:noFill/>
              </a:ln>
            </p:spPr>
            <p:txBody>
              <a:bodyPr wrap="square" lIns="91440" tIns="45720" rIns="91440" bIns="45720" anchor="t" anchorCtr="0">
                <a:normAutofit/>
              </a:bodyPr>
              <a:lstStyle/>
              <a:p>
                <a:pPr marL="0" marR="0" lvl="0" indent="0" algn="l"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rPr>
                  <a:t>系统化设计，减少错误与混淆</a:t>
                </a:r>
                <a:endParaRPr lang="en-US" dirty="0"/>
              </a:p>
            </p:txBody>
          </p:sp>
        </p:grpSp>
        <p:grpSp>
          <p:nvGrpSpPr>
            <p:cNvPr id="29" name="组合 28">
              <a:extLst>
                <a:ext uri="{FF2B5EF4-FFF2-40B4-BE49-F238E27FC236}">
                  <a16:creationId xmlns:a16="http://schemas.microsoft.com/office/drawing/2014/main" id="{FCF76438-917B-04CB-FB8E-7B0EB136397F}"/>
                </a:ext>
              </a:extLst>
            </p:cNvPr>
            <p:cNvGrpSpPr/>
            <p:nvPr/>
          </p:nvGrpSpPr>
          <p:grpSpPr>
            <a:xfrm>
              <a:off x="660400" y="3714598"/>
              <a:ext cx="7375533" cy="2419501"/>
              <a:chOff x="660400" y="3714598"/>
              <a:chExt cx="7375533" cy="2419501"/>
            </a:xfrm>
          </p:grpSpPr>
          <p:sp>
            <p:nvSpPr>
              <p:cNvPr id="8" name="Number3">
                <a:extLst>
                  <a:ext uri="{FF2B5EF4-FFF2-40B4-BE49-F238E27FC236}">
                    <a16:creationId xmlns:a16="http://schemas.microsoft.com/office/drawing/2014/main" id="{2A03BE48-7765-4541-AD49-32E04A794DB3}"/>
                  </a:ext>
                </a:extLst>
              </p:cNvPr>
              <p:cNvSpPr/>
              <p:nvPr/>
            </p:nvSpPr>
            <p:spPr>
              <a:xfrm>
                <a:off x="7404343" y="3714598"/>
                <a:ext cx="631590" cy="631590"/>
              </a:xfrm>
              <a:custGeom>
                <a:avLst/>
                <a:gdLst>
                  <a:gd name="connsiteX0" fmla="*/ 0 w 950965"/>
                  <a:gd name="connsiteY0" fmla="*/ 475483 h 950965"/>
                  <a:gd name="connsiteX1" fmla="*/ 475483 w 950965"/>
                  <a:gd name="connsiteY1" fmla="*/ 0 h 950965"/>
                  <a:gd name="connsiteX2" fmla="*/ 950966 w 950965"/>
                  <a:gd name="connsiteY2" fmla="*/ 475483 h 950965"/>
                  <a:gd name="connsiteX3" fmla="*/ 475483 w 950965"/>
                  <a:gd name="connsiteY3" fmla="*/ 950966 h 950965"/>
                  <a:gd name="connsiteX4" fmla="*/ 0 w 950965"/>
                  <a:gd name="connsiteY4" fmla="*/ 475483 h 950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0965" h="950965">
                    <a:moveTo>
                      <a:pt x="0" y="475483"/>
                    </a:moveTo>
                    <a:cubicBezTo>
                      <a:pt x="0" y="212881"/>
                      <a:pt x="212881" y="0"/>
                      <a:pt x="475483" y="0"/>
                    </a:cubicBezTo>
                    <a:cubicBezTo>
                      <a:pt x="738085" y="0"/>
                      <a:pt x="950966" y="212881"/>
                      <a:pt x="950966" y="475483"/>
                    </a:cubicBezTo>
                    <a:cubicBezTo>
                      <a:pt x="950966" y="738085"/>
                      <a:pt x="738085" y="950966"/>
                      <a:pt x="475483" y="950966"/>
                    </a:cubicBezTo>
                    <a:cubicBezTo>
                      <a:pt x="212881" y="950966"/>
                      <a:pt x="0" y="738085"/>
                      <a:pt x="0" y="475483"/>
                    </a:cubicBezTo>
                    <a:close/>
                  </a:path>
                </a:pathLst>
              </a:custGeom>
              <a:solidFill>
                <a:schemeClr val="accent2"/>
              </a:solidFill>
              <a:ln w="12700" cap="flat">
                <a:noFill/>
                <a:prstDash val="solid"/>
                <a:miter/>
              </a:ln>
              <a:effectLst>
                <a:outerShdw blurRad="127000" dist="63500" dir="2700000" algn="tl" rotWithShape="0">
                  <a:schemeClr val="accent2">
                    <a:alpha val="40000"/>
                  </a:schemeClr>
                </a:outerShdw>
              </a:effectLst>
            </p:spPr>
            <p:txBody>
              <a:bodyPr wrap="none" rtlCol="0" anchor="ctr"/>
              <a:lstStyle/>
              <a:p>
                <a:pPr algn="ctr"/>
                <a:r>
                  <a:rPr lang="de-DE" altLang="zh-CN" sz="1400" b="1" dirty="0">
                    <a:solidFill>
                      <a:srgbClr val="FFFFFF"/>
                    </a:solidFill>
                  </a:rPr>
                  <a:t>3</a:t>
                </a:r>
              </a:p>
            </p:txBody>
          </p:sp>
          <p:sp>
            <p:nvSpPr>
              <p:cNvPr id="15" name="Bullet3">
                <a:extLst>
                  <a:ext uri="{FF2B5EF4-FFF2-40B4-BE49-F238E27FC236}">
                    <a16:creationId xmlns:a16="http://schemas.microsoft.com/office/drawing/2014/main" id="{5013F2A3-F17F-4D65-914B-A2E4080DAB09}"/>
                  </a:ext>
                </a:extLst>
              </p:cNvPr>
              <p:cNvSpPr txBox="1"/>
              <p:nvPr/>
            </p:nvSpPr>
            <p:spPr>
              <a:xfrm>
                <a:off x="660400" y="4382213"/>
                <a:ext cx="3011174" cy="624918"/>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rPr>
                  <a:t>色彩与图标规范</a:t>
                </a:r>
                <a:endParaRPr lang="en-US" dirty="0"/>
              </a:p>
            </p:txBody>
          </p:sp>
          <p:sp>
            <p:nvSpPr>
              <p:cNvPr id="16" name="Text3">
                <a:extLst>
                  <a:ext uri="{FF2B5EF4-FFF2-40B4-BE49-F238E27FC236}">
                    <a16:creationId xmlns:a16="http://schemas.microsoft.com/office/drawing/2014/main" id="{8D332618-8F10-4358-AA1C-6534FA1B1BAE}"/>
                  </a:ext>
                </a:extLst>
              </p:cNvPr>
              <p:cNvSpPr txBox="1"/>
              <p:nvPr/>
            </p:nvSpPr>
            <p:spPr>
              <a:xfrm>
                <a:off x="660400" y="5007130"/>
                <a:ext cx="3011174" cy="1126969"/>
              </a:xfrm>
              <a:prstGeom prst="rect">
                <a:avLst/>
              </a:prstGeom>
              <a:noFill/>
              <a:ln>
                <a:noFill/>
              </a:ln>
            </p:spPr>
            <p:txBody>
              <a:bodyPr wrap="square" lIns="91440" tIns="45720" rIns="91440" bIns="45720" anchor="t" anchorCtr="0">
                <a:normAutofit/>
              </a:bodyPr>
              <a:lstStyle/>
              <a:p>
                <a:pPr marL="0" marR="0" lvl="0" indent="0" algn="l"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rPr>
                  <a:t>视觉传达统一，增强识别记忆</a:t>
                </a:r>
                <a:endParaRPr lang="en-US" dirty="0"/>
              </a:p>
            </p:txBody>
          </p:sp>
        </p:grpSp>
        <p:grpSp>
          <p:nvGrpSpPr>
            <p:cNvPr id="30" name="组合 29">
              <a:extLst>
                <a:ext uri="{FF2B5EF4-FFF2-40B4-BE49-F238E27FC236}">
                  <a16:creationId xmlns:a16="http://schemas.microsoft.com/office/drawing/2014/main" id="{9BAA8FE8-0283-28E1-A5A0-2846713DD78D}"/>
                </a:ext>
              </a:extLst>
            </p:cNvPr>
            <p:cNvGrpSpPr/>
            <p:nvPr/>
          </p:nvGrpSpPr>
          <p:grpSpPr>
            <a:xfrm>
              <a:off x="5743575" y="4382213"/>
              <a:ext cx="5775325" cy="1751886"/>
              <a:chOff x="5743575" y="4382213"/>
              <a:chExt cx="5775325" cy="1751886"/>
            </a:xfrm>
          </p:grpSpPr>
          <p:sp>
            <p:nvSpPr>
              <p:cNvPr id="9" name="Number4">
                <a:extLst>
                  <a:ext uri="{FF2B5EF4-FFF2-40B4-BE49-F238E27FC236}">
                    <a16:creationId xmlns:a16="http://schemas.microsoft.com/office/drawing/2014/main" id="{6B98C6B8-4B13-40C3-9D2B-BDE7D9F221F7}"/>
                  </a:ext>
                </a:extLst>
              </p:cNvPr>
              <p:cNvSpPr/>
              <p:nvPr/>
            </p:nvSpPr>
            <p:spPr>
              <a:xfrm>
                <a:off x="5743575" y="5375365"/>
                <a:ext cx="631590" cy="631590"/>
              </a:xfrm>
              <a:custGeom>
                <a:avLst/>
                <a:gdLst>
                  <a:gd name="connsiteX0" fmla="*/ 0 w 950965"/>
                  <a:gd name="connsiteY0" fmla="*/ 475483 h 950965"/>
                  <a:gd name="connsiteX1" fmla="*/ 475483 w 950965"/>
                  <a:gd name="connsiteY1" fmla="*/ 0 h 950965"/>
                  <a:gd name="connsiteX2" fmla="*/ 950966 w 950965"/>
                  <a:gd name="connsiteY2" fmla="*/ 475483 h 950965"/>
                  <a:gd name="connsiteX3" fmla="*/ 475483 w 950965"/>
                  <a:gd name="connsiteY3" fmla="*/ 950966 h 950965"/>
                  <a:gd name="connsiteX4" fmla="*/ 0 w 950965"/>
                  <a:gd name="connsiteY4" fmla="*/ 475483 h 9509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0965" h="950965">
                    <a:moveTo>
                      <a:pt x="0" y="475483"/>
                    </a:moveTo>
                    <a:cubicBezTo>
                      <a:pt x="0" y="212881"/>
                      <a:pt x="212881" y="0"/>
                      <a:pt x="475483" y="0"/>
                    </a:cubicBezTo>
                    <a:cubicBezTo>
                      <a:pt x="738085" y="0"/>
                      <a:pt x="950966" y="212881"/>
                      <a:pt x="950966" y="475483"/>
                    </a:cubicBezTo>
                    <a:cubicBezTo>
                      <a:pt x="950966" y="738085"/>
                      <a:pt x="738085" y="950966"/>
                      <a:pt x="475483" y="950966"/>
                    </a:cubicBezTo>
                    <a:cubicBezTo>
                      <a:pt x="212881" y="950966"/>
                      <a:pt x="0" y="738085"/>
                      <a:pt x="0" y="475483"/>
                    </a:cubicBezTo>
                    <a:close/>
                  </a:path>
                </a:pathLst>
              </a:custGeom>
              <a:solidFill>
                <a:schemeClr val="accent2"/>
              </a:solidFill>
              <a:ln w="12700" cap="flat">
                <a:noFill/>
                <a:prstDash val="solid"/>
                <a:miter/>
              </a:ln>
              <a:effectLst>
                <a:outerShdw blurRad="127000" dist="63500" dir="2700000" algn="tl" rotWithShape="0">
                  <a:schemeClr val="accent2">
                    <a:alpha val="40000"/>
                  </a:schemeClr>
                </a:outerShdw>
              </a:effectLst>
            </p:spPr>
            <p:txBody>
              <a:bodyPr wrap="none" rtlCol="0" anchor="ctr"/>
              <a:lstStyle/>
              <a:p>
                <a:pPr algn="ctr"/>
                <a:r>
                  <a:rPr lang="de-DE" altLang="zh-CN" sz="1400" b="1" dirty="0">
                    <a:solidFill>
                      <a:srgbClr val="FFFFFF"/>
                    </a:solidFill>
                  </a:rPr>
                  <a:t>4</a:t>
                </a:r>
              </a:p>
            </p:txBody>
          </p:sp>
          <p:sp>
            <p:nvSpPr>
              <p:cNvPr id="21" name="Bullet4">
                <a:extLst>
                  <a:ext uri="{FF2B5EF4-FFF2-40B4-BE49-F238E27FC236}">
                    <a16:creationId xmlns:a16="http://schemas.microsoft.com/office/drawing/2014/main" id="{E402D37C-3907-4938-B4F2-D688D55E4A36}"/>
                  </a:ext>
                </a:extLst>
              </p:cNvPr>
              <p:cNvSpPr txBox="1"/>
              <p:nvPr/>
            </p:nvSpPr>
            <p:spPr>
              <a:xfrm>
                <a:off x="8507726" y="4382213"/>
                <a:ext cx="3011174" cy="624918"/>
              </a:xfrm>
              <a:prstGeom prst="rect">
                <a:avLst/>
              </a:prstGeom>
              <a:noFill/>
              <a:ln>
                <a:noFill/>
              </a:ln>
            </p:spPr>
            <p:txBody>
              <a:bodyPr wrap="square" lIns="91440" tIns="45720" rIns="91440" bIns="45720" anchor="b" anchorCtr="0">
                <a:normAutofit/>
              </a:bodyPr>
              <a:lstStyle/>
              <a:p>
                <a:pPr marL="0" marR="0" lvl="0" indent="0" defTabSz="913765" rtl="0" eaLnBrk="1" fontAlgn="auto" latinLnBrk="0" hangingPunct="1">
                  <a:spcBef>
                    <a:spcPts val="0"/>
                  </a:spcBef>
                  <a:spcAft>
                    <a:spcPts val="0"/>
                  </a:spcAft>
                  <a:buClrTx/>
                  <a:buSzPct val="25000"/>
                  <a:buFontTx/>
                  <a:buNone/>
                  <a:defRPr/>
                </a:pPr>
                <a:r>
                  <a:rPr kumimoji="0" lang="zh-CN" altLang="en-US" b="1" i="0" u="none" strike="noStrike" kern="1200" cap="none" spc="0" normalizeH="0" baseline="0" noProof="0" dirty="0">
                    <a:ln>
                      <a:noFill/>
                    </a:ln>
                    <a:effectLst/>
                    <a:uLnTx/>
                    <a:uFillTx/>
                  </a:rPr>
                  <a:t>排版与布局原则</a:t>
                </a:r>
                <a:endParaRPr lang="en-US" dirty="0"/>
              </a:p>
            </p:txBody>
          </p:sp>
          <p:sp>
            <p:nvSpPr>
              <p:cNvPr id="22" name="Text4">
                <a:extLst>
                  <a:ext uri="{FF2B5EF4-FFF2-40B4-BE49-F238E27FC236}">
                    <a16:creationId xmlns:a16="http://schemas.microsoft.com/office/drawing/2014/main" id="{6B13CF55-250A-4710-9A1F-AEA363EDE0B0}"/>
                  </a:ext>
                </a:extLst>
              </p:cNvPr>
              <p:cNvSpPr txBox="1"/>
              <p:nvPr/>
            </p:nvSpPr>
            <p:spPr>
              <a:xfrm>
                <a:off x="8507726" y="5007130"/>
                <a:ext cx="3011174" cy="1126969"/>
              </a:xfrm>
              <a:prstGeom prst="rect">
                <a:avLst/>
              </a:prstGeom>
              <a:noFill/>
              <a:ln>
                <a:noFill/>
              </a:ln>
            </p:spPr>
            <p:txBody>
              <a:bodyPr wrap="square" lIns="91440" tIns="45720" rIns="91440" bIns="45720" anchor="t" anchorCtr="0">
                <a:normAutofit/>
              </a:bodyPr>
              <a:lstStyle/>
              <a:p>
                <a:pPr marL="0" marR="0" lvl="0" indent="0" algn="l" defTabSz="913765" rtl="0" eaLnBrk="1" fontAlgn="auto" latinLnBrk="0" hangingPunct="1">
                  <a:lnSpc>
                    <a:spcPct val="120000"/>
                  </a:lnSpc>
                  <a:spcBef>
                    <a:spcPts val="0"/>
                  </a:spcBef>
                  <a:spcAft>
                    <a:spcPts val="0"/>
                  </a:spcAft>
                  <a:buClrTx/>
                  <a:buSzPct val="25000"/>
                  <a:buFontTx/>
                  <a:buNone/>
                  <a:defRPr/>
                </a:pPr>
                <a:r>
                  <a:rPr kumimoji="0" lang="zh-CN" altLang="en-US" sz="1200" i="0" u="none" strike="noStrike" kern="1200" cap="none" spc="0" normalizeH="0" baseline="0" noProof="0" dirty="0">
                    <a:ln>
                      <a:noFill/>
                    </a:ln>
                    <a:effectLst/>
                    <a:uLnTx/>
                    <a:uFillTx/>
                  </a:rPr>
                  <a:t>优化信息结构，提升可用性</a:t>
                </a:r>
                <a:endParaRPr lang="en-US" dirty="0"/>
              </a:p>
            </p:txBody>
          </p:sp>
        </p:grpSp>
        <p:sp>
          <p:nvSpPr>
            <p:cNvPr id="26" name="Title">
              <a:extLst>
                <a:ext uri="{FF2B5EF4-FFF2-40B4-BE49-F238E27FC236}">
                  <a16:creationId xmlns:a16="http://schemas.microsoft.com/office/drawing/2014/main" id="{24DE5AC9-659E-F855-6EA0-5473D5D5349C}"/>
                </a:ext>
              </a:extLst>
            </p:cNvPr>
            <p:cNvSpPr txBox="1"/>
            <p:nvPr/>
          </p:nvSpPr>
          <p:spPr>
            <a:xfrm>
              <a:off x="660400" y="1130300"/>
              <a:ext cx="10858500" cy="461665"/>
            </a:xfrm>
            <a:prstGeom prst="rect">
              <a:avLst/>
            </a:prstGeom>
            <a:noFill/>
          </p:spPr>
          <p:txBody>
            <a:bodyPr vert="horz" wrap="square" rtlCol="0" anchor="t" anchorCtr="1">
              <a:normAutofit/>
            </a:bodyPr>
            <a:lstStyle/>
            <a:p>
              <a:pPr algn="ctr"/>
              <a:r>
                <a:rPr lang="zh-CN" altLang="en-US" sz="2400" b="1" dirty="0"/>
                <a:t>遵循设计指南以保持一致性</a:t>
              </a:r>
              <a:endParaRPr lang="en-US" dirty="0"/>
            </a:p>
          </p:txBody>
        </p:sp>
      </p:grpSp>
    </p:spTree>
    <p:extLst>
      <p:ext uri="{BB962C8B-B14F-4D97-AF65-F5344CB8AC3E}">
        <p14:creationId xmlns:p14="http://schemas.microsoft.com/office/powerpoint/2010/main" val="2978646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60400" y="1428750"/>
            <a:ext cx="5041899" cy="1715165"/>
          </a:xfrm>
        </p:spPr>
        <p:txBody>
          <a:bodyPr/>
          <a:lstStyle/>
          <a:p>
            <a:r>
              <a:rPr lang="zh-CN" altLang="en-US" dirty="0"/>
              <a:t>图标设计</a:t>
            </a:r>
            <a:endParaRPr lang="en-US" dirty="0"/>
          </a:p>
        </p:txBody>
      </p:sp>
      <p:sp>
        <p:nvSpPr>
          <p:cNvPr id="25" name="文本占位符 24"/>
          <p:cNvSpPr>
            <a:spLocks noGrp="1"/>
          </p:cNvSpPr>
          <p:nvPr>
            <p:ph type="body" sz="quarter" idx="1" hasCustomPrompt="1"/>
          </p:nvPr>
        </p:nvSpPr>
        <p:spPr>
          <a:xfrm>
            <a:off x="660400" y="3155769"/>
            <a:ext cx="5041899" cy="2444931"/>
          </a:xfrm>
        </p:spPr>
        <p:txBody>
          <a:bodyPr/>
          <a:lstStyle/>
          <a:p>
            <a:r>
              <a:rPr lang="zh-CN" altLang="en-US" dirty="0"/>
              <a:t>图标语言的艺术与功能</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iṡ1ídè"/>
        <p:cNvGrpSpPr/>
        <p:nvPr/>
      </p:nvGrpSpPr>
      <p:grpSpPr>
        <a:xfrm>
          <a:off x="0" y="0"/>
          <a:ext cx="0" cy="0"/>
          <a:chOff x="0" y="0"/>
          <a:chExt cx="0" cy="0"/>
        </a:xfrm>
      </p:grpSpPr>
      <p:sp>
        <p:nvSpPr>
          <p:cNvPr id="2" name="标题 1">
            <a:extLst>
              <a:ext uri="{FF2B5EF4-FFF2-40B4-BE49-F238E27FC236}">
                <a16:creationId xmlns:a16="http://schemas.microsoft.com/office/drawing/2014/main" id="{1E520409-0859-06A1-36A1-2C6109D70FCC}"/>
              </a:ext>
            </a:extLst>
          </p:cNvPr>
          <p:cNvSpPr>
            <a:spLocks noGrp="1"/>
          </p:cNvSpPr>
          <p:nvPr>
            <p:ph type="title"/>
          </p:nvPr>
        </p:nvSpPr>
        <p:spPr/>
        <p:txBody>
          <a:bodyPr/>
          <a:lstStyle/>
          <a:p>
            <a:r>
              <a:rPr lang="zh-CN" altLang="en-US" dirty="0"/>
              <a:t>基础图标设计</a:t>
            </a:r>
            <a:endParaRPr lang="en-US" dirty="0"/>
          </a:p>
        </p:txBody>
      </p:sp>
      <p:grpSp>
        <p:nvGrpSpPr>
          <p:cNvPr id="20" name="组合 19">
            <a:extLst>
              <a:ext uri="{FF2B5EF4-FFF2-40B4-BE49-F238E27FC236}">
                <a16:creationId xmlns:a16="http://schemas.microsoft.com/office/drawing/2014/main" id="{14220082-6FE5-0431-9068-0A53954872C2}"/>
              </a:ext>
            </a:extLst>
          </p:cNvPr>
          <p:cNvGrpSpPr/>
          <p:nvPr/>
        </p:nvGrpSpPr>
        <p:grpSpPr>
          <a:xfrm>
            <a:off x="660401" y="1130300"/>
            <a:ext cx="11531599" cy="4718050"/>
            <a:chOff x="660401" y="1130300"/>
            <a:chExt cx="11531599" cy="4718050"/>
          </a:xfrm>
        </p:grpSpPr>
        <p:grpSp>
          <p:nvGrpSpPr>
            <p:cNvPr id="17" name="组合 16">
              <a:extLst>
                <a:ext uri="{FF2B5EF4-FFF2-40B4-BE49-F238E27FC236}">
                  <a16:creationId xmlns:a16="http://schemas.microsoft.com/office/drawing/2014/main" id="{602A1DEA-59C1-6843-F40F-EFA8D8282235}"/>
                </a:ext>
              </a:extLst>
            </p:cNvPr>
            <p:cNvGrpSpPr/>
            <p:nvPr/>
          </p:nvGrpSpPr>
          <p:grpSpPr>
            <a:xfrm>
              <a:off x="660401" y="1130300"/>
              <a:ext cx="2959099" cy="4347632"/>
              <a:chOff x="660401" y="1130300"/>
              <a:chExt cx="2959099" cy="4347632"/>
            </a:xfrm>
          </p:grpSpPr>
          <p:grpSp>
            <p:nvGrpSpPr>
              <p:cNvPr id="14" name="组合 13">
                <a:extLst>
                  <a:ext uri="{FF2B5EF4-FFF2-40B4-BE49-F238E27FC236}">
                    <a16:creationId xmlns:a16="http://schemas.microsoft.com/office/drawing/2014/main" id="{F5828DD6-A333-BBB8-D180-6278B0907C9A}"/>
                  </a:ext>
                </a:extLst>
              </p:cNvPr>
              <p:cNvGrpSpPr/>
              <p:nvPr/>
            </p:nvGrpSpPr>
            <p:grpSpPr>
              <a:xfrm>
                <a:off x="775841" y="2949222"/>
                <a:ext cx="2843659" cy="2528710"/>
                <a:chOff x="775841" y="2470150"/>
                <a:chExt cx="2843659" cy="2528710"/>
              </a:xfrm>
            </p:grpSpPr>
            <p:grpSp>
              <p:nvGrpSpPr>
                <p:cNvPr id="13" name="组合 12">
                  <a:extLst>
                    <a:ext uri="{FF2B5EF4-FFF2-40B4-BE49-F238E27FC236}">
                      <a16:creationId xmlns:a16="http://schemas.microsoft.com/office/drawing/2014/main" id="{B6B5172D-0528-31C3-606A-2B0D4229C8AE}"/>
                    </a:ext>
                  </a:extLst>
                </p:cNvPr>
                <p:cNvGrpSpPr/>
                <p:nvPr/>
              </p:nvGrpSpPr>
              <p:grpSpPr>
                <a:xfrm>
                  <a:off x="1456267" y="2470150"/>
                  <a:ext cx="2163233" cy="2528710"/>
                  <a:chOff x="1309287" y="2402417"/>
                  <a:chExt cx="2233473" cy="2528710"/>
                </a:xfrm>
              </p:grpSpPr>
              <p:sp>
                <p:nvSpPr>
                  <p:cNvPr id="5" name="Bullet">
                    <a:extLst>
                      <a:ext uri="{FF2B5EF4-FFF2-40B4-BE49-F238E27FC236}">
                        <a16:creationId xmlns:a16="http://schemas.microsoft.com/office/drawing/2014/main" id="{45EA2011-6810-7AF7-C0E1-B03F50417400}"/>
                      </a:ext>
                    </a:extLst>
                  </p:cNvPr>
                  <p:cNvSpPr>
                    <a:spLocks/>
                  </p:cNvSpPr>
                  <p:nvPr/>
                </p:nvSpPr>
                <p:spPr>
                  <a:xfrm>
                    <a:off x="1309287" y="2402417"/>
                    <a:ext cx="2233473" cy="7236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b" anchorCtr="0">
                    <a:normAutofit/>
                  </a:bodyPr>
                  <a:lstStyle/>
                  <a:p>
                    <a:r>
                      <a:rPr kumimoji="1" lang="zh-CN" altLang="en-US" b="1" dirty="0">
                        <a:solidFill>
                          <a:schemeClr val="tx1"/>
                        </a:solidFill>
                        <a:cs typeface="+mn-ea"/>
                        <a:sym typeface="+mn-lt"/>
                      </a:rPr>
                      <a:t>设计原则概述</a:t>
                    </a:r>
                    <a:endParaRPr lang="en-US" dirty="0"/>
                  </a:p>
                </p:txBody>
              </p:sp>
              <p:sp>
                <p:nvSpPr>
                  <p:cNvPr id="6" name="Text">
                    <a:extLst>
                      <a:ext uri="{FF2B5EF4-FFF2-40B4-BE49-F238E27FC236}">
                        <a16:creationId xmlns:a16="http://schemas.microsoft.com/office/drawing/2014/main" id="{279BEC1C-AF1E-03E4-501D-A47531CEEAA4}"/>
                      </a:ext>
                    </a:extLst>
                  </p:cNvPr>
                  <p:cNvSpPr>
                    <a:spLocks/>
                  </p:cNvSpPr>
                  <p:nvPr/>
                </p:nvSpPr>
                <p:spPr>
                  <a:xfrm>
                    <a:off x="1309287" y="3131758"/>
                    <a:ext cx="2233473" cy="17993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t" anchorCtr="0">
                    <a:normAutofit/>
                  </a:bodyPr>
                  <a:lstStyle/>
                  <a:p>
                    <a:pPr>
                      <a:lnSpc>
                        <a:spcPct val="120000"/>
                      </a:lnSpc>
                    </a:pPr>
                    <a:r>
                      <a:rPr kumimoji="1" lang="zh-CN" altLang="en-US" sz="1200" dirty="0">
                        <a:solidFill>
                          <a:schemeClr val="tx1"/>
                        </a:solidFill>
                        <a:cs typeface="+mn-ea"/>
                        <a:sym typeface="+mn-lt"/>
                      </a:rPr>
                      <a:t>简洁明了，符合使用场景</a:t>
                    </a:r>
                    <a:endParaRPr lang="en-US" dirty="0"/>
                  </a:p>
                </p:txBody>
              </p:sp>
            </p:grpSp>
            <p:grpSp>
              <p:nvGrpSpPr>
                <p:cNvPr id="11" name="íşlíḋè">
                  <a:extLst>
                    <a:ext uri="{FF2B5EF4-FFF2-40B4-BE49-F238E27FC236}">
                      <a16:creationId xmlns:a16="http://schemas.microsoft.com/office/drawing/2014/main" id="{F124A3D2-0922-81B4-F461-A955C7AA8B27}"/>
                    </a:ext>
                  </a:extLst>
                </p:cNvPr>
                <p:cNvGrpSpPr/>
                <p:nvPr/>
              </p:nvGrpSpPr>
              <p:grpSpPr>
                <a:xfrm>
                  <a:off x="775841" y="2923362"/>
                  <a:ext cx="500385" cy="500385"/>
                  <a:chOff x="775841" y="2923362"/>
                  <a:chExt cx="500385" cy="500385"/>
                </a:xfrm>
              </p:grpSpPr>
              <p:sp>
                <p:nvSpPr>
                  <p:cNvPr id="7" name="íşḷïḑè">
                    <a:extLst>
                      <a:ext uri="{FF2B5EF4-FFF2-40B4-BE49-F238E27FC236}">
                        <a16:creationId xmlns:a16="http://schemas.microsoft.com/office/drawing/2014/main" id="{0634EC04-CD16-B846-F196-472A0F02D487}"/>
                      </a:ext>
                    </a:extLst>
                  </p:cNvPr>
                  <p:cNvSpPr/>
                  <p:nvPr/>
                </p:nvSpPr>
                <p:spPr bwMode="auto">
                  <a:xfrm>
                    <a:off x="775841" y="2923362"/>
                    <a:ext cx="500385" cy="500385"/>
                  </a:xfrm>
                  <a:custGeom>
                    <a:avLst/>
                    <a:gdLst>
                      <a:gd name="T0" fmla="*/ 283 w 566"/>
                      <a:gd name="T1" fmla="*/ 566 h 566"/>
                      <a:gd name="T2" fmla="*/ 0 w 566"/>
                      <a:gd name="T3" fmla="*/ 383 h 566"/>
                      <a:gd name="T4" fmla="*/ 97 w 566"/>
                      <a:gd name="T5" fmla="*/ 136 h 566"/>
                      <a:gd name="T6" fmla="*/ 283 w 566"/>
                      <a:gd name="T7" fmla="*/ 0 h 566"/>
                      <a:gd name="T8" fmla="*/ 469 w 566"/>
                      <a:gd name="T9" fmla="*/ 136 h 566"/>
                      <a:gd name="T10" fmla="*/ 566 w 566"/>
                      <a:gd name="T11" fmla="*/ 383 h 566"/>
                      <a:gd name="T12" fmla="*/ 283 w 566"/>
                      <a:gd name="T13" fmla="*/ 566 h 566"/>
                    </a:gdLst>
                    <a:ahLst/>
                    <a:cxnLst>
                      <a:cxn ang="0">
                        <a:pos x="T0" y="T1"/>
                      </a:cxn>
                      <a:cxn ang="0">
                        <a:pos x="T2" y="T3"/>
                      </a:cxn>
                      <a:cxn ang="0">
                        <a:pos x="T4" y="T5"/>
                      </a:cxn>
                      <a:cxn ang="0">
                        <a:pos x="T6" y="T7"/>
                      </a:cxn>
                      <a:cxn ang="0">
                        <a:pos x="T8" y="T9"/>
                      </a:cxn>
                      <a:cxn ang="0">
                        <a:pos x="T10" y="T11"/>
                      </a:cxn>
                      <a:cxn ang="0">
                        <a:pos x="T12" y="T13"/>
                      </a:cxn>
                    </a:cxnLst>
                    <a:rect l="0" t="0" r="r" b="b"/>
                    <a:pathLst>
                      <a:path w="566" h="566">
                        <a:moveTo>
                          <a:pt x="283" y="566"/>
                        </a:moveTo>
                        <a:cubicBezTo>
                          <a:pt x="93" y="566"/>
                          <a:pt x="0" y="506"/>
                          <a:pt x="0" y="383"/>
                        </a:cubicBezTo>
                        <a:cubicBezTo>
                          <a:pt x="0" y="314"/>
                          <a:pt x="37" y="219"/>
                          <a:pt x="97" y="136"/>
                        </a:cubicBezTo>
                        <a:cubicBezTo>
                          <a:pt x="158" y="51"/>
                          <a:pt x="228" y="0"/>
                          <a:pt x="283" y="0"/>
                        </a:cubicBezTo>
                        <a:cubicBezTo>
                          <a:pt x="338" y="0"/>
                          <a:pt x="408" y="51"/>
                          <a:pt x="469" y="136"/>
                        </a:cubicBezTo>
                        <a:cubicBezTo>
                          <a:pt x="529" y="219"/>
                          <a:pt x="566" y="314"/>
                          <a:pt x="566" y="383"/>
                        </a:cubicBezTo>
                        <a:cubicBezTo>
                          <a:pt x="566" y="506"/>
                          <a:pt x="473" y="566"/>
                          <a:pt x="283" y="566"/>
                        </a:cubicBezTo>
                        <a:close/>
                      </a:path>
                    </a:pathLst>
                  </a:custGeom>
                  <a:solidFill>
                    <a:schemeClr val="accent1"/>
                  </a:solidFill>
                  <a:ln w="12700" cap="flat">
                    <a:noFill/>
                    <a:prstDash val="solid"/>
                    <a:miter/>
                  </a:ln>
                  <a:effectLst>
                    <a:outerShdw blurRad="127000" dist="63500" dir="2700000" algn="tl" rotWithShape="0">
                      <a:schemeClr val="accent1">
                        <a:alpha val="40000"/>
                      </a:schemeClr>
                    </a:outerShdw>
                  </a:effectLst>
                </p:spPr>
                <p:txBody>
                  <a:bodyPr rtlCol="0" anchor="ctr"/>
                  <a:lstStyle/>
                  <a:p>
                    <a:endParaRPr lang="zh-CN" altLang="en-US" dirty="0">
                      <a:sym typeface="+mn-lt"/>
                    </a:endParaRPr>
                  </a:p>
                </p:txBody>
              </p:sp>
              <p:sp>
                <p:nvSpPr>
                  <p:cNvPr id="10" name="Number">
                    <a:extLst>
                      <a:ext uri="{FF2B5EF4-FFF2-40B4-BE49-F238E27FC236}">
                        <a16:creationId xmlns:a16="http://schemas.microsoft.com/office/drawing/2014/main" id="{04C6052F-CFA9-4CD6-45D4-D02684952456}"/>
                      </a:ext>
                    </a:extLst>
                  </p:cNvPr>
                  <p:cNvSpPr txBox="1"/>
                  <p:nvPr/>
                </p:nvSpPr>
                <p:spPr>
                  <a:xfrm>
                    <a:off x="809625" y="3012282"/>
                    <a:ext cx="441146" cy="369332"/>
                  </a:xfrm>
                  <a:prstGeom prst="rect">
                    <a:avLst/>
                  </a:prstGeom>
                  <a:noFill/>
                </p:spPr>
                <p:txBody>
                  <a:bodyPr wrap="none" rtlCol="0">
                    <a:spAutoFit/>
                  </a:bodyPr>
                  <a:lstStyle/>
                  <a:p>
                    <a:pPr algn="ctr"/>
                    <a:r>
                      <a:rPr lang="en-US" altLang="zh-CN" b="1" dirty="0">
                        <a:solidFill>
                          <a:schemeClr val="bg1"/>
                        </a:solidFill>
                        <a:cs typeface="+mn-ea"/>
                        <a:sym typeface="+mn-lt"/>
                      </a:rPr>
                      <a:t>01</a:t>
                    </a:r>
                    <a:endParaRPr lang="zh-CN" altLang="en-US" b="1" dirty="0">
                      <a:solidFill>
                        <a:schemeClr val="bg1"/>
                      </a:solidFill>
                      <a:cs typeface="+mn-ea"/>
                      <a:sym typeface="+mn-lt"/>
                    </a:endParaRPr>
                  </a:p>
                </p:txBody>
              </p:sp>
            </p:grpSp>
          </p:grpSp>
          <p:sp>
            <p:nvSpPr>
              <p:cNvPr id="9" name="Title">
                <a:extLst>
                  <a:ext uri="{FF2B5EF4-FFF2-40B4-BE49-F238E27FC236}">
                    <a16:creationId xmlns:a16="http://schemas.microsoft.com/office/drawing/2014/main" id="{AAFC8E36-A93F-CD87-97EC-D434F5101B63}"/>
                  </a:ext>
                </a:extLst>
              </p:cNvPr>
              <p:cNvSpPr/>
              <p:nvPr/>
            </p:nvSpPr>
            <p:spPr>
              <a:xfrm>
                <a:off x="660401" y="1130300"/>
                <a:ext cx="2768600" cy="1234722"/>
              </a:xfrm>
              <a:prstGeom prst="rect">
                <a:avLst/>
              </a:prstGeom>
            </p:spPr>
            <p:txBody>
              <a:bodyPr wrap="square" anchor="t" anchorCtr="0">
                <a:normAutofit/>
              </a:bodyPr>
              <a:lstStyle/>
              <a:p>
                <a:pPr>
                  <a:buSzPct val="25000"/>
                </a:pPr>
                <a:r>
                  <a:rPr lang="zh-CN" altLang="en-US" sz="2400" b="1" dirty="0">
                    <a:cs typeface="+mn-ea"/>
                    <a:sym typeface="+mn-lt"/>
                  </a:rPr>
                  <a:t>简洁、易识别的</a:t>
                </a:r>
                <a:endParaRPr lang="en-US" altLang="zh-CN" sz="2400" b="1" dirty="0">
                  <a:cs typeface="+mn-ea"/>
                  <a:sym typeface="+mn-lt"/>
                </a:endParaRPr>
              </a:p>
              <a:p>
                <a:pPr>
                  <a:buSzPct val="25000"/>
                </a:pPr>
                <a:r>
                  <a:rPr lang="zh-CN" altLang="en-US" sz="2400" b="1" dirty="0">
                    <a:cs typeface="+mn-ea"/>
                    <a:sym typeface="+mn-lt"/>
                  </a:rPr>
                  <a:t>图标创作</a:t>
                </a:r>
                <a:endParaRPr lang="en-US" dirty="0"/>
              </a:p>
            </p:txBody>
          </p:sp>
        </p:grpSp>
        <p:sp>
          <p:nvSpPr>
            <p:cNvPr id="19" name="任意多边形: 形状 18">
              <a:extLst>
                <a:ext uri="{FF2B5EF4-FFF2-40B4-BE49-F238E27FC236}">
                  <a16:creationId xmlns:a16="http://schemas.microsoft.com/office/drawing/2014/main" id="{A5FFB8DE-4B10-2928-0DDF-13D61CF8A2B1}"/>
                </a:ext>
              </a:extLst>
            </p:cNvPr>
            <p:cNvSpPr/>
            <p:nvPr/>
          </p:nvSpPr>
          <p:spPr>
            <a:xfrm>
              <a:off x="3619500" y="1203880"/>
              <a:ext cx="8572500" cy="4644470"/>
            </a:xfrm>
            <a:custGeom>
              <a:avLst/>
              <a:gdLst>
                <a:gd name="connsiteX0" fmla="*/ 300172 w 8572500"/>
                <a:gd name="connsiteY0" fmla="*/ 0 h 4644470"/>
                <a:gd name="connsiteX1" fmla="*/ 8572500 w 8572500"/>
                <a:gd name="connsiteY1" fmla="*/ 0 h 4644470"/>
                <a:gd name="connsiteX2" fmla="*/ 8572500 w 8572500"/>
                <a:gd name="connsiteY2" fmla="*/ 4644470 h 4644470"/>
                <a:gd name="connsiteX3" fmla="*/ 300172 w 8572500"/>
                <a:gd name="connsiteY3" fmla="*/ 4644470 h 4644470"/>
                <a:gd name="connsiteX4" fmla="*/ 0 w 8572500"/>
                <a:gd name="connsiteY4" fmla="*/ 4344298 h 4644470"/>
                <a:gd name="connsiteX5" fmla="*/ 0 w 8572500"/>
                <a:gd name="connsiteY5" fmla="*/ 300172 h 4644470"/>
                <a:gd name="connsiteX6" fmla="*/ 300172 w 8572500"/>
                <a:gd name="connsiteY6" fmla="*/ 0 h 4644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72500" h="4644470">
                  <a:moveTo>
                    <a:pt x="300172" y="0"/>
                  </a:moveTo>
                  <a:lnTo>
                    <a:pt x="8572500" y="0"/>
                  </a:lnTo>
                  <a:lnTo>
                    <a:pt x="8572500" y="4644470"/>
                  </a:lnTo>
                  <a:lnTo>
                    <a:pt x="300172" y="4644470"/>
                  </a:lnTo>
                  <a:cubicBezTo>
                    <a:pt x="134392" y="4644470"/>
                    <a:pt x="0" y="4510078"/>
                    <a:pt x="0" y="4344298"/>
                  </a:cubicBezTo>
                  <a:lnTo>
                    <a:pt x="0" y="300172"/>
                  </a:lnTo>
                  <a:cubicBezTo>
                    <a:pt x="0" y="134392"/>
                    <a:pt x="134392" y="0"/>
                    <a:pt x="300172" y="0"/>
                  </a:cubicBezTo>
                  <a:close/>
                </a:path>
              </a:pathLst>
            </a:custGeom>
            <a:blipFill>
              <a:blip r:embed="rId4"/>
              <a:srcRect/>
              <a:stretch>
                <a:fillRect t="-1721" b="-1721"/>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Tree>
    <p:extLst>
      <p:ext uri="{BB962C8B-B14F-4D97-AF65-F5344CB8AC3E}">
        <p14:creationId xmlns:p14="http://schemas.microsoft.com/office/powerpoint/2010/main" val="2546708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89AA5542-2D19-DD2B-AE43-032178E68B95}"/>
              </a:ext>
            </a:extLst>
          </p:cNvPr>
          <p:cNvSpPr txBox="1"/>
          <p:nvPr/>
        </p:nvSpPr>
        <p:spPr>
          <a:xfrm>
            <a:off x="660401" y="1130300"/>
            <a:ext cx="3863228" cy="709753"/>
          </a:xfrm>
          <a:prstGeom prst="rect">
            <a:avLst/>
          </a:prstGeom>
          <a:noFill/>
        </p:spPr>
        <p:txBody>
          <a:bodyPr vert="horz" wrap="square" rtlCol="0" anchor="t"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dirty="0">
                <a:cs typeface="+mn-ea"/>
                <a:sym typeface="+mn-lt"/>
              </a:rPr>
              <a:t>适应不同界面和设备的要求</a:t>
            </a:r>
          </a:p>
        </p:txBody>
      </p:sp>
      <p:sp>
        <p:nvSpPr>
          <p:cNvPr id="2" name="标题 1">
            <a:extLst>
              <a:ext uri="{FF2B5EF4-FFF2-40B4-BE49-F238E27FC236}">
                <a16:creationId xmlns:a16="http://schemas.microsoft.com/office/drawing/2014/main" id="{3C8F42BD-1A7D-F9F3-260E-893DDC2FFE6F}"/>
              </a:ext>
            </a:extLst>
          </p:cNvPr>
          <p:cNvSpPr>
            <a:spLocks noGrp="1"/>
          </p:cNvSpPr>
          <p:nvPr>
            <p:ph type="title"/>
          </p:nvPr>
        </p:nvSpPr>
        <p:spPr/>
        <p:txBody>
          <a:bodyPr/>
          <a:lstStyle/>
          <a:p>
            <a:r>
              <a:rPr lang="zh-CN" altLang="en-US" dirty="0"/>
              <a:t>图标在不同平台的应用</a:t>
            </a:r>
          </a:p>
        </p:txBody>
      </p:sp>
      <p:grpSp>
        <p:nvGrpSpPr>
          <p:cNvPr id="32" name="组合 31">
            <a:extLst>
              <a:ext uri="{FF2B5EF4-FFF2-40B4-BE49-F238E27FC236}">
                <a16:creationId xmlns:a16="http://schemas.microsoft.com/office/drawing/2014/main" id="{1570D84E-6321-3C3D-5DCA-3F2195D5109B}"/>
              </a:ext>
            </a:extLst>
          </p:cNvPr>
          <p:cNvGrpSpPr/>
          <p:nvPr/>
        </p:nvGrpSpPr>
        <p:grpSpPr>
          <a:xfrm>
            <a:off x="794376" y="0"/>
            <a:ext cx="10552447" cy="6858000"/>
            <a:chOff x="794376" y="0"/>
            <a:chExt cx="10552447" cy="6858000"/>
          </a:xfrm>
        </p:grpSpPr>
        <p:pic>
          <p:nvPicPr>
            <p:cNvPr id="58" name="图片 57">
              <a:extLst>
                <a:ext uri="{FF2B5EF4-FFF2-40B4-BE49-F238E27FC236}">
                  <a16:creationId xmlns:a16="http://schemas.microsoft.com/office/drawing/2014/main" id="{81EC81A7-1264-4756-9FE4-E135AE571E5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936" t="6450" r="11272" b="24711"/>
            <a:stretch/>
          </p:blipFill>
          <p:spPr bwMode="auto">
            <a:xfrm>
              <a:off x="8252881" y="1620941"/>
              <a:ext cx="3093942" cy="5237059"/>
            </a:xfrm>
            <a:custGeom>
              <a:avLst/>
              <a:gdLst>
                <a:gd name="connsiteX0" fmla="*/ 366663 w 3093942"/>
                <a:gd name="connsiteY0" fmla="*/ 0 h 5237059"/>
                <a:gd name="connsiteX1" fmla="*/ 2727279 w 3093942"/>
                <a:gd name="connsiteY1" fmla="*/ 0 h 5237059"/>
                <a:gd name="connsiteX2" fmla="*/ 3093942 w 3093942"/>
                <a:gd name="connsiteY2" fmla="*/ 366663 h 5237059"/>
                <a:gd name="connsiteX3" fmla="*/ 3093942 w 3093942"/>
                <a:gd name="connsiteY3" fmla="*/ 5237059 h 5237059"/>
                <a:gd name="connsiteX4" fmla="*/ 0 w 3093942"/>
                <a:gd name="connsiteY4" fmla="*/ 5237059 h 5237059"/>
                <a:gd name="connsiteX5" fmla="*/ 0 w 3093942"/>
                <a:gd name="connsiteY5" fmla="*/ 366663 h 5237059"/>
                <a:gd name="connsiteX6" fmla="*/ 366663 w 3093942"/>
                <a:gd name="connsiteY6" fmla="*/ 0 h 5237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3942" h="5237059">
                  <a:moveTo>
                    <a:pt x="366663" y="0"/>
                  </a:moveTo>
                  <a:lnTo>
                    <a:pt x="2727279" y="0"/>
                  </a:lnTo>
                  <a:cubicBezTo>
                    <a:pt x="2929781" y="0"/>
                    <a:pt x="3093942" y="164161"/>
                    <a:pt x="3093942" y="366663"/>
                  </a:cubicBezTo>
                  <a:lnTo>
                    <a:pt x="3093942" y="5237059"/>
                  </a:lnTo>
                  <a:lnTo>
                    <a:pt x="0" y="5237059"/>
                  </a:lnTo>
                  <a:lnTo>
                    <a:pt x="0" y="366663"/>
                  </a:lnTo>
                  <a:cubicBezTo>
                    <a:pt x="0" y="164161"/>
                    <a:pt x="164161" y="0"/>
                    <a:pt x="366663" y="0"/>
                  </a:cubicBezTo>
                  <a:close/>
                </a:path>
              </a:pathLst>
            </a:custGeom>
            <a:noFill/>
            <a:effectLst>
              <a:outerShdw blurRad="152400" dist="101600" dir="2700000" algn="tl" rotWithShape="0">
                <a:schemeClr val="accent1">
                  <a:lumMod val="75000"/>
                  <a:alpha val="20000"/>
                </a:schemeClr>
              </a:outerShdw>
            </a:effectLst>
            <a:extLst>
              <a:ext uri="{909E8E84-426E-40DD-AFC4-6F175D3DCCD1}">
                <a14:hiddenFill xmlns:a14="http://schemas.microsoft.com/office/drawing/2010/main">
                  <a:solidFill>
                    <a:srgbClr val="FFFFFF"/>
                  </a:solidFill>
                </a14:hiddenFill>
              </a:ext>
            </a:extLst>
          </p:spPr>
        </p:pic>
        <p:pic>
          <p:nvPicPr>
            <p:cNvPr id="54" name="图片 53">
              <a:extLst>
                <a:ext uri="{FF2B5EF4-FFF2-40B4-BE49-F238E27FC236}">
                  <a16:creationId xmlns:a16="http://schemas.microsoft.com/office/drawing/2014/main" id="{55FA0DFA-6803-5CE6-96F5-9C1DB53B0E5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8315" t="22608" r="38800" b="7996"/>
            <a:stretch/>
          </p:blipFill>
          <p:spPr bwMode="auto">
            <a:xfrm>
              <a:off x="4523628" y="0"/>
              <a:ext cx="3093942" cy="5257800"/>
            </a:xfrm>
            <a:custGeom>
              <a:avLst/>
              <a:gdLst>
                <a:gd name="connsiteX0" fmla="*/ 0 w 3093942"/>
                <a:gd name="connsiteY0" fmla="*/ 0 h 5257800"/>
                <a:gd name="connsiteX1" fmla="*/ 3093942 w 3093942"/>
                <a:gd name="connsiteY1" fmla="*/ 0 h 5257800"/>
                <a:gd name="connsiteX2" fmla="*/ 3093942 w 3093942"/>
                <a:gd name="connsiteY2" fmla="*/ 4891137 h 5257800"/>
                <a:gd name="connsiteX3" fmla="*/ 2727279 w 3093942"/>
                <a:gd name="connsiteY3" fmla="*/ 5257800 h 5257800"/>
                <a:gd name="connsiteX4" fmla="*/ 366664 w 3093942"/>
                <a:gd name="connsiteY4" fmla="*/ 5257800 h 5257800"/>
                <a:gd name="connsiteX5" fmla="*/ 0 w 3093942"/>
                <a:gd name="connsiteY5" fmla="*/ 4891137 h 5257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3942" h="5257800">
                  <a:moveTo>
                    <a:pt x="0" y="0"/>
                  </a:moveTo>
                  <a:lnTo>
                    <a:pt x="3093942" y="0"/>
                  </a:lnTo>
                  <a:lnTo>
                    <a:pt x="3093942" y="4891137"/>
                  </a:lnTo>
                  <a:cubicBezTo>
                    <a:pt x="3093942" y="5093639"/>
                    <a:pt x="2929781" y="5257800"/>
                    <a:pt x="2727279" y="5257800"/>
                  </a:cubicBezTo>
                  <a:lnTo>
                    <a:pt x="366664" y="5257800"/>
                  </a:lnTo>
                  <a:cubicBezTo>
                    <a:pt x="164162" y="5257800"/>
                    <a:pt x="0" y="5093639"/>
                    <a:pt x="0" y="4891137"/>
                  </a:cubicBezTo>
                  <a:close/>
                </a:path>
              </a:pathLst>
            </a:custGeom>
            <a:noFill/>
            <a:effectLst>
              <a:outerShdw blurRad="152400" dist="101600" dir="2700000" algn="tl" rotWithShape="0">
                <a:schemeClr val="accent1">
                  <a:lumMod val="75000"/>
                  <a:alpha val="20000"/>
                </a:schemeClr>
              </a:outerShdw>
            </a:effectLst>
            <a:extLst>
              <a:ext uri="{909E8E84-426E-40DD-AFC4-6F175D3DCCD1}">
                <a14:hiddenFill xmlns:a14="http://schemas.microsoft.com/office/drawing/2010/main">
                  <a:solidFill>
                    <a:srgbClr val="FFFFFF"/>
                  </a:solidFill>
                </a14:hiddenFill>
              </a:ext>
            </a:extLst>
          </p:spPr>
        </p:pic>
        <p:pic>
          <p:nvPicPr>
            <p:cNvPr id="31" name="图片 30">
              <a:extLst>
                <a:ext uri="{FF2B5EF4-FFF2-40B4-BE49-F238E27FC236}">
                  <a16:creationId xmlns:a16="http://schemas.microsoft.com/office/drawing/2014/main" id="{A58FDE8E-BA8F-7249-4FA2-C81CFA8A7B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651" t="5974" r="66341" b="27440"/>
            <a:stretch>
              <a:fillRect/>
            </a:stretch>
          </p:blipFill>
          <p:spPr bwMode="auto">
            <a:xfrm>
              <a:off x="794376" y="1840053"/>
              <a:ext cx="3093942" cy="5017947"/>
            </a:xfrm>
            <a:custGeom>
              <a:avLst/>
              <a:gdLst>
                <a:gd name="connsiteX0" fmla="*/ 366663 w 3093942"/>
                <a:gd name="connsiteY0" fmla="*/ 0 h 5017947"/>
                <a:gd name="connsiteX1" fmla="*/ 2727279 w 3093942"/>
                <a:gd name="connsiteY1" fmla="*/ 0 h 5017947"/>
                <a:gd name="connsiteX2" fmla="*/ 3093942 w 3093942"/>
                <a:gd name="connsiteY2" fmla="*/ 366663 h 5017947"/>
                <a:gd name="connsiteX3" fmla="*/ 3093942 w 3093942"/>
                <a:gd name="connsiteY3" fmla="*/ 5017947 h 5017947"/>
                <a:gd name="connsiteX4" fmla="*/ 0 w 3093942"/>
                <a:gd name="connsiteY4" fmla="*/ 5017947 h 5017947"/>
                <a:gd name="connsiteX5" fmla="*/ 0 w 3093942"/>
                <a:gd name="connsiteY5" fmla="*/ 366663 h 5017947"/>
                <a:gd name="connsiteX6" fmla="*/ 366663 w 3093942"/>
                <a:gd name="connsiteY6" fmla="*/ 0 h 5017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3942" h="5017947">
                  <a:moveTo>
                    <a:pt x="366663" y="0"/>
                  </a:moveTo>
                  <a:lnTo>
                    <a:pt x="2727279" y="0"/>
                  </a:lnTo>
                  <a:cubicBezTo>
                    <a:pt x="2929782" y="0"/>
                    <a:pt x="3093942" y="164161"/>
                    <a:pt x="3093942" y="366663"/>
                  </a:cubicBezTo>
                  <a:lnTo>
                    <a:pt x="3093942" y="5017947"/>
                  </a:lnTo>
                  <a:lnTo>
                    <a:pt x="0" y="5017947"/>
                  </a:lnTo>
                  <a:lnTo>
                    <a:pt x="0" y="366663"/>
                  </a:lnTo>
                  <a:cubicBezTo>
                    <a:pt x="0" y="164161"/>
                    <a:pt x="164161" y="0"/>
                    <a:pt x="366663" y="0"/>
                  </a:cubicBezTo>
                  <a:close/>
                </a:path>
              </a:pathLst>
            </a:custGeom>
            <a:noFill/>
            <a:effectLst>
              <a:outerShdw blurRad="152400" dist="101600" dir="2700000" algn="tl" rotWithShape="0">
                <a:schemeClr val="accent1">
                  <a:lumMod val="75000"/>
                  <a:alpha val="20000"/>
                </a:schemeClr>
              </a:outerShdw>
            </a:effectLst>
            <a:extLst>
              <a:ext uri="{909E8E84-426E-40DD-AFC4-6F175D3DCCD1}">
                <a14:hiddenFill xmlns:a14="http://schemas.microsoft.com/office/drawing/2010/main">
                  <a:solidFill>
                    <a:srgbClr val="FFFFFF"/>
                  </a:solidFill>
                </a14:hiddenFill>
              </a:ext>
            </a:extLst>
          </p:spPr>
        </p:pic>
        <p:pic>
          <p:nvPicPr>
            <p:cNvPr id="60" name="图片 59">
              <a:extLst>
                <a:ext uri="{FF2B5EF4-FFF2-40B4-BE49-F238E27FC236}">
                  <a16:creationId xmlns:a16="http://schemas.microsoft.com/office/drawing/2014/main" id="{FF53AF50-AA73-030E-E110-7015E40E4D9F}"/>
                </a:ext>
              </a:extLst>
            </p:cNvPr>
            <p:cNvPicPr>
              <a:picLocks noChangeArrowheads="1"/>
            </p:cNvPicPr>
            <p:nvPr/>
          </p:nvPicPr>
          <p:blipFill rotWithShape="1">
            <a:blip r:embed="rId3">
              <a:extLst>
                <a:ext uri="{28A0092B-C50C-407E-A947-70E740481C1C}">
                  <a14:useLocalDpi xmlns:a14="http://schemas.microsoft.com/office/drawing/2010/main" val="0"/>
                </a:ext>
              </a:extLst>
            </a:blip>
            <a:srcRect l="65936" t="6450" r="11272" b="75000"/>
            <a:stretch/>
          </p:blipFill>
          <p:spPr bwMode="auto">
            <a:xfrm>
              <a:off x="4523628" y="5446780"/>
              <a:ext cx="3093942" cy="1411220"/>
            </a:xfrm>
            <a:custGeom>
              <a:avLst/>
              <a:gdLst>
                <a:gd name="connsiteX0" fmla="*/ 366664 w 3093942"/>
                <a:gd name="connsiteY0" fmla="*/ 0 h 1411220"/>
                <a:gd name="connsiteX1" fmla="*/ 2727279 w 3093942"/>
                <a:gd name="connsiteY1" fmla="*/ 0 h 1411220"/>
                <a:gd name="connsiteX2" fmla="*/ 3093942 w 3093942"/>
                <a:gd name="connsiteY2" fmla="*/ 366662 h 1411220"/>
                <a:gd name="connsiteX3" fmla="*/ 3093942 w 3093942"/>
                <a:gd name="connsiteY3" fmla="*/ 1411220 h 1411220"/>
                <a:gd name="connsiteX4" fmla="*/ 0 w 3093942"/>
                <a:gd name="connsiteY4" fmla="*/ 1411220 h 1411220"/>
                <a:gd name="connsiteX5" fmla="*/ 0 w 3093942"/>
                <a:gd name="connsiteY5" fmla="*/ 366662 h 1411220"/>
                <a:gd name="connsiteX6" fmla="*/ 366664 w 3093942"/>
                <a:gd name="connsiteY6" fmla="*/ 0 h 1411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3942" h="1411220">
                  <a:moveTo>
                    <a:pt x="366664" y="0"/>
                  </a:moveTo>
                  <a:lnTo>
                    <a:pt x="2727279" y="0"/>
                  </a:lnTo>
                  <a:cubicBezTo>
                    <a:pt x="2929781" y="0"/>
                    <a:pt x="3093942" y="164160"/>
                    <a:pt x="3093942" y="366662"/>
                  </a:cubicBezTo>
                  <a:lnTo>
                    <a:pt x="3093942" y="1411220"/>
                  </a:lnTo>
                  <a:lnTo>
                    <a:pt x="0" y="1411220"/>
                  </a:lnTo>
                  <a:lnTo>
                    <a:pt x="0" y="366662"/>
                  </a:lnTo>
                  <a:cubicBezTo>
                    <a:pt x="0" y="164160"/>
                    <a:pt x="164162" y="0"/>
                    <a:pt x="366664" y="0"/>
                  </a:cubicBezTo>
                  <a:close/>
                </a:path>
              </a:pathLst>
            </a:custGeom>
            <a:noFill/>
            <a:effectLst>
              <a:outerShdw blurRad="152400" dist="101600" dir="2700000" algn="tl" rotWithShape="0">
                <a:schemeClr val="accent1">
                  <a:lumMod val="75000"/>
                  <a:alpha val="20000"/>
                </a:schemeClr>
              </a:outerShdw>
            </a:effectLst>
            <a:extLst>
              <a:ext uri="{909E8E84-426E-40DD-AFC4-6F175D3DCCD1}">
                <a14:hiddenFill xmlns:a14="http://schemas.microsoft.com/office/drawing/2010/main">
                  <a:solidFill>
                    <a:srgbClr val="FFFFFF"/>
                  </a:solidFill>
                </a14:hiddenFill>
              </a:ext>
            </a:extLst>
          </p:spPr>
        </p:pic>
        <p:pic>
          <p:nvPicPr>
            <p:cNvPr id="56" name="图片 55">
              <a:extLst>
                <a:ext uri="{FF2B5EF4-FFF2-40B4-BE49-F238E27FC236}">
                  <a16:creationId xmlns:a16="http://schemas.microsoft.com/office/drawing/2014/main" id="{CA37D5F5-3619-95D4-98BD-7C3A8749E797}"/>
                </a:ext>
              </a:extLst>
            </p:cNvPr>
            <p:cNvPicPr>
              <a:picLocks noChangeArrowheads="1"/>
            </p:cNvPicPr>
            <p:nvPr/>
          </p:nvPicPr>
          <p:blipFill rotWithShape="1">
            <a:blip r:embed="rId3">
              <a:extLst>
                <a:ext uri="{28A0092B-C50C-407E-A947-70E740481C1C}">
                  <a14:useLocalDpi xmlns:a14="http://schemas.microsoft.com/office/drawing/2010/main" val="0"/>
                </a:ext>
              </a:extLst>
            </a:blip>
            <a:srcRect l="38315" t="75272" r="38800" b="7996"/>
            <a:stretch/>
          </p:blipFill>
          <p:spPr bwMode="auto">
            <a:xfrm>
              <a:off x="8252881" y="0"/>
              <a:ext cx="3093942" cy="1267671"/>
            </a:xfrm>
            <a:custGeom>
              <a:avLst/>
              <a:gdLst>
                <a:gd name="connsiteX0" fmla="*/ 0 w 3093942"/>
                <a:gd name="connsiteY0" fmla="*/ 0 h 1267671"/>
                <a:gd name="connsiteX1" fmla="*/ 3093942 w 3093942"/>
                <a:gd name="connsiteY1" fmla="*/ 0 h 1267671"/>
                <a:gd name="connsiteX2" fmla="*/ 3093942 w 3093942"/>
                <a:gd name="connsiteY2" fmla="*/ 901008 h 1267671"/>
                <a:gd name="connsiteX3" fmla="*/ 2727279 w 3093942"/>
                <a:gd name="connsiteY3" fmla="*/ 1267671 h 1267671"/>
                <a:gd name="connsiteX4" fmla="*/ 366663 w 3093942"/>
                <a:gd name="connsiteY4" fmla="*/ 1267671 h 1267671"/>
                <a:gd name="connsiteX5" fmla="*/ 0 w 3093942"/>
                <a:gd name="connsiteY5" fmla="*/ 901008 h 126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93942" h="1267671">
                  <a:moveTo>
                    <a:pt x="0" y="0"/>
                  </a:moveTo>
                  <a:lnTo>
                    <a:pt x="3093942" y="0"/>
                  </a:lnTo>
                  <a:lnTo>
                    <a:pt x="3093942" y="901008"/>
                  </a:lnTo>
                  <a:cubicBezTo>
                    <a:pt x="3093942" y="1103510"/>
                    <a:pt x="2929781" y="1267671"/>
                    <a:pt x="2727279" y="1267671"/>
                  </a:cubicBezTo>
                  <a:lnTo>
                    <a:pt x="366663" y="1267671"/>
                  </a:lnTo>
                  <a:cubicBezTo>
                    <a:pt x="164161" y="1267671"/>
                    <a:pt x="0" y="1103510"/>
                    <a:pt x="0" y="901008"/>
                  </a:cubicBezTo>
                  <a:close/>
                </a:path>
              </a:pathLst>
            </a:custGeom>
            <a:noFill/>
            <a:effectLst>
              <a:outerShdw blurRad="152400" dist="101600" dir="2700000" algn="tl" rotWithShape="0">
                <a:schemeClr val="accent1">
                  <a:lumMod val="75000"/>
                  <a:alpha val="20000"/>
                </a:schemeClr>
              </a:outerShdw>
            </a:effectLst>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8284448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88770F-394C-676F-104F-21A2BBF901AE}"/>
              </a:ext>
            </a:extLst>
          </p:cNvPr>
          <p:cNvSpPr>
            <a:spLocks noGrp="1"/>
          </p:cNvSpPr>
          <p:nvPr>
            <p:ph type="title"/>
          </p:nvPr>
        </p:nvSpPr>
        <p:spPr/>
        <p:txBody>
          <a:bodyPr/>
          <a:lstStyle/>
          <a:p>
            <a:r>
              <a:rPr lang="zh-CN" altLang="en-US"/>
              <a:t>图标设计的趋势</a:t>
            </a:r>
          </a:p>
        </p:txBody>
      </p:sp>
      <p:grpSp>
        <p:nvGrpSpPr>
          <p:cNvPr id="26" name="组合 25">
            <a:extLst>
              <a:ext uri="{FF2B5EF4-FFF2-40B4-BE49-F238E27FC236}">
                <a16:creationId xmlns:a16="http://schemas.microsoft.com/office/drawing/2014/main" id="{1BB25066-7889-F881-B32F-B095C58A8C5F}"/>
              </a:ext>
            </a:extLst>
          </p:cNvPr>
          <p:cNvGrpSpPr/>
          <p:nvPr/>
        </p:nvGrpSpPr>
        <p:grpSpPr>
          <a:xfrm>
            <a:off x="673099" y="1092305"/>
            <a:ext cx="10845801" cy="5031275"/>
            <a:chOff x="673099" y="1092305"/>
            <a:chExt cx="10845801" cy="5031275"/>
          </a:xfrm>
        </p:grpSpPr>
        <p:sp>
          <p:nvSpPr>
            <p:cNvPr id="8" name="Title">
              <a:extLst>
                <a:ext uri="{FF2B5EF4-FFF2-40B4-BE49-F238E27FC236}">
                  <a16:creationId xmlns:a16="http://schemas.microsoft.com/office/drawing/2014/main" id="{D69CA776-16BD-563E-5D32-6B834E26DB77}"/>
                </a:ext>
              </a:extLst>
            </p:cNvPr>
            <p:cNvSpPr txBox="1"/>
            <p:nvPr/>
          </p:nvSpPr>
          <p:spPr>
            <a:xfrm>
              <a:off x="673099" y="1092305"/>
              <a:ext cx="10845801" cy="664359"/>
            </a:xfrm>
            <a:prstGeom prst="rect">
              <a:avLst/>
            </a:prstGeom>
            <a:noFill/>
            <a:ln>
              <a:noFill/>
            </a:ln>
          </p:spPr>
          <p:txBody>
            <a:bodyPr wrap="square" lIns="91440" tIns="45720" rIns="91440" bIns="45720" anchor="t" anchorCtr="1">
              <a:normAutofit/>
            </a:body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a:ln>
                    <a:noFill/>
                  </a:ln>
                  <a:effectLst/>
                  <a:uLnTx/>
                  <a:uFillTx/>
                </a:rPr>
                <a:t>跟随时代潮流，创新图标样式</a:t>
              </a:r>
              <a:endParaRPr kumimoji="0" lang="en-US" sz="2400" b="1" i="0" u="none" strike="noStrike" kern="1200" cap="none" spc="0" normalizeH="0" baseline="0" noProof="0" dirty="0">
                <a:ln>
                  <a:noFill/>
                </a:ln>
                <a:effectLst/>
                <a:uLnTx/>
                <a:uFillTx/>
              </a:endParaRPr>
            </a:p>
          </p:txBody>
        </p:sp>
        <p:grpSp>
          <p:nvGrpSpPr>
            <p:cNvPr id="25" name="组合 24">
              <a:extLst>
                <a:ext uri="{FF2B5EF4-FFF2-40B4-BE49-F238E27FC236}">
                  <a16:creationId xmlns:a16="http://schemas.microsoft.com/office/drawing/2014/main" id="{510546FC-578F-1C75-5C38-D784FFD464EC}"/>
                </a:ext>
              </a:extLst>
            </p:cNvPr>
            <p:cNvGrpSpPr/>
            <p:nvPr/>
          </p:nvGrpSpPr>
          <p:grpSpPr>
            <a:xfrm>
              <a:off x="673101" y="1981199"/>
              <a:ext cx="3492500" cy="4142381"/>
              <a:chOff x="673101" y="1981199"/>
              <a:chExt cx="3492500" cy="4142381"/>
            </a:xfrm>
          </p:grpSpPr>
          <p:grpSp>
            <p:nvGrpSpPr>
              <p:cNvPr id="5" name="组合 4">
                <a:extLst>
                  <a:ext uri="{FF2B5EF4-FFF2-40B4-BE49-F238E27FC236}">
                    <a16:creationId xmlns:a16="http://schemas.microsoft.com/office/drawing/2014/main" id="{66088A80-8A13-87FA-D308-0001045D2B0E}"/>
                  </a:ext>
                </a:extLst>
              </p:cNvPr>
              <p:cNvGrpSpPr/>
              <p:nvPr/>
            </p:nvGrpSpPr>
            <p:grpSpPr>
              <a:xfrm>
                <a:off x="673101" y="5152135"/>
                <a:ext cx="3492500" cy="971445"/>
                <a:chOff x="673101" y="3429000"/>
                <a:chExt cx="3492500" cy="971445"/>
              </a:xfrm>
            </p:grpSpPr>
            <p:sp>
              <p:nvSpPr>
                <p:cNvPr id="16" name="Text1">
                  <a:extLst>
                    <a:ext uri="{FF2B5EF4-FFF2-40B4-BE49-F238E27FC236}">
                      <a16:creationId xmlns:a16="http://schemas.microsoft.com/office/drawing/2014/main" id="{2C5EA512-82CF-DB39-3F9F-C588A6F05741}"/>
                    </a:ext>
                  </a:extLst>
                </p:cNvPr>
                <p:cNvSpPr/>
                <p:nvPr/>
              </p:nvSpPr>
              <p:spPr>
                <a:xfrm>
                  <a:off x="673101" y="3776182"/>
                  <a:ext cx="3492500" cy="624263"/>
                </a:xfrm>
                <a:prstGeom prst="rect">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t" anchorCtr="1">
                  <a:normAutofit/>
                </a:bodyPr>
                <a:lstStyle/>
                <a:p>
                  <a:pPr algn="ctr">
                    <a:lnSpc>
                      <a:spcPct val="120000"/>
                    </a:lnSpc>
                    <a:spcBef>
                      <a:spcPct val="0"/>
                    </a:spcBef>
                  </a:pPr>
                  <a:r>
                    <a:rPr lang="zh-CN" altLang="en-US" sz="1200" dirty="0">
                      <a:solidFill>
                        <a:schemeClr val="tx1"/>
                      </a:solidFill>
                    </a:rPr>
                    <a:t>简洁明了，注重基本形状和色彩</a:t>
                  </a:r>
                  <a:endParaRPr lang="en-US" altLang="zh-CN" sz="1200" dirty="0">
                    <a:solidFill>
                      <a:schemeClr val="tx1"/>
                    </a:solidFill>
                  </a:endParaRPr>
                </a:p>
              </p:txBody>
            </p:sp>
            <p:sp>
              <p:nvSpPr>
                <p:cNvPr id="17" name="Bullet1">
                  <a:extLst>
                    <a:ext uri="{FF2B5EF4-FFF2-40B4-BE49-F238E27FC236}">
                      <a16:creationId xmlns:a16="http://schemas.microsoft.com/office/drawing/2014/main" id="{C510EDEA-6B96-28E3-0264-2CE516AFCF3E}"/>
                    </a:ext>
                  </a:extLst>
                </p:cNvPr>
                <p:cNvSpPr/>
                <p:nvPr/>
              </p:nvSpPr>
              <p:spPr>
                <a:xfrm>
                  <a:off x="673101" y="3429000"/>
                  <a:ext cx="3492500" cy="347183"/>
                </a:xfrm>
                <a:prstGeom prst="rect">
                  <a:avLst/>
                </a:prstGeom>
              </p:spPr>
              <p:txBody>
                <a:bodyPr wrap="square" lIns="91440" tIns="45720" rIns="91440" bIns="45720" anchor="b" anchorCtr="1">
                  <a:normAutofit lnSpcReduction="10000"/>
                </a:bodyPr>
                <a:lstStyle/>
                <a:p>
                  <a:pPr lvl="0" algn="ctr" defTabSz="914378">
                    <a:defRPr/>
                  </a:pPr>
                  <a:r>
                    <a:rPr lang="zh-CN" altLang="en-US" b="1"/>
                    <a:t>扁平化图标设计</a:t>
                  </a:r>
                  <a:endParaRPr lang="zh-CN" altLang="en-US" b="1" dirty="0"/>
                </a:p>
              </p:txBody>
            </p:sp>
          </p:grpSp>
          <p:sp>
            <p:nvSpPr>
              <p:cNvPr id="20" name="矩形: 圆角 19">
                <a:extLst>
                  <a:ext uri="{FF2B5EF4-FFF2-40B4-BE49-F238E27FC236}">
                    <a16:creationId xmlns:a16="http://schemas.microsoft.com/office/drawing/2014/main" id="{7C989AEB-901D-CA93-71EA-BC4443F98766}"/>
                  </a:ext>
                </a:extLst>
              </p:cNvPr>
              <p:cNvSpPr/>
              <p:nvPr/>
            </p:nvSpPr>
            <p:spPr>
              <a:xfrm>
                <a:off x="946151" y="1981199"/>
                <a:ext cx="2946401" cy="2946401"/>
              </a:xfrm>
              <a:prstGeom prst="roundRect">
                <a:avLst>
                  <a:gd name="adj" fmla="val 11404"/>
                </a:avLst>
              </a:prstGeom>
              <a:blipFill>
                <a:blip r:embed="rId3"/>
                <a:srcRect/>
                <a:stretch>
                  <a:fillRect l="-1429" r="-1429"/>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a:extLst>
                <a:ext uri="{FF2B5EF4-FFF2-40B4-BE49-F238E27FC236}">
                  <a16:creationId xmlns:a16="http://schemas.microsoft.com/office/drawing/2014/main" id="{79721F07-2F6D-114F-04D5-48FED3CF50D1}"/>
                </a:ext>
              </a:extLst>
            </p:cNvPr>
            <p:cNvGrpSpPr/>
            <p:nvPr/>
          </p:nvGrpSpPr>
          <p:grpSpPr>
            <a:xfrm>
              <a:off x="4349751" y="1981199"/>
              <a:ext cx="3492500" cy="4142381"/>
              <a:chOff x="4400431" y="1981199"/>
              <a:chExt cx="3492500" cy="4142381"/>
            </a:xfrm>
          </p:grpSpPr>
          <p:grpSp>
            <p:nvGrpSpPr>
              <p:cNvPr id="6" name="组合 5">
                <a:extLst>
                  <a:ext uri="{FF2B5EF4-FFF2-40B4-BE49-F238E27FC236}">
                    <a16:creationId xmlns:a16="http://schemas.microsoft.com/office/drawing/2014/main" id="{5949923D-9655-DB9C-82EE-A11889781681}"/>
                  </a:ext>
                </a:extLst>
              </p:cNvPr>
              <p:cNvGrpSpPr/>
              <p:nvPr/>
            </p:nvGrpSpPr>
            <p:grpSpPr>
              <a:xfrm>
                <a:off x="4400431" y="5152135"/>
                <a:ext cx="3492500" cy="971445"/>
                <a:chOff x="4400431" y="3429000"/>
                <a:chExt cx="3492500" cy="971445"/>
              </a:xfrm>
            </p:grpSpPr>
            <p:sp>
              <p:nvSpPr>
                <p:cNvPr id="12" name="Text2">
                  <a:extLst>
                    <a:ext uri="{FF2B5EF4-FFF2-40B4-BE49-F238E27FC236}">
                      <a16:creationId xmlns:a16="http://schemas.microsoft.com/office/drawing/2014/main" id="{AFBDB1FA-3F5D-F01B-E43D-AED2648F2C5A}"/>
                    </a:ext>
                  </a:extLst>
                </p:cNvPr>
                <p:cNvSpPr/>
                <p:nvPr/>
              </p:nvSpPr>
              <p:spPr>
                <a:xfrm>
                  <a:off x="4400431" y="3776182"/>
                  <a:ext cx="3492500" cy="624263"/>
                </a:xfrm>
                <a:prstGeom prst="rect">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t" anchorCtr="1">
                  <a:normAutofit/>
                </a:bodyPr>
                <a:lstStyle/>
                <a:p>
                  <a:pPr algn="ctr">
                    <a:lnSpc>
                      <a:spcPct val="120000"/>
                    </a:lnSpc>
                    <a:spcBef>
                      <a:spcPct val="0"/>
                    </a:spcBef>
                  </a:pPr>
                  <a:r>
                    <a:rPr lang="zh-CN" altLang="en-US" sz="1200" dirty="0">
                      <a:solidFill>
                        <a:schemeClr val="tx1"/>
                      </a:solidFill>
                    </a:rPr>
                    <a:t>赋予图标人性特征，增强用户共鸣</a:t>
                  </a:r>
                  <a:endParaRPr lang="en-US" altLang="zh-CN" sz="1200" dirty="0">
                    <a:solidFill>
                      <a:schemeClr val="tx1"/>
                    </a:solidFill>
                  </a:endParaRPr>
                </a:p>
              </p:txBody>
            </p:sp>
            <p:sp>
              <p:nvSpPr>
                <p:cNvPr id="13" name="Bullet2">
                  <a:extLst>
                    <a:ext uri="{FF2B5EF4-FFF2-40B4-BE49-F238E27FC236}">
                      <a16:creationId xmlns:a16="http://schemas.microsoft.com/office/drawing/2014/main" id="{3CF25570-4032-67B1-684B-E54B3B224FED}"/>
                    </a:ext>
                  </a:extLst>
                </p:cNvPr>
                <p:cNvSpPr/>
                <p:nvPr/>
              </p:nvSpPr>
              <p:spPr>
                <a:xfrm>
                  <a:off x="4400431" y="3429000"/>
                  <a:ext cx="3492500" cy="347183"/>
                </a:xfrm>
                <a:prstGeom prst="rect">
                  <a:avLst/>
                </a:prstGeom>
              </p:spPr>
              <p:txBody>
                <a:bodyPr wrap="square" lIns="91440" tIns="45720" rIns="91440" bIns="45720" anchor="b" anchorCtr="1">
                  <a:normAutofit lnSpcReduction="10000"/>
                </a:bodyPr>
                <a:lstStyle/>
                <a:p>
                  <a:pPr lvl="0" algn="ctr" defTabSz="914378">
                    <a:defRPr/>
                  </a:pPr>
                  <a:r>
                    <a:rPr lang="zh-CN" altLang="en-US" b="1"/>
                    <a:t>拟人化图标设计</a:t>
                  </a:r>
                  <a:endParaRPr lang="zh-CN" altLang="en-US" b="1" dirty="0"/>
                </a:p>
              </p:txBody>
            </p:sp>
          </p:grpSp>
          <p:sp>
            <p:nvSpPr>
              <p:cNvPr id="21" name="矩形: 圆角 20">
                <a:extLst>
                  <a:ext uri="{FF2B5EF4-FFF2-40B4-BE49-F238E27FC236}">
                    <a16:creationId xmlns:a16="http://schemas.microsoft.com/office/drawing/2014/main" id="{04FD73B0-9187-15BB-A5B8-054A80071EAC}"/>
                  </a:ext>
                </a:extLst>
              </p:cNvPr>
              <p:cNvSpPr/>
              <p:nvPr/>
            </p:nvSpPr>
            <p:spPr>
              <a:xfrm>
                <a:off x="4673481" y="1981199"/>
                <a:ext cx="2946401" cy="2946401"/>
              </a:xfrm>
              <a:prstGeom prst="roundRect">
                <a:avLst>
                  <a:gd name="adj" fmla="val 11404"/>
                </a:avLst>
              </a:prstGeom>
              <a:blipFill>
                <a:blip r:embed="rId4"/>
                <a:srcRect/>
                <a:stretch>
                  <a:fillRect t="-1155" b="-14413"/>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a:extLst>
                <a:ext uri="{FF2B5EF4-FFF2-40B4-BE49-F238E27FC236}">
                  <a16:creationId xmlns:a16="http://schemas.microsoft.com/office/drawing/2014/main" id="{4D80BE75-5E2D-BD05-6151-FAF76C8C85A6}"/>
                </a:ext>
              </a:extLst>
            </p:cNvPr>
            <p:cNvGrpSpPr/>
            <p:nvPr/>
          </p:nvGrpSpPr>
          <p:grpSpPr>
            <a:xfrm>
              <a:off x="8026400" y="1981199"/>
              <a:ext cx="3492500" cy="4142381"/>
              <a:chOff x="8026400" y="1981199"/>
              <a:chExt cx="3492500" cy="4142381"/>
            </a:xfrm>
          </p:grpSpPr>
          <p:grpSp>
            <p:nvGrpSpPr>
              <p:cNvPr id="7" name="组合 6">
                <a:extLst>
                  <a:ext uri="{FF2B5EF4-FFF2-40B4-BE49-F238E27FC236}">
                    <a16:creationId xmlns:a16="http://schemas.microsoft.com/office/drawing/2014/main" id="{6016FF76-8419-D932-5D1A-8421825AFF48}"/>
                  </a:ext>
                </a:extLst>
              </p:cNvPr>
              <p:cNvGrpSpPr/>
              <p:nvPr/>
            </p:nvGrpSpPr>
            <p:grpSpPr>
              <a:xfrm>
                <a:off x="8026400" y="5152135"/>
                <a:ext cx="3492500" cy="971445"/>
                <a:chOff x="8026400" y="3429000"/>
                <a:chExt cx="3492500" cy="971445"/>
              </a:xfrm>
            </p:grpSpPr>
            <p:sp>
              <p:nvSpPr>
                <p:cNvPr id="9" name="Text3">
                  <a:extLst>
                    <a:ext uri="{FF2B5EF4-FFF2-40B4-BE49-F238E27FC236}">
                      <a16:creationId xmlns:a16="http://schemas.microsoft.com/office/drawing/2014/main" id="{356B87B5-89BB-D57A-D425-BE1FE199D87E}"/>
                    </a:ext>
                  </a:extLst>
                </p:cNvPr>
                <p:cNvSpPr/>
                <p:nvPr/>
              </p:nvSpPr>
              <p:spPr>
                <a:xfrm>
                  <a:off x="8026400" y="3776182"/>
                  <a:ext cx="3492500" cy="624263"/>
                </a:xfrm>
                <a:prstGeom prst="rect">
                  <a:avLst/>
                </a:prstGeom>
                <a:noFill/>
                <a:ln w="76200">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t" anchorCtr="1">
                  <a:normAutofit/>
                </a:bodyPr>
                <a:lstStyle/>
                <a:p>
                  <a:pPr algn="ctr">
                    <a:lnSpc>
                      <a:spcPct val="120000"/>
                    </a:lnSpc>
                    <a:spcBef>
                      <a:spcPct val="0"/>
                    </a:spcBef>
                  </a:pPr>
                  <a:r>
                    <a:rPr lang="zh-CN" altLang="en-US" sz="1200">
                      <a:solidFill>
                        <a:schemeClr val="tx1"/>
                      </a:solidFill>
                    </a:rPr>
                    <a:t>利用色彩渐变和光影效果增加层次感和立体感</a:t>
                  </a:r>
                  <a:endParaRPr lang="en-US" altLang="zh-CN" sz="1200" dirty="0">
                    <a:solidFill>
                      <a:schemeClr val="tx1"/>
                    </a:solidFill>
                  </a:endParaRPr>
                </a:p>
              </p:txBody>
            </p:sp>
            <p:sp>
              <p:nvSpPr>
                <p:cNvPr id="10" name="Bullet3">
                  <a:extLst>
                    <a:ext uri="{FF2B5EF4-FFF2-40B4-BE49-F238E27FC236}">
                      <a16:creationId xmlns:a16="http://schemas.microsoft.com/office/drawing/2014/main" id="{9C8B4CB9-28B3-B008-78BE-AFCE86E7D37F}"/>
                    </a:ext>
                  </a:extLst>
                </p:cNvPr>
                <p:cNvSpPr/>
                <p:nvPr/>
              </p:nvSpPr>
              <p:spPr>
                <a:xfrm>
                  <a:off x="8026400" y="3429000"/>
                  <a:ext cx="3492500" cy="347183"/>
                </a:xfrm>
                <a:prstGeom prst="rect">
                  <a:avLst/>
                </a:prstGeom>
              </p:spPr>
              <p:txBody>
                <a:bodyPr wrap="square" lIns="91440" tIns="45720" rIns="91440" bIns="45720" anchor="b" anchorCtr="1">
                  <a:normAutofit lnSpcReduction="10000"/>
                </a:bodyPr>
                <a:lstStyle/>
                <a:p>
                  <a:pPr lvl="0" algn="ctr" defTabSz="914378">
                    <a:defRPr/>
                  </a:pPr>
                  <a:r>
                    <a:rPr lang="zh-CN" altLang="en-US" b="1"/>
                    <a:t>渐变与光影图标设计</a:t>
                  </a:r>
                  <a:endParaRPr lang="zh-CN" altLang="en-US" b="1" dirty="0"/>
                </a:p>
              </p:txBody>
            </p:sp>
          </p:grpSp>
          <p:sp>
            <p:nvSpPr>
              <p:cNvPr id="22" name="矩形: 圆角 21">
                <a:extLst>
                  <a:ext uri="{FF2B5EF4-FFF2-40B4-BE49-F238E27FC236}">
                    <a16:creationId xmlns:a16="http://schemas.microsoft.com/office/drawing/2014/main" id="{54010BB8-3D67-EA62-B4A7-8F237FE80E93}"/>
                  </a:ext>
                </a:extLst>
              </p:cNvPr>
              <p:cNvSpPr/>
              <p:nvPr/>
            </p:nvSpPr>
            <p:spPr>
              <a:xfrm>
                <a:off x="8299450" y="1981199"/>
                <a:ext cx="2946401" cy="2946401"/>
              </a:xfrm>
              <a:prstGeom prst="roundRect">
                <a:avLst>
                  <a:gd name="adj" fmla="val 11404"/>
                </a:avLst>
              </a:prstGeom>
              <a:blipFill>
                <a:blip r:embed="rId5"/>
                <a:srcRect/>
                <a:stretch>
                  <a:fillRect l="-2044" r="-2044"/>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042804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60400" y="1428750"/>
            <a:ext cx="5041899" cy="1715165"/>
          </a:xfrm>
        </p:spPr>
        <p:txBody>
          <a:bodyPr/>
          <a:lstStyle/>
          <a:p>
            <a:r>
              <a:rPr lang="zh-CN" altLang="en-US" dirty="0"/>
              <a:t>用户体验设计</a:t>
            </a:r>
            <a:endParaRPr lang="en-US" dirty="0"/>
          </a:p>
        </p:txBody>
      </p:sp>
      <p:sp>
        <p:nvSpPr>
          <p:cNvPr id="25" name="文本占位符 24"/>
          <p:cNvSpPr>
            <a:spLocks noGrp="1"/>
          </p:cNvSpPr>
          <p:nvPr>
            <p:ph type="body" sz="quarter" idx="1" hasCustomPrompt="1"/>
          </p:nvPr>
        </p:nvSpPr>
        <p:spPr>
          <a:xfrm>
            <a:off x="660400" y="3155769"/>
            <a:ext cx="5041899" cy="2444931"/>
          </a:xfrm>
        </p:spPr>
        <p:txBody>
          <a:bodyPr/>
          <a:lstStyle/>
          <a:p>
            <a:r>
              <a:rPr lang="zh-CN" altLang="en-US" dirty="0"/>
              <a:t>以用户为中心的设计实践</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1629BD01-1F26-4480-5B57-C32E8D889B64}"/>
              </a:ext>
            </a:extLst>
          </p:cNvPr>
          <p:cNvGrpSpPr/>
          <p:nvPr/>
        </p:nvGrpSpPr>
        <p:grpSpPr>
          <a:xfrm>
            <a:off x="660400" y="1262273"/>
            <a:ext cx="10667599" cy="4871827"/>
            <a:chOff x="660400" y="1262273"/>
            <a:chExt cx="10667599" cy="4871827"/>
          </a:xfrm>
        </p:grpSpPr>
        <p:grpSp>
          <p:nvGrpSpPr>
            <p:cNvPr id="4" name="组合 3">
              <a:extLst>
                <a:ext uri="{FF2B5EF4-FFF2-40B4-BE49-F238E27FC236}">
                  <a16:creationId xmlns:a16="http://schemas.microsoft.com/office/drawing/2014/main" id="{562C8B69-399B-C3EB-AF84-FFC9F65E2C1D}"/>
                </a:ext>
              </a:extLst>
            </p:cNvPr>
            <p:cNvGrpSpPr/>
            <p:nvPr/>
          </p:nvGrpSpPr>
          <p:grpSpPr>
            <a:xfrm>
              <a:off x="3940629" y="1262273"/>
              <a:ext cx="3480200" cy="2303272"/>
              <a:chOff x="3940629" y="1262273"/>
              <a:chExt cx="3480200" cy="2303272"/>
            </a:xfrm>
          </p:grpSpPr>
          <p:sp>
            <p:nvSpPr>
              <p:cNvPr id="21" name="ComponentBackground1">
                <a:extLst>
                  <a:ext uri="{FF2B5EF4-FFF2-40B4-BE49-F238E27FC236}">
                    <a16:creationId xmlns:a16="http://schemas.microsoft.com/office/drawing/2014/main" id="{ABCA13B6-DFD9-A165-FE2D-770BA1D16E86}"/>
                  </a:ext>
                </a:extLst>
              </p:cNvPr>
              <p:cNvSpPr/>
              <p:nvPr/>
            </p:nvSpPr>
            <p:spPr>
              <a:xfrm>
                <a:off x="3940629" y="1262273"/>
                <a:ext cx="3480200" cy="2303272"/>
              </a:xfrm>
              <a:custGeom>
                <a:avLst/>
                <a:gdLst>
                  <a:gd name="connsiteX0" fmla="*/ 0 w 3480200"/>
                  <a:gd name="connsiteY0" fmla="*/ 0 h 1827928"/>
                  <a:gd name="connsiteX1" fmla="*/ 3162300 w 3480200"/>
                  <a:gd name="connsiteY1" fmla="*/ 0 h 1827928"/>
                  <a:gd name="connsiteX2" fmla="*/ 3162300 w 3480200"/>
                  <a:gd name="connsiteY2" fmla="*/ 641422 h 1827928"/>
                  <a:gd name="connsiteX3" fmla="*/ 3480200 w 3480200"/>
                  <a:gd name="connsiteY3" fmla="*/ 913964 h 1827928"/>
                  <a:gd name="connsiteX4" fmla="*/ 3162300 w 3480200"/>
                  <a:gd name="connsiteY4" fmla="*/ 1186506 h 1827928"/>
                  <a:gd name="connsiteX5" fmla="*/ 3162300 w 3480200"/>
                  <a:gd name="connsiteY5" fmla="*/ 1827928 h 1827928"/>
                  <a:gd name="connsiteX6" fmla="*/ 0 w 3480200"/>
                  <a:gd name="connsiteY6" fmla="*/ 1827928 h 1827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0200" h="1827928">
                    <a:moveTo>
                      <a:pt x="0" y="0"/>
                    </a:moveTo>
                    <a:lnTo>
                      <a:pt x="3162300" y="0"/>
                    </a:lnTo>
                    <a:lnTo>
                      <a:pt x="3162300" y="641422"/>
                    </a:lnTo>
                    <a:lnTo>
                      <a:pt x="3480200" y="913964"/>
                    </a:lnTo>
                    <a:lnTo>
                      <a:pt x="3162300" y="1186506"/>
                    </a:lnTo>
                    <a:lnTo>
                      <a:pt x="3162300" y="1827928"/>
                    </a:lnTo>
                    <a:lnTo>
                      <a:pt x="0" y="1827928"/>
                    </a:lnTo>
                    <a:close/>
                  </a:path>
                </a:pathLst>
              </a:custGeom>
              <a:solidFill>
                <a:schemeClr val="accent1"/>
              </a:solidFill>
              <a:ln w="12700" cap="flat">
                <a:noFill/>
                <a:prstDash val="solid"/>
                <a:miter/>
              </a:ln>
              <a:effectLst>
                <a:outerShdw blurRad="127000" dist="63500" dir="2700000" algn="tl" rotWithShape="0">
                  <a:schemeClr val="accent1">
                    <a:alpha val="40000"/>
                  </a:schemeClr>
                </a:outerShdw>
              </a:effectLst>
            </p:spPr>
            <p:txBody>
              <a:bodyPr rtlCol="0" anchor="ctr"/>
              <a:lstStyle/>
              <a:p>
                <a:endParaRPr lang="zh-CN" altLang="en-US" dirty="0">
                  <a:solidFill>
                    <a:schemeClr val="tx1"/>
                  </a:solidFill>
                </a:endParaRPr>
              </a:p>
            </p:txBody>
          </p:sp>
          <p:sp>
            <p:nvSpPr>
              <p:cNvPr id="22" name="Number1">
                <a:extLst>
                  <a:ext uri="{FF2B5EF4-FFF2-40B4-BE49-F238E27FC236}">
                    <a16:creationId xmlns:a16="http://schemas.microsoft.com/office/drawing/2014/main" id="{0DA008DB-A582-0126-0636-E47C12D860F1}"/>
                  </a:ext>
                </a:extLst>
              </p:cNvPr>
              <p:cNvSpPr/>
              <p:nvPr/>
            </p:nvSpPr>
            <p:spPr>
              <a:xfrm>
                <a:off x="4507948" y="1446302"/>
                <a:ext cx="1571626" cy="446073"/>
              </a:xfrm>
              <a:prstGeom prst="rect">
                <a:avLst/>
              </a:prstGeom>
              <a:noFill/>
              <a:ln>
                <a:noFill/>
              </a:ln>
            </p:spPr>
            <p:txBody>
              <a:bodyPr wrap="square" lIns="91440" tIns="45720" rIns="91440" bIns="45720" anchor="b" anchorCtr="0">
                <a:normAutofit fontScale="92500" lnSpcReduction="20000"/>
              </a:bodyPr>
              <a:lstStyle/>
              <a:p>
                <a:pPr marR="0" lvl="0" defTabSz="914400" eaLnBrk="1" fontAlgn="auto" latinLnBrk="0" hangingPunct="1">
                  <a:spcBef>
                    <a:spcPts val="0"/>
                  </a:spcBef>
                  <a:spcAft>
                    <a:spcPts val="0"/>
                  </a:spcAft>
                  <a:buClrTx/>
                  <a:buSzTx/>
                  <a:defRPr/>
                </a:pPr>
                <a:r>
                  <a:rPr lang="en-US" altLang="zh-CN" sz="2800" b="1" dirty="0">
                    <a:solidFill>
                      <a:srgbClr val="FFFFFF"/>
                    </a:solidFill>
                  </a:rPr>
                  <a:t>01.</a:t>
                </a:r>
              </a:p>
            </p:txBody>
          </p:sp>
          <p:sp>
            <p:nvSpPr>
              <p:cNvPr id="23" name="Bullet1">
                <a:extLst>
                  <a:ext uri="{FF2B5EF4-FFF2-40B4-BE49-F238E27FC236}">
                    <a16:creationId xmlns:a16="http://schemas.microsoft.com/office/drawing/2014/main" id="{664768AC-4F7E-41F6-9FAA-ADB632EA6D01}"/>
                  </a:ext>
                </a:extLst>
              </p:cNvPr>
              <p:cNvSpPr/>
              <p:nvPr/>
            </p:nvSpPr>
            <p:spPr>
              <a:xfrm>
                <a:off x="4507948" y="1909655"/>
                <a:ext cx="2172400" cy="446072"/>
              </a:xfrm>
              <a:prstGeom prst="rect">
                <a:avLst/>
              </a:prstGeom>
              <a:ln>
                <a:noFill/>
              </a:ln>
            </p:spPr>
            <p:txBody>
              <a:bodyPr wrap="square" lIns="91440" tIns="45720" rIns="91440" bIns="45720" anchor="b" anchorCtr="0">
                <a:normAutofit/>
              </a:bodyPr>
              <a:lstStyle/>
              <a:p>
                <a:r>
                  <a:rPr lang="zh-CN" altLang="en-US" b="1" dirty="0">
                    <a:solidFill>
                      <a:srgbClr val="FFFFFF"/>
                    </a:solidFill>
                  </a:rPr>
                  <a:t>用户调研方法</a:t>
                </a:r>
                <a:endParaRPr lang="en-US" altLang="zh-CN" b="1" dirty="0">
                  <a:solidFill>
                    <a:srgbClr val="FFFFFF"/>
                  </a:solidFill>
                </a:endParaRPr>
              </a:p>
            </p:txBody>
          </p:sp>
          <p:sp>
            <p:nvSpPr>
              <p:cNvPr id="24" name="Text1">
                <a:extLst>
                  <a:ext uri="{FF2B5EF4-FFF2-40B4-BE49-F238E27FC236}">
                    <a16:creationId xmlns:a16="http://schemas.microsoft.com/office/drawing/2014/main" id="{83D38CC0-3F25-DC17-7EFD-ECF050572C6C}"/>
                  </a:ext>
                </a:extLst>
              </p:cNvPr>
              <p:cNvSpPr/>
              <p:nvPr/>
            </p:nvSpPr>
            <p:spPr>
              <a:xfrm>
                <a:off x="4507948" y="2355727"/>
                <a:ext cx="2172400" cy="1044718"/>
              </a:xfrm>
              <a:prstGeom prst="rect">
                <a:avLst/>
              </a:prstGeom>
              <a:ln>
                <a:noFill/>
              </a:ln>
            </p:spPr>
            <p:txBody>
              <a:bodyPr wrap="square" lIns="91440" tIns="45720" rIns="91440" bIns="45720" anchor="t" anchorCtr="0">
                <a:normAutofit/>
              </a:bodyPr>
              <a:lstStyle/>
              <a:p>
                <a:pPr>
                  <a:lnSpc>
                    <a:spcPct val="120000"/>
                  </a:lnSpc>
                </a:pPr>
                <a:r>
                  <a:rPr lang="zh-CN" altLang="en-US" sz="1200">
                    <a:solidFill>
                      <a:srgbClr val="FFFFFF"/>
                    </a:solidFill>
                  </a:rPr>
                  <a:t>掌握问卷、访谈等调研技巧，获取用户真实反馈。</a:t>
                </a:r>
                <a:endParaRPr lang="en-US" altLang="zh-CN" sz="1200" dirty="0">
                  <a:solidFill>
                    <a:srgbClr val="FFFFFF"/>
                  </a:solidFill>
                </a:endParaRPr>
              </a:p>
            </p:txBody>
          </p:sp>
        </p:grpSp>
        <p:grpSp>
          <p:nvGrpSpPr>
            <p:cNvPr id="5" name="组合 4">
              <a:extLst>
                <a:ext uri="{FF2B5EF4-FFF2-40B4-BE49-F238E27FC236}">
                  <a16:creationId xmlns:a16="http://schemas.microsoft.com/office/drawing/2014/main" id="{7D1BE79B-B07D-D41C-5534-F736FE25D081}"/>
                </a:ext>
              </a:extLst>
            </p:cNvPr>
            <p:cNvGrpSpPr/>
            <p:nvPr/>
          </p:nvGrpSpPr>
          <p:grpSpPr>
            <a:xfrm>
              <a:off x="7847799" y="1262273"/>
              <a:ext cx="3480200" cy="2303272"/>
              <a:chOff x="7847799" y="1262273"/>
              <a:chExt cx="3480200" cy="2303272"/>
            </a:xfrm>
          </p:grpSpPr>
          <p:sp>
            <p:nvSpPr>
              <p:cNvPr id="17" name="ComponentBackground2">
                <a:extLst>
                  <a:ext uri="{FF2B5EF4-FFF2-40B4-BE49-F238E27FC236}">
                    <a16:creationId xmlns:a16="http://schemas.microsoft.com/office/drawing/2014/main" id="{EA7E26A8-61A3-BFCA-20C5-0A9557DE3ECC}"/>
                  </a:ext>
                </a:extLst>
              </p:cNvPr>
              <p:cNvSpPr/>
              <p:nvPr/>
            </p:nvSpPr>
            <p:spPr>
              <a:xfrm>
                <a:off x="7847799" y="1262273"/>
                <a:ext cx="3480200" cy="2303272"/>
              </a:xfrm>
              <a:custGeom>
                <a:avLst/>
                <a:gdLst>
                  <a:gd name="connsiteX0" fmla="*/ 0 w 3480200"/>
                  <a:gd name="connsiteY0" fmla="*/ 0 h 1827928"/>
                  <a:gd name="connsiteX1" fmla="*/ 3162300 w 3480200"/>
                  <a:gd name="connsiteY1" fmla="*/ 0 h 1827928"/>
                  <a:gd name="connsiteX2" fmla="*/ 3162300 w 3480200"/>
                  <a:gd name="connsiteY2" fmla="*/ 641422 h 1827928"/>
                  <a:gd name="connsiteX3" fmla="*/ 3480200 w 3480200"/>
                  <a:gd name="connsiteY3" fmla="*/ 913964 h 1827928"/>
                  <a:gd name="connsiteX4" fmla="*/ 3162300 w 3480200"/>
                  <a:gd name="connsiteY4" fmla="*/ 1186506 h 1827928"/>
                  <a:gd name="connsiteX5" fmla="*/ 3162300 w 3480200"/>
                  <a:gd name="connsiteY5" fmla="*/ 1827928 h 1827928"/>
                  <a:gd name="connsiteX6" fmla="*/ 0 w 3480200"/>
                  <a:gd name="connsiteY6" fmla="*/ 1827928 h 1827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0200" h="1827928">
                    <a:moveTo>
                      <a:pt x="0" y="0"/>
                    </a:moveTo>
                    <a:lnTo>
                      <a:pt x="3162300" y="0"/>
                    </a:lnTo>
                    <a:lnTo>
                      <a:pt x="3162300" y="641422"/>
                    </a:lnTo>
                    <a:lnTo>
                      <a:pt x="3480200" y="913964"/>
                    </a:lnTo>
                    <a:lnTo>
                      <a:pt x="3162300" y="1186506"/>
                    </a:lnTo>
                    <a:lnTo>
                      <a:pt x="3162300" y="1827928"/>
                    </a:lnTo>
                    <a:lnTo>
                      <a:pt x="0" y="1827928"/>
                    </a:lnTo>
                    <a:close/>
                  </a:path>
                </a:pathLst>
              </a:custGeom>
              <a:solidFill>
                <a:schemeClr val="accent1">
                  <a:alpha val="15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zh-CN" altLang="en-US" sz="1600" b="1" dirty="0">
                  <a:solidFill>
                    <a:schemeClr val="bg1"/>
                  </a:solidFill>
                </a:endParaRPr>
              </a:p>
            </p:txBody>
          </p:sp>
          <p:sp>
            <p:nvSpPr>
              <p:cNvPr id="18" name="Number2">
                <a:extLst>
                  <a:ext uri="{FF2B5EF4-FFF2-40B4-BE49-F238E27FC236}">
                    <a16:creationId xmlns:a16="http://schemas.microsoft.com/office/drawing/2014/main" id="{7B6D10B9-C01F-9412-BE74-8AFC9E7CD721}"/>
                  </a:ext>
                </a:extLst>
              </p:cNvPr>
              <p:cNvSpPr/>
              <p:nvPr/>
            </p:nvSpPr>
            <p:spPr>
              <a:xfrm>
                <a:off x="8415118" y="1446302"/>
                <a:ext cx="1571626" cy="446073"/>
              </a:xfrm>
              <a:prstGeom prst="rect">
                <a:avLst/>
              </a:prstGeom>
              <a:noFill/>
              <a:ln>
                <a:noFill/>
              </a:ln>
            </p:spPr>
            <p:txBody>
              <a:bodyPr wrap="square" lIns="91440" tIns="45720" rIns="91440" bIns="45720" anchor="b" anchorCtr="0">
                <a:normAutofit fontScale="92500" lnSpcReduction="20000"/>
              </a:bodyPr>
              <a:lstStyle/>
              <a:p>
                <a:pPr marR="0" lvl="0" defTabSz="914400" eaLnBrk="1" fontAlgn="auto" latinLnBrk="0" hangingPunct="1">
                  <a:spcBef>
                    <a:spcPts val="0"/>
                  </a:spcBef>
                  <a:spcAft>
                    <a:spcPts val="0"/>
                  </a:spcAft>
                  <a:buClrTx/>
                  <a:buSzTx/>
                  <a:defRPr/>
                </a:pPr>
                <a:r>
                  <a:rPr lang="en-US" altLang="zh-CN" sz="2800" b="1" dirty="0">
                    <a:solidFill>
                      <a:schemeClr val="accent1"/>
                    </a:solidFill>
                  </a:rPr>
                  <a:t>02.</a:t>
                </a:r>
              </a:p>
            </p:txBody>
          </p:sp>
          <p:sp>
            <p:nvSpPr>
              <p:cNvPr id="19" name="Bullet2">
                <a:extLst>
                  <a:ext uri="{FF2B5EF4-FFF2-40B4-BE49-F238E27FC236}">
                    <a16:creationId xmlns:a16="http://schemas.microsoft.com/office/drawing/2014/main" id="{5ADA6CB2-243D-E9ED-168C-B36E8FBC5FCB}"/>
                  </a:ext>
                </a:extLst>
              </p:cNvPr>
              <p:cNvSpPr/>
              <p:nvPr/>
            </p:nvSpPr>
            <p:spPr>
              <a:xfrm>
                <a:off x="8415118" y="1909655"/>
                <a:ext cx="2172400" cy="446072"/>
              </a:xfrm>
              <a:prstGeom prst="rect">
                <a:avLst/>
              </a:prstGeom>
              <a:ln>
                <a:noFill/>
              </a:ln>
            </p:spPr>
            <p:txBody>
              <a:bodyPr wrap="square" lIns="91440" tIns="45720" rIns="91440" bIns="45720" anchor="b" anchorCtr="0">
                <a:normAutofit/>
              </a:bodyPr>
              <a:lstStyle/>
              <a:p>
                <a:r>
                  <a:rPr lang="zh-CN" altLang="en-US" b="1"/>
                  <a:t>用户画像构建</a:t>
                </a:r>
                <a:endParaRPr lang="en-US" altLang="zh-CN" b="1" dirty="0"/>
              </a:p>
            </p:txBody>
          </p:sp>
          <p:sp>
            <p:nvSpPr>
              <p:cNvPr id="20" name="Text2">
                <a:extLst>
                  <a:ext uri="{FF2B5EF4-FFF2-40B4-BE49-F238E27FC236}">
                    <a16:creationId xmlns:a16="http://schemas.microsoft.com/office/drawing/2014/main" id="{71537A6D-5635-5D1C-6309-3E1A1577D3F6}"/>
                  </a:ext>
                </a:extLst>
              </p:cNvPr>
              <p:cNvSpPr/>
              <p:nvPr/>
            </p:nvSpPr>
            <p:spPr>
              <a:xfrm>
                <a:off x="8415118" y="2355727"/>
                <a:ext cx="2172400" cy="1044718"/>
              </a:xfrm>
              <a:prstGeom prst="rect">
                <a:avLst/>
              </a:prstGeom>
              <a:ln>
                <a:noFill/>
              </a:ln>
            </p:spPr>
            <p:txBody>
              <a:bodyPr wrap="square" lIns="91440" tIns="45720" rIns="91440" bIns="45720" anchor="t" anchorCtr="0">
                <a:normAutofit/>
              </a:bodyPr>
              <a:lstStyle/>
              <a:p>
                <a:pPr>
                  <a:lnSpc>
                    <a:spcPct val="120000"/>
                  </a:lnSpc>
                </a:pPr>
                <a:r>
                  <a:rPr lang="zh-CN" altLang="en-US" sz="1200"/>
                  <a:t>基于调研数据，构建用户画像，深层次理解用户需求。</a:t>
                </a:r>
                <a:endParaRPr lang="en-US" altLang="zh-CN" sz="1200" dirty="0"/>
              </a:p>
            </p:txBody>
          </p:sp>
        </p:grpSp>
        <p:grpSp>
          <p:nvGrpSpPr>
            <p:cNvPr id="6" name="组合 5">
              <a:extLst>
                <a:ext uri="{FF2B5EF4-FFF2-40B4-BE49-F238E27FC236}">
                  <a16:creationId xmlns:a16="http://schemas.microsoft.com/office/drawing/2014/main" id="{79ED0B16-D133-45BF-0E54-579967983DD9}"/>
                </a:ext>
              </a:extLst>
            </p:cNvPr>
            <p:cNvGrpSpPr/>
            <p:nvPr/>
          </p:nvGrpSpPr>
          <p:grpSpPr>
            <a:xfrm>
              <a:off x="3940629" y="3830828"/>
              <a:ext cx="3480200" cy="2303272"/>
              <a:chOff x="3940629" y="3830828"/>
              <a:chExt cx="3480200" cy="2303272"/>
            </a:xfrm>
          </p:grpSpPr>
          <p:sp>
            <p:nvSpPr>
              <p:cNvPr id="13" name="ComponentBackground3">
                <a:extLst>
                  <a:ext uri="{FF2B5EF4-FFF2-40B4-BE49-F238E27FC236}">
                    <a16:creationId xmlns:a16="http://schemas.microsoft.com/office/drawing/2014/main" id="{16E0CC66-84A5-EA28-1135-88D179F55AFD}"/>
                  </a:ext>
                </a:extLst>
              </p:cNvPr>
              <p:cNvSpPr/>
              <p:nvPr/>
            </p:nvSpPr>
            <p:spPr>
              <a:xfrm>
                <a:off x="3940629" y="3830828"/>
                <a:ext cx="3480200" cy="2303272"/>
              </a:xfrm>
              <a:custGeom>
                <a:avLst/>
                <a:gdLst>
                  <a:gd name="connsiteX0" fmla="*/ 0 w 3480200"/>
                  <a:gd name="connsiteY0" fmla="*/ 0 h 1827928"/>
                  <a:gd name="connsiteX1" fmla="*/ 3162300 w 3480200"/>
                  <a:gd name="connsiteY1" fmla="*/ 0 h 1827928"/>
                  <a:gd name="connsiteX2" fmla="*/ 3162300 w 3480200"/>
                  <a:gd name="connsiteY2" fmla="*/ 641422 h 1827928"/>
                  <a:gd name="connsiteX3" fmla="*/ 3480200 w 3480200"/>
                  <a:gd name="connsiteY3" fmla="*/ 913964 h 1827928"/>
                  <a:gd name="connsiteX4" fmla="*/ 3162300 w 3480200"/>
                  <a:gd name="connsiteY4" fmla="*/ 1186506 h 1827928"/>
                  <a:gd name="connsiteX5" fmla="*/ 3162300 w 3480200"/>
                  <a:gd name="connsiteY5" fmla="*/ 1827928 h 1827928"/>
                  <a:gd name="connsiteX6" fmla="*/ 0 w 3480200"/>
                  <a:gd name="connsiteY6" fmla="*/ 1827928 h 1827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0200" h="1827928">
                    <a:moveTo>
                      <a:pt x="0" y="0"/>
                    </a:moveTo>
                    <a:lnTo>
                      <a:pt x="3162300" y="0"/>
                    </a:lnTo>
                    <a:lnTo>
                      <a:pt x="3162300" y="641422"/>
                    </a:lnTo>
                    <a:lnTo>
                      <a:pt x="3480200" y="913964"/>
                    </a:lnTo>
                    <a:lnTo>
                      <a:pt x="3162300" y="1186506"/>
                    </a:lnTo>
                    <a:lnTo>
                      <a:pt x="3162300" y="1827928"/>
                    </a:lnTo>
                    <a:lnTo>
                      <a:pt x="0" y="1827928"/>
                    </a:lnTo>
                    <a:close/>
                  </a:path>
                </a:pathLst>
              </a:custGeom>
              <a:solidFill>
                <a:schemeClr val="accent2">
                  <a:alpha val="15000"/>
                </a:schemeClr>
              </a:solidFill>
              <a:ln w="12700" cap="rnd">
                <a:noFill/>
                <a:prstDash val="solid"/>
                <a:round/>
                <a:headEnd/>
                <a:tailE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defTabSz="914354"/>
                <a:endParaRPr lang="zh-CN" altLang="en-US" sz="1600" b="1" dirty="0">
                  <a:solidFill>
                    <a:schemeClr val="bg1"/>
                  </a:solidFill>
                </a:endParaRPr>
              </a:p>
            </p:txBody>
          </p:sp>
          <p:sp>
            <p:nvSpPr>
              <p:cNvPr id="14" name="Number3">
                <a:extLst>
                  <a:ext uri="{FF2B5EF4-FFF2-40B4-BE49-F238E27FC236}">
                    <a16:creationId xmlns:a16="http://schemas.microsoft.com/office/drawing/2014/main" id="{42C44A7A-63D1-EDCE-AE45-2B816E7609D9}"/>
                  </a:ext>
                </a:extLst>
              </p:cNvPr>
              <p:cNvSpPr/>
              <p:nvPr/>
            </p:nvSpPr>
            <p:spPr>
              <a:xfrm>
                <a:off x="4507948" y="4014857"/>
                <a:ext cx="1571626" cy="446073"/>
              </a:xfrm>
              <a:prstGeom prst="rect">
                <a:avLst/>
              </a:prstGeom>
              <a:noFill/>
              <a:ln>
                <a:noFill/>
              </a:ln>
            </p:spPr>
            <p:txBody>
              <a:bodyPr wrap="square" lIns="91440" tIns="45720" rIns="91440" bIns="45720" anchor="b" anchorCtr="0">
                <a:normAutofit fontScale="92500" lnSpcReduction="20000"/>
              </a:bodyPr>
              <a:lstStyle/>
              <a:p>
                <a:pPr marR="0" lvl="0" defTabSz="914400" eaLnBrk="1" fontAlgn="auto" latinLnBrk="0" hangingPunct="1">
                  <a:spcBef>
                    <a:spcPts val="0"/>
                  </a:spcBef>
                  <a:spcAft>
                    <a:spcPts val="0"/>
                  </a:spcAft>
                  <a:buClrTx/>
                  <a:buSzTx/>
                  <a:defRPr/>
                </a:pPr>
                <a:r>
                  <a:rPr lang="en-US" altLang="zh-CN" sz="2800" b="1" dirty="0">
                    <a:solidFill>
                      <a:schemeClr val="accent2"/>
                    </a:solidFill>
                  </a:rPr>
                  <a:t>03.</a:t>
                </a:r>
              </a:p>
            </p:txBody>
          </p:sp>
          <p:sp>
            <p:nvSpPr>
              <p:cNvPr id="15" name="Bullet3">
                <a:extLst>
                  <a:ext uri="{FF2B5EF4-FFF2-40B4-BE49-F238E27FC236}">
                    <a16:creationId xmlns:a16="http://schemas.microsoft.com/office/drawing/2014/main" id="{A5E7BC42-F44F-AB73-252C-427683F34E1C}"/>
                  </a:ext>
                </a:extLst>
              </p:cNvPr>
              <p:cNvSpPr/>
              <p:nvPr/>
            </p:nvSpPr>
            <p:spPr>
              <a:xfrm>
                <a:off x="4507948" y="4478210"/>
                <a:ext cx="2172400" cy="446072"/>
              </a:xfrm>
              <a:prstGeom prst="rect">
                <a:avLst/>
              </a:prstGeom>
              <a:ln>
                <a:noFill/>
              </a:ln>
            </p:spPr>
            <p:txBody>
              <a:bodyPr wrap="square" lIns="91440" tIns="45720" rIns="91440" bIns="45720" anchor="b" anchorCtr="0">
                <a:normAutofit/>
              </a:bodyPr>
              <a:lstStyle/>
              <a:p>
                <a:r>
                  <a:rPr lang="zh-CN" altLang="en-US" b="1"/>
                  <a:t>用户行为分析</a:t>
                </a:r>
                <a:endParaRPr lang="en-US" altLang="zh-CN" b="1" dirty="0"/>
              </a:p>
            </p:txBody>
          </p:sp>
          <p:sp>
            <p:nvSpPr>
              <p:cNvPr id="16" name="Text3">
                <a:extLst>
                  <a:ext uri="{FF2B5EF4-FFF2-40B4-BE49-F238E27FC236}">
                    <a16:creationId xmlns:a16="http://schemas.microsoft.com/office/drawing/2014/main" id="{4305FF2C-9B89-1289-F4F3-17A01C589692}"/>
                  </a:ext>
                </a:extLst>
              </p:cNvPr>
              <p:cNvSpPr/>
              <p:nvPr/>
            </p:nvSpPr>
            <p:spPr>
              <a:xfrm>
                <a:off x="4507948" y="4924282"/>
                <a:ext cx="2172400" cy="1044718"/>
              </a:xfrm>
              <a:prstGeom prst="rect">
                <a:avLst/>
              </a:prstGeom>
              <a:ln>
                <a:noFill/>
              </a:ln>
            </p:spPr>
            <p:txBody>
              <a:bodyPr wrap="square" lIns="91440" tIns="45720" rIns="91440" bIns="45720" anchor="t" anchorCtr="0">
                <a:normAutofit/>
              </a:bodyPr>
              <a:lstStyle/>
              <a:p>
                <a:pPr>
                  <a:lnSpc>
                    <a:spcPct val="120000"/>
                  </a:lnSpc>
                </a:pPr>
                <a:r>
                  <a:rPr lang="zh-CN" altLang="en-US" sz="1200"/>
                  <a:t>分析用户在使用产品过程中的行为模式，挖掘潜在需求。</a:t>
                </a:r>
                <a:endParaRPr lang="en-US" altLang="zh-CN" sz="1200" dirty="0"/>
              </a:p>
            </p:txBody>
          </p:sp>
        </p:grpSp>
        <p:grpSp>
          <p:nvGrpSpPr>
            <p:cNvPr id="7" name="组合 6">
              <a:extLst>
                <a:ext uri="{FF2B5EF4-FFF2-40B4-BE49-F238E27FC236}">
                  <a16:creationId xmlns:a16="http://schemas.microsoft.com/office/drawing/2014/main" id="{804B0914-B1C0-DF52-EE29-561687710836}"/>
                </a:ext>
              </a:extLst>
            </p:cNvPr>
            <p:cNvGrpSpPr/>
            <p:nvPr/>
          </p:nvGrpSpPr>
          <p:grpSpPr>
            <a:xfrm>
              <a:off x="7847799" y="3830828"/>
              <a:ext cx="3480200" cy="2303272"/>
              <a:chOff x="7847799" y="3830828"/>
              <a:chExt cx="3480200" cy="2303272"/>
            </a:xfrm>
          </p:grpSpPr>
          <p:sp>
            <p:nvSpPr>
              <p:cNvPr id="9" name="ComponentBackground4">
                <a:extLst>
                  <a:ext uri="{FF2B5EF4-FFF2-40B4-BE49-F238E27FC236}">
                    <a16:creationId xmlns:a16="http://schemas.microsoft.com/office/drawing/2014/main" id="{0C4A58D2-4F15-7F8B-3250-D521DF32A967}"/>
                  </a:ext>
                </a:extLst>
              </p:cNvPr>
              <p:cNvSpPr/>
              <p:nvPr/>
            </p:nvSpPr>
            <p:spPr>
              <a:xfrm>
                <a:off x="7847799" y="3830828"/>
                <a:ext cx="3480200" cy="2303272"/>
              </a:xfrm>
              <a:custGeom>
                <a:avLst/>
                <a:gdLst>
                  <a:gd name="connsiteX0" fmla="*/ 0 w 3480200"/>
                  <a:gd name="connsiteY0" fmla="*/ 0 h 1827928"/>
                  <a:gd name="connsiteX1" fmla="*/ 3162300 w 3480200"/>
                  <a:gd name="connsiteY1" fmla="*/ 0 h 1827928"/>
                  <a:gd name="connsiteX2" fmla="*/ 3162300 w 3480200"/>
                  <a:gd name="connsiteY2" fmla="*/ 641422 h 1827928"/>
                  <a:gd name="connsiteX3" fmla="*/ 3480200 w 3480200"/>
                  <a:gd name="connsiteY3" fmla="*/ 913964 h 1827928"/>
                  <a:gd name="connsiteX4" fmla="*/ 3162300 w 3480200"/>
                  <a:gd name="connsiteY4" fmla="*/ 1186506 h 1827928"/>
                  <a:gd name="connsiteX5" fmla="*/ 3162300 w 3480200"/>
                  <a:gd name="connsiteY5" fmla="*/ 1827928 h 1827928"/>
                  <a:gd name="connsiteX6" fmla="*/ 0 w 3480200"/>
                  <a:gd name="connsiteY6" fmla="*/ 1827928 h 18279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0200" h="1827928">
                    <a:moveTo>
                      <a:pt x="0" y="0"/>
                    </a:moveTo>
                    <a:lnTo>
                      <a:pt x="3162300" y="0"/>
                    </a:lnTo>
                    <a:lnTo>
                      <a:pt x="3162300" y="641422"/>
                    </a:lnTo>
                    <a:lnTo>
                      <a:pt x="3480200" y="913964"/>
                    </a:lnTo>
                    <a:lnTo>
                      <a:pt x="3162300" y="1186506"/>
                    </a:lnTo>
                    <a:lnTo>
                      <a:pt x="3162300" y="1827928"/>
                    </a:lnTo>
                    <a:lnTo>
                      <a:pt x="0" y="1827928"/>
                    </a:lnTo>
                    <a:close/>
                  </a:path>
                </a:pathLst>
              </a:custGeom>
              <a:solidFill>
                <a:schemeClr val="accent2"/>
              </a:solidFill>
              <a:ln w="12700" cap="flat">
                <a:noFill/>
                <a:prstDash val="solid"/>
                <a:miter/>
              </a:ln>
              <a:effectLst>
                <a:outerShdw blurRad="127000" dist="63500" dir="2700000" algn="tl" rotWithShape="0">
                  <a:schemeClr val="accent2">
                    <a:alpha val="40000"/>
                  </a:schemeClr>
                </a:outerShdw>
              </a:effectLst>
            </p:spPr>
            <p:txBody>
              <a:bodyPr wrap="none" rtlCol="0" anchor="ctr"/>
              <a:lstStyle/>
              <a:p>
                <a:pPr algn="ctr"/>
                <a:endParaRPr lang="zh-CN" altLang="en-US" sz="1400" b="1" dirty="0">
                  <a:solidFill>
                    <a:srgbClr val="FFFFFF"/>
                  </a:solidFill>
                </a:endParaRPr>
              </a:p>
            </p:txBody>
          </p:sp>
          <p:sp>
            <p:nvSpPr>
              <p:cNvPr id="10" name="Number4">
                <a:extLst>
                  <a:ext uri="{FF2B5EF4-FFF2-40B4-BE49-F238E27FC236}">
                    <a16:creationId xmlns:a16="http://schemas.microsoft.com/office/drawing/2014/main" id="{E3EC8300-F0D4-BAD8-2103-FDE2EC7456D9}"/>
                  </a:ext>
                </a:extLst>
              </p:cNvPr>
              <p:cNvSpPr/>
              <p:nvPr/>
            </p:nvSpPr>
            <p:spPr>
              <a:xfrm>
                <a:off x="8415118" y="4014857"/>
                <a:ext cx="1571626" cy="446073"/>
              </a:xfrm>
              <a:prstGeom prst="rect">
                <a:avLst/>
              </a:prstGeom>
              <a:noFill/>
              <a:ln>
                <a:noFill/>
              </a:ln>
            </p:spPr>
            <p:txBody>
              <a:bodyPr wrap="square" lIns="91440" tIns="45720" rIns="91440" bIns="45720" anchor="b" anchorCtr="0">
                <a:normAutofit fontScale="92500" lnSpcReduction="20000"/>
              </a:bodyPr>
              <a:lstStyle/>
              <a:p>
                <a:pPr marR="0" lvl="0" defTabSz="914400" eaLnBrk="1" fontAlgn="auto" latinLnBrk="0" hangingPunct="1">
                  <a:spcBef>
                    <a:spcPts val="0"/>
                  </a:spcBef>
                  <a:spcAft>
                    <a:spcPts val="0"/>
                  </a:spcAft>
                  <a:buClrTx/>
                  <a:buSzTx/>
                  <a:defRPr/>
                </a:pPr>
                <a:r>
                  <a:rPr lang="en-US" altLang="zh-CN" sz="2800" b="1" dirty="0">
                    <a:solidFill>
                      <a:srgbClr val="FFFFFF"/>
                    </a:solidFill>
                  </a:rPr>
                  <a:t>04.</a:t>
                </a:r>
              </a:p>
            </p:txBody>
          </p:sp>
          <p:sp>
            <p:nvSpPr>
              <p:cNvPr id="11" name="Bullet4">
                <a:extLst>
                  <a:ext uri="{FF2B5EF4-FFF2-40B4-BE49-F238E27FC236}">
                    <a16:creationId xmlns:a16="http://schemas.microsoft.com/office/drawing/2014/main" id="{5CACA102-6A27-65D1-CD5E-6F03E69CA798}"/>
                  </a:ext>
                </a:extLst>
              </p:cNvPr>
              <p:cNvSpPr/>
              <p:nvPr/>
            </p:nvSpPr>
            <p:spPr>
              <a:xfrm>
                <a:off x="8415118" y="4478210"/>
                <a:ext cx="2172400" cy="446072"/>
              </a:xfrm>
              <a:prstGeom prst="rect">
                <a:avLst/>
              </a:prstGeom>
              <a:ln>
                <a:noFill/>
              </a:ln>
            </p:spPr>
            <p:txBody>
              <a:bodyPr wrap="square" lIns="91440" tIns="45720" rIns="91440" bIns="45720" anchor="b" anchorCtr="0">
                <a:normAutofit/>
              </a:bodyPr>
              <a:lstStyle/>
              <a:p>
                <a:r>
                  <a:rPr lang="zh-CN" altLang="en-US" b="1">
                    <a:solidFill>
                      <a:srgbClr val="FFFFFF"/>
                    </a:solidFill>
                  </a:rPr>
                  <a:t>设计机会识别</a:t>
                </a:r>
                <a:endParaRPr lang="en-US" altLang="zh-CN" b="1" dirty="0">
                  <a:solidFill>
                    <a:srgbClr val="FFFFFF"/>
                  </a:solidFill>
                </a:endParaRPr>
              </a:p>
            </p:txBody>
          </p:sp>
          <p:sp>
            <p:nvSpPr>
              <p:cNvPr id="12" name="Text4">
                <a:extLst>
                  <a:ext uri="{FF2B5EF4-FFF2-40B4-BE49-F238E27FC236}">
                    <a16:creationId xmlns:a16="http://schemas.microsoft.com/office/drawing/2014/main" id="{3DB364A5-77CC-0D9F-A78A-C35EE6968075}"/>
                  </a:ext>
                </a:extLst>
              </p:cNvPr>
              <p:cNvSpPr/>
              <p:nvPr/>
            </p:nvSpPr>
            <p:spPr>
              <a:xfrm>
                <a:off x="8415118" y="4924282"/>
                <a:ext cx="2172400" cy="1044718"/>
              </a:xfrm>
              <a:prstGeom prst="rect">
                <a:avLst/>
              </a:prstGeom>
              <a:ln>
                <a:noFill/>
              </a:ln>
            </p:spPr>
            <p:txBody>
              <a:bodyPr wrap="square" lIns="91440" tIns="45720" rIns="91440" bIns="45720" anchor="t" anchorCtr="0">
                <a:normAutofit/>
              </a:bodyPr>
              <a:lstStyle/>
              <a:p>
                <a:pPr>
                  <a:lnSpc>
                    <a:spcPct val="120000"/>
                  </a:lnSpc>
                </a:pPr>
                <a:r>
                  <a:rPr lang="zh-CN" altLang="en-US" sz="1200">
                    <a:solidFill>
                      <a:srgbClr val="FFFFFF"/>
                    </a:solidFill>
                  </a:rPr>
                  <a:t>结合用户需求和行为分析，发现潜在的设计机会。</a:t>
                </a:r>
                <a:endParaRPr lang="en-US" altLang="zh-CN" sz="1200" dirty="0">
                  <a:solidFill>
                    <a:srgbClr val="FFFFFF"/>
                  </a:solidFill>
                </a:endParaRPr>
              </a:p>
            </p:txBody>
          </p:sp>
        </p:grpSp>
        <p:sp>
          <p:nvSpPr>
            <p:cNvPr id="8" name="Title">
              <a:extLst>
                <a:ext uri="{FF2B5EF4-FFF2-40B4-BE49-F238E27FC236}">
                  <a16:creationId xmlns:a16="http://schemas.microsoft.com/office/drawing/2014/main" id="{CBEF67C7-1CED-5860-9E02-CAED01527500}"/>
                </a:ext>
              </a:extLst>
            </p:cNvPr>
            <p:cNvSpPr txBox="1"/>
            <p:nvPr/>
          </p:nvSpPr>
          <p:spPr>
            <a:xfrm>
              <a:off x="660400" y="2038350"/>
              <a:ext cx="3086100" cy="3187700"/>
            </a:xfrm>
            <a:prstGeom prst="rect">
              <a:avLst/>
            </a:prstGeom>
            <a:noFill/>
          </p:spPr>
          <p:txBody>
            <a:bodyPr vert="horz" wrap="square" rtlCol="0" anchor="ctr" anchorCtr="0">
              <a:normAutofit/>
            </a:bodyPr>
            <a:lstStyle/>
            <a:p>
              <a:r>
                <a:rPr lang="zh-CN" altLang="en-US" sz="2400" b="1"/>
                <a:t>了解用户需求，发现设计机会</a:t>
              </a:r>
              <a:endParaRPr lang="zh-CN" altLang="en-US" sz="2400" b="1" dirty="0"/>
            </a:p>
          </p:txBody>
        </p:sp>
      </p:grpSp>
      <p:sp>
        <p:nvSpPr>
          <p:cNvPr id="2" name="标题 1">
            <a:extLst>
              <a:ext uri="{FF2B5EF4-FFF2-40B4-BE49-F238E27FC236}">
                <a16:creationId xmlns:a16="http://schemas.microsoft.com/office/drawing/2014/main" id="{422BC3EE-A034-43BE-C4A8-E09B4CFA8514}"/>
              </a:ext>
            </a:extLst>
          </p:cNvPr>
          <p:cNvSpPr>
            <a:spLocks noGrp="1"/>
          </p:cNvSpPr>
          <p:nvPr>
            <p:ph type="title"/>
          </p:nvPr>
        </p:nvSpPr>
        <p:spPr/>
        <p:txBody>
          <a:bodyPr/>
          <a:lstStyle/>
          <a:p>
            <a:r>
              <a:rPr lang="zh-CN" altLang="en-US"/>
              <a:t>用户研究</a:t>
            </a:r>
          </a:p>
        </p:txBody>
      </p:sp>
    </p:spTree>
    <p:extLst>
      <p:ext uri="{BB962C8B-B14F-4D97-AF65-F5344CB8AC3E}">
        <p14:creationId xmlns:p14="http://schemas.microsoft.com/office/powerpoint/2010/main" val="1697635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0FF4BE-2ADC-60F8-6DAC-FFBF8F9BEBD3}"/>
              </a:ext>
            </a:extLst>
          </p:cNvPr>
          <p:cNvSpPr>
            <a:spLocks noGrp="1"/>
          </p:cNvSpPr>
          <p:nvPr>
            <p:ph type="title"/>
          </p:nvPr>
        </p:nvSpPr>
        <p:spPr/>
        <p:txBody>
          <a:bodyPr/>
          <a:lstStyle/>
          <a:p>
            <a:r>
              <a:rPr lang="zh-CN" altLang="en-US" dirty="0"/>
              <a:t>原型设计与迭代</a:t>
            </a:r>
            <a:endParaRPr lang="en-US" dirty="0"/>
          </a:p>
        </p:txBody>
      </p:sp>
      <p:grpSp>
        <p:nvGrpSpPr>
          <p:cNvPr id="13" name="10310ebd-ff4c-4e17-a453-7fb07ef22197.source.4.zh-Hans">
            <a:extLst>
              <a:ext uri="{FF2B5EF4-FFF2-40B4-BE49-F238E27FC236}">
                <a16:creationId xmlns:a16="http://schemas.microsoft.com/office/drawing/2014/main" id="{8187E2A8-EB38-45A8-7B14-6BB234D23B26}"/>
              </a:ext>
            </a:extLst>
          </p:cNvPr>
          <p:cNvGrpSpPr/>
          <p:nvPr/>
        </p:nvGrpSpPr>
        <p:grpSpPr>
          <a:xfrm>
            <a:off x="660400" y="1130301"/>
            <a:ext cx="10858500" cy="4973565"/>
            <a:chOff x="660400" y="1130301"/>
            <a:chExt cx="10858500" cy="4973565"/>
          </a:xfrm>
        </p:grpSpPr>
        <p:sp>
          <p:nvSpPr>
            <p:cNvPr id="6" name="圆角矩形 1">
              <a:extLst>
                <a:ext uri="{FF2B5EF4-FFF2-40B4-BE49-F238E27FC236}">
                  <a16:creationId xmlns:a16="http://schemas.microsoft.com/office/drawing/2014/main" id="{627853B4-13FA-4510-B013-AE5BC8530132}"/>
                </a:ext>
              </a:extLst>
            </p:cNvPr>
            <p:cNvSpPr/>
            <p:nvPr/>
          </p:nvSpPr>
          <p:spPr>
            <a:xfrm>
              <a:off x="1709738" y="3630446"/>
              <a:ext cx="8763000" cy="291402"/>
            </a:xfrm>
            <a:prstGeom prst="roundRect">
              <a:avLst>
                <a:gd name="adj" fmla="val 50000"/>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50000"/>
                    <a:lumOff val="50000"/>
                    <a:alpha val="10000"/>
                  </a:schemeClr>
                </a:solidFill>
              </a:endParaRPr>
            </a:p>
          </p:txBody>
        </p:sp>
        <p:sp>
          <p:nvSpPr>
            <p:cNvPr id="36" name="椭圆 35">
              <a:extLst>
                <a:ext uri="{FF2B5EF4-FFF2-40B4-BE49-F238E27FC236}">
                  <a16:creationId xmlns:a16="http://schemas.microsoft.com/office/drawing/2014/main" id="{106B2500-CE1E-4DA7-AA63-3472281CEEC9}"/>
                </a:ext>
              </a:extLst>
            </p:cNvPr>
            <p:cNvSpPr/>
            <p:nvPr/>
          </p:nvSpPr>
          <p:spPr>
            <a:xfrm>
              <a:off x="10218905" y="3667054"/>
              <a:ext cx="218186" cy="21818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solidFill>
                  <a:schemeClr val="tx1"/>
                </a:solidFill>
              </a:endParaRPr>
            </a:p>
          </p:txBody>
        </p:sp>
        <p:sp>
          <p:nvSpPr>
            <p:cNvPr id="5" name="Title">
              <a:extLst>
                <a:ext uri="{FF2B5EF4-FFF2-40B4-BE49-F238E27FC236}">
                  <a16:creationId xmlns:a16="http://schemas.microsoft.com/office/drawing/2014/main" id="{298F109E-ECC4-018A-37E6-BD6E1AE71ED1}"/>
                </a:ext>
              </a:extLst>
            </p:cNvPr>
            <p:cNvSpPr txBox="1">
              <a:spLocks/>
            </p:cNvSpPr>
            <p:nvPr/>
          </p:nvSpPr>
          <p:spPr>
            <a:xfrm>
              <a:off x="660400" y="1130301"/>
              <a:ext cx="10858500" cy="552480"/>
            </a:xfrm>
            <a:prstGeom prst="rect">
              <a:avLst/>
            </a:prstGeom>
            <a:noFill/>
            <a:ln>
              <a:noFill/>
            </a:ln>
          </p:spPr>
          <p:txBody>
            <a:bodyPr wrap="square" lIns="91440" tIns="45720" rIns="91440" bIns="45720" anchor="t" anchorCtr="1">
              <a:normAutofit/>
            </a:bodyPr>
            <a:lstStyle/>
            <a:p>
              <a:pPr marL="0" marR="0" lvl="0" indent="0" algn="ctr" defTabSz="913765" rtl="0" eaLnBrk="1" fontAlgn="auto" latinLnBrk="0" hangingPunct="1">
                <a:spcBef>
                  <a:spcPts val="0"/>
                </a:spcBef>
                <a:spcAft>
                  <a:spcPts val="0"/>
                </a:spcAft>
                <a:buClrTx/>
                <a:buSzPct val="25000"/>
                <a:buFontTx/>
                <a:buNone/>
                <a:defRPr/>
              </a:pPr>
              <a:r>
                <a:rPr kumimoji="0" lang="zh-CN" altLang="en-US" sz="2400" b="1" i="0" u="none" strike="noStrike" kern="1200" cap="none" spc="0" normalizeH="0" baseline="0" noProof="0" dirty="0">
                  <a:ln>
                    <a:noFill/>
                  </a:ln>
                  <a:effectLst/>
                  <a:uLnTx/>
                  <a:uFillTx/>
                </a:rPr>
                <a:t>从概念到用户测试的原型进化</a:t>
              </a:r>
              <a:endParaRPr lang="en-US" dirty="0"/>
            </a:p>
          </p:txBody>
        </p:sp>
        <p:grpSp>
          <p:nvGrpSpPr>
            <p:cNvPr id="7" name="组合 6">
              <a:extLst>
                <a:ext uri="{FF2B5EF4-FFF2-40B4-BE49-F238E27FC236}">
                  <a16:creationId xmlns:a16="http://schemas.microsoft.com/office/drawing/2014/main" id="{D1D945C4-C7ED-0801-0F61-7A45DCFC1201}"/>
                </a:ext>
              </a:extLst>
            </p:cNvPr>
            <p:cNvGrpSpPr/>
            <p:nvPr/>
          </p:nvGrpSpPr>
          <p:grpSpPr>
            <a:xfrm>
              <a:off x="1576388" y="1874743"/>
              <a:ext cx="3447187" cy="2010497"/>
              <a:chOff x="1576388" y="1874743"/>
              <a:chExt cx="3447187" cy="2010497"/>
            </a:xfrm>
          </p:grpSpPr>
          <p:sp>
            <p:nvSpPr>
              <p:cNvPr id="3" name="Number1">
                <a:extLst>
                  <a:ext uri="{FF2B5EF4-FFF2-40B4-BE49-F238E27FC236}">
                    <a16:creationId xmlns:a16="http://schemas.microsoft.com/office/drawing/2014/main" id="{7E78CBDD-7FA8-4F4C-8FD9-A3C6433FF435}"/>
                  </a:ext>
                </a:extLst>
              </p:cNvPr>
              <p:cNvSpPr/>
              <p:nvPr/>
            </p:nvSpPr>
            <p:spPr>
              <a:xfrm>
                <a:off x="1576388" y="2050256"/>
                <a:ext cx="556181" cy="556181"/>
              </a:xfrm>
              <a:prstGeom prst="ellipse">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lIns="0" tIns="0" rIns="0" bIns="0" rtlCol="0" anchor="ctr"/>
              <a:lstStyle/>
              <a:p>
                <a:pPr algn="ctr"/>
                <a:r>
                  <a:rPr lang="en-US" altLang="zh-CN" sz="1600" b="1" dirty="0">
                    <a:solidFill>
                      <a:srgbClr val="FFFFFF"/>
                    </a:solidFill>
                  </a:rPr>
                  <a:t>01</a:t>
                </a:r>
                <a:endParaRPr lang="zh-CN" altLang="en-US" sz="1600" b="1" dirty="0">
                  <a:solidFill>
                    <a:srgbClr val="FFFFFF"/>
                  </a:solidFill>
                </a:endParaRPr>
              </a:p>
            </p:txBody>
          </p:sp>
          <p:sp>
            <p:nvSpPr>
              <p:cNvPr id="4" name="shape1">
                <a:extLst>
                  <a:ext uri="{FF2B5EF4-FFF2-40B4-BE49-F238E27FC236}">
                    <a16:creationId xmlns:a16="http://schemas.microsoft.com/office/drawing/2014/main" id="{96534F00-2195-4D26-9E86-AF92920C42B8}"/>
                  </a:ext>
                </a:extLst>
              </p:cNvPr>
              <p:cNvSpPr/>
              <p:nvPr/>
            </p:nvSpPr>
            <p:spPr>
              <a:xfrm>
                <a:off x="1745385" y="3667054"/>
                <a:ext cx="218186" cy="21818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solidFill>
                    <a:schemeClr val="tx1"/>
                  </a:solidFill>
                </a:endParaRPr>
              </a:p>
            </p:txBody>
          </p:sp>
          <p:cxnSp>
            <p:nvCxnSpPr>
              <p:cNvPr id="23" name="line1">
                <a:extLst>
                  <a:ext uri="{FF2B5EF4-FFF2-40B4-BE49-F238E27FC236}">
                    <a16:creationId xmlns:a16="http://schemas.microsoft.com/office/drawing/2014/main" id="{5C568347-8CFA-4BE8-AF4E-9DEB9200A1F6}"/>
                  </a:ext>
                </a:extLst>
              </p:cNvPr>
              <p:cNvCxnSpPr>
                <a:cxnSpLocks/>
              </p:cNvCxnSpPr>
              <p:nvPr/>
            </p:nvCxnSpPr>
            <p:spPr>
              <a:xfrm>
                <a:off x="1854478" y="2752210"/>
                <a:ext cx="0" cy="733425"/>
              </a:xfrm>
              <a:prstGeom prst="line">
                <a:avLst/>
              </a:prstGeom>
              <a:ln w="12700" cap="rnd">
                <a:solidFill>
                  <a:schemeClr val="tx2">
                    <a:alpha val="50000"/>
                  </a:schemeClr>
                </a:solidFill>
                <a:round/>
              </a:ln>
            </p:spPr>
            <p:style>
              <a:lnRef idx="1">
                <a:schemeClr val="accent1"/>
              </a:lnRef>
              <a:fillRef idx="0">
                <a:schemeClr val="accent1"/>
              </a:fillRef>
              <a:effectRef idx="0">
                <a:schemeClr val="accent1"/>
              </a:effectRef>
              <a:fontRef idx="minor">
                <a:schemeClr val="tx1"/>
              </a:fontRef>
            </p:style>
          </p:cxnSp>
          <p:sp>
            <p:nvSpPr>
              <p:cNvPr id="42" name="Bullet1">
                <a:extLst>
                  <a:ext uri="{FF2B5EF4-FFF2-40B4-BE49-F238E27FC236}">
                    <a16:creationId xmlns:a16="http://schemas.microsoft.com/office/drawing/2014/main" id="{5504F024-8F3D-4EAF-BE46-CA33CDF1F199}"/>
                  </a:ext>
                </a:extLst>
              </p:cNvPr>
              <p:cNvSpPr txBox="1"/>
              <p:nvPr/>
            </p:nvSpPr>
            <p:spPr>
              <a:xfrm>
                <a:off x="2175413" y="1874743"/>
                <a:ext cx="2848162" cy="481556"/>
              </a:xfrm>
              <a:prstGeom prst="rect">
                <a:avLst/>
              </a:prstGeom>
              <a:noFill/>
            </p:spPr>
            <p:txBody>
              <a:bodyPr wrap="square" rtlCol="0" anchor="b" anchorCtr="0">
                <a:normAutofit/>
              </a:bodyPr>
              <a:lstStyle/>
              <a:p>
                <a:r>
                  <a:rPr kumimoji="0" lang="zh-CN" altLang="en-US" b="1" i="0" u="none" strike="noStrike" kern="1200" cap="none" spc="0" normalizeH="0" baseline="0" noProof="0" dirty="0">
                    <a:ln>
                      <a:noFill/>
                    </a:ln>
                    <a:effectLst/>
                    <a:uLnTx/>
                    <a:uFillTx/>
                  </a:rPr>
                  <a:t>概念原型设计</a:t>
                </a:r>
                <a:endParaRPr lang="en-US" dirty="0"/>
              </a:p>
            </p:txBody>
          </p:sp>
          <p:sp>
            <p:nvSpPr>
              <p:cNvPr id="43" name="Text1">
                <a:extLst>
                  <a:ext uri="{FF2B5EF4-FFF2-40B4-BE49-F238E27FC236}">
                    <a16:creationId xmlns:a16="http://schemas.microsoft.com/office/drawing/2014/main" id="{B253CE9E-168E-42BB-BCA3-09799DA43019}"/>
                  </a:ext>
                </a:extLst>
              </p:cNvPr>
              <p:cNvSpPr txBox="1"/>
              <p:nvPr/>
            </p:nvSpPr>
            <p:spPr>
              <a:xfrm>
                <a:off x="2175415" y="2369284"/>
                <a:ext cx="2848160" cy="837246"/>
              </a:xfrm>
              <a:prstGeom prst="rect">
                <a:avLst/>
              </a:prstGeom>
              <a:noFill/>
            </p:spPr>
            <p:txBody>
              <a:bodyPr wrap="square" rtlCol="0" anchor="t" anchorCtr="0">
                <a:normAutofit/>
              </a:bodyPr>
              <a:lstStyle/>
              <a:p>
                <a:pPr>
                  <a:lnSpc>
                    <a:spcPct val="120000"/>
                  </a:lnSpc>
                </a:pPr>
                <a:r>
                  <a:rPr kumimoji="0" lang="zh-CN" altLang="en-US" sz="1200" i="0" u="none" strike="noStrike" kern="1200" cap="none" spc="0" normalizeH="0" baseline="0" noProof="0" dirty="0">
                    <a:ln>
                      <a:noFill/>
                    </a:ln>
                    <a:effectLst/>
                    <a:uLnTx/>
                    <a:uFillTx/>
                  </a:rPr>
                  <a:t>梳理需求，构建初步设计方案</a:t>
                </a:r>
                <a:endParaRPr lang="en-US" dirty="0"/>
              </a:p>
            </p:txBody>
          </p:sp>
        </p:grpSp>
        <p:grpSp>
          <p:nvGrpSpPr>
            <p:cNvPr id="8" name="组合 7">
              <a:extLst>
                <a:ext uri="{FF2B5EF4-FFF2-40B4-BE49-F238E27FC236}">
                  <a16:creationId xmlns:a16="http://schemas.microsoft.com/office/drawing/2014/main" id="{EEE53207-E6E4-7521-1C1E-7DE1ACE47F39}"/>
                </a:ext>
              </a:extLst>
            </p:cNvPr>
            <p:cNvGrpSpPr/>
            <p:nvPr/>
          </p:nvGrpSpPr>
          <p:grpSpPr>
            <a:xfrm>
              <a:off x="3737017" y="3667054"/>
              <a:ext cx="3463716" cy="2436812"/>
              <a:chOff x="3737017" y="3667054"/>
              <a:chExt cx="3463716" cy="2436812"/>
            </a:xfrm>
          </p:grpSpPr>
          <p:sp>
            <p:nvSpPr>
              <p:cNvPr id="9" name="Number2">
                <a:extLst>
                  <a:ext uri="{FF2B5EF4-FFF2-40B4-BE49-F238E27FC236}">
                    <a16:creationId xmlns:a16="http://schemas.microsoft.com/office/drawing/2014/main" id="{5DE7BF90-F7EB-4DCA-AD7E-C04A5F25471F}"/>
                  </a:ext>
                </a:extLst>
              </p:cNvPr>
              <p:cNvSpPr/>
              <p:nvPr/>
            </p:nvSpPr>
            <p:spPr>
              <a:xfrm>
                <a:off x="3737017" y="4945857"/>
                <a:ext cx="556181" cy="556181"/>
              </a:xfrm>
              <a:prstGeom prst="ellipse">
                <a:avLst/>
              </a:prstGeom>
              <a:solidFill>
                <a:schemeClr val="accent2"/>
              </a:solidFill>
              <a:ln w="12700" cap="flat">
                <a:noFill/>
                <a:prstDash val="solid"/>
                <a:miter/>
              </a:ln>
              <a:effectLst>
                <a:outerShdw blurRad="127000" dist="63500" dir="2700000" algn="tl" rotWithShape="0">
                  <a:schemeClr val="accent2">
                    <a:alpha val="40000"/>
                  </a:schemeClr>
                </a:outerShdw>
              </a:effectLst>
            </p:spPr>
            <p:txBody>
              <a:bodyPr wrap="none" lIns="0" tIns="0" rIns="0" bIns="0" rtlCol="0" anchor="ctr"/>
              <a:lstStyle/>
              <a:p>
                <a:pPr algn="ctr"/>
                <a:r>
                  <a:rPr lang="en-US" altLang="zh-CN" sz="1600" b="1" dirty="0">
                    <a:solidFill>
                      <a:srgbClr val="FFFFFF"/>
                    </a:solidFill>
                  </a:rPr>
                  <a:t>02</a:t>
                </a:r>
                <a:endParaRPr lang="zh-CN" altLang="en-US" sz="1600" b="1" dirty="0">
                  <a:solidFill>
                    <a:srgbClr val="FFFFFF"/>
                  </a:solidFill>
                </a:endParaRPr>
              </a:p>
            </p:txBody>
          </p:sp>
          <p:sp>
            <p:nvSpPr>
              <p:cNvPr id="15" name="shape2">
                <a:extLst>
                  <a:ext uri="{FF2B5EF4-FFF2-40B4-BE49-F238E27FC236}">
                    <a16:creationId xmlns:a16="http://schemas.microsoft.com/office/drawing/2014/main" id="{74C322F0-374B-48F0-80D1-27A021A7E85F}"/>
                  </a:ext>
                </a:extLst>
              </p:cNvPr>
              <p:cNvSpPr/>
              <p:nvPr/>
            </p:nvSpPr>
            <p:spPr>
              <a:xfrm>
                <a:off x="3906014" y="3667054"/>
                <a:ext cx="218186" cy="21818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solidFill>
                    <a:schemeClr val="tx1"/>
                  </a:solidFill>
                </a:endParaRPr>
              </a:p>
            </p:txBody>
          </p:sp>
          <p:cxnSp>
            <p:nvCxnSpPr>
              <p:cNvPr id="26" name="line2">
                <a:extLst>
                  <a:ext uri="{FF2B5EF4-FFF2-40B4-BE49-F238E27FC236}">
                    <a16:creationId xmlns:a16="http://schemas.microsoft.com/office/drawing/2014/main" id="{AF676790-98D1-42AC-9375-1A743290FDCB}"/>
                  </a:ext>
                </a:extLst>
              </p:cNvPr>
              <p:cNvCxnSpPr>
                <a:cxnSpLocks/>
              </p:cNvCxnSpPr>
              <p:nvPr/>
            </p:nvCxnSpPr>
            <p:spPr>
              <a:xfrm>
                <a:off x="4015107" y="4064411"/>
                <a:ext cx="0" cy="733425"/>
              </a:xfrm>
              <a:prstGeom prst="line">
                <a:avLst/>
              </a:prstGeom>
              <a:ln w="12700" cap="rnd">
                <a:solidFill>
                  <a:schemeClr val="tx2">
                    <a:alpha val="50000"/>
                  </a:schemeClr>
                </a:solidFill>
                <a:round/>
              </a:ln>
            </p:spPr>
            <p:style>
              <a:lnRef idx="1">
                <a:schemeClr val="accent1"/>
              </a:lnRef>
              <a:fillRef idx="0">
                <a:schemeClr val="accent1"/>
              </a:fillRef>
              <a:effectRef idx="0">
                <a:schemeClr val="accent1"/>
              </a:effectRef>
              <a:fontRef idx="minor">
                <a:schemeClr val="tx1"/>
              </a:fontRef>
            </p:style>
          </p:cxnSp>
          <p:sp>
            <p:nvSpPr>
              <p:cNvPr id="44" name="Bullet2">
                <a:extLst>
                  <a:ext uri="{FF2B5EF4-FFF2-40B4-BE49-F238E27FC236}">
                    <a16:creationId xmlns:a16="http://schemas.microsoft.com/office/drawing/2014/main" id="{07A04945-499C-4510-9BCA-CAC5617C518D}"/>
                  </a:ext>
                </a:extLst>
              </p:cNvPr>
              <p:cNvSpPr txBox="1"/>
              <p:nvPr/>
            </p:nvSpPr>
            <p:spPr>
              <a:xfrm>
                <a:off x="4352571" y="4772079"/>
                <a:ext cx="2848162" cy="481556"/>
              </a:xfrm>
              <a:prstGeom prst="rect">
                <a:avLst/>
              </a:prstGeom>
              <a:noFill/>
            </p:spPr>
            <p:txBody>
              <a:bodyPr wrap="square" rtlCol="0" anchor="b" anchorCtr="0">
                <a:normAutofit/>
              </a:bodyPr>
              <a:lstStyle/>
              <a:p>
                <a:r>
                  <a:rPr kumimoji="0" lang="zh-CN" altLang="en-US" b="1" i="0" u="none" strike="noStrike" kern="1200" cap="none" spc="0" normalizeH="0" baseline="0" noProof="0" dirty="0">
                    <a:ln>
                      <a:noFill/>
                    </a:ln>
                    <a:effectLst/>
                    <a:uLnTx/>
                    <a:uFillTx/>
                  </a:rPr>
                  <a:t>交互原型设计</a:t>
                </a:r>
                <a:endParaRPr lang="en-US" dirty="0"/>
              </a:p>
            </p:txBody>
          </p:sp>
          <p:sp>
            <p:nvSpPr>
              <p:cNvPr id="45" name="Text2">
                <a:extLst>
                  <a:ext uri="{FF2B5EF4-FFF2-40B4-BE49-F238E27FC236}">
                    <a16:creationId xmlns:a16="http://schemas.microsoft.com/office/drawing/2014/main" id="{6AA9B4D8-138D-44D8-8D8F-53C54EF53270}"/>
                  </a:ext>
                </a:extLst>
              </p:cNvPr>
              <p:cNvSpPr txBox="1"/>
              <p:nvPr/>
            </p:nvSpPr>
            <p:spPr>
              <a:xfrm>
                <a:off x="4352573" y="5266620"/>
                <a:ext cx="2848160" cy="837246"/>
              </a:xfrm>
              <a:prstGeom prst="rect">
                <a:avLst/>
              </a:prstGeom>
              <a:noFill/>
            </p:spPr>
            <p:txBody>
              <a:bodyPr wrap="square" rtlCol="0" anchor="t" anchorCtr="0">
                <a:normAutofit/>
              </a:bodyPr>
              <a:lstStyle/>
              <a:p>
                <a:pPr>
                  <a:lnSpc>
                    <a:spcPct val="120000"/>
                  </a:lnSpc>
                </a:pPr>
                <a:r>
                  <a:rPr kumimoji="0" lang="zh-CN" altLang="en-US" sz="1200" i="0" u="none" strike="noStrike" kern="1200" cap="none" spc="0" normalizeH="0" baseline="0" noProof="0" dirty="0">
                    <a:ln>
                      <a:noFill/>
                    </a:ln>
                    <a:effectLst/>
                    <a:uLnTx/>
                    <a:uFillTx/>
                  </a:rPr>
                  <a:t>细化操作流程，增加交互效果</a:t>
                </a:r>
                <a:endParaRPr lang="en-US" dirty="0"/>
              </a:p>
            </p:txBody>
          </p:sp>
        </p:grpSp>
        <p:grpSp>
          <p:nvGrpSpPr>
            <p:cNvPr id="10" name="组合 9">
              <a:extLst>
                <a:ext uri="{FF2B5EF4-FFF2-40B4-BE49-F238E27FC236}">
                  <a16:creationId xmlns:a16="http://schemas.microsoft.com/office/drawing/2014/main" id="{16546A49-D6CD-BFFC-AFD9-3DD4D89C17D0}"/>
                </a:ext>
              </a:extLst>
            </p:cNvPr>
            <p:cNvGrpSpPr/>
            <p:nvPr/>
          </p:nvGrpSpPr>
          <p:grpSpPr>
            <a:xfrm>
              <a:off x="5897646" y="1885565"/>
              <a:ext cx="3447186" cy="1999675"/>
              <a:chOff x="5897646" y="1885565"/>
              <a:chExt cx="3447186" cy="1999675"/>
            </a:xfrm>
          </p:grpSpPr>
          <p:sp>
            <p:nvSpPr>
              <p:cNvPr id="28" name="Number3">
                <a:extLst>
                  <a:ext uri="{FF2B5EF4-FFF2-40B4-BE49-F238E27FC236}">
                    <a16:creationId xmlns:a16="http://schemas.microsoft.com/office/drawing/2014/main" id="{125A47E4-C192-414B-AB18-69CBB6FCD658}"/>
                  </a:ext>
                </a:extLst>
              </p:cNvPr>
              <p:cNvSpPr/>
              <p:nvPr/>
            </p:nvSpPr>
            <p:spPr>
              <a:xfrm>
                <a:off x="5897646" y="2050256"/>
                <a:ext cx="556181" cy="556181"/>
              </a:xfrm>
              <a:prstGeom prst="ellipse">
                <a:avLst/>
              </a:prstGeom>
              <a:solidFill>
                <a:schemeClr val="accent1"/>
              </a:solidFill>
              <a:ln w="12700" cap="flat">
                <a:noFill/>
                <a:prstDash val="solid"/>
                <a:miter/>
              </a:ln>
              <a:effectLst>
                <a:outerShdw blurRad="127000" dist="63500" dir="2700000" algn="tl" rotWithShape="0">
                  <a:schemeClr val="accent1">
                    <a:alpha val="40000"/>
                  </a:schemeClr>
                </a:outerShdw>
              </a:effectLst>
            </p:spPr>
            <p:txBody>
              <a:bodyPr lIns="0" tIns="0" rIns="0" bIns="0" rtlCol="0" anchor="ctr"/>
              <a:lstStyle/>
              <a:p>
                <a:pPr algn="ctr"/>
                <a:r>
                  <a:rPr lang="en-US" altLang="zh-CN" sz="1600" b="1" dirty="0">
                    <a:solidFill>
                      <a:srgbClr val="FFFFFF"/>
                    </a:solidFill>
                  </a:rPr>
                  <a:t>03</a:t>
                </a:r>
                <a:endParaRPr lang="zh-CN" altLang="en-US" sz="1600" b="1" dirty="0">
                  <a:solidFill>
                    <a:srgbClr val="FFFFFF"/>
                  </a:solidFill>
                </a:endParaRPr>
              </a:p>
            </p:txBody>
          </p:sp>
          <p:sp>
            <p:nvSpPr>
              <p:cNvPr id="29" name="shape3">
                <a:extLst>
                  <a:ext uri="{FF2B5EF4-FFF2-40B4-BE49-F238E27FC236}">
                    <a16:creationId xmlns:a16="http://schemas.microsoft.com/office/drawing/2014/main" id="{A0E2829F-7CB9-434A-BBED-C797626550C2}"/>
                  </a:ext>
                </a:extLst>
              </p:cNvPr>
              <p:cNvSpPr/>
              <p:nvPr/>
            </p:nvSpPr>
            <p:spPr>
              <a:xfrm>
                <a:off x="6066643" y="3667054"/>
                <a:ext cx="218186" cy="21818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solidFill>
                    <a:schemeClr val="tx1"/>
                  </a:solidFill>
                </a:endParaRPr>
              </a:p>
            </p:txBody>
          </p:sp>
          <p:cxnSp>
            <p:nvCxnSpPr>
              <p:cNvPr id="30" name="line3">
                <a:extLst>
                  <a:ext uri="{FF2B5EF4-FFF2-40B4-BE49-F238E27FC236}">
                    <a16:creationId xmlns:a16="http://schemas.microsoft.com/office/drawing/2014/main" id="{6415C3B5-AD3A-43BF-AA63-BF3798A056C5}"/>
                  </a:ext>
                </a:extLst>
              </p:cNvPr>
              <p:cNvCxnSpPr>
                <a:cxnSpLocks/>
              </p:cNvCxnSpPr>
              <p:nvPr/>
            </p:nvCxnSpPr>
            <p:spPr>
              <a:xfrm>
                <a:off x="6175736" y="2752210"/>
                <a:ext cx="0" cy="733425"/>
              </a:xfrm>
              <a:prstGeom prst="line">
                <a:avLst/>
              </a:prstGeom>
              <a:ln w="12700" cap="rnd">
                <a:solidFill>
                  <a:schemeClr val="tx2">
                    <a:alpha val="50000"/>
                  </a:schemeClr>
                </a:solidFill>
                <a:round/>
              </a:ln>
            </p:spPr>
            <p:style>
              <a:lnRef idx="1">
                <a:schemeClr val="accent1"/>
              </a:lnRef>
              <a:fillRef idx="0">
                <a:schemeClr val="accent1"/>
              </a:fillRef>
              <a:effectRef idx="0">
                <a:schemeClr val="accent1"/>
              </a:effectRef>
              <a:fontRef idx="minor">
                <a:schemeClr val="tx1"/>
              </a:fontRef>
            </p:style>
          </p:cxnSp>
          <p:sp>
            <p:nvSpPr>
              <p:cNvPr id="46" name="Bullet3">
                <a:extLst>
                  <a:ext uri="{FF2B5EF4-FFF2-40B4-BE49-F238E27FC236}">
                    <a16:creationId xmlns:a16="http://schemas.microsoft.com/office/drawing/2014/main" id="{0512E969-266B-46D8-B780-183DBD8F0A72}"/>
                  </a:ext>
                </a:extLst>
              </p:cNvPr>
              <p:cNvSpPr txBox="1"/>
              <p:nvPr/>
            </p:nvSpPr>
            <p:spPr>
              <a:xfrm>
                <a:off x="6496670" y="1885565"/>
                <a:ext cx="2848162" cy="481556"/>
              </a:xfrm>
              <a:prstGeom prst="rect">
                <a:avLst/>
              </a:prstGeom>
              <a:noFill/>
            </p:spPr>
            <p:txBody>
              <a:bodyPr wrap="square" rtlCol="0" anchor="b" anchorCtr="0">
                <a:normAutofit/>
              </a:bodyPr>
              <a:lstStyle/>
              <a:p>
                <a:r>
                  <a:rPr kumimoji="0" lang="zh-CN" altLang="en-US" b="1" i="0" u="none" strike="noStrike" kern="1200" cap="none" spc="0" normalizeH="0" baseline="0" noProof="0" dirty="0">
                    <a:ln>
                      <a:noFill/>
                    </a:ln>
                    <a:effectLst/>
                    <a:uLnTx/>
                    <a:uFillTx/>
                  </a:rPr>
                  <a:t>视觉原型设计</a:t>
                </a:r>
                <a:endParaRPr lang="en-US" dirty="0"/>
              </a:p>
            </p:txBody>
          </p:sp>
          <p:sp>
            <p:nvSpPr>
              <p:cNvPr id="47" name="Text3">
                <a:extLst>
                  <a:ext uri="{FF2B5EF4-FFF2-40B4-BE49-F238E27FC236}">
                    <a16:creationId xmlns:a16="http://schemas.microsoft.com/office/drawing/2014/main" id="{51C7C452-10E5-4982-9FFD-A9D7EFC621E8}"/>
                  </a:ext>
                </a:extLst>
              </p:cNvPr>
              <p:cNvSpPr txBox="1"/>
              <p:nvPr/>
            </p:nvSpPr>
            <p:spPr>
              <a:xfrm>
                <a:off x="6496672" y="2380106"/>
                <a:ext cx="2848160" cy="837246"/>
              </a:xfrm>
              <a:prstGeom prst="rect">
                <a:avLst/>
              </a:prstGeom>
              <a:noFill/>
            </p:spPr>
            <p:txBody>
              <a:bodyPr wrap="square" rtlCol="0" anchor="t" anchorCtr="0">
                <a:normAutofit/>
              </a:bodyPr>
              <a:lstStyle/>
              <a:p>
                <a:pPr>
                  <a:lnSpc>
                    <a:spcPct val="120000"/>
                  </a:lnSpc>
                </a:pPr>
                <a:r>
                  <a:rPr kumimoji="0" lang="zh-CN" altLang="en-US" sz="1200" i="0" u="none" strike="noStrike" kern="1200" cap="none" spc="0" normalizeH="0" baseline="0" noProof="0" dirty="0">
                    <a:ln>
                      <a:noFill/>
                    </a:ln>
                    <a:effectLst/>
                    <a:uLnTx/>
                    <a:uFillTx/>
                  </a:rPr>
                  <a:t>融入品牌元素，优化视觉效果</a:t>
                </a:r>
                <a:endParaRPr lang="en-US" dirty="0"/>
              </a:p>
            </p:txBody>
          </p:sp>
        </p:grpSp>
        <p:grpSp>
          <p:nvGrpSpPr>
            <p:cNvPr id="11" name="组合 10">
              <a:extLst>
                <a:ext uri="{FF2B5EF4-FFF2-40B4-BE49-F238E27FC236}">
                  <a16:creationId xmlns:a16="http://schemas.microsoft.com/office/drawing/2014/main" id="{6A9A4A99-6D5A-9CAD-BFCA-18C03B8C9735}"/>
                </a:ext>
              </a:extLst>
            </p:cNvPr>
            <p:cNvGrpSpPr/>
            <p:nvPr/>
          </p:nvGrpSpPr>
          <p:grpSpPr>
            <a:xfrm>
              <a:off x="8058275" y="3667054"/>
              <a:ext cx="3460623" cy="2436812"/>
              <a:chOff x="8058275" y="3667054"/>
              <a:chExt cx="3460623" cy="2436812"/>
            </a:xfrm>
          </p:grpSpPr>
          <p:sp>
            <p:nvSpPr>
              <p:cNvPr id="32" name="Number4">
                <a:extLst>
                  <a:ext uri="{FF2B5EF4-FFF2-40B4-BE49-F238E27FC236}">
                    <a16:creationId xmlns:a16="http://schemas.microsoft.com/office/drawing/2014/main" id="{46D0C61F-C4C4-40A9-9AF7-FC107E6BD094}"/>
                  </a:ext>
                </a:extLst>
              </p:cNvPr>
              <p:cNvSpPr/>
              <p:nvPr/>
            </p:nvSpPr>
            <p:spPr>
              <a:xfrm>
                <a:off x="8058275" y="4945857"/>
                <a:ext cx="556181" cy="556181"/>
              </a:xfrm>
              <a:prstGeom prst="ellipse">
                <a:avLst/>
              </a:prstGeom>
              <a:solidFill>
                <a:schemeClr val="accent2"/>
              </a:solidFill>
              <a:ln w="12700" cap="flat">
                <a:noFill/>
                <a:prstDash val="solid"/>
                <a:miter/>
              </a:ln>
              <a:effectLst>
                <a:outerShdw blurRad="127000" dist="63500" dir="2700000" algn="tl" rotWithShape="0">
                  <a:schemeClr val="accent2">
                    <a:alpha val="40000"/>
                  </a:schemeClr>
                </a:outerShdw>
              </a:effectLst>
            </p:spPr>
            <p:txBody>
              <a:bodyPr wrap="none" lIns="0" tIns="0" rIns="0" bIns="0" rtlCol="0" anchor="ctr"/>
              <a:lstStyle/>
              <a:p>
                <a:pPr algn="ctr"/>
                <a:r>
                  <a:rPr lang="en-US" altLang="zh-CN" sz="1600" b="1" dirty="0">
                    <a:solidFill>
                      <a:srgbClr val="FFFFFF"/>
                    </a:solidFill>
                  </a:rPr>
                  <a:t>04</a:t>
                </a:r>
                <a:endParaRPr lang="zh-CN" altLang="en-US" sz="1600" b="1" dirty="0">
                  <a:solidFill>
                    <a:srgbClr val="FFFFFF"/>
                  </a:solidFill>
                </a:endParaRPr>
              </a:p>
            </p:txBody>
          </p:sp>
          <p:sp>
            <p:nvSpPr>
              <p:cNvPr id="33" name="shape4">
                <a:extLst>
                  <a:ext uri="{FF2B5EF4-FFF2-40B4-BE49-F238E27FC236}">
                    <a16:creationId xmlns:a16="http://schemas.microsoft.com/office/drawing/2014/main" id="{3D656E8C-0E00-4BE8-8918-BD93BE0011EB}"/>
                  </a:ext>
                </a:extLst>
              </p:cNvPr>
              <p:cNvSpPr/>
              <p:nvPr/>
            </p:nvSpPr>
            <p:spPr>
              <a:xfrm>
                <a:off x="8227272" y="3667054"/>
                <a:ext cx="218186" cy="21818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a:solidFill>
                    <a:schemeClr val="tx1"/>
                  </a:solidFill>
                </a:endParaRPr>
              </a:p>
            </p:txBody>
          </p:sp>
          <p:cxnSp>
            <p:nvCxnSpPr>
              <p:cNvPr id="34" name="line4">
                <a:extLst>
                  <a:ext uri="{FF2B5EF4-FFF2-40B4-BE49-F238E27FC236}">
                    <a16:creationId xmlns:a16="http://schemas.microsoft.com/office/drawing/2014/main" id="{6E2B9365-4723-4A04-9BC1-4DC3ADD01163}"/>
                  </a:ext>
                </a:extLst>
              </p:cNvPr>
              <p:cNvCxnSpPr>
                <a:cxnSpLocks/>
              </p:cNvCxnSpPr>
              <p:nvPr/>
            </p:nvCxnSpPr>
            <p:spPr>
              <a:xfrm>
                <a:off x="8336365" y="4064411"/>
                <a:ext cx="0" cy="733425"/>
              </a:xfrm>
              <a:prstGeom prst="line">
                <a:avLst/>
              </a:prstGeom>
              <a:ln w="12700" cap="rnd">
                <a:solidFill>
                  <a:schemeClr val="tx2">
                    <a:alpha val="50000"/>
                  </a:schemeClr>
                </a:solidFill>
                <a:round/>
              </a:ln>
            </p:spPr>
            <p:style>
              <a:lnRef idx="1">
                <a:schemeClr val="accent1"/>
              </a:lnRef>
              <a:fillRef idx="0">
                <a:schemeClr val="accent1"/>
              </a:fillRef>
              <a:effectRef idx="0">
                <a:schemeClr val="accent1"/>
              </a:effectRef>
              <a:fontRef idx="minor">
                <a:schemeClr val="tx1"/>
              </a:fontRef>
            </p:style>
          </p:cxnSp>
          <p:sp>
            <p:nvSpPr>
              <p:cNvPr id="48" name="Bullet4">
                <a:extLst>
                  <a:ext uri="{FF2B5EF4-FFF2-40B4-BE49-F238E27FC236}">
                    <a16:creationId xmlns:a16="http://schemas.microsoft.com/office/drawing/2014/main" id="{D93C0C9A-DB85-4C9F-BD02-E1A8D6FA332D}"/>
                  </a:ext>
                </a:extLst>
              </p:cNvPr>
              <p:cNvSpPr txBox="1"/>
              <p:nvPr/>
            </p:nvSpPr>
            <p:spPr>
              <a:xfrm>
                <a:off x="8670736" y="4772079"/>
                <a:ext cx="2848162" cy="481556"/>
              </a:xfrm>
              <a:prstGeom prst="rect">
                <a:avLst/>
              </a:prstGeom>
              <a:noFill/>
            </p:spPr>
            <p:txBody>
              <a:bodyPr wrap="square" rtlCol="0" anchor="b" anchorCtr="0">
                <a:normAutofit/>
              </a:bodyPr>
              <a:lstStyle/>
              <a:p>
                <a:r>
                  <a:rPr kumimoji="0" lang="zh-CN" altLang="en-US" b="1" i="0" u="none" strike="noStrike" kern="1200" cap="none" spc="0" normalizeH="0" baseline="0" noProof="0" dirty="0">
                    <a:ln>
                      <a:noFill/>
                    </a:ln>
                    <a:effectLst/>
                    <a:uLnTx/>
                    <a:uFillTx/>
                  </a:rPr>
                  <a:t>用户测试与反馈</a:t>
                </a:r>
                <a:endParaRPr lang="en-US" dirty="0"/>
              </a:p>
            </p:txBody>
          </p:sp>
          <p:sp>
            <p:nvSpPr>
              <p:cNvPr id="49" name="Text4">
                <a:extLst>
                  <a:ext uri="{FF2B5EF4-FFF2-40B4-BE49-F238E27FC236}">
                    <a16:creationId xmlns:a16="http://schemas.microsoft.com/office/drawing/2014/main" id="{36E5F1FB-A22F-4084-9DDE-76DA41298E37}"/>
                  </a:ext>
                </a:extLst>
              </p:cNvPr>
              <p:cNvSpPr txBox="1"/>
              <p:nvPr/>
            </p:nvSpPr>
            <p:spPr>
              <a:xfrm>
                <a:off x="8670738" y="5266620"/>
                <a:ext cx="2848160" cy="837246"/>
              </a:xfrm>
              <a:prstGeom prst="rect">
                <a:avLst/>
              </a:prstGeom>
              <a:noFill/>
            </p:spPr>
            <p:txBody>
              <a:bodyPr wrap="square" rtlCol="0" anchor="t" anchorCtr="0">
                <a:normAutofit/>
              </a:bodyPr>
              <a:lstStyle/>
              <a:p>
                <a:pPr>
                  <a:lnSpc>
                    <a:spcPct val="120000"/>
                  </a:lnSpc>
                </a:pPr>
                <a:r>
                  <a:rPr kumimoji="0" lang="zh-CN" altLang="en-US" sz="1200" i="0" u="none" strike="noStrike" kern="1200" cap="none" spc="0" normalizeH="0" baseline="0" noProof="0" dirty="0">
                    <a:ln>
                      <a:noFill/>
                    </a:ln>
                    <a:effectLst/>
                    <a:uLnTx/>
                    <a:uFillTx/>
                  </a:rPr>
                  <a:t>收集用户反馈，优化原型设计</a:t>
                </a:r>
                <a:endParaRPr lang="en-US" dirty="0"/>
              </a:p>
            </p:txBody>
          </p:sp>
        </p:grpSp>
      </p:grpSp>
    </p:spTree>
    <p:extLst>
      <p:ext uri="{BB962C8B-B14F-4D97-AF65-F5344CB8AC3E}">
        <p14:creationId xmlns:p14="http://schemas.microsoft.com/office/powerpoint/2010/main" val="962597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60400" y="1428750"/>
            <a:ext cx="5041899" cy="1715165"/>
          </a:xfrm>
        </p:spPr>
        <p:txBody>
          <a:bodyPr/>
          <a:lstStyle/>
          <a:p>
            <a:r>
              <a:rPr lang="zh-CN" altLang="en-US" dirty="0"/>
              <a:t>案例分析</a:t>
            </a:r>
            <a:endParaRPr lang="en-US" dirty="0"/>
          </a:p>
        </p:txBody>
      </p:sp>
      <p:sp>
        <p:nvSpPr>
          <p:cNvPr id="25" name="文本占位符 24"/>
          <p:cNvSpPr>
            <a:spLocks noGrp="1"/>
          </p:cNvSpPr>
          <p:nvPr>
            <p:ph type="body" sz="quarter" idx="1" hasCustomPrompt="1"/>
          </p:nvPr>
        </p:nvSpPr>
        <p:spPr>
          <a:xfrm>
            <a:off x="660400" y="3155769"/>
            <a:ext cx="5041899" cy="2444931"/>
          </a:xfrm>
        </p:spPr>
        <p:txBody>
          <a:bodyPr/>
          <a:lstStyle/>
          <a:p>
            <a:r>
              <a:rPr lang="zh-CN" altLang="en-US" dirty="0"/>
              <a:t>精选UI设计项目的深入探讨</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iS1ídè"/>
        <p:cNvGrpSpPr/>
        <p:nvPr/>
      </p:nvGrpSpPr>
      <p:grpSpPr>
        <a:xfrm>
          <a:off x="0" y="0"/>
          <a:ext cx="0" cy="0"/>
          <a:chOff x="0" y="0"/>
          <a:chExt cx="0" cy="0"/>
        </a:xfrm>
      </p:grpSpPr>
      <p:sp>
        <p:nvSpPr>
          <p:cNvPr id="2" name="标题 1">
            <a:extLst>
              <a:ext uri="{FF2B5EF4-FFF2-40B4-BE49-F238E27FC236}">
                <a16:creationId xmlns:a16="http://schemas.microsoft.com/office/drawing/2014/main" id="{B1ED331E-D45A-4519-A331-01F155996721}"/>
              </a:ext>
            </a:extLst>
          </p:cNvPr>
          <p:cNvSpPr>
            <a:spLocks noGrp="1"/>
          </p:cNvSpPr>
          <p:nvPr>
            <p:ph type="title"/>
          </p:nvPr>
        </p:nvSpPr>
        <p:spPr/>
        <p:txBody>
          <a:bodyPr/>
          <a:lstStyle/>
          <a:p>
            <a:r>
              <a:rPr lang="zh-CN" altLang="en-US" dirty="0"/>
              <a:t>移动应用UI设计</a:t>
            </a:r>
            <a:endParaRPr lang="en-US" dirty="0"/>
          </a:p>
        </p:txBody>
      </p:sp>
      <p:sp>
        <p:nvSpPr>
          <p:cNvPr id="5" name="PictureMisc1">
            <a:extLst>
              <a:ext uri="{FF2B5EF4-FFF2-40B4-BE49-F238E27FC236}">
                <a16:creationId xmlns:a16="http://schemas.microsoft.com/office/drawing/2014/main" id="{526E88F6-61C6-41AF-B76A-DC52D706412F}"/>
              </a:ext>
            </a:extLst>
          </p:cNvPr>
          <p:cNvSpPr/>
          <p:nvPr/>
        </p:nvSpPr>
        <p:spPr bwMode="auto">
          <a:xfrm>
            <a:off x="6491566" y="0"/>
            <a:ext cx="5700435" cy="6858000"/>
          </a:xfrm>
          <a:prstGeom prst="rect">
            <a:avLst/>
          </a:prstGeom>
          <a:blipFill>
            <a:blip r:embed="rId4"/>
            <a:srcRect/>
            <a:stretch>
              <a:fillRect l="-6066" t="-3750" r="-87928" b="-3750"/>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a:endParaRPr lang="zh-CN" altLang="en-US"/>
          </a:p>
        </p:txBody>
      </p:sp>
      <p:grpSp>
        <p:nvGrpSpPr>
          <p:cNvPr id="11" name="组合 10">
            <a:extLst>
              <a:ext uri="{FF2B5EF4-FFF2-40B4-BE49-F238E27FC236}">
                <a16:creationId xmlns:a16="http://schemas.microsoft.com/office/drawing/2014/main" id="{172514FC-51F3-97FE-ED8B-6F43F1F5A694}"/>
              </a:ext>
            </a:extLst>
          </p:cNvPr>
          <p:cNvGrpSpPr/>
          <p:nvPr/>
        </p:nvGrpSpPr>
        <p:grpSpPr>
          <a:xfrm>
            <a:off x="774700" y="1823648"/>
            <a:ext cx="6064249" cy="4310452"/>
            <a:chOff x="774700" y="1823648"/>
            <a:chExt cx="6064249" cy="4310452"/>
          </a:xfrm>
        </p:grpSpPr>
        <p:sp>
          <p:nvSpPr>
            <p:cNvPr id="6" name="PictureMisc2">
              <a:extLst>
                <a:ext uri="{FF2B5EF4-FFF2-40B4-BE49-F238E27FC236}">
                  <a16:creationId xmlns:a16="http://schemas.microsoft.com/office/drawing/2014/main" id="{ECF31915-F06A-4DCA-8767-44021CBE4A99}"/>
                </a:ext>
              </a:extLst>
            </p:cNvPr>
            <p:cNvSpPr/>
            <p:nvPr/>
          </p:nvSpPr>
          <p:spPr bwMode="auto">
            <a:xfrm>
              <a:off x="774700" y="1823648"/>
              <a:ext cx="6064249" cy="3176504"/>
            </a:xfrm>
            <a:prstGeom prst="roundRect">
              <a:avLst>
                <a:gd name="adj" fmla="val 3334"/>
              </a:avLst>
            </a:prstGeom>
            <a:blipFill>
              <a:blip r:embed="rId5">
                <a:duotone>
                  <a:prstClr val="black"/>
                  <a:schemeClr val="accent1">
                    <a:tint val="45000"/>
                    <a:satMod val="400000"/>
                  </a:schemeClr>
                </a:duotone>
              </a:blip>
              <a:srcRect/>
              <a:stretch>
                <a:fillRect t="-13637" b="-13637"/>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rmAutofit/>
            </a:bodyPr>
            <a:lstStyle/>
            <a:p>
              <a:pPr algn="ctr"/>
              <a:endParaRPr lang="zh-CN" altLang="en-US"/>
            </a:p>
          </p:txBody>
        </p:sp>
        <p:grpSp>
          <p:nvGrpSpPr>
            <p:cNvPr id="7" name="îṡļidé">
              <a:extLst>
                <a:ext uri="{FF2B5EF4-FFF2-40B4-BE49-F238E27FC236}">
                  <a16:creationId xmlns:a16="http://schemas.microsoft.com/office/drawing/2014/main" id="{CBE2DC8C-E844-4AD2-AD6B-1A76E8CED247}"/>
                </a:ext>
              </a:extLst>
            </p:cNvPr>
            <p:cNvGrpSpPr/>
            <p:nvPr/>
          </p:nvGrpSpPr>
          <p:grpSpPr>
            <a:xfrm>
              <a:off x="1124262" y="5219783"/>
              <a:ext cx="5162238" cy="914317"/>
              <a:chOff x="9934937" y="5540329"/>
              <a:chExt cx="3660392" cy="914317"/>
            </a:xfrm>
          </p:grpSpPr>
          <p:sp>
            <p:nvSpPr>
              <p:cNvPr id="14" name="Text">
                <a:extLst>
                  <a:ext uri="{FF2B5EF4-FFF2-40B4-BE49-F238E27FC236}">
                    <a16:creationId xmlns:a16="http://schemas.microsoft.com/office/drawing/2014/main" id="{52693CC8-2E76-4F4C-86EF-AE659E826F21}"/>
                  </a:ext>
                </a:extLst>
              </p:cNvPr>
              <p:cNvSpPr/>
              <p:nvPr/>
            </p:nvSpPr>
            <p:spPr>
              <a:xfrm>
                <a:off x="9934937" y="6072021"/>
                <a:ext cx="3660385" cy="382625"/>
              </a:xfrm>
              <a:prstGeom prst="rect">
                <a:avLst/>
              </a:prstGeom>
            </p:spPr>
            <p:txBody>
              <a:bodyPr wrap="square" anchor="t" anchorCtr="0">
                <a:normAutofit/>
              </a:bodyPr>
              <a:lstStyle/>
              <a:p>
                <a:pPr>
                  <a:lnSpc>
                    <a:spcPct val="120000"/>
                  </a:lnSpc>
                  <a:buSzPct val="25000"/>
                </a:pPr>
                <a:r>
                  <a:rPr lang="zh-CN" altLang="en-US" sz="1200" dirty="0"/>
                  <a:t>优化扁平化设计</a:t>
                </a:r>
                <a:endParaRPr lang="en-US" dirty="0"/>
              </a:p>
            </p:txBody>
          </p:sp>
          <p:sp>
            <p:nvSpPr>
              <p:cNvPr id="15" name="Bullet">
                <a:extLst>
                  <a:ext uri="{FF2B5EF4-FFF2-40B4-BE49-F238E27FC236}">
                    <a16:creationId xmlns:a16="http://schemas.microsoft.com/office/drawing/2014/main" id="{B8151849-0C50-4B89-82CD-CDB0E8F4B23C}"/>
                  </a:ext>
                </a:extLst>
              </p:cNvPr>
              <p:cNvSpPr/>
              <p:nvPr/>
            </p:nvSpPr>
            <p:spPr bwMode="auto">
              <a:xfrm>
                <a:off x="9934940" y="5540329"/>
                <a:ext cx="3660389" cy="531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b"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b="1" dirty="0"/>
                  <a:t>界面布局挑战</a:t>
                </a:r>
                <a:endParaRPr lang="en-US" dirty="0"/>
              </a:p>
            </p:txBody>
          </p:sp>
        </p:grpSp>
        <p:cxnSp>
          <p:nvCxnSpPr>
            <p:cNvPr id="16" name="iš1ide">
              <a:extLst>
                <a:ext uri="{FF2B5EF4-FFF2-40B4-BE49-F238E27FC236}">
                  <a16:creationId xmlns:a16="http://schemas.microsoft.com/office/drawing/2014/main" id="{8E4F4A0D-72D6-462D-9C51-E346AC643ACB}"/>
                </a:ext>
              </a:extLst>
            </p:cNvPr>
            <p:cNvCxnSpPr>
              <a:cxnSpLocks/>
            </p:cNvCxnSpPr>
            <p:nvPr/>
          </p:nvCxnSpPr>
          <p:spPr>
            <a:xfrm>
              <a:off x="812024" y="5371353"/>
              <a:ext cx="0" cy="712694"/>
            </a:xfrm>
            <a:prstGeom prst="line">
              <a:avLst/>
            </a:prstGeom>
            <a:gradFill>
              <a:gsLst>
                <a:gs pos="0">
                  <a:schemeClr val="accent1">
                    <a:lumMod val="60000"/>
                    <a:lumOff val="40000"/>
                  </a:schemeClr>
                </a:gs>
                <a:gs pos="60000">
                  <a:schemeClr val="accent1"/>
                </a:gs>
              </a:gsLst>
              <a:lin ang="2700000" scaled="0"/>
            </a:gradFill>
            <a:ln w="101600" cap="rnd">
              <a:gradFill>
                <a:gsLst>
                  <a:gs pos="0">
                    <a:schemeClr val="accent1">
                      <a:lumMod val="60000"/>
                      <a:lumOff val="40000"/>
                    </a:schemeClr>
                  </a:gs>
                  <a:gs pos="78000">
                    <a:schemeClr val="accent1"/>
                  </a:gs>
                </a:gsLst>
                <a:lin ang="2700000" scaled="0"/>
              </a:gradFill>
              <a:prstDash val="solid"/>
              <a:round/>
            </a:ln>
            <a:effectLst>
              <a:outerShdw blurRad="76200" dist="50800" dir="5400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cxnSp>
      </p:grpSp>
      <p:sp>
        <p:nvSpPr>
          <p:cNvPr id="3" name="Title">
            <a:extLst>
              <a:ext uri="{FF2B5EF4-FFF2-40B4-BE49-F238E27FC236}">
                <a16:creationId xmlns:a16="http://schemas.microsoft.com/office/drawing/2014/main" id="{341E538C-F6A8-72C1-C5E4-CA95351139F4}"/>
              </a:ext>
            </a:extLst>
          </p:cNvPr>
          <p:cNvSpPr/>
          <p:nvPr/>
        </p:nvSpPr>
        <p:spPr>
          <a:xfrm>
            <a:off x="660398" y="1130300"/>
            <a:ext cx="5156189" cy="985824"/>
          </a:xfrm>
          <a:prstGeom prst="rect">
            <a:avLst/>
          </a:prstGeom>
        </p:spPr>
        <p:txBody>
          <a:bodyPr anchor="t" anchorCtr="0">
            <a:normAutofit/>
          </a:bodyPr>
          <a:lstStyle/>
          <a:p>
            <a:pPr>
              <a:buSzPct val="25000"/>
            </a:pPr>
            <a:r>
              <a:rPr lang="zh-CN" altLang="en-US" sz="2400" b="1" dirty="0"/>
              <a:t>移动端界面设计的挑战与解决方案</a:t>
            </a:r>
            <a:endParaRPr lang="en-US" dirty="0"/>
          </a:p>
        </p:txBody>
      </p:sp>
    </p:spTree>
    <p:extLst>
      <p:ext uri="{BB962C8B-B14F-4D97-AF65-F5344CB8AC3E}">
        <p14:creationId xmlns:p14="http://schemas.microsoft.com/office/powerpoint/2010/main" val="462116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ïŝ1iḑê"/>
        <p:cNvGrpSpPr/>
        <p:nvPr/>
      </p:nvGrpSpPr>
      <p:grpSpPr>
        <a:xfrm>
          <a:off x="0" y="0"/>
          <a:ext cx="0" cy="0"/>
          <a:chOff x="0" y="0"/>
          <a:chExt cx="0" cy="0"/>
        </a:xfrm>
      </p:grpSpPr>
      <p:sp>
        <p:nvSpPr>
          <p:cNvPr id="2" name="标题 1">
            <a:extLst>
              <a:ext uri="{FF2B5EF4-FFF2-40B4-BE49-F238E27FC236}">
                <a16:creationId xmlns:a16="http://schemas.microsoft.com/office/drawing/2014/main" id="{0B6EB6CD-E775-C398-63A7-8CB44CCE3A73}"/>
              </a:ext>
            </a:extLst>
          </p:cNvPr>
          <p:cNvSpPr>
            <a:spLocks noGrp="1"/>
          </p:cNvSpPr>
          <p:nvPr>
            <p:ph type="title"/>
          </p:nvPr>
        </p:nvSpPr>
        <p:spPr/>
        <p:txBody>
          <a:bodyPr/>
          <a:lstStyle/>
          <a:p>
            <a:r>
              <a:rPr lang="zh-CN" altLang="en-US" dirty="0"/>
              <a:t>网页UI设计</a:t>
            </a:r>
            <a:endParaRPr lang="en-US" dirty="0"/>
          </a:p>
        </p:txBody>
      </p:sp>
      <p:sp>
        <p:nvSpPr>
          <p:cNvPr id="62" name="Title">
            <a:extLst>
              <a:ext uri="{FF2B5EF4-FFF2-40B4-BE49-F238E27FC236}">
                <a16:creationId xmlns:a16="http://schemas.microsoft.com/office/drawing/2014/main" id="{153ACA7D-A8C0-911A-4409-142BB3D9E4F5}"/>
              </a:ext>
            </a:extLst>
          </p:cNvPr>
          <p:cNvSpPr txBox="1"/>
          <p:nvPr/>
        </p:nvSpPr>
        <p:spPr>
          <a:xfrm>
            <a:off x="660400" y="1130300"/>
            <a:ext cx="4035778" cy="1382658"/>
          </a:xfrm>
          <a:prstGeom prst="rect">
            <a:avLst/>
          </a:prstGeom>
          <a:noFill/>
        </p:spPr>
        <p:txBody>
          <a:bodyPr wrap="square" lIns="90000" tIns="46800" rIns="90000" bIns="46800" rtlCol="0" anchor="t" anchorCtr="0">
            <a:normAutofit/>
          </a:bodyPr>
          <a:lstStyle/>
          <a:p>
            <a:r>
              <a:rPr lang="zh-CN" altLang="en-US" sz="2400" b="1" dirty="0"/>
              <a:t>响应式设计的实践与技巧</a:t>
            </a:r>
            <a:endParaRPr lang="en-US" dirty="0"/>
          </a:p>
        </p:txBody>
      </p:sp>
      <p:grpSp>
        <p:nvGrpSpPr>
          <p:cNvPr id="4" name="组合 3">
            <a:extLst>
              <a:ext uri="{FF2B5EF4-FFF2-40B4-BE49-F238E27FC236}">
                <a16:creationId xmlns:a16="http://schemas.microsoft.com/office/drawing/2014/main" id="{A9D0CDFA-1605-43CF-2B48-B2C52BB0D9D2}"/>
              </a:ext>
            </a:extLst>
          </p:cNvPr>
          <p:cNvGrpSpPr/>
          <p:nvPr/>
        </p:nvGrpSpPr>
        <p:grpSpPr>
          <a:xfrm>
            <a:off x="685505" y="1514743"/>
            <a:ext cx="10833395" cy="4469751"/>
            <a:chOff x="685505" y="1514743"/>
            <a:chExt cx="10833395" cy="4469751"/>
          </a:xfrm>
        </p:grpSpPr>
        <p:sp>
          <p:nvSpPr>
            <p:cNvPr id="24" name="iṥlïḑè">
              <a:extLst>
                <a:ext uri="{FF2B5EF4-FFF2-40B4-BE49-F238E27FC236}">
                  <a16:creationId xmlns:a16="http://schemas.microsoft.com/office/drawing/2014/main" id="{F1269289-A754-4BA9-8809-4CFA318B6B84}"/>
                </a:ext>
              </a:extLst>
            </p:cNvPr>
            <p:cNvSpPr/>
            <p:nvPr/>
          </p:nvSpPr>
          <p:spPr bwMode="auto">
            <a:xfrm>
              <a:off x="3171825" y="1855768"/>
              <a:ext cx="5848350" cy="3874812"/>
            </a:xfrm>
            <a:prstGeom prst="roundRect">
              <a:avLst>
                <a:gd name="adj" fmla="val 2901"/>
              </a:avLst>
            </a:prstGeom>
            <a:blipFill>
              <a:blip r:embed="rId4"/>
              <a:srcRect/>
              <a:stretch>
                <a:fillRect t="-25466" b="-25466"/>
              </a:stretch>
            </a:blipFill>
            <a:ln w="12700" cap="flat" cmpd="sng">
              <a:noFill/>
              <a:prstDash val="solid"/>
              <a:miter lim="0"/>
              <a:headEnd/>
              <a:tailEnd/>
            </a:ln>
            <a:effectLst/>
          </p:spPr>
          <p:txBody>
            <a:bodyPr lIns="0" tIns="0" rIns="0" bIns="0" anchor="ctr"/>
            <a:lstStyle/>
            <a:p>
              <a:pPr defTabSz="292100"/>
              <a:endParaRPr lang="id-ID" sz="2000">
                <a:solidFill>
                  <a:srgbClr val="FFFFFF"/>
                </a:solidFill>
                <a:effectLst>
                  <a:outerShdw blurRad="38100" dist="38100" dir="2700000" algn="tl">
                    <a:srgbClr val="C0C0C0"/>
                  </a:outerShdw>
                </a:effectLst>
              </a:endParaRPr>
            </a:p>
          </p:txBody>
        </p:sp>
        <p:grpSp>
          <p:nvGrpSpPr>
            <p:cNvPr id="3" name="组合 2">
              <a:extLst>
                <a:ext uri="{FF2B5EF4-FFF2-40B4-BE49-F238E27FC236}">
                  <a16:creationId xmlns:a16="http://schemas.microsoft.com/office/drawing/2014/main" id="{34D62C74-7F1E-DBF3-BAF3-E7D0CBED507B}"/>
                </a:ext>
              </a:extLst>
            </p:cNvPr>
            <p:cNvGrpSpPr/>
            <p:nvPr/>
          </p:nvGrpSpPr>
          <p:grpSpPr>
            <a:xfrm>
              <a:off x="685505" y="3004660"/>
              <a:ext cx="2152945" cy="1489917"/>
              <a:chOff x="685505" y="2831379"/>
              <a:chExt cx="2875209" cy="1489917"/>
            </a:xfrm>
          </p:grpSpPr>
          <p:sp>
            <p:nvSpPr>
              <p:cNvPr id="51" name="Bullet1">
                <a:extLst>
                  <a:ext uri="{FF2B5EF4-FFF2-40B4-BE49-F238E27FC236}">
                    <a16:creationId xmlns:a16="http://schemas.microsoft.com/office/drawing/2014/main" id="{0B8060F8-5175-4A88-BBE0-8E12E0AFCB0C}"/>
                  </a:ext>
                </a:extLst>
              </p:cNvPr>
              <p:cNvSpPr txBox="1">
                <a:spLocks/>
              </p:cNvSpPr>
              <p:nvPr/>
            </p:nvSpPr>
            <p:spPr bwMode="auto">
              <a:xfrm>
                <a:off x="685505" y="2831379"/>
                <a:ext cx="2875209" cy="65396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pPr>
                <a:r>
                  <a:rPr lang="zh-CN" altLang="en-US" b="1" dirty="0"/>
                  <a:t>响应式设计基础</a:t>
                </a:r>
                <a:endParaRPr lang="en-US" dirty="0"/>
              </a:p>
            </p:txBody>
          </p:sp>
          <p:sp>
            <p:nvSpPr>
              <p:cNvPr id="52" name="Text1">
                <a:extLst>
                  <a:ext uri="{FF2B5EF4-FFF2-40B4-BE49-F238E27FC236}">
                    <a16:creationId xmlns:a16="http://schemas.microsoft.com/office/drawing/2014/main" id="{7E901614-9665-4167-A533-4ADC1ADE0DFC}"/>
                  </a:ext>
                </a:extLst>
              </p:cNvPr>
              <p:cNvSpPr>
                <a:spLocks/>
              </p:cNvSpPr>
              <p:nvPr/>
            </p:nvSpPr>
            <p:spPr bwMode="auto">
              <a:xfrm>
                <a:off x="685505" y="3485348"/>
                <a:ext cx="2875209" cy="835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zh-CN" altLang="en-US" sz="1200" dirty="0"/>
                  <a:t>布局与格式的调整</a:t>
                </a:r>
                <a:endParaRPr lang="en-US" dirty="0"/>
              </a:p>
            </p:txBody>
          </p:sp>
        </p:grpSp>
        <p:grpSp>
          <p:nvGrpSpPr>
            <p:cNvPr id="64" name="组合 63">
              <a:extLst>
                <a:ext uri="{FF2B5EF4-FFF2-40B4-BE49-F238E27FC236}">
                  <a16:creationId xmlns:a16="http://schemas.microsoft.com/office/drawing/2014/main" id="{D10ECD10-3494-3004-6F76-4DB4B9075A6E}"/>
                </a:ext>
              </a:extLst>
            </p:cNvPr>
            <p:cNvGrpSpPr/>
            <p:nvPr/>
          </p:nvGrpSpPr>
          <p:grpSpPr>
            <a:xfrm>
              <a:off x="685505" y="4494577"/>
              <a:ext cx="2152945" cy="1489917"/>
              <a:chOff x="685505" y="4644183"/>
              <a:chExt cx="2875209" cy="1489917"/>
            </a:xfrm>
          </p:grpSpPr>
          <p:sp>
            <p:nvSpPr>
              <p:cNvPr id="53" name="Bullet2">
                <a:extLst>
                  <a:ext uri="{FF2B5EF4-FFF2-40B4-BE49-F238E27FC236}">
                    <a16:creationId xmlns:a16="http://schemas.microsoft.com/office/drawing/2014/main" id="{CEC38234-3BF3-46D7-8920-538062F4DF87}"/>
                  </a:ext>
                </a:extLst>
              </p:cNvPr>
              <p:cNvSpPr txBox="1">
                <a:spLocks/>
              </p:cNvSpPr>
              <p:nvPr/>
            </p:nvSpPr>
            <p:spPr bwMode="auto">
              <a:xfrm>
                <a:off x="685505" y="4644183"/>
                <a:ext cx="2875209" cy="65396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pPr>
                <a:r>
                  <a:rPr lang="zh-CN" altLang="en-US" b="1" dirty="0"/>
                  <a:t>媒体查询应用</a:t>
                </a:r>
                <a:endParaRPr lang="en-US" dirty="0"/>
              </a:p>
            </p:txBody>
          </p:sp>
          <p:sp>
            <p:nvSpPr>
              <p:cNvPr id="54" name="Text2">
                <a:extLst>
                  <a:ext uri="{FF2B5EF4-FFF2-40B4-BE49-F238E27FC236}">
                    <a16:creationId xmlns:a16="http://schemas.microsoft.com/office/drawing/2014/main" id="{84161F1F-7D58-49FC-8CA8-1299F83CCB66}"/>
                  </a:ext>
                </a:extLst>
              </p:cNvPr>
              <p:cNvSpPr>
                <a:spLocks/>
              </p:cNvSpPr>
              <p:nvPr/>
            </p:nvSpPr>
            <p:spPr bwMode="auto">
              <a:xfrm>
                <a:off x="685505" y="5298152"/>
                <a:ext cx="2875209" cy="835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zh-CN" altLang="en-US" sz="1200" dirty="0"/>
                  <a:t>适配不同屏幕尺寸</a:t>
                </a:r>
                <a:endParaRPr lang="en-US" dirty="0"/>
              </a:p>
            </p:txBody>
          </p:sp>
        </p:grpSp>
        <p:grpSp>
          <p:nvGrpSpPr>
            <p:cNvPr id="66" name="组合 65">
              <a:extLst>
                <a:ext uri="{FF2B5EF4-FFF2-40B4-BE49-F238E27FC236}">
                  <a16:creationId xmlns:a16="http://schemas.microsoft.com/office/drawing/2014/main" id="{BA6BE0A5-00C7-291A-BC9D-E64363DD8E16}"/>
                </a:ext>
              </a:extLst>
            </p:cNvPr>
            <p:cNvGrpSpPr/>
            <p:nvPr/>
          </p:nvGrpSpPr>
          <p:grpSpPr>
            <a:xfrm>
              <a:off x="9477658" y="1514743"/>
              <a:ext cx="2041242" cy="1489917"/>
              <a:chOff x="8810876" y="1143182"/>
              <a:chExt cx="2726032" cy="1489917"/>
            </a:xfrm>
          </p:grpSpPr>
          <p:sp>
            <p:nvSpPr>
              <p:cNvPr id="57" name="Bullet3">
                <a:extLst>
                  <a:ext uri="{FF2B5EF4-FFF2-40B4-BE49-F238E27FC236}">
                    <a16:creationId xmlns:a16="http://schemas.microsoft.com/office/drawing/2014/main" id="{0C2E9DFA-8306-4D68-BFA9-7FBD31096649}"/>
                  </a:ext>
                </a:extLst>
              </p:cNvPr>
              <p:cNvSpPr txBox="1">
                <a:spLocks/>
              </p:cNvSpPr>
              <p:nvPr/>
            </p:nvSpPr>
            <p:spPr bwMode="auto">
              <a:xfrm>
                <a:off x="8810876" y="1143182"/>
                <a:ext cx="2726032" cy="65396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pPr>
                <a:r>
                  <a:rPr lang="zh-CN" altLang="en-US" b="1" dirty="0"/>
                  <a:t>弹性图片与视频</a:t>
                </a:r>
                <a:endParaRPr lang="en-US" dirty="0"/>
              </a:p>
            </p:txBody>
          </p:sp>
          <p:sp>
            <p:nvSpPr>
              <p:cNvPr id="58" name="Text3">
                <a:extLst>
                  <a:ext uri="{FF2B5EF4-FFF2-40B4-BE49-F238E27FC236}">
                    <a16:creationId xmlns:a16="http://schemas.microsoft.com/office/drawing/2014/main" id="{61C1BD16-77EE-4A50-B180-C96E1BA57744}"/>
                  </a:ext>
                </a:extLst>
              </p:cNvPr>
              <p:cNvSpPr>
                <a:spLocks/>
              </p:cNvSpPr>
              <p:nvPr/>
            </p:nvSpPr>
            <p:spPr bwMode="auto">
              <a:xfrm>
                <a:off x="8810876" y="1797151"/>
                <a:ext cx="2726032" cy="835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zh-CN" altLang="en-US" sz="1200" dirty="0"/>
                  <a:t>自适应调整大小</a:t>
                </a:r>
                <a:endParaRPr lang="en-US" dirty="0"/>
              </a:p>
            </p:txBody>
          </p:sp>
        </p:grpSp>
        <p:grpSp>
          <p:nvGrpSpPr>
            <p:cNvPr id="65" name="组合 64">
              <a:extLst>
                <a:ext uri="{FF2B5EF4-FFF2-40B4-BE49-F238E27FC236}">
                  <a16:creationId xmlns:a16="http://schemas.microsoft.com/office/drawing/2014/main" id="{7E81B8A4-71B6-E394-D5B0-AA95A45B3B84}"/>
                </a:ext>
              </a:extLst>
            </p:cNvPr>
            <p:cNvGrpSpPr/>
            <p:nvPr/>
          </p:nvGrpSpPr>
          <p:grpSpPr>
            <a:xfrm>
              <a:off x="9477658" y="3004660"/>
              <a:ext cx="2041242" cy="1489917"/>
              <a:chOff x="8810876" y="3017543"/>
              <a:chExt cx="2726032" cy="1489917"/>
            </a:xfrm>
          </p:grpSpPr>
          <p:sp>
            <p:nvSpPr>
              <p:cNvPr id="55" name="Bullet4">
                <a:extLst>
                  <a:ext uri="{FF2B5EF4-FFF2-40B4-BE49-F238E27FC236}">
                    <a16:creationId xmlns:a16="http://schemas.microsoft.com/office/drawing/2014/main" id="{0DF262CE-180D-4A3C-A1CB-DA71E8C0A766}"/>
                  </a:ext>
                </a:extLst>
              </p:cNvPr>
              <p:cNvSpPr txBox="1">
                <a:spLocks/>
              </p:cNvSpPr>
              <p:nvPr/>
            </p:nvSpPr>
            <p:spPr bwMode="auto">
              <a:xfrm>
                <a:off x="8810876" y="3017543"/>
                <a:ext cx="2726032" cy="65396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pPr>
                <a:r>
                  <a:rPr lang="zh-CN" altLang="en-US" b="1" dirty="0"/>
                  <a:t>字体与图标适配</a:t>
                </a:r>
                <a:endParaRPr lang="en-US" dirty="0"/>
              </a:p>
            </p:txBody>
          </p:sp>
          <p:sp>
            <p:nvSpPr>
              <p:cNvPr id="56" name="Text4">
                <a:extLst>
                  <a:ext uri="{FF2B5EF4-FFF2-40B4-BE49-F238E27FC236}">
                    <a16:creationId xmlns:a16="http://schemas.microsoft.com/office/drawing/2014/main" id="{1D74F0AF-8D2E-40B8-885C-6E76189C2753}"/>
                  </a:ext>
                </a:extLst>
              </p:cNvPr>
              <p:cNvSpPr>
                <a:spLocks/>
              </p:cNvSpPr>
              <p:nvPr/>
            </p:nvSpPr>
            <p:spPr bwMode="auto">
              <a:xfrm>
                <a:off x="8810876" y="3671512"/>
                <a:ext cx="2726032" cy="835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zh-CN" altLang="en-US" sz="1200" dirty="0"/>
                  <a:t>保持清晰可读性</a:t>
                </a:r>
                <a:endParaRPr lang="en-US" dirty="0"/>
              </a:p>
            </p:txBody>
          </p:sp>
        </p:grpSp>
        <p:grpSp>
          <p:nvGrpSpPr>
            <p:cNvPr id="67" name="组合 66">
              <a:extLst>
                <a:ext uri="{FF2B5EF4-FFF2-40B4-BE49-F238E27FC236}">
                  <a16:creationId xmlns:a16="http://schemas.microsoft.com/office/drawing/2014/main" id="{1A10B053-9B81-78D2-836E-82E524C2C4FF}"/>
                </a:ext>
              </a:extLst>
            </p:cNvPr>
            <p:cNvGrpSpPr/>
            <p:nvPr/>
          </p:nvGrpSpPr>
          <p:grpSpPr>
            <a:xfrm>
              <a:off x="9477658" y="4494577"/>
              <a:ext cx="2041242" cy="1489917"/>
              <a:chOff x="8810876" y="4627927"/>
              <a:chExt cx="2726032" cy="1489917"/>
            </a:xfrm>
          </p:grpSpPr>
          <p:sp>
            <p:nvSpPr>
              <p:cNvPr id="59" name="Bullet5">
                <a:extLst>
                  <a:ext uri="{FF2B5EF4-FFF2-40B4-BE49-F238E27FC236}">
                    <a16:creationId xmlns:a16="http://schemas.microsoft.com/office/drawing/2014/main" id="{88F88D13-5A0C-4CDC-BE4F-4A044E585B9A}"/>
                  </a:ext>
                </a:extLst>
              </p:cNvPr>
              <p:cNvSpPr txBox="1">
                <a:spLocks/>
              </p:cNvSpPr>
              <p:nvPr/>
            </p:nvSpPr>
            <p:spPr bwMode="auto">
              <a:xfrm>
                <a:off x="8810876" y="4627927"/>
                <a:ext cx="2726032" cy="65396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b"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spcBef>
                    <a:spcPct val="0"/>
                  </a:spcBef>
                </a:pPr>
                <a:r>
                  <a:rPr lang="zh-CN" altLang="en-US" b="1" dirty="0"/>
                  <a:t>交互设计实践</a:t>
                </a:r>
                <a:endParaRPr lang="en-US" dirty="0"/>
              </a:p>
            </p:txBody>
          </p:sp>
          <p:sp>
            <p:nvSpPr>
              <p:cNvPr id="60" name="Text5">
                <a:extLst>
                  <a:ext uri="{FF2B5EF4-FFF2-40B4-BE49-F238E27FC236}">
                    <a16:creationId xmlns:a16="http://schemas.microsoft.com/office/drawing/2014/main" id="{588FB133-AC2E-47DA-8274-592D710B36CE}"/>
                  </a:ext>
                </a:extLst>
              </p:cNvPr>
              <p:cNvSpPr>
                <a:spLocks/>
              </p:cNvSpPr>
              <p:nvPr/>
            </p:nvSpPr>
            <p:spPr bwMode="auto">
              <a:xfrm>
                <a:off x="8810876" y="5281896"/>
                <a:ext cx="2726032" cy="835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nchor="t" anchorCtr="0">
                <a:norm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marL="171450" indent="-171450">
                  <a:lnSpc>
                    <a:spcPct val="120000"/>
                  </a:lnSpc>
                  <a:buFont typeface="Arial" panose="020B0604020202020204" pitchFamily="34" charset="0"/>
                  <a:buChar char="•"/>
                </a:pPr>
                <a:r>
                  <a:rPr lang="zh-CN" altLang="en-US" sz="1200" dirty="0"/>
                  <a:t>提升用户体验</a:t>
                </a:r>
                <a:endParaRPr lang="en-US" dirty="0"/>
              </a:p>
            </p:txBody>
          </p:sp>
        </p:grpSp>
      </p:grpSp>
    </p:spTree>
    <p:extLst>
      <p:ext uri="{BB962C8B-B14F-4D97-AF65-F5344CB8AC3E}">
        <p14:creationId xmlns:p14="http://schemas.microsoft.com/office/powerpoint/2010/main" val="34542956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p:txBody>
          <a:bodyPr/>
          <a:lstStyle/>
          <a:p>
            <a:r>
              <a:rPr lang="zh-CN" altLang="en-US" dirty="0"/>
              <a:t>Thank you</a:t>
            </a:r>
            <a:endParaRPr lang="en-US" dirty="0"/>
          </a:p>
        </p:txBody>
      </p:sp>
      <p:sp>
        <p:nvSpPr>
          <p:cNvPr id="2" name="文本占位符 1"/>
          <p:cNvSpPr>
            <a:spLocks noGrp="1"/>
          </p:cNvSpPr>
          <p:nvPr>
            <p:ph type="body" sz="quarter" idx="13" hasCustomPrompt="1"/>
          </p:nvPr>
        </p:nvSpPr>
        <p:spPr/>
        <p:txBody>
          <a:bodyPr/>
          <a:lstStyle/>
          <a:p>
            <a:r>
              <a:rPr lang="zh-CN" altLang="en-US" dirty="0"/>
              <a:t>Presenter name</a:t>
            </a:r>
            <a:endParaRPr lang="en-US" dirty="0"/>
          </a:p>
        </p:txBody>
      </p:sp>
      <p:sp>
        <p:nvSpPr>
          <p:cNvPr id="3" name="文本占位符 2"/>
          <p:cNvSpPr>
            <a:spLocks noGrp="1"/>
          </p:cNvSpPr>
          <p:nvPr>
            <p:ph type="body" sz="quarter" idx="14" hasCustomPrompt="1"/>
          </p:nvPr>
        </p:nvSpPr>
        <p:spPr/>
        <p:txBody>
          <a:bodyPr/>
          <a:lstStyle/>
          <a:p>
            <a:r>
              <a:rPr lang="zh-CN" altLang="en-US" dirty="0"/>
              <a:t>www.islide.cc</a:t>
            </a:r>
            <a:endParaRPr lang="en-US" dirty="0"/>
          </a:p>
        </p:txBody>
      </p:sp>
    </p:spTree>
  </p:cSld>
  <p:clrMapOvr>
    <a:masterClrMapping/>
  </p:clrMapOvr>
</p:sld>
</file>

<file path=ppt/slides/slide19.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20.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2647"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grpSp>
        <p:nvGrpSpPr>
          <p:cNvPr id="6" name="组合 5">
            <a:extLst>
              <a:ext uri="{FF2B5EF4-FFF2-40B4-BE49-F238E27FC236}">
                <a16:creationId xmlns:a16="http://schemas.microsoft.com/office/drawing/2014/main" id="{FCBBF52A-9743-4508-AB77-11B57E837547}"/>
              </a:ext>
            </a:extLst>
          </p:cNvPr>
          <p:cNvGrpSpPr/>
          <p:nvPr/>
        </p:nvGrpSpPr>
        <p:grpSpPr>
          <a:xfrm>
            <a:off x="660400" y="2340017"/>
            <a:ext cx="2890521" cy="1850256"/>
            <a:chOff x="3422179" y="1150240"/>
            <a:chExt cx="2890521" cy="1850257"/>
          </a:xfrm>
        </p:grpSpPr>
        <p:sp>
          <p:nvSpPr>
            <p:cNvPr id="7" name="矩形 189">
              <a:extLst>
                <a:ext uri="{FF2B5EF4-FFF2-40B4-BE49-F238E27FC236}">
                  <a16:creationId xmlns:a16="http://schemas.microsoft.com/office/drawing/2014/main" id="{63B72852-A360-4EF8-A2F9-3A064EA5CCA7}"/>
                </a:ext>
              </a:extLst>
            </p:cNvPr>
            <p:cNvSpPr/>
            <p:nvPr/>
          </p:nvSpPr>
          <p:spPr>
            <a:xfrm>
              <a:off x="3422179" y="2665341"/>
              <a:ext cx="2890520"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矩形 190">
              <a:extLst>
                <a:ext uri="{FF2B5EF4-FFF2-40B4-BE49-F238E27FC236}">
                  <a16:creationId xmlns:a16="http://schemas.microsoft.com/office/drawing/2014/main" id="{F754BA71-8184-4828-95E4-4301AEC6A769}"/>
                </a:ext>
              </a:extLst>
            </p:cNvPr>
            <p:cNvSpPr/>
            <p:nvPr/>
          </p:nvSpPr>
          <p:spPr>
            <a:xfrm>
              <a:off x="3422180" y="1150240"/>
              <a:ext cx="2890520" cy="1224952"/>
            </a:xfrm>
            <a:prstGeom prst="rect">
              <a:avLst/>
            </a:prstGeom>
            <a:noFill/>
            <a:ln>
              <a:noFill/>
            </a:ln>
          </p:spPr>
          <p:txBody>
            <a:bodyPr wrap="square" anchor="t">
              <a:sp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海量原创模版 </a:t>
              </a:r>
              <a:r>
                <a:rPr lang="en-US" altLang="zh-CN" sz="1400" dirty="0">
                  <a:latin typeface="Arial" panose="020B0604020202020204" pitchFamily="34" charset="0"/>
                  <a:ea typeface="微软雅黑" panose="020B0503020204020204" pitchFamily="34" charset="-122"/>
                  <a:sym typeface="Arial" panose="020B0604020202020204" pitchFamily="34" charset="0"/>
                </a:rPr>
                <a:t>+ </a:t>
              </a:r>
              <a:r>
                <a:rPr lang="zh-CN" altLang="en-US" sz="1400" dirty="0">
                  <a:latin typeface="Arial" panose="020B0604020202020204" pitchFamily="34" charset="0"/>
                  <a:ea typeface="微软雅黑" panose="020B0503020204020204" pitchFamily="34" charset="-122"/>
                  <a:sym typeface="Arial" panose="020B0604020202020204" pitchFamily="34" charset="0"/>
                </a:rPr>
                <a:t>一键优化功能</a:t>
              </a: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20000"/>
                </a:lnSpc>
                <a:defRPr/>
              </a:pP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，让 </a:t>
              </a:r>
              <a:r>
                <a:rPr lang="en-US" altLang="zh-CN" sz="1400" dirty="0">
                  <a:latin typeface="Arial" panose="020B0604020202020204" pitchFamily="34" charset="0"/>
                  <a:ea typeface="微软雅黑" panose="020B0503020204020204" pitchFamily="34" charset="-122"/>
                  <a:sym typeface="Arial" panose="020B0604020202020204" pitchFamily="34" charset="0"/>
                </a:rPr>
                <a:t>PPT </a:t>
              </a:r>
              <a:r>
                <a:rPr lang="zh-CN" altLang="en-US" sz="1400"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a:p>
              <a:pPr defTabSz="914332">
                <a:defRPr/>
              </a:pPr>
              <a:endParaRPr lang="en-US" altLang="zh-CN" sz="10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One-click Optimization Features &amp; </a:t>
              </a: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Massive Presentation Resources</a:t>
              </a:r>
            </a:p>
            <a:p>
              <a:pPr defTabSz="914332">
                <a:defRPr/>
              </a:pPr>
              <a:r>
                <a:rPr lang="en-US" altLang="zh-CN" sz="1000" dirty="0">
                  <a:latin typeface="Arial" panose="020B0604020202020204" pitchFamily="34" charset="0"/>
                  <a:ea typeface="微软雅黑" panose="020B0503020204020204" pitchFamily="34" charset="-122"/>
                  <a:sym typeface="Arial" panose="020B0604020202020204" pitchFamily="34" charset="0"/>
                </a:rPr>
                <a:t>Great Presentation Made Easy with iSlide</a:t>
              </a:r>
              <a:endParaRPr lang="zh-CN" altLang="en-US" sz="10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5" name="组合 34">
            <a:extLst>
              <a:ext uri="{FF2B5EF4-FFF2-40B4-BE49-F238E27FC236}">
                <a16:creationId xmlns:a16="http://schemas.microsoft.com/office/drawing/2014/main" id="{40A731D2-FA13-40C5-BFF0-59E41A667BE9}"/>
              </a:ext>
            </a:extLst>
          </p:cNvPr>
          <p:cNvGrpSpPr/>
          <p:nvPr/>
        </p:nvGrpSpPr>
        <p:grpSpPr>
          <a:xfrm>
            <a:off x="3937427" y="2352595"/>
            <a:ext cx="7581473" cy="3646763"/>
            <a:chOff x="3898800" y="2179738"/>
            <a:chExt cx="7619676" cy="3466182"/>
          </a:xfrm>
        </p:grpSpPr>
        <p:sp>
          <p:nvSpPr>
            <p:cNvPr id="20" name="矩形 19">
              <a:extLst>
                <a:ext uri="{FF2B5EF4-FFF2-40B4-BE49-F238E27FC236}">
                  <a16:creationId xmlns:a16="http://schemas.microsoft.com/office/drawing/2014/main" id="{5647BAD5-E81A-4998-ACB8-5A097424CA8E}"/>
                </a:ext>
              </a:extLst>
            </p:cNvPr>
            <p:cNvSpPr/>
            <p:nvPr/>
          </p:nvSpPr>
          <p:spPr>
            <a:xfrm>
              <a:off x="3898800" y="2495332"/>
              <a:ext cx="7619676" cy="3150588"/>
            </a:xfrm>
            <a:prstGeom prst="rect">
              <a:avLst/>
            </a:prstGeom>
            <a:ln w="3175">
              <a:noFill/>
            </a:ln>
          </p:spPr>
          <p:txBody>
            <a:bodyPr wrap="square">
              <a:noAutofit/>
            </a:bodyPr>
            <a:lstStyle/>
            <a:p>
              <a:pPr>
                <a:lnSpc>
                  <a:spcPct val="150000"/>
                </a:lnSpc>
              </a:pPr>
              <a:r>
                <a:rPr lang="zh-CN" altLang="en-US" sz="900" dirty="0">
                  <a:latin typeface="Arial" panose="020B0604020202020204" pitchFamily="34" charset="0"/>
                  <a:ea typeface="微软雅黑" panose="020B0503020204020204" pitchFamily="34" charset="-122"/>
                  <a:sym typeface="Arial" panose="020B0604020202020204" pitchFamily="34" charset="0"/>
                </a:rPr>
                <a:t>本 </a:t>
              </a:r>
              <a:r>
                <a:rPr lang="en-US" altLang="zh-CN" sz="900" dirty="0">
                  <a:latin typeface="Arial" panose="020B0604020202020204" pitchFamily="34" charset="0"/>
                  <a:ea typeface="微软雅黑" panose="020B0503020204020204" pitchFamily="34" charset="-122"/>
                  <a:sym typeface="Arial" panose="020B0604020202020204" pitchFamily="34" charset="0"/>
                </a:rPr>
                <a:t>PPT </a:t>
              </a:r>
              <a:r>
                <a:rPr lang="zh-CN" altLang="en-US" sz="9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提供</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尊重知识产权并注重保护用户享有的各项权利。</a:t>
              </a: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9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zh-CN" altLang="en-US" sz="900" dirty="0">
                  <a:latin typeface="Arial" panose="020B0604020202020204" pitchFamily="34" charset="0"/>
                  <a:ea typeface="微软雅黑" panose="020B0503020204020204" pitchFamily="34" charset="-122"/>
                  <a:sym typeface="Arial" panose="020B0604020202020204" pitchFamily="34" charset="0"/>
                </a:rPr>
                <a:t>本 </a:t>
              </a:r>
              <a:r>
                <a:rPr lang="en-US" altLang="zh-CN" sz="900" dirty="0">
                  <a:latin typeface="Arial" panose="020B0604020202020204" pitchFamily="34" charset="0"/>
                  <a:ea typeface="微软雅黑" panose="020B0503020204020204" pitchFamily="34" charset="-122"/>
                  <a:sym typeface="Arial" panose="020B0604020202020204" pitchFamily="34" charset="0"/>
                </a:rPr>
                <a:t>PPT </a:t>
              </a:r>
              <a:r>
                <a:rPr lang="zh-CN" altLang="en-US" sz="900" dirty="0">
                  <a:latin typeface="Arial" panose="020B0604020202020204" pitchFamily="34" charset="0"/>
                  <a:ea typeface="微软雅黑" panose="020B0503020204020204" pitchFamily="34" charset="-122"/>
                  <a:sym typeface="Arial" panose="020B0604020202020204" pitchFamily="34" charset="0"/>
                </a:rPr>
                <a:t>文件中提供的任何信息内容的所有权、知识产权归其原始权利人或权利受让人所有，您免费</a:t>
              </a:r>
              <a:r>
                <a:rPr lang="en-US" altLang="zh-CN" sz="900" dirty="0">
                  <a:latin typeface="Arial" panose="020B0604020202020204" pitchFamily="34" charset="0"/>
                  <a:ea typeface="微软雅黑" panose="020B0503020204020204" pitchFamily="34" charset="-122"/>
                  <a:sym typeface="Arial" panose="020B0604020202020204" pitchFamily="34" charset="0"/>
                </a:rPr>
                <a:t>/</a:t>
              </a:r>
              <a:r>
                <a:rPr lang="zh-CN" altLang="en-US" sz="900" dirty="0">
                  <a:latin typeface="Arial" panose="020B0604020202020204" pitchFamily="34" charset="0"/>
                  <a:ea typeface="微软雅黑" panose="020B0503020204020204" pitchFamily="34" charset="-122"/>
                  <a:sym typeface="Arial" panose="020B0604020202020204" pitchFamily="34" charset="0"/>
                </a:rPr>
                <a:t>付费获得的是信息内容的使用权，您的使用行为应当遵循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900" dirty="0">
                  <a:latin typeface="Arial" panose="020B0604020202020204" pitchFamily="34" charset="0"/>
                  <a:ea typeface="微软雅黑" panose="020B0503020204020204" pitchFamily="34" charset="-122"/>
                  <a:sym typeface="Arial" panose="020B0604020202020204" pitchFamily="34" charset="0"/>
                </a:rPr>
                <a:t>https://www.islide.cc </a:t>
              </a:r>
              <a:r>
                <a:rPr lang="zh-CN" altLang="en-US" sz="9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1</a:t>
              </a:r>
              <a:r>
                <a:rPr lang="zh-CN" altLang="en-US" sz="9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、您不可将信息内容的全部或部分用于出售，或以出租、出借、发布等其他任何直接获利方式供他人使用；</a:t>
              </a:r>
              <a:br>
                <a:rPr lang="zh-CN" altLang="en-US" sz="900" dirty="0">
                  <a:latin typeface="Arial" panose="020B0604020202020204" pitchFamily="34" charset="0"/>
                  <a:ea typeface="微软雅黑" panose="020B0503020204020204" pitchFamily="34" charset="-122"/>
                  <a:sym typeface="Arial" panose="020B0604020202020204" pitchFamily="34" charset="0"/>
                </a:rPr>
              </a:br>
              <a:r>
                <a:rPr lang="en-US" altLang="zh-CN" sz="900" dirty="0">
                  <a:latin typeface="Arial" panose="020B0604020202020204" pitchFamily="34" charset="0"/>
                  <a:ea typeface="微软雅黑" panose="020B0503020204020204" pitchFamily="34" charset="-122"/>
                  <a:sym typeface="Arial" panose="020B0604020202020204" pitchFamily="34" charset="0"/>
                </a:rPr>
                <a:t>2</a:t>
              </a:r>
              <a:r>
                <a:rPr lang="zh-CN" altLang="en-US" sz="9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900" dirty="0">
                  <a:latin typeface="Arial" panose="020B0604020202020204" pitchFamily="34" charset="0"/>
                  <a:ea typeface="微软雅黑" panose="020B0503020204020204" pitchFamily="34" charset="-122"/>
                  <a:sym typeface="Arial" panose="020B0604020202020204" pitchFamily="34" charset="0"/>
                </a:rPr>
                <a:t>iSlide </a:t>
              </a:r>
              <a:r>
                <a:rPr lang="zh-CN" altLang="en-US" sz="900" dirty="0">
                  <a:latin typeface="Arial" panose="020B0604020202020204" pitchFamily="34" charset="0"/>
                  <a:ea typeface="微软雅黑" panose="020B0503020204020204" pitchFamily="34" charset="-122"/>
                  <a:sym typeface="Arial" panose="020B0604020202020204" pitchFamily="34" charset="0"/>
                </a:rPr>
                <a:t>工具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This presentation file is supplied by iSlide.</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iSlide respects all intellectual property rights and protects all the rights its users acquired. Here iSlide solemnly reminds you:</a:t>
              </a:r>
            </a:p>
            <a:p>
              <a:pPr>
                <a:lnSpc>
                  <a:spcPct val="150000"/>
                </a:lnSpc>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The ownership and intellectual property of any content in this PowerPoint presentation belongs to its owner or the assignee of this ownership. What you purchased or got for free is the right to use the content. The usage should be subject to the terms of “Copyright Notice”, “User License Agreement”, “Premium Agreement” and more Agreements of iSlide official website (https://www.islide.cc ) :</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1.You may not use all or part of the content for sale; or rent, lend; or distribute it in any directly profitable way.</a:t>
              </a:r>
            </a:p>
            <a:p>
              <a:pPr>
                <a:lnSpc>
                  <a:spcPct val="150000"/>
                </a:lnSpc>
              </a:pPr>
              <a:r>
                <a:rPr lang="en-US" altLang="zh-CN" sz="900" dirty="0">
                  <a:latin typeface="Arial" panose="020B0604020202020204" pitchFamily="34" charset="0"/>
                  <a:ea typeface="微软雅黑" panose="020B0503020204020204" pitchFamily="34" charset="-122"/>
                  <a:sym typeface="Arial" panose="020B0604020202020204" pitchFamily="34" charset="0"/>
                </a:rPr>
                <a:t>2.You may not provide the resource of iSlide add-in/platform to any website, platform, application in the Internet or mobile Internet in any way.</a:t>
              </a:r>
            </a:p>
          </p:txBody>
        </p:sp>
        <p:sp>
          <p:nvSpPr>
            <p:cNvPr id="34" name="矩形 33">
              <a:extLst>
                <a:ext uri="{FF2B5EF4-FFF2-40B4-BE49-F238E27FC236}">
                  <a16:creationId xmlns:a16="http://schemas.microsoft.com/office/drawing/2014/main" id="{AE7ED207-8B71-4A21-A9A5-7C044C1FB5F6}"/>
                </a:ext>
              </a:extLst>
            </p:cNvPr>
            <p:cNvSpPr/>
            <p:nvPr/>
          </p:nvSpPr>
          <p:spPr>
            <a:xfrm>
              <a:off x="3898800" y="2179738"/>
              <a:ext cx="2625868"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pic>
        <p:nvPicPr>
          <p:cNvPr id="130" name="图片 129">
            <a:extLst>
              <a:ext uri="{FF2B5EF4-FFF2-40B4-BE49-F238E27FC236}">
                <a16:creationId xmlns:a16="http://schemas.microsoft.com/office/drawing/2014/main" id="{2AA564AF-9FC3-4787-B325-F00530C1658C}"/>
              </a:ext>
            </a:extLst>
          </p:cNvPr>
          <p:cNvPicPr>
            <a:picLocks/>
          </p:cNvPicPr>
          <p:nvPr/>
        </p:nvPicPr>
        <p:blipFill>
          <a:blip r:embed="rId4">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1586032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iSlide">
      <a:dk1>
        <a:srgbClr val="2F2F2F"/>
      </a:dk1>
      <a:lt1>
        <a:srgbClr val="FFFFFF"/>
      </a:lt1>
      <a:dk2>
        <a:srgbClr val="778495"/>
      </a:dk2>
      <a:lt2>
        <a:srgbClr val="F0F0F0"/>
      </a:lt2>
      <a:accent1>
        <a:srgbClr val="55A62A"/>
      </a:accent1>
      <a:accent2>
        <a:srgbClr val="EBC702"/>
      </a:accent2>
      <a:accent3>
        <a:srgbClr val="95BA0E"/>
      </a:accent3>
      <a:accent4>
        <a:srgbClr val="C3EC48"/>
      </a:accent4>
      <a:accent5>
        <a:srgbClr val="96D87C"/>
      </a:accent5>
      <a:accent6>
        <a:srgbClr val="8EB259"/>
      </a:accent6>
      <a:hlink>
        <a:srgbClr val="F84D4D"/>
      </a:hlink>
      <a:folHlink>
        <a:srgbClr val="979797"/>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iSlide">
    <a:dk1>
      <a:srgbClr val="2F2F2F"/>
    </a:dk1>
    <a:lt1>
      <a:srgbClr val="FFFFFF"/>
    </a:lt1>
    <a:dk2>
      <a:srgbClr val="778495"/>
    </a:dk2>
    <a:lt2>
      <a:srgbClr val="F0F0F0"/>
    </a:lt2>
    <a:accent1>
      <a:srgbClr val="55A62A"/>
    </a:accent1>
    <a:accent2>
      <a:srgbClr val="EBC702"/>
    </a:accent2>
    <a:accent3>
      <a:srgbClr val="95BA0E"/>
    </a:accent3>
    <a:accent4>
      <a:srgbClr val="C3EC48"/>
    </a:accent4>
    <a:accent5>
      <a:srgbClr val="96D87C"/>
    </a:accent5>
    <a:accent6>
      <a:srgbClr val="8EB259"/>
    </a:accent6>
    <a:hlink>
      <a:srgbClr val="F84D4D"/>
    </a:hlink>
    <a:folHlink>
      <a:srgbClr val="979797"/>
    </a:folHlink>
  </a:clrScheme>
</a:themeOverride>
</file>

<file path=ppt/theme/themeOverride2.xml><?xml version="1.0" encoding="utf-8"?>
<a:themeOverride xmlns:a="http://schemas.openxmlformats.org/drawingml/2006/main">
  <a:clrScheme name="iSlide">
    <a:dk1>
      <a:srgbClr val="2F2F2F"/>
    </a:dk1>
    <a:lt1>
      <a:srgbClr val="FFFFFF"/>
    </a:lt1>
    <a:dk2>
      <a:srgbClr val="778495"/>
    </a:dk2>
    <a:lt2>
      <a:srgbClr val="F0F0F0"/>
    </a:lt2>
    <a:accent1>
      <a:srgbClr val="55A62A"/>
    </a:accent1>
    <a:accent2>
      <a:srgbClr val="EBC702"/>
    </a:accent2>
    <a:accent3>
      <a:srgbClr val="95BA0E"/>
    </a:accent3>
    <a:accent4>
      <a:srgbClr val="C3EC48"/>
    </a:accent4>
    <a:accent5>
      <a:srgbClr val="96D87C"/>
    </a:accent5>
    <a:accent6>
      <a:srgbClr val="8EB259"/>
    </a:accent6>
    <a:hlink>
      <a:srgbClr val="F84D4D"/>
    </a:hlink>
    <a:folHlink>
      <a:srgbClr val="979797"/>
    </a:folHlink>
  </a:clrScheme>
</a:themeOverride>
</file>

<file path=ppt/theme/themeOverride3.xml><?xml version="1.0" encoding="utf-8"?>
<a:themeOverride xmlns:a="http://schemas.openxmlformats.org/drawingml/2006/main">
  <a:clrScheme name="iSlide">
    <a:dk1>
      <a:srgbClr val="2F2F2F"/>
    </a:dk1>
    <a:lt1>
      <a:srgbClr val="FFFFFF"/>
    </a:lt1>
    <a:dk2>
      <a:srgbClr val="778495"/>
    </a:dk2>
    <a:lt2>
      <a:srgbClr val="F0F0F0"/>
    </a:lt2>
    <a:accent1>
      <a:srgbClr val="55A62A"/>
    </a:accent1>
    <a:accent2>
      <a:srgbClr val="EBC702"/>
    </a:accent2>
    <a:accent3>
      <a:srgbClr val="95BA0E"/>
    </a:accent3>
    <a:accent4>
      <a:srgbClr val="C3EC48"/>
    </a:accent4>
    <a:accent5>
      <a:srgbClr val="96D87C"/>
    </a:accent5>
    <a:accent6>
      <a:srgbClr val="8EB259"/>
    </a:accent6>
    <a:hlink>
      <a:srgbClr val="F84D4D"/>
    </a:hlink>
    <a:folHlink>
      <a:srgbClr val="979797"/>
    </a:folHlink>
  </a:clrScheme>
</a:themeOverride>
</file>

<file path=ppt/theme/themeOverride4.xml><?xml version="1.0" encoding="utf-8"?>
<a:themeOverride xmlns:a="http://schemas.openxmlformats.org/drawingml/2006/main">
  <a:clrScheme name="iSlide">
    <a:dk1>
      <a:srgbClr val="2F2F2F"/>
    </a:dk1>
    <a:lt1>
      <a:srgbClr val="FFFFFF"/>
    </a:lt1>
    <a:dk2>
      <a:srgbClr val="778495"/>
    </a:dk2>
    <a:lt2>
      <a:srgbClr val="F0F0F0"/>
    </a:lt2>
    <a:accent1>
      <a:srgbClr val="55A62A"/>
    </a:accent1>
    <a:accent2>
      <a:srgbClr val="EBC702"/>
    </a:accent2>
    <a:accent3>
      <a:srgbClr val="95BA0E"/>
    </a:accent3>
    <a:accent4>
      <a:srgbClr val="C3EC48"/>
    </a:accent4>
    <a:accent5>
      <a:srgbClr val="96D87C"/>
    </a:accent5>
    <a:accent6>
      <a:srgbClr val="8EB259"/>
    </a:accent6>
    <a:hlink>
      <a:srgbClr val="F84D4D"/>
    </a:hlink>
    <a:folHlink>
      <a:srgbClr val="979797"/>
    </a:folHlink>
  </a:clrScheme>
</a:themeOverride>
</file>

<file path=ppt/theme/themeOverride5.xml><?xml version="1.0" encoding="utf-8"?>
<a:themeOverride xmlns:a="http://schemas.openxmlformats.org/drawingml/2006/main">
  <a:clrScheme name="iSlide">
    <a:dk1>
      <a:srgbClr val="2F2F2F"/>
    </a:dk1>
    <a:lt1>
      <a:srgbClr val="FFFFFF"/>
    </a:lt1>
    <a:dk2>
      <a:srgbClr val="778495"/>
    </a:dk2>
    <a:lt2>
      <a:srgbClr val="F0F0F0"/>
    </a:lt2>
    <a:accent1>
      <a:srgbClr val="55A62A"/>
    </a:accent1>
    <a:accent2>
      <a:srgbClr val="EBC702"/>
    </a:accent2>
    <a:accent3>
      <a:srgbClr val="95BA0E"/>
    </a:accent3>
    <a:accent4>
      <a:srgbClr val="C3EC48"/>
    </a:accent4>
    <a:accent5>
      <a:srgbClr val="96D87C"/>
    </a:accent5>
    <a:accent6>
      <a:srgbClr val="8EB259"/>
    </a:accent6>
    <a:hlink>
      <a:srgbClr val="F84D4D"/>
    </a:hlink>
    <a:folHlink>
      <a:srgbClr val="979797"/>
    </a:folHlink>
  </a:clrScheme>
</a:themeOverride>
</file>

<file path=ppt/theme/themeOverride6.xml><?xml version="1.0" encoding="utf-8"?>
<a:themeOverride xmlns:a="http://schemas.openxmlformats.org/drawingml/2006/main">
  <a:clrScheme name="iSlide">
    <a:dk1>
      <a:srgbClr val="2F2F2F"/>
    </a:dk1>
    <a:lt1>
      <a:srgbClr val="FFFFFF"/>
    </a:lt1>
    <a:dk2>
      <a:srgbClr val="778495"/>
    </a:dk2>
    <a:lt2>
      <a:srgbClr val="F0F0F0"/>
    </a:lt2>
    <a:accent1>
      <a:srgbClr val="55A62A"/>
    </a:accent1>
    <a:accent2>
      <a:srgbClr val="EBC702"/>
    </a:accent2>
    <a:accent3>
      <a:srgbClr val="95BA0E"/>
    </a:accent3>
    <a:accent4>
      <a:srgbClr val="C3EC48"/>
    </a:accent4>
    <a:accent5>
      <a:srgbClr val="96D87C"/>
    </a:accent5>
    <a:accent6>
      <a:srgbClr val="8EB259"/>
    </a:accent6>
    <a:hlink>
      <a:srgbClr val="F84D4D"/>
    </a:hlink>
    <a:folHlink>
      <a:srgbClr val="979797"/>
    </a:folHlink>
  </a:clrScheme>
</a:themeOverride>
</file>

<file path=ppt/theme/themeOverride7.xml><?xml version="1.0" encoding="utf-8"?>
<a:themeOverride xmlns:a="http://schemas.openxmlformats.org/drawingml/2006/main">
  <a:clrScheme name="iSlide">
    <a:dk1>
      <a:srgbClr val="2F2F2F"/>
    </a:dk1>
    <a:lt1>
      <a:srgbClr val="FFFFFF"/>
    </a:lt1>
    <a:dk2>
      <a:srgbClr val="778495"/>
    </a:dk2>
    <a:lt2>
      <a:srgbClr val="F0F0F0"/>
    </a:lt2>
    <a:accent1>
      <a:srgbClr val="55A62A"/>
    </a:accent1>
    <a:accent2>
      <a:srgbClr val="EBC702"/>
    </a:accent2>
    <a:accent3>
      <a:srgbClr val="95BA0E"/>
    </a:accent3>
    <a:accent4>
      <a:srgbClr val="C3EC48"/>
    </a:accent4>
    <a:accent5>
      <a:srgbClr val="96D87C"/>
    </a:accent5>
    <a:accent6>
      <a:srgbClr val="8EB259"/>
    </a:accent6>
    <a:hlink>
      <a:srgbClr val="F84D4D"/>
    </a:hlink>
    <a:folHlink>
      <a:srgbClr val="979797"/>
    </a:folHlink>
  </a:clrScheme>
</a:themeOverride>
</file>

<file path=ppt/theme/themeOverride8.xml><?xml version="1.0" encoding="utf-8"?>
<a:themeOverride xmlns:a="http://schemas.openxmlformats.org/drawingml/2006/main">
  <a:clrScheme name="iSlide">
    <a:dk1>
      <a:srgbClr val="2F2F2F"/>
    </a:dk1>
    <a:lt1>
      <a:srgbClr val="FFFFFF"/>
    </a:lt1>
    <a:dk2>
      <a:srgbClr val="778495"/>
    </a:dk2>
    <a:lt2>
      <a:srgbClr val="F0F0F0"/>
    </a:lt2>
    <a:accent1>
      <a:srgbClr val="55A62A"/>
    </a:accent1>
    <a:accent2>
      <a:srgbClr val="EBC702"/>
    </a:accent2>
    <a:accent3>
      <a:srgbClr val="95BA0E"/>
    </a:accent3>
    <a:accent4>
      <a:srgbClr val="C3EC48"/>
    </a:accent4>
    <a:accent5>
      <a:srgbClr val="96D87C"/>
    </a:accent5>
    <a:accent6>
      <a:srgbClr val="8EB259"/>
    </a:accent6>
    <a:hlink>
      <a:srgbClr val="F84D4D"/>
    </a:hlink>
    <a:folHlink>
      <a:srgbClr val="979797"/>
    </a:folHlink>
  </a:clrScheme>
</a:themeOverride>
</file>

<file path=ppt/theme/themeOverride9.xml><?xml version="1.0" encoding="utf-8"?>
<a:themeOverride xmlns:a="http://schemas.openxmlformats.org/drawingml/2006/main">
  <a:clrScheme name="iSlide">
    <a:dk1>
      <a:srgbClr val="2F2F2F"/>
    </a:dk1>
    <a:lt1>
      <a:srgbClr val="FFFFFF"/>
    </a:lt1>
    <a:dk2>
      <a:srgbClr val="778495"/>
    </a:dk2>
    <a:lt2>
      <a:srgbClr val="F0F0F0"/>
    </a:lt2>
    <a:accent1>
      <a:srgbClr val="55A62A"/>
    </a:accent1>
    <a:accent2>
      <a:srgbClr val="EBC702"/>
    </a:accent2>
    <a:accent3>
      <a:srgbClr val="95BA0E"/>
    </a:accent3>
    <a:accent4>
      <a:srgbClr val="C3EC48"/>
    </a:accent4>
    <a:accent5>
      <a:srgbClr val="96D87C"/>
    </a:accent5>
    <a:accent6>
      <a:srgbClr val="8EB259"/>
    </a:accent6>
    <a:hlink>
      <a:srgbClr val="F84D4D"/>
    </a:hlink>
    <a:folHlink>
      <a:srgbClr val="979797"/>
    </a:folHlink>
  </a:clrScheme>
</a:themeOverride>
</file>

<file path=ppt/theme/themeOverride10.xml><?xml version="1.0" encoding="utf-8"?>
<a:themeOverride xmlns:a="http://schemas.openxmlformats.org/drawingml/2006/main">
  <a:clrScheme name="iSlide">
    <a:dk1>
      <a:srgbClr val="2F2F2F"/>
    </a:dk1>
    <a:lt1>
      <a:srgbClr val="FFFFFF"/>
    </a:lt1>
    <a:dk2>
      <a:srgbClr val="778495"/>
    </a:dk2>
    <a:lt2>
      <a:srgbClr val="F0F0F0"/>
    </a:lt2>
    <a:accent1>
      <a:srgbClr val="55A62A"/>
    </a:accent1>
    <a:accent2>
      <a:srgbClr val="EBC702"/>
    </a:accent2>
    <a:accent3>
      <a:srgbClr val="95BA0E"/>
    </a:accent3>
    <a:accent4>
      <a:srgbClr val="C3EC48"/>
    </a:accent4>
    <a:accent5>
      <a:srgbClr val="96D87C"/>
    </a:accent5>
    <a:accent6>
      <a:srgbClr val="8EB259"/>
    </a:accent6>
    <a:hlink>
      <a:srgbClr val="F84D4D"/>
    </a:hlink>
    <a:folHlink>
      <a:srgbClr val="979797"/>
    </a:folHlink>
  </a:clrScheme>
</a:themeOverride>
</file>

<file path=ppt/theme/themeOverride11.xml><?xml version="1.0" encoding="utf-8"?>
<a:themeOverride xmlns:a="http://schemas.openxmlformats.org/drawingml/2006/main">
  <a:clrScheme name="iSlide">
    <a:dk1>
      <a:srgbClr val="2F2F2F"/>
    </a:dk1>
    <a:lt1>
      <a:srgbClr val="FFFFFF"/>
    </a:lt1>
    <a:dk2>
      <a:srgbClr val="778495"/>
    </a:dk2>
    <a:lt2>
      <a:srgbClr val="F0F0F0"/>
    </a:lt2>
    <a:accent1>
      <a:srgbClr val="55A62A"/>
    </a:accent1>
    <a:accent2>
      <a:srgbClr val="EBC702"/>
    </a:accent2>
    <a:accent3>
      <a:srgbClr val="95BA0E"/>
    </a:accent3>
    <a:accent4>
      <a:srgbClr val="C3EC48"/>
    </a:accent4>
    <a:accent5>
      <a:srgbClr val="96D87C"/>
    </a:accent5>
    <a:accent6>
      <a:srgbClr val="8EB259"/>
    </a:accent6>
    <a:hlink>
      <a:srgbClr val="F84D4D"/>
    </a:hlink>
    <a:folHlink>
      <a:srgbClr val="979797"/>
    </a:folHlink>
  </a:clrScheme>
</a:themeOverride>
</file>

<file path=ppt/theme/themeOverride12.xml><?xml version="1.0" encoding="utf-8"?>
<a:themeOverride xmlns:a="http://schemas.openxmlformats.org/drawingml/2006/main">
  <a:clrScheme name="iSlide">
    <a:dk1>
      <a:srgbClr val="2F2F2F"/>
    </a:dk1>
    <a:lt1>
      <a:srgbClr val="FFFFFF"/>
    </a:lt1>
    <a:dk2>
      <a:srgbClr val="778495"/>
    </a:dk2>
    <a:lt2>
      <a:srgbClr val="F0F0F0"/>
    </a:lt2>
    <a:accent1>
      <a:srgbClr val="55A62A"/>
    </a:accent1>
    <a:accent2>
      <a:srgbClr val="EBC702"/>
    </a:accent2>
    <a:accent3>
      <a:srgbClr val="95BA0E"/>
    </a:accent3>
    <a:accent4>
      <a:srgbClr val="C3EC48"/>
    </a:accent4>
    <a:accent5>
      <a:srgbClr val="96D87C"/>
    </a:accent5>
    <a:accent6>
      <a:srgbClr val="8EB259"/>
    </a:accent6>
    <a:hlink>
      <a:srgbClr val="F84D4D"/>
    </a:hlink>
    <a:folHlink>
      <a:srgbClr val="979797"/>
    </a:folHlink>
  </a:clrScheme>
</a:themeOverride>
</file>

<file path=ppt/theme/themeOverride13.xml><?xml version="1.0" encoding="utf-8"?>
<a:themeOverride xmlns:a="http://schemas.openxmlformats.org/drawingml/2006/main">
  <a:clrScheme name="iSlide">
    <a:dk1>
      <a:srgbClr val="2F2F2F"/>
    </a:dk1>
    <a:lt1>
      <a:srgbClr val="FFFFFF"/>
    </a:lt1>
    <a:dk2>
      <a:srgbClr val="778495"/>
    </a:dk2>
    <a:lt2>
      <a:srgbClr val="F0F0F0"/>
    </a:lt2>
    <a:accent1>
      <a:srgbClr val="55A62A"/>
    </a:accent1>
    <a:accent2>
      <a:srgbClr val="EBC702"/>
    </a:accent2>
    <a:accent3>
      <a:srgbClr val="95BA0E"/>
    </a:accent3>
    <a:accent4>
      <a:srgbClr val="C3EC48"/>
    </a:accent4>
    <a:accent5>
      <a:srgbClr val="96D87C"/>
    </a:accent5>
    <a:accent6>
      <a:srgbClr val="8EB259"/>
    </a:accent6>
    <a:hlink>
      <a:srgbClr val="F84D4D"/>
    </a:hlink>
    <a:folHlink>
      <a:srgbClr val="979797"/>
    </a:folHlink>
  </a:clrScheme>
</a:themeOverride>
</file>

<file path=ppt/theme/themeOverride14.xml><?xml version="1.0" encoding="utf-8"?>
<a:themeOverride xmlns:a="http://schemas.openxmlformats.org/drawingml/2006/main">
  <a:clrScheme name="iSlide">
    <a:dk1>
      <a:srgbClr val="2F2F2F"/>
    </a:dk1>
    <a:lt1>
      <a:srgbClr val="FFFFFF"/>
    </a:lt1>
    <a:dk2>
      <a:srgbClr val="778495"/>
    </a:dk2>
    <a:lt2>
      <a:srgbClr val="F0F0F0"/>
    </a:lt2>
    <a:accent1>
      <a:srgbClr val="55A62A"/>
    </a:accent1>
    <a:accent2>
      <a:srgbClr val="EBC702"/>
    </a:accent2>
    <a:accent3>
      <a:srgbClr val="95BA0E"/>
    </a:accent3>
    <a:accent4>
      <a:srgbClr val="C3EC48"/>
    </a:accent4>
    <a:accent5>
      <a:srgbClr val="96D87C"/>
    </a:accent5>
    <a:accent6>
      <a:srgbClr val="8EB259"/>
    </a:accent6>
    <a:hlink>
      <a:srgbClr val="F84D4D"/>
    </a:hlink>
    <a:folHlink>
      <a:srgbClr val="979797"/>
    </a:folHlink>
  </a:clrScheme>
</a:themeOverride>
</file>

<file path=docProps/app.xml><?xml version="1.0" encoding="utf-8"?>
<Properties xmlns="http://schemas.openxmlformats.org/officeDocument/2006/extended-properties" xmlns:vt="http://schemas.openxmlformats.org/officeDocument/2006/docPropsVTypes">
  <TotalTime>491</TotalTime>
  <Words>570</Words>
  <Application>Microsoft Office PowerPoint</Application>
  <PresentationFormat>宽屏</PresentationFormat>
  <Paragraphs>142</Paragraphs>
  <Slides>18</Slides>
  <Notes>18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18</vt:i4>
      </vt:variant>
    </vt:vector>
  </HeadingPairs>
  <TitlesOfParts>
    <vt:vector size="21" baseType="lpstr">
      <vt:lpstr>等线</vt:lpstr>
      <vt:lpstr>Arial</vt:lpstr>
      <vt:lpstr>Designed by iSlide</vt:lpstr>
      <vt:lpstr>UI设计通用作品集</vt:lpstr>
      <vt:lpstr>PowerPoint 演示文稿</vt:lpstr>
      <vt:lpstr>UI界面设计</vt:lpstr>
      <vt:lpstr>界面布局与结构</vt:lpstr>
      <vt:lpstr>色彩与字体设计</vt:lpstr>
      <vt:lpstr>交互元素与动效</vt:lpstr>
      <vt:lpstr>设计规范与系统</vt:lpstr>
      <vt:lpstr>图标设计</vt:lpstr>
      <vt:lpstr>基础图标设计</vt:lpstr>
      <vt:lpstr>图标在不同平台的应用</vt:lpstr>
      <vt:lpstr>图标设计的趋势</vt:lpstr>
      <vt:lpstr>用户体验设计</vt:lpstr>
      <vt:lpstr>用户研究</vt:lpstr>
      <vt:lpstr>原型设计与迭代</vt:lpstr>
      <vt:lpstr>案例分析</vt:lpstr>
      <vt:lpstr>移动应用UI设计</vt:lpstr>
      <vt:lpstr>网页UI设计</vt:lpstr>
      <vt:lpstr>Thank you</vt:lpstr>
    </vt:vector>
  </TitlesOfParts>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iSlide PowerPoint Template</dc:title>
  <dc:creator>iSlide</dc:creator>
  <cp:lastModifiedBy>张煜</cp:lastModifiedBy>
  <cp:revision>122</cp:revision>
  <dcterms:created xsi:type="dcterms:W3CDTF">2023-06-05T05:58:43Z</dcterms:created>
  <dcterms:modified xsi:type="dcterms:W3CDTF">2024-03-25T08:28:48Z</dcterms:modified>
</cp:coreProperties>
</file>