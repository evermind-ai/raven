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67" r:id="rId5"/>
    <p:sldId id="272" r:id="rId6"/>
    <p:sldId id="279" r:id="rId7"/>
    <p:sldId id="276" r:id="rId8"/>
    <p:sldId id="288" r:id="rId9"/>
    <p:sldId id="300" r:id="rId10"/>
    <p:sldId id="293" r:id="rId11"/>
    <p:sldId id="309" r:id="rId12"/>
    <p:sldId id="310" r:id="Rec9fedbc266a475b"/>
    <p:sldId id="311" r:id="R9345e223b3ee4659"/>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0" autoAdjust="0"/>
    <p:restoredTop sz="86483" autoAdjust="0"/>
  </p:normalViewPr>
  <p:slideViewPr>
    <p:cSldViewPr snapToGrid="0" showGuides="1">
      <p:cViewPr>
        <p:scale>
          <a:sx n="125" d="100"/>
          <a:sy n="125" d="100"/>
        </p:scale>
        <p:origin x="628" y="6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ec9fedbc266a475b" /><Relationship Type="http://schemas.openxmlformats.org/officeDocument/2006/relationships/slide" Target="/ppt/slides/slide13.xml" Id="R9345e223b3ee465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1BD2D-0FA4-4E9D-9F04-EE50150E6791}"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F5333D-B1F6-4D3E-875B-7F2613CDCB1A}" type="slidenum">
              <a:rPr lang="zh-CN" altLang="en-US" smtClean="0"/>
              <a:t>‹#›</a:t>
            </a:fld>
            <a:endParaRPr lang="zh-CN" altLang="en-US"/>
          </a:p>
        </p:txBody>
      </p:sp>
    </p:spTree>
    <p:extLst>
      <p:ext uri="{BB962C8B-B14F-4D97-AF65-F5344CB8AC3E}">
        <p14:creationId xmlns:p14="http://schemas.microsoft.com/office/powerpoint/2010/main" val="2409282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511f231d-c962-45b5-85e5-0fdf85c7c6a1.source.8.zh-Hans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1e1e64a2-a733-4a1d-818e-6feee55ed27e.source.3.zh-Hans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777c8d5c-221e-4bbd-9739-a0bb69768c89.source.4.zh-Hans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0d2ac66c-2416-4779-845d-9f2cfd84e260.source.3.zh-Hans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864b757c-b1ea-42eb-a25d-87ba35eed6ab.source.4.zh-Hans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3af51b1b-210c-484f-947c-6e36fa70e957.source.4.zh-Hans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09f73314-c5ef-4460-b0a1-df25e6d15e6d.source.2.zh-Hans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59cc249e-910a-4b16-b932-afd7a13e7148.source.4.zh-Hans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Pr>
        <a:solidFill>
          <a:schemeClr val="accent3">
            <a:alpha val="30000"/>
          </a:schemeClr>
        </a:solidFill>
        <a:effectLst/>
      </p:bgPr>
    </p:bg>
    <p:spTree>
      <p:nvGrpSpPr>
        <p:cNvPr id="1" name=""/>
        <p:cNvGrpSpPr/>
        <p:nvPr/>
      </p:nvGrpSpPr>
      <p:grpSpPr>
        <a:xfrm>
          <a:off x="0" y="0"/>
          <a:ext cx="0" cy="0"/>
          <a:chOff x="0" y="0"/>
          <a:chExt cx="0" cy="0"/>
        </a:xfrm>
      </p:grpSpPr>
      <p:grpSp>
        <p:nvGrpSpPr>
          <p:cNvPr id="28" name="组合 27">
            <a:extLst>
              <a:ext uri="{FF2B5EF4-FFF2-40B4-BE49-F238E27FC236}">
                <a16:creationId xmlns:a16="http://schemas.microsoft.com/office/drawing/2014/main" id="{22406C24-F90E-D2ED-63C8-F831A8D423B4}"/>
              </a:ext>
            </a:extLst>
          </p:cNvPr>
          <p:cNvGrpSpPr/>
          <p:nvPr userDrawn="1"/>
        </p:nvGrpSpPr>
        <p:grpSpPr>
          <a:xfrm>
            <a:off x="135467" y="230207"/>
            <a:ext cx="12056533" cy="6268878"/>
            <a:chOff x="135467" y="230207"/>
            <a:chExt cx="12056533" cy="6268878"/>
          </a:xfrm>
        </p:grpSpPr>
        <p:grpSp>
          <p:nvGrpSpPr>
            <p:cNvPr id="45" name="组合 44">
              <a:extLst>
                <a:ext uri="{FF2B5EF4-FFF2-40B4-BE49-F238E27FC236}">
                  <a16:creationId xmlns:a16="http://schemas.microsoft.com/office/drawing/2014/main" id="{E40FB5D5-B7E7-CBF3-36E6-9E49C4751DF1}"/>
                </a:ext>
              </a:extLst>
            </p:cNvPr>
            <p:cNvGrpSpPr/>
            <p:nvPr userDrawn="1"/>
          </p:nvGrpSpPr>
          <p:grpSpPr>
            <a:xfrm>
              <a:off x="135467" y="230207"/>
              <a:ext cx="11672652" cy="6157970"/>
              <a:chOff x="135467" y="230207"/>
              <a:chExt cx="11672652" cy="6157970"/>
            </a:xfrm>
          </p:grpSpPr>
          <p:sp>
            <p:nvSpPr>
              <p:cNvPr id="37" name="矩形: 圆角 36">
                <a:extLst>
                  <a:ext uri="{FF2B5EF4-FFF2-40B4-BE49-F238E27FC236}">
                    <a16:creationId xmlns:a16="http://schemas.microsoft.com/office/drawing/2014/main" id="{E195BBF9-28C3-02CC-BB5C-4B9DB6CBF7F2}"/>
                  </a:ext>
                </a:extLst>
              </p:cNvPr>
              <p:cNvSpPr>
                <a:spLocks/>
              </p:cNvSpPr>
              <p:nvPr userDrawn="1"/>
            </p:nvSpPr>
            <p:spPr bwMode="auto">
              <a:xfrm>
                <a:off x="383881" y="826087"/>
                <a:ext cx="11344570" cy="5470385"/>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8" name="矩形: 圆角 37">
                <a:extLst>
                  <a:ext uri="{FF2B5EF4-FFF2-40B4-BE49-F238E27FC236}">
                    <a16:creationId xmlns:a16="http://schemas.microsoft.com/office/drawing/2014/main" id="{BE9B67B6-BD2D-9962-7976-0113091D0E52}"/>
                  </a:ext>
                </a:extLst>
              </p:cNvPr>
              <p:cNvSpPr>
                <a:spLocks noChangeAspect="1"/>
              </p:cNvSpPr>
              <p:nvPr userDrawn="1"/>
            </p:nvSpPr>
            <p:spPr>
              <a:xfrm>
                <a:off x="292174"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E9B1CE01-C9FD-07C4-21E4-61649C8A3A9D}"/>
                  </a:ext>
                </a:extLst>
              </p:cNvPr>
              <p:cNvSpPr>
                <a:spLocks noChangeAspect="1"/>
              </p:cNvSpPr>
              <p:nvPr userDrawn="1"/>
            </p:nvSpPr>
            <p:spPr>
              <a:xfrm>
                <a:off x="292174"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E6B17805-02A6-2576-1D29-E32D8C88AA1B}"/>
                  </a:ext>
                </a:extLst>
              </p:cNvPr>
              <p:cNvSpPr>
                <a:spLocks noChangeArrowheads="1"/>
              </p:cNvSpPr>
              <p:nvPr userDrawn="1"/>
            </p:nvSpPr>
            <p:spPr bwMode="auto">
              <a:xfrm flipH="1">
                <a:off x="135467" y="230207"/>
                <a:ext cx="999671" cy="312829"/>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 name="矩形: 圆角 5">
                <a:extLst>
                  <a:ext uri="{FF2B5EF4-FFF2-40B4-BE49-F238E27FC236}">
                    <a16:creationId xmlns:a16="http://schemas.microsoft.com/office/drawing/2014/main" id="{B39B30C9-2831-5D9A-574D-52B7863AC23D}"/>
                  </a:ext>
                </a:extLst>
              </p:cNvPr>
              <p:cNvSpPr>
                <a:spLocks noChangeAspect="1"/>
              </p:cNvSpPr>
              <p:nvPr userDrawn="1"/>
            </p:nvSpPr>
            <p:spPr>
              <a:xfrm>
                <a:off x="11624706"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F98BDB2-7B29-094A-3BDD-6F848884D22D}"/>
                  </a:ext>
                </a:extLst>
              </p:cNvPr>
              <p:cNvSpPr>
                <a:spLocks noChangeAspect="1"/>
              </p:cNvSpPr>
              <p:nvPr userDrawn="1"/>
            </p:nvSpPr>
            <p:spPr>
              <a:xfrm>
                <a:off x="11624706"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图片 26">
              <a:extLst>
                <a:ext uri="{FF2B5EF4-FFF2-40B4-BE49-F238E27FC236}">
                  <a16:creationId xmlns:a16="http://schemas.microsoft.com/office/drawing/2014/main" id="{0F8BFAE2-AC78-F315-2324-16942409311B}"/>
                </a:ext>
              </a:extLst>
            </p:cNvPr>
            <p:cNvPicPr>
              <a:picLocks noChangeAspect="1"/>
            </p:cNvPicPr>
            <p:nvPr userDrawn="1"/>
          </p:nvPicPr>
          <p:blipFill>
            <a:blip r:embed="rId2"/>
            <a:stretch>
              <a:fillRect/>
            </a:stretch>
          </p:blipFill>
          <p:spPr>
            <a:xfrm>
              <a:off x="5423754" y="1295003"/>
              <a:ext cx="6768246" cy="5204082"/>
            </a:xfrm>
            <a:prstGeom prst="rect">
              <a:avLst/>
            </a:prstGeom>
          </p:spPr>
        </p:pic>
      </p:grpSp>
      <p:sp>
        <p:nvSpPr>
          <p:cNvPr id="5" name="7850604b-0e1d-4ec9-a4d3-030a0eb33f20"/>
          <p:cNvSpPr>
            <a:spLocks noGrp="1"/>
          </p:cNvSpPr>
          <p:nvPr userDrawn="1">
            <p:ph type="ctrTitle" hasCustomPrompt="1"/>
          </p:nvPr>
        </p:nvSpPr>
        <p:spPr>
          <a:xfrm>
            <a:off x="660400" y="1028700"/>
            <a:ext cx="5378450" cy="2470150"/>
          </a:xfrm>
          <a:prstGeom prst="rect">
            <a:avLst/>
          </a:prstGeom>
        </p:spPr>
        <p:txBody>
          <a:bodyPr wrap="square" anchor="b">
            <a:normAutofit/>
          </a:bodyPr>
          <a:lstStyle>
            <a:lvl1pPr algn="l">
              <a:lnSpc>
                <a:spcPct val="100000"/>
              </a:lnSpc>
              <a:defRPr sz="5400" b="1">
                <a:ln w="19050">
                  <a:noFill/>
                </a:ln>
                <a:solidFill>
                  <a:schemeClr val="tx1"/>
                </a:solidFill>
                <a:latin typeface="+mj-lt"/>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400" y="3683666"/>
            <a:ext cx="4083049" cy="627009"/>
          </a:xfrm>
          <a:prstGeom prst="roundRect">
            <a:avLst>
              <a:gd name="adj" fmla="val 50000"/>
            </a:avLst>
          </a:prstGeom>
          <a:solidFill>
            <a:schemeClr val="accent1"/>
          </a:solidFill>
          <a:ln>
            <a:solidFill>
              <a:schemeClr val="tx1"/>
            </a:solidFill>
          </a:ln>
          <a:effectLst/>
        </p:spPr>
        <p:txBody>
          <a:bodyPr vert="horz" wrap="square" lIns="91440" tIns="45720" rIns="91440" bIns="45720" rtlCol="0" anchor="t" anchorCtr="0">
            <a:normAutofit/>
          </a:bodyPr>
          <a:lstStyle>
            <a:lvl1pPr marL="0" indent="0" algn="ctr">
              <a:lnSpc>
                <a:spcPct val="100000"/>
              </a:lnSpc>
              <a:buNone/>
              <a:defRPr lang="en-US" sz="2000" b="0" dirty="0">
                <a:solidFill>
                  <a:srgbClr val="FFFFFF"/>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660400" y="5443655"/>
            <a:ext cx="4279900" cy="328495"/>
          </a:xfrm>
          <a:prstGeom prst="rect">
            <a:avLst/>
          </a:prstGeom>
          <a:noFill/>
          <a:ln>
            <a:noFill/>
          </a:ln>
        </p:spPr>
        <p:txBody>
          <a:bodyPr wrap="square" lIns="90000" anchor="b">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660400" y="5805605"/>
            <a:ext cx="4279900" cy="328495"/>
          </a:xfrm>
          <a:prstGeom prst="roundRect">
            <a:avLst>
              <a:gd name="adj" fmla="val 0"/>
            </a:avLst>
          </a:prstGeom>
          <a:noFill/>
          <a:ln>
            <a:noFill/>
          </a:ln>
        </p:spPr>
        <p:txBody>
          <a:bodyPr wrap="none" anchor="t">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1264920" y="1601470"/>
            <a:ext cx="2814320"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394200" y="1601470"/>
            <a:ext cx="6819899" cy="429006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pic>
        <p:nvPicPr>
          <p:cNvPr id="8" name="图片 7">
            <a:extLst>
              <a:ext uri="{FF2B5EF4-FFF2-40B4-BE49-F238E27FC236}">
                <a16:creationId xmlns:a16="http://schemas.microsoft.com/office/drawing/2014/main" id="{2F49D042-CEE5-013F-B5D5-93C8038ED7F7}"/>
              </a:ext>
            </a:extLst>
          </p:cNvPr>
          <p:cNvPicPr>
            <a:picLocks noChangeAspect="1"/>
          </p:cNvPicPr>
          <p:nvPr userDrawn="1"/>
        </p:nvPicPr>
        <p:blipFill>
          <a:blip r:embed="rId2">
            <a:extLst>
              <a:ext uri="{28A0092B-C50C-407E-A947-70E740481C1C}">
                <a14:useLocalDpi xmlns:a14="http://schemas.microsoft.com/office/drawing/2010/main" val="0"/>
              </a:ext>
            </a:extLst>
          </a:blip>
          <a:srcRect l="20592" t="23981" r="19722" b="21945"/>
          <a:stretch>
            <a:fillRect/>
          </a:stretch>
        </p:blipFill>
        <p:spPr>
          <a:xfrm>
            <a:off x="977901" y="3764200"/>
            <a:ext cx="2727960" cy="2471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3">
            <a:alpha val="30000"/>
          </a:schemeClr>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9B9A322-7483-8580-BF6B-8044AE934E20}"/>
              </a:ext>
            </a:extLst>
          </p:cNvPr>
          <p:cNvGrpSpPr/>
          <p:nvPr userDrawn="1"/>
        </p:nvGrpSpPr>
        <p:grpSpPr>
          <a:xfrm>
            <a:off x="320418" y="628665"/>
            <a:ext cx="11551164" cy="5687785"/>
            <a:chOff x="320418" y="628665"/>
            <a:chExt cx="11551164" cy="5687785"/>
          </a:xfrm>
        </p:grpSpPr>
        <p:sp>
          <p:nvSpPr>
            <p:cNvPr id="10" name="矩形: 圆角 9">
              <a:extLst>
                <a:ext uri="{FF2B5EF4-FFF2-40B4-BE49-F238E27FC236}">
                  <a16:creationId xmlns:a16="http://schemas.microsoft.com/office/drawing/2014/main" id="{D4E99A3A-3315-2D28-C27D-989CDB777256}"/>
                </a:ext>
              </a:extLst>
            </p:cNvPr>
            <p:cNvSpPr>
              <a:spLocks/>
            </p:cNvSpPr>
            <p:nvPr userDrawn="1"/>
          </p:nvSpPr>
          <p:spPr bwMode="auto">
            <a:xfrm flipH="1">
              <a:off x="412750" y="718664"/>
              <a:ext cx="11368832" cy="5507786"/>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1" name="矩形: 圆角 10">
              <a:extLst>
                <a:ext uri="{FF2B5EF4-FFF2-40B4-BE49-F238E27FC236}">
                  <a16:creationId xmlns:a16="http://schemas.microsoft.com/office/drawing/2014/main" id="{71966BDF-4554-D23D-80DA-D59E101FE2B2}"/>
                </a:ext>
              </a:extLst>
            </p:cNvPr>
            <p:cNvSpPr>
              <a:spLocks noChangeAspect="1"/>
            </p:cNvSpPr>
            <p:nvPr userDrawn="1"/>
          </p:nvSpPr>
          <p:spPr>
            <a:xfrm flipH="1">
              <a:off x="11691582" y="62866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6F5D79A5-9E3E-4A1B-D09E-89386589CE3B}"/>
                </a:ext>
              </a:extLst>
            </p:cNvPr>
            <p:cNvSpPr>
              <a:spLocks noChangeAspect="1"/>
            </p:cNvSpPr>
            <p:nvPr userDrawn="1"/>
          </p:nvSpPr>
          <p:spPr>
            <a:xfrm flipH="1">
              <a:off x="11691582" y="6136450"/>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8A444DB8-EAF8-F78A-3693-3D3784748232}"/>
                </a:ext>
              </a:extLst>
            </p:cNvPr>
            <p:cNvSpPr>
              <a:spLocks noChangeAspect="1"/>
            </p:cNvSpPr>
            <p:nvPr userDrawn="1"/>
          </p:nvSpPr>
          <p:spPr>
            <a:xfrm flipH="1">
              <a:off x="320418" y="62866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4542FB7E-0A14-9D0B-1497-60BA7D0D91A1}"/>
                </a:ext>
              </a:extLst>
            </p:cNvPr>
            <p:cNvSpPr>
              <a:spLocks noChangeAspect="1"/>
            </p:cNvSpPr>
            <p:nvPr userDrawn="1"/>
          </p:nvSpPr>
          <p:spPr>
            <a:xfrm flipH="1">
              <a:off x="320418" y="6136450"/>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9BB722B1-34AE-72BC-DD0A-F46F8C2F1C58}"/>
                </a:ext>
              </a:extLst>
            </p:cNvPr>
            <p:cNvPicPr>
              <a:picLocks noChangeAspect="1"/>
            </p:cNvPicPr>
            <p:nvPr userDrawn="1"/>
          </p:nvPicPr>
          <p:blipFill>
            <a:blip r:embed="rId2">
              <a:extLst>
                <a:ext uri="{28A0092B-C50C-407E-A947-70E740481C1C}">
                  <a14:useLocalDpi xmlns:a14="http://schemas.microsoft.com/office/drawing/2010/main" val="0"/>
                </a:ext>
              </a:extLst>
            </a:blip>
            <a:srcRect l="14244" t="12995" r="12794" b="14259"/>
            <a:stretch>
              <a:fillRect/>
            </a:stretch>
          </p:blipFill>
          <p:spPr>
            <a:xfrm>
              <a:off x="410419" y="2043591"/>
              <a:ext cx="5932650" cy="3328885"/>
            </a:xfrm>
            <a:prstGeom prst="rect">
              <a:avLst/>
            </a:prstGeom>
          </p:spPr>
        </p:pic>
        <p:sp>
          <p:nvSpPr>
            <p:cNvPr id="16" name="任意多边形: 形状 15">
              <a:extLst>
                <a:ext uri="{FF2B5EF4-FFF2-40B4-BE49-F238E27FC236}">
                  <a16:creationId xmlns:a16="http://schemas.microsoft.com/office/drawing/2014/main" id="{00F4B19A-7FFF-E1CD-F90B-F6523E512C6A}"/>
                </a:ext>
              </a:extLst>
            </p:cNvPr>
            <p:cNvSpPr>
              <a:spLocks noChangeArrowheads="1"/>
            </p:cNvSpPr>
            <p:nvPr userDrawn="1"/>
          </p:nvSpPr>
          <p:spPr bwMode="auto">
            <a:xfrm>
              <a:off x="10537832" y="5065469"/>
              <a:ext cx="981068" cy="307007"/>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grpSp>
      <p:sp>
        <p:nvSpPr>
          <p:cNvPr id="5" name="7850604b-0e1d-4ec9-a4d3-030a0eb33f20"/>
          <p:cNvSpPr>
            <a:spLocks noGrp="1"/>
          </p:cNvSpPr>
          <p:nvPr userDrawn="1">
            <p:ph type="title" hasCustomPrompt="1"/>
          </p:nvPr>
        </p:nvSpPr>
        <p:spPr>
          <a:xfrm>
            <a:off x="6167597" y="1953591"/>
            <a:ext cx="5351303" cy="1616703"/>
          </a:xfrm>
          <a:prstGeom prst="rect">
            <a:avLst/>
          </a:prstGeom>
        </p:spPr>
        <p:txBody>
          <a:bodyPr>
            <a:normAutofit/>
          </a:bodyPr>
          <a:lstStyle>
            <a:lvl1pPr algn="l">
              <a:lnSpc>
                <a:spcPct val="100000"/>
              </a:lnSpc>
              <a:defRPr sz="4000" b="1">
                <a:solidFill>
                  <a:schemeClr val="tx1"/>
                </a:solidFill>
              </a:defRPr>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6167597" y="3642457"/>
            <a:ext cx="5351303" cy="1074252"/>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2026/6/29</a:t>
            </a:fld>
            <a:endParaRPr lang="en-US" altLang="zh-CN"/>
          </a:p>
        </p:txBody>
      </p:sp>
      <p:sp>
        <p:nvSpPr>
          <p:cNvPr id="6" name="页脚占位符 5"/>
          <p:cNvSpPr>
            <a:spLocks noGrp="1"/>
          </p:cNvSpPr>
          <p:nvPr userDrawn="1">
            <p:ph type="ftr" sz="quarter" idx="11"/>
          </p:nvPr>
        </p:nvSpPr>
        <p:spPr/>
        <p:txBody>
          <a:bodyPr/>
          <a:lstStyle/>
          <a:p>
            <a:r>
              <a:rPr lang="af-ZA" altLang="zh-CN" dirty="0"/>
              <a:t>iSlide</a:t>
            </a:r>
            <a:endParaRPr lang="zh-CN" altLang="en-US" dirty="0"/>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bg>
      <p:bgPr>
        <a:solidFill>
          <a:schemeClr val="accent3">
            <a:alpha val="30000"/>
          </a:schemeClr>
        </a:solidFill>
        <a:effectLst/>
      </p:bgPr>
    </p:bg>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EED34A12-19AA-DA8F-8C64-8C21DE8E2E6F}"/>
              </a:ext>
            </a:extLst>
          </p:cNvPr>
          <p:cNvGrpSpPr/>
          <p:nvPr userDrawn="1"/>
        </p:nvGrpSpPr>
        <p:grpSpPr>
          <a:xfrm>
            <a:off x="135467" y="230207"/>
            <a:ext cx="12056533" cy="6268878"/>
            <a:chOff x="135467" y="230207"/>
            <a:chExt cx="12056533" cy="6268878"/>
          </a:xfrm>
        </p:grpSpPr>
        <p:grpSp>
          <p:nvGrpSpPr>
            <p:cNvPr id="15" name="组合 14">
              <a:extLst>
                <a:ext uri="{FF2B5EF4-FFF2-40B4-BE49-F238E27FC236}">
                  <a16:creationId xmlns:a16="http://schemas.microsoft.com/office/drawing/2014/main" id="{FD20F636-B0CD-1623-691E-F0AC253348A7}"/>
                </a:ext>
              </a:extLst>
            </p:cNvPr>
            <p:cNvGrpSpPr/>
            <p:nvPr userDrawn="1"/>
          </p:nvGrpSpPr>
          <p:grpSpPr>
            <a:xfrm>
              <a:off x="135467" y="230207"/>
              <a:ext cx="11672652" cy="6157970"/>
              <a:chOff x="135467" y="230207"/>
              <a:chExt cx="11672652" cy="6157970"/>
            </a:xfrm>
          </p:grpSpPr>
          <p:sp>
            <p:nvSpPr>
              <p:cNvPr id="17" name="矩形: 圆角 16">
                <a:extLst>
                  <a:ext uri="{FF2B5EF4-FFF2-40B4-BE49-F238E27FC236}">
                    <a16:creationId xmlns:a16="http://schemas.microsoft.com/office/drawing/2014/main" id="{6D666758-2DC4-BFF5-7F7A-02C4113C69F4}"/>
                  </a:ext>
                </a:extLst>
              </p:cNvPr>
              <p:cNvSpPr>
                <a:spLocks/>
              </p:cNvSpPr>
              <p:nvPr userDrawn="1"/>
            </p:nvSpPr>
            <p:spPr bwMode="auto">
              <a:xfrm>
                <a:off x="383881" y="826087"/>
                <a:ext cx="11344570" cy="5470385"/>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8" name="矩形: 圆角 17">
                <a:extLst>
                  <a:ext uri="{FF2B5EF4-FFF2-40B4-BE49-F238E27FC236}">
                    <a16:creationId xmlns:a16="http://schemas.microsoft.com/office/drawing/2014/main" id="{1412C42D-91C6-CFD7-06FB-35A2523D10D3}"/>
                  </a:ext>
                </a:extLst>
              </p:cNvPr>
              <p:cNvSpPr>
                <a:spLocks noChangeAspect="1"/>
              </p:cNvSpPr>
              <p:nvPr userDrawn="1"/>
            </p:nvSpPr>
            <p:spPr>
              <a:xfrm>
                <a:off x="292174"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07C41909-B9FB-70CD-0A50-BAC298CA581C}"/>
                  </a:ext>
                </a:extLst>
              </p:cNvPr>
              <p:cNvSpPr>
                <a:spLocks noChangeAspect="1"/>
              </p:cNvSpPr>
              <p:nvPr userDrawn="1"/>
            </p:nvSpPr>
            <p:spPr>
              <a:xfrm>
                <a:off x="292174"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B43EF5B6-9177-AFC0-4C17-DB64B2FD01F9}"/>
                  </a:ext>
                </a:extLst>
              </p:cNvPr>
              <p:cNvSpPr>
                <a:spLocks noChangeArrowheads="1"/>
              </p:cNvSpPr>
              <p:nvPr userDrawn="1"/>
            </p:nvSpPr>
            <p:spPr bwMode="auto">
              <a:xfrm flipH="1">
                <a:off x="135467" y="230207"/>
                <a:ext cx="999671" cy="312829"/>
              </a:xfrm>
              <a:custGeom>
                <a:avLst/>
                <a:gdLst>
                  <a:gd name="csX0" fmla="*/ 19615 w 981068"/>
                  <a:gd name="csY0" fmla="*/ 267434 h 307007"/>
                  <a:gd name="csX1" fmla="*/ 0 w 981068"/>
                  <a:gd name="csY1" fmla="*/ 287221 h 307007"/>
                  <a:gd name="csX2" fmla="*/ 19615 w 981068"/>
                  <a:gd name="csY2" fmla="*/ 307007 h 307007"/>
                  <a:gd name="csX3" fmla="*/ 39229 w 981068"/>
                  <a:gd name="csY3" fmla="*/ 287221 h 307007"/>
                  <a:gd name="csX4" fmla="*/ 19615 w 981068"/>
                  <a:gd name="csY4" fmla="*/ 267434 h 307007"/>
                  <a:gd name="csX5" fmla="*/ 176530 w 981068"/>
                  <a:gd name="csY5" fmla="*/ 267434 h 307007"/>
                  <a:gd name="csX6" fmla="*/ 156916 w 981068"/>
                  <a:gd name="csY6" fmla="*/ 287221 h 307007"/>
                  <a:gd name="csX7" fmla="*/ 176530 w 981068"/>
                  <a:gd name="csY7" fmla="*/ 307007 h 307007"/>
                  <a:gd name="csX8" fmla="*/ 196145 w 981068"/>
                  <a:gd name="csY8" fmla="*/ 287221 h 307007"/>
                  <a:gd name="csX9" fmla="*/ 176530 w 981068"/>
                  <a:gd name="csY9" fmla="*/ 267434 h 307007"/>
                  <a:gd name="csX10" fmla="*/ 333446 w 981068"/>
                  <a:gd name="csY10" fmla="*/ 267434 h 307007"/>
                  <a:gd name="csX11" fmla="*/ 313832 w 981068"/>
                  <a:gd name="csY11" fmla="*/ 287221 h 307007"/>
                  <a:gd name="csX12" fmla="*/ 333446 w 981068"/>
                  <a:gd name="csY12" fmla="*/ 307007 h 307007"/>
                  <a:gd name="csX13" fmla="*/ 353061 w 981068"/>
                  <a:gd name="csY13" fmla="*/ 287221 h 307007"/>
                  <a:gd name="csX14" fmla="*/ 333446 w 981068"/>
                  <a:gd name="csY14" fmla="*/ 267434 h 307007"/>
                  <a:gd name="csX15" fmla="*/ 490362 w 981068"/>
                  <a:gd name="csY15" fmla="*/ 267434 h 307007"/>
                  <a:gd name="csX16" fmla="*/ 470747 w 981068"/>
                  <a:gd name="csY16" fmla="*/ 287221 h 307007"/>
                  <a:gd name="csX17" fmla="*/ 490362 w 981068"/>
                  <a:gd name="csY17" fmla="*/ 307007 h 307007"/>
                  <a:gd name="csX18" fmla="*/ 509977 w 981068"/>
                  <a:gd name="csY18" fmla="*/ 287221 h 307007"/>
                  <a:gd name="csX19" fmla="*/ 490362 w 981068"/>
                  <a:gd name="csY19" fmla="*/ 267434 h 307007"/>
                  <a:gd name="csX20" fmla="*/ 647278 w 981068"/>
                  <a:gd name="csY20" fmla="*/ 267434 h 307007"/>
                  <a:gd name="csX21" fmla="*/ 627663 w 981068"/>
                  <a:gd name="csY21" fmla="*/ 287221 h 307007"/>
                  <a:gd name="csX22" fmla="*/ 647278 w 981068"/>
                  <a:gd name="csY22" fmla="*/ 307007 h 307007"/>
                  <a:gd name="csX23" fmla="*/ 666893 w 981068"/>
                  <a:gd name="csY23" fmla="*/ 287221 h 307007"/>
                  <a:gd name="csX24" fmla="*/ 647278 w 981068"/>
                  <a:gd name="csY24" fmla="*/ 267434 h 307007"/>
                  <a:gd name="csX25" fmla="*/ 804194 w 981068"/>
                  <a:gd name="csY25" fmla="*/ 267434 h 307007"/>
                  <a:gd name="csX26" fmla="*/ 784579 w 981068"/>
                  <a:gd name="csY26" fmla="*/ 287221 h 307007"/>
                  <a:gd name="csX27" fmla="*/ 804194 w 981068"/>
                  <a:gd name="csY27" fmla="*/ 307007 h 307007"/>
                  <a:gd name="csX28" fmla="*/ 823808 w 981068"/>
                  <a:gd name="csY28" fmla="*/ 287221 h 307007"/>
                  <a:gd name="csX29" fmla="*/ 804194 w 981068"/>
                  <a:gd name="csY29" fmla="*/ 267434 h 307007"/>
                  <a:gd name="csX30" fmla="*/ 961453 w 981068"/>
                  <a:gd name="csY30" fmla="*/ 267434 h 307007"/>
                  <a:gd name="csX31" fmla="*/ 941839 w 981068"/>
                  <a:gd name="csY31" fmla="*/ 287221 h 307007"/>
                  <a:gd name="csX32" fmla="*/ 961453 w 981068"/>
                  <a:gd name="csY32" fmla="*/ 307007 h 307007"/>
                  <a:gd name="csX33" fmla="*/ 981068 w 981068"/>
                  <a:gd name="csY33" fmla="*/ 287221 h 307007"/>
                  <a:gd name="csX34" fmla="*/ 961453 w 981068"/>
                  <a:gd name="csY34" fmla="*/ 267434 h 307007"/>
                  <a:gd name="csX35" fmla="*/ 19615 w 981068"/>
                  <a:gd name="csY35" fmla="*/ 138678 h 307007"/>
                  <a:gd name="csX36" fmla="*/ 0 w 981068"/>
                  <a:gd name="csY36" fmla="*/ 158636 h 307007"/>
                  <a:gd name="csX37" fmla="*/ 19615 w 981068"/>
                  <a:gd name="csY37" fmla="*/ 178595 h 307007"/>
                  <a:gd name="csX38" fmla="*/ 39229 w 981068"/>
                  <a:gd name="csY38" fmla="*/ 158636 h 307007"/>
                  <a:gd name="csX39" fmla="*/ 19615 w 981068"/>
                  <a:gd name="csY39" fmla="*/ 138678 h 307007"/>
                  <a:gd name="csX40" fmla="*/ 176530 w 981068"/>
                  <a:gd name="csY40" fmla="*/ 138678 h 307007"/>
                  <a:gd name="csX41" fmla="*/ 156916 w 981068"/>
                  <a:gd name="csY41" fmla="*/ 158636 h 307007"/>
                  <a:gd name="csX42" fmla="*/ 176530 w 981068"/>
                  <a:gd name="csY42" fmla="*/ 178595 h 307007"/>
                  <a:gd name="csX43" fmla="*/ 196145 w 981068"/>
                  <a:gd name="csY43" fmla="*/ 158636 h 307007"/>
                  <a:gd name="csX44" fmla="*/ 176530 w 981068"/>
                  <a:gd name="csY44" fmla="*/ 138678 h 307007"/>
                  <a:gd name="csX45" fmla="*/ 333446 w 981068"/>
                  <a:gd name="csY45" fmla="*/ 138678 h 307007"/>
                  <a:gd name="csX46" fmla="*/ 313832 w 981068"/>
                  <a:gd name="csY46" fmla="*/ 158636 h 307007"/>
                  <a:gd name="csX47" fmla="*/ 333446 w 981068"/>
                  <a:gd name="csY47" fmla="*/ 178595 h 307007"/>
                  <a:gd name="csX48" fmla="*/ 353061 w 981068"/>
                  <a:gd name="csY48" fmla="*/ 158636 h 307007"/>
                  <a:gd name="csX49" fmla="*/ 333446 w 981068"/>
                  <a:gd name="csY49" fmla="*/ 138678 h 307007"/>
                  <a:gd name="csX50" fmla="*/ 490362 w 981068"/>
                  <a:gd name="csY50" fmla="*/ 138678 h 307007"/>
                  <a:gd name="csX51" fmla="*/ 470747 w 981068"/>
                  <a:gd name="csY51" fmla="*/ 158636 h 307007"/>
                  <a:gd name="csX52" fmla="*/ 490362 w 981068"/>
                  <a:gd name="csY52" fmla="*/ 178595 h 307007"/>
                  <a:gd name="csX53" fmla="*/ 509977 w 981068"/>
                  <a:gd name="csY53" fmla="*/ 158636 h 307007"/>
                  <a:gd name="csX54" fmla="*/ 490362 w 981068"/>
                  <a:gd name="csY54" fmla="*/ 138678 h 307007"/>
                  <a:gd name="csX55" fmla="*/ 647278 w 981068"/>
                  <a:gd name="csY55" fmla="*/ 138678 h 307007"/>
                  <a:gd name="csX56" fmla="*/ 627663 w 981068"/>
                  <a:gd name="csY56" fmla="*/ 158636 h 307007"/>
                  <a:gd name="csX57" fmla="*/ 647278 w 981068"/>
                  <a:gd name="csY57" fmla="*/ 178595 h 307007"/>
                  <a:gd name="csX58" fmla="*/ 666892 w 981068"/>
                  <a:gd name="csY58" fmla="*/ 158636 h 307007"/>
                  <a:gd name="csX59" fmla="*/ 647278 w 981068"/>
                  <a:gd name="csY59" fmla="*/ 138678 h 307007"/>
                  <a:gd name="csX60" fmla="*/ 804194 w 981068"/>
                  <a:gd name="csY60" fmla="*/ 138678 h 307007"/>
                  <a:gd name="csX61" fmla="*/ 784579 w 981068"/>
                  <a:gd name="csY61" fmla="*/ 158636 h 307007"/>
                  <a:gd name="csX62" fmla="*/ 804194 w 981068"/>
                  <a:gd name="csY62" fmla="*/ 178595 h 307007"/>
                  <a:gd name="csX63" fmla="*/ 823808 w 981068"/>
                  <a:gd name="csY63" fmla="*/ 158636 h 307007"/>
                  <a:gd name="csX64" fmla="*/ 804194 w 981068"/>
                  <a:gd name="csY64" fmla="*/ 138678 h 307007"/>
                  <a:gd name="csX65" fmla="*/ 961453 w 981068"/>
                  <a:gd name="csY65" fmla="*/ 138678 h 307007"/>
                  <a:gd name="csX66" fmla="*/ 941839 w 981068"/>
                  <a:gd name="csY66" fmla="*/ 158636 h 307007"/>
                  <a:gd name="csX67" fmla="*/ 961453 w 981068"/>
                  <a:gd name="csY67" fmla="*/ 178595 h 307007"/>
                  <a:gd name="csX68" fmla="*/ 981068 w 981068"/>
                  <a:gd name="csY68" fmla="*/ 158636 h 307007"/>
                  <a:gd name="csX69" fmla="*/ 961453 w 981068"/>
                  <a:gd name="csY69" fmla="*/ 138678 h 307007"/>
                  <a:gd name="csX70" fmla="*/ 19615 w 981068"/>
                  <a:gd name="csY70" fmla="*/ 0 h 307007"/>
                  <a:gd name="csX71" fmla="*/ 0 w 981068"/>
                  <a:gd name="csY71" fmla="*/ 19787 h 307007"/>
                  <a:gd name="csX72" fmla="*/ 19615 w 981068"/>
                  <a:gd name="csY72" fmla="*/ 39573 h 307007"/>
                  <a:gd name="csX73" fmla="*/ 39229 w 981068"/>
                  <a:gd name="csY73" fmla="*/ 19787 h 307007"/>
                  <a:gd name="csX74" fmla="*/ 19615 w 981068"/>
                  <a:gd name="csY74" fmla="*/ 0 h 307007"/>
                  <a:gd name="csX75" fmla="*/ 176530 w 981068"/>
                  <a:gd name="csY75" fmla="*/ 0 h 307007"/>
                  <a:gd name="csX76" fmla="*/ 156916 w 981068"/>
                  <a:gd name="csY76" fmla="*/ 19787 h 307007"/>
                  <a:gd name="csX77" fmla="*/ 176530 w 981068"/>
                  <a:gd name="csY77" fmla="*/ 39573 h 307007"/>
                  <a:gd name="csX78" fmla="*/ 196145 w 981068"/>
                  <a:gd name="csY78" fmla="*/ 19787 h 307007"/>
                  <a:gd name="csX79" fmla="*/ 176530 w 981068"/>
                  <a:gd name="csY79" fmla="*/ 0 h 307007"/>
                  <a:gd name="csX80" fmla="*/ 333446 w 981068"/>
                  <a:gd name="csY80" fmla="*/ 0 h 307007"/>
                  <a:gd name="csX81" fmla="*/ 313832 w 981068"/>
                  <a:gd name="csY81" fmla="*/ 19787 h 307007"/>
                  <a:gd name="csX82" fmla="*/ 333446 w 981068"/>
                  <a:gd name="csY82" fmla="*/ 39573 h 307007"/>
                  <a:gd name="csX83" fmla="*/ 353061 w 981068"/>
                  <a:gd name="csY83" fmla="*/ 19787 h 307007"/>
                  <a:gd name="csX84" fmla="*/ 333446 w 981068"/>
                  <a:gd name="csY84" fmla="*/ 0 h 307007"/>
                  <a:gd name="csX85" fmla="*/ 490362 w 981068"/>
                  <a:gd name="csY85" fmla="*/ 0 h 307007"/>
                  <a:gd name="csX86" fmla="*/ 470747 w 981068"/>
                  <a:gd name="csY86" fmla="*/ 19787 h 307007"/>
                  <a:gd name="csX87" fmla="*/ 490362 w 981068"/>
                  <a:gd name="csY87" fmla="*/ 39573 h 307007"/>
                  <a:gd name="csX88" fmla="*/ 509977 w 981068"/>
                  <a:gd name="csY88" fmla="*/ 19787 h 307007"/>
                  <a:gd name="csX89" fmla="*/ 490362 w 981068"/>
                  <a:gd name="csY89" fmla="*/ 0 h 307007"/>
                  <a:gd name="csX90" fmla="*/ 647278 w 981068"/>
                  <a:gd name="csY90" fmla="*/ 0 h 307007"/>
                  <a:gd name="csX91" fmla="*/ 627663 w 981068"/>
                  <a:gd name="csY91" fmla="*/ 19787 h 307007"/>
                  <a:gd name="csX92" fmla="*/ 647278 w 981068"/>
                  <a:gd name="csY92" fmla="*/ 39573 h 307007"/>
                  <a:gd name="csX93" fmla="*/ 666892 w 981068"/>
                  <a:gd name="csY93" fmla="*/ 19787 h 307007"/>
                  <a:gd name="csX94" fmla="*/ 647278 w 981068"/>
                  <a:gd name="csY94" fmla="*/ 0 h 307007"/>
                  <a:gd name="csX95" fmla="*/ 804194 w 981068"/>
                  <a:gd name="csY95" fmla="*/ 0 h 307007"/>
                  <a:gd name="csX96" fmla="*/ 784579 w 981068"/>
                  <a:gd name="csY96" fmla="*/ 19787 h 307007"/>
                  <a:gd name="csX97" fmla="*/ 804194 w 981068"/>
                  <a:gd name="csY97" fmla="*/ 39573 h 307007"/>
                  <a:gd name="csX98" fmla="*/ 823808 w 981068"/>
                  <a:gd name="csY98" fmla="*/ 19787 h 307007"/>
                  <a:gd name="csX99" fmla="*/ 804194 w 981068"/>
                  <a:gd name="csY99" fmla="*/ 0 h 307007"/>
                  <a:gd name="csX100" fmla="*/ 961453 w 981068"/>
                  <a:gd name="csY100" fmla="*/ 0 h 307007"/>
                  <a:gd name="csX101" fmla="*/ 941839 w 981068"/>
                  <a:gd name="csY101" fmla="*/ 19787 h 307007"/>
                  <a:gd name="csX102" fmla="*/ 961453 w 981068"/>
                  <a:gd name="csY102" fmla="*/ 39573 h 307007"/>
                  <a:gd name="csX103" fmla="*/ 981068 w 981068"/>
                  <a:gd name="csY103" fmla="*/ 19787 h 307007"/>
                  <a:gd name="csX104" fmla="*/ 961453 w 981068"/>
                  <a:gd name="csY104" fmla="*/ 0 h 30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981068" h="307007">
                    <a:moveTo>
                      <a:pt x="19615" y="267434"/>
                    </a:moveTo>
                    <a:cubicBezTo>
                      <a:pt x="8782" y="267434"/>
                      <a:pt x="0" y="276293"/>
                      <a:pt x="0" y="287221"/>
                    </a:cubicBezTo>
                    <a:cubicBezTo>
                      <a:pt x="0" y="298148"/>
                      <a:pt x="8782" y="307007"/>
                      <a:pt x="19615" y="307007"/>
                    </a:cubicBezTo>
                    <a:cubicBezTo>
                      <a:pt x="30447" y="307007"/>
                      <a:pt x="39229" y="298148"/>
                      <a:pt x="39229" y="287221"/>
                    </a:cubicBezTo>
                    <a:cubicBezTo>
                      <a:pt x="39229" y="276293"/>
                      <a:pt x="30447" y="267434"/>
                      <a:pt x="19615" y="267434"/>
                    </a:cubicBezTo>
                    <a:close/>
                    <a:moveTo>
                      <a:pt x="176530" y="267434"/>
                    </a:moveTo>
                    <a:cubicBezTo>
                      <a:pt x="165698" y="267434"/>
                      <a:pt x="156916" y="276293"/>
                      <a:pt x="156916" y="287221"/>
                    </a:cubicBezTo>
                    <a:cubicBezTo>
                      <a:pt x="156916" y="298148"/>
                      <a:pt x="165698" y="307007"/>
                      <a:pt x="176530" y="307007"/>
                    </a:cubicBezTo>
                    <a:cubicBezTo>
                      <a:pt x="187363" y="307007"/>
                      <a:pt x="196145" y="298148"/>
                      <a:pt x="196145" y="287221"/>
                    </a:cubicBezTo>
                    <a:cubicBezTo>
                      <a:pt x="196145" y="276293"/>
                      <a:pt x="187363" y="267434"/>
                      <a:pt x="176530" y="267434"/>
                    </a:cubicBezTo>
                    <a:close/>
                    <a:moveTo>
                      <a:pt x="333446" y="267434"/>
                    </a:moveTo>
                    <a:cubicBezTo>
                      <a:pt x="322614" y="267434"/>
                      <a:pt x="313832" y="276293"/>
                      <a:pt x="313832" y="287221"/>
                    </a:cubicBezTo>
                    <a:cubicBezTo>
                      <a:pt x="313832" y="298148"/>
                      <a:pt x="322614" y="307007"/>
                      <a:pt x="333446" y="307007"/>
                    </a:cubicBezTo>
                    <a:cubicBezTo>
                      <a:pt x="344279" y="307007"/>
                      <a:pt x="353061" y="298148"/>
                      <a:pt x="353061" y="287221"/>
                    </a:cubicBezTo>
                    <a:cubicBezTo>
                      <a:pt x="353061" y="276293"/>
                      <a:pt x="344279" y="267434"/>
                      <a:pt x="333446" y="267434"/>
                    </a:cubicBezTo>
                    <a:close/>
                    <a:moveTo>
                      <a:pt x="490362" y="267434"/>
                    </a:moveTo>
                    <a:cubicBezTo>
                      <a:pt x="479529" y="267434"/>
                      <a:pt x="470747" y="276293"/>
                      <a:pt x="470747" y="287221"/>
                    </a:cubicBezTo>
                    <a:cubicBezTo>
                      <a:pt x="470747" y="298148"/>
                      <a:pt x="479529" y="307007"/>
                      <a:pt x="490362" y="307007"/>
                    </a:cubicBezTo>
                    <a:cubicBezTo>
                      <a:pt x="501195" y="307007"/>
                      <a:pt x="509977" y="298148"/>
                      <a:pt x="509977" y="287221"/>
                    </a:cubicBezTo>
                    <a:cubicBezTo>
                      <a:pt x="509977" y="276293"/>
                      <a:pt x="501195" y="267434"/>
                      <a:pt x="490362" y="267434"/>
                    </a:cubicBezTo>
                    <a:close/>
                    <a:moveTo>
                      <a:pt x="647278" y="267434"/>
                    </a:moveTo>
                    <a:cubicBezTo>
                      <a:pt x="636445" y="267434"/>
                      <a:pt x="627663" y="276293"/>
                      <a:pt x="627663" y="287221"/>
                    </a:cubicBezTo>
                    <a:cubicBezTo>
                      <a:pt x="627663" y="298148"/>
                      <a:pt x="636445" y="307007"/>
                      <a:pt x="647278" y="307007"/>
                    </a:cubicBezTo>
                    <a:cubicBezTo>
                      <a:pt x="658111" y="307007"/>
                      <a:pt x="666893" y="298148"/>
                      <a:pt x="666893" y="287221"/>
                    </a:cubicBezTo>
                    <a:cubicBezTo>
                      <a:pt x="666893" y="276293"/>
                      <a:pt x="658111" y="267434"/>
                      <a:pt x="647278" y="267434"/>
                    </a:cubicBezTo>
                    <a:close/>
                    <a:moveTo>
                      <a:pt x="804194" y="267434"/>
                    </a:moveTo>
                    <a:cubicBezTo>
                      <a:pt x="793361" y="267434"/>
                      <a:pt x="784579" y="276293"/>
                      <a:pt x="784579" y="287221"/>
                    </a:cubicBezTo>
                    <a:cubicBezTo>
                      <a:pt x="784579" y="298148"/>
                      <a:pt x="793361" y="307007"/>
                      <a:pt x="804194" y="307007"/>
                    </a:cubicBezTo>
                    <a:cubicBezTo>
                      <a:pt x="815026" y="307007"/>
                      <a:pt x="823808" y="298148"/>
                      <a:pt x="823808" y="287221"/>
                    </a:cubicBezTo>
                    <a:cubicBezTo>
                      <a:pt x="823808" y="276293"/>
                      <a:pt x="815026" y="267434"/>
                      <a:pt x="804194" y="267434"/>
                    </a:cubicBezTo>
                    <a:close/>
                    <a:moveTo>
                      <a:pt x="961453" y="267434"/>
                    </a:moveTo>
                    <a:cubicBezTo>
                      <a:pt x="950621" y="267434"/>
                      <a:pt x="941839" y="276293"/>
                      <a:pt x="941839" y="287221"/>
                    </a:cubicBezTo>
                    <a:cubicBezTo>
                      <a:pt x="941839" y="298148"/>
                      <a:pt x="950621" y="307007"/>
                      <a:pt x="961453" y="307007"/>
                    </a:cubicBezTo>
                    <a:cubicBezTo>
                      <a:pt x="972286" y="307007"/>
                      <a:pt x="981068" y="298148"/>
                      <a:pt x="981068" y="287221"/>
                    </a:cubicBezTo>
                    <a:cubicBezTo>
                      <a:pt x="981068" y="276293"/>
                      <a:pt x="972286" y="267434"/>
                      <a:pt x="961453" y="267434"/>
                    </a:cubicBezTo>
                    <a:close/>
                    <a:moveTo>
                      <a:pt x="19615" y="138678"/>
                    </a:moveTo>
                    <a:cubicBezTo>
                      <a:pt x="8782" y="138678"/>
                      <a:pt x="0" y="147613"/>
                      <a:pt x="0" y="158636"/>
                    </a:cubicBezTo>
                    <a:cubicBezTo>
                      <a:pt x="0" y="169659"/>
                      <a:pt x="8782" y="178595"/>
                      <a:pt x="19615" y="178595"/>
                    </a:cubicBezTo>
                    <a:cubicBezTo>
                      <a:pt x="30447" y="178595"/>
                      <a:pt x="39229" y="169659"/>
                      <a:pt x="39229" y="158636"/>
                    </a:cubicBezTo>
                    <a:cubicBezTo>
                      <a:pt x="39229" y="147613"/>
                      <a:pt x="30447" y="138678"/>
                      <a:pt x="19615" y="138678"/>
                    </a:cubicBezTo>
                    <a:close/>
                    <a:moveTo>
                      <a:pt x="176530" y="138678"/>
                    </a:moveTo>
                    <a:cubicBezTo>
                      <a:pt x="165698" y="138678"/>
                      <a:pt x="156916" y="147613"/>
                      <a:pt x="156916" y="158636"/>
                    </a:cubicBezTo>
                    <a:cubicBezTo>
                      <a:pt x="156916" y="169659"/>
                      <a:pt x="165698" y="178595"/>
                      <a:pt x="176530" y="178595"/>
                    </a:cubicBezTo>
                    <a:cubicBezTo>
                      <a:pt x="187363" y="178595"/>
                      <a:pt x="196145" y="169659"/>
                      <a:pt x="196145" y="158636"/>
                    </a:cubicBezTo>
                    <a:cubicBezTo>
                      <a:pt x="196145" y="147613"/>
                      <a:pt x="187363" y="138678"/>
                      <a:pt x="176530" y="138678"/>
                    </a:cubicBezTo>
                    <a:close/>
                    <a:moveTo>
                      <a:pt x="333446" y="138678"/>
                    </a:moveTo>
                    <a:cubicBezTo>
                      <a:pt x="322613" y="138678"/>
                      <a:pt x="313832" y="147613"/>
                      <a:pt x="313832" y="158636"/>
                    </a:cubicBezTo>
                    <a:cubicBezTo>
                      <a:pt x="313832" y="169659"/>
                      <a:pt x="322613" y="178595"/>
                      <a:pt x="333446" y="178595"/>
                    </a:cubicBezTo>
                    <a:cubicBezTo>
                      <a:pt x="344279" y="178595"/>
                      <a:pt x="353061" y="169659"/>
                      <a:pt x="353061" y="158636"/>
                    </a:cubicBezTo>
                    <a:cubicBezTo>
                      <a:pt x="353061" y="147613"/>
                      <a:pt x="344279" y="138678"/>
                      <a:pt x="333446" y="138678"/>
                    </a:cubicBezTo>
                    <a:close/>
                    <a:moveTo>
                      <a:pt x="490362" y="138678"/>
                    </a:moveTo>
                    <a:cubicBezTo>
                      <a:pt x="479529" y="138678"/>
                      <a:pt x="470747" y="147613"/>
                      <a:pt x="470747" y="158636"/>
                    </a:cubicBezTo>
                    <a:cubicBezTo>
                      <a:pt x="470747" y="169659"/>
                      <a:pt x="479529" y="178595"/>
                      <a:pt x="490362" y="178595"/>
                    </a:cubicBezTo>
                    <a:cubicBezTo>
                      <a:pt x="501195" y="178595"/>
                      <a:pt x="509977" y="169659"/>
                      <a:pt x="509977" y="158636"/>
                    </a:cubicBezTo>
                    <a:cubicBezTo>
                      <a:pt x="509977" y="147613"/>
                      <a:pt x="501195" y="138678"/>
                      <a:pt x="490362" y="138678"/>
                    </a:cubicBezTo>
                    <a:close/>
                    <a:moveTo>
                      <a:pt x="647278" y="138678"/>
                    </a:moveTo>
                    <a:cubicBezTo>
                      <a:pt x="636445" y="138678"/>
                      <a:pt x="627663" y="147613"/>
                      <a:pt x="627663" y="158636"/>
                    </a:cubicBezTo>
                    <a:cubicBezTo>
                      <a:pt x="627663" y="169659"/>
                      <a:pt x="636445" y="178595"/>
                      <a:pt x="647278" y="178595"/>
                    </a:cubicBezTo>
                    <a:cubicBezTo>
                      <a:pt x="658111" y="178595"/>
                      <a:pt x="666892" y="169659"/>
                      <a:pt x="666892" y="158636"/>
                    </a:cubicBezTo>
                    <a:cubicBezTo>
                      <a:pt x="666892" y="147613"/>
                      <a:pt x="658111" y="138678"/>
                      <a:pt x="647278" y="138678"/>
                    </a:cubicBezTo>
                    <a:close/>
                    <a:moveTo>
                      <a:pt x="804194" y="138678"/>
                    </a:moveTo>
                    <a:cubicBezTo>
                      <a:pt x="793361" y="138678"/>
                      <a:pt x="784579" y="147613"/>
                      <a:pt x="784579" y="158636"/>
                    </a:cubicBezTo>
                    <a:cubicBezTo>
                      <a:pt x="784579" y="169659"/>
                      <a:pt x="793361" y="178595"/>
                      <a:pt x="804194" y="178595"/>
                    </a:cubicBezTo>
                    <a:cubicBezTo>
                      <a:pt x="815026" y="178595"/>
                      <a:pt x="823808" y="169659"/>
                      <a:pt x="823808" y="158636"/>
                    </a:cubicBezTo>
                    <a:cubicBezTo>
                      <a:pt x="823808" y="147613"/>
                      <a:pt x="815026" y="138678"/>
                      <a:pt x="804194" y="138678"/>
                    </a:cubicBezTo>
                    <a:close/>
                    <a:moveTo>
                      <a:pt x="961453" y="138678"/>
                    </a:moveTo>
                    <a:cubicBezTo>
                      <a:pt x="950621" y="138678"/>
                      <a:pt x="941839" y="147613"/>
                      <a:pt x="941839" y="158636"/>
                    </a:cubicBezTo>
                    <a:cubicBezTo>
                      <a:pt x="941839" y="169659"/>
                      <a:pt x="950621" y="178595"/>
                      <a:pt x="961453" y="178595"/>
                    </a:cubicBezTo>
                    <a:cubicBezTo>
                      <a:pt x="972286" y="178595"/>
                      <a:pt x="981068" y="169659"/>
                      <a:pt x="981068" y="158636"/>
                    </a:cubicBezTo>
                    <a:cubicBezTo>
                      <a:pt x="981068" y="147613"/>
                      <a:pt x="972286" y="138678"/>
                      <a:pt x="961453" y="138678"/>
                    </a:cubicBezTo>
                    <a:close/>
                    <a:moveTo>
                      <a:pt x="19615" y="0"/>
                    </a:moveTo>
                    <a:cubicBezTo>
                      <a:pt x="8782" y="0"/>
                      <a:pt x="0" y="8859"/>
                      <a:pt x="0" y="19787"/>
                    </a:cubicBezTo>
                    <a:cubicBezTo>
                      <a:pt x="0" y="30715"/>
                      <a:pt x="8782" y="39573"/>
                      <a:pt x="19615" y="39573"/>
                    </a:cubicBezTo>
                    <a:cubicBezTo>
                      <a:pt x="30447" y="39573"/>
                      <a:pt x="39229" y="30715"/>
                      <a:pt x="39229" y="19787"/>
                    </a:cubicBezTo>
                    <a:cubicBezTo>
                      <a:pt x="39229" y="8859"/>
                      <a:pt x="30447" y="0"/>
                      <a:pt x="19615" y="0"/>
                    </a:cubicBezTo>
                    <a:close/>
                    <a:moveTo>
                      <a:pt x="176530" y="0"/>
                    </a:moveTo>
                    <a:cubicBezTo>
                      <a:pt x="165698" y="0"/>
                      <a:pt x="156916" y="8859"/>
                      <a:pt x="156916" y="19787"/>
                    </a:cubicBezTo>
                    <a:cubicBezTo>
                      <a:pt x="156916" y="30715"/>
                      <a:pt x="165698" y="39573"/>
                      <a:pt x="176530" y="39573"/>
                    </a:cubicBezTo>
                    <a:cubicBezTo>
                      <a:pt x="187363" y="39573"/>
                      <a:pt x="196145" y="30715"/>
                      <a:pt x="196145" y="19787"/>
                    </a:cubicBezTo>
                    <a:cubicBezTo>
                      <a:pt x="196145" y="8859"/>
                      <a:pt x="187363" y="0"/>
                      <a:pt x="176530" y="0"/>
                    </a:cubicBezTo>
                    <a:close/>
                    <a:moveTo>
                      <a:pt x="333446" y="0"/>
                    </a:moveTo>
                    <a:cubicBezTo>
                      <a:pt x="322613" y="0"/>
                      <a:pt x="313832" y="8859"/>
                      <a:pt x="313832" y="19787"/>
                    </a:cubicBezTo>
                    <a:cubicBezTo>
                      <a:pt x="313832" y="30715"/>
                      <a:pt x="322613" y="39573"/>
                      <a:pt x="333446" y="39573"/>
                    </a:cubicBezTo>
                    <a:cubicBezTo>
                      <a:pt x="344279" y="39573"/>
                      <a:pt x="353061" y="30715"/>
                      <a:pt x="353061" y="19787"/>
                    </a:cubicBezTo>
                    <a:cubicBezTo>
                      <a:pt x="353061" y="8859"/>
                      <a:pt x="344279" y="0"/>
                      <a:pt x="333446" y="0"/>
                    </a:cubicBezTo>
                    <a:close/>
                    <a:moveTo>
                      <a:pt x="490362" y="0"/>
                    </a:moveTo>
                    <a:cubicBezTo>
                      <a:pt x="479529" y="0"/>
                      <a:pt x="470747" y="8859"/>
                      <a:pt x="470747" y="19787"/>
                    </a:cubicBezTo>
                    <a:cubicBezTo>
                      <a:pt x="470747" y="30715"/>
                      <a:pt x="479529" y="39573"/>
                      <a:pt x="490362" y="39573"/>
                    </a:cubicBezTo>
                    <a:cubicBezTo>
                      <a:pt x="501195" y="39573"/>
                      <a:pt x="509977" y="30715"/>
                      <a:pt x="509977" y="19787"/>
                    </a:cubicBezTo>
                    <a:cubicBezTo>
                      <a:pt x="509977" y="8859"/>
                      <a:pt x="501195" y="0"/>
                      <a:pt x="490362" y="0"/>
                    </a:cubicBezTo>
                    <a:close/>
                    <a:moveTo>
                      <a:pt x="647278" y="0"/>
                    </a:moveTo>
                    <a:cubicBezTo>
                      <a:pt x="636445" y="0"/>
                      <a:pt x="627663" y="8859"/>
                      <a:pt x="627663" y="19787"/>
                    </a:cubicBezTo>
                    <a:cubicBezTo>
                      <a:pt x="627663" y="30715"/>
                      <a:pt x="636445" y="39573"/>
                      <a:pt x="647278" y="39573"/>
                    </a:cubicBezTo>
                    <a:cubicBezTo>
                      <a:pt x="658111" y="39573"/>
                      <a:pt x="666892" y="30715"/>
                      <a:pt x="666892" y="19787"/>
                    </a:cubicBezTo>
                    <a:cubicBezTo>
                      <a:pt x="666892" y="8859"/>
                      <a:pt x="658111" y="0"/>
                      <a:pt x="647278" y="0"/>
                    </a:cubicBezTo>
                    <a:close/>
                    <a:moveTo>
                      <a:pt x="804194" y="0"/>
                    </a:moveTo>
                    <a:cubicBezTo>
                      <a:pt x="793361" y="0"/>
                      <a:pt x="784579" y="8859"/>
                      <a:pt x="784579" y="19787"/>
                    </a:cubicBezTo>
                    <a:cubicBezTo>
                      <a:pt x="784579" y="30715"/>
                      <a:pt x="793361" y="39573"/>
                      <a:pt x="804194" y="39573"/>
                    </a:cubicBezTo>
                    <a:cubicBezTo>
                      <a:pt x="815026" y="39573"/>
                      <a:pt x="823808" y="30715"/>
                      <a:pt x="823808" y="19787"/>
                    </a:cubicBezTo>
                    <a:cubicBezTo>
                      <a:pt x="823808" y="8859"/>
                      <a:pt x="815026" y="0"/>
                      <a:pt x="804194" y="0"/>
                    </a:cubicBezTo>
                    <a:close/>
                    <a:moveTo>
                      <a:pt x="961453" y="0"/>
                    </a:moveTo>
                    <a:cubicBezTo>
                      <a:pt x="950621" y="0"/>
                      <a:pt x="941839" y="8859"/>
                      <a:pt x="941839" y="19787"/>
                    </a:cubicBezTo>
                    <a:cubicBezTo>
                      <a:pt x="941839" y="30715"/>
                      <a:pt x="950621" y="39573"/>
                      <a:pt x="961453" y="39573"/>
                    </a:cubicBezTo>
                    <a:cubicBezTo>
                      <a:pt x="972286" y="39573"/>
                      <a:pt x="981068" y="30715"/>
                      <a:pt x="981068" y="19787"/>
                    </a:cubicBezTo>
                    <a:cubicBezTo>
                      <a:pt x="981068" y="8859"/>
                      <a:pt x="972286" y="0"/>
                      <a:pt x="961453" y="0"/>
                    </a:cubicBezTo>
                    <a:close/>
                  </a:path>
                </a:pathLst>
              </a:custGeom>
              <a:solidFill>
                <a:schemeClr val="tx1">
                  <a:alpha val="70000"/>
                </a:schemeClr>
              </a:soli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7" name="矩形: 圆角 26">
                <a:extLst>
                  <a:ext uri="{FF2B5EF4-FFF2-40B4-BE49-F238E27FC236}">
                    <a16:creationId xmlns:a16="http://schemas.microsoft.com/office/drawing/2014/main" id="{8BDBB263-4ECD-030B-E364-A2C6E730DC29}"/>
                  </a:ext>
                </a:extLst>
              </p:cNvPr>
              <p:cNvSpPr>
                <a:spLocks noChangeAspect="1"/>
              </p:cNvSpPr>
              <p:nvPr userDrawn="1"/>
            </p:nvSpPr>
            <p:spPr>
              <a:xfrm>
                <a:off x="11624706" y="734382"/>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E394AAD7-0F10-AD5C-6A5D-644FB0EEB0BB}"/>
                  </a:ext>
                </a:extLst>
              </p:cNvPr>
              <p:cNvSpPr>
                <a:spLocks noChangeAspect="1"/>
              </p:cNvSpPr>
              <p:nvPr userDrawn="1"/>
            </p:nvSpPr>
            <p:spPr>
              <a:xfrm>
                <a:off x="11624706" y="6204764"/>
                <a:ext cx="183413" cy="183413"/>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a:extLst>
                <a:ext uri="{FF2B5EF4-FFF2-40B4-BE49-F238E27FC236}">
                  <a16:creationId xmlns:a16="http://schemas.microsoft.com/office/drawing/2014/main" id="{7C7C2A72-24C9-0849-ABB9-B0D68F84C08E}"/>
                </a:ext>
              </a:extLst>
            </p:cNvPr>
            <p:cNvPicPr>
              <a:picLocks noChangeAspect="1"/>
            </p:cNvPicPr>
            <p:nvPr userDrawn="1"/>
          </p:nvPicPr>
          <p:blipFill>
            <a:blip r:embed="rId2"/>
            <a:stretch>
              <a:fillRect/>
            </a:stretch>
          </p:blipFill>
          <p:spPr>
            <a:xfrm>
              <a:off x="5423754" y="1295003"/>
              <a:ext cx="6768246" cy="5204082"/>
            </a:xfrm>
            <a:prstGeom prst="rect">
              <a:avLst/>
            </a:prstGeom>
          </p:spPr>
        </p:pic>
      </p:grpSp>
      <p:sp>
        <p:nvSpPr>
          <p:cNvPr id="3" name="7850604b-0e1d-4ec9-a4d3-030a0eb33f20">
            <a:extLst>
              <a:ext uri="{FF2B5EF4-FFF2-40B4-BE49-F238E27FC236}">
                <a16:creationId xmlns:a16="http://schemas.microsoft.com/office/drawing/2014/main" id="{AF62DA47-C79C-7D45-7338-5C927E049043}"/>
              </a:ext>
            </a:extLst>
          </p:cNvPr>
          <p:cNvSpPr>
            <a:spLocks noGrp="1"/>
          </p:cNvSpPr>
          <p:nvPr>
            <p:ph type="ctrTitle" hasCustomPrompt="1"/>
          </p:nvPr>
        </p:nvSpPr>
        <p:spPr>
          <a:xfrm>
            <a:off x="660400" y="1130300"/>
            <a:ext cx="5143500" cy="2870200"/>
          </a:xfrm>
          <a:prstGeom prst="rect">
            <a:avLst/>
          </a:prstGeom>
        </p:spPr>
        <p:txBody>
          <a:bodyPr wrap="square" anchor="b">
            <a:normAutofit/>
          </a:bodyPr>
          <a:lstStyle>
            <a:lvl1pPr algn="l">
              <a:lnSpc>
                <a:spcPct val="100000"/>
              </a:lnSpc>
              <a:defRPr sz="5400" b="1">
                <a:ln w="19050">
                  <a:noFill/>
                </a:ln>
                <a:solidFill>
                  <a:schemeClr val="tx1"/>
                </a:solidFill>
                <a:latin typeface="+mj-lt"/>
              </a:defRPr>
            </a:lvl1pPr>
          </a:lstStyle>
          <a:p>
            <a:pPr lvl="0"/>
            <a:r>
              <a:rPr lang="zh-CN" altLang="en-US" dirty="0"/>
              <a:t>Click to add title</a:t>
            </a:r>
            <a:endParaRPr lang="en-US" dirty="0"/>
          </a:p>
        </p:txBody>
      </p:sp>
      <p:sp>
        <p:nvSpPr>
          <p:cNvPr id="5" name="文本占位符 3">
            <a:extLst>
              <a:ext uri="{FF2B5EF4-FFF2-40B4-BE49-F238E27FC236}">
                <a16:creationId xmlns:a16="http://schemas.microsoft.com/office/drawing/2014/main" id="{9A85BE99-7297-4C08-9F0A-5C97CFD68AEE}"/>
              </a:ext>
            </a:extLst>
          </p:cNvPr>
          <p:cNvSpPr>
            <a:spLocks noGrp="1"/>
          </p:cNvSpPr>
          <p:nvPr>
            <p:ph type="body" sz="quarter" idx="13" hasCustomPrompt="1"/>
          </p:nvPr>
        </p:nvSpPr>
        <p:spPr>
          <a:xfrm>
            <a:off x="660400" y="5099743"/>
            <a:ext cx="4552950" cy="328495"/>
          </a:xfrm>
          <a:prstGeom prst="rect">
            <a:avLst/>
          </a:prstGeom>
          <a:noFill/>
          <a:ln>
            <a:noFill/>
          </a:ln>
        </p:spPr>
        <p:txBody>
          <a:bodyPr wrap="square" lIns="90000" anchor="b">
            <a:normAutofit/>
          </a:bodyPr>
          <a:lstStyle>
            <a:lvl1pPr marL="0" indent="0" algn="l">
              <a:lnSpc>
                <a:spcPct val="100000"/>
              </a:lnSpc>
              <a:buNone/>
              <a:defRPr sz="1200">
                <a:solidFill>
                  <a:schemeClr val="tx1"/>
                </a:solidFill>
              </a:defRPr>
            </a:lvl1pPr>
          </a:lstStyle>
          <a:p>
            <a:pPr lvl="0"/>
            <a:r>
              <a:rPr lang="zh-CN" altLang="en-US" dirty="0"/>
              <a:t>Presenter name</a:t>
            </a:r>
            <a:endParaRPr lang="en-US" dirty="0"/>
          </a:p>
        </p:txBody>
      </p:sp>
      <p:sp>
        <p:nvSpPr>
          <p:cNvPr id="11" name="文本占位符 6">
            <a:extLst>
              <a:ext uri="{FF2B5EF4-FFF2-40B4-BE49-F238E27FC236}">
                <a16:creationId xmlns:a16="http://schemas.microsoft.com/office/drawing/2014/main" id="{7D5D6C68-7630-3AA3-766F-03D85A1C8E8A}"/>
              </a:ext>
            </a:extLst>
          </p:cNvPr>
          <p:cNvSpPr>
            <a:spLocks noGrp="1"/>
          </p:cNvSpPr>
          <p:nvPr>
            <p:ph type="body" sz="quarter" idx="14" hasCustomPrompt="1"/>
          </p:nvPr>
        </p:nvSpPr>
        <p:spPr>
          <a:xfrm>
            <a:off x="660400" y="5461693"/>
            <a:ext cx="4552950" cy="328495"/>
          </a:xfrm>
          <a:prstGeom prst="roundRect">
            <a:avLst>
              <a:gd name="adj" fmla="val 0"/>
            </a:avLst>
          </a:prstGeom>
          <a:noFill/>
          <a:ln>
            <a:noFill/>
          </a:ln>
        </p:spPr>
        <p:txBody>
          <a:bodyPr wrap="none" anchor="t">
            <a:normAutofit/>
          </a:bodyPr>
          <a:lstStyle>
            <a:lvl1pPr marL="0" indent="0" algn="l">
              <a:lnSpc>
                <a:spcPct val="100000"/>
              </a:lnSpc>
              <a:buNone/>
              <a:defRPr sz="1200">
                <a:solidFill>
                  <a:schemeClr val="tx1"/>
                </a:solidFill>
              </a:defRPr>
            </a:lvl1pPr>
          </a:lstStyle>
          <a:p>
            <a:pPr lvl="0"/>
            <a:r>
              <a:rPr lang="zh-CN" altLang="en-US" dirty="0"/>
              <a:t>20XX.XX.XX</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3">
            <a:alpha val="20000"/>
          </a:schemeClr>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01E3864D-0CD4-A8D1-06C6-CA39C7D17A36}"/>
              </a:ext>
            </a:extLst>
          </p:cNvPr>
          <p:cNvGrpSpPr/>
          <p:nvPr userDrawn="1"/>
        </p:nvGrpSpPr>
        <p:grpSpPr>
          <a:xfrm>
            <a:off x="228086" y="173990"/>
            <a:ext cx="11733496" cy="6599873"/>
            <a:chOff x="228086" y="711215"/>
            <a:chExt cx="11733496" cy="6599873"/>
          </a:xfrm>
        </p:grpSpPr>
        <p:sp>
          <p:nvSpPr>
            <p:cNvPr id="8" name="矩形: 圆角 7">
              <a:extLst>
                <a:ext uri="{FF2B5EF4-FFF2-40B4-BE49-F238E27FC236}">
                  <a16:creationId xmlns:a16="http://schemas.microsoft.com/office/drawing/2014/main" id="{530059DB-8B13-B269-8146-7A9148E2867B}"/>
                </a:ext>
              </a:extLst>
            </p:cNvPr>
            <p:cNvSpPr>
              <a:spLocks/>
            </p:cNvSpPr>
            <p:nvPr userDrawn="1"/>
          </p:nvSpPr>
          <p:spPr bwMode="auto">
            <a:xfrm flipH="1">
              <a:off x="320418" y="801213"/>
              <a:ext cx="11553496" cy="6420021"/>
            </a:xfrm>
            <a:prstGeom prst="roundRect">
              <a:avLst>
                <a:gd name="adj" fmla="val 1619"/>
              </a:avLst>
            </a:prstGeom>
            <a:solidFill>
              <a:schemeClr val="bg1"/>
            </a:solidFill>
            <a:ln w="12700">
              <a:solidFill>
                <a:schemeClr val="tx1"/>
              </a:soli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9" name="矩形: 圆角 8">
              <a:extLst>
                <a:ext uri="{FF2B5EF4-FFF2-40B4-BE49-F238E27FC236}">
                  <a16:creationId xmlns:a16="http://schemas.microsoft.com/office/drawing/2014/main" id="{E989AB03-2CB2-8FB0-422B-A0EC96B57063}"/>
                </a:ext>
              </a:extLst>
            </p:cNvPr>
            <p:cNvSpPr>
              <a:spLocks noChangeAspect="1"/>
            </p:cNvSpPr>
            <p:nvPr userDrawn="1"/>
          </p:nvSpPr>
          <p:spPr>
            <a:xfrm flipH="1">
              <a:off x="11781582" y="71121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AD47D439-811B-89CD-C7B7-F7D3845FDB8E}"/>
                </a:ext>
              </a:extLst>
            </p:cNvPr>
            <p:cNvSpPr>
              <a:spLocks noChangeAspect="1"/>
            </p:cNvSpPr>
            <p:nvPr userDrawn="1"/>
          </p:nvSpPr>
          <p:spPr>
            <a:xfrm flipH="1">
              <a:off x="11781582" y="7131088"/>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BC4347CD-3BBC-20C9-2C7A-D4A488E816BF}"/>
                </a:ext>
              </a:extLst>
            </p:cNvPr>
            <p:cNvSpPr>
              <a:spLocks noChangeAspect="1"/>
            </p:cNvSpPr>
            <p:nvPr userDrawn="1"/>
          </p:nvSpPr>
          <p:spPr>
            <a:xfrm flipH="1">
              <a:off x="228086" y="711215"/>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0846675-9896-37F2-A6F0-BBC96D7DA1B3}"/>
                </a:ext>
              </a:extLst>
            </p:cNvPr>
            <p:cNvSpPr>
              <a:spLocks noChangeAspect="1"/>
            </p:cNvSpPr>
            <p:nvPr userDrawn="1"/>
          </p:nvSpPr>
          <p:spPr>
            <a:xfrm flipH="1">
              <a:off x="228086" y="7131088"/>
              <a:ext cx="180000" cy="180000"/>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b2718e8f-4880-49e2-9e7b-b4b503877afb"/>
          <p:cNvSpPr>
            <a:spLocks noGrp="1"/>
          </p:cNvSpPr>
          <p:nvPr userDrawn="1">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userDrawn="1">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userDrawn="1">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userDrawn="1">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userDrawn="1">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13.png" Id="rId8" /><Relationship Type="http://schemas.openxmlformats.org/officeDocument/2006/relationships/image" Target="/ppt/media/image614.png" Id="rId13" /><Relationship Type="http://schemas.openxmlformats.org/officeDocument/2006/relationships/image" Target="/ppt/media/image515.png" Id="rId12" /><Relationship Type="http://schemas.openxmlformats.org/officeDocument/2006/relationships/image" Target="/ppt/media/image416.png" Id="rId11" /><Relationship Type="http://schemas.openxmlformats.org/officeDocument/2006/relationships/image" Target="/ppt/media/image317.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63a31cace30e4def" /></Relationships>
</file>

<file path=ppt/slides/_rels/slide13.xml.rels>&#65279;<?xml version="1.0" encoding="utf-8"?><Relationships xmlns="http://schemas.openxmlformats.org/package/2006/relationships"><Relationship Type="http://schemas.openxmlformats.org/officeDocument/2006/relationships/image" Target="/ppt/media/image118.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0a982faeb75c4f3e"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60400" y="1028700"/>
            <a:ext cx="5378450" cy="2470150"/>
          </a:xfrm>
        </p:spPr>
        <p:txBody>
          <a:bodyPr>
            <a:normAutofit/>
          </a:bodyPr>
          <a:lstStyle/>
          <a:p>
            <a:r>
              <a:rPr lang="zh-CN" altLang="en-US" dirty="0"/>
              <a:t>绿色插画风</a:t>
            </a:r>
            <a:br>
              <a:rPr lang="en-US" altLang="zh-CN" dirty="0"/>
            </a:br>
            <a:r>
              <a:rPr lang="zh-CN" altLang="en-US" dirty="0"/>
              <a:t>工作分析与方案</a:t>
            </a:r>
            <a:endParaRPr lang="en-US" dirty="0"/>
          </a:p>
        </p:txBody>
      </p:sp>
      <p:sp>
        <p:nvSpPr>
          <p:cNvPr id="9" name="副标题 8"/>
          <p:cNvSpPr>
            <a:spLocks noGrp="1"/>
          </p:cNvSpPr>
          <p:nvPr>
            <p:ph type="subTitle" sz="quarter" idx="1"/>
          </p:nvPr>
        </p:nvSpPr>
        <p:spPr>
          <a:xfrm>
            <a:off x="660400" y="3683666"/>
            <a:ext cx="4083049" cy="627009"/>
          </a:xfrm>
        </p:spPr>
        <p:txBody>
          <a:bodyPr>
            <a:normAutofit/>
          </a:bodyPr>
          <a:lstStyle/>
          <a:p>
            <a:r>
              <a:rPr lang="zh-CN" altLang="en-US" dirty="0"/>
              <a:t>工作分析与详细解决方案</a:t>
            </a:r>
          </a:p>
        </p:txBody>
      </p:sp>
      <p:sp>
        <p:nvSpPr>
          <p:cNvPr id="4" name="文本占位符 3"/>
          <p:cNvSpPr>
            <a:spLocks noGrp="1"/>
          </p:cNvSpPr>
          <p:nvPr>
            <p:ph type="body" sz="quarter" idx="13"/>
          </p:nvPr>
        </p:nvSpPr>
        <p:spPr>
          <a:xfrm>
            <a:off x="660400" y="5443655"/>
            <a:ext cx="4279900" cy="328495"/>
          </a:xfrm>
        </p:spPr>
        <p:txBody>
          <a:bodyPr/>
          <a:lstStyle/>
          <a:p>
            <a:r>
              <a:rPr lang="zh-CN" altLang="en-US"/>
              <a:t>Presenter name</a:t>
            </a:r>
            <a:endParaRPr lang="en-US" dirty="0"/>
          </a:p>
        </p:txBody>
      </p:sp>
      <p:sp>
        <p:nvSpPr>
          <p:cNvPr id="7" name="文本占位符 6"/>
          <p:cNvSpPr>
            <a:spLocks noGrp="1"/>
          </p:cNvSpPr>
          <p:nvPr>
            <p:ph type="body" sz="quarter" idx="14"/>
          </p:nvPr>
        </p:nvSpPr>
        <p:spPr>
          <a:xfrm>
            <a:off x="660400" y="5805605"/>
            <a:ext cx="4279900" cy="328495"/>
          </a:xfrm>
        </p:spPr>
        <p:txBody>
          <a:bodyPr>
            <a:normAutofit/>
          </a:bodyPr>
          <a:lstStyle/>
          <a:p>
            <a:r>
              <a:rPr lang="zh-CN" altLang="en-US"/>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E651-2039-911B-2998-8717677BA612}"/>
            </a:ext>
          </a:extLst>
        </p:cNvPr>
        <p:cNvGrpSpPr/>
        <p:nvPr/>
      </p:nvGrpSpPr>
      <p:grpSpPr>
        <a:xfrm>
          <a:off x="0" y="0"/>
          <a:ext cx="0" cy="0"/>
          <a:chOff x="0" y="0"/>
          <a:chExt cx="0" cy="0"/>
        </a:xfrm>
      </p:grpSpPr>
      <p:sp>
        <p:nvSpPr>
          <p:cNvPr id="68" name="Title 1"/>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67" name="组合 66">
            <a:extLst>
              <a:ext uri="{FF2B5EF4-FFF2-40B4-BE49-F238E27FC236}">
                <a16:creationId xmlns:a16="http://schemas.microsoft.com/office/drawing/2014/main" id="{FC415419-478E-F838-533E-3DD1D0DAB705}"/>
              </a:ext>
            </a:extLst>
          </p:cNvPr>
          <p:cNvGrpSpPr/>
          <p:nvPr/>
        </p:nvGrpSpPr>
        <p:grpSpPr>
          <a:xfrm>
            <a:off x="660400" y="1130300"/>
            <a:ext cx="11161812" cy="5556543"/>
            <a:chOff x="660400" y="1130300"/>
            <a:chExt cx="11161812" cy="5556543"/>
          </a:xfrm>
        </p:grpSpPr>
        <p:grpSp>
          <p:nvGrpSpPr>
            <p:cNvPr id="2" name="组合 1">
              <a:extLst>
                <a:ext uri="{FF2B5EF4-FFF2-40B4-BE49-F238E27FC236}">
                  <a16:creationId xmlns:a16="http://schemas.microsoft.com/office/drawing/2014/main" id="{9331B1D7-6FAB-7CA1-3C00-20855AEB3D09}"/>
                </a:ext>
              </a:extLst>
            </p:cNvPr>
            <p:cNvGrpSpPr/>
            <p:nvPr/>
          </p:nvGrpSpPr>
          <p:grpSpPr>
            <a:xfrm>
              <a:off x="660400" y="1130300"/>
              <a:ext cx="10858500" cy="4878972"/>
              <a:chOff x="660400" y="1130300"/>
              <a:chExt cx="10858500" cy="4878972"/>
            </a:xfrm>
          </p:grpSpPr>
          <p:sp>
            <p:nvSpPr>
              <p:cNvPr id="4" name="Title">
                <a:extLst>
                  <a:ext uri="{FF2B5EF4-FFF2-40B4-BE49-F238E27FC236}">
                    <a16:creationId xmlns:a16="http://schemas.microsoft.com/office/drawing/2014/main" id="{D9EEAE66-5B6B-42BA-3050-1564BDFC1BBA}"/>
                  </a:ext>
                </a:extLst>
              </p:cNvPr>
              <p:cNvSpPr txBox="1"/>
              <p:nvPr/>
            </p:nvSpPr>
            <p:spPr>
              <a:xfrm>
                <a:off x="660400" y="1130300"/>
                <a:ext cx="10858500" cy="623265"/>
              </a:xfrm>
              <a:prstGeom prst="rect">
                <a:avLst/>
              </a:prstGeom>
              <a:noFill/>
            </p:spPr>
            <p:txBody>
              <a:bodyPr wrap="square" lIns="91440" tIns="45720" rIns="91440" bIns="45720" rtlCol="0" anchor="ctr" anchorCtr="0">
                <a:normAutofit/>
              </a:bodyPr>
              <a:lstStyle/>
              <a:p>
                <a:pPr algn="ctr">
                  <a:tabLst>
                    <a:tab pos="3314700" algn="l"/>
                  </a:tabLst>
                </a:pPr>
                <a:r>
                  <a:rPr lang="zh-CN" altLang="en-US" sz="2400" b="1" dirty="0">
                    <a:cs typeface="+mn-ea"/>
                    <a:sym typeface="+mn-lt"/>
                  </a:rPr>
                  <a:t>Agenda</a:t>
                </a:r>
                <a:endParaRPr lang="en-US" dirty="0"/>
              </a:p>
            </p:txBody>
          </p:sp>
          <p:grpSp>
            <p:nvGrpSpPr>
              <p:cNvPr id="55" name="组合 54">
                <a:extLst>
                  <a:ext uri="{FF2B5EF4-FFF2-40B4-BE49-F238E27FC236}">
                    <a16:creationId xmlns:a16="http://schemas.microsoft.com/office/drawing/2014/main" id="{DEDC0E61-5A96-1E68-A607-F128B3671BDE}"/>
                  </a:ext>
                </a:extLst>
              </p:cNvPr>
              <p:cNvGrpSpPr/>
              <p:nvPr/>
            </p:nvGrpSpPr>
            <p:grpSpPr>
              <a:xfrm>
                <a:off x="1253090" y="2117954"/>
                <a:ext cx="4470646" cy="763834"/>
                <a:chOff x="1253090" y="2447785"/>
                <a:chExt cx="4470646" cy="763834"/>
              </a:xfrm>
            </p:grpSpPr>
            <p:sp>
              <p:nvSpPr>
                <p:cNvPr id="34" name="ComponentBackground1">
                  <a:extLst>
                    <a:ext uri="{FF2B5EF4-FFF2-40B4-BE49-F238E27FC236}">
                      <a16:creationId xmlns:a16="http://schemas.microsoft.com/office/drawing/2014/main" id="{35AF475F-449B-4C1A-8A01-A466A9BEAB34}"/>
                    </a:ext>
                  </a:extLst>
                </p:cNvPr>
                <p:cNvSpPr/>
                <p:nvPr/>
              </p:nvSpPr>
              <p:spPr>
                <a:xfrm>
                  <a:off x="2116936" y="2447785"/>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Bullet1">
                  <a:extLst>
                    <a:ext uri="{FF2B5EF4-FFF2-40B4-BE49-F238E27FC236}">
                      <a16:creationId xmlns:a16="http://schemas.microsoft.com/office/drawing/2014/main" id="{E940EE86-870C-AE11-EE21-A97D3F7429A5}"/>
                    </a:ext>
                  </a:extLst>
                </p:cNvPr>
                <p:cNvSpPr txBox="1">
                  <a:spLocks/>
                </p:cNvSpPr>
                <p:nvPr/>
              </p:nvSpPr>
              <p:spPr>
                <a:xfrm>
                  <a:off x="2241315" y="2511285"/>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38" name="Number1">
                  <a:extLst>
                    <a:ext uri="{FF2B5EF4-FFF2-40B4-BE49-F238E27FC236}">
                      <a16:creationId xmlns:a16="http://schemas.microsoft.com/office/drawing/2014/main" id="{6D57B89F-D913-C4B9-7BA9-8DB8186E4BCD}"/>
                    </a:ext>
                  </a:extLst>
                </p:cNvPr>
                <p:cNvSpPr/>
                <p:nvPr/>
              </p:nvSpPr>
              <p:spPr>
                <a:xfrm>
                  <a:off x="1253090" y="2447785"/>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01</a:t>
                  </a:r>
                  <a:endParaRPr lang="zh-CN" altLang="en-US" sz="2000" b="1" dirty="0">
                    <a:cs typeface="+mn-ea"/>
                    <a:sym typeface="+mn-lt"/>
                  </a:endParaRPr>
                </a:p>
              </p:txBody>
            </p:sp>
          </p:grpSp>
          <p:grpSp>
            <p:nvGrpSpPr>
              <p:cNvPr id="56" name="组合 55">
                <a:extLst>
                  <a:ext uri="{FF2B5EF4-FFF2-40B4-BE49-F238E27FC236}">
                    <a16:creationId xmlns:a16="http://schemas.microsoft.com/office/drawing/2014/main" id="{BAB429DF-1027-1AC2-2AC3-701A6AF9E6A3}"/>
                  </a:ext>
                </a:extLst>
              </p:cNvPr>
              <p:cNvGrpSpPr/>
              <p:nvPr/>
            </p:nvGrpSpPr>
            <p:grpSpPr>
              <a:xfrm>
                <a:off x="6455563" y="2117955"/>
                <a:ext cx="4470647" cy="763834"/>
                <a:chOff x="6455563" y="2447785"/>
                <a:chExt cx="4470647" cy="763834"/>
              </a:xfrm>
            </p:grpSpPr>
            <p:sp>
              <p:nvSpPr>
                <p:cNvPr id="35" name="ComponentBackground2">
                  <a:extLst>
                    <a:ext uri="{FF2B5EF4-FFF2-40B4-BE49-F238E27FC236}">
                      <a16:creationId xmlns:a16="http://schemas.microsoft.com/office/drawing/2014/main" id="{CC159046-F396-B98A-C5E8-CBD58AA8BC2F}"/>
                    </a:ext>
                  </a:extLst>
                </p:cNvPr>
                <p:cNvSpPr/>
                <p:nvPr/>
              </p:nvSpPr>
              <p:spPr>
                <a:xfrm>
                  <a:off x="7319410" y="2447785"/>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Bullet2">
                  <a:extLst>
                    <a:ext uri="{FF2B5EF4-FFF2-40B4-BE49-F238E27FC236}">
                      <a16:creationId xmlns:a16="http://schemas.microsoft.com/office/drawing/2014/main" id="{E639411D-D875-1CE3-ADA5-2729148EFBB8}"/>
                    </a:ext>
                  </a:extLst>
                </p:cNvPr>
                <p:cNvSpPr txBox="1">
                  <a:spLocks/>
                </p:cNvSpPr>
                <p:nvPr/>
              </p:nvSpPr>
              <p:spPr>
                <a:xfrm>
                  <a:off x="7443788" y="2511285"/>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39" name="Number2">
                  <a:extLst>
                    <a:ext uri="{FF2B5EF4-FFF2-40B4-BE49-F238E27FC236}">
                      <a16:creationId xmlns:a16="http://schemas.microsoft.com/office/drawing/2014/main" id="{EB596F61-EC9E-5E29-D812-DBF4DDCC8449}"/>
                    </a:ext>
                  </a:extLst>
                </p:cNvPr>
                <p:cNvSpPr/>
                <p:nvPr/>
              </p:nvSpPr>
              <p:spPr>
                <a:xfrm>
                  <a:off x="6455563" y="2447785"/>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02</a:t>
                  </a:r>
                  <a:endParaRPr lang="zh-CN" altLang="en-US" sz="2000" b="1" dirty="0">
                    <a:cs typeface="+mn-ea"/>
                    <a:sym typeface="+mn-lt"/>
                  </a:endParaRPr>
                </a:p>
              </p:txBody>
            </p:sp>
          </p:grpSp>
          <p:grpSp>
            <p:nvGrpSpPr>
              <p:cNvPr id="57" name="组合 56">
                <a:extLst>
                  <a:ext uri="{FF2B5EF4-FFF2-40B4-BE49-F238E27FC236}">
                    <a16:creationId xmlns:a16="http://schemas.microsoft.com/office/drawing/2014/main" id="{572B58FE-AF6D-A639-3C10-F2EDBB1D5C65}"/>
                  </a:ext>
                </a:extLst>
              </p:cNvPr>
              <p:cNvGrpSpPr/>
              <p:nvPr/>
            </p:nvGrpSpPr>
            <p:grpSpPr>
              <a:xfrm>
                <a:off x="1253090" y="3160449"/>
                <a:ext cx="4470646" cy="763834"/>
                <a:chOff x="1253090" y="3422776"/>
                <a:chExt cx="4470646" cy="763834"/>
              </a:xfrm>
            </p:grpSpPr>
            <p:sp>
              <p:nvSpPr>
                <p:cNvPr id="12" name="ComponentBackground3">
                  <a:extLst>
                    <a:ext uri="{FF2B5EF4-FFF2-40B4-BE49-F238E27FC236}">
                      <a16:creationId xmlns:a16="http://schemas.microsoft.com/office/drawing/2014/main" id="{24838CB6-4CB4-69C7-267A-948FDD5DD3B7}"/>
                    </a:ext>
                  </a:extLst>
                </p:cNvPr>
                <p:cNvSpPr/>
                <p:nvPr/>
              </p:nvSpPr>
              <p:spPr>
                <a:xfrm>
                  <a:off x="2116936" y="3422776"/>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Bullet3">
                  <a:extLst>
                    <a:ext uri="{FF2B5EF4-FFF2-40B4-BE49-F238E27FC236}">
                      <a16:creationId xmlns:a16="http://schemas.microsoft.com/office/drawing/2014/main" id="{573A10EB-04EF-16AB-18E5-5B9F27B49CEF}"/>
                    </a:ext>
                  </a:extLst>
                </p:cNvPr>
                <p:cNvSpPr txBox="1">
                  <a:spLocks/>
                </p:cNvSpPr>
                <p:nvPr/>
              </p:nvSpPr>
              <p:spPr>
                <a:xfrm>
                  <a:off x="2241315" y="3486276"/>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16" name="Number3">
                  <a:extLst>
                    <a:ext uri="{FF2B5EF4-FFF2-40B4-BE49-F238E27FC236}">
                      <a16:creationId xmlns:a16="http://schemas.microsoft.com/office/drawing/2014/main" id="{59C1D11E-196D-9A2E-766A-CC7AB2E742C8}"/>
                    </a:ext>
                  </a:extLst>
                </p:cNvPr>
                <p:cNvSpPr/>
                <p:nvPr/>
              </p:nvSpPr>
              <p:spPr>
                <a:xfrm>
                  <a:off x="1253090" y="3422776"/>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03</a:t>
                  </a:r>
                  <a:endParaRPr lang="zh-CN" altLang="en-US" sz="2000" b="1" dirty="0">
                    <a:cs typeface="+mn-ea"/>
                    <a:sym typeface="+mn-lt"/>
                  </a:endParaRPr>
                </a:p>
              </p:txBody>
            </p:sp>
          </p:grpSp>
          <p:grpSp>
            <p:nvGrpSpPr>
              <p:cNvPr id="58" name="组合 57">
                <a:extLst>
                  <a:ext uri="{FF2B5EF4-FFF2-40B4-BE49-F238E27FC236}">
                    <a16:creationId xmlns:a16="http://schemas.microsoft.com/office/drawing/2014/main" id="{E7795C08-7BE2-DE39-FF49-BFDDA1F45A71}"/>
                  </a:ext>
                </a:extLst>
              </p:cNvPr>
              <p:cNvGrpSpPr/>
              <p:nvPr/>
            </p:nvGrpSpPr>
            <p:grpSpPr>
              <a:xfrm>
                <a:off x="6455563" y="3160449"/>
                <a:ext cx="4470647" cy="763834"/>
                <a:chOff x="6455563" y="3422776"/>
                <a:chExt cx="4470647" cy="763834"/>
              </a:xfrm>
            </p:grpSpPr>
            <p:sp>
              <p:nvSpPr>
                <p:cNvPr id="13" name="ComponentBackground4">
                  <a:extLst>
                    <a:ext uri="{FF2B5EF4-FFF2-40B4-BE49-F238E27FC236}">
                      <a16:creationId xmlns:a16="http://schemas.microsoft.com/office/drawing/2014/main" id="{46411A47-DF06-A0C4-B41A-96A51829AA3D}"/>
                    </a:ext>
                  </a:extLst>
                </p:cNvPr>
                <p:cNvSpPr/>
                <p:nvPr/>
              </p:nvSpPr>
              <p:spPr>
                <a:xfrm>
                  <a:off x="7319410" y="3422776"/>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Bullet4">
                  <a:extLst>
                    <a:ext uri="{FF2B5EF4-FFF2-40B4-BE49-F238E27FC236}">
                      <a16:creationId xmlns:a16="http://schemas.microsoft.com/office/drawing/2014/main" id="{4A405BCC-6A81-B4F7-B494-FE1068AB60CB}"/>
                    </a:ext>
                  </a:extLst>
                </p:cNvPr>
                <p:cNvSpPr txBox="1">
                  <a:spLocks/>
                </p:cNvSpPr>
                <p:nvPr/>
              </p:nvSpPr>
              <p:spPr>
                <a:xfrm>
                  <a:off x="7443788" y="3486276"/>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17" name="Number4">
                  <a:extLst>
                    <a:ext uri="{FF2B5EF4-FFF2-40B4-BE49-F238E27FC236}">
                      <a16:creationId xmlns:a16="http://schemas.microsoft.com/office/drawing/2014/main" id="{78E63DB2-BDF1-29AF-45FF-E96F8ECC1A59}"/>
                    </a:ext>
                  </a:extLst>
                </p:cNvPr>
                <p:cNvSpPr/>
                <p:nvPr/>
              </p:nvSpPr>
              <p:spPr>
                <a:xfrm>
                  <a:off x="6455563" y="3422776"/>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04</a:t>
                  </a:r>
                  <a:endParaRPr lang="zh-CN" altLang="en-US" sz="2000" b="1" dirty="0">
                    <a:cs typeface="+mn-ea"/>
                    <a:sym typeface="+mn-lt"/>
                  </a:endParaRPr>
                </a:p>
              </p:txBody>
            </p:sp>
          </p:grpSp>
          <p:grpSp>
            <p:nvGrpSpPr>
              <p:cNvPr id="59" name="组合 58">
                <a:extLst>
                  <a:ext uri="{FF2B5EF4-FFF2-40B4-BE49-F238E27FC236}">
                    <a16:creationId xmlns:a16="http://schemas.microsoft.com/office/drawing/2014/main" id="{610CA3E7-DD41-834C-BA4A-EBF9BB2B3381}"/>
                  </a:ext>
                </a:extLst>
              </p:cNvPr>
              <p:cNvGrpSpPr/>
              <p:nvPr/>
            </p:nvGrpSpPr>
            <p:grpSpPr>
              <a:xfrm>
                <a:off x="1253090" y="4202944"/>
                <a:ext cx="4470646" cy="763834"/>
                <a:chOff x="1253090" y="4397767"/>
                <a:chExt cx="4470646" cy="763834"/>
              </a:xfrm>
            </p:grpSpPr>
            <p:sp>
              <p:nvSpPr>
                <p:cNvPr id="18" name="ComponentBackground5">
                  <a:extLst>
                    <a:ext uri="{FF2B5EF4-FFF2-40B4-BE49-F238E27FC236}">
                      <a16:creationId xmlns:a16="http://schemas.microsoft.com/office/drawing/2014/main" id="{8437EF5C-CC14-D462-E824-BD574D603E9C}"/>
                    </a:ext>
                  </a:extLst>
                </p:cNvPr>
                <p:cNvSpPr/>
                <p:nvPr/>
              </p:nvSpPr>
              <p:spPr>
                <a:xfrm>
                  <a:off x="2116936" y="4397767"/>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Bullet5">
                  <a:extLst>
                    <a:ext uri="{FF2B5EF4-FFF2-40B4-BE49-F238E27FC236}">
                      <a16:creationId xmlns:a16="http://schemas.microsoft.com/office/drawing/2014/main" id="{87B355F5-3F0D-2466-8626-86526CD78AB8}"/>
                    </a:ext>
                  </a:extLst>
                </p:cNvPr>
                <p:cNvSpPr txBox="1">
                  <a:spLocks/>
                </p:cNvSpPr>
                <p:nvPr/>
              </p:nvSpPr>
              <p:spPr>
                <a:xfrm>
                  <a:off x="2241315" y="4461267"/>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2" name="Number5">
                  <a:extLst>
                    <a:ext uri="{FF2B5EF4-FFF2-40B4-BE49-F238E27FC236}">
                      <a16:creationId xmlns:a16="http://schemas.microsoft.com/office/drawing/2014/main" id="{BEEAF20B-F5BE-EE4A-EF28-9C3761C971F4}"/>
                    </a:ext>
                  </a:extLst>
                </p:cNvPr>
                <p:cNvSpPr/>
                <p:nvPr/>
              </p:nvSpPr>
              <p:spPr>
                <a:xfrm>
                  <a:off x="1253090" y="4397767"/>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05</a:t>
                  </a:r>
                  <a:endParaRPr lang="zh-CN" altLang="en-US" sz="2000" b="1" dirty="0">
                    <a:cs typeface="+mn-ea"/>
                    <a:sym typeface="+mn-lt"/>
                  </a:endParaRPr>
                </a:p>
              </p:txBody>
            </p:sp>
          </p:grpSp>
          <p:grpSp>
            <p:nvGrpSpPr>
              <p:cNvPr id="60" name="组合 59">
                <a:extLst>
                  <a:ext uri="{FF2B5EF4-FFF2-40B4-BE49-F238E27FC236}">
                    <a16:creationId xmlns:a16="http://schemas.microsoft.com/office/drawing/2014/main" id="{B62728E1-6EF2-C152-7B9E-E135F77BCDC9}"/>
                  </a:ext>
                </a:extLst>
              </p:cNvPr>
              <p:cNvGrpSpPr/>
              <p:nvPr/>
            </p:nvGrpSpPr>
            <p:grpSpPr>
              <a:xfrm>
                <a:off x="6455563" y="4202943"/>
                <a:ext cx="4470647" cy="763834"/>
                <a:chOff x="6455563" y="4397767"/>
                <a:chExt cx="4470647" cy="763834"/>
              </a:xfrm>
            </p:grpSpPr>
            <p:sp>
              <p:nvSpPr>
                <p:cNvPr id="19" name="ComponentBackground6">
                  <a:extLst>
                    <a:ext uri="{FF2B5EF4-FFF2-40B4-BE49-F238E27FC236}">
                      <a16:creationId xmlns:a16="http://schemas.microsoft.com/office/drawing/2014/main" id="{38051562-3C11-3EBE-3C62-6D64045C5B54}"/>
                    </a:ext>
                  </a:extLst>
                </p:cNvPr>
                <p:cNvSpPr/>
                <p:nvPr/>
              </p:nvSpPr>
              <p:spPr>
                <a:xfrm>
                  <a:off x="7319410" y="4397767"/>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Bullet6">
                  <a:extLst>
                    <a:ext uri="{FF2B5EF4-FFF2-40B4-BE49-F238E27FC236}">
                      <a16:creationId xmlns:a16="http://schemas.microsoft.com/office/drawing/2014/main" id="{8586B3E8-C948-6203-F6E5-4BF09F83068C}"/>
                    </a:ext>
                  </a:extLst>
                </p:cNvPr>
                <p:cNvSpPr txBox="1">
                  <a:spLocks/>
                </p:cNvSpPr>
                <p:nvPr/>
              </p:nvSpPr>
              <p:spPr>
                <a:xfrm>
                  <a:off x="7443788" y="4461267"/>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3" name="Number6">
                  <a:extLst>
                    <a:ext uri="{FF2B5EF4-FFF2-40B4-BE49-F238E27FC236}">
                      <a16:creationId xmlns:a16="http://schemas.microsoft.com/office/drawing/2014/main" id="{DFA4BF0E-EA10-F435-8B2F-311658E67D37}"/>
                    </a:ext>
                  </a:extLst>
                </p:cNvPr>
                <p:cNvSpPr/>
                <p:nvPr/>
              </p:nvSpPr>
              <p:spPr>
                <a:xfrm>
                  <a:off x="6455563" y="4397767"/>
                  <a:ext cx="763834" cy="76383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06</a:t>
                  </a:r>
                  <a:endParaRPr lang="zh-CN" altLang="en-US" sz="2000" b="1" dirty="0">
                    <a:cs typeface="+mn-ea"/>
                    <a:sym typeface="+mn-lt"/>
                  </a:endParaRPr>
                </a:p>
              </p:txBody>
            </p:sp>
          </p:grpSp>
          <p:grpSp>
            <p:nvGrpSpPr>
              <p:cNvPr id="61" name="组合 60">
                <a:extLst>
                  <a:ext uri="{FF2B5EF4-FFF2-40B4-BE49-F238E27FC236}">
                    <a16:creationId xmlns:a16="http://schemas.microsoft.com/office/drawing/2014/main" id="{6E0B562E-21E0-6EC8-DE7B-F8EC9080AC11}"/>
                  </a:ext>
                </a:extLst>
              </p:cNvPr>
              <p:cNvGrpSpPr/>
              <p:nvPr/>
            </p:nvGrpSpPr>
            <p:grpSpPr>
              <a:xfrm>
                <a:off x="1253090" y="5245438"/>
                <a:ext cx="4470646" cy="763834"/>
                <a:chOff x="1253090" y="5372759"/>
                <a:chExt cx="4470646" cy="763834"/>
              </a:xfrm>
            </p:grpSpPr>
            <p:sp>
              <p:nvSpPr>
                <p:cNvPr id="24" name="ComponentBackground7">
                  <a:extLst>
                    <a:ext uri="{FF2B5EF4-FFF2-40B4-BE49-F238E27FC236}">
                      <a16:creationId xmlns:a16="http://schemas.microsoft.com/office/drawing/2014/main" id="{29E20E56-4482-972F-8924-FB5B1091991F}"/>
                    </a:ext>
                  </a:extLst>
                </p:cNvPr>
                <p:cNvSpPr/>
                <p:nvPr/>
              </p:nvSpPr>
              <p:spPr>
                <a:xfrm>
                  <a:off x="2116936" y="5372759"/>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Bullet7">
                  <a:extLst>
                    <a:ext uri="{FF2B5EF4-FFF2-40B4-BE49-F238E27FC236}">
                      <a16:creationId xmlns:a16="http://schemas.microsoft.com/office/drawing/2014/main" id="{D0769C0D-A376-145D-BF88-65E6F5F78E47}"/>
                    </a:ext>
                  </a:extLst>
                </p:cNvPr>
                <p:cNvSpPr txBox="1">
                  <a:spLocks/>
                </p:cNvSpPr>
                <p:nvPr/>
              </p:nvSpPr>
              <p:spPr>
                <a:xfrm>
                  <a:off x="2241315" y="5436259"/>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8" name="Number7">
                  <a:extLst>
                    <a:ext uri="{FF2B5EF4-FFF2-40B4-BE49-F238E27FC236}">
                      <a16:creationId xmlns:a16="http://schemas.microsoft.com/office/drawing/2014/main" id="{0346E997-2FDD-DBF3-5F40-9E4D44EF887E}"/>
                    </a:ext>
                  </a:extLst>
                </p:cNvPr>
                <p:cNvSpPr/>
                <p:nvPr/>
              </p:nvSpPr>
              <p:spPr>
                <a:xfrm>
                  <a:off x="1253090" y="5372759"/>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07</a:t>
                  </a:r>
                  <a:endParaRPr lang="zh-CN" altLang="en-US" sz="2000" b="1" dirty="0">
                    <a:cs typeface="+mn-ea"/>
                    <a:sym typeface="+mn-lt"/>
                  </a:endParaRPr>
                </a:p>
              </p:txBody>
            </p:sp>
          </p:grpSp>
          <p:grpSp>
            <p:nvGrpSpPr>
              <p:cNvPr id="62" name="组合 61">
                <a:extLst>
                  <a:ext uri="{FF2B5EF4-FFF2-40B4-BE49-F238E27FC236}">
                    <a16:creationId xmlns:a16="http://schemas.microsoft.com/office/drawing/2014/main" id="{BEF38B5C-11EF-549F-91C0-B9EFFBD88D54}"/>
                  </a:ext>
                </a:extLst>
              </p:cNvPr>
              <p:cNvGrpSpPr/>
              <p:nvPr/>
            </p:nvGrpSpPr>
            <p:grpSpPr>
              <a:xfrm>
                <a:off x="6455563" y="5245438"/>
                <a:ext cx="4470647" cy="763834"/>
                <a:chOff x="6455563" y="5372759"/>
                <a:chExt cx="4470647" cy="763834"/>
              </a:xfrm>
            </p:grpSpPr>
            <p:sp>
              <p:nvSpPr>
                <p:cNvPr id="25" name="ComponentBackground8">
                  <a:extLst>
                    <a:ext uri="{FF2B5EF4-FFF2-40B4-BE49-F238E27FC236}">
                      <a16:creationId xmlns:a16="http://schemas.microsoft.com/office/drawing/2014/main" id="{BE48EA85-660A-84D9-3CFC-46F1D5383FA2}"/>
                    </a:ext>
                  </a:extLst>
                </p:cNvPr>
                <p:cNvSpPr/>
                <p:nvPr/>
              </p:nvSpPr>
              <p:spPr>
                <a:xfrm>
                  <a:off x="7319410" y="5372759"/>
                  <a:ext cx="3606800" cy="763834"/>
                </a:xfrm>
                <a:prstGeom prst="roundRect">
                  <a:avLst>
                    <a:gd name="adj" fmla="val 12500"/>
                  </a:avLst>
                </a:prstGeom>
                <a:solidFill>
                  <a:schemeClr val="accent1">
                    <a:alpha val="15000"/>
                  </a:schemeClr>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Bullet8">
                  <a:extLst>
                    <a:ext uri="{FF2B5EF4-FFF2-40B4-BE49-F238E27FC236}">
                      <a16:creationId xmlns:a16="http://schemas.microsoft.com/office/drawing/2014/main" id="{150FBD7A-C22F-E325-C89F-B0ADA2779404}"/>
                    </a:ext>
                  </a:extLst>
                </p:cNvPr>
                <p:cNvSpPr txBox="1">
                  <a:spLocks/>
                </p:cNvSpPr>
                <p:nvPr/>
              </p:nvSpPr>
              <p:spPr>
                <a:xfrm>
                  <a:off x="7443788" y="5436259"/>
                  <a:ext cx="3358044" cy="636834"/>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b="1" dirty="0">
                      <a:cs typeface="+mn-ea"/>
                      <a:sym typeface="+mn-lt"/>
                    </a:rPr>
                    <a:t>单击添加小标题</a:t>
                  </a:r>
                  <a:endParaRPr lang="en-US" dirty="0"/>
                </a:p>
              </p:txBody>
            </p:sp>
            <p:sp>
              <p:nvSpPr>
                <p:cNvPr id="29" name="Number8">
                  <a:extLst>
                    <a:ext uri="{FF2B5EF4-FFF2-40B4-BE49-F238E27FC236}">
                      <a16:creationId xmlns:a16="http://schemas.microsoft.com/office/drawing/2014/main" id="{69A6A813-3381-4643-2A88-B93CFA74C30A}"/>
                    </a:ext>
                  </a:extLst>
                </p:cNvPr>
                <p:cNvSpPr/>
                <p:nvPr/>
              </p:nvSpPr>
              <p:spPr>
                <a:xfrm>
                  <a:off x="6455563" y="5372759"/>
                  <a:ext cx="763834" cy="76383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2000" b="1" dirty="0">
                      <a:cs typeface="+mn-ea"/>
                      <a:sym typeface="+mn-lt"/>
                    </a:rPr>
                    <a:t>08</a:t>
                  </a:r>
                  <a:endParaRPr lang="zh-CN" altLang="en-US" sz="2000" b="1" dirty="0">
                    <a:cs typeface="+mn-ea"/>
                    <a:sym typeface="+mn-lt"/>
                  </a:endParaRPr>
                </a:p>
              </p:txBody>
            </p:sp>
          </p:grpSp>
        </p:grpSp>
        <p:pic>
          <p:nvPicPr>
            <p:cNvPr id="48" name="图片 47">
              <a:extLst>
                <a:ext uri="{FF2B5EF4-FFF2-40B4-BE49-F238E27FC236}">
                  <a16:creationId xmlns:a16="http://schemas.microsoft.com/office/drawing/2014/main" id="{E658A1BC-7B63-EAF6-0EF5-BB76C23F5C31}"/>
                </a:ext>
              </a:extLst>
            </p:cNvPr>
            <p:cNvPicPr>
              <a:picLocks noChangeAspect="1"/>
            </p:cNvPicPr>
            <p:nvPr/>
          </p:nvPicPr>
          <p:blipFill>
            <a:blip r:embed="rId3"/>
            <a:stretch>
              <a:fillRect/>
            </a:stretch>
          </p:blipFill>
          <p:spPr>
            <a:xfrm>
              <a:off x="10986988" y="5784557"/>
              <a:ext cx="835224" cy="902286"/>
            </a:xfrm>
            <a:prstGeom prst="rect">
              <a:avLst/>
            </a:prstGeom>
          </p:spPr>
        </p:pic>
      </p:grpSp>
    </p:spTree>
    <p:extLst>
      <p:ext uri="{BB962C8B-B14F-4D97-AF65-F5344CB8AC3E}">
        <p14:creationId xmlns:p14="http://schemas.microsoft.com/office/powerpoint/2010/main" val="995623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167597" y="1953591"/>
            <a:ext cx="5351303" cy="1616703"/>
          </a:xfrm>
        </p:spPr>
        <p:txBody>
          <a:bodyPr>
            <a:normAutofit/>
          </a:bodyPr>
          <a:lstStyle/>
          <a:p>
            <a:r>
              <a:rPr lang="zh-CN" altLang="en-US" dirty="0"/>
              <a:t>单击此处添加章节标题</a:t>
            </a:r>
          </a:p>
        </p:txBody>
      </p:sp>
      <p:sp>
        <p:nvSpPr>
          <p:cNvPr id="25" name="文本占位符 24"/>
          <p:cNvSpPr>
            <a:spLocks noGrp="1"/>
          </p:cNvSpPr>
          <p:nvPr>
            <p:ph type="body" sz="quarter" idx="1"/>
          </p:nvPr>
        </p:nvSpPr>
        <p:spPr>
          <a:xfrm>
            <a:off x="6167597" y="3642457"/>
            <a:ext cx="5351303" cy="1074252"/>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EC11-B20C-C822-BD44-DEBC8CA5A6C1}"/>
            </a:ext>
          </a:extLst>
        </p:cNvPr>
        <p:cNvGrpSpPr/>
        <p:nvPr/>
      </p:nvGrpSpPr>
      <p:grpSpPr>
        <a:xfrm>
          <a:off x="0" y="0"/>
          <a:ext cx="0" cy="0"/>
          <a:chOff x="0" y="0"/>
          <a:chExt cx="0" cy="0"/>
        </a:xfrm>
      </p:grpSpPr>
      <p:sp>
        <p:nvSpPr>
          <p:cNvPr id="18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7" name="组合 16">
            <a:extLst>
              <a:ext uri="{FF2B5EF4-FFF2-40B4-BE49-F238E27FC236}">
                <a16:creationId xmlns:a16="http://schemas.microsoft.com/office/drawing/2014/main" id="{C36FD3E1-4DF2-1C81-D605-4FBCEBA457F9}"/>
              </a:ext>
            </a:extLst>
          </p:cNvPr>
          <p:cNvGrpSpPr/>
          <p:nvPr/>
        </p:nvGrpSpPr>
        <p:grpSpPr>
          <a:xfrm>
            <a:off x="660400" y="934781"/>
            <a:ext cx="10858500" cy="5199318"/>
            <a:chOff x="660400" y="934781"/>
            <a:chExt cx="10858500" cy="5199318"/>
          </a:xfrm>
        </p:grpSpPr>
        <p:sp>
          <p:nvSpPr>
            <p:cNvPr id="3" name="Title">
              <a:extLst>
                <a:ext uri="{FF2B5EF4-FFF2-40B4-BE49-F238E27FC236}">
                  <a16:creationId xmlns:a16="http://schemas.microsoft.com/office/drawing/2014/main" id="{2B937A6E-0F81-A001-BBA0-558D4DB585E2}"/>
                </a:ext>
              </a:extLst>
            </p:cNvPr>
            <p:cNvSpPr txBox="1"/>
            <p:nvPr/>
          </p:nvSpPr>
          <p:spPr>
            <a:xfrm>
              <a:off x="792840" y="1130300"/>
              <a:ext cx="5562820" cy="935781"/>
            </a:xfrm>
            <a:prstGeom prst="rect">
              <a:avLst/>
            </a:prstGeom>
            <a:noFill/>
          </p:spPr>
          <p:txBody>
            <a:bodyPr vert="horz" wrap="square" rtlCol="0" anchor="t" anchorCtr="0">
              <a:normAutofit/>
            </a:bodyPr>
            <a:lstStyle/>
            <a:p>
              <a:pPr>
                <a:lnSpc>
                  <a:spcPct val="120000"/>
                </a:lnSpc>
              </a:pPr>
              <a:r>
                <a:rPr lang="zh-CN" altLang="en-US" sz="2400" b="1" dirty="0">
                  <a:cs typeface="+mn-ea"/>
                  <a:sym typeface="+mn-lt"/>
                </a:rPr>
                <a:t>单击此处添加长一点的副标题</a:t>
              </a:r>
              <a:endParaRPr lang="en-US" dirty="0"/>
            </a:p>
          </p:txBody>
        </p:sp>
        <p:grpSp>
          <p:nvGrpSpPr>
            <p:cNvPr id="5" name="组合 4">
              <a:extLst>
                <a:ext uri="{FF2B5EF4-FFF2-40B4-BE49-F238E27FC236}">
                  <a16:creationId xmlns:a16="http://schemas.microsoft.com/office/drawing/2014/main" id="{DFEDB381-B6E6-F304-0C71-8CBD99BFC44A}"/>
                </a:ext>
              </a:extLst>
            </p:cNvPr>
            <p:cNvGrpSpPr/>
            <p:nvPr/>
          </p:nvGrpSpPr>
          <p:grpSpPr>
            <a:xfrm>
              <a:off x="792841" y="2307227"/>
              <a:ext cx="4871526" cy="1411425"/>
              <a:chOff x="5752103" y="2307227"/>
              <a:chExt cx="5562820" cy="1411425"/>
            </a:xfrm>
          </p:grpSpPr>
          <p:sp>
            <p:nvSpPr>
              <p:cNvPr id="166" name="Bullet1">
                <a:extLst>
                  <a:ext uri="{FF2B5EF4-FFF2-40B4-BE49-F238E27FC236}">
                    <a16:creationId xmlns:a16="http://schemas.microsoft.com/office/drawing/2014/main" id="{C64B2ECB-561E-5D7F-89E5-CCCAB442E5D0}"/>
                  </a:ext>
                </a:extLst>
              </p:cNvPr>
              <p:cNvSpPr txBox="1">
                <a:spLocks/>
              </p:cNvSpPr>
              <p:nvPr/>
            </p:nvSpPr>
            <p:spPr>
              <a:xfrm>
                <a:off x="5752103" y="2307227"/>
                <a:ext cx="5562820" cy="504000"/>
              </a:xfrm>
              <a:prstGeom prst="rect">
                <a:avLst/>
              </a:prstGeom>
              <a:noFill/>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wrap="square" lIns="91440" tIns="45720" rIns="91440" bIns="45720" anchor="b" anchorCtr="0">
                <a:normAutofit/>
              </a:bodyPr>
              <a:lstStyle>
                <a:defPPr>
                  <a:defRPr lang="en-US"/>
                </a:defPPr>
                <a:lvl1pPr>
                  <a:defRPr b="1"/>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cs typeface="+mn-ea"/>
                    <a:sym typeface="+mn-lt"/>
                  </a:rPr>
                  <a:t>单击添加小标题</a:t>
                </a:r>
                <a:endParaRPr lang="en-US" dirty="0"/>
              </a:p>
            </p:txBody>
          </p:sp>
          <p:sp>
            <p:nvSpPr>
              <p:cNvPr id="167" name="Text1">
                <a:extLst>
                  <a:ext uri="{FF2B5EF4-FFF2-40B4-BE49-F238E27FC236}">
                    <a16:creationId xmlns:a16="http://schemas.microsoft.com/office/drawing/2014/main" id="{B825CFE0-8567-7E12-013B-B48B26B48BFF}"/>
                  </a:ext>
                </a:extLst>
              </p:cNvPr>
              <p:cNvSpPr>
                <a:spLocks/>
              </p:cNvSpPr>
              <p:nvPr/>
            </p:nvSpPr>
            <p:spPr>
              <a:xfrm>
                <a:off x="5752103" y="2811227"/>
                <a:ext cx="5562820" cy="907425"/>
              </a:xfrm>
              <a:prstGeom prst="rect">
                <a:avLst/>
              </a:prstGeom>
              <a:noFill/>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nSpc>
                    <a:spcPct val="120000"/>
                  </a:lnSpc>
                  <a:spcBef>
                    <a:spcPct val="0"/>
                  </a:spcBef>
                  <a:defRPr/>
                </a:pPr>
                <a:r>
                  <a:rPr lang="zh-CN" altLang="en-US" sz="1200" dirty="0">
                    <a:solidFill>
                      <a:schemeClr val="tx1"/>
                    </a:solidFill>
                    <a:cs typeface="+mn-ea"/>
                    <a:sym typeface="+mn-lt"/>
                  </a:rPr>
                  <a:t>单击此处添加文本单击此处添加文本单击此处添加文本单击此处添加文本</a:t>
                </a:r>
                <a:endParaRPr lang="en-US" dirty="0"/>
              </a:p>
            </p:txBody>
          </p:sp>
        </p:grpSp>
        <p:grpSp>
          <p:nvGrpSpPr>
            <p:cNvPr id="15" name="组合 14">
              <a:extLst>
                <a:ext uri="{FF2B5EF4-FFF2-40B4-BE49-F238E27FC236}">
                  <a16:creationId xmlns:a16="http://schemas.microsoft.com/office/drawing/2014/main" id="{E3E8C602-40C6-1D25-C875-D8A6B583111F}"/>
                </a:ext>
              </a:extLst>
            </p:cNvPr>
            <p:cNvGrpSpPr/>
            <p:nvPr/>
          </p:nvGrpSpPr>
          <p:grpSpPr>
            <a:xfrm>
              <a:off x="660400" y="3940464"/>
              <a:ext cx="10858500" cy="2193635"/>
              <a:chOff x="660400" y="3699318"/>
              <a:chExt cx="5827698" cy="2434781"/>
            </a:xfrm>
          </p:grpSpPr>
          <p:sp>
            <p:nvSpPr>
              <p:cNvPr id="174" name="矩形: 圆角 173">
                <a:extLst>
                  <a:ext uri="{FF2B5EF4-FFF2-40B4-BE49-F238E27FC236}">
                    <a16:creationId xmlns:a16="http://schemas.microsoft.com/office/drawing/2014/main" id="{EF780062-992E-5C32-8670-795C05D2012F}"/>
                  </a:ext>
                </a:extLst>
              </p:cNvPr>
              <p:cNvSpPr/>
              <p:nvPr/>
            </p:nvSpPr>
            <p:spPr>
              <a:xfrm>
                <a:off x="660400" y="3699318"/>
                <a:ext cx="2822219" cy="2434781"/>
              </a:xfrm>
              <a:prstGeom prst="roundRect">
                <a:avLst>
                  <a:gd name="adj" fmla="val 70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6" name="矩形: 圆角 185">
                <a:extLst>
                  <a:ext uri="{FF2B5EF4-FFF2-40B4-BE49-F238E27FC236}">
                    <a16:creationId xmlns:a16="http://schemas.microsoft.com/office/drawing/2014/main" id="{0169C263-FA63-4FF0-9531-307A06482474}"/>
                  </a:ext>
                </a:extLst>
              </p:cNvPr>
              <p:cNvSpPr/>
              <p:nvPr/>
            </p:nvSpPr>
            <p:spPr>
              <a:xfrm>
                <a:off x="3665879" y="3699318"/>
                <a:ext cx="2822219" cy="2434781"/>
              </a:xfrm>
              <a:prstGeom prst="roundRect">
                <a:avLst>
                  <a:gd name="adj" fmla="val 70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7973826B-9C67-960B-C82B-1B2643287F91}"/>
                  </a:ext>
                </a:extLst>
              </p:cNvPr>
              <p:cNvGrpSpPr/>
              <p:nvPr/>
            </p:nvGrpSpPr>
            <p:grpSpPr>
              <a:xfrm>
                <a:off x="728385" y="3984636"/>
                <a:ext cx="2617619" cy="1923836"/>
                <a:chOff x="5687647" y="3984636"/>
                <a:chExt cx="2617619" cy="1923836"/>
              </a:xfrm>
            </p:grpSpPr>
            <p:sp>
              <p:nvSpPr>
                <p:cNvPr id="172" name="Text2">
                  <a:extLst>
                    <a:ext uri="{FF2B5EF4-FFF2-40B4-BE49-F238E27FC236}">
                      <a16:creationId xmlns:a16="http://schemas.microsoft.com/office/drawing/2014/main" id="{317BA74B-FC50-E034-79A5-FC51495531A0}"/>
                    </a:ext>
                  </a:extLst>
                </p:cNvPr>
                <p:cNvSpPr txBox="1"/>
                <p:nvPr/>
              </p:nvSpPr>
              <p:spPr bwMode="auto">
                <a:xfrm>
                  <a:off x="5687649" y="4706497"/>
                  <a:ext cx="2617617" cy="1201975"/>
                </a:xfrm>
                <a:prstGeom prst="rect">
                  <a:avLst/>
                </a:prstGeom>
                <a:noFill/>
                <a:ln>
                  <a:noFill/>
                </a:ln>
              </p:spPr>
              <p:txBody>
                <a:bodyPr wrap="square" lIns="91440" tIns="45720" rIns="91440" bIns="45720" anchor="t" anchorCtr="0">
                  <a:normAutofit/>
                </a:bodyPr>
                <a:lstStyle/>
                <a:p>
                  <a:pPr lvl="0">
                    <a:lnSpc>
                      <a:spcPct val="120000"/>
                    </a:lnSpc>
                    <a:spcBef>
                      <a:spcPct val="0"/>
                    </a:spcBef>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173" name="Bullet2">
                  <a:extLst>
                    <a:ext uri="{FF2B5EF4-FFF2-40B4-BE49-F238E27FC236}">
                      <a16:creationId xmlns:a16="http://schemas.microsoft.com/office/drawing/2014/main" id="{B29C83D1-B775-AFED-7E58-18F4A804DAC4}"/>
                    </a:ext>
                  </a:extLst>
                </p:cNvPr>
                <p:cNvSpPr txBox="1"/>
                <p:nvPr/>
              </p:nvSpPr>
              <p:spPr bwMode="auto">
                <a:xfrm>
                  <a:off x="5687647" y="3984636"/>
                  <a:ext cx="2617617" cy="723253"/>
                </a:xfrm>
                <a:prstGeom prst="rect">
                  <a:avLst/>
                </a:prstGeom>
                <a:noFill/>
                <a:ln>
                  <a:noFill/>
                </a:ln>
              </p:spPr>
              <p:txBody>
                <a:bodyPr wrap="square" lIns="91440" tIns="45720" rIns="91440" bIns="45720" anchor="b" anchorCtr="0">
                  <a:normAutofit/>
                </a:bodyPr>
                <a:lstStyle/>
                <a:p>
                  <a:pPr>
                    <a:lnSpc>
                      <a:spcPct val="120000"/>
                    </a:lnSpc>
                  </a:pPr>
                  <a:r>
                    <a:rPr lang="zh-CN" altLang="en-US" b="1" dirty="0">
                      <a:solidFill>
                        <a:srgbClr val="FFFFFF"/>
                      </a:solidFill>
                      <a:cs typeface="+mn-ea"/>
                      <a:sym typeface="+mn-lt"/>
                    </a:rPr>
                    <a:t>单击添加小标题</a:t>
                  </a:r>
                  <a:endParaRPr lang="en-US" dirty="0">
                    <a:solidFill>
                      <a:srgbClr val="FFFFFF"/>
                    </a:solidFill>
                  </a:endParaRPr>
                </a:p>
              </p:txBody>
            </p:sp>
          </p:grpSp>
          <p:grpSp>
            <p:nvGrpSpPr>
              <p:cNvPr id="8" name="组合 7">
                <a:extLst>
                  <a:ext uri="{FF2B5EF4-FFF2-40B4-BE49-F238E27FC236}">
                    <a16:creationId xmlns:a16="http://schemas.microsoft.com/office/drawing/2014/main" id="{BF5A17D7-5902-4B76-B1AC-C9D942DB4235}"/>
                  </a:ext>
                </a:extLst>
              </p:cNvPr>
              <p:cNvGrpSpPr/>
              <p:nvPr/>
            </p:nvGrpSpPr>
            <p:grpSpPr>
              <a:xfrm>
                <a:off x="3733864" y="3984636"/>
                <a:ext cx="2617617" cy="1923836"/>
                <a:chOff x="8693126" y="3984636"/>
                <a:chExt cx="2617617" cy="1923836"/>
              </a:xfrm>
            </p:grpSpPr>
            <p:sp>
              <p:nvSpPr>
                <p:cNvPr id="184" name="Text3">
                  <a:extLst>
                    <a:ext uri="{FF2B5EF4-FFF2-40B4-BE49-F238E27FC236}">
                      <a16:creationId xmlns:a16="http://schemas.microsoft.com/office/drawing/2014/main" id="{E44C8E3D-C6A3-03D8-8D4B-CE22E5499E75}"/>
                    </a:ext>
                  </a:extLst>
                </p:cNvPr>
                <p:cNvSpPr txBox="1"/>
                <p:nvPr/>
              </p:nvSpPr>
              <p:spPr bwMode="auto">
                <a:xfrm>
                  <a:off x="8693126" y="4706497"/>
                  <a:ext cx="2617617" cy="1201975"/>
                </a:xfrm>
                <a:prstGeom prst="rect">
                  <a:avLst/>
                </a:prstGeom>
                <a:noFill/>
                <a:ln>
                  <a:noFill/>
                </a:ln>
              </p:spPr>
              <p:txBody>
                <a:bodyPr wrap="square" lIns="91440" tIns="45720" rIns="91440" bIns="45720" anchor="t" anchorCtr="0">
                  <a:normAutofit/>
                </a:bodyPr>
                <a:lstStyle/>
                <a:p>
                  <a:pPr lvl="0">
                    <a:lnSpc>
                      <a:spcPct val="120000"/>
                    </a:lnSpc>
                    <a:spcBef>
                      <a:spcPct val="0"/>
                    </a:spcBef>
                    <a:defRPr/>
                  </a:pPr>
                  <a:r>
                    <a:rPr lang="zh-CN" altLang="en-US" sz="1200" dirty="0">
                      <a:cs typeface="+mn-ea"/>
                      <a:sym typeface="+mn-lt"/>
                    </a:rPr>
                    <a:t>单击此处添加文本单击此处添加文本单击此处添加文本单击此处添加文本</a:t>
                  </a:r>
                  <a:endParaRPr lang="en-US" dirty="0"/>
                </a:p>
              </p:txBody>
            </p:sp>
            <p:sp>
              <p:nvSpPr>
                <p:cNvPr id="185" name="Bullet3">
                  <a:extLst>
                    <a:ext uri="{FF2B5EF4-FFF2-40B4-BE49-F238E27FC236}">
                      <a16:creationId xmlns:a16="http://schemas.microsoft.com/office/drawing/2014/main" id="{20FAF6D2-0A98-4B52-0BD6-61505ADD4236}"/>
                    </a:ext>
                  </a:extLst>
                </p:cNvPr>
                <p:cNvSpPr txBox="1"/>
                <p:nvPr/>
              </p:nvSpPr>
              <p:spPr bwMode="auto">
                <a:xfrm>
                  <a:off x="8693127" y="3984636"/>
                  <a:ext cx="2617616" cy="723253"/>
                </a:xfrm>
                <a:prstGeom prst="rect">
                  <a:avLst/>
                </a:prstGeom>
                <a:noFill/>
                <a:ln>
                  <a:noFill/>
                </a:ln>
              </p:spPr>
              <p:txBody>
                <a:bodyPr wrap="square" lIns="91440" tIns="45720" rIns="91440" bIns="45720" anchor="b" anchorCtr="0">
                  <a:normAutofit/>
                </a:bodyPr>
                <a:lstStyle/>
                <a:p>
                  <a:pPr>
                    <a:lnSpc>
                      <a:spcPct val="120000"/>
                    </a:lnSpc>
                  </a:pPr>
                  <a:r>
                    <a:rPr lang="zh-CN" altLang="en-US" b="1" dirty="0">
                      <a:cs typeface="+mn-ea"/>
                      <a:sym typeface="+mn-lt"/>
                    </a:rPr>
                    <a:t>单击添加小标题</a:t>
                  </a:r>
                  <a:endParaRPr lang="en-US" dirty="0"/>
                </a:p>
              </p:txBody>
            </p:sp>
          </p:grpSp>
        </p:grpSp>
        <p:pic>
          <p:nvPicPr>
            <p:cNvPr id="14" name="图片 13">
              <a:extLst>
                <a:ext uri="{FF2B5EF4-FFF2-40B4-BE49-F238E27FC236}">
                  <a16:creationId xmlns:a16="http://schemas.microsoft.com/office/drawing/2014/main" id="{E69E989C-F4CF-BC44-7CFE-2017B78041B8}"/>
                </a:ext>
              </a:extLst>
            </p:cNvPr>
            <p:cNvPicPr>
              <a:picLocks noChangeAspect="1"/>
            </p:cNvPicPr>
            <p:nvPr/>
          </p:nvPicPr>
          <p:blipFill>
            <a:blip r:embed="rId3">
              <a:extLst>
                <a:ext uri="{28A0092B-C50C-407E-A947-70E740481C1C}">
                  <a14:useLocalDpi xmlns:a14="http://schemas.microsoft.com/office/drawing/2010/main" val="0"/>
                </a:ext>
              </a:extLst>
            </a:blip>
            <a:srcRect l="13618" t="10423" r="14896" b="6521"/>
            <a:stretch>
              <a:fillRect/>
            </a:stretch>
          </p:blipFill>
          <p:spPr>
            <a:xfrm>
              <a:off x="6527635" y="934781"/>
              <a:ext cx="4604725" cy="3010892"/>
            </a:xfrm>
            <a:prstGeom prst="rect">
              <a:avLst/>
            </a:prstGeom>
          </p:spPr>
        </p:pic>
      </p:grpSp>
    </p:spTree>
    <p:extLst>
      <p:ext uri="{BB962C8B-B14F-4D97-AF65-F5344CB8AC3E}">
        <p14:creationId xmlns:p14="http://schemas.microsoft.com/office/powerpoint/2010/main" val="1205214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21135-1FBA-F0CF-8D07-A171AB442293}"/>
            </a:ext>
          </a:extLst>
        </p:cNvPr>
        <p:cNvGrpSpPr/>
        <p:nvPr/>
      </p:nvGrpSpPr>
      <p:grpSpPr>
        <a:xfrm>
          <a:off x="0" y="0"/>
          <a:ext cx="0" cy="0"/>
          <a:chOff x="0" y="0"/>
          <a:chExt cx="0" cy="0"/>
        </a:xfrm>
      </p:grpSpPr>
      <p:sp>
        <p:nvSpPr>
          <p:cNvPr id="29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63" name="Group 1">
            <a:extLst>
              <a:ext uri="{FF2B5EF4-FFF2-40B4-BE49-F238E27FC236}">
                <a16:creationId xmlns:a16="http://schemas.microsoft.com/office/drawing/2014/main" id="{27E58778-6A00-3EBA-5E0C-243C5524CA11}"/>
              </a:ext>
            </a:extLst>
          </p:cNvPr>
          <p:cNvGrpSpPr/>
          <p:nvPr/>
        </p:nvGrpSpPr>
        <p:grpSpPr>
          <a:xfrm>
            <a:off x="660400" y="1318444"/>
            <a:ext cx="10858500" cy="4815656"/>
            <a:chOff x="660400" y="1318444"/>
            <a:chExt cx="10858500" cy="4815656"/>
          </a:xfrm>
        </p:grpSpPr>
        <p:cxnSp>
          <p:nvCxnSpPr>
            <p:cNvPr id="264" name="iśľíḍe">
              <a:extLst>
                <a:ext uri="{FF2B5EF4-FFF2-40B4-BE49-F238E27FC236}">
                  <a16:creationId xmlns:a16="http://schemas.microsoft.com/office/drawing/2014/main" id="{5DF48D04-5E77-6D56-A8B2-4A7D7BBF27AA}"/>
                </a:ext>
              </a:extLst>
            </p:cNvPr>
            <p:cNvCxnSpPr>
              <a:cxnSpLocks/>
            </p:cNvCxnSpPr>
            <p:nvPr/>
          </p:nvCxnSpPr>
          <p:spPr>
            <a:xfrm>
              <a:off x="2657315" y="3450461"/>
              <a:ext cx="1514326" cy="0"/>
            </a:xfrm>
            <a:prstGeom prst="line">
              <a:avLst/>
            </a:prstGeom>
            <a:ln w="3175" cap="rnd">
              <a:solidFill>
                <a:schemeClr val="accent1"/>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cxnSp>
          <p:nvCxnSpPr>
            <p:cNvPr id="265" name="iṣľïḍe">
              <a:extLst>
                <a:ext uri="{FF2B5EF4-FFF2-40B4-BE49-F238E27FC236}">
                  <a16:creationId xmlns:a16="http://schemas.microsoft.com/office/drawing/2014/main" id="{4192FC16-01B7-AA8F-DCA5-12009CC94A5B}"/>
                </a:ext>
              </a:extLst>
            </p:cNvPr>
            <p:cNvCxnSpPr>
              <a:cxnSpLocks/>
            </p:cNvCxnSpPr>
            <p:nvPr/>
          </p:nvCxnSpPr>
          <p:spPr>
            <a:xfrm>
              <a:off x="5332486" y="3450459"/>
              <a:ext cx="1514326" cy="0"/>
            </a:xfrm>
            <a:prstGeom prst="line">
              <a:avLst/>
            </a:prstGeom>
            <a:ln w="3175" cap="rnd">
              <a:solidFill>
                <a:schemeClr val="accent2"/>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sp>
          <p:nvSpPr>
            <p:cNvPr id="266" name="Title">
              <a:extLst>
                <a:ext uri="{FF2B5EF4-FFF2-40B4-BE49-F238E27FC236}">
                  <a16:creationId xmlns:a16="http://schemas.microsoft.com/office/drawing/2014/main" id="{04909BCE-CA96-2A39-E448-54F465834110}"/>
                </a:ext>
              </a:extLst>
            </p:cNvPr>
            <p:cNvSpPr>
              <a:spLocks/>
            </p:cNvSpPr>
            <p:nvPr/>
          </p:nvSpPr>
          <p:spPr>
            <a:xfrm>
              <a:off x="660400" y="1318444"/>
              <a:ext cx="10858500" cy="819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SzPct val="25000"/>
              </a:pPr>
              <a:r>
                <a:rPr lang="zh-CN" altLang="en-US" sz="2400" b="1" dirty="0">
                  <a:solidFill>
                    <a:schemeClr val="tx1"/>
                  </a:solidFill>
                  <a:cs typeface="+mn-ea"/>
                  <a:sym typeface="+mn-lt"/>
                </a:rPr>
                <a:t>单击此处添加长一点的副标题</a:t>
              </a:r>
              <a:endParaRPr lang="en-US" dirty="0"/>
            </a:p>
          </p:txBody>
        </p:sp>
        <p:grpSp>
          <p:nvGrpSpPr>
            <p:cNvPr id="267" name="组合 266">
              <a:extLst>
                <a:ext uri="{FF2B5EF4-FFF2-40B4-BE49-F238E27FC236}">
                  <a16:creationId xmlns:a16="http://schemas.microsoft.com/office/drawing/2014/main" id="{3AEA3693-8E7E-CDFE-877B-A8F60EA3DFEC}"/>
                </a:ext>
              </a:extLst>
            </p:cNvPr>
            <p:cNvGrpSpPr/>
            <p:nvPr/>
          </p:nvGrpSpPr>
          <p:grpSpPr>
            <a:xfrm>
              <a:off x="801464" y="2870038"/>
              <a:ext cx="2550858" cy="3264062"/>
              <a:chOff x="1007944" y="3276438"/>
              <a:chExt cx="2550858" cy="3264062"/>
            </a:xfrm>
          </p:grpSpPr>
          <p:sp>
            <p:nvSpPr>
              <p:cNvPr id="305" name="Text1">
                <a:extLst>
                  <a:ext uri="{FF2B5EF4-FFF2-40B4-BE49-F238E27FC236}">
                    <a16:creationId xmlns:a16="http://schemas.microsoft.com/office/drawing/2014/main" id="{CAEC5AEF-54E6-E78D-299B-C8FE8844952F}"/>
                  </a:ext>
                </a:extLst>
              </p:cNvPr>
              <p:cNvSpPr txBox="1"/>
              <p:nvPr/>
            </p:nvSpPr>
            <p:spPr>
              <a:xfrm>
                <a:off x="1007944"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6" name="Bullet1">
                <a:extLst>
                  <a:ext uri="{FF2B5EF4-FFF2-40B4-BE49-F238E27FC236}">
                    <a16:creationId xmlns:a16="http://schemas.microsoft.com/office/drawing/2014/main" id="{8ED9E9E0-53B4-7794-F401-A6B6F81FD80C}"/>
                  </a:ext>
                </a:extLst>
              </p:cNvPr>
              <p:cNvSpPr txBox="1"/>
              <p:nvPr/>
            </p:nvSpPr>
            <p:spPr>
              <a:xfrm>
                <a:off x="1007944"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7" name="IconBackground1">
                <a:extLst>
                  <a:ext uri="{FF2B5EF4-FFF2-40B4-BE49-F238E27FC236}">
                    <a16:creationId xmlns:a16="http://schemas.microsoft.com/office/drawing/2014/main" id="{3D325CD4-6149-EBA3-9B58-36BA28A02DE3}"/>
                  </a:ext>
                </a:extLst>
              </p:cNvPr>
              <p:cNvSpPr/>
              <p:nvPr/>
            </p:nvSpPr>
            <p:spPr>
              <a:xfrm>
                <a:off x="1816636"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8" name="Shape1">
                <a:extLst>
                  <a:ext uri="{FF2B5EF4-FFF2-40B4-BE49-F238E27FC236}">
                    <a16:creationId xmlns:a16="http://schemas.microsoft.com/office/drawing/2014/main" id="{7CBF4BD7-3B99-478C-A6C6-573D6E56C4D8}"/>
                  </a:ext>
                </a:extLst>
              </p:cNvPr>
              <p:cNvSpPr/>
              <p:nvPr/>
            </p:nvSpPr>
            <p:spPr>
              <a:xfrm>
                <a:off x="1702950"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9" name="Icon1">
                <a:extLst>
                  <a:ext uri="{FF2B5EF4-FFF2-40B4-BE49-F238E27FC236}">
                    <a16:creationId xmlns:a16="http://schemas.microsoft.com/office/drawing/2014/main" id="{A0950F14-6AE8-02DC-4AB4-568BE620144C}"/>
                  </a:ext>
                </a:extLst>
              </p:cNvPr>
              <p:cNvSpPr/>
              <p:nvPr/>
            </p:nvSpPr>
            <p:spPr>
              <a:xfrm>
                <a:off x="2101880" y="3698348"/>
                <a:ext cx="362984" cy="317024"/>
              </a:xfrm>
              <a:custGeom>
                <a:avLst/>
                <a:gdLst>
                  <a:gd name="T0" fmla="*/ 0 w 6537"/>
                  <a:gd name="T1" fmla="*/ 677 h 5719"/>
                  <a:gd name="T2" fmla="*/ 0 w 6537"/>
                  <a:gd name="T3" fmla="*/ 3819 h 5719"/>
                  <a:gd name="T4" fmla="*/ 677 w 6537"/>
                  <a:gd name="T5" fmla="*/ 4496 h 5719"/>
                  <a:gd name="T6" fmla="*/ 828 w 6537"/>
                  <a:gd name="T7" fmla="*/ 4496 h 5719"/>
                  <a:gd name="T8" fmla="*/ 828 w 6537"/>
                  <a:gd name="T9" fmla="*/ 5587 h 5719"/>
                  <a:gd name="T10" fmla="*/ 997 w 6537"/>
                  <a:gd name="T11" fmla="*/ 5656 h 5719"/>
                  <a:gd name="T12" fmla="*/ 2157 w 6537"/>
                  <a:gd name="T13" fmla="*/ 4496 h 5719"/>
                  <a:gd name="T14" fmla="*/ 5860 w 6537"/>
                  <a:gd name="T15" fmla="*/ 4496 h 5719"/>
                  <a:gd name="T16" fmla="*/ 6537 w 6537"/>
                  <a:gd name="T17" fmla="*/ 3819 h 5719"/>
                  <a:gd name="T18" fmla="*/ 6537 w 6537"/>
                  <a:gd name="T19" fmla="*/ 677 h 5719"/>
                  <a:gd name="T20" fmla="*/ 5860 w 6537"/>
                  <a:gd name="T21" fmla="*/ 0 h 5719"/>
                  <a:gd name="T22" fmla="*/ 677 w 6537"/>
                  <a:gd name="T23" fmla="*/ 0 h 5719"/>
                  <a:gd name="T24" fmla="*/ 0 w 6537"/>
                  <a:gd name="T25" fmla="*/ 677 h 5719"/>
                  <a:gd name="T26" fmla="*/ 1329 w 6537"/>
                  <a:gd name="T27" fmla="*/ 3045 h 5719"/>
                  <a:gd name="T28" fmla="*/ 1416 w 6537"/>
                  <a:gd name="T29" fmla="*/ 2959 h 5719"/>
                  <a:gd name="T30" fmla="*/ 3496 w 6537"/>
                  <a:gd name="T31" fmla="*/ 2959 h 5719"/>
                  <a:gd name="T32" fmla="*/ 3583 w 6537"/>
                  <a:gd name="T33" fmla="*/ 3045 h 5719"/>
                  <a:gd name="T34" fmla="*/ 3583 w 6537"/>
                  <a:gd name="T35" fmla="*/ 3388 h 5719"/>
                  <a:gd name="T36" fmla="*/ 3496 w 6537"/>
                  <a:gd name="T37" fmla="*/ 3475 h 5719"/>
                  <a:gd name="T38" fmla="*/ 1415 w 6537"/>
                  <a:gd name="T39" fmla="*/ 3475 h 5719"/>
                  <a:gd name="T40" fmla="*/ 1328 w 6537"/>
                  <a:gd name="T41" fmla="*/ 3388 h 5719"/>
                  <a:gd name="T42" fmla="*/ 1328 w 6537"/>
                  <a:gd name="T43" fmla="*/ 3045 h 5719"/>
                  <a:gd name="T44" fmla="*/ 1329 w 6537"/>
                  <a:gd name="T45" fmla="*/ 3045 h 5719"/>
                  <a:gd name="T46" fmla="*/ 1323 w 6537"/>
                  <a:gd name="T47" fmla="*/ 2077 h 5719"/>
                  <a:gd name="T48" fmla="*/ 1409 w 6537"/>
                  <a:gd name="T49" fmla="*/ 1991 h 5719"/>
                  <a:gd name="T50" fmla="*/ 5128 w 6537"/>
                  <a:gd name="T51" fmla="*/ 1991 h 5719"/>
                  <a:gd name="T52" fmla="*/ 5215 w 6537"/>
                  <a:gd name="T53" fmla="*/ 2077 h 5719"/>
                  <a:gd name="T54" fmla="*/ 5215 w 6537"/>
                  <a:gd name="T55" fmla="*/ 2420 h 5719"/>
                  <a:gd name="T56" fmla="*/ 5128 w 6537"/>
                  <a:gd name="T57" fmla="*/ 2507 h 5719"/>
                  <a:gd name="T58" fmla="*/ 1409 w 6537"/>
                  <a:gd name="T59" fmla="*/ 2507 h 5719"/>
                  <a:gd name="T60" fmla="*/ 1323 w 6537"/>
                  <a:gd name="T61" fmla="*/ 2420 h 5719"/>
                  <a:gd name="T62" fmla="*/ 1323 w 6537"/>
                  <a:gd name="T63" fmla="*/ 2077 h 5719"/>
                  <a:gd name="T64" fmla="*/ 1323 w 6537"/>
                  <a:gd name="T65" fmla="*/ 1109 h 5719"/>
                  <a:gd name="T66" fmla="*/ 1409 w 6537"/>
                  <a:gd name="T67" fmla="*/ 1023 h 5719"/>
                  <a:gd name="T68" fmla="*/ 5128 w 6537"/>
                  <a:gd name="T69" fmla="*/ 1023 h 5719"/>
                  <a:gd name="T70" fmla="*/ 5215 w 6537"/>
                  <a:gd name="T71" fmla="*/ 1109 h 5719"/>
                  <a:gd name="T72" fmla="*/ 5215 w 6537"/>
                  <a:gd name="T73" fmla="*/ 1452 h 5719"/>
                  <a:gd name="T74" fmla="*/ 5128 w 6537"/>
                  <a:gd name="T75" fmla="*/ 1539 h 5719"/>
                  <a:gd name="T76" fmla="*/ 1409 w 6537"/>
                  <a:gd name="T77" fmla="*/ 1539 h 5719"/>
                  <a:gd name="T78" fmla="*/ 1323 w 6537"/>
                  <a:gd name="T79" fmla="*/ 1452 h 5719"/>
                  <a:gd name="T80" fmla="*/ 1323 w 6537"/>
                  <a:gd name="T81" fmla="*/ 1109 h 5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37" h="5719">
                    <a:moveTo>
                      <a:pt x="0" y="677"/>
                    </a:moveTo>
                    <a:lnTo>
                      <a:pt x="0" y="3819"/>
                    </a:lnTo>
                    <a:cubicBezTo>
                      <a:pt x="0" y="4193"/>
                      <a:pt x="303" y="4496"/>
                      <a:pt x="677" y="4496"/>
                    </a:cubicBezTo>
                    <a:lnTo>
                      <a:pt x="828" y="4496"/>
                    </a:lnTo>
                    <a:lnTo>
                      <a:pt x="828" y="5587"/>
                    </a:lnTo>
                    <a:cubicBezTo>
                      <a:pt x="828" y="5675"/>
                      <a:pt x="935" y="5719"/>
                      <a:pt x="997" y="5656"/>
                    </a:cubicBezTo>
                    <a:lnTo>
                      <a:pt x="2157" y="4496"/>
                    </a:lnTo>
                    <a:lnTo>
                      <a:pt x="5860" y="4496"/>
                    </a:lnTo>
                    <a:cubicBezTo>
                      <a:pt x="6235" y="4496"/>
                      <a:pt x="6537" y="4193"/>
                      <a:pt x="6537" y="3819"/>
                    </a:cubicBezTo>
                    <a:lnTo>
                      <a:pt x="6537" y="677"/>
                    </a:lnTo>
                    <a:cubicBezTo>
                      <a:pt x="6537" y="303"/>
                      <a:pt x="6235" y="0"/>
                      <a:pt x="5860" y="0"/>
                    </a:cubicBezTo>
                    <a:lnTo>
                      <a:pt x="677" y="0"/>
                    </a:lnTo>
                    <a:cubicBezTo>
                      <a:pt x="303" y="0"/>
                      <a:pt x="0" y="303"/>
                      <a:pt x="0" y="677"/>
                    </a:cubicBezTo>
                    <a:close/>
                    <a:moveTo>
                      <a:pt x="1329" y="3045"/>
                    </a:moveTo>
                    <a:cubicBezTo>
                      <a:pt x="1329" y="2997"/>
                      <a:pt x="1368" y="2959"/>
                      <a:pt x="1416" y="2959"/>
                    </a:cubicBezTo>
                    <a:lnTo>
                      <a:pt x="3496" y="2959"/>
                    </a:lnTo>
                    <a:cubicBezTo>
                      <a:pt x="3544" y="2959"/>
                      <a:pt x="3583" y="2997"/>
                      <a:pt x="3583" y="3045"/>
                    </a:cubicBezTo>
                    <a:lnTo>
                      <a:pt x="3583" y="3388"/>
                    </a:lnTo>
                    <a:cubicBezTo>
                      <a:pt x="3583" y="3436"/>
                      <a:pt x="3544" y="3475"/>
                      <a:pt x="3496" y="3475"/>
                    </a:cubicBezTo>
                    <a:lnTo>
                      <a:pt x="1415" y="3475"/>
                    </a:lnTo>
                    <a:cubicBezTo>
                      <a:pt x="1367" y="3475"/>
                      <a:pt x="1328" y="3436"/>
                      <a:pt x="1328" y="3388"/>
                    </a:cubicBezTo>
                    <a:lnTo>
                      <a:pt x="1328" y="3045"/>
                    </a:lnTo>
                    <a:lnTo>
                      <a:pt x="1329" y="3045"/>
                    </a:lnTo>
                    <a:close/>
                    <a:moveTo>
                      <a:pt x="1323" y="2077"/>
                    </a:moveTo>
                    <a:cubicBezTo>
                      <a:pt x="1323" y="2029"/>
                      <a:pt x="1361" y="1991"/>
                      <a:pt x="1409" y="1991"/>
                    </a:cubicBezTo>
                    <a:lnTo>
                      <a:pt x="5128" y="1991"/>
                    </a:lnTo>
                    <a:cubicBezTo>
                      <a:pt x="5176" y="1991"/>
                      <a:pt x="5215" y="2029"/>
                      <a:pt x="5215" y="2077"/>
                    </a:cubicBezTo>
                    <a:lnTo>
                      <a:pt x="5215" y="2420"/>
                    </a:lnTo>
                    <a:cubicBezTo>
                      <a:pt x="5215" y="2468"/>
                      <a:pt x="5176" y="2507"/>
                      <a:pt x="5128" y="2507"/>
                    </a:cubicBezTo>
                    <a:lnTo>
                      <a:pt x="1409" y="2507"/>
                    </a:lnTo>
                    <a:cubicBezTo>
                      <a:pt x="1361" y="2507"/>
                      <a:pt x="1323" y="2468"/>
                      <a:pt x="1323" y="2420"/>
                    </a:cubicBezTo>
                    <a:lnTo>
                      <a:pt x="1323" y="2077"/>
                    </a:lnTo>
                    <a:close/>
                    <a:moveTo>
                      <a:pt x="1323" y="1109"/>
                    </a:moveTo>
                    <a:cubicBezTo>
                      <a:pt x="1323" y="1061"/>
                      <a:pt x="1361" y="1023"/>
                      <a:pt x="1409" y="1023"/>
                    </a:cubicBezTo>
                    <a:lnTo>
                      <a:pt x="5128" y="1023"/>
                    </a:lnTo>
                    <a:cubicBezTo>
                      <a:pt x="5176" y="1023"/>
                      <a:pt x="5215" y="1061"/>
                      <a:pt x="5215" y="1109"/>
                    </a:cubicBezTo>
                    <a:lnTo>
                      <a:pt x="5215" y="1452"/>
                    </a:lnTo>
                    <a:cubicBezTo>
                      <a:pt x="5215" y="1500"/>
                      <a:pt x="5176" y="1539"/>
                      <a:pt x="5128" y="1539"/>
                    </a:cubicBezTo>
                    <a:lnTo>
                      <a:pt x="1409" y="1539"/>
                    </a:lnTo>
                    <a:cubicBezTo>
                      <a:pt x="1361" y="1539"/>
                      <a:pt x="1323" y="1500"/>
                      <a:pt x="1323" y="1452"/>
                    </a:cubicBezTo>
                    <a:lnTo>
                      <a:pt x="1323" y="1109"/>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8" name="组合 267">
              <a:extLst>
                <a:ext uri="{FF2B5EF4-FFF2-40B4-BE49-F238E27FC236}">
                  <a16:creationId xmlns:a16="http://schemas.microsoft.com/office/drawing/2014/main" id="{D6237EF0-7BA9-5E7B-22E8-BCD8BF0B909D}"/>
                </a:ext>
              </a:extLst>
            </p:cNvPr>
            <p:cNvGrpSpPr/>
            <p:nvPr/>
          </p:nvGrpSpPr>
          <p:grpSpPr>
            <a:xfrm>
              <a:off x="3476634" y="2870038"/>
              <a:ext cx="2550858" cy="3264062"/>
              <a:chOff x="4820723" y="3276438"/>
              <a:chExt cx="2550858" cy="3264062"/>
            </a:xfrm>
          </p:grpSpPr>
          <p:sp>
            <p:nvSpPr>
              <p:cNvPr id="300" name="Text2">
                <a:extLst>
                  <a:ext uri="{FF2B5EF4-FFF2-40B4-BE49-F238E27FC236}">
                    <a16:creationId xmlns:a16="http://schemas.microsoft.com/office/drawing/2014/main" id="{46D1DAF1-0AF3-9F52-93F2-05314F26F13A}"/>
                  </a:ext>
                </a:extLst>
              </p:cNvPr>
              <p:cNvSpPr txBox="1"/>
              <p:nvPr/>
            </p:nvSpPr>
            <p:spPr>
              <a:xfrm>
                <a:off x="4820723"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301" name="Bullet2">
                <a:extLst>
                  <a:ext uri="{FF2B5EF4-FFF2-40B4-BE49-F238E27FC236}">
                    <a16:creationId xmlns:a16="http://schemas.microsoft.com/office/drawing/2014/main" id="{B61DEAC9-0DB4-942C-1353-0E79A26BC732}"/>
                  </a:ext>
                </a:extLst>
              </p:cNvPr>
              <p:cNvSpPr txBox="1"/>
              <p:nvPr/>
            </p:nvSpPr>
            <p:spPr>
              <a:xfrm>
                <a:off x="4820723"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302" name="IconBackground2">
                <a:extLst>
                  <a:ext uri="{FF2B5EF4-FFF2-40B4-BE49-F238E27FC236}">
                    <a16:creationId xmlns:a16="http://schemas.microsoft.com/office/drawing/2014/main" id="{A9DDFE89-3A73-FC7C-9F8A-832AB0EA9C3E}"/>
                  </a:ext>
                </a:extLst>
              </p:cNvPr>
              <p:cNvSpPr/>
              <p:nvPr/>
            </p:nvSpPr>
            <p:spPr>
              <a:xfrm>
                <a:off x="5629415"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303" name="Shape2">
                <a:extLst>
                  <a:ext uri="{FF2B5EF4-FFF2-40B4-BE49-F238E27FC236}">
                    <a16:creationId xmlns:a16="http://schemas.microsoft.com/office/drawing/2014/main" id="{85C275C2-0518-0919-5E0A-5EAAF6782DB8}"/>
                  </a:ext>
                </a:extLst>
              </p:cNvPr>
              <p:cNvSpPr/>
              <p:nvPr/>
            </p:nvSpPr>
            <p:spPr>
              <a:xfrm>
                <a:off x="5515729"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304" name="Icon2">
                <a:extLst>
                  <a:ext uri="{FF2B5EF4-FFF2-40B4-BE49-F238E27FC236}">
                    <a16:creationId xmlns:a16="http://schemas.microsoft.com/office/drawing/2014/main" id="{69BF7B54-5AAF-ED3C-6C31-0A746EADB075}"/>
                  </a:ext>
                </a:extLst>
              </p:cNvPr>
              <p:cNvSpPr/>
              <p:nvPr/>
            </p:nvSpPr>
            <p:spPr>
              <a:xfrm>
                <a:off x="5905112" y="3708982"/>
                <a:ext cx="382080" cy="295756"/>
              </a:xfrm>
              <a:custGeom>
                <a:avLst/>
                <a:gdLst>
                  <a:gd name="T0" fmla="*/ 593 w 601"/>
                  <a:gd name="T1" fmla="*/ 112 h 466"/>
                  <a:gd name="T2" fmla="*/ 567 w 601"/>
                  <a:gd name="T3" fmla="*/ 100 h 466"/>
                  <a:gd name="T4" fmla="*/ 533 w 601"/>
                  <a:gd name="T5" fmla="*/ 100 h 466"/>
                  <a:gd name="T6" fmla="*/ 500 w 601"/>
                  <a:gd name="T7" fmla="*/ 66 h 466"/>
                  <a:gd name="T8" fmla="*/ 467 w 601"/>
                  <a:gd name="T9" fmla="*/ 66 h 466"/>
                  <a:gd name="T10" fmla="*/ 467 w 601"/>
                  <a:gd name="T11" fmla="*/ 33 h 466"/>
                  <a:gd name="T12" fmla="*/ 433 w 601"/>
                  <a:gd name="T13" fmla="*/ 0 h 466"/>
                  <a:gd name="T14" fmla="*/ 33 w 601"/>
                  <a:gd name="T15" fmla="*/ 0 h 466"/>
                  <a:gd name="T16" fmla="*/ 0 w 601"/>
                  <a:gd name="T17" fmla="*/ 33 h 466"/>
                  <a:gd name="T18" fmla="*/ 0 w 601"/>
                  <a:gd name="T19" fmla="*/ 433 h 466"/>
                  <a:gd name="T20" fmla="*/ 33 w 601"/>
                  <a:gd name="T21" fmla="*/ 466 h 466"/>
                  <a:gd name="T22" fmla="*/ 100 w 601"/>
                  <a:gd name="T23" fmla="*/ 466 h 466"/>
                  <a:gd name="T24" fmla="*/ 258 w 601"/>
                  <a:gd name="T25" fmla="*/ 466 h 466"/>
                  <a:gd name="T26" fmla="*/ 258 w 601"/>
                  <a:gd name="T27" fmla="*/ 347 h 466"/>
                  <a:gd name="T28" fmla="*/ 216 w 601"/>
                  <a:gd name="T29" fmla="*/ 347 h 466"/>
                  <a:gd name="T30" fmla="*/ 201 w 601"/>
                  <a:gd name="T31" fmla="*/ 337 h 466"/>
                  <a:gd name="T32" fmla="*/ 205 w 601"/>
                  <a:gd name="T33" fmla="*/ 319 h 466"/>
                  <a:gd name="T34" fmla="*/ 321 w 601"/>
                  <a:gd name="T35" fmla="*/ 202 h 466"/>
                  <a:gd name="T36" fmla="*/ 345 w 601"/>
                  <a:gd name="T37" fmla="*/ 202 h 466"/>
                  <a:gd name="T38" fmla="*/ 462 w 601"/>
                  <a:gd name="T39" fmla="*/ 319 h 466"/>
                  <a:gd name="T40" fmla="*/ 465 w 601"/>
                  <a:gd name="T41" fmla="*/ 337 h 466"/>
                  <a:gd name="T42" fmla="*/ 450 w 601"/>
                  <a:gd name="T43" fmla="*/ 347 h 466"/>
                  <a:gd name="T44" fmla="*/ 408 w 601"/>
                  <a:gd name="T45" fmla="*/ 347 h 466"/>
                  <a:gd name="T46" fmla="*/ 408 w 601"/>
                  <a:gd name="T47" fmla="*/ 466 h 466"/>
                  <a:gd name="T48" fmla="*/ 433 w 601"/>
                  <a:gd name="T49" fmla="*/ 466 h 466"/>
                  <a:gd name="T50" fmla="*/ 500 w 601"/>
                  <a:gd name="T51" fmla="*/ 466 h 466"/>
                  <a:gd name="T52" fmla="*/ 533 w 601"/>
                  <a:gd name="T53" fmla="*/ 440 h 466"/>
                  <a:gd name="T54" fmla="*/ 599 w 601"/>
                  <a:gd name="T55" fmla="*/ 140 h 466"/>
                  <a:gd name="T56" fmla="*/ 593 w 601"/>
                  <a:gd name="T57" fmla="*/ 112 h 466"/>
                  <a:gd name="T58" fmla="*/ 433 w 601"/>
                  <a:gd name="T59" fmla="*/ 66 h 466"/>
                  <a:gd name="T60" fmla="*/ 400 w 601"/>
                  <a:gd name="T61" fmla="*/ 66 h 466"/>
                  <a:gd name="T62" fmla="*/ 367 w 601"/>
                  <a:gd name="T63" fmla="*/ 100 h 466"/>
                  <a:gd name="T64" fmla="*/ 167 w 601"/>
                  <a:gd name="T65" fmla="*/ 100 h 466"/>
                  <a:gd name="T66" fmla="*/ 134 w 601"/>
                  <a:gd name="T67" fmla="*/ 126 h 466"/>
                  <a:gd name="T68" fmla="*/ 67 w 601"/>
                  <a:gd name="T69" fmla="*/ 426 h 466"/>
                  <a:gd name="T70" fmla="*/ 67 w 601"/>
                  <a:gd name="T71" fmla="*/ 433 h 466"/>
                  <a:gd name="T72" fmla="*/ 33 w 601"/>
                  <a:gd name="T73" fmla="*/ 433 h 466"/>
                  <a:gd name="T74" fmla="*/ 33 w 601"/>
                  <a:gd name="T75" fmla="*/ 33 h 466"/>
                  <a:gd name="T76" fmla="*/ 433 w 601"/>
                  <a:gd name="T77" fmla="*/ 33 h 466"/>
                  <a:gd name="T78" fmla="*/ 433 w 601"/>
                  <a:gd name="T79" fmla="*/ 66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01" h="466">
                    <a:moveTo>
                      <a:pt x="593" y="112"/>
                    </a:moveTo>
                    <a:cubicBezTo>
                      <a:pt x="586" y="104"/>
                      <a:pt x="577" y="100"/>
                      <a:pt x="567" y="100"/>
                    </a:cubicBezTo>
                    <a:lnTo>
                      <a:pt x="533" y="100"/>
                    </a:lnTo>
                    <a:cubicBezTo>
                      <a:pt x="533" y="81"/>
                      <a:pt x="518" y="66"/>
                      <a:pt x="500" y="66"/>
                    </a:cubicBezTo>
                    <a:lnTo>
                      <a:pt x="467" y="66"/>
                    </a:lnTo>
                    <a:lnTo>
                      <a:pt x="467" y="33"/>
                    </a:lnTo>
                    <a:cubicBezTo>
                      <a:pt x="467" y="15"/>
                      <a:pt x="452" y="0"/>
                      <a:pt x="433" y="0"/>
                    </a:cubicBezTo>
                    <a:lnTo>
                      <a:pt x="33" y="0"/>
                    </a:lnTo>
                    <a:cubicBezTo>
                      <a:pt x="15" y="0"/>
                      <a:pt x="0" y="15"/>
                      <a:pt x="0" y="33"/>
                    </a:cubicBezTo>
                    <a:lnTo>
                      <a:pt x="0" y="433"/>
                    </a:lnTo>
                    <a:cubicBezTo>
                      <a:pt x="0" y="451"/>
                      <a:pt x="15" y="466"/>
                      <a:pt x="33" y="466"/>
                    </a:cubicBezTo>
                    <a:lnTo>
                      <a:pt x="100" y="466"/>
                    </a:lnTo>
                    <a:lnTo>
                      <a:pt x="258" y="466"/>
                    </a:lnTo>
                    <a:lnTo>
                      <a:pt x="258" y="347"/>
                    </a:lnTo>
                    <a:lnTo>
                      <a:pt x="216" y="347"/>
                    </a:lnTo>
                    <a:cubicBezTo>
                      <a:pt x="210" y="347"/>
                      <a:pt x="204" y="343"/>
                      <a:pt x="201" y="337"/>
                    </a:cubicBezTo>
                    <a:cubicBezTo>
                      <a:pt x="198" y="331"/>
                      <a:pt x="200" y="324"/>
                      <a:pt x="205" y="319"/>
                    </a:cubicBezTo>
                    <a:lnTo>
                      <a:pt x="321" y="202"/>
                    </a:lnTo>
                    <a:cubicBezTo>
                      <a:pt x="328" y="196"/>
                      <a:pt x="338" y="196"/>
                      <a:pt x="345" y="202"/>
                    </a:cubicBezTo>
                    <a:lnTo>
                      <a:pt x="462" y="319"/>
                    </a:lnTo>
                    <a:cubicBezTo>
                      <a:pt x="466" y="324"/>
                      <a:pt x="468" y="331"/>
                      <a:pt x="465" y="337"/>
                    </a:cubicBezTo>
                    <a:cubicBezTo>
                      <a:pt x="463" y="343"/>
                      <a:pt x="457" y="347"/>
                      <a:pt x="450" y="347"/>
                    </a:cubicBezTo>
                    <a:lnTo>
                      <a:pt x="408" y="347"/>
                    </a:lnTo>
                    <a:lnTo>
                      <a:pt x="408" y="466"/>
                    </a:lnTo>
                    <a:lnTo>
                      <a:pt x="433" y="466"/>
                    </a:lnTo>
                    <a:lnTo>
                      <a:pt x="500" y="466"/>
                    </a:lnTo>
                    <a:cubicBezTo>
                      <a:pt x="516" y="466"/>
                      <a:pt x="529" y="455"/>
                      <a:pt x="533" y="440"/>
                    </a:cubicBezTo>
                    <a:lnTo>
                      <a:pt x="599" y="140"/>
                    </a:lnTo>
                    <a:cubicBezTo>
                      <a:pt x="601" y="130"/>
                      <a:pt x="599" y="120"/>
                      <a:pt x="593" y="112"/>
                    </a:cubicBezTo>
                    <a:close/>
                    <a:moveTo>
                      <a:pt x="433" y="66"/>
                    </a:moveTo>
                    <a:lnTo>
                      <a:pt x="400" y="66"/>
                    </a:lnTo>
                    <a:cubicBezTo>
                      <a:pt x="382" y="66"/>
                      <a:pt x="367" y="81"/>
                      <a:pt x="367" y="100"/>
                    </a:cubicBezTo>
                    <a:lnTo>
                      <a:pt x="167" y="100"/>
                    </a:lnTo>
                    <a:cubicBezTo>
                      <a:pt x="151" y="100"/>
                      <a:pt x="138" y="111"/>
                      <a:pt x="134" y="126"/>
                    </a:cubicBezTo>
                    <a:lnTo>
                      <a:pt x="67" y="426"/>
                    </a:lnTo>
                    <a:cubicBezTo>
                      <a:pt x="67" y="428"/>
                      <a:pt x="67" y="431"/>
                      <a:pt x="67" y="433"/>
                    </a:cubicBezTo>
                    <a:lnTo>
                      <a:pt x="33" y="433"/>
                    </a:lnTo>
                    <a:lnTo>
                      <a:pt x="33" y="33"/>
                    </a:lnTo>
                    <a:lnTo>
                      <a:pt x="433" y="33"/>
                    </a:lnTo>
                    <a:lnTo>
                      <a:pt x="433" y="66"/>
                    </a:ln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69" name="组合 268">
              <a:extLst>
                <a:ext uri="{FF2B5EF4-FFF2-40B4-BE49-F238E27FC236}">
                  <a16:creationId xmlns:a16="http://schemas.microsoft.com/office/drawing/2014/main" id="{69CE305D-6364-0CC6-45B1-0742336EC9B3}"/>
                </a:ext>
              </a:extLst>
            </p:cNvPr>
            <p:cNvGrpSpPr/>
            <p:nvPr/>
          </p:nvGrpSpPr>
          <p:grpSpPr>
            <a:xfrm>
              <a:off x="6151807" y="2870038"/>
              <a:ext cx="2550858" cy="3264062"/>
              <a:chOff x="8633501" y="3276438"/>
              <a:chExt cx="2550858" cy="3264062"/>
            </a:xfrm>
          </p:grpSpPr>
          <p:sp>
            <p:nvSpPr>
              <p:cNvPr id="295" name="Text3">
                <a:extLst>
                  <a:ext uri="{FF2B5EF4-FFF2-40B4-BE49-F238E27FC236}">
                    <a16:creationId xmlns:a16="http://schemas.microsoft.com/office/drawing/2014/main" id="{C047255C-F48C-4DE5-6470-0012E699C9D5}"/>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6" name="Bullet3">
                <a:extLst>
                  <a:ext uri="{FF2B5EF4-FFF2-40B4-BE49-F238E27FC236}">
                    <a16:creationId xmlns:a16="http://schemas.microsoft.com/office/drawing/2014/main" id="{062F44B6-22CC-B767-F3A6-04452B2E35BB}"/>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7" name="IconBackground3">
                <a:extLst>
                  <a:ext uri="{FF2B5EF4-FFF2-40B4-BE49-F238E27FC236}">
                    <a16:creationId xmlns:a16="http://schemas.microsoft.com/office/drawing/2014/main" id="{E9B04A2C-EE69-12ED-59B7-6CFC684A05DC}"/>
                  </a:ext>
                </a:extLst>
              </p:cNvPr>
              <p:cNvSpPr/>
              <p:nvPr/>
            </p:nvSpPr>
            <p:spPr>
              <a:xfrm>
                <a:off x="9442192" y="3390124"/>
                <a:ext cx="933473" cy="933473"/>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8" name="Shape3">
                <a:extLst>
                  <a:ext uri="{FF2B5EF4-FFF2-40B4-BE49-F238E27FC236}">
                    <a16:creationId xmlns:a16="http://schemas.microsoft.com/office/drawing/2014/main" id="{7572C609-9676-6D47-4AC3-0FBE3FDD56BC}"/>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9" name="Icon3">
                <a:extLst>
                  <a:ext uri="{FF2B5EF4-FFF2-40B4-BE49-F238E27FC236}">
                    <a16:creationId xmlns:a16="http://schemas.microsoft.com/office/drawing/2014/main" id="{3ADB4EF8-D121-EB83-572D-E345FBC30AB1}"/>
                  </a:ext>
                </a:extLst>
              </p:cNvPr>
              <p:cNvSpPr/>
              <p:nvPr/>
            </p:nvSpPr>
            <p:spPr>
              <a:xfrm>
                <a:off x="9725115" y="3673047"/>
                <a:ext cx="367628" cy="367626"/>
              </a:xfrm>
              <a:custGeom>
                <a:avLst/>
                <a:gdLst>
                  <a:gd name="T0" fmla="*/ 10650 w 12800"/>
                  <a:gd name="T1" fmla="*/ 5963 h 12800"/>
                  <a:gd name="T2" fmla="*/ 10342 w 12800"/>
                  <a:gd name="T3" fmla="*/ 5356 h 12800"/>
                  <a:gd name="T4" fmla="*/ 9592 w 12800"/>
                  <a:gd name="T5" fmla="*/ 5104 h 12800"/>
                  <a:gd name="T6" fmla="*/ 3191 w 12800"/>
                  <a:gd name="T7" fmla="*/ 5104 h 12800"/>
                  <a:gd name="T8" fmla="*/ 2440 w 12800"/>
                  <a:gd name="T9" fmla="*/ 5356 h 12800"/>
                  <a:gd name="T10" fmla="*/ 2133 w 12800"/>
                  <a:gd name="T11" fmla="*/ 5963 h 12800"/>
                  <a:gd name="T12" fmla="*/ 2440 w 12800"/>
                  <a:gd name="T13" fmla="*/ 6564 h 12800"/>
                  <a:gd name="T14" fmla="*/ 3191 w 12800"/>
                  <a:gd name="T15" fmla="*/ 6809 h 12800"/>
                  <a:gd name="T16" fmla="*/ 9592 w 12800"/>
                  <a:gd name="T17" fmla="*/ 6809 h 12800"/>
                  <a:gd name="T18" fmla="*/ 10342 w 12800"/>
                  <a:gd name="T19" fmla="*/ 6564 h 12800"/>
                  <a:gd name="T20" fmla="*/ 10650 w 12800"/>
                  <a:gd name="T21" fmla="*/ 5963 h 12800"/>
                  <a:gd name="T22" fmla="*/ 9592 w 12800"/>
                  <a:gd name="T23" fmla="*/ 10221 h 12800"/>
                  <a:gd name="T24" fmla="*/ 10342 w 12800"/>
                  <a:gd name="T25" fmla="*/ 9968 h 12800"/>
                  <a:gd name="T26" fmla="*/ 10650 w 12800"/>
                  <a:gd name="T27" fmla="*/ 9361 h 12800"/>
                  <a:gd name="T28" fmla="*/ 10342 w 12800"/>
                  <a:gd name="T29" fmla="*/ 8761 h 12800"/>
                  <a:gd name="T30" fmla="*/ 9592 w 12800"/>
                  <a:gd name="T31" fmla="*/ 8515 h 12800"/>
                  <a:gd name="T32" fmla="*/ 3191 w 12800"/>
                  <a:gd name="T33" fmla="*/ 8515 h 12800"/>
                  <a:gd name="T34" fmla="*/ 2440 w 12800"/>
                  <a:gd name="T35" fmla="*/ 8761 h 12800"/>
                  <a:gd name="T36" fmla="*/ 2133 w 12800"/>
                  <a:gd name="T37" fmla="*/ 9361 h 12800"/>
                  <a:gd name="T38" fmla="*/ 2440 w 12800"/>
                  <a:gd name="T39" fmla="*/ 9968 h 12800"/>
                  <a:gd name="T40" fmla="*/ 3191 w 12800"/>
                  <a:gd name="T41" fmla="*/ 10221 h 12800"/>
                  <a:gd name="T42" fmla="*/ 9592 w 12800"/>
                  <a:gd name="T43" fmla="*/ 10221 h 12800"/>
                  <a:gd name="T44" fmla="*/ 8516 w 12800"/>
                  <a:gd name="T45" fmla="*/ 1706 h 12800"/>
                  <a:gd name="T46" fmla="*/ 8619 w 12800"/>
                  <a:gd name="T47" fmla="*/ 2272 h 12800"/>
                  <a:gd name="T48" fmla="*/ 8943 w 12800"/>
                  <a:gd name="T49" fmla="*/ 2818 h 12800"/>
                  <a:gd name="T50" fmla="*/ 9506 w 12800"/>
                  <a:gd name="T51" fmla="*/ 3234 h 12800"/>
                  <a:gd name="T52" fmla="*/ 10308 w 12800"/>
                  <a:gd name="T53" fmla="*/ 3398 h 12800"/>
                  <a:gd name="T54" fmla="*/ 12800 w 12800"/>
                  <a:gd name="T55" fmla="*/ 3398 h 12800"/>
                  <a:gd name="T56" fmla="*/ 12800 w 12800"/>
                  <a:gd name="T57" fmla="*/ 11094 h 12800"/>
                  <a:gd name="T58" fmla="*/ 12604 w 12800"/>
                  <a:gd name="T59" fmla="*/ 11804 h 12800"/>
                  <a:gd name="T60" fmla="*/ 12083 w 12800"/>
                  <a:gd name="T61" fmla="*/ 12336 h 12800"/>
                  <a:gd name="T62" fmla="*/ 11366 w 12800"/>
                  <a:gd name="T63" fmla="*/ 12677 h 12800"/>
                  <a:gd name="T64" fmla="*/ 10598 w 12800"/>
                  <a:gd name="T65" fmla="*/ 12800 h 12800"/>
                  <a:gd name="T66" fmla="*/ 2202 w 12800"/>
                  <a:gd name="T67" fmla="*/ 12800 h 12800"/>
                  <a:gd name="T68" fmla="*/ 1493 w 12800"/>
                  <a:gd name="T69" fmla="*/ 12650 h 12800"/>
                  <a:gd name="T70" fmla="*/ 776 w 12800"/>
                  <a:gd name="T71" fmla="*/ 12254 h 12800"/>
                  <a:gd name="T72" fmla="*/ 222 w 12800"/>
                  <a:gd name="T73" fmla="*/ 11695 h 12800"/>
                  <a:gd name="T74" fmla="*/ 0 w 12800"/>
                  <a:gd name="T75" fmla="*/ 11040 h 12800"/>
                  <a:gd name="T76" fmla="*/ 0 w 12800"/>
                  <a:gd name="T77" fmla="*/ 1760 h 12800"/>
                  <a:gd name="T78" fmla="*/ 162 w 12800"/>
                  <a:gd name="T79" fmla="*/ 1167 h 12800"/>
                  <a:gd name="T80" fmla="*/ 606 w 12800"/>
                  <a:gd name="T81" fmla="*/ 600 h 12800"/>
                  <a:gd name="T82" fmla="*/ 1246 w 12800"/>
                  <a:gd name="T83" fmla="*/ 171 h 12800"/>
                  <a:gd name="T84" fmla="*/ 1997 w 12800"/>
                  <a:gd name="T85" fmla="*/ 0 h 12800"/>
                  <a:gd name="T86" fmla="*/ 8516 w 12800"/>
                  <a:gd name="T87" fmla="*/ 0 h 12800"/>
                  <a:gd name="T88" fmla="*/ 8516 w 12800"/>
                  <a:gd name="T89" fmla="*/ 1706 h 12800"/>
                  <a:gd name="T90" fmla="*/ 11435 w 12800"/>
                  <a:gd name="T91" fmla="*/ 914 h 12800"/>
                  <a:gd name="T92" fmla="*/ 12168 w 12800"/>
                  <a:gd name="T93" fmla="*/ 1481 h 12800"/>
                  <a:gd name="T94" fmla="*/ 12587 w 12800"/>
                  <a:gd name="T95" fmla="*/ 1863 h 12800"/>
                  <a:gd name="T96" fmla="*/ 12766 w 12800"/>
                  <a:gd name="T97" fmla="*/ 2129 h 12800"/>
                  <a:gd name="T98" fmla="*/ 12800 w 12800"/>
                  <a:gd name="T99" fmla="*/ 2320 h 12800"/>
                  <a:gd name="T100" fmla="*/ 12800 w 12800"/>
                  <a:gd name="T101" fmla="*/ 2538 h 12800"/>
                  <a:gd name="T102" fmla="*/ 10274 w 12800"/>
                  <a:gd name="T103" fmla="*/ 2538 h 12800"/>
                  <a:gd name="T104" fmla="*/ 9976 w 12800"/>
                  <a:gd name="T105" fmla="*/ 2436 h 12800"/>
                  <a:gd name="T106" fmla="*/ 9762 w 12800"/>
                  <a:gd name="T107" fmla="*/ 2197 h 12800"/>
                  <a:gd name="T108" fmla="*/ 9634 w 12800"/>
                  <a:gd name="T109" fmla="*/ 1917 h 12800"/>
                  <a:gd name="T110" fmla="*/ 9592 w 12800"/>
                  <a:gd name="T111" fmla="*/ 1692 h 12800"/>
                  <a:gd name="T112" fmla="*/ 9592 w 12800"/>
                  <a:gd name="T113" fmla="*/ 0 h 12800"/>
                  <a:gd name="T114" fmla="*/ 9643 w 12800"/>
                  <a:gd name="T115" fmla="*/ 0 h 12800"/>
                  <a:gd name="T116" fmla="*/ 9924 w 12800"/>
                  <a:gd name="T117" fmla="*/ 34 h 12800"/>
                  <a:gd name="T118" fmla="*/ 10257 w 12800"/>
                  <a:gd name="T119" fmla="*/ 164 h 12800"/>
                  <a:gd name="T120" fmla="*/ 10726 w 12800"/>
                  <a:gd name="T121" fmla="*/ 437 h 12800"/>
                  <a:gd name="T122" fmla="*/ 11435 w 12800"/>
                  <a:gd name="T123" fmla="*/ 914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00" h="12800">
                    <a:moveTo>
                      <a:pt x="10650" y="5963"/>
                    </a:moveTo>
                    <a:cubicBezTo>
                      <a:pt x="10650" y="5727"/>
                      <a:pt x="10547" y="5524"/>
                      <a:pt x="10342" y="5356"/>
                    </a:cubicBezTo>
                    <a:cubicBezTo>
                      <a:pt x="10138" y="5188"/>
                      <a:pt x="9887" y="5104"/>
                      <a:pt x="9592" y="5104"/>
                    </a:cubicBezTo>
                    <a:lnTo>
                      <a:pt x="3191" y="5104"/>
                    </a:lnTo>
                    <a:cubicBezTo>
                      <a:pt x="2896" y="5104"/>
                      <a:pt x="2645" y="5188"/>
                      <a:pt x="2440" y="5356"/>
                    </a:cubicBezTo>
                    <a:cubicBezTo>
                      <a:pt x="2236" y="5524"/>
                      <a:pt x="2133" y="5727"/>
                      <a:pt x="2133" y="5963"/>
                    </a:cubicBezTo>
                    <a:cubicBezTo>
                      <a:pt x="2133" y="6200"/>
                      <a:pt x="2236" y="6400"/>
                      <a:pt x="2440" y="6564"/>
                    </a:cubicBezTo>
                    <a:cubicBezTo>
                      <a:pt x="2645" y="6727"/>
                      <a:pt x="2896" y="6809"/>
                      <a:pt x="3191" y="6809"/>
                    </a:cubicBezTo>
                    <a:lnTo>
                      <a:pt x="9592" y="6809"/>
                    </a:lnTo>
                    <a:cubicBezTo>
                      <a:pt x="9887" y="6809"/>
                      <a:pt x="10138" y="6727"/>
                      <a:pt x="10342" y="6564"/>
                    </a:cubicBezTo>
                    <a:cubicBezTo>
                      <a:pt x="10547" y="6400"/>
                      <a:pt x="10650" y="6200"/>
                      <a:pt x="10650" y="5963"/>
                    </a:cubicBezTo>
                    <a:close/>
                    <a:moveTo>
                      <a:pt x="9592" y="10221"/>
                    </a:moveTo>
                    <a:cubicBezTo>
                      <a:pt x="9887" y="10221"/>
                      <a:pt x="10138" y="10137"/>
                      <a:pt x="10342" y="9968"/>
                    </a:cubicBezTo>
                    <a:cubicBezTo>
                      <a:pt x="10547" y="9800"/>
                      <a:pt x="10650" y="9598"/>
                      <a:pt x="10650" y="9361"/>
                    </a:cubicBezTo>
                    <a:cubicBezTo>
                      <a:pt x="10650" y="9125"/>
                      <a:pt x="10547" y="8925"/>
                      <a:pt x="10342" y="8761"/>
                    </a:cubicBezTo>
                    <a:cubicBezTo>
                      <a:pt x="10138" y="8597"/>
                      <a:pt x="9887" y="8515"/>
                      <a:pt x="9592" y="8515"/>
                    </a:cubicBezTo>
                    <a:lnTo>
                      <a:pt x="3191" y="8515"/>
                    </a:lnTo>
                    <a:cubicBezTo>
                      <a:pt x="2896" y="8515"/>
                      <a:pt x="2645" y="8597"/>
                      <a:pt x="2440" y="8761"/>
                    </a:cubicBezTo>
                    <a:cubicBezTo>
                      <a:pt x="2236" y="8925"/>
                      <a:pt x="2133" y="9125"/>
                      <a:pt x="2133" y="9361"/>
                    </a:cubicBezTo>
                    <a:cubicBezTo>
                      <a:pt x="2133" y="9598"/>
                      <a:pt x="2236" y="9800"/>
                      <a:pt x="2440" y="9968"/>
                    </a:cubicBezTo>
                    <a:cubicBezTo>
                      <a:pt x="2645" y="10137"/>
                      <a:pt x="2896" y="10221"/>
                      <a:pt x="3191" y="10221"/>
                    </a:cubicBezTo>
                    <a:lnTo>
                      <a:pt x="9592" y="10221"/>
                    </a:lnTo>
                    <a:close/>
                    <a:moveTo>
                      <a:pt x="8516" y="1706"/>
                    </a:moveTo>
                    <a:cubicBezTo>
                      <a:pt x="8516" y="1888"/>
                      <a:pt x="8550" y="2076"/>
                      <a:pt x="8619" y="2272"/>
                    </a:cubicBezTo>
                    <a:cubicBezTo>
                      <a:pt x="8687" y="2468"/>
                      <a:pt x="8795" y="2650"/>
                      <a:pt x="8943" y="2818"/>
                    </a:cubicBezTo>
                    <a:cubicBezTo>
                      <a:pt x="9091" y="2986"/>
                      <a:pt x="9279" y="3125"/>
                      <a:pt x="9506" y="3234"/>
                    </a:cubicBezTo>
                    <a:cubicBezTo>
                      <a:pt x="9734" y="3343"/>
                      <a:pt x="10001" y="3398"/>
                      <a:pt x="10308" y="3398"/>
                    </a:cubicBezTo>
                    <a:lnTo>
                      <a:pt x="12800" y="3398"/>
                    </a:lnTo>
                    <a:lnTo>
                      <a:pt x="12800" y="11094"/>
                    </a:lnTo>
                    <a:cubicBezTo>
                      <a:pt x="12800" y="11358"/>
                      <a:pt x="12735" y="11595"/>
                      <a:pt x="12604" y="11804"/>
                    </a:cubicBezTo>
                    <a:cubicBezTo>
                      <a:pt x="12473" y="12013"/>
                      <a:pt x="12299" y="12190"/>
                      <a:pt x="12083" y="12336"/>
                    </a:cubicBezTo>
                    <a:cubicBezTo>
                      <a:pt x="11867" y="12482"/>
                      <a:pt x="11628" y="12595"/>
                      <a:pt x="11366" y="12677"/>
                    </a:cubicBezTo>
                    <a:cubicBezTo>
                      <a:pt x="11105" y="12759"/>
                      <a:pt x="10849" y="12800"/>
                      <a:pt x="10598" y="12800"/>
                    </a:cubicBezTo>
                    <a:lnTo>
                      <a:pt x="2202" y="12800"/>
                    </a:lnTo>
                    <a:cubicBezTo>
                      <a:pt x="1985" y="12800"/>
                      <a:pt x="1749" y="12750"/>
                      <a:pt x="1493" y="12650"/>
                    </a:cubicBezTo>
                    <a:cubicBezTo>
                      <a:pt x="1237" y="12550"/>
                      <a:pt x="998" y="12418"/>
                      <a:pt x="776" y="12254"/>
                    </a:cubicBezTo>
                    <a:cubicBezTo>
                      <a:pt x="555" y="12090"/>
                      <a:pt x="370" y="11904"/>
                      <a:pt x="222" y="11695"/>
                    </a:cubicBezTo>
                    <a:cubicBezTo>
                      <a:pt x="74" y="11485"/>
                      <a:pt x="0" y="11267"/>
                      <a:pt x="0" y="11040"/>
                    </a:cubicBezTo>
                    <a:lnTo>
                      <a:pt x="0" y="1760"/>
                    </a:lnTo>
                    <a:cubicBezTo>
                      <a:pt x="0" y="1569"/>
                      <a:pt x="54" y="1371"/>
                      <a:pt x="162" y="1167"/>
                    </a:cubicBezTo>
                    <a:cubicBezTo>
                      <a:pt x="270" y="962"/>
                      <a:pt x="418" y="773"/>
                      <a:pt x="606" y="600"/>
                    </a:cubicBezTo>
                    <a:cubicBezTo>
                      <a:pt x="794" y="428"/>
                      <a:pt x="1007" y="284"/>
                      <a:pt x="1246" y="171"/>
                    </a:cubicBezTo>
                    <a:cubicBezTo>
                      <a:pt x="1485" y="57"/>
                      <a:pt x="1735" y="0"/>
                      <a:pt x="1997" y="0"/>
                    </a:cubicBezTo>
                    <a:lnTo>
                      <a:pt x="8516" y="0"/>
                    </a:lnTo>
                    <a:lnTo>
                      <a:pt x="8516" y="1706"/>
                    </a:lnTo>
                    <a:close/>
                    <a:moveTo>
                      <a:pt x="11435" y="914"/>
                    </a:moveTo>
                    <a:cubicBezTo>
                      <a:pt x="11742" y="1142"/>
                      <a:pt x="11986" y="1330"/>
                      <a:pt x="12168" y="1481"/>
                    </a:cubicBezTo>
                    <a:cubicBezTo>
                      <a:pt x="12351" y="1631"/>
                      <a:pt x="12490" y="1758"/>
                      <a:pt x="12587" y="1863"/>
                    </a:cubicBezTo>
                    <a:cubicBezTo>
                      <a:pt x="12683" y="1967"/>
                      <a:pt x="12743" y="2056"/>
                      <a:pt x="12766" y="2129"/>
                    </a:cubicBezTo>
                    <a:cubicBezTo>
                      <a:pt x="12789" y="2201"/>
                      <a:pt x="12800" y="2265"/>
                      <a:pt x="12800" y="2320"/>
                    </a:cubicBezTo>
                    <a:lnTo>
                      <a:pt x="12800" y="2538"/>
                    </a:lnTo>
                    <a:lnTo>
                      <a:pt x="10274" y="2538"/>
                    </a:lnTo>
                    <a:cubicBezTo>
                      <a:pt x="10160" y="2538"/>
                      <a:pt x="10061" y="2504"/>
                      <a:pt x="9976" y="2436"/>
                    </a:cubicBezTo>
                    <a:cubicBezTo>
                      <a:pt x="9890" y="2368"/>
                      <a:pt x="9819" y="2288"/>
                      <a:pt x="9762" y="2197"/>
                    </a:cubicBezTo>
                    <a:cubicBezTo>
                      <a:pt x="9705" y="2106"/>
                      <a:pt x="9663" y="2013"/>
                      <a:pt x="9634" y="1917"/>
                    </a:cubicBezTo>
                    <a:cubicBezTo>
                      <a:pt x="9606" y="1822"/>
                      <a:pt x="9592" y="1747"/>
                      <a:pt x="9592" y="1692"/>
                    </a:cubicBezTo>
                    <a:lnTo>
                      <a:pt x="9592" y="0"/>
                    </a:lnTo>
                    <a:lnTo>
                      <a:pt x="9643" y="0"/>
                    </a:lnTo>
                    <a:cubicBezTo>
                      <a:pt x="9734" y="0"/>
                      <a:pt x="9828" y="11"/>
                      <a:pt x="9924" y="34"/>
                    </a:cubicBezTo>
                    <a:cubicBezTo>
                      <a:pt x="10021" y="57"/>
                      <a:pt x="10132" y="100"/>
                      <a:pt x="10257" y="164"/>
                    </a:cubicBezTo>
                    <a:cubicBezTo>
                      <a:pt x="10382" y="227"/>
                      <a:pt x="10539" y="318"/>
                      <a:pt x="10726" y="437"/>
                    </a:cubicBezTo>
                    <a:cubicBezTo>
                      <a:pt x="10914" y="555"/>
                      <a:pt x="11150" y="714"/>
                      <a:pt x="11435" y="914"/>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grpSp>
          <p:nvGrpSpPr>
            <p:cNvPr id="272" name="Group 2">
              <a:extLst>
                <a:ext uri="{FF2B5EF4-FFF2-40B4-BE49-F238E27FC236}">
                  <a16:creationId xmlns:a16="http://schemas.microsoft.com/office/drawing/2014/main" id="{4098EA2D-AA1E-2859-FE5C-8090959B895C}"/>
                </a:ext>
              </a:extLst>
            </p:cNvPr>
            <p:cNvGrpSpPr/>
            <p:nvPr/>
          </p:nvGrpSpPr>
          <p:grpSpPr>
            <a:xfrm>
              <a:off x="8826978" y="2870038"/>
              <a:ext cx="2550858" cy="3264062"/>
              <a:chOff x="8633501" y="3276438"/>
              <a:chExt cx="2550858" cy="3264062"/>
            </a:xfrm>
          </p:grpSpPr>
          <p:sp>
            <p:nvSpPr>
              <p:cNvPr id="274" name="Text4">
                <a:extLst>
                  <a:ext uri="{FF2B5EF4-FFF2-40B4-BE49-F238E27FC236}">
                    <a16:creationId xmlns:a16="http://schemas.microsoft.com/office/drawing/2014/main" id="{C2AD2289-C9EB-8F23-ED40-3DFAD8895C00}"/>
                  </a:ext>
                </a:extLst>
              </p:cNvPr>
              <p:cNvSpPr txBox="1"/>
              <p:nvPr/>
            </p:nvSpPr>
            <p:spPr>
              <a:xfrm>
                <a:off x="8633501" y="5255426"/>
                <a:ext cx="2550858" cy="1285074"/>
              </a:xfrm>
              <a:prstGeom prst="rect">
                <a:avLst/>
              </a:prstGeom>
              <a:noFill/>
              <a:ln>
                <a:noFill/>
              </a:ln>
            </p:spPr>
            <p:txBody>
              <a:bodyPr spcFirstLastPara="1"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sp>
            <p:nvSpPr>
              <p:cNvPr id="291" name="Bullet4">
                <a:extLst>
                  <a:ext uri="{FF2B5EF4-FFF2-40B4-BE49-F238E27FC236}">
                    <a16:creationId xmlns:a16="http://schemas.microsoft.com/office/drawing/2014/main" id="{46D3BBC0-E76E-7A66-A5D2-D97465958A71}"/>
                  </a:ext>
                </a:extLst>
              </p:cNvPr>
              <p:cNvSpPr txBox="1"/>
              <p:nvPr/>
            </p:nvSpPr>
            <p:spPr>
              <a:xfrm>
                <a:off x="8633501" y="4531780"/>
                <a:ext cx="2550858" cy="723646"/>
              </a:xfrm>
              <a:prstGeom prst="rect">
                <a:avLst/>
              </a:prstGeom>
              <a:noFill/>
              <a:ln>
                <a:noFill/>
              </a:ln>
            </p:spPr>
            <p:txBody>
              <a:bodyPr spcFirstLastPara="1" wrap="square" lIns="91440" tIns="45720" rIns="91440" bIns="45720" anchor="b" anchorCtr="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b="1" dirty="0">
                    <a:cs typeface="+mn-ea"/>
                    <a:sym typeface="+mn-lt"/>
                  </a:rPr>
                  <a:t>单击添加小标题</a:t>
                </a:r>
                <a:endParaRPr lang="en-US" dirty="0"/>
              </a:p>
            </p:txBody>
          </p:sp>
          <p:sp>
            <p:nvSpPr>
              <p:cNvPr id="292" name="IconBackground4">
                <a:extLst>
                  <a:ext uri="{FF2B5EF4-FFF2-40B4-BE49-F238E27FC236}">
                    <a16:creationId xmlns:a16="http://schemas.microsoft.com/office/drawing/2014/main" id="{353BE8F0-C0E5-8459-2051-0441DA38E331}"/>
                  </a:ext>
                </a:extLst>
              </p:cNvPr>
              <p:cNvSpPr/>
              <p:nvPr/>
            </p:nvSpPr>
            <p:spPr>
              <a:xfrm>
                <a:off x="9442192" y="3390124"/>
                <a:ext cx="933473" cy="933473"/>
              </a:xfrm>
              <a:prstGeom prst="ellipse">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cs typeface="+mn-ea"/>
                  <a:sym typeface="+mn-lt"/>
                </a:endParaRPr>
              </a:p>
            </p:txBody>
          </p:sp>
          <p:sp>
            <p:nvSpPr>
              <p:cNvPr id="293" name="Shape4">
                <a:extLst>
                  <a:ext uri="{FF2B5EF4-FFF2-40B4-BE49-F238E27FC236}">
                    <a16:creationId xmlns:a16="http://schemas.microsoft.com/office/drawing/2014/main" id="{796D7E03-983F-A0EB-A9D6-154C9B3F23A7}"/>
                  </a:ext>
                </a:extLst>
              </p:cNvPr>
              <p:cNvSpPr/>
              <p:nvPr/>
            </p:nvSpPr>
            <p:spPr>
              <a:xfrm>
                <a:off x="9328506" y="3276438"/>
                <a:ext cx="1160845" cy="1160845"/>
              </a:xfrm>
              <a:prstGeom prst="ellipse">
                <a:avLst/>
              </a:prstGeom>
              <a:noFill/>
              <a:ln w="9525">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sp>
            <p:nvSpPr>
              <p:cNvPr id="294" name="Icon4">
                <a:extLst>
                  <a:ext uri="{FF2B5EF4-FFF2-40B4-BE49-F238E27FC236}">
                    <a16:creationId xmlns:a16="http://schemas.microsoft.com/office/drawing/2014/main" id="{9BB7DC64-2C41-A344-C2C6-FC852C1AC5A6}"/>
                  </a:ext>
                </a:extLst>
              </p:cNvPr>
              <p:cNvSpPr/>
              <p:nvPr/>
            </p:nvSpPr>
            <p:spPr>
              <a:xfrm>
                <a:off x="9756814" y="3673045"/>
                <a:ext cx="304228" cy="367628"/>
              </a:xfrm>
              <a:custGeom>
                <a:avLst/>
                <a:gdLst>
                  <a:gd name="T0" fmla="*/ 9793 w 10366"/>
                  <a:gd name="T1" fmla="*/ 2818 h 12525"/>
                  <a:gd name="T2" fmla="*/ 10366 w 10366"/>
                  <a:gd name="T3" fmla="*/ 5183 h 12525"/>
                  <a:gd name="T4" fmla="*/ 9050 w 10366"/>
                  <a:gd name="T5" fmla="*/ 8625 h 12525"/>
                  <a:gd name="T6" fmla="*/ 8972 w 10366"/>
                  <a:gd name="T7" fmla="*/ 8729 h 12525"/>
                  <a:gd name="T8" fmla="*/ 5669 w 10366"/>
                  <a:gd name="T9" fmla="*/ 12188 h 12525"/>
                  <a:gd name="T10" fmla="*/ 5567 w 10366"/>
                  <a:gd name="T11" fmla="*/ 12336 h 12525"/>
                  <a:gd name="T12" fmla="*/ 4981 w 10366"/>
                  <a:gd name="T13" fmla="*/ 12434 h 12525"/>
                  <a:gd name="T14" fmla="*/ 4809 w 10366"/>
                  <a:gd name="T15" fmla="*/ 12320 h 12525"/>
                  <a:gd name="T16" fmla="*/ 4755 w 10366"/>
                  <a:gd name="T17" fmla="*/ 12254 h 12525"/>
                  <a:gd name="T18" fmla="*/ 1388 w 10366"/>
                  <a:gd name="T19" fmla="*/ 8728 h 12525"/>
                  <a:gd name="T20" fmla="*/ 1302 w 10366"/>
                  <a:gd name="T21" fmla="*/ 8610 h 12525"/>
                  <a:gd name="T22" fmla="*/ 0 w 10366"/>
                  <a:gd name="T23" fmla="*/ 5183 h 12525"/>
                  <a:gd name="T24" fmla="*/ 5183 w 10366"/>
                  <a:gd name="T25" fmla="*/ 0 h 12525"/>
                  <a:gd name="T26" fmla="*/ 7959 w 10366"/>
                  <a:gd name="T27" fmla="*/ 812 h 12525"/>
                  <a:gd name="T28" fmla="*/ 8140 w 10366"/>
                  <a:gd name="T29" fmla="*/ 930 h 12525"/>
                  <a:gd name="T30" fmla="*/ 9621 w 10366"/>
                  <a:gd name="T31" fmla="*/ 2510 h 12525"/>
                  <a:gd name="T32" fmla="*/ 9792 w 10366"/>
                  <a:gd name="T33" fmla="*/ 2818 h 12525"/>
                  <a:gd name="T34" fmla="*/ 9793 w 10366"/>
                  <a:gd name="T35" fmla="*/ 2818 h 12525"/>
                  <a:gd name="T36" fmla="*/ 5180 w 10366"/>
                  <a:gd name="T37" fmla="*/ 3118 h 12525"/>
                  <a:gd name="T38" fmla="*/ 3085 w 10366"/>
                  <a:gd name="T39" fmla="*/ 5213 h 12525"/>
                  <a:gd name="T40" fmla="*/ 5180 w 10366"/>
                  <a:gd name="T41" fmla="*/ 7308 h 12525"/>
                  <a:gd name="T42" fmla="*/ 7275 w 10366"/>
                  <a:gd name="T43" fmla="*/ 5213 h 12525"/>
                  <a:gd name="T44" fmla="*/ 5180 w 10366"/>
                  <a:gd name="T45" fmla="*/ 3118 h 12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66" h="12525">
                    <a:moveTo>
                      <a:pt x="9793" y="2818"/>
                    </a:moveTo>
                    <a:cubicBezTo>
                      <a:pt x="10158" y="3527"/>
                      <a:pt x="10366" y="4330"/>
                      <a:pt x="10366" y="5183"/>
                    </a:cubicBezTo>
                    <a:cubicBezTo>
                      <a:pt x="10366" y="6506"/>
                      <a:pt x="9866" y="7709"/>
                      <a:pt x="9050" y="8625"/>
                    </a:cubicBezTo>
                    <a:cubicBezTo>
                      <a:pt x="9029" y="8662"/>
                      <a:pt x="9003" y="8698"/>
                      <a:pt x="8972" y="8729"/>
                    </a:cubicBezTo>
                    <a:lnTo>
                      <a:pt x="5669" y="12188"/>
                    </a:lnTo>
                    <a:cubicBezTo>
                      <a:pt x="5645" y="12241"/>
                      <a:pt x="5612" y="12292"/>
                      <a:pt x="5567" y="12336"/>
                    </a:cubicBezTo>
                    <a:cubicBezTo>
                      <a:pt x="5408" y="12496"/>
                      <a:pt x="5173" y="12525"/>
                      <a:pt x="4981" y="12434"/>
                    </a:cubicBezTo>
                    <a:cubicBezTo>
                      <a:pt x="4919" y="12409"/>
                      <a:pt x="4860" y="12371"/>
                      <a:pt x="4809" y="12320"/>
                    </a:cubicBezTo>
                    <a:cubicBezTo>
                      <a:pt x="4788" y="12299"/>
                      <a:pt x="4771" y="12277"/>
                      <a:pt x="4755" y="12254"/>
                    </a:cubicBezTo>
                    <a:lnTo>
                      <a:pt x="1388" y="8728"/>
                    </a:lnTo>
                    <a:cubicBezTo>
                      <a:pt x="1352" y="8693"/>
                      <a:pt x="1325" y="8652"/>
                      <a:pt x="1302" y="8610"/>
                    </a:cubicBezTo>
                    <a:cubicBezTo>
                      <a:pt x="494" y="7696"/>
                      <a:pt x="0" y="6498"/>
                      <a:pt x="0" y="5183"/>
                    </a:cubicBezTo>
                    <a:cubicBezTo>
                      <a:pt x="0" y="2320"/>
                      <a:pt x="2320" y="0"/>
                      <a:pt x="5183" y="0"/>
                    </a:cubicBezTo>
                    <a:cubicBezTo>
                      <a:pt x="6205" y="0"/>
                      <a:pt x="7156" y="300"/>
                      <a:pt x="7959" y="812"/>
                    </a:cubicBezTo>
                    <a:cubicBezTo>
                      <a:pt x="8028" y="838"/>
                      <a:pt x="8089" y="878"/>
                      <a:pt x="8140" y="930"/>
                    </a:cubicBezTo>
                    <a:cubicBezTo>
                      <a:pt x="8738" y="1346"/>
                      <a:pt x="9243" y="1886"/>
                      <a:pt x="9621" y="2510"/>
                    </a:cubicBezTo>
                    <a:cubicBezTo>
                      <a:pt x="9711" y="2588"/>
                      <a:pt x="9772" y="2695"/>
                      <a:pt x="9792" y="2818"/>
                    </a:cubicBezTo>
                    <a:lnTo>
                      <a:pt x="9793" y="2818"/>
                    </a:lnTo>
                    <a:close/>
                    <a:moveTo>
                      <a:pt x="5180" y="3118"/>
                    </a:moveTo>
                    <a:cubicBezTo>
                      <a:pt x="4023" y="3118"/>
                      <a:pt x="3085" y="4056"/>
                      <a:pt x="3085" y="5213"/>
                    </a:cubicBezTo>
                    <a:cubicBezTo>
                      <a:pt x="3085" y="6370"/>
                      <a:pt x="4023" y="7308"/>
                      <a:pt x="5180" y="7308"/>
                    </a:cubicBezTo>
                    <a:cubicBezTo>
                      <a:pt x="6337" y="7308"/>
                      <a:pt x="7275" y="6370"/>
                      <a:pt x="7275" y="5213"/>
                    </a:cubicBezTo>
                    <a:cubicBezTo>
                      <a:pt x="7275" y="4056"/>
                      <a:pt x="6337" y="3118"/>
                      <a:pt x="5180" y="3118"/>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2000" b="1" i="1">
                  <a:solidFill>
                    <a:schemeClr val="tx1"/>
                  </a:solidFill>
                  <a:cs typeface="+mn-ea"/>
                  <a:sym typeface="+mn-lt"/>
                </a:endParaRPr>
              </a:p>
            </p:txBody>
          </p:sp>
        </p:grpSp>
        <p:cxnSp>
          <p:nvCxnSpPr>
            <p:cNvPr id="273" name="iṣľïḍe">
              <a:extLst>
                <a:ext uri="{FF2B5EF4-FFF2-40B4-BE49-F238E27FC236}">
                  <a16:creationId xmlns:a16="http://schemas.microsoft.com/office/drawing/2014/main" id="{F3D94088-0C53-2E17-1298-4FC2239EB587}"/>
                </a:ext>
              </a:extLst>
            </p:cNvPr>
            <p:cNvCxnSpPr>
              <a:cxnSpLocks/>
            </p:cNvCxnSpPr>
            <p:nvPr/>
          </p:nvCxnSpPr>
          <p:spPr>
            <a:xfrm>
              <a:off x="8007657" y="3450459"/>
              <a:ext cx="1514326" cy="0"/>
            </a:xfrm>
            <a:prstGeom prst="line">
              <a:avLst/>
            </a:prstGeom>
            <a:ln w="3175" cap="rnd">
              <a:solidFill>
                <a:schemeClr val="accent4"/>
              </a:solidFill>
              <a:prstDash val="solid"/>
              <a:round/>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43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8" name="组合 17">
            <a:extLst>
              <a:ext uri="{FF2B5EF4-FFF2-40B4-BE49-F238E27FC236}">
                <a16:creationId xmlns:a16="http://schemas.microsoft.com/office/drawing/2014/main" id="{2194F652-5FB4-5585-6FD9-FB37A272D9C2}"/>
              </a:ext>
            </a:extLst>
          </p:cNvPr>
          <p:cNvGrpSpPr/>
          <p:nvPr/>
        </p:nvGrpSpPr>
        <p:grpSpPr>
          <a:xfrm>
            <a:off x="658813" y="1184233"/>
            <a:ext cx="10860087" cy="4999043"/>
            <a:chOff x="658813" y="1184233"/>
            <a:chExt cx="10860087" cy="4999043"/>
          </a:xfrm>
        </p:grpSpPr>
        <p:pic>
          <p:nvPicPr>
            <p:cNvPr id="9" name="图片 8">
              <a:extLst>
                <a:ext uri="{FF2B5EF4-FFF2-40B4-BE49-F238E27FC236}">
                  <a16:creationId xmlns:a16="http://schemas.microsoft.com/office/drawing/2014/main" id="{1759C968-56B4-ED4E-CB6E-8EE618A4D0F0}"/>
                </a:ext>
              </a:extLst>
            </p:cNvPr>
            <p:cNvPicPr>
              <a:picLocks noChangeAspect="1"/>
            </p:cNvPicPr>
            <p:nvPr/>
          </p:nvPicPr>
          <p:blipFill>
            <a:blip r:embed="rId3">
              <a:extLst>
                <a:ext uri="{28A0092B-C50C-407E-A947-70E740481C1C}">
                  <a14:useLocalDpi xmlns:a14="http://schemas.microsoft.com/office/drawing/2010/main" val="0"/>
                </a:ext>
              </a:extLst>
            </a:blip>
            <a:srcRect l="20573" t="14318" r="11441" b="11342"/>
            <a:stretch>
              <a:fillRect/>
            </a:stretch>
          </p:blipFill>
          <p:spPr>
            <a:xfrm>
              <a:off x="658813" y="2985883"/>
              <a:ext cx="5195863" cy="3197393"/>
            </a:xfrm>
            <a:prstGeom prst="rect">
              <a:avLst/>
            </a:prstGeom>
          </p:spPr>
        </p:pic>
        <p:sp>
          <p:nvSpPr>
            <p:cNvPr id="10" name="Title">
              <a:extLst>
                <a:ext uri="{FF2B5EF4-FFF2-40B4-BE49-F238E27FC236}">
                  <a16:creationId xmlns:a16="http://schemas.microsoft.com/office/drawing/2014/main" id="{2C7AB159-7348-C979-D22F-5FA3CEB310BF}"/>
                </a:ext>
              </a:extLst>
            </p:cNvPr>
            <p:cNvSpPr>
              <a:spLocks/>
            </p:cNvSpPr>
            <p:nvPr/>
          </p:nvSpPr>
          <p:spPr>
            <a:xfrm>
              <a:off x="660400" y="1184233"/>
              <a:ext cx="5157393" cy="12091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buSzPct val="25000"/>
              </a:pPr>
              <a:r>
                <a:rPr lang="zh-CN" altLang="en-US" sz="2400" b="1" dirty="0">
                  <a:solidFill>
                    <a:schemeClr val="tx1"/>
                  </a:solidFill>
                  <a:latin typeface="Arial" panose="020B0604020202020204" pitchFamily="34" charset="0"/>
                  <a:ea typeface="微软雅黑" panose="020B0503020204020204" pitchFamily="34" charset="-122"/>
                  <a:sym typeface="Arial" panose="020B0604020202020204" pitchFamily="34" charset="0"/>
                </a:rPr>
                <a:t>单击此处添加长一点的副标题</a:t>
              </a:r>
              <a:endParaRPr lang="en-US" dirty="0">
                <a:solidFill>
                  <a:schemeClr val="tx1"/>
                </a:solidFill>
              </a:endParaRPr>
            </a:p>
          </p:txBody>
        </p:sp>
        <p:grpSp>
          <p:nvGrpSpPr>
            <p:cNvPr id="17" name="组合 16">
              <a:extLst>
                <a:ext uri="{FF2B5EF4-FFF2-40B4-BE49-F238E27FC236}">
                  <a16:creationId xmlns:a16="http://schemas.microsoft.com/office/drawing/2014/main" id="{6E42785B-3380-0154-4601-F892E6900469}"/>
                </a:ext>
              </a:extLst>
            </p:cNvPr>
            <p:cNvGrpSpPr/>
            <p:nvPr/>
          </p:nvGrpSpPr>
          <p:grpSpPr>
            <a:xfrm>
              <a:off x="6027190" y="1238166"/>
              <a:ext cx="5491710" cy="4895934"/>
              <a:chOff x="5541664" y="1238166"/>
              <a:chExt cx="5491710" cy="4895934"/>
            </a:xfrm>
          </p:grpSpPr>
          <p:grpSp>
            <p:nvGrpSpPr>
              <p:cNvPr id="16" name="组合 15">
                <a:extLst>
                  <a:ext uri="{FF2B5EF4-FFF2-40B4-BE49-F238E27FC236}">
                    <a16:creationId xmlns:a16="http://schemas.microsoft.com/office/drawing/2014/main" id="{572BD15F-81B7-C4F7-7DCC-F4ADB442411D}"/>
                  </a:ext>
                </a:extLst>
              </p:cNvPr>
              <p:cNvGrpSpPr/>
              <p:nvPr/>
            </p:nvGrpSpPr>
            <p:grpSpPr>
              <a:xfrm>
                <a:off x="5541664" y="1238166"/>
                <a:ext cx="5467957" cy="1445687"/>
                <a:chOff x="5541664" y="1238166"/>
                <a:chExt cx="5467957" cy="1445687"/>
              </a:xfrm>
            </p:grpSpPr>
            <p:sp>
              <p:nvSpPr>
                <p:cNvPr id="11" name="IconBackground1">
                  <a:extLst>
                    <a:ext uri="{FF2B5EF4-FFF2-40B4-BE49-F238E27FC236}">
                      <a16:creationId xmlns:a16="http://schemas.microsoft.com/office/drawing/2014/main" id="{1DA5722A-9F6E-412A-6041-1752C3F547EC}"/>
                    </a:ext>
                  </a:extLst>
                </p:cNvPr>
                <p:cNvSpPr txBox="1">
                  <a:spLocks/>
                </p:cNvSpPr>
                <p:nvPr/>
              </p:nvSpPr>
              <p:spPr>
                <a:xfrm>
                  <a:off x="5541664" y="1463841"/>
                  <a:ext cx="1066156" cy="1066156"/>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sym typeface="+mn-lt"/>
                    </a:rPr>
                    <a:t>01</a:t>
                  </a:r>
                </a:p>
              </p:txBody>
            </p:sp>
            <p:sp>
              <p:nvSpPr>
                <p:cNvPr id="39" name="Bullet1">
                  <a:extLst>
                    <a:ext uri="{FF2B5EF4-FFF2-40B4-BE49-F238E27FC236}">
                      <a16:creationId xmlns:a16="http://schemas.microsoft.com/office/drawing/2014/main" id="{A9B1B3A9-7C20-F2A2-E102-5BF0A9B530E1}"/>
                    </a:ext>
                  </a:extLst>
                </p:cNvPr>
                <p:cNvSpPr/>
                <p:nvPr/>
              </p:nvSpPr>
              <p:spPr bwMode="auto">
                <a:xfrm>
                  <a:off x="6756580" y="1238166"/>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40" name="Text1">
                  <a:extLst>
                    <a:ext uri="{FF2B5EF4-FFF2-40B4-BE49-F238E27FC236}">
                      <a16:creationId xmlns:a16="http://schemas.microsoft.com/office/drawing/2014/main" id="{FF2105A5-F88C-16D6-6711-4EC7DA5A905D}"/>
                    </a:ext>
                  </a:extLst>
                </p:cNvPr>
                <p:cNvSpPr/>
                <p:nvPr/>
              </p:nvSpPr>
              <p:spPr bwMode="auto">
                <a:xfrm>
                  <a:off x="6756581" y="1891853"/>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15" name="组合 14">
                <a:extLst>
                  <a:ext uri="{FF2B5EF4-FFF2-40B4-BE49-F238E27FC236}">
                    <a16:creationId xmlns:a16="http://schemas.microsoft.com/office/drawing/2014/main" id="{CFD28673-967C-25BB-AE59-6BC59D35106D}"/>
                  </a:ext>
                </a:extLst>
              </p:cNvPr>
              <p:cNvGrpSpPr/>
              <p:nvPr/>
            </p:nvGrpSpPr>
            <p:grpSpPr>
              <a:xfrm>
                <a:off x="5541664" y="2963290"/>
                <a:ext cx="5491710" cy="1445687"/>
                <a:chOff x="5541664" y="2873446"/>
                <a:chExt cx="5491710" cy="1445687"/>
              </a:xfrm>
            </p:grpSpPr>
            <p:sp>
              <p:nvSpPr>
                <p:cNvPr id="14" name="IconBackground2">
                  <a:extLst>
                    <a:ext uri="{FF2B5EF4-FFF2-40B4-BE49-F238E27FC236}">
                      <a16:creationId xmlns:a16="http://schemas.microsoft.com/office/drawing/2014/main" id="{74F13285-C73A-13AB-366C-9CD79DDB3FC5}"/>
                    </a:ext>
                  </a:extLst>
                </p:cNvPr>
                <p:cNvSpPr txBox="1">
                  <a:spLocks/>
                </p:cNvSpPr>
                <p:nvPr/>
              </p:nvSpPr>
              <p:spPr>
                <a:xfrm>
                  <a:off x="5541664" y="3099121"/>
                  <a:ext cx="1066156" cy="1066156"/>
                </a:xfrm>
                <a:prstGeom prst="ellipse">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2000" b="1" dirty="0">
                      <a:solidFill>
                        <a:schemeClr val="tx1"/>
                      </a:solidFill>
                      <a:sym typeface="+mn-lt"/>
                    </a:rPr>
                    <a:t>02</a:t>
                  </a:r>
                </a:p>
              </p:txBody>
            </p:sp>
            <p:sp>
              <p:nvSpPr>
                <p:cNvPr id="36" name="Bullet2">
                  <a:extLst>
                    <a:ext uri="{FF2B5EF4-FFF2-40B4-BE49-F238E27FC236}">
                      <a16:creationId xmlns:a16="http://schemas.microsoft.com/office/drawing/2014/main" id="{6A096194-5AB2-5365-71AF-EC1DE813B721}"/>
                    </a:ext>
                  </a:extLst>
                </p:cNvPr>
                <p:cNvSpPr/>
                <p:nvPr/>
              </p:nvSpPr>
              <p:spPr bwMode="auto">
                <a:xfrm>
                  <a:off x="6780333" y="2873446"/>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37" name="Text2">
                  <a:extLst>
                    <a:ext uri="{FF2B5EF4-FFF2-40B4-BE49-F238E27FC236}">
                      <a16:creationId xmlns:a16="http://schemas.microsoft.com/office/drawing/2014/main" id="{65110157-2A35-142E-AB39-A341FB9FC236}"/>
                    </a:ext>
                  </a:extLst>
                </p:cNvPr>
                <p:cNvSpPr/>
                <p:nvPr/>
              </p:nvSpPr>
              <p:spPr bwMode="auto">
                <a:xfrm>
                  <a:off x="6780333" y="3527133"/>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nvGrpSpPr>
              <p:cNvPr id="12" name="组合 11">
                <a:extLst>
                  <a:ext uri="{FF2B5EF4-FFF2-40B4-BE49-F238E27FC236}">
                    <a16:creationId xmlns:a16="http://schemas.microsoft.com/office/drawing/2014/main" id="{76CCC319-62BF-A839-D730-620844E2F0CB}"/>
                  </a:ext>
                </a:extLst>
              </p:cNvPr>
              <p:cNvGrpSpPr/>
              <p:nvPr/>
            </p:nvGrpSpPr>
            <p:grpSpPr>
              <a:xfrm>
                <a:off x="5541664" y="4688413"/>
                <a:ext cx="5467957" cy="1445687"/>
                <a:chOff x="5541664" y="4688413"/>
                <a:chExt cx="5467957" cy="1445687"/>
              </a:xfrm>
            </p:grpSpPr>
            <p:sp>
              <p:nvSpPr>
                <p:cNvPr id="26" name="IconBackground3">
                  <a:extLst>
                    <a:ext uri="{FF2B5EF4-FFF2-40B4-BE49-F238E27FC236}">
                      <a16:creationId xmlns:a16="http://schemas.microsoft.com/office/drawing/2014/main" id="{01CFB2D5-4FEA-652E-E183-4102B1FBC374}"/>
                    </a:ext>
                  </a:extLst>
                </p:cNvPr>
                <p:cNvSpPr txBox="1">
                  <a:spLocks/>
                </p:cNvSpPr>
                <p:nvPr/>
              </p:nvSpPr>
              <p:spPr>
                <a:xfrm>
                  <a:off x="5541664" y="4914088"/>
                  <a:ext cx="1066156" cy="1066156"/>
                </a:xfrm>
                <a:prstGeom prst="ellipse">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cs typeface="+mn-ea"/>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sym typeface="+mn-lt"/>
                    </a:rPr>
                    <a:t>03</a:t>
                  </a:r>
                </a:p>
              </p:txBody>
            </p:sp>
            <p:sp>
              <p:nvSpPr>
                <p:cNvPr id="33" name="Bullet3">
                  <a:extLst>
                    <a:ext uri="{FF2B5EF4-FFF2-40B4-BE49-F238E27FC236}">
                      <a16:creationId xmlns:a16="http://schemas.microsoft.com/office/drawing/2014/main" id="{B9DA29E3-90C4-2060-1BC6-3D7699CF427E}"/>
                    </a:ext>
                  </a:extLst>
                </p:cNvPr>
                <p:cNvSpPr/>
                <p:nvPr/>
              </p:nvSpPr>
              <p:spPr bwMode="auto">
                <a:xfrm>
                  <a:off x="6756580" y="4688413"/>
                  <a:ext cx="4253041" cy="634706"/>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r>
                    <a:rPr lang="zh-CN" altLang="en-US" b="1" dirty="0">
                      <a:cs typeface="+mn-ea"/>
                      <a:sym typeface="+mn-lt"/>
                    </a:rPr>
                    <a:t>单击添加小标题</a:t>
                  </a:r>
                  <a:endParaRPr lang="en-US" dirty="0"/>
                </a:p>
              </p:txBody>
            </p:sp>
            <p:sp>
              <p:nvSpPr>
                <p:cNvPr id="34" name="Text3">
                  <a:extLst>
                    <a:ext uri="{FF2B5EF4-FFF2-40B4-BE49-F238E27FC236}">
                      <a16:creationId xmlns:a16="http://schemas.microsoft.com/office/drawing/2014/main" id="{ADD9D48C-9B86-1A02-DD36-73B672E37074}"/>
                    </a:ext>
                  </a:extLst>
                </p:cNvPr>
                <p:cNvSpPr/>
                <p:nvPr/>
              </p:nvSpPr>
              <p:spPr bwMode="auto">
                <a:xfrm>
                  <a:off x="6756581" y="5342100"/>
                  <a:ext cx="4253040" cy="792000"/>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pPr>
                  <a:r>
                    <a:rPr lang="zh-CN" altLang="en-US" sz="1200" dirty="0">
                      <a:cs typeface="+mn-ea"/>
                      <a:sym typeface="+mn-lt"/>
                    </a:rPr>
                    <a:t>单击此处添加文本单击此处添加文本单击此处添加文本单击此处添加文本</a:t>
                  </a:r>
                  <a:endParaRPr lang="en-US" dirty="0"/>
                </a:p>
              </p:txBody>
            </p:sp>
          </p:grpSp>
        </p:grpSp>
      </p:grpSp>
    </p:spTree>
    <p:extLst>
      <p:ext uri="{BB962C8B-B14F-4D97-AF65-F5344CB8AC3E}">
        <p14:creationId xmlns:p14="http://schemas.microsoft.com/office/powerpoint/2010/main" val="213140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F8DC-AD2D-4894-DE71-9C0EC031BB56}"/>
            </a:ext>
          </a:extLst>
        </p:cNvPr>
        <p:cNvGrpSpPr/>
        <p:nvPr/>
      </p:nvGrpSpPr>
      <p:grpSpPr>
        <a:xfrm>
          <a:off x="0" y="0"/>
          <a:ext cx="0" cy="0"/>
          <a:chOff x="0" y="0"/>
          <a:chExt cx="0" cy="0"/>
        </a:xfrm>
      </p:grpSpPr>
      <p:sp>
        <p:nvSpPr>
          <p:cNvPr id="7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8" name="组合 47">
            <a:extLst>
              <a:ext uri="{FF2B5EF4-FFF2-40B4-BE49-F238E27FC236}">
                <a16:creationId xmlns:a16="http://schemas.microsoft.com/office/drawing/2014/main" id="{21964CB0-ED5D-D5A9-E9E3-212AF3966197}"/>
              </a:ext>
            </a:extLst>
          </p:cNvPr>
          <p:cNvGrpSpPr/>
          <p:nvPr/>
        </p:nvGrpSpPr>
        <p:grpSpPr>
          <a:xfrm>
            <a:off x="660400" y="1130301"/>
            <a:ext cx="10858500" cy="5355694"/>
            <a:chOff x="660400" y="1130301"/>
            <a:chExt cx="10858500" cy="5355694"/>
          </a:xfrm>
        </p:grpSpPr>
        <p:sp>
          <p:nvSpPr>
            <p:cNvPr id="22" name="Title">
              <a:extLst>
                <a:ext uri="{FF2B5EF4-FFF2-40B4-BE49-F238E27FC236}">
                  <a16:creationId xmlns:a16="http://schemas.microsoft.com/office/drawing/2014/main" id="{8A9B71D9-AF83-1BE0-F750-C8F988EA3E6A}"/>
                </a:ext>
              </a:extLst>
            </p:cNvPr>
            <p:cNvSpPr txBox="1"/>
            <p:nvPr/>
          </p:nvSpPr>
          <p:spPr>
            <a:xfrm>
              <a:off x="660400" y="1130301"/>
              <a:ext cx="10858500" cy="698498"/>
            </a:xfrm>
            <a:prstGeom prst="rect">
              <a:avLst/>
            </a:prstGeom>
            <a:noFill/>
          </p:spPr>
          <p:txBody>
            <a:bodyPr vert="horz" wrap="square" rtlCol="0" anchor="ctr" anchorCtr="0">
              <a:normAutofit/>
            </a:bodyPr>
            <a:lstStyle/>
            <a:p>
              <a:pPr algn="ctr"/>
              <a:r>
                <a:rPr lang="zh-CN" altLang="en-US" sz="2400" b="1" dirty="0">
                  <a:cs typeface="+mn-ea"/>
                  <a:sym typeface="+mn-lt"/>
                </a:rPr>
                <a:t>单击此处添加长一点的副标题</a:t>
              </a:r>
              <a:endParaRPr lang="en-US" dirty="0"/>
            </a:p>
          </p:txBody>
        </p:sp>
        <p:grpSp>
          <p:nvGrpSpPr>
            <p:cNvPr id="73" name="组合 72">
              <a:extLst>
                <a:ext uri="{FF2B5EF4-FFF2-40B4-BE49-F238E27FC236}">
                  <a16:creationId xmlns:a16="http://schemas.microsoft.com/office/drawing/2014/main" id="{9B2ED7AF-B9BC-60BA-BC2B-35F2C82B79B0}"/>
                </a:ext>
              </a:extLst>
            </p:cNvPr>
            <p:cNvGrpSpPr/>
            <p:nvPr/>
          </p:nvGrpSpPr>
          <p:grpSpPr>
            <a:xfrm>
              <a:off x="660400" y="2272704"/>
              <a:ext cx="2627147" cy="3760148"/>
              <a:chOff x="660400" y="2438400"/>
              <a:chExt cx="1985981" cy="3760148"/>
            </a:xfrm>
          </p:grpSpPr>
          <p:sp>
            <p:nvSpPr>
              <p:cNvPr id="4" name="ComponentBackground1">
                <a:extLst>
                  <a:ext uri="{FF2B5EF4-FFF2-40B4-BE49-F238E27FC236}">
                    <a16:creationId xmlns:a16="http://schemas.microsoft.com/office/drawing/2014/main" id="{56459395-5613-B214-AEBD-1172B2421B89}"/>
                  </a:ext>
                </a:extLst>
              </p:cNvPr>
              <p:cNvSpPr/>
              <p:nvPr/>
            </p:nvSpPr>
            <p:spPr>
              <a:xfrm>
                <a:off x="660400" y="2438400"/>
                <a:ext cx="1985981" cy="3760148"/>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5" name="Bullet1">
                <a:extLst>
                  <a:ext uri="{FF2B5EF4-FFF2-40B4-BE49-F238E27FC236}">
                    <a16:creationId xmlns:a16="http://schemas.microsoft.com/office/drawing/2014/main" id="{325ECD45-FA4D-FA93-CB18-150D1CC34940}"/>
                  </a:ext>
                </a:extLst>
              </p:cNvPr>
              <p:cNvSpPr/>
              <p:nvPr/>
            </p:nvSpPr>
            <p:spPr>
              <a:xfrm>
                <a:off x="73682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rgbClr val="FFFFFF"/>
                    </a:solidFill>
                    <a:cs typeface="+mn-ea"/>
                    <a:sym typeface="+mn-lt"/>
                  </a:rPr>
                  <a:t>单击添加小标题</a:t>
                </a:r>
                <a:endParaRPr lang="en-US" dirty="0">
                  <a:solidFill>
                    <a:srgbClr val="FFFFFF"/>
                  </a:solidFill>
                </a:endParaRPr>
              </a:p>
            </p:txBody>
          </p:sp>
          <p:sp>
            <p:nvSpPr>
              <p:cNvPr id="6" name="Text1">
                <a:extLst>
                  <a:ext uri="{FF2B5EF4-FFF2-40B4-BE49-F238E27FC236}">
                    <a16:creationId xmlns:a16="http://schemas.microsoft.com/office/drawing/2014/main" id="{365BB45C-4A6B-D304-C9FD-F6D25E68F639}"/>
                  </a:ext>
                </a:extLst>
              </p:cNvPr>
              <p:cNvSpPr/>
              <p:nvPr/>
            </p:nvSpPr>
            <p:spPr>
              <a:xfrm>
                <a:off x="73682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7" name="Number1">
                <a:extLst>
                  <a:ext uri="{FF2B5EF4-FFF2-40B4-BE49-F238E27FC236}">
                    <a16:creationId xmlns:a16="http://schemas.microsoft.com/office/drawing/2014/main" id="{B723380D-8FDF-FACA-E59E-D41C0E16A3FC}"/>
                  </a:ext>
                </a:extLst>
              </p:cNvPr>
              <p:cNvSpPr/>
              <p:nvPr/>
            </p:nvSpPr>
            <p:spPr>
              <a:xfrm>
                <a:off x="73682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rgbClr val="FFFFFF"/>
                    </a:solidFill>
                    <a:cs typeface="+mn-ea"/>
                    <a:sym typeface="+mn-lt"/>
                  </a:rPr>
                  <a:t>01</a:t>
                </a:r>
                <a:endParaRPr lang="en-US" sz="2000" dirty="0">
                  <a:solidFill>
                    <a:srgbClr val="FFFFFF"/>
                  </a:solidFill>
                  <a:cs typeface="+mn-ea"/>
                  <a:sym typeface="+mn-lt"/>
                </a:endParaRPr>
              </a:p>
            </p:txBody>
          </p:sp>
        </p:grpSp>
        <p:grpSp>
          <p:nvGrpSpPr>
            <p:cNvPr id="74" name="组合 73">
              <a:extLst>
                <a:ext uri="{FF2B5EF4-FFF2-40B4-BE49-F238E27FC236}">
                  <a16:creationId xmlns:a16="http://schemas.microsoft.com/office/drawing/2014/main" id="{ACA890C5-6803-6F7B-411B-B5003D5D3D9A}"/>
                </a:ext>
              </a:extLst>
            </p:cNvPr>
            <p:cNvGrpSpPr/>
            <p:nvPr/>
          </p:nvGrpSpPr>
          <p:grpSpPr>
            <a:xfrm>
              <a:off x="3404184" y="2272704"/>
              <a:ext cx="2627147" cy="3760148"/>
              <a:chOff x="2878530" y="2438400"/>
              <a:chExt cx="1985981" cy="3760148"/>
            </a:xfrm>
          </p:grpSpPr>
          <p:sp>
            <p:nvSpPr>
              <p:cNvPr id="53" name="ComponentBackground2">
                <a:extLst>
                  <a:ext uri="{FF2B5EF4-FFF2-40B4-BE49-F238E27FC236}">
                    <a16:creationId xmlns:a16="http://schemas.microsoft.com/office/drawing/2014/main" id="{F344569F-BC82-05A9-C4D2-9E8945A88695}"/>
                  </a:ext>
                </a:extLst>
              </p:cNvPr>
              <p:cNvSpPr/>
              <p:nvPr/>
            </p:nvSpPr>
            <p:spPr>
              <a:xfrm>
                <a:off x="2878530" y="2438400"/>
                <a:ext cx="1985981" cy="3760148"/>
              </a:xfrm>
              <a:prstGeom prst="roundRect">
                <a:avLst>
                  <a:gd name="adj" fmla="val 5232"/>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Bullet2">
                <a:extLst>
                  <a:ext uri="{FF2B5EF4-FFF2-40B4-BE49-F238E27FC236}">
                    <a16:creationId xmlns:a16="http://schemas.microsoft.com/office/drawing/2014/main" id="{EE6CD7A5-D047-92DE-8D01-29DCCC6F0253}"/>
                  </a:ext>
                </a:extLst>
              </p:cNvPr>
              <p:cNvSpPr/>
              <p:nvPr/>
            </p:nvSpPr>
            <p:spPr>
              <a:xfrm>
                <a:off x="295495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chemeClr val="tx1"/>
                    </a:solidFill>
                    <a:cs typeface="+mn-ea"/>
                    <a:sym typeface="+mn-lt"/>
                  </a:rPr>
                  <a:t>单击添加小标题</a:t>
                </a:r>
                <a:endParaRPr lang="en-US" dirty="0"/>
              </a:p>
            </p:txBody>
          </p:sp>
          <p:sp>
            <p:nvSpPr>
              <p:cNvPr id="55" name="Text2">
                <a:extLst>
                  <a:ext uri="{FF2B5EF4-FFF2-40B4-BE49-F238E27FC236}">
                    <a16:creationId xmlns:a16="http://schemas.microsoft.com/office/drawing/2014/main" id="{5B229698-A917-FF5F-0603-855395D0C94E}"/>
                  </a:ext>
                </a:extLst>
              </p:cNvPr>
              <p:cNvSpPr/>
              <p:nvPr/>
            </p:nvSpPr>
            <p:spPr>
              <a:xfrm>
                <a:off x="295495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56" name="Number2">
                <a:extLst>
                  <a:ext uri="{FF2B5EF4-FFF2-40B4-BE49-F238E27FC236}">
                    <a16:creationId xmlns:a16="http://schemas.microsoft.com/office/drawing/2014/main" id="{4CED4710-0FB9-EBCE-7563-DDC487EBF44D}"/>
                  </a:ext>
                </a:extLst>
              </p:cNvPr>
              <p:cNvSpPr/>
              <p:nvPr/>
            </p:nvSpPr>
            <p:spPr>
              <a:xfrm>
                <a:off x="295495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chemeClr val="tx1"/>
                    </a:solidFill>
                    <a:cs typeface="+mn-ea"/>
                    <a:sym typeface="+mn-lt"/>
                  </a:rPr>
                  <a:t>02</a:t>
                </a:r>
                <a:endParaRPr lang="en-US" sz="2000" dirty="0">
                  <a:solidFill>
                    <a:schemeClr val="tx1"/>
                  </a:solidFill>
                  <a:cs typeface="+mn-ea"/>
                  <a:sym typeface="+mn-lt"/>
                </a:endParaRPr>
              </a:p>
            </p:txBody>
          </p:sp>
        </p:grpSp>
        <p:grpSp>
          <p:nvGrpSpPr>
            <p:cNvPr id="75" name="组合 74">
              <a:extLst>
                <a:ext uri="{FF2B5EF4-FFF2-40B4-BE49-F238E27FC236}">
                  <a16:creationId xmlns:a16="http://schemas.microsoft.com/office/drawing/2014/main" id="{EBC95017-5EBC-FE09-D41A-7DAB55364ECB}"/>
                </a:ext>
              </a:extLst>
            </p:cNvPr>
            <p:cNvGrpSpPr/>
            <p:nvPr/>
          </p:nvGrpSpPr>
          <p:grpSpPr>
            <a:xfrm>
              <a:off x="6147968" y="2272704"/>
              <a:ext cx="2627147" cy="3760148"/>
              <a:chOff x="5096660" y="2438400"/>
              <a:chExt cx="1985981" cy="3760148"/>
            </a:xfrm>
          </p:grpSpPr>
          <p:sp>
            <p:nvSpPr>
              <p:cNvPr id="58" name="ComponentBackground3">
                <a:extLst>
                  <a:ext uri="{FF2B5EF4-FFF2-40B4-BE49-F238E27FC236}">
                    <a16:creationId xmlns:a16="http://schemas.microsoft.com/office/drawing/2014/main" id="{8E38D8CE-9030-0537-BEF5-E5A3592232B8}"/>
                  </a:ext>
                </a:extLst>
              </p:cNvPr>
              <p:cNvSpPr/>
              <p:nvPr/>
            </p:nvSpPr>
            <p:spPr>
              <a:xfrm>
                <a:off x="5096660" y="2438400"/>
                <a:ext cx="1985981" cy="3760148"/>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59" name="Bullet3">
                <a:extLst>
                  <a:ext uri="{FF2B5EF4-FFF2-40B4-BE49-F238E27FC236}">
                    <a16:creationId xmlns:a16="http://schemas.microsoft.com/office/drawing/2014/main" id="{14DF6102-07AA-ADE1-97E5-4E5DC9BF6ADC}"/>
                  </a:ext>
                </a:extLst>
              </p:cNvPr>
              <p:cNvSpPr/>
              <p:nvPr/>
            </p:nvSpPr>
            <p:spPr>
              <a:xfrm>
                <a:off x="517308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rgbClr val="FFFFFF"/>
                    </a:solidFill>
                    <a:cs typeface="+mn-ea"/>
                    <a:sym typeface="+mn-lt"/>
                  </a:rPr>
                  <a:t>单击添加小标题</a:t>
                </a:r>
                <a:endParaRPr lang="en-US" dirty="0">
                  <a:solidFill>
                    <a:srgbClr val="FFFFFF"/>
                  </a:solidFill>
                </a:endParaRPr>
              </a:p>
            </p:txBody>
          </p:sp>
          <p:sp>
            <p:nvSpPr>
              <p:cNvPr id="60" name="Text3">
                <a:extLst>
                  <a:ext uri="{FF2B5EF4-FFF2-40B4-BE49-F238E27FC236}">
                    <a16:creationId xmlns:a16="http://schemas.microsoft.com/office/drawing/2014/main" id="{E50DA5C9-3F36-4326-422A-08D0539DE50A}"/>
                  </a:ext>
                </a:extLst>
              </p:cNvPr>
              <p:cNvSpPr/>
              <p:nvPr/>
            </p:nvSpPr>
            <p:spPr>
              <a:xfrm>
                <a:off x="517308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61" name="Number3">
                <a:extLst>
                  <a:ext uri="{FF2B5EF4-FFF2-40B4-BE49-F238E27FC236}">
                    <a16:creationId xmlns:a16="http://schemas.microsoft.com/office/drawing/2014/main" id="{400E3660-3822-C9E1-738C-AF6893C1ADD7}"/>
                  </a:ext>
                </a:extLst>
              </p:cNvPr>
              <p:cNvSpPr/>
              <p:nvPr/>
            </p:nvSpPr>
            <p:spPr>
              <a:xfrm>
                <a:off x="517308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rgbClr val="FFFFFF"/>
                    </a:solidFill>
                    <a:cs typeface="+mn-ea"/>
                    <a:sym typeface="+mn-lt"/>
                  </a:rPr>
                  <a:t>03</a:t>
                </a:r>
                <a:endParaRPr lang="en-US" sz="2000" dirty="0">
                  <a:solidFill>
                    <a:srgbClr val="FFFFFF"/>
                  </a:solidFill>
                  <a:cs typeface="+mn-ea"/>
                  <a:sym typeface="+mn-lt"/>
                </a:endParaRPr>
              </a:p>
            </p:txBody>
          </p:sp>
        </p:grpSp>
        <p:grpSp>
          <p:nvGrpSpPr>
            <p:cNvPr id="76" name="组合 75">
              <a:extLst>
                <a:ext uri="{FF2B5EF4-FFF2-40B4-BE49-F238E27FC236}">
                  <a16:creationId xmlns:a16="http://schemas.microsoft.com/office/drawing/2014/main" id="{B9A2CA2D-EFA8-C88D-26B4-5931E9F0D9E8}"/>
                </a:ext>
              </a:extLst>
            </p:cNvPr>
            <p:cNvGrpSpPr/>
            <p:nvPr/>
          </p:nvGrpSpPr>
          <p:grpSpPr>
            <a:xfrm>
              <a:off x="8891753" y="2272704"/>
              <a:ext cx="2627147" cy="3760148"/>
              <a:chOff x="7314790" y="2438400"/>
              <a:chExt cx="1985981" cy="3760148"/>
            </a:xfrm>
          </p:grpSpPr>
          <p:sp>
            <p:nvSpPr>
              <p:cNvPr id="63" name="ComponentBackground4">
                <a:extLst>
                  <a:ext uri="{FF2B5EF4-FFF2-40B4-BE49-F238E27FC236}">
                    <a16:creationId xmlns:a16="http://schemas.microsoft.com/office/drawing/2014/main" id="{B58F7BB3-3EBF-FBCD-5B39-2EFE201B50DC}"/>
                  </a:ext>
                </a:extLst>
              </p:cNvPr>
              <p:cNvSpPr/>
              <p:nvPr/>
            </p:nvSpPr>
            <p:spPr>
              <a:xfrm>
                <a:off x="7314790" y="2438400"/>
                <a:ext cx="1985981" cy="3760148"/>
              </a:xfrm>
              <a:prstGeom prst="roundRect">
                <a:avLst>
                  <a:gd name="adj" fmla="val 5232"/>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Bullet4">
                <a:extLst>
                  <a:ext uri="{FF2B5EF4-FFF2-40B4-BE49-F238E27FC236}">
                    <a16:creationId xmlns:a16="http://schemas.microsoft.com/office/drawing/2014/main" id="{3FEE8ADF-6436-76B3-BFB6-7AC4E95CF09E}"/>
                  </a:ext>
                </a:extLst>
              </p:cNvPr>
              <p:cNvSpPr/>
              <p:nvPr/>
            </p:nvSpPr>
            <p:spPr>
              <a:xfrm>
                <a:off x="7391216" y="3093003"/>
                <a:ext cx="1833129" cy="743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b="1" dirty="0">
                    <a:solidFill>
                      <a:schemeClr val="tx1"/>
                    </a:solidFill>
                    <a:cs typeface="+mn-ea"/>
                    <a:sym typeface="+mn-lt"/>
                  </a:rPr>
                  <a:t>单击添加小标题</a:t>
                </a:r>
                <a:endParaRPr lang="en-US" dirty="0"/>
              </a:p>
            </p:txBody>
          </p:sp>
          <p:sp>
            <p:nvSpPr>
              <p:cNvPr id="65" name="Text4">
                <a:extLst>
                  <a:ext uri="{FF2B5EF4-FFF2-40B4-BE49-F238E27FC236}">
                    <a16:creationId xmlns:a16="http://schemas.microsoft.com/office/drawing/2014/main" id="{71E9DABB-2B57-20E0-F9DF-A615C4C1A38C}"/>
                  </a:ext>
                </a:extLst>
              </p:cNvPr>
              <p:cNvSpPr/>
              <p:nvPr/>
            </p:nvSpPr>
            <p:spPr>
              <a:xfrm>
                <a:off x="7391215" y="3836826"/>
                <a:ext cx="1833130" cy="981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66" name="Number4">
                <a:extLst>
                  <a:ext uri="{FF2B5EF4-FFF2-40B4-BE49-F238E27FC236}">
                    <a16:creationId xmlns:a16="http://schemas.microsoft.com/office/drawing/2014/main" id="{F9862C49-9A36-5452-F297-A73C879DBDE3}"/>
                  </a:ext>
                </a:extLst>
              </p:cNvPr>
              <p:cNvSpPr/>
              <p:nvPr/>
            </p:nvSpPr>
            <p:spPr>
              <a:xfrm>
                <a:off x="7391216" y="2572621"/>
                <a:ext cx="1833129" cy="520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en-US" altLang="zh-CN" sz="2000" b="1" dirty="0">
                    <a:solidFill>
                      <a:schemeClr val="tx1"/>
                    </a:solidFill>
                    <a:cs typeface="+mn-ea"/>
                    <a:sym typeface="+mn-lt"/>
                  </a:rPr>
                  <a:t>04</a:t>
                </a:r>
                <a:endParaRPr lang="en-US" sz="2000" dirty="0">
                  <a:solidFill>
                    <a:schemeClr val="tx1"/>
                  </a:solidFill>
                  <a:cs typeface="+mn-ea"/>
                  <a:sym typeface="+mn-lt"/>
                </a:endParaRPr>
              </a:p>
            </p:txBody>
          </p:sp>
        </p:grpSp>
        <p:pic>
          <p:nvPicPr>
            <p:cNvPr id="10" name="图片 9">
              <a:extLst>
                <a:ext uri="{FF2B5EF4-FFF2-40B4-BE49-F238E27FC236}">
                  <a16:creationId xmlns:a16="http://schemas.microsoft.com/office/drawing/2014/main" id="{79B87CCA-0947-5A1D-46B2-40FD641C2178}"/>
                </a:ext>
              </a:extLst>
            </p:cNvPr>
            <p:cNvPicPr>
              <a:picLocks noChangeAspect="1"/>
            </p:cNvPicPr>
            <p:nvPr/>
          </p:nvPicPr>
          <p:blipFill>
            <a:blip r:embed="rId3">
              <a:extLst>
                <a:ext uri="{28A0092B-C50C-407E-A947-70E740481C1C}">
                  <a14:useLocalDpi xmlns:a14="http://schemas.microsoft.com/office/drawing/2010/main" val="0"/>
                </a:ext>
              </a:extLst>
            </a:blip>
            <a:srcRect l="15787" t="26667" r="15220" b="29485"/>
            <a:stretch>
              <a:fillRect/>
            </a:stretch>
          </p:blipFill>
          <p:spPr>
            <a:xfrm>
              <a:off x="833135" y="5002652"/>
              <a:ext cx="2281676" cy="1450093"/>
            </a:xfrm>
            <a:prstGeom prst="rect">
              <a:avLst/>
            </a:prstGeom>
          </p:spPr>
        </p:pic>
        <p:pic>
          <p:nvPicPr>
            <p:cNvPr id="13" name="图片 12">
              <a:extLst>
                <a:ext uri="{FF2B5EF4-FFF2-40B4-BE49-F238E27FC236}">
                  <a16:creationId xmlns:a16="http://schemas.microsoft.com/office/drawing/2014/main" id="{E2519060-57F0-EAA7-44F8-8949CF7FC082}"/>
                </a:ext>
              </a:extLst>
            </p:cNvPr>
            <p:cNvPicPr>
              <a:picLocks noChangeAspect="1"/>
            </p:cNvPicPr>
            <p:nvPr/>
          </p:nvPicPr>
          <p:blipFill>
            <a:blip r:embed="rId4">
              <a:extLst>
                <a:ext uri="{28A0092B-C50C-407E-A947-70E740481C1C}">
                  <a14:useLocalDpi xmlns:a14="http://schemas.microsoft.com/office/drawing/2010/main" val="0"/>
                </a:ext>
              </a:extLst>
            </a:blip>
            <a:srcRect l="19455" t="20134" r="20500" b="20269"/>
            <a:stretch>
              <a:fillRect/>
            </a:stretch>
          </p:blipFill>
          <p:spPr>
            <a:xfrm>
              <a:off x="6705756" y="4985689"/>
              <a:ext cx="1511570" cy="1500306"/>
            </a:xfrm>
            <a:prstGeom prst="rect">
              <a:avLst/>
            </a:prstGeom>
          </p:spPr>
        </p:pic>
        <p:pic>
          <p:nvPicPr>
            <p:cNvPr id="15" name="图片 14">
              <a:extLst>
                <a:ext uri="{FF2B5EF4-FFF2-40B4-BE49-F238E27FC236}">
                  <a16:creationId xmlns:a16="http://schemas.microsoft.com/office/drawing/2014/main" id="{D1D00EEB-1A63-5D26-A256-21ED063828B6}"/>
                </a:ext>
              </a:extLst>
            </p:cNvPr>
            <p:cNvPicPr>
              <a:picLocks noChangeAspect="1"/>
            </p:cNvPicPr>
            <p:nvPr/>
          </p:nvPicPr>
          <p:blipFill>
            <a:blip r:embed="rId5">
              <a:extLst>
                <a:ext uri="{28A0092B-C50C-407E-A947-70E740481C1C}">
                  <a14:useLocalDpi xmlns:a14="http://schemas.microsoft.com/office/drawing/2010/main" val="0"/>
                </a:ext>
              </a:extLst>
            </a:blip>
            <a:srcRect l="32879" t="22103" r="30880" b="26667"/>
            <a:stretch>
              <a:fillRect/>
            </a:stretch>
          </p:blipFill>
          <p:spPr>
            <a:xfrm>
              <a:off x="4182680" y="4884983"/>
              <a:ext cx="1070154" cy="1512750"/>
            </a:xfrm>
            <a:prstGeom prst="rect">
              <a:avLst/>
            </a:prstGeom>
          </p:spPr>
        </p:pic>
        <p:pic>
          <p:nvPicPr>
            <p:cNvPr id="47" name="图片 46">
              <a:extLst>
                <a:ext uri="{FF2B5EF4-FFF2-40B4-BE49-F238E27FC236}">
                  <a16:creationId xmlns:a16="http://schemas.microsoft.com/office/drawing/2014/main" id="{02B9A13F-4F3D-1CC7-C49D-E5F7D21C3F2A}"/>
                </a:ext>
              </a:extLst>
            </p:cNvPr>
            <p:cNvPicPr>
              <a:picLocks noChangeAspect="1"/>
            </p:cNvPicPr>
            <p:nvPr/>
          </p:nvPicPr>
          <p:blipFill>
            <a:blip r:embed="rId6">
              <a:extLst>
                <a:ext uri="{28A0092B-C50C-407E-A947-70E740481C1C}">
                  <a14:useLocalDpi xmlns:a14="http://schemas.microsoft.com/office/drawing/2010/main" val="0"/>
                </a:ext>
              </a:extLst>
            </a:blip>
            <a:srcRect l="21283" t="28904" r="22022" b="29217"/>
            <a:stretch>
              <a:fillRect/>
            </a:stretch>
          </p:blipFill>
          <p:spPr>
            <a:xfrm>
              <a:off x="9384771" y="5069556"/>
              <a:ext cx="1804016" cy="1332572"/>
            </a:xfrm>
            <a:prstGeom prst="rect">
              <a:avLst/>
            </a:prstGeom>
          </p:spPr>
        </p:pic>
      </p:grpSp>
    </p:spTree>
    <p:extLst>
      <p:ext uri="{BB962C8B-B14F-4D97-AF65-F5344CB8AC3E}">
        <p14:creationId xmlns:p14="http://schemas.microsoft.com/office/powerpoint/2010/main" val="3621293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23C1-6B09-CD86-AF57-E569ECC7CC8B}"/>
            </a:ext>
          </a:extLst>
        </p:cNvPr>
        <p:cNvGrpSpPr/>
        <p:nvPr/>
      </p:nvGrpSpPr>
      <p:grpSpPr>
        <a:xfrm>
          <a:off x="0" y="0"/>
          <a:ext cx="0" cy="0"/>
          <a:chOff x="0" y="0"/>
          <a:chExt cx="0" cy="0"/>
        </a:xfrm>
      </p:grpSpPr>
      <p:sp>
        <p:nvSpPr>
          <p:cNvPr id="43"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9" name="组合 28">
            <a:extLst>
              <a:ext uri="{FF2B5EF4-FFF2-40B4-BE49-F238E27FC236}">
                <a16:creationId xmlns:a16="http://schemas.microsoft.com/office/drawing/2014/main" id="{619551B8-EEE8-8D9D-8544-6B503CF216BC}"/>
              </a:ext>
            </a:extLst>
          </p:cNvPr>
          <p:cNvGrpSpPr/>
          <p:nvPr/>
        </p:nvGrpSpPr>
        <p:grpSpPr>
          <a:xfrm>
            <a:off x="576870" y="1130299"/>
            <a:ext cx="11229165" cy="4902553"/>
            <a:chOff x="576870" y="1130299"/>
            <a:chExt cx="11229165" cy="4902553"/>
          </a:xfrm>
        </p:grpSpPr>
        <p:sp>
          <p:nvSpPr>
            <p:cNvPr id="25" name="ComponentBackground1">
              <a:extLst>
                <a:ext uri="{FF2B5EF4-FFF2-40B4-BE49-F238E27FC236}">
                  <a16:creationId xmlns:a16="http://schemas.microsoft.com/office/drawing/2014/main" id="{3DCC4DBB-CF73-B29C-502A-4A852D7D554C}"/>
                </a:ext>
              </a:extLst>
            </p:cNvPr>
            <p:cNvSpPr/>
            <p:nvPr/>
          </p:nvSpPr>
          <p:spPr>
            <a:xfrm>
              <a:off x="576870" y="3939898"/>
              <a:ext cx="10942030" cy="2092954"/>
            </a:xfrm>
            <a:prstGeom prst="roundRect">
              <a:avLst>
                <a:gd name="adj" fmla="val 5232"/>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endParaRPr lang="zh-CN" altLang="en-US" sz="2000" b="1">
                <a:cs typeface="+mn-ea"/>
                <a:sym typeface="+mn-lt"/>
              </a:endParaRPr>
            </a:p>
          </p:txBody>
        </p:sp>
        <p:sp>
          <p:nvSpPr>
            <p:cNvPr id="2" name="Title">
              <a:extLst>
                <a:ext uri="{FF2B5EF4-FFF2-40B4-BE49-F238E27FC236}">
                  <a16:creationId xmlns:a16="http://schemas.microsoft.com/office/drawing/2014/main" id="{A949BFBF-89F9-6DCB-BEB7-03B22CDB4404}"/>
                </a:ext>
              </a:extLst>
            </p:cNvPr>
            <p:cNvSpPr txBox="1"/>
            <p:nvPr/>
          </p:nvSpPr>
          <p:spPr>
            <a:xfrm>
              <a:off x="660399" y="1130299"/>
              <a:ext cx="10858500" cy="577447"/>
            </a:xfrm>
            <a:prstGeom prst="rect">
              <a:avLst/>
            </a:prstGeom>
            <a:noFill/>
          </p:spPr>
          <p:txBody>
            <a:bodyPr vert="horz" wrap="square" lIns="91440" tIns="45720" rIns="91440" bIns="45720" rtlCol="0" anchor="t" anchorCtr="0">
              <a:normAutofit/>
            </a:bodyPr>
            <a:lstStyle/>
            <a:p>
              <a:r>
                <a:rPr lang="zh-CN" altLang="en-US" sz="2400" b="1" dirty="0">
                  <a:cs typeface="+mn-ea"/>
                  <a:sym typeface="+mn-lt"/>
                </a:rPr>
                <a:t>单击此处添加长一点的副标题</a:t>
              </a:r>
              <a:endParaRPr lang="en-US" dirty="0"/>
            </a:p>
          </p:txBody>
        </p:sp>
        <p:grpSp>
          <p:nvGrpSpPr>
            <p:cNvPr id="6" name="组合 5">
              <a:extLst>
                <a:ext uri="{FF2B5EF4-FFF2-40B4-BE49-F238E27FC236}">
                  <a16:creationId xmlns:a16="http://schemas.microsoft.com/office/drawing/2014/main" id="{F553B28E-03B9-075C-DDEC-7559FA9F2218}"/>
                </a:ext>
              </a:extLst>
            </p:cNvPr>
            <p:cNvGrpSpPr/>
            <p:nvPr/>
          </p:nvGrpSpPr>
          <p:grpSpPr>
            <a:xfrm>
              <a:off x="758675" y="1886154"/>
              <a:ext cx="5844727" cy="1861537"/>
              <a:chOff x="877021" y="4672896"/>
              <a:chExt cx="6585980" cy="1861537"/>
            </a:xfrm>
          </p:grpSpPr>
          <p:grpSp>
            <p:nvGrpSpPr>
              <p:cNvPr id="9" name="组合 8">
                <a:extLst>
                  <a:ext uri="{FF2B5EF4-FFF2-40B4-BE49-F238E27FC236}">
                    <a16:creationId xmlns:a16="http://schemas.microsoft.com/office/drawing/2014/main" id="{996B0808-6DD2-9F6D-8A4C-24BD785D4392}"/>
                  </a:ext>
                </a:extLst>
              </p:cNvPr>
              <p:cNvGrpSpPr/>
              <p:nvPr/>
            </p:nvGrpSpPr>
            <p:grpSpPr>
              <a:xfrm>
                <a:off x="877021" y="4672896"/>
                <a:ext cx="3132004" cy="1861537"/>
                <a:chOff x="877021" y="4672896"/>
                <a:chExt cx="3132004" cy="1861537"/>
              </a:xfrm>
            </p:grpSpPr>
            <p:sp>
              <p:nvSpPr>
                <p:cNvPr id="35" name="Bullet1">
                  <a:extLst>
                    <a:ext uri="{FF2B5EF4-FFF2-40B4-BE49-F238E27FC236}">
                      <a16:creationId xmlns:a16="http://schemas.microsoft.com/office/drawing/2014/main" id="{07138AC8-4932-D2FF-6238-4A9F16CB5D88}"/>
                    </a:ext>
                  </a:extLst>
                </p:cNvPr>
                <p:cNvSpPr txBox="1"/>
                <p:nvPr/>
              </p:nvSpPr>
              <p:spPr>
                <a:xfrm>
                  <a:off x="877021" y="4672896"/>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40" name="Text1">
                  <a:extLst>
                    <a:ext uri="{FF2B5EF4-FFF2-40B4-BE49-F238E27FC236}">
                      <a16:creationId xmlns:a16="http://schemas.microsoft.com/office/drawing/2014/main" id="{5EE00050-2ED4-000C-C002-DBA103934885}"/>
                    </a:ext>
                  </a:extLst>
                </p:cNvPr>
                <p:cNvSpPr txBox="1"/>
                <p:nvPr/>
              </p:nvSpPr>
              <p:spPr>
                <a:xfrm>
                  <a:off x="877021" y="5333998"/>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nvGrpSpPr>
              <p:cNvPr id="10" name="组合 9">
                <a:extLst>
                  <a:ext uri="{FF2B5EF4-FFF2-40B4-BE49-F238E27FC236}">
                    <a16:creationId xmlns:a16="http://schemas.microsoft.com/office/drawing/2014/main" id="{826A2478-A4DC-F8B5-65F6-79ECA315B971}"/>
                  </a:ext>
                </a:extLst>
              </p:cNvPr>
              <p:cNvGrpSpPr/>
              <p:nvPr/>
            </p:nvGrpSpPr>
            <p:grpSpPr>
              <a:xfrm>
                <a:off x="4330996" y="4672896"/>
                <a:ext cx="3132005" cy="1861537"/>
                <a:chOff x="4330996" y="4672896"/>
                <a:chExt cx="3132005" cy="1861537"/>
              </a:xfrm>
            </p:grpSpPr>
            <p:sp>
              <p:nvSpPr>
                <p:cNvPr id="41" name="Bullet2">
                  <a:extLst>
                    <a:ext uri="{FF2B5EF4-FFF2-40B4-BE49-F238E27FC236}">
                      <a16:creationId xmlns:a16="http://schemas.microsoft.com/office/drawing/2014/main" id="{A74C1CEA-7BA0-18A1-026C-789185E0C0D0}"/>
                    </a:ext>
                  </a:extLst>
                </p:cNvPr>
                <p:cNvSpPr txBox="1"/>
                <p:nvPr/>
              </p:nvSpPr>
              <p:spPr>
                <a:xfrm>
                  <a:off x="4330997" y="4672896"/>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cs typeface="+mn-ea"/>
                      <a:sym typeface="+mn-lt"/>
                    </a:rPr>
                    <a:t>单击添加小标题</a:t>
                  </a:r>
                  <a:endParaRPr lang="en-US" dirty="0"/>
                </a:p>
              </p:txBody>
            </p:sp>
            <p:sp>
              <p:nvSpPr>
                <p:cNvPr id="42" name="Text2">
                  <a:extLst>
                    <a:ext uri="{FF2B5EF4-FFF2-40B4-BE49-F238E27FC236}">
                      <a16:creationId xmlns:a16="http://schemas.microsoft.com/office/drawing/2014/main" id="{286221F7-A808-59AB-AFDA-E00499315299}"/>
                    </a:ext>
                  </a:extLst>
                </p:cNvPr>
                <p:cNvSpPr txBox="1"/>
                <p:nvPr/>
              </p:nvSpPr>
              <p:spPr>
                <a:xfrm>
                  <a:off x="4330996" y="5333998"/>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pic>
          <p:nvPicPr>
            <p:cNvPr id="4" name="图片 3">
              <a:extLst>
                <a:ext uri="{FF2B5EF4-FFF2-40B4-BE49-F238E27FC236}">
                  <a16:creationId xmlns:a16="http://schemas.microsoft.com/office/drawing/2014/main" id="{EE15EDD7-16E2-5153-8BAA-517EEC54BFA2}"/>
                </a:ext>
              </a:extLst>
            </p:cNvPr>
            <p:cNvPicPr>
              <a:picLocks noChangeAspect="1"/>
            </p:cNvPicPr>
            <p:nvPr/>
          </p:nvPicPr>
          <p:blipFill>
            <a:blip r:embed="rId3">
              <a:extLst>
                <a:ext uri="{28A0092B-C50C-407E-A947-70E740481C1C}">
                  <a14:useLocalDpi xmlns:a14="http://schemas.microsoft.com/office/drawing/2010/main" val="0"/>
                </a:ext>
              </a:extLst>
            </a:blip>
            <a:srcRect l="16258" t="9864" r="13720"/>
            <a:stretch>
              <a:fillRect/>
            </a:stretch>
          </p:blipFill>
          <p:spPr>
            <a:xfrm>
              <a:off x="6756825" y="2368848"/>
              <a:ext cx="5049210" cy="3657867"/>
            </a:xfrm>
            <a:prstGeom prst="rect">
              <a:avLst/>
            </a:prstGeom>
          </p:spPr>
        </p:pic>
        <p:grpSp>
          <p:nvGrpSpPr>
            <p:cNvPr id="13" name="组合 12">
              <a:extLst>
                <a:ext uri="{FF2B5EF4-FFF2-40B4-BE49-F238E27FC236}">
                  <a16:creationId xmlns:a16="http://schemas.microsoft.com/office/drawing/2014/main" id="{9B83AAE6-495D-0EC5-3456-44A30EFAA578}"/>
                </a:ext>
              </a:extLst>
            </p:cNvPr>
            <p:cNvGrpSpPr/>
            <p:nvPr/>
          </p:nvGrpSpPr>
          <p:grpSpPr>
            <a:xfrm>
              <a:off x="758675" y="4118306"/>
              <a:ext cx="5844727" cy="1861537"/>
              <a:chOff x="877021" y="4773578"/>
              <a:chExt cx="6585980" cy="1861537"/>
            </a:xfrm>
          </p:grpSpPr>
          <p:grpSp>
            <p:nvGrpSpPr>
              <p:cNvPr id="14" name="组合 13">
                <a:extLst>
                  <a:ext uri="{FF2B5EF4-FFF2-40B4-BE49-F238E27FC236}">
                    <a16:creationId xmlns:a16="http://schemas.microsoft.com/office/drawing/2014/main" id="{0F8A22F4-F76E-1343-F685-5F94BDF36E29}"/>
                  </a:ext>
                </a:extLst>
              </p:cNvPr>
              <p:cNvGrpSpPr/>
              <p:nvPr/>
            </p:nvGrpSpPr>
            <p:grpSpPr>
              <a:xfrm>
                <a:off x="877021" y="4773578"/>
                <a:ext cx="3132004" cy="1861537"/>
                <a:chOff x="877021" y="4773578"/>
                <a:chExt cx="3132004" cy="1861537"/>
              </a:xfrm>
            </p:grpSpPr>
            <p:sp>
              <p:nvSpPr>
                <p:cNvPr id="18" name="Bullet3">
                  <a:extLst>
                    <a:ext uri="{FF2B5EF4-FFF2-40B4-BE49-F238E27FC236}">
                      <a16:creationId xmlns:a16="http://schemas.microsoft.com/office/drawing/2014/main" id="{D6D77E37-9D42-57AE-DB74-FDDC8999FECD}"/>
                    </a:ext>
                  </a:extLst>
                </p:cNvPr>
                <p:cNvSpPr txBox="1"/>
                <p:nvPr/>
              </p:nvSpPr>
              <p:spPr>
                <a:xfrm>
                  <a:off x="877021" y="4773578"/>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19" name="Text3">
                  <a:extLst>
                    <a:ext uri="{FF2B5EF4-FFF2-40B4-BE49-F238E27FC236}">
                      <a16:creationId xmlns:a16="http://schemas.microsoft.com/office/drawing/2014/main" id="{3C53E6D6-D47F-136B-23F2-41EE538B3D36}"/>
                    </a:ext>
                  </a:extLst>
                </p:cNvPr>
                <p:cNvSpPr txBox="1"/>
                <p:nvPr/>
              </p:nvSpPr>
              <p:spPr>
                <a:xfrm>
                  <a:off x="877021" y="5434680"/>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nvGrpSpPr>
              <p:cNvPr id="15" name="组合 14">
                <a:extLst>
                  <a:ext uri="{FF2B5EF4-FFF2-40B4-BE49-F238E27FC236}">
                    <a16:creationId xmlns:a16="http://schemas.microsoft.com/office/drawing/2014/main" id="{0BE8A0DD-1CD5-DB30-6D88-39502888140C}"/>
                  </a:ext>
                </a:extLst>
              </p:cNvPr>
              <p:cNvGrpSpPr/>
              <p:nvPr/>
            </p:nvGrpSpPr>
            <p:grpSpPr>
              <a:xfrm>
                <a:off x="4330996" y="4773578"/>
                <a:ext cx="3132005" cy="1861537"/>
                <a:chOff x="4330996" y="4773578"/>
                <a:chExt cx="3132005" cy="1861537"/>
              </a:xfrm>
            </p:grpSpPr>
            <p:sp>
              <p:nvSpPr>
                <p:cNvPr id="16" name="Bullet4">
                  <a:extLst>
                    <a:ext uri="{FF2B5EF4-FFF2-40B4-BE49-F238E27FC236}">
                      <a16:creationId xmlns:a16="http://schemas.microsoft.com/office/drawing/2014/main" id="{FC29F967-4356-B26B-FB4D-9AF5630D516F}"/>
                    </a:ext>
                  </a:extLst>
                </p:cNvPr>
                <p:cNvSpPr txBox="1"/>
                <p:nvPr/>
              </p:nvSpPr>
              <p:spPr>
                <a:xfrm>
                  <a:off x="4330997" y="4773578"/>
                  <a:ext cx="3132004" cy="661103"/>
                </a:xfrm>
                <a:prstGeom prst="rect">
                  <a:avLst/>
                </a:prstGeom>
                <a:noFill/>
              </p:spPr>
              <p:txBody>
                <a:bodyPr wrap="square" lIns="91440" tIns="45720" rIns="91440" bIns="45720" rtlCol="0" anchor="b">
                  <a:normAutofit/>
                </a:bodyPr>
                <a:lstStyle/>
                <a:p>
                  <a:pPr lvl="0" defTabSz="913765">
                    <a:buSzPct val="25000"/>
                    <a:defRPr/>
                  </a:pPr>
                  <a:r>
                    <a:rPr lang="zh-CN" altLang="en-US" b="1" dirty="0">
                      <a:solidFill>
                        <a:srgbClr val="FFFFFF"/>
                      </a:solidFill>
                      <a:cs typeface="+mn-ea"/>
                      <a:sym typeface="+mn-lt"/>
                    </a:rPr>
                    <a:t>单击添加小标题</a:t>
                  </a:r>
                  <a:endParaRPr lang="en-US" dirty="0">
                    <a:solidFill>
                      <a:srgbClr val="FFFFFF"/>
                    </a:solidFill>
                  </a:endParaRPr>
                </a:p>
              </p:txBody>
            </p:sp>
            <p:sp>
              <p:nvSpPr>
                <p:cNvPr id="17" name="Text4">
                  <a:extLst>
                    <a:ext uri="{FF2B5EF4-FFF2-40B4-BE49-F238E27FC236}">
                      <a16:creationId xmlns:a16="http://schemas.microsoft.com/office/drawing/2014/main" id="{C760CC13-2770-0BAE-DF9A-A7DBEF8F979C}"/>
                    </a:ext>
                  </a:extLst>
                </p:cNvPr>
                <p:cNvSpPr txBox="1"/>
                <p:nvPr/>
              </p:nvSpPr>
              <p:spPr>
                <a:xfrm>
                  <a:off x="4330996" y="5434680"/>
                  <a:ext cx="3132004" cy="1200435"/>
                </a:xfrm>
                <a:prstGeom prst="rect">
                  <a:avLst/>
                </a:prstGeom>
                <a:noFill/>
              </p:spPr>
              <p:txBody>
                <a:bodyPr wrap="square" lIns="91440" tIns="45720" rIns="91440" bIns="45720">
                  <a:normAutofit/>
                </a:bodyPr>
                <a:lstStyle/>
                <a:p>
                  <a:pPr lvl="0"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grpSp>
        </p:grpSp>
      </p:grpSp>
    </p:spTree>
    <p:extLst>
      <p:ext uri="{BB962C8B-B14F-4D97-AF65-F5344CB8AC3E}">
        <p14:creationId xmlns:p14="http://schemas.microsoft.com/office/powerpoint/2010/main" val="3155902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FD8B-C2E4-9FA3-42AA-7862D9DA0346}"/>
            </a:ext>
          </a:extLst>
        </p:cNvPr>
        <p:cNvGrpSpPr/>
        <p:nvPr/>
      </p:nvGrpSpPr>
      <p:grpSpPr>
        <a:xfrm>
          <a:off x="0" y="0"/>
          <a:ext cx="0" cy="0"/>
          <a:chOff x="0" y="0"/>
          <a:chExt cx="0" cy="0"/>
        </a:xfrm>
      </p:grpSpPr>
      <p:sp>
        <p:nvSpPr>
          <p:cNvPr id="50"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C5FDE104-0020-A799-C777-B3601B8BA6AD}"/>
              </a:ext>
            </a:extLst>
          </p:cNvPr>
          <p:cNvGrpSpPr/>
          <p:nvPr/>
        </p:nvGrpSpPr>
        <p:grpSpPr>
          <a:xfrm>
            <a:off x="601417" y="1130299"/>
            <a:ext cx="10917483" cy="5003801"/>
            <a:chOff x="601417" y="1130299"/>
            <a:chExt cx="10917483" cy="5003801"/>
          </a:xfrm>
        </p:grpSpPr>
        <p:sp>
          <p:nvSpPr>
            <p:cNvPr id="7" name="矩形: 圆角 6">
              <a:extLst>
                <a:ext uri="{FF2B5EF4-FFF2-40B4-BE49-F238E27FC236}">
                  <a16:creationId xmlns:a16="http://schemas.microsoft.com/office/drawing/2014/main" id="{58E8530C-7FC9-ABAA-81C0-85BEFB5A97FA}"/>
                </a:ext>
              </a:extLst>
            </p:cNvPr>
            <p:cNvSpPr/>
            <p:nvPr/>
          </p:nvSpPr>
          <p:spPr>
            <a:xfrm>
              <a:off x="660400" y="4298100"/>
              <a:ext cx="10858500" cy="1836000"/>
            </a:xfrm>
            <a:prstGeom prst="roundRect">
              <a:avLst>
                <a:gd name="adj" fmla="val 15726"/>
              </a:avLst>
            </a:prstGeom>
            <a:solidFill>
              <a:schemeClr val="accent1">
                <a:alpha val="15000"/>
              </a:schemeClr>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cs typeface="+mn-ea"/>
                <a:sym typeface="+mn-lt"/>
              </a:endParaRPr>
            </a:p>
          </p:txBody>
        </p:sp>
        <p:grpSp>
          <p:nvGrpSpPr>
            <p:cNvPr id="44" name="组合 43">
              <a:extLst>
                <a:ext uri="{FF2B5EF4-FFF2-40B4-BE49-F238E27FC236}">
                  <a16:creationId xmlns:a16="http://schemas.microsoft.com/office/drawing/2014/main" id="{62CF1F77-30C6-DF9A-4A44-F9445988C9CE}"/>
                </a:ext>
              </a:extLst>
            </p:cNvPr>
            <p:cNvGrpSpPr/>
            <p:nvPr/>
          </p:nvGrpSpPr>
          <p:grpSpPr>
            <a:xfrm>
              <a:off x="5603001" y="2511486"/>
              <a:ext cx="5744062" cy="1549399"/>
              <a:chOff x="4790242" y="2511486"/>
              <a:chExt cx="6572806" cy="1549399"/>
            </a:xfrm>
          </p:grpSpPr>
          <p:sp>
            <p:nvSpPr>
              <p:cNvPr id="19" name="Bullet1">
                <a:extLst>
                  <a:ext uri="{FF2B5EF4-FFF2-40B4-BE49-F238E27FC236}">
                    <a16:creationId xmlns:a16="http://schemas.microsoft.com/office/drawing/2014/main" id="{395D7B6E-C5CD-445C-19BD-EDE29BC7BD2E}"/>
                  </a:ext>
                </a:extLst>
              </p:cNvPr>
              <p:cNvSpPr txBox="1">
                <a:spLocks/>
              </p:cNvSpPr>
              <p:nvPr/>
            </p:nvSpPr>
            <p:spPr>
              <a:xfrm>
                <a:off x="4790243" y="2511486"/>
                <a:ext cx="3377742" cy="521974"/>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ym typeface="+mn-lt"/>
                  </a:rPr>
                  <a:t>单击添加小标题</a:t>
                </a:r>
                <a:endParaRPr lang="en-US" sz="1800" dirty="0"/>
              </a:p>
            </p:txBody>
          </p:sp>
          <p:sp>
            <p:nvSpPr>
              <p:cNvPr id="20" name="Text1">
                <a:extLst>
                  <a:ext uri="{FF2B5EF4-FFF2-40B4-BE49-F238E27FC236}">
                    <a16:creationId xmlns:a16="http://schemas.microsoft.com/office/drawing/2014/main" id="{92860ECD-1CAC-5E99-59E3-0F6611E1C706}"/>
                  </a:ext>
                </a:extLst>
              </p:cNvPr>
              <p:cNvSpPr txBox="1">
                <a:spLocks/>
              </p:cNvSpPr>
              <p:nvPr/>
            </p:nvSpPr>
            <p:spPr>
              <a:xfrm>
                <a:off x="4790242" y="3159486"/>
                <a:ext cx="6572806" cy="901399"/>
              </a:xfrm>
              <a:prstGeom prst="rect">
                <a:avLst/>
              </a:prstGeom>
            </p:spPr>
            <p:txBody>
              <a:bodyPr wrap="square" lIns="91440" tIns="45720" rIns="91440" bIns="45720" anchor="t" anchorCtr="0">
                <a:normAutofit/>
              </a:bodyPr>
              <a:lstStyle/>
              <a:p>
                <a:pPr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grpSp>
          <p:nvGrpSpPr>
            <p:cNvPr id="46" name="组合 45">
              <a:extLst>
                <a:ext uri="{FF2B5EF4-FFF2-40B4-BE49-F238E27FC236}">
                  <a16:creationId xmlns:a16="http://schemas.microsoft.com/office/drawing/2014/main" id="{422B5CD2-E7A3-D57A-90A9-68D23AD76AFE}"/>
                </a:ext>
              </a:extLst>
            </p:cNvPr>
            <p:cNvGrpSpPr/>
            <p:nvPr/>
          </p:nvGrpSpPr>
          <p:grpSpPr>
            <a:xfrm>
              <a:off x="5603001" y="4471983"/>
              <a:ext cx="5744062" cy="1549399"/>
              <a:chOff x="4790242" y="4471983"/>
              <a:chExt cx="6572806" cy="1549399"/>
            </a:xfrm>
          </p:grpSpPr>
          <p:sp>
            <p:nvSpPr>
              <p:cNvPr id="15" name="Bullet2">
                <a:extLst>
                  <a:ext uri="{FF2B5EF4-FFF2-40B4-BE49-F238E27FC236}">
                    <a16:creationId xmlns:a16="http://schemas.microsoft.com/office/drawing/2014/main" id="{091FA4BA-D40E-695F-A095-55B7B7836000}"/>
                  </a:ext>
                </a:extLst>
              </p:cNvPr>
              <p:cNvSpPr txBox="1">
                <a:spLocks/>
              </p:cNvSpPr>
              <p:nvPr/>
            </p:nvSpPr>
            <p:spPr>
              <a:xfrm>
                <a:off x="4790243" y="4471983"/>
                <a:ext cx="3377742" cy="521974"/>
              </a:xfrm>
              <a:prstGeom prst="roundRect">
                <a:avLst/>
              </a:prstGeom>
              <a:solidFill>
                <a:schemeClr val="accent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en-US"/>
                </a:defPPr>
                <a:lvl1pPr algn="ctr">
                  <a:defRPr sz="2000" b="1">
                    <a:solidFill>
                      <a:schemeClr val="lt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800" dirty="0">
                    <a:sym typeface="+mn-lt"/>
                  </a:rPr>
                  <a:t>单击添加小标题</a:t>
                </a:r>
                <a:endParaRPr lang="en-US" sz="1800" dirty="0"/>
              </a:p>
            </p:txBody>
          </p:sp>
          <p:sp>
            <p:nvSpPr>
              <p:cNvPr id="16" name="Text2">
                <a:extLst>
                  <a:ext uri="{FF2B5EF4-FFF2-40B4-BE49-F238E27FC236}">
                    <a16:creationId xmlns:a16="http://schemas.microsoft.com/office/drawing/2014/main" id="{EC5758D6-B1F4-C877-D450-6D810C6D1A13}"/>
                  </a:ext>
                </a:extLst>
              </p:cNvPr>
              <p:cNvSpPr txBox="1">
                <a:spLocks/>
              </p:cNvSpPr>
              <p:nvPr/>
            </p:nvSpPr>
            <p:spPr>
              <a:xfrm>
                <a:off x="4790242" y="5119983"/>
                <a:ext cx="6572806" cy="901399"/>
              </a:xfrm>
              <a:prstGeom prst="rect">
                <a:avLst/>
              </a:prstGeom>
            </p:spPr>
            <p:txBody>
              <a:bodyPr wrap="square" lIns="91440" tIns="45720" rIns="91440" bIns="45720" anchor="t" anchorCtr="0">
                <a:normAutofit/>
              </a:bodyPr>
              <a:lstStyle/>
              <a:p>
                <a:pPr defTabSz="913765">
                  <a:lnSpc>
                    <a:spcPct val="120000"/>
                  </a:lnSpc>
                  <a:buSzPct val="25000"/>
                  <a:defRPr/>
                </a:pPr>
                <a:r>
                  <a:rPr lang="zh-CN" altLang="en-US" sz="1200" dirty="0">
                    <a:cs typeface="+mn-ea"/>
                    <a:sym typeface="+mn-lt"/>
                  </a:rPr>
                  <a:t>单击此处添加文本单击此处添加文本单击此处添加文本单击此处添加文本</a:t>
                </a:r>
                <a:endParaRPr lang="en-US" dirty="0"/>
              </a:p>
            </p:txBody>
          </p:sp>
        </p:grpSp>
        <p:sp>
          <p:nvSpPr>
            <p:cNvPr id="8" name="Title">
              <a:extLst>
                <a:ext uri="{FF2B5EF4-FFF2-40B4-BE49-F238E27FC236}">
                  <a16:creationId xmlns:a16="http://schemas.microsoft.com/office/drawing/2014/main" id="{AD8A8411-5F6A-5753-B3AE-1C2368A5A015}"/>
                </a:ext>
              </a:extLst>
            </p:cNvPr>
            <p:cNvSpPr>
              <a:spLocks/>
            </p:cNvSpPr>
            <p:nvPr/>
          </p:nvSpPr>
          <p:spPr>
            <a:xfrm>
              <a:off x="5603001" y="1130299"/>
              <a:ext cx="5744063" cy="10922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sz="2400" b="1" dirty="0">
                  <a:solidFill>
                    <a:schemeClr val="tx1"/>
                  </a:solidFill>
                  <a:cs typeface="+mn-ea"/>
                  <a:sym typeface="+mn-lt"/>
                </a:rPr>
                <a:t>单击此处添加长一点的副标题</a:t>
              </a:r>
              <a:endParaRPr lang="en-US" dirty="0"/>
            </a:p>
          </p:txBody>
        </p:sp>
        <p:pic>
          <p:nvPicPr>
            <p:cNvPr id="4" name="图片 3">
              <a:extLst>
                <a:ext uri="{FF2B5EF4-FFF2-40B4-BE49-F238E27FC236}">
                  <a16:creationId xmlns:a16="http://schemas.microsoft.com/office/drawing/2014/main" id="{73E6B75C-9194-9525-8E8F-C2F443D82210}"/>
                </a:ext>
              </a:extLst>
            </p:cNvPr>
            <p:cNvPicPr>
              <a:picLocks noChangeAspect="1"/>
            </p:cNvPicPr>
            <p:nvPr/>
          </p:nvPicPr>
          <p:blipFill>
            <a:blip r:embed="rId3">
              <a:extLst>
                <a:ext uri="{28A0092B-C50C-407E-A947-70E740481C1C}">
                  <a14:useLocalDpi xmlns:a14="http://schemas.microsoft.com/office/drawing/2010/main" val="0"/>
                </a:ext>
              </a:extLst>
            </a:blip>
            <a:srcRect l="16681" t="22461" r="15309" b="25342"/>
            <a:stretch>
              <a:fillRect/>
            </a:stretch>
          </p:blipFill>
          <p:spPr>
            <a:xfrm>
              <a:off x="601417" y="2148082"/>
              <a:ext cx="4664054" cy="3579619"/>
            </a:xfrm>
            <a:prstGeom prst="rect">
              <a:avLst/>
            </a:prstGeom>
          </p:spPr>
        </p:pic>
      </p:grpSp>
    </p:spTree>
    <p:extLst>
      <p:ext uri="{BB962C8B-B14F-4D97-AF65-F5344CB8AC3E}">
        <p14:creationId xmlns:p14="http://schemas.microsoft.com/office/powerpoint/2010/main" val="3653067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4F6D1-49C2-7A67-1574-760F197448A5}"/>
            </a:ext>
          </a:extLst>
        </p:cNvPr>
        <p:cNvGrpSpPr/>
        <p:nvPr/>
      </p:nvGrpSpPr>
      <p:grpSpPr>
        <a:xfrm>
          <a:off x="0" y="0"/>
          <a:ext cx="0" cy="0"/>
          <a:chOff x="0" y="0"/>
          <a:chExt cx="0" cy="0"/>
        </a:xfrm>
      </p:grpSpPr>
      <p:sp>
        <p:nvSpPr>
          <p:cNvPr id="57" name="Title 1"/>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18" name="组合 17">
            <a:extLst>
              <a:ext uri="{FF2B5EF4-FFF2-40B4-BE49-F238E27FC236}">
                <a16:creationId xmlns:a16="http://schemas.microsoft.com/office/drawing/2014/main" id="{07DBE19E-4B95-9285-C036-595293ACF670}"/>
              </a:ext>
            </a:extLst>
          </p:cNvPr>
          <p:cNvGrpSpPr/>
          <p:nvPr/>
        </p:nvGrpSpPr>
        <p:grpSpPr>
          <a:xfrm>
            <a:off x="660400" y="1130300"/>
            <a:ext cx="10858500" cy="5105400"/>
            <a:chOff x="660400" y="1130300"/>
            <a:chExt cx="10858500" cy="5105400"/>
          </a:xfrm>
        </p:grpSpPr>
        <p:sp>
          <p:nvSpPr>
            <p:cNvPr id="17" name="Title">
              <a:extLst>
                <a:ext uri="{FF2B5EF4-FFF2-40B4-BE49-F238E27FC236}">
                  <a16:creationId xmlns:a16="http://schemas.microsoft.com/office/drawing/2014/main" id="{C6EC7128-10F3-ED5A-F7A6-745D16E1A72F}"/>
                </a:ext>
              </a:extLst>
            </p:cNvPr>
            <p:cNvSpPr>
              <a:spLocks/>
            </p:cNvSpPr>
            <p:nvPr/>
          </p:nvSpPr>
          <p:spPr>
            <a:xfrm>
              <a:off x="660400" y="1130300"/>
              <a:ext cx="10858500" cy="593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p>
          </p:txBody>
        </p:sp>
        <p:grpSp>
          <p:nvGrpSpPr>
            <p:cNvPr id="4" name="组合 3">
              <a:extLst>
                <a:ext uri="{FF2B5EF4-FFF2-40B4-BE49-F238E27FC236}">
                  <a16:creationId xmlns:a16="http://schemas.microsoft.com/office/drawing/2014/main" id="{4ED3A6A0-9703-08CA-494F-AEC85B30821F}"/>
                </a:ext>
              </a:extLst>
            </p:cNvPr>
            <p:cNvGrpSpPr/>
            <p:nvPr/>
          </p:nvGrpSpPr>
          <p:grpSpPr>
            <a:xfrm>
              <a:off x="660400" y="1926810"/>
              <a:ext cx="4649995" cy="2075500"/>
              <a:chOff x="886103" y="3551437"/>
              <a:chExt cx="3060000" cy="2148309"/>
            </a:xfrm>
          </p:grpSpPr>
          <p:sp>
            <p:nvSpPr>
              <p:cNvPr id="5" name="ComponentBackground1">
                <a:extLst>
                  <a:ext uri="{FF2B5EF4-FFF2-40B4-BE49-F238E27FC236}">
                    <a16:creationId xmlns:a16="http://schemas.microsoft.com/office/drawing/2014/main" id="{240B4FDF-FA06-4FDF-FC11-27C83919B3D9}"/>
                  </a:ext>
                </a:extLst>
              </p:cNvPr>
              <p:cNvSpPr/>
              <p:nvPr/>
            </p:nvSpPr>
            <p:spPr>
              <a:xfrm>
                <a:off x="886103" y="3793646"/>
                <a:ext cx="3060000" cy="1906100"/>
              </a:xfrm>
              <a:prstGeom prst="roundRect">
                <a:avLst>
                  <a:gd name="adj" fmla="val 75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6" name="Bullet1">
                <a:extLst>
                  <a:ext uri="{FF2B5EF4-FFF2-40B4-BE49-F238E27FC236}">
                    <a16:creationId xmlns:a16="http://schemas.microsoft.com/office/drawing/2014/main" id="{970A3C8D-CABB-2908-335F-7EDCBA801F76}"/>
                  </a:ext>
                </a:extLst>
              </p:cNvPr>
              <p:cNvSpPr/>
              <p:nvPr/>
            </p:nvSpPr>
            <p:spPr>
              <a:xfrm>
                <a:off x="1066103"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rgbClr val="FFFFFF"/>
                    </a:solidFill>
                    <a:effectLst/>
                    <a:cs typeface="+mn-ea"/>
                    <a:sym typeface="+mn-lt"/>
                  </a:rPr>
                  <a:t>单击添加小标题</a:t>
                </a:r>
                <a:endParaRPr lang="en-US" dirty="0">
                  <a:solidFill>
                    <a:srgbClr val="FFFFFF"/>
                  </a:solidFill>
                </a:endParaRPr>
              </a:p>
            </p:txBody>
          </p:sp>
          <p:sp>
            <p:nvSpPr>
              <p:cNvPr id="7" name="Text1">
                <a:extLst>
                  <a:ext uri="{FF2B5EF4-FFF2-40B4-BE49-F238E27FC236}">
                    <a16:creationId xmlns:a16="http://schemas.microsoft.com/office/drawing/2014/main" id="{81EA6DEA-6A4B-6109-536B-4776510FEEB6}"/>
                  </a:ext>
                </a:extLst>
              </p:cNvPr>
              <p:cNvSpPr/>
              <p:nvPr/>
            </p:nvSpPr>
            <p:spPr>
              <a:xfrm>
                <a:off x="1078805" y="4668017"/>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8" name="Number1">
                <a:extLst>
                  <a:ext uri="{FF2B5EF4-FFF2-40B4-BE49-F238E27FC236}">
                    <a16:creationId xmlns:a16="http://schemas.microsoft.com/office/drawing/2014/main" id="{7B504836-B4D0-E620-E1EA-C2827B353F3B}"/>
                  </a:ext>
                </a:extLst>
              </p:cNvPr>
              <p:cNvSpPr/>
              <p:nvPr/>
            </p:nvSpPr>
            <p:spPr>
              <a:xfrm>
                <a:off x="1078805"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01</a:t>
                </a:r>
                <a:endParaRPr lang="en-US" altLang="zh-CN" sz="1600" b="1" dirty="0">
                  <a:ln w="15875">
                    <a:noFill/>
                  </a:ln>
                  <a:solidFill>
                    <a:schemeClr val="bg1"/>
                  </a:solidFill>
                  <a:cs typeface="+mn-ea"/>
                  <a:sym typeface="+mn-lt"/>
                </a:endParaRPr>
              </a:p>
            </p:txBody>
          </p:sp>
        </p:grpSp>
        <p:grpSp>
          <p:nvGrpSpPr>
            <p:cNvPr id="9" name="组合 8">
              <a:extLst>
                <a:ext uri="{FF2B5EF4-FFF2-40B4-BE49-F238E27FC236}">
                  <a16:creationId xmlns:a16="http://schemas.microsoft.com/office/drawing/2014/main" id="{41D4475B-256C-80CB-5CEA-09A8E7CF76D7}"/>
                </a:ext>
              </a:extLst>
            </p:cNvPr>
            <p:cNvGrpSpPr/>
            <p:nvPr/>
          </p:nvGrpSpPr>
          <p:grpSpPr>
            <a:xfrm>
              <a:off x="6868905" y="1926810"/>
              <a:ext cx="4649995" cy="2075500"/>
              <a:chOff x="4541650" y="3551437"/>
              <a:chExt cx="3060000" cy="2148309"/>
            </a:xfrm>
          </p:grpSpPr>
          <p:sp>
            <p:nvSpPr>
              <p:cNvPr id="10" name="ComponentBackground2">
                <a:extLst>
                  <a:ext uri="{FF2B5EF4-FFF2-40B4-BE49-F238E27FC236}">
                    <a16:creationId xmlns:a16="http://schemas.microsoft.com/office/drawing/2014/main" id="{5B6D76C9-D860-F954-D4FE-9FBDABE3F456}"/>
                  </a:ext>
                </a:extLst>
              </p:cNvPr>
              <p:cNvSpPr/>
              <p:nvPr/>
            </p:nvSpPr>
            <p:spPr>
              <a:xfrm>
                <a:off x="4541650" y="3793646"/>
                <a:ext cx="3060000" cy="1906100"/>
              </a:xfrm>
              <a:prstGeom prst="roundRect">
                <a:avLst>
                  <a:gd name="adj" fmla="val 75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11" name="Bullet2">
                <a:extLst>
                  <a:ext uri="{FF2B5EF4-FFF2-40B4-BE49-F238E27FC236}">
                    <a16:creationId xmlns:a16="http://schemas.microsoft.com/office/drawing/2014/main" id="{F49EE3AE-1FCF-348F-E2A6-6A378123072B}"/>
                  </a:ext>
                </a:extLst>
              </p:cNvPr>
              <p:cNvSpPr/>
              <p:nvPr/>
            </p:nvSpPr>
            <p:spPr>
              <a:xfrm>
                <a:off x="4721650"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chemeClr val="tx1"/>
                    </a:solidFill>
                    <a:effectLst/>
                    <a:cs typeface="+mn-ea"/>
                    <a:sym typeface="+mn-lt"/>
                  </a:rPr>
                  <a:t>单击添加小标题</a:t>
                </a:r>
                <a:endParaRPr lang="en-US" dirty="0"/>
              </a:p>
            </p:txBody>
          </p:sp>
          <p:sp>
            <p:nvSpPr>
              <p:cNvPr id="12" name="Text2">
                <a:extLst>
                  <a:ext uri="{FF2B5EF4-FFF2-40B4-BE49-F238E27FC236}">
                    <a16:creationId xmlns:a16="http://schemas.microsoft.com/office/drawing/2014/main" id="{B1D37506-0298-183B-41DA-3AC997C51F3C}"/>
                  </a:ext>
                </a:extLst>
              </p:cNvPr>
              <p:cNvSpPr/>
              <p:nvPr/>
            </p:nvSpPr>
            <p:spPr>
              <a:xfrm>
                <a:off x="4734352" y="4668018"/>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13" name="Number2">
                <a:extLst>
                  <a:ext uri="{FF2B5EF4-FFF2-40B4-BE49-F238E27FC236}">
                    <a16:creationId xmlns:a16="http://schemas.microsoft.com/office/drawing/2014/main" id="{5C8D2771-3DB2-F8FE-C227-DA161E5FCAC9}"/>
                  </a:ext>
                </a:extLst>
              </p:cNvPr>
              <p:cNvSpPr/>
              <p:nvPr/>
            </p:nvSpPr>
            <p:spPr>
              <a:xfrm>
                <a:off x="4734352"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02</a:t>
                </a:r>
                <a:endParaRPr lang="en-US" altLang="zh-CN" sz="1600" b="1" dirty="0">
                  <a:ln w="15875">
                    <a:noFill/>
                  </a:ln>
                  <a:solidFill>
                    <a:schemeClr val="bg1"/>
                  </a:solidFill>
                  <a:cs typeface="+mn-ea"/>
                  <a:sym typeface="+mn-lt"/>
                </a:endParaRPr>
              </a:p>
            </p:txBody>
          </p:sp>
        </p:grpSp>
        <p:grpSp>
          <p:nvGrpSpPr>
            <p:cNvPr id="14" name="组合 13">
              <a:extLst>
                <a:ext uri="{FF2B5EF4-FFF2-40B4-BE49-F238E27FC236}">
                  <a16:creationId xmlns:a16="http://schemas.microsoft.com/office/drawing/2014/main" id="{FB5641EC-8C61-35DC-DC56-2D26B35E842A}"/>
                </a:ext>
              </a:extLst>
            </p:cNvPr>
            <p:cNvGrpSpPr/>
            <p:nvPr/>
          </p:nvGrpSpPr>
          <p:grpSpPr>
            <a:xfrm>
              <a:off x="660400" y="4160200"/>
              <a:ext cx="4649995" cy="2075500"/>
              <a:chOff x="886103" y="3551437"/>
              <a:chExt cx="3060000" cy="2148309"/>
            </a:xfrm>
          </p:grpSpPr>
          <p:sp>
            <p:nvSpPr>
              <p:cNvPr id="15" name="ComponentBackground3">
                <a:extLst>
                  <a:ext uri="{FF2B5EF4-FFF2-40B4-BE49-F238E27FC236}">
                    <a16:creationId xmlns:a16="http://schemas.microsoft.com/office/drawing/2014/main" id="{70715F52-5954-5570-9B99-51A6868E9520}"/>
                  </a:ext>
                </a:extLst>
              </p:cNvPr>
              <p:cNvSpPr/>
              <p:nvPr/>
            </p:nvSpPr>
            <p:spPr>
              <a:xfrm>
                <a:off x="886103" y="3793646"/>
                <a:ext cx="3060000" cy="1906100"/>
              </a:xfrm>
              <a:prstGeom prst="roundRect">
                <a:avLst>
                  <a:gd name="adj" fmla="val 7500"/>
                </a:avLst>
              </a:prstGeom>
              <a:solidFill>
                <a:schemeClr val="accent1">
                  <a:alpha val="15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48" name="Bullet3">
                <a:extLst>
                  <a:ext uri="{FF2B5EF4-FFF2-40B4-BE49-F238E27FC236}">
                    <a16:creationId xmlns:a16="http://schemas.microsoft.com/office/drawing/2014/main" id="{F29FBC96-DC6A-BA7B-55B5-C587FED38B52}"/>
                  </a:ext>
                </a:extLst>
              </p:cNvPr>
              <p:cNvSpPr/>
              <p:nvPr/>
            </p:nvSpPr>
            <p:spPr>
              <a:xfrm>
                <a:off x="1066103"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chemeClr val="tx1"/>
                    </a:solidFill>
                    <a:effectLst/>
                    <a:cs typeface="+mn-ea"/>
                    <a:sym typeface="+mn-lt"/>
                  </a:rPr>
                  <a:t>单击添加小标题</a:t>
                </a:r>
                <a:endParaRPr lang="en-US" dirty="0"/>
              </a:p>
            </p:txBody>
          </p:sp>
          <p:sp>
            <p:nvSpPr>
              <p:cNvPr id="49" name="Text3">
                <a:extLst>
                  <a:ext uri="{FF2B5EF4-FFF2-40B4-BE49-F238E27FC236}">
                    <a16:creationId xmlns:a16="http://schemas.microsoft.com/office/drawing/2014/main" id="{5C94B12D-63CC-49DF-FC60-222CABB5A024}"/>
                  </a:ext>
                </a:extLst>
              </p:cNvPr>
              <p:cNvSpPr/>
              <p:nvPr/>
            </p:nvSpPr>
            <p:spPr>
              <a:xfrm>
                <a:off x="1078805" y="4668017"/>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chemeClr val="tx1"/>
                    </a:solidFill>
                    <a:cs typeface="+mn-ea"/>
                    <a:sym typeface="+mn-lt"/>
                  </a:rPr>
                  <a:t>单击此处添加文本单击此处添加文本单击此处添加文本单击此处添加文本</a:t>
                </a:r>
                <a:endParaRPr lang="en-US" dirty="0"/>
              </a:p>
            </p:txBody>
          </p:sp>
          <p:sp>
            <p:nvSpPr>
              <p:cNvPr id="50" name="Number3">
                <a:extLst>
                  <a:ext uri="{FF2B5EF4-FFF2-40B4-BE49-F238E27FC236}">
                    <a16:creationId xmlns:a16="http://schemas.microsoft.com/office/drawing/2014/main" id="{9CB66587-241F-C5D3-36D3-F3580C9617ED}"/>
                  </a:ext>
                </a:extLst>
              </p:cNvPr>
              <p:cNvSpPr/>
              <p:nvPr/>
            </p:nvSpPr>
            <p:spPr>
              <a:xfrm>
                <a:off x="1078805"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03</a:t>
                </a:r>
                <a:endParaRPr lang="en-US" altLang="zh-CN" sz="1600" b="1" dirty="0">
                  <a:ln w="15875">
                    <a:noFill/>
                  </a:ln>
                  <a:solidFill>
                    <a:schemeClr val="bg1"/>
                  </a:solidFill>
                  <a:cs typeface="+mn-ea"/>
                  <a:sym typeface="+mn-lt"/>
                </a:endParaRPr>
              </a:p>
            </p:txBody>
          </p:sp>
        </p:grpSp>
        <p:grpSp>
          <p:nvGrpSpPr>
            <p:cNvPr id="51" name="组合 50">
              <a:extLst>
                <a:ext uri="{FF2B5EF4-FFF2-40B4-BE49-F238E27FC236}">
                  <a16:creationId xmlns:a16="http://schemas.microsoft.com/office/drawing/2014/main" id="{D71E2235-4928-4EE8-A21C-65F1261533C8}"/>
                </a:ext>
              </a:extLst>
            </p:cNvPr>
            <p:cNvGrpSpPr/>
            <p:nvPr/>
          </p:nvGrpSpPr>
          <p:grpSpPr>
            <a:xfrm>
              <a:off x="6868905" y="4160200"/>
              <a:ext cx="4649995" cy="2075500"/>
              <a:chOff x="4541650" y="3551437"/>
              <a:chExt cx="3060000" cy="2148309"/>
            </a:xfrm>
          </p:grpSpPr>
          <p:sp>
            <p:nvSpPr>
              <p:cNvPr id="52" name="ComponentBackground4">
                <a:extLst>
                  <a:ext uri="{FF2B5EF4-FFF2-40B4-BE49-F238E27FC236}">
                    <a16:creationId xmlns:a16="http://schemas.microsoft.com/office/drawing/2014/main" id="{9157EA9F-24E2-6B5F-E463-5459E0858EE7}"/>
                  </a:ext>
                </a:extLst>
              </p:cNvPr>
              <p:cNvSpPr/>
              <p:nvPr/>
            </p:nvSpPr>
            <p:spPr>
              <a:xfrm>
                <a:off x="4541650" y="3793646"/>
                <a:ext cx="3060000" cy="1906100"/>
              </a:xfrm>
              <a:prstGeom prst="roundRect">
                <a:avLst>
                  <a:gd name="adj" fmla="val 7500"/>
                </a:avLst>
              </a:prstGeom>
              <a:solidFill>
                <a:schemeClr val="accent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cs typeface="+mn-ea"/>
                  <a:sym typeface="+mn-lt"/>
                </a:endParaRPr>
              </a:p>
            </p:txBody>
          </p:sp>
          <p:sp>
            <p:nvSpPr>
              <p:cNvPr id="53" name="Bullet4">
                <a:extLst>
                  <a:ext uri="{FF2B5EF4-FFF2-40B4-BE49-F238E27FC236}">
                    <a16:creationId xmlns:a16="http://schemas.microsoft.com/office/drawing/2014/main" id="{4D121029-AD69-23C3-2FC6-B6164C38E9DD}"/>
                  </a:ext>
                </a:extLst>
              </p:cNvPr>
              <p:cNvSpPr/>
              <p:nvPr/>
            </p:nvSpPr>
            <p:spPr>
              <a:xfrm>
                <a:off x="4721650" y="4183601"/>
                <a:ext cx="2483772" cy="484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354"/>
                <a:r>
                  <a:rPr lang="zh-CN" altLang="en-US" b="1" dirty="0">
                    <a:solidFill>
                      <a:srgbClr val="FFFFFF"/>
                    </a:solidFill>
                    <a:effectLst/>
                    <a:cs typeface="+mn-ea"/>
                    <a:sym typeface="+mn-lt"/>
                  </a:rPr>
                  <a:t>单击添加小标题</a:t>
                </a:r>
                <a:endParaRPr lang="en-US" dirty="0">
                  <a:solidFill>
                    <a:srgbClr val="FFFFFF"/>
                  </a:solidFill>
                </a:endParaRPr>
              </a:p>
            </p:txBody>
          </p:sp>
          <p:sp>
            <p:nvSpPr>
              <p:cNvPr id="54" name="Text4">
                <a:extLst>
                  <a:ext uri="{FF2B5EF4-FFF2-40B4-BE49-F238E27FC236}">
                    <a16:creationId xmlns:a16="http://schemas.microsoft.com/office/drawing/2014/main" id="{00622D17-04B0-E253-5E9B-E57AA00AFCE1}"/>
                  </a:ext>
                </a:extLst>
              </p:cNvPr>
              <p:cNvSpPr/>
              <p:nvPr/>
            </p:nvSpPr>
            <p:spPr>
              <a:xfrm>
                <a:off x="4734352" y="4668018"/>
                <a:ext cx="2708653" cy="9315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spcAft>
                    <a:spcPts val="1200"/>
                  </a:spcAft>
                </a:pPr>
                <a:r>
                  <a:rPr lang="zh-CN" altLang="en-US" sz="1200" dirty="0">
                    <a:solidFill>
                      <a:srgbClr val="FFFFFF"/>
                    </a:solidFill>
                    <a:cs typeface="+mn-ea"/>
                    <a:sym typeface="+mn-lt"/>
                  </a:rPr>
                  <a:t>单击此处添加文本单击此处添加文本单击此处添加文本单击此处添加文本</a:t>
                </a:r>
                <a:endParaRPr lang="en-US" dirty="0">
                  <a:solidFill>
                    <a:srgbClr val="FFFFFF"/>
                  </a:solidFill>
                </a:endParaRPr>
              </a:p>
            </p:txBody>
          </p:sp>
          <p:sp>
            <p:nvSpPr>
              <p:cNvPr id="55" name="Number4">
                <a:extLst>
                  <a:ext uri="{FF2B5EF4-FFF2-40B4-BE49-F238E27FC236}">
                    <a16:creationId xmlns:a16="http://schemas.microsoft.com/office/drawing/2014/main" id="{785526F6-F64A-A0D6-5CFC-6BA27C331019}"/>
                  </a:ext>
                </a:extLst>
              </p:cNvPr>
              <p:cNvSpPr/>
              <p:nvPr/>
            </p:nvSpPr>
            <p:spPr>
              <a:xfrm>
                <a:off x="4734352" y="3551437"/>
                <a:ext cx="306510" cy="484417"/>
              </a:xfrm>
              <a:prstGeom prst="roundRect">
                <a:avLst/>
              </a:prstGeom>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r>
                  <a:rPr lang="en-US" altLang="zh-CN" sz="1600" b="1" dirty="0">
                    <a:ln w="15875">
                      <a:noFill/>
                    </a:ln>
                    <a:solidFill>
                      <a:schemeClr val="bg1"/>
                    </a:solidFill>
                    <a:effectLst/>
                    <a:cs typeface="+mn-ea"/>
                    <a:sym typeface="+mn-lt"/>
                  </a:rPr>
                  <a:t>04</a:t>
                </a:r>
                <a:endParaRPr lang="en-US" altLang="zh-CN" sz="1600" b="1" dirty="0">
                  <a:ln w="15875">
                    <a:noFill/>
                  </a:ln>
                  <a:solidFill>
                    <a:schemeClr val="bg1"/>
                  </a:solidFill>
                  <a:cs typeface="+mn-ea"/>
                  <a:sym typeface="+mn-lt"/>
                </a:endParaRPr>
              </a:p>
            </p:txBody>
          </p:sp>
        </p:grpSp>
        <p:pic>
          <p:nvPicPr>
            <p:cNvPr id="16" name="图片 15">
              <a:extLst>
                <a:ext uri="{FF2B5EF4-FFF2-40B4-BE49-F238E27FC236}">
                  <a16:creationId xmlns:a16="http://schemas.microsoft.com/office/drawing/2014/main" id="{3CE37C2F-42EA-31EF-E500-781E050BE2AB}"/>
                </a:ext>
              </a:extLst>
            </p:cNvPr>
            <p:cNvPicPr>
              <a:picLocks noChangeAspect="1"/>
            </p:cNvPicPr>
            <p:nvPr/>
          </p:nvPicPr>
          <p:blipFill>
            <a:blip r:embed="rId3">
              <a:extLst>
                <a:ext uri="{28A0092B-C50C-407E-A947-70E740481C1C}">
                  <a14:useLocalDpi xmlns:a14="http://schemas.microsoft.com/office/drawing/2010/main" val="0"/>
                </a:ext>
              </a:extLst>
            </a:blip>
            <a:srcRect l="21424" t="23176" r="20768" b="23221"/>
            <a:stretch>
              <a:fillRect/>
            </a:stretch>
          </p:blipFill>
          <p:spPr>
            <a:xfrm>
              <a:off x="4727586" y="2992489"/>
              <a:ext cx="2328518" cy="2159106"/>
            </a:xfrm>
            <a:prstGeom prst="rect">
              <a:avLst/>
            </a:prstGeom>
          </p:spPr>
        </p:pic>
      </p:grpSp>
    </p:spTree>
    <p:extLst>
      <p:ext uri="{BB962C8B-B14F-4D97-AF65-F5344CB8AC3E}">
        <p14:creationId xmlns:p14="http://schemas.microsoft.com/office/powerpoint/2010/main" val="2075532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60400" y="1130300"/>
            <a:ext cx="4552950" cy="2870200"/>
          </a:xfrm>
        </p:spPr>
        <p:txBody>
          <a:bodyPr/>
          <a:lstStyle/>
          <a:p>
            <a:r>
              <a:rPr lang="zh-CN" altLang="en-US"/>
              <a:t>谢谢观看</a:t>
            </a:r>
            <a:endParaRPr lang="en-US" dirty="0"/>
          </a:p>
        </p:txBody>
      </p:sp>
      <p:sp>
        <p:nvSpPr>
          <p:cNvPr id="4" name="文本占位符 3"/>
          <p:cNvSpPr>
            <a:spLocks noGrp="1"/>
          </p:cNvSpPr>
          <p:nvPr>
            <p:ph type="body" sz="quarter" idx="13"/>
          </p:nvPr>
        </p:nvSpPr>
        <p:spPr>
          <a:xfrm>
            <a:off x="660400" y="5099743"/>
            <a:ext cx="4552950" cy="328495"/>
          </a:xfrm>
        </p:spPr>
        <p:txBody>
          <a:bodyPr>
            <a:normAutofit/>
          </a:bodyPr>
          <a:lstStyle/>
          <a:p>
            <a:r>
              <a:rPr lang="zh-CN" altLang="en-US"/>
              <a:t>Presenter name</a:t>
            </a:r>
            <a:endParaRPr lang="en-US" dirty="0"/>
          </a:p>
        </p:txBody>
      </p:sp>
      <p:sp>
        <p:nvSpPr>
          <p:cNvPr id="7" name="文本占位符 6"/>
          <p:cNvSpPr>
            <a:spLocks noGrp="1"/>
          </p:cNvSpPr>
          <p:nvPr>
            <p:ph type="body" sz="quarter" idx="14"/>
          </p:nvPr>
        </p:nvSpPr>
        <p:spPr>
          <a:xfrm>
            <a:off x="660400" y="5461693"/>
            <a:ext cx="4552950" cy="328495"/>
          </a:xfrm>
        </p:spPr>
        <p:txBody>
          <a:bodyPr>
            <a:normAutofit/>
          </a:bodyPr>
          <a:lstStyle/>
          <a:p>
            <a:r>
              <a:rPr lang="zh-CN" altLang="en-US"/>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172">
      <a:dk1>
        <a:srgbClr val="141517"/>
      </a:dk1>
      <a:lt1>
        <a:srgbClr val="FFFFFF"/>
      </a:lt1>
      <a:dk2>
        <a:srgbClr val="778495"/>
      </a:dk2>
      <a:lt2>
        <a:srgbClr val="F0F0F0"/>
      </a:lt2>
      <a:accent1>
        <a:srgbClr val="50BBB6"/>
      </a:accent1>
      <a:accent2>
        <a:srgbClr val="F3A217"/>
      </a:accent2>
      <a:accent3>
        <a:srgbClr val="E8C496"/>
      </a:accent3>
      <a:accent4>
        <a:srgbClr val="379F9B"/>
      </a:accent4>
      <a:accent5>
        <a:srgbClr val="479B57"/>
      </a:accent5>
      <a:accent6>
        <a:srgbClr val="40C7F1"/>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1134</TotalTime>
  <Words>685</Words>
  <Application>Microsoft Office PowerPoint</Application>
  <PresentationFormat>宽屏</PresentationFormat>
  <Paragraphs>108</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绿色插画风 工作分析与方案</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张煜</cp:lastModifiedBy>
  <cp:revision>178</cp:revision>
  <dcterms:created xsi:type="dcterms:W3CDTF">2023-06-05T05:58:43Z</dcterms:created>
  <dcterms:modified xsi:type="dcterms:W3CDTF">2026-06-29T10:50:08Z</dcterms:modified>
</cp:coreProperties>
</file>