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slides/slide12.xml" ContentType="application/vnd.openxmlformats-officedocument.presentationml.slide+xml"/>
  <Override PartName="/ppt/slides/slide13.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309" r:id="rId3"/>
    <p:sldId id="265" r:id="rId4"/>
    <p:sldId id="316" r:id="rId5"/>
    <p:sldId id="318" r:id="rId6"/>
    <p:sldId id="319" r:id="rId7"/>
    <p:sldId id="322" r:id="rId8"/>
    <p:sldId id="323" r:id="rId9"/>
    <p:sldId id="326" r:id="rId10"/>
    <p:sldId id="330" r:id="rId11"/>
    <p:sldId id="308" r:id="rId12"/>
    <p:sldId id="331" r:id="R78f8d01911e44b5e"/>
    <p:sldId id="332" r:id="R4215c07168c1498c"/>
  </p:sldIdLst>
  <p:sldSz cx="12192000" cy="6858000"/>
  <p:notesSz cx="6858000" cy="9144000"/>
  <p:custDataLst>
    <p:tags r:id="rId14"/>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69" autoAdjust="0"/>
    <p:restoredTop sz="86483" autoAdjust="0"/>
  </p:normalViewPr>
  <p:slideViewPr>
    <p:cSldViewPr snapToGrid="0" showGuides="1">
      <p:cViewPr varScale="1">
        <p:scale>
          <a:sx n="149" d="100"/>
          <a:sy n="149" d="100"/>
        </p:scale>
        <p:origin x="104" y="180"/>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&#65279;<?xml version="1.0" encoding="utf-8"?><Relationships xmlns="http://schemas.openxmlformats.org/package/2006/relationships"><Relationship Type="http://schemas.openxmlformats.org/officeDocument/2006/relationships/slide" Target="slides/slide7.xml" Id="rId8" /><Relationship Type="http://schemas.openxmlformats.org/officeDocument/2006/relationships/notesMaster" Target="notesMasters/notesMaster1.xml" Id="rId13" /><Relationship Type="http://schemas.openxmlformats.org/officeDocument/2006/relationships/tableStyles" Target="tableStyles.xml" Id="rId18" /><Relationship Type="http://schemas.openxmlformats.org/officeDocument/2006/relationships/slide" Target="slides/slide2.xml" Id="rId3" /><Relationship Type="http://schemas.openxmlformats.org/officeDocument/2006/relationships/slide" Target="slides/slide6.xml" Id="rId7" /><Relationship Type="http://schemas.openxmlformats.org/officeDocument/2006/relationships/slide" Target="slides/slide11.xml" Id="rId12" /><Relationship Type="http://schemas.openxmlformats.org/officeDocument/2006/relationships/theme" Target="theme/theme1.xml" Id="rId17" /><Relationship Type="http://schemas.openxmlformats.org/officeDocument/2006/relationships/slide" Target="slides/slide1.xml" Id="rId2" /><Relationship Type="http://schemas.openxmlformats.org/officeDocument/2006/relationships/viewProps" Target="viewProps.xml" Id="rId16" /><Relationship Type="http://schemas.openxmlformats.org/officeDocument/2006/relationships/slideMaster" Target="slideMasters/slideMaster1.xml" Id="rId1" /><Relationship Type="http://schemas.openxmlformats.org/officeDocument/2006/relationships/slide" Target="slides/slide5.xml" Id="rId6" /><Relationship Type="http://schemas.openxmlformats.org/officeDocument/2006/relationships/slide" Target="slides/slide10.xml" Id="rId11" /><Relationship Type="http://schemas.openxmlformats.org/officeDocument/2006/relationships/slide" Target="slides/slide4.xml" Id="rId5" /><Relationship Type="http://schemas.openxmlformats.org/officeDocument/2006/relationships/presProps" Target="presProps.xml" Id="rId15" /><Relationship Type="http://schemas.openxmlformats.org/officeDocument/2006/relationships/slide" Target="slides/slide9.xml" Id="rId10" /><Relationship Type="http://schemas.openxmlformats.org/officeDocument/2006/relationships/slide" Target="slides/slide3.xml" Id="rId4" /><Relationship Type="http://schemas.openxmlformats.org/officeDocument/2006/relationships/slide" Target="slides/slide8.xml" Id="rId9" /><Relationship Type="http://schemas.openxmlformats.org/officeDocument/2006/relationships/tags" Target="tags/tag1.xml" Id="rId14" /><Relationship Type="http://schemas.openxmlformats.org/officeDocument/2006/relationships/slide" Target="/ppt/slides/slide12.xml" Id="R78f8d01911e44b5e" /><Relationship Type="http://schemas.openxmlformats.org/officeDocument/2006/relationships/slide" Target="/ppt/slides/slide13.xml" Id="R4215c07168c1498c"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E5A222D-D15A-4175-8377-E6E44FE68F3A}" type="datetimeFigureOut">
              <a:rPr lang="zh-CN" altLang="en-US" smtClean="0"/>
              <a:t>2026/7/1</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8636272-0656-43FF-913A-DA63CC4BC289}" type="slidenum">
              <a:rPr lang="zh-CN" altLang="en-US" smtClean="0"/>
              <a:t>‹#›</a:t>
            </a:fld>
            <a:endParaRPr lang="zh-CN" altLang="en-US"/>
          </a:p>
        </p:txBody>
      </p:sp>
    </p:spTree>
    <p:extLst>
      <p:ext uri="{BB962C8B-B14F-4D97-AF65-F5344CB8AC3E}">
        <p14:creationId xmlns:p14="http://schemas.microsoft.com/office/powerpoint/2010/main" val="259210863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AB7440-261A-48CD-3DC5-034DF3DC7E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7BE064-5FCF-1B6C-AD31-67F84242C482}"/>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98C13FE0-3888-23B9-AF2B-6DD979A81FA2}"/>
              </a:ext>
            </a:extLst>
          </p:cNvPr>
          <p:cNvSpPr>
            <a:spLocks noGrp="1"/>
          </p:cNvSpPr>
          <p:nvPr>
            <p:ph type="body" idx="1"/>
          </p:nvPr>
        </p:nvSpPr>
        <p:spPr/>
        <p:txBody>
          <a:bodyPr/>
          <a:lstStyle/>
          <a:p>
            <a:r>
              <a:t>586fe751-f631-40bd-a643-bdaeae57b9b9.source.8.zh-Hans</a:t>
            </a:r>
          </a:p>
        </p:txBody>
      </p:sp>
    </p:spTree>
    <p:extLst>
      <p:ext uri="{BB962C8B-B14F-4D97-AF65-F5344CB8AC3E}">
        <p14:creationId xmlns:p14="http://schemas.microsoft.com/office/powerpoint/2010/main" val="4185546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728C83-9B84-FF98-424F-C5B5292990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3765AFA-9510-94CC-9FBE-97E5C3D4F5F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412FAF2-26D0-E52B-8CBC-1EDF0806C088}"/>
              </a:ext>
            </a:extLst>
          </p:cNvPr>
          <p:cNvSpPr>
            <a:spLocks noGrp="1"/>
          </p:cNvSpPr>
          <p:nvPr>
            <p:ph type="body" idx="1"/>
          </p:nvPr>
        </p:nvSpPr>
        <p:spPr/>
        <p:txBody>
          <a:bodyPr/>
          <a:lstStyle/>
          <a:p>
            <a:r>
              <a:t>ec22ff0a-adc2-4f15-b1cc-f4395a471a46.source.2.zh-Hans</a:t>
            </a:r>
          </a:p>
        </p:txBody>
      </p:sp>
    </p:spTree>
    <p:extLst>
      <p:ext uri="{BB962C8B-B14F-4D97-AF65-F5344CB8AC3E}">
        <p14:creationId xmlns:p14="http://schemas.microsoft.com/office/powerpoint/2010/main" val="8404277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969A6-5BC8-C603-DE56-1F05668D47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FFFAEC-4485-FD4D-3CA0-520A0FE3B160}"/>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8C80EC5-EB58-32DE-86A2-F76D0BB207D0}"/>
              </a:ext>
            </a:extLst>
          </p:cNvPr>
          <p:cNvSpPr>
            <a:spLocks noGrp="1"/>
          </p:cNvSpPr>
          <p:nvPr>
            <p:ph type="body" idx="1"/>
          </p:nvPr>
        </p:nvSpPr>
        <p:spPr/>
        <p:txBody>
          <a:bodyPr/>
          <a:lstStyle/>
          <a:p>
            <a:r>
              <a:t>d15cf88e-fdda-4390-b7fa-d666ca31bdb8.source.2.zh-Hans</a:t>
            </a:r>
          </a:p>
        </p:txBody>
      </p:sp>
    </p:spTree>
    <p:extLst>
      <p:ext uri="{BB962C8B-B14F-4D97-AF65-F5344CB8AC3E}">
        <p14:creationId xmlns:p14="http://schemas.microsoft.com/office/powerpoint/2010/main" val="19270515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0BD1E7-6533-75B6-68A4-7A66F49901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A4E7E19-F8B3-BDCD-27C7-772F02FD755F}"/>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847EC1CA-9E3B-BD1E-1E59-D165DAD81A97}"/>
              </a:ext>
            </a:extLst>
          </p:cNvPr>
          <p:cNvSpPr>
            <a:spLocks noGrp="1"/>
          </p:cNvSpPr>
          <p:nvPr>
            <p:ph type="body" idx="1"/>
          </p:nvPr>
        </p:nvSpPr>
        <p:spPr/>
        <p:txBody>
          <a:bodyPr/>
          <a:lstStyle/>
          <a:p>
            <a:r>
              <a:t>6d11bec1-fc08-4516-8162-46b7b86572f3.source.6.zh-Hans</a:t>
            </a:r>
          </a:p>
        </p:txBody>
      </p:sp>
    </p:spTree>
    <p:extLst>
      <p:ext uri="{BB962C8B-B14F-4D97-AF65-F5344CB8AC3E}">
        <p14:creationId xmlns:p14="http://schemas.microsoft.com/office/powerpoint/2010/main" val="31215855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053302-D3FF-EFC0-8174-BE2B1278EF7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05F3DA-1435-1E35-A6E6-DB836247ABF7}"/>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33C3E658-2920-D6A8-2CDF-1B1AB8D2C4B6}"/>
              </a:ext>
            </a:extLst>
          </p:cNvPr>
          <p:cNvSpPr>
            <a:spLocks noGrp="1"/>
          </p:cNvSpPr>
          <p:nvPr>
            <p:ph type="body" idx="1"/>
          </p:nvPr>
        </p:nvSpPr>
        <p:spPr/>
        <p:txBody>
          <a:bodyPr/>
          <a:lstStyle/>
          <a:p>
            <a:r>
              <a:t>fcd20217-4ba6-412b-a1f7-45b90bbf4870.source.4.zh-Hans</a:t>
            </a:r>
          </a:p>
        </p:txBody>
      </p:sp>
    </p:spTree>
    <p:extLst>
      <p:ext uri="{BB962C8B-B14F-4D97-AF65-F5344CB8AC3E}">
        <p14:creationId xmlns:p14="http://schemas.microsoft.com/office/powerpoint/2010/main" val="284281752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A0821B-DDC7-75B2-4923-996A5532B92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9E842F6-25B5-3846-E696-625FF2011C3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4B515F5B-9C44-DC83-F118-C7D415ADCC06}"/>
              </a:ext>
            </a:extLst>
          </p:cNvPr>
          <p:cNvSpPr>
            <a:spLocks noGrp="1"/>
          </p:cNvSpPr>
          <p:nvPr>
            <p:ph type="body" idx="1"/>
          </p:nvPr>
        </p:nvSpPr>
        <p:spPr/>
        <p:txBody>
          <a:bodyPr/>
          <a:lstStyle/>
          <a:p>
            <a:r>
              <a:t>62ad9dbb-2007-44a9-8e8d-b966dcc451b0.source.2.zh-Hans</a:t>
            </a:r>
          </a:p>
        </p:txBody>
      </p:sp>
    </p:spTree>
    <p:extLst>
      <p:ext uri="{BB962C8B-B14F-4D97-AF65-F5344CB8AC3E}">
        <p14:creationId xmlns:p14="http://schemas.microsoft.com/office/powerpoint/2010/main" val="39325385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F6709-5975-FA35-6277-77BD645EBCE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FCBA3-607E-FC5A-B07C-975B2C40FCE4}"/>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96CA241D-68F2-5DBA-3664-8CC89002A3A9}"/>
              </a:ext>
            </a:extLst>
          </p:cNvPr>
          <p:cNvSpPr>
            <a:spLocks noGrp="1"/>
          </p:cNvSpPr>
          <p:nvPr>
            <p:ph type="body" idx="1"/>
          </p:nvPr>
        </p:nvSpPr>
        <p:spPr/>
        <p:txBody>
          <a:bodyPr/>
          <a:lstStyle/>
          <a:p>
            <a:r>
              <a:t>02241cf3-6c7b-474e-b932-22297fa6da73.source.3.zh-Hans</a:t>
            </a:r>
          </a:p>
        </p:txBody>
      </p:sp>
    </p:spTree>
    <p:extLst>
      <p:ext uri="{BB962C8B-B14F-4D97-AF65-F5344CB8AC3E}">
        <p14:creationId xmlns:p14="http://schemas.microsoft.com/office/powerpoint/2010/main" val="38552349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BC306C-8FFF-0620-BB07-B20A3D3A21F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E2764-1E5E-69E5-9985-D4DA891639C8}"/>
              </a:ext>
            </a:extLst>
          </p:cNvPr>
          <p:cNvSpPr>
            <a:spLocks noGrp="1" noRot="1" noChangeAspect="1"/>
          </p:cNvSpPr>
          <p:nvPr>
            <p:ph type="sldImg"/>
          </p:nvPr>
        </p:nvSpPr>
        <p:spPr/>
        <p:txBody>
          <a:bodyPr/>
          <a:lstStyle/>
          <a:p>
            <a:endParaRPr/>
          </a:p>
        </p:txBody>
      </p:sp>
      <p:sp>
        <p:nvSpPr>
          <p:cNvPr id="3" name="Notes Placeholder 2">
            <a:extLst>
              <a:ext uri="{FF2B5EF4-FFF2-40B4-BE49-F238E27FC236}">
                <a16:creationId xmlns:a16="http://schemas.microsoft.com/office/drawing/2014/main" id="{10F0C21C-9965-9DC4-737D-3874199F3F22}"/>
              </a:ext>
            </a:extLst>
          </p:cNvPr>
          <p:cNvSpPr>
            <a:spLocks noGrp="1"/>
          </p:cNvSpPr>
          <p:nvPr>
            <p:ph type="body" idx="1"/>
          </p:nvPr>
        </p:nvSpPr>
        <p:spPr/>
        <p:txBody>
          <a:bodyPr/>
          <a:lstStyle/>
          <a:p>
            <a:r>
              <a:t>cfd6e32f-94ce-4576-b480-4212b5e8bf71.source.6.zh-Hans</a:t>
            </a:r>
          </a:p>
        </p:txBody>
      </p:sp>
    </p:spTree>
    <p:extLst>
      <p:ext uri="{BB962C8B-B14F-4D97-AF65-F5344CB8AC3E}">
        <p14:creationId xmlns:p14="http://schemas.microsoft.com/office/powerpoint/2010/main" val="303535550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Title Slide" type="title" preserve="1">
  <p:cSld name="Title Slide">
    <p:bg>
      <p:bgRef idx="1001">
        <a:schemeClr val="bg1"/>
      </p:bgRef>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EA20C1B4-A476-25E0-9A42-B7B56CDA749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5" name="7850604b-0e1d-4ec9-a4d3-030a0eb33f20"/>
          <p:cNvSpPr>
            <a:spLocks noGrp="1"/>
          </p:cNvSpPr>
          <p:nvPr userDrawn="1">
            <p:ph type="ctrTitle" hasCustomPrompt="1"/>
          </p:nvPr>
        </p:nvSpPr>
        <p:spPr>
          <a:xfrm>
            <a:off x="660399" y="1028700"/>
            <a:ext cx="10858500" cy="1263650"/>
          </a:xfrm>
          <a:prstGeom prst="rect">
            <a:avLst/>
          </a:prstGeom>
        </p:spPr>
        <p:txBody>
          <a:bodyPr wrap="square" anchor="b">
            <a:normAutofit/>
          </a:bodyPr>
          <a:lstStyle>
            <a:lvl1pPr algn="ctr">
              <a:lnSpc>
                <a:spcPct val="100000"/>
              </a:lnSpc>
              <a:defRPr sz="4800">
                <a:ln w="19050">
                  <a:noFill/>
                </a:ln>
                <a:solidFill>
                  <a:schemeClr val="accent2"/>
                </a:solidFill>
              </a:defRPr>
            </a:lvl1pPr>
          </a:lstStyle>
          <a:p>
            <a:pPr lvl="0"/>
            <a:r>
              <a:rPr lang="zh-CN" altLang="en-US" dirty="0"/>
              <a:t>Click to add title</a:t>
            </a:r>
            <a:endParaRPr lang="en-US" dirty="0"/>
          </a:p>
        </p:txBody>
      </p:sp>
      <p:sp>
        <p:nvSpPr>
          <p:cNvPr id="9" name="副标题 8"/>
          <p:cNvSpPr>
            <a:spLocks noGrp="1"/>
          </p:cNvSpPr>
          <p:nvPr userDrawn="1">
            <p:ph type="subTitle" sz="quarter" idx="1" hasCustomPrompt="1"/>
          </p:nvPr>
        </p:nvSpPr>
        <p:spPr>
          <a:xfrm>
            <a:off x="660399" y="2352165"/>
            <a:ext cx="10858500" cy="568835"/>
          </a:xfrm>
          <a:prstGeom prst="rect">
            <a:avLst/>
          </a:prstGeom>
          <a:noFill/>
          <a:ln>
            <a:noFill/>
          </a:ln>
          <a:effectLst/>
        </p:spPr>
        <p:txBody>
          <a:bodyPr vert="horz" wrap="square" lIns="91440" tIns="45720" rIns="91440" bIns="45720" rtlCol="0" anchor="t" anchorCtr="0">
            <a:normAutofit/>
          </a:bodyPr>
          <a:lstStyle>
            <a:lvl1pPr marL="0" indent="0" algn="ctr">
              <a:lnSpc>
                <a:spcPct val="100000"/>
              </a:lnSpc>
              <a:buNone/>
              <a:defRPr lang="en-US" sz="2000" b="0" dirty="0">
                <a:solidFill>
                  <a:schemeClr val="accent2"/>
                </a:solidFill>
                <a:latin typeface="+mj-lt"/>
              </a:defRPr>
            </a:lvl1pPr>
          </a:lstStyle>
          <a:p>
            <a:pPr lvl="0"/>
            <a:r>
              <a:rPr lang="zh-CN" altLang="en-US" dirty="0"/>
              <a:t>Click to add subtitle</a:t>
            </a:r>
            <a:endParaRPr lang="en-US" dirty="0"/>
          </a:p>
        </p:txBody>
      </p:sp>
      <p:sp>
        <p:nvSpPr>
          <p:cNvPr id="4" name="文本占位符 3"/>
          <p:cNvSpPr>
            <a:spLocks noGrp="1"/>
          </p:cNvSpPr>
          <p:nvPr userDrawn="1">
            <p:ph type="body" sz="quarter" idx="13" hasCustomPrompt="1"/>
          </p:nvPr>
        </p:nvSpPr>
        <p:spPr>
          <a:xfrm>
            <a:off x="3389649" y="2980815"/>
            <a:ext cx="5400000" cy="288000"/>
          </a:xfrm>
          <a:prstGeom prst="rect">
            <a:avLst/>
          </a:prstGeom>
          <a:noFill/>
          <a:ln>
            <a:noFill/>
          </a:ln>
        </p:spPr>
        <p:txBody>
          <a:bodyPr wrap="square" lIns="90000" anchor="ctr">
            <a:normAutofit/>
          </a:bodyPr>
          <a:lstStyle>
            <a:lvl1pPr marL="0" indent="0" algn="ctr">
              <a:lnSpc>
                <a:spcPct val="100000"/>
              </a:lnSpc>
              <a:buNone/>
              <a:defRPr sz="1200">
                <a:solidFill>
                  <a:schemeClr val="accent2"/>
                </a:solidFill>
              </a:defRPr>
            </a:lvl1pPr>
          </a:lstStyle>
          <a:p>
            <a:pPr lvl="0"/>
            <a:r>
              <a:rPr lang="zh-CN" altLang="en-US" dirty="0"/>
              <a:t>Presenter name</a:t>
            </a:r>
            <a:endParaRPr lang="en-US" dirty="0"/>
          </a:p>
        </p:txBody>
      </p:sp>
      <p:sp>
        <p:nvSpPr>
          <p:cNvPr id="7" name="文本占位符 6"/>
          <p:cNvSpPr>
            <a:spLocks noGrp="1"/>
          </p:cNvSpPr>
          <p:nvPr userDrawn="1">
            <p:ph type="body" sz="quarter" idx="14" hasCustomPrompt="1"/>
          </p:nvPr>
        </p:nvSpPr>
        <p:spPr>
          <a:xfrm>
            <a:off x="3389649" y="3328630"/>
            <a:ext cx="5400000" cy="288000"/>
          </a:xfrm>
          <a:prstGeom prst="rect">
            <a:avLst/>
          </a:prstGeom>
          <a:noFill/>
          <a:ln>
            <a:noFill/>
          </a:ln>
        </p:spPr>
        <p:txBody>
          <a:bodyPr wrap="none" anchor="ctr">
            <a:normAutofit/>
          </a:bodyPr>
          <a:lstStyle>
            <a:lvl1pPr marL="0" indent="0" algn="ctr">
              <a:lnSpc>
                <a:spcPct val="100000"/>
              </a:lnSpc>
              <a:buNone/>
              <a:defRPr sz="1200">
                <a:solidFill>
                  <a:schemeClr val="accent2"/>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Content Placeholder 2"/>
          <p:cNvSpPr>
            <a:spLocks noGrp="1"/>
          </p:cNvSpPr>
          <p:nvPr>
            <p:ph idx="1" hasCustomPrompt="1"/>
          </p:nvPr>
        </p:nvSpPr>
        <p:spPr/>
        <p:txBody>
          <a:bodyPr/>
          <a:lstStyle>
            <a:lvl1pPr>
              <a:defRPr/>
            </a:lvl1p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3.xml><?xml version="1.0" encoding="utf-8"?>
<p:sldLayout xmlns:a16="http://schemas.microsoft.com/office/drawing/2014/main" xmlns:a="http://schemas.openxmlformats.org/drawingml/2006/main" xmlns:r="http://schemas.openxmlformats.org/officeDocument/2006/relationships" xmlns:p="http://schemas.openxmlformats.org/presentationml/2006/main" showMasterSp="0" matchingName="Agenda" preserve="1">
  <p:cSld name="Agenda">
    <p:spTree>
      <p:nvGrpSpPr>
        <p:cNvPr id="1" name=""/>
        <p:cNvGrpSpPr/>
        <p:nvPr/>
      </p:nvGrpSpPr>
      <p:grpSpPr>
        <a:xfrm>
          <a:off x="0" y="0"/>
          <a:ext cx="0" cy="0"/>
          <a:chOff x="0" y="0"/>
          <a:chExt cx="0" cy="0"/>
        </a:xfrm>
      </p:grpSpPr>
      <p:sp>
        <p:nvSpPr>
          <p:cNvPr id="2" name="c474ab12-dce0-4db3-a3ad-b8db9fd01ef7"/>
          <p:cNvSpPr>
            <a:spLocks noGrp="1"/>
          </p:cNvSpPr>
          <p:nvPr userDrawn="1">
            <p:ph type="title" hasCustomPrompt="1"/>
          </p:nvPr>
        </p:nvSpPr>
        <p:spPr>
          <a:xfrm>
            <a:off x="660399" y="1130301"/>
            <a:ext cx="3199954" cy="1375358"/>
          </a:xfrm>
          <a:prstGeom prst="rect">
            <a:avLst/>
          </a:prstGeom>
          <a:noFill/>
        </p:spPr>
        <p:txBody>
          <a:bodyPr anchor="t" anchorCtr="0">
            <a:normAutofit/>
          </a:bodyPr>
          <a:lstStyle>
            <a:lvl1pPr algn="r">
              <a:defRPr sz="2800">
                <a:solidFill>
                  <a:schemeClr val="tx1"/>
                </a:solidFill>
              </a:defRPr>
            </a:lvl1pPr>
          </a:lstStyle>
          <a:p>
            <a:pPr lvl="0"/>
            <a:r>
              <a:rPr lang="zh-CN" altLang="en-US" dirty="0"/>
              <a:t>Agenda</a:t>
            </a:r>
            <a:endParaRPr lang="en-US" dirty="0"/>
          </a:p>
        </p:txBody>
      </p:sp>
      <p:sp>
        <p:nvSpPr>
          <p:cNvPr id="3" name="内容占位符 2"/>
          <p:cNvSpPr>
            <a:spLocks noGrp="1"/>
          </p:cNvSpPr>
          <p:nvPr userDrawn="1">
            <p:ph sz="quarter" idx="1" hasCustomPrompt="1"/>
          </p:nvPr>
        </p:nvSpPr>
        <p:spPr>
          <a:xfrm>
            <a:off x="4235123" y="1130300"/>
            <a:ext cx="7283775" cy="5003800"/>
          </a:xfrm>
        </p:spPr>
        <p:txBody>
          <a:bodyPr numCol="1"/>
          <a:lstStyle>
            <a:lvl1pPr marL="342900" indent="-342900">
              <a:lnSpc>
                <a:spcPct val="100000"/>
              </a:lnSpc>
              <a:buFont typeface="+mj-lt"/>
              <a:buAutoNum type="arabicPeriod"/>
              <a:defRPr/>
            </a:lvl1pPr>
            <a:lvl2pPr marL="800100" indent="-342900">
              <a:lnSpc>
                <a:spcPct val="100000"/>
              </a:lnSpc>
              <a:buFont typeface="+mj-ea"/>
              <a:buAutoNum type="circleNumDbPlain"/>
              <a:defRPr/>
            </a:lvl2pPr>
            <a:lvl3pPr marL="1257300" indent="-342900">
              <a:lnSpc>
                <a:spcPct val="100000"/>
              </a:lnSpc>
              <a:buFont typeface="+mj-lt"/>
              <a:buAutoNum type="alphaLcParenR"/>
              <a:defRPr/>
            </a:lvl3pPr>
            <a:lvl4pPr>
              <a:lnSpc>
                <a:spcPct val="100000"/>
              </a:lnSpc>
              <a:defRPr/>
            </a:lvl4pPr>
            <a:lvl5pPr>
              <a:lnSpc>
                <a:spcPct val="100000"/>
              </a:lnSpc>
              <a:defRPr/>
            </a:lvl5pPr>
          </a:lstStyle>
          <a:p>
            <a:pPr lvl="0"/>
            <a:r>
              <a:rPr lang="zh-CN" altLang="en-US" dirty="0"/>
              <a:t>Click to add text</a:t>
            </a:r>
            <a:endParaRPr lang="en-US" dirty="0"/>
          </a:p>
          <a:p>
            <a:pPr lvl="1"/>
            <a:r>
              <a:rPr lang="zh-CN" altLang="en-US" dirty="0"/>
              <a:t>Second level</a:t>
            </a:r>
            <a:endParaRPr lang="en-US" dirty="0"/>
          </a:p>
          <a:p>
            <a:pPr lvl="2"/>
            <a:r>
              <a:rPr lang="zh-CN" altLang="en-US" dirty="0"/>
              <a:t>Third level</a:t>
            </a:r>
            <a:endParaRPr lang="en-US" dirty="0"/>
          </a:p>
          <a:p>
            <a:pPr lvl="3"/>
            <a:r>
              <a:rPr lang="zh-CN" altLang="en-US" dirty="0"/>
              <a:t>Fourth level</a:t>
            </a:r>
            <a:endParaRPr lang="en-US" dirty="0"/>
          </a:p>
          <a:p>
            <a:pPr lvl="4"/>
            <a:r>
              <a:rPr lang="zh-CN" altLang="en-US" dirty="0"/>
              <a:t>Fifth level</a:t>
            </a:r>
            <a:endParaRPr lang="en-US" dirty="0"/>
          </a:p>
        </p:txBody>
      </p:sp>
      <p:sp>
        <p:nvSpPr>
          <p:cNvPr id="4" name="日期占位符 3"/>
          <p:cNvSpPr>
            <a:spLocks noGrp="1"/>
          </p:cNvSpPr>
          <p:nvPr userDrawn="1">
            <p:ph type="dt" sz="half" idx="10"/>
          </p:nvPr>
        </p:nvSpPr>
        <p:spPr/>
        <p:txBody>
          <a:bodyPr/>
          <a:lstStyle>
            <a:lvl1pPr>
              <a:defRPr>
                <a:solidFill>
                  <a:srgbClr val="8E8E8E"/>
                </a:solidFill>
              </a:defRPr>
            </a:lvl1pPr>
          </a:lstStyle>
          <a:p>
            <a:endParaRPr lang="en-US" dirty="0"/>
          </a:p>
        </p:txBody>
      </p:sp>
      <p:sp>
        <p:nvSpPr>
          <p:cNvPr id="5" name="页脚占位符 4"/>
          <p:cNvSpPr>
            <a:spLocks noGrp="1"/>
          </p:cNvSpPr>
          <p:nvPr userDrawn="1">
            <p:ph type="ftr" sz="quarter" idx="11"/>
          </p:nvPr>
        </p:nvSpPr>
        <p:spPr/>
        <p:txBody>
          <a:bodyPr/>
          <a:lstStyle>
            <a:lvl1pPr>
              <a:defRPr>
                <a:solidFill>
                  <a:srgbClr val="8E8E8E"/>
                </a:solidFill>
              </a:defRPr>
            </a:lvl1pPr>
          </a:lstStyle>
          <a:p>
            <a:endParaRPr lang="en-US" dirty="0"/>
          </a:p>
        </p:txBody>
      </p:sp>
      <p:sp>
        <p:nvSpPr>
          <p:cNvPr id="6" name="灯片编号占位符 5"/>
          <p:cNvSpPr>
            <a:spLocks noGrp="1"/>
          </p:cNvSpPr>
          <p:nvPr userDrawn="1">
            <p:ph type="sldNum" sz="quarter" idx="12"/>
          </p:nvPr>
        </p:nvSpPr>
        <p:spPr/>
        <p:txBody>
          <a:bodyPr/>
          <a:lstStyle>
            <a:lvl1pPr>
              <a:defRPr>
                <a:solidFill>
                  <a:srgbClr val="8E8E8E"/>
                </a:solidFill>
              </a:defRPr>
            </a:lvl1pPr>
          </a:lstStyle>
          <a:p>
            <a:fld id="{C8BB1146-E542-4D4E-B8E9-6919A11DDD48}" type="slidenum">
              <a:rPr lang="en-US" smtClean="0"/>
              <a:pPr/>
              <a:t>‹#›</a:t>
            </a:fld>
            <a:endParaRPr lang="en-US" dirty="0"/>
          </a:p>
        </p:txBody>
      </p:sp>
      <p:cxnSp>
        <p:nvCxnSpPr>
          <p:cNvPr id="10" name="直接连接符 9">
            <a:extLst>
              <a:ext uri="{FF2B5EF4-FFF2-40B4-BE49-F238E27FC236}">
                <a16:creationId xmlns:a16="http://schemas.microsoft.com/office/drawing/2014/main" id="{04D21A6C-217A-B572-B542-943B98879DD4}"/>
              </a:ext>
            </a:extLst>
          </p:cNvPr>
          <p:cNvCxnSpPr>
            <a:cxnSpLocks/>
          </p:cNvCxnSpPr>
          <p:nvPr userDrawn="1"/>
        </p:nvCxnSpPr>
        <p:spPr>
          <a:xfrm>
            <a:off x="4047738" y="1130300"/>
            <a:ext cx="0" cy="5003800"/>
          </a:xfrm>
          <a:prstGeom prst="line">
            <a:avLst/>
          </a:prstGeom>
          <a:ln>
            <a:solidFill>
              <a:schemeClr val="tx1">
                <a:alpha val="3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matchingName="Section Header" type="secHead" preserve="1">
  <p:cSld name="Section Header">
    <p:bg>
      <p:bgRef idx="1001">
        <a:schemeClr val="bg1"/>
      </p:bgRef>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D03687D4-6DCC-A7D1-1A23-D0561E6692B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5" name="7850604b-0e1d-4ec9-a4d3-030a0eb33f20"/>
          <p:cNvSpPr>
            <a:spLocks noGrp="1"/>
          </p:cNvSpPr>
          <p:nvPr>
            <p:ph type="title" hasCustomPrompt="1"/>
          </p:nvPr>
        </p:nvSpPr>
        <p:spPr>
          <a:xfrm>
            <a:off x="1746250" y="1678564"/>
            <a:ext cx="5581650" cy="1517258"/>
          </a:xfrm>
          <a:prstGeom prst="rect">
            <a:avLst/>
          </a:prstGeom>
        </p:spPr>
        <p:txBody>
          <a:bodyPr>
            <a:normAutofit/>
          </a:bodyPr>
          <a:lstStyle>
            <a:lvl1pPr algn="l">
              <a:lnSpc>
                <a:spcPct val="100000"/>
              </a:lnSpc>
              <a:defRPr sz="4000">
                <a:solidFill>
                  <a:schemeClr val="accent2"/>
                </a:solidFill>
              </a:defRPr>
            </a:lvl1pPr>
          </a:lstStyle>
          <a:p>
            <a:pPr lvl="0"/>
            <a:r>
              <a:rPr lang="zh-CN" altLang="en-US" dirty="0"/>
              <a:t>Click to add title</a:t>
            </a:r>
            <a:endParaRPr lang="en-US" dirty="0"/>
          </a:p>
        </p:txBody>
      </p:sp>
      <p:sp>
        <p:nvSpPr>
          <p:cNvPr id="25" name="文本占位符 24"/>
          <p:cNvSpPr>
            <a:spLocks noGrp="1"/>
          </p:cNvSpPr>
          <p:nvPr>
            <p:ph type="body" sz="quarter" idx="1" hasCustomPrompt="1"/>
          </p:nvPr>
        </p:nvSpPr>
        <p:spPr>
          <a:xfrm>
            <a:off x="1746250" y="3244752"/>
            <a:ext cx="5581650" cy="1060548"/>
          </a:xfrm>
          <a:prstGeom prst="rect">
            <a:avLst/>
          </a:prstGeom>
        </p:spPr>
        <p:txBody>
          <a:bodyPr anchor="t">
            <a:normAutofit/>
          </a:bodyPr>
          <a:lstStyle>
            <a:lvl1pPr marL="0" indent="0" algn="l">
              <a:lnSpc>
                <a:spcPct val="120000"/>
              </a:lnSpc>
              <a:buFont typeface="+mj-lt"/>
              <a:buNone/>
              <a:defRPr sz="2000" b="0">
                <a:solidFill>
                  <a:schemeClr val="accent2"/>
                </a:solidFill>
                <a:latin typeface="+mn-lt"/>
              </a:defRPr>
            </a:lvl1pPr>
          </a:lstStyle>
          <a:p>
            <a:pPr lvl="0"/>
            <a:r>
              <a:rPr lang="zh-CN" altLang="en-US" dirty="0"/>
              <a:t>Click to add text</a:t>
            </a:r>
            <a:endParaRPr lang="en-US" dirty="0"/>
          </a:p>
        </p:txBody>
      </p:sp>
      <p:sp>
        <p:nvSpPr>
          <p:cNvPr id="4" name="日期占位符 3"/>
          <p:cNvSpPr>
            <a:spLocks noGrp="1"/>
          </p:cNvSpPr>
          <p:nvPr>
            <p:ph type="dt" sz="half" idx="10"/>
          </p:nvPr>
        </p:nvSpPr>
        <p:spPr/>
        <p:txBody>
          <a:bodyPr/>
          <a:lstStyle/>
          <a:p>
            <a:fld id="{2A27A813-B2FD-42E1-9222-83B574E99074}" type="datetime1">
              <a:rPr lang="zh-CN" altLang="en-US" smtClean="0"/>
              <a:t>2026/7/1</a:t>
            </a:fld>
            <a:endParaRPr lang="en-US" altLang="zh-CN"/>
          </a:p>
        </p:txBody>
      </p:sp>
      <p:sp>
        <p:nvSpPr>
          <p:cNvPr id="6" name="页脚占位符 5"/>
          <p:cNvSpPr>
            <a:spLocks noGrp="1"/>
          </p:cNvSpPr>
          <p:nvPr>
            <p:ph type="ftr" sz="quarter" idx="11"/>
          </p:nvPr>
        </p:nvSpPr>
        <p:spPr/>
        <p:txBody>
          <a:bodyPr/>
          <a:lstStyle/>
          <a:p>
            <a:r>
              <a:rPr lang="af-ZA" altLang="zh-CN" dirty="0"/>
              <a:t>iSlide</a:t>
            </a:r>
            <a:endParaRPr lang="zh-CN" altLang="en-US" dirty="0"/>
          </a:p>
        </p:txBody>
      </p:sp>
      <p:sp>
        <p:nvSpPr>
          <p:cNvPr id="8" name="灯片编号占位符 7"/>
          <p:cNvSpPr>
            <a:spLocks noGrp="1"/>
          </p:cNvSpPr>
          <p:nvPr>
            <p:ph type="sldNum" sz="quarter" idx="12"/>
          </p:nvPr>
        </p:nvSpPr>
        <p:spPr/>
        <p:txBody>
          <a:bodyPr/>
          <a:lstStyle/>
          <a:p>
            <a:fld id="{7F65B630-C7FF-41C0-9923-C5E5E29EED81}" type="slidenum">
              <a:rPr lang="en-US" altLang="zh-CN" smtClean="0"/>
              <a:pPr/>
              <a:t>‹#›</a:t>
            </a:fld>
            <a:endParaRPr lang="en-US" altLang="zh-CN"/>
          </a:p>
        </p:txBody>
      </p:sp>
    </p:spTree>
  </p:cSld>
  <p:clrMapOvr>
    <a:overrideClrMapping bg1="dk1" tx1="lt1" bg2="dk2" tx2="lt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pPr lvl="0"/>
            <a:r>
              <a:rPr lang="en-US"/>
              <a:t>Click to add title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C8BB1146-E542-4D4E-B8E9-6919A11DDD48}" type="slidenum">
              <a:rPr lang="en-US" smtClean="0"/>
              <a:pPr/>
              <a:t>‹#›</a:t>
            </a:fld>
            <a:endParaRPr lang="en-US"/>
          </a:p>
        </p:txBody>
      </p:sp>
    </p:spTree>
  </p:cSld>
  <p:clrMapOvr>
    <a:masterClrMapping/>
  </p:clrMapOvr>
</p:sldLayout>
</file>

<file path=ppt/slideLayouts/slideLayout7.xml><?xml version="1.0" encoding="utf-8"?>
<p:sldLayout xmlns:a16="http://schemas.microsoft.com/office/drawing/2014/main" xmlns:a14="http://schemas.microsoft.com/office/drawing/2010/main" xmlns:a="http://schemas.openxmlformats.org/drawingml/2006/main" xmlns:r="http://schemas.openxmlformats.org/officeDocument/2006/relationships" xmlns:p="http://schemas.openxmlformats.org/presentationml/2006/main" showMasterSp="0" matchingName="Closing" preserve="1" userDrawn="1">
  <p:cSld name="Closing">
    <p:bg>
      <p:bgRef idx="1001">
        <a:schemeClr val="bg1"/>
      </p:bgRef>
    </p:bg>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B1C0E52E-8B92-BBB6-1B8A-0F223E361A4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239" y="0"/>
            <a:ext cx="12185522" cy="6858000"/>
          </a:xfrm>
          <a:prstGeom prst="rect">
            <a:avLst/>
          </a:prstGeom>
        </p:spPr>
      </p:pic>
      <p:sp>
        <p:nvSpPr>
          <p:cNvPr id="6" name="7850604b-0e1d-4ec9-a4d3-030a0eb33f20">
            <a:extLst>
              <a:ext uri="{FF2B5EF4-FFF2-40B4-BE49-F238E27FC236}">
                <a16:creationId xmlns:a16="http://schemas.microsoft.com/office/drawing/2014/main" id="{425CCECB-DE8F-F919-1AC3-A070EB9A70F2}"/>
              </a:ext>
            </a:extLst>
          </p:cNvPr>
          <p:cNvSpPr>
            <a:spLocks noGrp="1"/>
          </p:cNvSpPr>
          <p:nvPr>
            <p:ph type="ctrTitle" hasCustomPrompt="1"/>
          </p:nvPr>
        </p:nvSpPr>
        <p:spPr>
          <a:xfrm>
            <a:off x="660399" y="1028700"/>
            <a:ext cx="10858500" cy="1263650"/>
          </a:xfrm>
          <a:prstGeom prst="rect">
            <a:avLst/>
          </a:prstGeom>
        </p:spPr>
        <p:txBody>
          <a:bodyPr wrap="square" anchor="b">
            <a:normAutofit/>
          </a:bodyPr>
          <a:lstStyle>
            <a:lvl1pPr algn="ctr">
              <a:lnSpc>
                <a:spcPct val="100000"/>
              </a:lnSpc>
              <a:defRPr sz="4800">
                <a:ln w="19050">
                  <a:noFill/>
                </a:ln>
                <a:solidFill>
                  <a:schemeClr val="accent2"/>
                </a:solidFill>
              </a:defRPr>
            </a:lvl1pPr>
          </a:lstStyle>
          <a:p>
            <a:pPr lvl="0"/>
            <a:r>
              <a:rPr lang="zh-CN" altLang="en-US" dirty="0"/>
              <a:t>Click to add title</a:t>
            </a:r>
            <a:endParaRPr lang="en-US" dirty="0"/>
          </a:p>
        </p:txBody>
      </p:sp>
      <p:sp>
        <p:nvSpPr>
          <p:cNvPr id="7" name="文本占位符 3">
            <a:extLst>
              <a:ext uri="{FF2B5EF4-FFF2-40B4-BE49-F238E27FC236}">
                <a16:creationId xmlns:a16="http://schemas.microsoft.com/office/drawing/2014/main" id="{0B535472-77ED-5FE3-9536-3D3C026D7006}"/>
              </a:ext>
            </a:extLst>
          </p:cNvPr>
          <p:cNvSpPr>
            <a:spLocks noGrp="1"/>
          </p:cNvSpPr>
          <p:nvPr>
            <p:ph type="body" sz="quarter" idx="13" hasCustomPrompt="1"/>
          </p:nvPr>
        </p:nvSpPr>
        <p:spPr>
          <a:xfrm>
            <a:off x="3389649" y="2829235"/>
            <a:ext cx="5400000" cy="288000"/>
          </a:xfrm>
          <a:prstGeom prst="rect">
            <a:avLst/>
          </a:prstGeom>
          <a:noFill/>
          <a:ln>
            <a:noFill/>
          </a:ln>
        </p:spPr>
        <p:txBody>
          <a:bodyPr wrap="square" lIns="90000" anchor="ctr">
            <a:normAutofit/>
          </a:bodyPr>
          <a:lstStyle>
            <a:lvl1pPr marL="0" indent="0" algn="ctr">
              <a:lnSpc>
                <a:spcPct val="100000"/>
              </a:lnSpc>
              <a:buNone/>
              <a:defRPr sz="1200">
                <a:solidFill>
                  <a:schemeClr val="accent2"/>
                </a:solidFill>
              </a:defRPr>
            </a:lvl1pPr>
          </a:lstStyle>
          <a:p>
            <a:pPr lvl="0"/>
            <a:r>
              <a:rPr lang="zh-CN" altLang="en-US" dirty="0"/>
              <a:t>Presenter name</a:t>
            </a:r>
            <a:endParaRPr lang="en-US" dirty="0"/>
          </a:p>
        </p:txBody>
      </p:sp>
      <p:sp>
        <p:nvSpPr>
          <p:cNvPr id="8" name="文本占位符 6">
            <a:extLst>
              <a:ext uri="{FF2B5EF4-FFF2-40B4-BE49-F238E27FC236}">
                <a16:creationId xmlns:a16="http://schemas.microsoft.com/office/drawing/2014/main" id="{4D1D0688-1CB9-DB62-387C-D2F634F65664}"/>
              </a:ext>
            </a:extLst>
          </p:cNvPr>
          <p:cNvSpPr>
            <a:spLocks noGrp="1"/>
          </p:cNvSpPr>
          <p:nvPr>
            <p:ph type="body" sz="quarter" idx="14" hasCustomPrompt="1"/>
          </p:nvPr>
        </p:nvSpPr>
        <p:spPr>
          <a:xfrm>
            <a:off x="3389649" y="3177050"/>
            <a:ext cx="5400000" cy="288000"/>
          </a:xfrm>
          <a:prstGeom prst="rect">
            <a:avLst/>
          </a:prstGeom>
          <a:noFill/>
          <a:ln>
            <a:noFill/>
          </a:ln>
        </p:spPr>
        <p:txBody>
          <a:bodyPr wrap="none" anchor="ctr">
            <a:normAutofit/>
          </a:bodyPr>
          <a:lstStyle>
            <a:lvl1pPr marL="0" indent="0" algn="ctr">
              <a:lnSpc>
                <a:spcPct val="100000"/>
              </a:lnSpc>
              <a:buNone/>
              <a:defRPr sz="1200">
                <a:solidFill>
                  <a:schemeClr val="accent2"/>
                </a:solidFill>
              </a:defRPr>
            </a:lvl1pPr>
          </a:lstStyle>
          <a:p>
            <a:pPr lvl="0"/>
            <a:r>
              <a:rPr lang="zh-CN" altLang="en-US" dirty="0"/>
              <a:t>20XX.XX.XX</a:t>
            </a:r>
            <a:endParaRPr lang="en-US" dirty="0"/>
          </a:p>
        </p:txBody>
      </p:sp>
    </p:spTree>
  </p:cSld>
  <p:clrMapOvr>
    <a:overrideClrMapping bg1="dk1" tx1="lt1" bg2="dk2" tx2="lt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lide Master">
    <p:bg>
      <p:bgPr>
        <a:solidFill>
          <a:schemeClr val="accent2">
            <a:alpha val="30000"/>
          </a:schemeClr>
        </a:solidFill>
        <a:effectLst/>
      </p:bgPr>
    </p:bg>
    <p:spTree>
      <p:nvGrpSpPr>
        <p:cNvPr id="1" name=""/>
        <p:cNvGrpSpPr/>
        <p:nvPr/>
      </p:nvGrpSpPr>
      <p:grpSpPr>
        <a:xfrm>
          <a:off x="0" y="0"/>
          <a:ext cx="0" cy="0"/>
          <a:chOff x="0" y="0"/>
          <a:chExt cx="0" cy="0"/>
        </a:xfrm>
      </p:grpSpPr>
      <p:sp>
        <p:nvSpPr>
          <p:cNvPr id="2" name="b2718e8f-4880-49e2-9e7b-b4b503877afb"/>
          <p:cNvSpPr>
            <a:spLocks noGrp="1"/>
          </p:cNvSpPr>
          <p:nvPr>
            <p:ph type="title"/>
          </p:nvPr>
        </p:nvSpPr>
        <p:spPr>
          <a:xfrm>
            <a:off x="776108" y="128587"/>
            <a:ext cx="10742791" cy="900112"/>
          </a:xfrm>
          <a:prstGeom prst="rect">
            <a:avLst/>
          </a:prstGeom>
        </p:spPr>
        <p:txBody>
          <a:bodyPr vert="horz" lIns="91440" tIns="45720" rIns="91440" bIns="45720" rtlCol="0" anchor="b">
            <a:normAutofit/>
          </a:bodyPr>
          <a:lstStyle/>
          <a:p>
            <a:pPr lvl="0"/>
            <a:r>
              <a:rPr lang="en-US" dirty="0"/>
              <a:t>Click to add title</a:t>
            </a:r>
          </a:p>
        </p:txBody>
      </p:sp>
      <p:sp>
        <p:nvSpPr>
          <p:cNvPr id="3" name="文本占位符 2"/>
          <p:cNvSpPr>
            <a:spLocks noGrp="1"/>
          </p:cNvSpPr>
          <p:nvPr>
            <p:ph type="body" idx="1"/>
          </p:nvPr>
        </p:nvSpPr>
        <p:spPr>
          <a:xfrm>
            <a:off x="660400" y="1130300"/>
            <a:ext cx="10858500" cy="5003800"/>
          </a:xfrm>
          <a:prstGeom prst="rect">
            <a:avLst/>
          </a:prstGeom>
        </p:spPr>
        <p:txBody>
          <a:bodyPr vert="horz" lIns="91440" tIns="45720" rIns="91440" bIns="45720" rtlCol="0">
            <a:normAutofit/>
          </a:bodyPr>
          <a:lstStyle/>
          <a:p>
            <a:pPr lvl="0"/>
            <a:r>
              <a:rPr lang="en-US"/>
              <a:t>Click to add text</a:t>
            </a:r>
          </a:p>
          <a:p>
            <a:pPr lvl="1"/>
            <a:r>
              <a:rPr lang="en-US"/>
              <a:t>Second level</a:t>
            </a:r>
          </a:p>
          <a:p>
            <a:pPr lvl="2"/>
            <a:r>
              <a:rPr lang="en-US"/>
              <a:t>Third level</a:t>
            </a:r>
          </a:p>
          <a:p>
            <a:pPr lvl="3"/>
            <a:r>
              <a:rPr lang="en-US"/>
              <a:t>Fourth level</a:t>
            </a:r>
          </a:p>
          <a:p>
            <a:pPr lvl="4"/>
            <a:r>
              <a:rPr lang="en-US"/>
              <a:t>Fifth level</a:t>
            </a:r>
          </a:p>
        </p:txBody>
      </p:sp>
      <p:sp>
        <p:nvSpPr>
          <p:cNvPr id="4" name="日期占位符 3"/>
          <p:cNvSpPr>
            <a:spLocks noGrp="1"/>
          </p:cNvSpPr>
          <p:nvPr>
            <p:ph type="dt" sz="half" idx="2"/>
          </p:nvPr>
        </p:nvSpPr>
        <p:spPr>
          <a:xfrm>
            <a:off x="4718050" y="6409690"/>
            <a:ext cx="2743200" cy="274320"/>
          </a:xfrm>
          <a:prstGeom prst="rect">
            <a:avLst/>
          </a:prstGeom>
        </p:spPr>
        <p:txBody>
          <a:bodyPr vert="horz" lIns="91440" tIns="45720" rIns="91440" bIns="45720" rtlCol="0" anchor="ctr"/>
          <a:lstStyle>
            <a:lvl1pPr algn="ctr">
              <a:defRPr sz="1000">
                <a:solidFill>
                  <a:schemeClr val="tx1">
                    <a:tint val="75000"/>
                  </a:schemeClr>
                </a:solidFill>
              </a:defRPr>
            </a:lvl1pPr>
          </a:lstStyle>
          <a:p>
            <a:endParaRPr lang="en-US"/>
          </a:p>
        </p:txBody>
      </p:sp>
      <p:sp>
        <p:nvSpPr>
          <p:cNvPr id="5" name="页脚占位符 4"/>
          <p:cNvSpPr>
            <a:spLocks noGrp="1"/>
          </p:cNvSpPr>
          <p:nvPr>
            <p:ph type="ftr" sz="quarter" idx="3"/>
          </p:nvPr>
        </p:nvSpPr>
        <p:spPr>
          <a:xfrm>
            <a:off x="660399" y="6409690"/>
            <a:ext cx="3657600" cy="274320"/>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dirty="0"/>
          </a:p>
        </p:txBody>
      </p:sp>
      <p:sp>
        <p:nvSpPr>
          <p:cNvPr id="6" name="灯片编号占位符 5"/>
          <p:cNvSpPr>
            <a:spLocks noGrp="1"/>
          </p:cNvSpPr>
          <p:nvPr>
            <p:ph type="sldNum" sz="quarter" idx="4"/>
          </p:nvPr>
        </p:nvSpPr>
        <p:spPr>
          <a:xfrm>
            <a:off x="7861300" y="6409690"/>
            <a:ext cx="3657600" cy="274320"/>
          </a:xfrm>
          <a:prstGeom prst="rect">
            <a:avLst/>
          </a:prstGeom>
        </p:spPr>
        <p:txBody>
          <a:bodyPr vert="horz" lIns="91440" tIns="45720" rIns="91440" bIns="45720" rtlCol="0" anchor="ctr"/>
          <a:lstStyle>
            <a:lvl1pPr algn="r">
              <a:defRPr sz="1000">
                <a:solidFill>
                  <a:schemeClr val="tx1">
                    <a:tint val="75000"/>
                  </a:schemeClr>
                </a:solidFill>
              </a:defRPr>
            </a:lvl1pPr>
          </a:lstStyle>
          <a:p>
            <a:fld id="{C8BB1146-E542-4D4E-B8E9-6919A11DDD48}" type="slidenum">
              <a:rPr lang="en-US" smtClean="0"/>
              <a:pPr/>
              <a:t>‹#›</a:t>
            </a:fld>
            <a:endParaRPr lang="en-US"/>
          </a:p>
        </p:txBody>
      </p:sp>
      <p:sp>
        <p:nvSpPr>
          <p:cNvPr id="7" name="矩形 6">
            <a:extLst>
              <a:ext uri="{FF2B5EF4-FFF2-40B4-BE49-F238E27FC236}">
                <a16:creationId xmlns:a16="http://schemas.microsoft.com/office/drawing/2014/main" id="{3BE2E4C2-8FB1-8322-12B1-34A0AA4F5A61}"/>
              </a:ext>
            </a:extLst>
          </p:cNvPr>
          <p:cNvSpPr/>
          <p:nvPr userDrawn="1"/>
        </p:nvSpPr>
        <p:spPr>
          <a:xfrm rot="2700000">
            <a:off x="578582" y="668171"/>
            <a:ext cx="163636" cy="163636"/>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6" r:id="rId3"/>
    <p:sldLayoutId id="2147483651" r:id="rId4"/>
    <p:sldLayoutId id="2147483654" r:id="rId5"/>
    <p:sldLayoutId id="2147483655" r:id="rId6"/>
    <p:sldLayoutId id="2147483657" r:id="rId7"/>
  </p:sldLayoutIdLst>
  <p:txStyles>
    <p:titleStyle>
      <a:lvl1pPr algn="l" defTabSz="914400" rtl="0" eaLnBrk="1" latinLnBrk="0" hangingPunct="1">
        <a:lnSpc>
          <a:spcPct val="10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416">
          <p15:clr>
            <a:srgbClr val="F26B43"/>
          </p15:clr>
        </p15:guide>
        <p15:guide id="2" pos="7256">
          <p15:clr>
            <a:srgbClr val="F26B43"/>
          </p15:clr>
        </p15:guide>
        <p15:guide id="3" orient="horz" pos="648">
          <p15:clr>
            <a:srgbClr val="F26B43"/>
          </p15:clr>
        </p15:guide>
        <p15:guide id="4" orient="horz" pos="712">
          <p15:clr>
            <a:srgbClr val="F26B43"/>
          </p15:clr>
        </p15:guide>
        <p15:guide id="5" orient="horz" pos="3928">
          <p15:clr>
            <a:srgbClr val="F26B43"/>
          </p15:clr>
        </p15:guide>
        <p15:guide id="6" orient="horz" pos="38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5.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6.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&#65279;<?xml version="1.0" encoding="utf-8"?><Relationships xmlns="http://schemas.openxmlformats.org/package/2006/relationships"><Relationship Type="http://schemas.openxmlformats.org/officeDocument/2006/relationships/image" Target="/ppt/media/image216.png" Id="rId8" /><Relationship Type="http://schemas.openxmlformats.org/officeDocument/2006/relationships/image" Target="/ppt/media/image617.png" Id="rId13" /><Relationship Type="http://schemas.openxmlformats.org/officeDocument/2006/relationships/image" Target="/ppt/media/image518.png" Id="rId12" /><Relationship Type="http://schemas.openxmlformats.org/officeDocument/2006/relationships/image" Target="/ppt/media/image419.png" Id="rId11" /><Relationship Type="http://schemas.openxmlformats.org/officeDocument/2006/relationships/image" Target="/ppt/media/image320.png" Id="rId10" /><Relationship Type="http://schemas.openxmlformats.org/officeDocument/2006/relationships/image" Target="/ppt/media/image72.jpg" Id="rId14" /><Relationship Type="http://schemas.openxmlformats.org/officeDocument/2006/relationships/hyperlink" Target="http://www.islide.cc/" TargetMode="External" Id="rId3" /><Relationship Type="http://schemas.openxmlformats.org/officeDocument/2006/relationships/hyperlink" Target="https://qr10.cn/AvcOJF" TargetMode="External" Id="rId7" /><Relationship Type="http://schemas.openxmlformats.org/officeDocument/2006/relationships/hyperlink" Target="https://qr10.cn/AJClXH" TargetMode="External" Id="rId6" /><Relationship Type="http://schemas.openxmlformats.org/officeDocument/2006/relationships/hyperlink" Target="https://qr10.cn/BlrYkD" TargetMode="External" Id="rId5" /><Relationship Type="http://schemas.openxmlformats.org/officeDocument/2006/relationships/hyperlink" Target="https://qr10.cn/EqbapX" TargetMode="External" Id="rId4" /><Relationship Type="http://schemas.openxmlformats.org/officeDocument/2006/relationships/hyperlink" Target="https://www.toutiao.com/c/user/token/MS4wLjABAAAA4iEx56C0_-0TYakxi5ZDzkL63vnOXTDA_u8TGCGhUo4/?source=m_redirect" TargetMode="External" Id="rId9" /><Relationship Type="http://schemas.openxmlformats.org/officeDocument/2006/relationships/slideLayout" Target="/ppt/slideLayouts/slideLayout6.xml" Id="Rf6b74cc8884146cf" /></Relationships>
</file>

<file path=ppt/slides/_rels/slide13.xml.rels>&#65279;<?xml version="1.0" encoding="utf-8"?><Relationships xmlns="http://schemas.openxmlformats.org/package/2006/relationships"><Relationship Type="http://schemas.openxmlformats.org/officeDocument/2006/relationships/image" Target="/ppt/media/image121.png" Id="rId5" /><Relationship Type="http://schemas.openxmlformats.org/officeDocument/2006/relationships/hyperlink" Target="http://www.islide.cc/" TargetMode="External" Id="rId3" /><Relationship Type="http://schemas.openxmlformats.org/officeDocument/2006/relationships/hyperlink" Target="https://www.islide.cc/" TargetMode="External" Id="rId4" /><Relationship Type="http://schemas.openxmlformats.org/officeDocument/2006/relationships/slideLayout" Target="/ppt/slideLayouts/slideLayout6.xml" Id="R26deec32136e4fbb"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028700"/>
            <a:ext cx="10858500" cy="1263650"/>
          </a:xfrm>
        </p:spPr>
        <p:txBody>
          <a:bodyPr/>
          <a:lstStyle/>
          <a:p>
            <a:r>
              <a:rPr lang="zh-CN" altLang="en-US" dirty="0"/>
              <a:t>红色中国风传统文化介绍</a:t>
            </a:r>
            <a:endParaRPr lang="en-US" dirty="0"/>
          </a:p>
        </p:txBody>
      </p:sp>
      <p:sp>
        <p:nvSpPr>
          <p:cNvPr id="9" name="副标题 8"/>
          <p:cNvSpPr>
            <a:spLocks noGrp="1"/>
          </p:cNvSpPr>
          <p:nvPr>
            <p:ph type="subTitle" sz="quarter" idx="1" hasCustomPrompt="1"/>
          </p:nvPr>
        </p:nvSpPr>
        <p:spPr>
          <a:xfrm>
            <a:off x="660399" y="2352165"/>
            <a:ext cx="10858500" cy="568835"/>
          </a:xfrm>
        </p:spPr>
        <p:txBody>
          <a:bodyPr>
            <a:normAutofit/>
          </a:bodyPr>
          <a:lstStyle/>
          <a:p>
            <a:r>
              <a:rPr lang="zh-CN" altLang="en-US" dirty="0"/>
              <a:t>非物质文化遗产传统文化</a:t>
            </a:r>
          </a:p>
        </p:txBody>
      </p:sp>
      <p:sp>
        <p:nvSpPr>
          <p:cNvPr id="4" name="文本占位符 3"/>
          <p:cNvSpPr>
            <a:spLocks noGrp="1"/>
          </p:cNvSpPr>
          <p:nvPr>
            <p:ph type="body" sz="quarter" idx="13" hasCustomPrompt="1"/>
          </p:nvPr>
        </p:nvSpPr>
        <p:spPr>
          <a:xfrm>
            <a:off x="3389649" y="2980815"/>
            <a:ext cx="5400000" cy="288000"/>
          </a:xfrm>
        </p:spPr>
        <p:txBody>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389649" y="3328630"/>
            <a:ext cx="5400000" cy="288000"/>
          </a:xfrm>
        </p:spPr>
        <p:txBody>
          <a:bodyPr/>
          <a:lstStyle/>
          <a:p>
            <a:r>
              <a:rPr lang="zh-CN" altLang="en-US" dirty="0"/>
              <a:t>20XX.XX.XX</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A707C6-8235-2482-47E3-99F5CA0CAECD}"/>
            </a:ext>
          </a:extLst>
        </p:cNvPr>
        <p:cNvGrpSpPr/>
        <p:nvPr/>
      </p:nvGrpSpPr>
      <p:grpSpPr>
        <a:xfrm>
          <a:off x="0" y="0"/>
          <a:ext cx="0" cy="0"/>
          <a:chOff x="0" y="0"/>
          <a:chExt cx="0" cy="0"/>
        </a:xfrm>
      </p:grpSpPr>
      <p:sp>
        <p:nvSpPr>
          <p:cNvPr id="57" name="Title 1">
            <a:extLst>
              <a:ext uri="{FF2B5EF4-FFF2-40B4-BE49-F238E27FC236}">
                <a16:creationId xmlns:a16="http://schemas.microsoft.com/office/drawing/2014/main" id="{C7F0D7DF-BB8F-F6D0-7606-DFA1A0081AAD}"/>
              </a:ext>
            </a:extLst>
          </p:cNvPr>
          <p:cNvSpPr>
            <a:spLocks noGrp="1"/>
          </p:cNvSpPr>
          <p:nvPr>
            <p:ph type="title" hasCustomPrompt="1"/>
          </p:nvPr>
        </p:nvSpPr>
        <p:spPr/>
        <p:txBody>
          <a:bodyPr/>
          <a:lstStyle>
            <a:lvl1pPr>
              <a:defRPr/>
            </a:lvl1pPr>
          </a:lstStyle>
          <a:p>
            <a:pPr lvl="0"/>
            <a:r>
              <a:rPr lang="zh-CN" altLang="en-US" dirty="0"/>
              <a:t>目录</a:t>
            </a:r>
            <a:endParaRPr lang="en-US" dirty="0"/>
          </a:p>
        </p:txBody>
      </p:sp>
      <p:grpSp>
        <p:nvGrpSpPr>
          <p:cNvPr id="5" name="组合 4">
            <a:extLst>
              <a:ext uri="{FF2B5EF4-FFF2-40B4-BE49-F238E27FC236}">
                <a16:creationId xmlns:a16="http://schemas.microsoft.com/office/drawing/2014/main" id="{BD6A6512-610A-5295-6251-9178E216232D}"/>
              </a:ext>
            </a:extLst>
          </p:cNvPr>
          <p:cNvGrpSpPr/>
          <p:nvPr/>
        </p:nvGrpSpPr>
        <p:grpSpPr>
          <a:xfrm>
            <a:off x="660399" y="1245872"/>
            <a:ext cx="10858501" cy="4888228"/>
            <a:chOff x="660399" y="1245872"/>
            <a:chExt cx="10858501" cy="4888228"/>
          </a:xfrm>
        </p:grpSpPr>
        <p:sp>
          <p:nvSpPr>
            <p:cNvPr id="7" name="Title">
              <a:extLst>
                <a:ext uri="{FF2B5EF4-FFF2-40B4-BE49-F238E27FC236}">
                  <a16:creationId xmlns:a16="http://schemas.microsoft.com/office/drawing/2014/main" id="{2E4994AA-0757-2A85-8E2E-DD20876BD7C8}"/>
                </a:ext>
              </a:extLst>
            </p:cNvPr>
            <p:cNvSpPr txBox="1">
              <a:spLocks/>
            </p:cNvSpPr>
            <p:nvPr/>
          </p:nvSpPr>
          <p:spPr>
            <a:xfrm>
              <a:off x="660400" y="1245872"/>
              <a:ext cx="3290884" cy="1187602"/>
            </a:xfrm>
            <a:prstGeom prst="rect">
              <a:avLst/>
            </a:prstGeom>
            <a:noFill/>
          </p:spPr>
          <p:txBody>
            <a:bodyPr vert="horz" lIns="91440" tIns="45720" rIns="91440" bIns="45720" rtlCol="0" anchor="t" anchorCtr="0">
              <a:normAutofit/>
            </a:bodyPr>
            <a:lstStyle>
              <a:lvl1pPr algn="l" defTabSz="914400" rtl="0" eaLnBrk="1" latinLnBrk="0" hangingPunct="1">
                <a:lnSpc>
                  <a:spcPct val="100000"/>
                </a:lnSpc>
                <a:spcBef>
                  <a:spcPct val="0"/>
                </a:spcBef>
                <a:buNone/>
                <a:defRPr sz="3200" b="1" kern="1200">
                  <a:solidFill>
                    <a:srgbClr val="B35F54"/>
                  </a:solidFill>
                  <a:latin typeface="+mj-lt"/>
                  <a:ea typeface="+mj-ea"/>
                  <a:cs typeface="+mj-cs"/>
                </a:defRPr>
              </a:lvl1pPr>
            </a:lstStyle>
            <a:p>
              <a:r>
                <a:rPr lang="zh-CN" altLang="en-US" sz="2800" dirty="0">
                  <a:solidFill>
                    <a:schemeClr val="accent1"/>
                  </a:solidFill>
                </a:rPr>
                <a:t>Agenda</a:t>
              </a:r>
              <a:endParaRPr lang="en-US" sz="2800" dirty="0">
                <a:solidFill>
                  <a:schemeClr val="accent1"/>
                </a:solidFill>
              </a:endParaRPr>
            </a:p>
          </p:txBody>
        </p:sp>
        <p:pic>
          <p:nvPicPr>
            <p:cNvPr id="10" name="Picture">
              <a:extLst>
                <a:ext uri="{FF2B5EF4-FFF2-40B4-BE49-F238E27FC236}">
                  <a16:creationId xmlns:a16="http://schemas.microsoft.com/office/drawing/2014/main" id="{9F6298B4-3B78-4867-647D-94DB26CE289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60399" y="2749023"/>
              <a:ext cx="3290883" cy="3385077"/>
            </a:xfrm>
            <a:prstGeom prst="rect">
              <a:avLst/>
            </a:prstGeom>
          </p:spPr>
        </p:pic>
        <p:grpSp>
          <p:nvGrpSpPr>
            <p:cNvPr id="12" name="组合 11">
              <a:extLst>
                <a:ext uri="{FF2B5EF4-FFF2-40B4-BE49-F238E27FC236}">
                  <a16:creationId xmlns:a16="http://schemas.microsoft.com/office/drawing/2014/main" id="{994D8534-20CA-9A64-4CFC-E952426795E4}"/>
                </a:ext>
              </a:extLst>
            </p:cNvPr>
            <p:cNvGrpSpPr/>
            <p:nvPr/>
          </p:nvGrpSpPr>
          <p:grpSpPr>
            <a:xfrm>
              <a:off x="4574996" y="1810180"/>
              <a:ext cx="3337896" cy="814588"/>
              <a:chOff x="4397196" y="2017603"/>
              <a:chExt cx="3337896" cy="814588"/>
            </a:xfrm>
          </p:grpSpPr>
          <p:sp>
            <p:nvSpPr>
              <p:cNvPr id="64" name="缺角矩形 63">
                <a:extLst>
                  <a:ext uri="{FF2B5EF4-FFF2-40B4-BE49-F238E27FC236}">
                    <a16:creationId xmlns:a16="http://schemas.microsoft.com/office/drawing/2014/main" id="{A7A1621B-236E-0AA1-9F52-1AC221410544}"/>
                  </a:ext>
                </a:extLst>
              </p:cNvPr>
              <p:cNvSpPr/>
              <p:nvPr/>
            </p:nvSpPr>
            <p:spPr>
              <a:xfrm>
                <a:off x="4397196" y="2136897"/>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01</a:t>
                </a:r>
                <a:endParaRPr lang="zh-CN" altLang="en-US" dirty="0"/>
              </a:p>
            </p:txBody>
          </p:sp>
          <p:sp>
            <p:nvSpPr>
              <p:cNvPr id="65" name="Bullet1">
                <a:extLst>
                  <a:ext uri="{FF2B5EF4-FFF2-40B4-BE49-F238E27FC236}">
                    <a16:creationId xmlns:a16="http://schemas.microsoft.com/office/drawing/2014/main" id="{8179AC83-0507-A3E8-FBD0-FE9FB7E8871D}"/>
                  </a:ext>
                </a:extLst>
              </p:cNvPr>
              <p:cNvSpPr txBox="1"/>
              <p:nvPr/>
            </p:nvSpPr>
            <p:spPr>
              <a:xfrm>
                <a:off x="5143092" y="2017603"/>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3" name="组合 12">
              <a:extLst>
                <a:ext uri="{FF2B5EF4-FFF2-40B4-BE49-F238E27FC236}">
                  <a16:creationId xmlns:a16="http://schemas.microsoft.com/office/drawing/2014/main" id="{D630E99C-D820-3FBC-9370-455BFDFDD7BA}"/>
                </a:ext>
              </a:extLst>
            </p:cNvPr>
            <p:cNvGrpSpPr/>
            <p:nvPr/>
          </p:nvGrpSpPr>
          <p:grpSpPr>
            <a:xfrm>
              <a:off x="4574996" y="2899278"/>
              <a:ext cx="3337896" cy="814588"/>
              <a:chOff x="4397196" y="3106701"/>
              <a:chExt cx="3337896" cy="814588"/>
            </a:xfrm>
          </p:grpSpPr>
          <p:sp>
            <p:nvSpPr>
              <p:cNvPr id="62" name="缺角矩形 61">
                <a:extLst>
                  <a:ext uri="{FF2B5EF4-FFF2-40B4-BE49-F238E27FC236}">
                    <a16:creationId xmlns:a16="http://schemas.microsoft.com/office/drawing/2014/main" id="{ED27CC48-0B49-A6DC-2FC2-E4E9FA0A50C6}"/>
                  </a:ext>
                </a:extLst>
              </p:cNvPr>
              <p:cNvSpPr/>
              <p:nvPr/>
            </p:nvSpPr>
            <p:spPr>
              <a:xfrm>
                <a:off x="4397196" y="3225995"/>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03</a:t>
                </a:r>
                <a:endParaRPr lang="zh-CN" altLang="en-US" dirty="0"/>
              </a:p>
            </p:txBody>
          </p:sp>
          <p:sp>
            <p:nvSpPr>
              <p:cNvPr id="63" name="Bullet3">
                <a:extLst>
                  <a:ext uri="{FF2B5EF4-FFF2-40B4-BE49-F238E27FC236}">
                    <a16:creationId xmlns:a16="http://schemas.microsoft.com/office/drawing/2014/main" id="{076922CD-0B1C-5835-9A0D-83102B7F7F55}"/>
                  </a:ext>
                </a:extLst>
              </p:cNvPr>
              <p:cNvSpPr txBox="1"/>
              <p:nvPr/>
            </p:nvSpPr>
            <p:spPr>
              <a:xfrm>
                <a:off x="5143092" y="3106701"/>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4" name="组合 13">
              <a:extLst>
                <a:ext uri="{FF2B5EF4-FFF2-40B4-BE49-F238E27FC236}">
                  <a16:creationId xmlns:a16="http://schemas.microsoft.com/office/drawing/2014/main" id="{CA9925CB-0A19-2EA7-9777-B19FDDE9B23B}"/>
                </a:ext>
              </a:extLst>
            </p:cNvPr>
            <p:cNvGrpSpPr/>
            <p:nvPr/>
          </p:nvGrpSpPr>
          <p:grpSpPr>
            <a:xfrm>
              <a:off x="4574996" y="3988376"/>
              <a:ext cx="3337896" cy="814588"/>
              <a:chOff x="4397196" y="4195799"/>
              <a:chExt cx="3337896" cy="814588"/>
            </a:xfrm>
          </p:grpSpPr>
          <p:sp>
            <p:nvSpPr>
              <p:cNvPr id="60" name="缺角矩形 59">
                <a:extLst>
                  <a:ext uri="{FF2B5EF4-FFF2-40B4-BE49-F238E27FC236}">
                    <a16:creationId xmlns:a16="http://schemas.microsoft.com/office/drawing/2014/main" id="{538937EF-A4B0-3FD9-194F-B66EA5D724D7}"/>
                  </a:ext>
                </a:extLst>
              </p:cNvPr>
              <p:cNvSpPr/>
              <p:nvPr/>
            </p:nvSpPr>
            <p:spPr>
              <a:xfrm>
                <a:off x="4397196" y="4315093"/>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05</a:t>
                </a:r>
                <a:endParaRPr lang="zh-CN" altLang="en-US" dirty="0"/>
              </a:p>
            </p:txBody>
          </p:sp>
          <p:sp>
            <p:nvSpPr>
              <p:cNvPr id="61" name="Bullet5">
                <a:extLst>
                  <a:ext uri="{FF2B5EF4-FFF2-40B4-BE49-F238E27FC236}">
                    <a16:creationId xmlns:a16="http://schemas.microsoft.com/office/drawing/2014/main" id="{633D618F-09BD-098A-1888-4678BDB64608}"/>
                  </a:ext>
                </a:extLst>
              </p:cNvPr>
              <p:cNvSpPr txBox="1"/>
              <p:nvPr/>
            </p:nvSpPr>
            <p:spPr>
              <a:xfrm>
                <a:off x="5143092" y="4195799"/>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8" name="组合 17">
              <a:extLst>
                <a:ext uri="{FF2B5EF4-FFF2-40B4-BE49-F238E27FC236}">
                  <a16:creationId xmlns:a16="http://schemas.microsoft.com/office/drawing/2014/main" id="{631AB95C-0548-C1E4-29BF-FA7A9D6F988C}"/>
                </a:ext>
              </a:extLst>
            </p:cNvPr>
            <p:cNvGrpSpPr/>
            <p:nvPr/>
          </p:nvGrpSpPr>
          <p:grpSpPr>
            <a:xfrm>
              <a:off x="4574996" y="5077474"/>
              <a:ext cx="3337896" cy="814588"/>
              <a:chOff x="4397196" y="5284897"/>
              <a:chExt cx="3337896" cy="814588"/>
            </a:xfrm>
          </p:grpSpPr>
          <p:sp>
            <p:nvSpPr>
              <p:cNvPr id="58" name="缺角矩形 57">
                <a:extLst>
                  <a:ext uri="{FF2B5EF4-FFF2-40B4-BE49-F238E27FC236}">
                    <a16:creationId xmlns:a16="http://schemas.microsoft.com/office/drawing/2014/main" id="{8E283EB5-AC5D-CBED-FD9C-3170CBE5BF4C}"/>
                  </a:ext>
                </a:extLst>
              </p:cNvPr>
              <p:cNvSpPr/>
              <p:nvPr/>
            </p:nvSpPr>
            <p:spPr>
              <a:xfrm>
                <a:off x="4397196" y="5404191"/>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07</a:t>
                </a:r>
                <a:endParaRPr lang="zh-CN" altLang="en-US" dirty="0"/>
              </a:p>
            </p:txBody>
          </p:sp>
          <p:sp>
            <p:nvSpPr>
              <p:cNvPr id="59" name="Bullet7">
                <a:extLst>
                  <a:ext uri="{FF2B5EF4-FFF2-40B4-BE49-F238E27FC236}">
                    <a16:creationId xmlns:a16="http://schemas.microsoft.com/office/drawing/2014/main" id="{A06CC9FD-3B3D-7A9A-186B-EFFB15983F24}"/>
                  </a:ext>
                </a:extLst>
              </p:cNvPr>
              <p:cNvSpPr txBox="1"/>
              <p:nvPr/>
            </p:nvSpPr>
            <p:spPr>
              <a:xfrm>
                <a:off x="5143092" y="5284897"/>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19" name="组合 18">
              <a:extLst>
                <a:ext uri="{FF2B5EF4-FFF2-40B4-BE49-F238E27FC236}">
                  <a16:creationId xmlns:a16="http://schemas.microsoft.com/office/drawing/2014/main" id="{924A6749-B9CE-A6D9-83F3-11200242B980}"/>
                </a:ext>
              </a:extLst>
            </p:cNvPr>
            <p:cNvGrpSpPr/>
            <p:nvPr/>
          </p:nvGrpSpPr>
          <p:grpSpPr>
            <a:xfrm>
              <a:off x="8181004" y="1810180"/>
              <a:ext cx="3337896" cy="814588"/>
              <a:chOff x="8181004" y="2017603"/>
              <a:chExt cx="3337896" cy="814588"/>
            </a:xfrm>
          </p:grpSpPr>
          <p:sp>
            <p:nvSpPr>
              <p:cNvPr id="44" name="缺角矩形 43">
                <a:extLst>
                  <a:ext uri="{FF2B5EF4-FFF2-40B4-BE49-F238E27FC236}">
                    <a16:creationId xmlns:a16="http://schemas.microsoft.com/office/drawing/2014/main" id="{E02C2BF7-E767-48CB-AAA8-D2B8292B29EE}"/>
                  </a:ext>
                </a:extLst>
              </p:cNvPr>
              <p:cNvSpPr/>
              <p:nvPr/>
            </p:nvSpPr>
            <p:spPr>
              <a:xfrm>
                <a:off x="8181004" y="2136897"/>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02</a:t>
                </a:r>
                <a:endParaRPr lang="zh-CN" altLang="en-US" dirty="0"/>
              </a:p>
            </p:txBody>
          </p:sp>
          <p:sp>
            <p:nvSpPr>
              <p:cNvPr id="48" name="Bullet2">
                <a:extLst>
                  <a:ext uri="{FF2B5EF4-FFF2-40B4-BE49-F238E27FC236}">
                    <a16:creationId xmlns:a16="http://schemas.microsoft.com/office/drawing/2014/main" id="{10649963-AC33-955B-0A65-2D877C3330E1}"/>
                  </a:ext>
                </a:extLst>
              </p:cNvPr>
              <p:cNvSpPr txBox="1"/>
              <p:nvPr/>
            </p:nvSpPr>
            <p:spPr>
              <a:xfrm>
                <a:off x="8926900" y="2017603"/>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3" name="组合 22">
              <a:extLst>
                <a:ext uri="{FF2B5EF4-FFF2-40B4-BE49-F238E27FC236}">
                  <a16:creationId xmlns:a16="http://schemas.microsoft.com/office/drawing/2014/main" id="{E750A7FE-1808-03FA-BBE2-A3ED946376DF}"/>
                </a:ext>
              </a:extLst>
            </p:cNvPr>
            <p:cNvGrpSpPr/>
            <p:nvPr/>
          </p:nvGrpSpPr>
          <p:grpSpPr>
            <a:xfrm>
              <a:off x="8181004" y="2899278"/>
              <a:ext cx="3337896" cy="814588"/>
              <a:chOff x="8181004" y="3106701"/>
              <a:chExt cx="3337896" cy="814588"/>
            </a:xfrm>
          </p:grpSpPr>
          <p:sp>
            <p:nvSpPr>
              <p:cNvPr id="39" name="缺角矩形 38">
                <a:extLst>
                  <a:ext uri="{FF2B5EF4-FFF2-40B4-BE49-F238E27FC236}">
                    <a16:creationId xmlns:a16="http://schemas.microsoft.com/office/drawing/2014/main" id="{F035A803-1AF0-3C8E-6AC1-CA175748C3B2}"/>
                  </a:ext>
                </a:extLst>
              </p:cNvPr>
              <p:cNvSpPr/>
              <p:nvPr/>
            </p:nvSpPr>
            <p:spPr>
              <a:xfrm>
                <a:off x="8181004" y="3225995"/>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04</a:t>
                </a:r>
                <a:endParaRPr lang="zh-CN" altLang="en-US" dirty="0"/>
              </a:p>
            </p:txBody>
          </p:sp>
          <p:sp>
            <p:nvSpPr>
              <p:cNvPr id="43" name="Bullet4">
                <a:extLst>
                  <a:ext uri="{FF2B5EF4-FFF2-40B4-BE49-F238E27FC236}">
                    <a16:creationId xmlns:a16="http://schemas.microsoft.com/office/drawing/2014/main" id="{9EA40796-F2B2-D167-C75D-DF52D6017A84}"/>
                  </a:ext>
                </a:extLst>
              </p:cNvPr>
              <p:cNvSpPr txBox="1"/>
              <p:nvPr/>
            </p:nvSpPr>
            <p:spPr>
              <a:xfrm>
                <a:off x="8926900" y="3106701"/>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4" name="组合 23">
              <a:extLst>
                <a:ext uri="{FF2B5EF4-FFF2-40B4-BE49-F238E27FC236}">
                  <a16:creationId xmlns:a16="http://schemas.microsoft.com/office/drawing/2014/main" id="{273233C9-2B79-A5AC-B3A9-BE7B76DD698C}"/>
                </a:ext>
              </a:extLst>
            </p:cNvPr>
            <p:cNvGrpSpPr/>
            <p:nvPr/>
          </p:nvGrpSpPr>
          <p:grpSpPr>
            <a:xfrm>
              <a:off x="8181004" y="3988376"/>
              <a:ext cx="3337896" cy="814588"/>
              <a:chOff x="8181004" y="4195799"/>
              <a:chExt cx="3337896" cy="814588"/>
            </a:xfrm>
          </p:grpSpPr>
          <p:sp>
            <p:nvSpPr>
              <p:cNvPr id="34" name="缺角矩形 33">
                <a:extLst>
                  <a:ext uri="{FF2B5EF4-FFF2-40B4-BE49-F238E27FC236}">
                    <a16:creationId xmlns:a16="http://schemas.microsoft.com/office/drawing/2014/main" id="{18A8A592-5DBA-4744-68B3-9F6CBE43ECFB}"/>
                  </a:ext>
                </a:extLst>
              </p:cNvPr>
              <p:cNvSpPr/>
              <p:nvPr/>
            </p:nvSpPr>
            <p:spPr>
              <a:xfrm>
                <a:off x="8181004" y="4315093"/>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06</a:t>
                </a:r>
                <a:endParaRPr lang="zh-CN" altLang="en-US" dirty="0"/>
              </a:p>
            </p:txBody>
          </p:sp>
          <p:sp>
            <p:nvSpPr>
              <p:cNvPr id="38" name="Bullet6">
                <a:extLst>
                  <a:ext uri="{FF2B5EF4-FFF2-40B4-BE49-F238E27FC236}">
                    <a16:creationId xmlns:a16="http://schemas.microsoft.com/office/drawing/2014/main" id="{4E35EC0C-39A1-8ED3-DDA1-6DC0F65E5214}"/>
                  </a:ext>
                </a:extLst>
              </p:cNvPr>
              <p:cNvSpPr txBox="1"/>
              <p:nvPr/>
            </p:nvSpPr>
            <p:spPr>
              <a:xfrm>
                <a:off x="8926900" y="4195799"/>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nvGrpSpPr>
            <p:cNvPr id="28" name="组合 27">
              <a:extLst>
                <a:ext uri="{FF2B5EF4-FFF2-40B4-BE49-F238E27FC236}">
                  <a16:creationId xmlns:a16="http://schemas.microsoft.com/office/drawing/2014/main" id="{E21AF1EA-7E6D-3652-C096-ACD14955A87C}"/>
                </a:ext>
              </a:extLst>
            </p:cNvPr>
            <p:cNvGrpSpPr/>
            <p:nvPr/>
          </p:nvGrpSpPr>
          <p:grpSpPr>
            <a:xfrm>
              <a:off x="8181004" y="5077474"/>
              <a:ext cx="3337896" cy="814588"/>
              <a:chOff x="8181004" y="5284897"/>
              <a:chExt cx="3337896" cy="814588"/>
            </a:xfrm>
          </p:grpSpPr>
          <p:sp>
            <p:nvSpPr>
              <p:cNvPr id="29" name="缺角矩形 28">
                <a:extLst>
                  <a:ext uri="{FF2B5EF4-FFF2-40B4-BE49-F238E27FC236}">
                    <a16:creationId xmlns:a16="http://schemas.microsoft.com/office/drawing/2014/main" id="{EEFC1C89-B285-EF62-EBB8-BBD51DBA70AC}"/>
                  </a:ext>
                </a:extLst>
              </p:cNvPr>
              <p:cNvSpPr/>
              <p:nvPr/>
            </p:nvSpPr>
            <p:spPr>
              <a:xfrm>
                <a:off x="8181004" y="5404191"/>
                <a:ext cx="576000" cy="576000"/>
              </a:xfrm>
              <a:prstGeom prst="plaque">
                <a:avLst/>
              </a:prstGeom>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rmAutofit/>
              </a:bodyPr>
              <a:lstStyle/>
              <a:p>
                <a:pPr algn="ctr"/>
                <a:r>
                  <a:rPr lang="en-US" altLang="zh-CN" dirty="0"/>
                  <a:t>08</a:t>
                </a:r>
                <a:endParaRPr lang="zh-CN" altLang="en-US" dirty="0"/>
              </a:p>
            </p:txBody>
          </p:sp>
          <p:sp>
            <p:nvSpPr>
              <p:cNvPr id="33" name="Bullet8">
                <a:extLst>
                  <a:ext uri="{FF2B5EF4-FFF2-40B4-BE49-F238E27FC236}">
                    <a16:creationId xmlns:a16="http://schemas.microsoft.com/office/drawing/2014/main" id="{A2B0C4E7-8A05-AED9-182E-A4A2CA03721E}"/>
                  </a:ext>
                </a:extLst>
              </p:cNvPr>
              <p:cNvSpPr txBox="1"/>
              <p:nvPr/>
            </p:nvSpPr>
            <p:spPr>
              <a:xfrm>
                <a:off x="8926900" y="5284897"/>
                <a:ext cx="2592000" cy="814588"/>
              </a:xfrm>
              <a:prstGeom prst="rect">
                <a:avLst/>
              </a:prstGeom>
              <a:noFill/>
            </p:spPr>
            <p:txBody>
              <a:bodyPr wrap="square" rtlCol="0" anchor="ctr" anchorCtr="0">
                <a:normAutofit/>
              </a:bodyPr>
              <a:lstStyle/>
              <a:p>
                <a:r>
                  <a:rPr lang="zh-CN" altLang="en-US" b="1" dirty="0"/>
                  <a:t>单击添加小标题</a:t>
                </a:r>
                <a:endParaRPr lang="en-US" altLang="zh-CN" b="1" dirty="0"/>
              </a:p>
            </p:txBody>
          </p:sp>
        </p:grpSp>
      </p:grpSp>
    </p:spTree>
    <p:extLst>
      <p:ext uri="{BB962C8B-B14F-4D97-AF65-F5344CB8AC3E}">
        <p14:creationId xmlns:p14="http://schemas.microsoft.com/office/powerpoint/2010/main" val="2991775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hasCustomPrompt="1"/>
          </p:nvPr>
        </p:nvSpPr>
        <p:spPr>
          <a:xfrm>
            <a:off x="660400" y="1130300"/>
            <a:ext cx="7486650" cy="2224272"/>
          </a:xfrm>
        </p:spPr>
        <p:txBody>
          <a:bodyPr/>
          <a:lstStyle/>
          <a:p>
            <a:r>
              <a:rPr lang="zh-CN" altLang="en-US" dirty="0"/>
              <a:t>单击此处添加章节标</a:t>
            </a:r>
          </a:p>
        </p:txBody>
      </p:sp>
      <p:sp>
        <p:nvSpPr>
          <p:cNvPr id="25" name="文本占位符 24"/>
          <p:cNvSpPr>
            <a:spLocks noGrp="1"/>
          </p:cNvSpPr>
          <p:nvPr>
            <p:ph type="body" sz="quarter" idx="1" hasCustomPrompt="1"/>
          </p:nvPr>
        </p:nvSpPr>
        <p:spPr>
          <a:xfrm>
            <a:off x="660400" y="3403502"/>
            <a:ext cx="7486650" cy="1440000"/>
          </a:xfrm>
        </p:spPr>
        <p:txBody>
          <a:bodyPr/>
          <a:lstStyle/>
          <a:p>
            <a:r>
              <a:rPr lang="zh-CN" altLang="en-US" dirty="0"/>
              <a:t>单击此处添加章节页描述内容</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784B9A-3EC7-20BC-9A22-C68AD70E7734}"/>
            </a:ext>
          </a:extLst>
        </p:cNvPr>
        <p:cNvGrpSpPr/>
        <p:nvPr/>
      </p:nvGrpSpPr>
      <p:grpSpPr>
        <a:xfrm>
          <a:off x="0" y="0"/>
          <a:ext cx="0" cy="0"/>
          <a:chOff x="0" y="0"/>
          <a:chExt cx="0" cy="0"/>
        </a:xfrm>
      </p:grpSpPr>
      <p:sp>
        <p:nvSpPr>
          <p:cNvPr id="323" name="Title 1">
            <a:extLst>
              <a:ext uri="{FF2B5EF4-FFF2-40B4-BE49-F238E27FC236}">
                <a16:creationId xmlns:a16="http://schemas.microsoft.com/office/drawing/2014/main" id="{2B57E478-B83F-A27B-C7C1-C5F0D70741AF}"/>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4" name="组合 3">
            <a:extLst>
              <a:ext uri="{FF2B5EF4-FFF2-40B4-BE49-F238E27FC236}">
                <a16:creationId xmlns:a16="http://schemas.microsoft.com/office/drawing/2014/main" id="{91F540AF-8431-73E8-43CC-5D53C8818F2F}"/>
              </a:ext>
            </a:extLst>
          </p:cNvPr>
          <p:cNvGrpSpPr/>
          <p:nvPr/>
        </p:nvGrpSpPr>
        <p:grpSpPr>
          <a:xfrm>
            <a:off x="0" y="1130300"/>
            <a:ext cx="12192000" cy="5727700"/>
            <a:chOff x="0" y="1130300"/>
            <a:chExt cx="12192000" cy="5727700"/>
          </a:xfrm>
        </p:grpSpPr>
        <p:sp>
          <p:nvSpPr>
            <p:cNvPr id="5" name="矩形 4">
              <a:extLst>
                <a:ext uri="{FF2B5EF4-FFF2-40B4-BE49-F238E27FC236}">
                  <a16:creationId xmlns:a16="http://schemas.microsoft.com/office/drawing/2014/main" id="{051FC01A-C452-9BC4-CD8F-2184701CAE93}"/>
                </a:ext>
              </a:extLst>
            </p:cNvPr>
            <p:cNvSpPr/>
            <p:nvPr/>
          </p:nvSpPr>
          <p:spPr>
            <a:xfrm>
              <a:off x="0" y="1130300"/>
              <a:ext cx="12192000"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7" name="Title">
              <a:extLst>
                <a:ext uri="{FF2B5EF4-FFF2-40B4-BE49-F238E27FC236}">
                  <a16:creationId xmlns:a16="http://schemas.microsoft.com/office/drawing/2014/main" id="{29D1BB01-2C8F-292F-0732-74220CDAC70E}"/>
                </a:ext>
              </a:extLst>
            </p:cNvPr>
            <p:cNvSpPr txBox="1"/>
            <p:nvPr/>
          </p:nvSpPr>
          <p:spPr>
            <a:xfrm>
              <a:off x="660400" y="1371600"/>
              <a:ext cx="10858500" cy="774895"/>
            </a:xfrm>
            <a:prstGeom prst="rect">
              <a:avLst/>
            </a:prstGeom>
            <a:noFill/>
          </p:spPr>
          <p:txBody>
            <a:bodyPr wrap="square" anchor="ctr" anchorCtr="0">
              <a:normAutofit/>
            </a:bodyPr>
            <a:lstStyle>
              <a:defPPr>
                <a:defRPr lang="zh-CN"/>
              </a:defPPr>
              <a:lvl1pPr>
                <a:defRPr sz="2400" b="1">
                  <a:cs typeface="+mn-ea"/>
                </a:defRPr>
              </a:lvl1pPr>
            </a:lstStyle>
            <a:p>
              <a:pPr algn="ctr"/>
              <a:r>
                <a:rPr lang="zh-CN" altLang="en-US" dirty="0">
                  <a:solidFill>
                    <a:srgbClr val="FFFFFF"/>
                  </a:solidFill>
                  <a:sym typeface="+mn-lt"/>
                </a:rPr>
                <a:t>单击此处添加长一点的副标题</a:t>
              </a:r>
            </a:p>
          </p:txBody>
        </p:sp>
        <p:grpSp>
          <p:nvGrpSpPr>
            <p:cNvPr id="8" name="组合 7">
              <a:extLst>
                <a:ext uri="{FF2B5EF4-FFF2-40B4-BE49-F238E27FC236}">
                  <a16:creationId xmlns:a16="http://schemas.microsoft.com/office/drawing/2014/main" id="{33FA0F7A-FB69-AAAD-3E06-E3487850E274}"/>
                </a:ext>
              </a:extLst>
            </p:cNvPr>
            <p:cNvGrpSpPr/>
            <p:nvPr/>
          </p:nvGrpSpPr>
          <p:grpSpPr>
            <a:xfrm>
              <a:off x="720601" y="4032189"/>
              <a:ext cx="3096000" cy="1754371"/>
              <a:chOff x="720601" y="4032189"/>
              <a:chExt cx="3096000" cy="1754371"/>
            </a:xfrm>
          </p:grpSpPr>
          <p:sp>
            <p:nvSpPr>
              <p:cNvPr id="18" name="Bullet1">
                <a:extLst>
                  <a:ext uri="{FF2B5EF4-FFF2-40B4-BE49-F238E27FC236}">
                    <a16:creationId xmlns:a16="http://schemas.microsoft.com/office/drawing/2014/main" id="{CE0F5B26-00EB-1497-3C98-5AABE00FD66D}"/>
                  </a:ext>
                </a:extLst>
              </p:cNvPr>
              <p:cNvSpPr txBox="1"/>
              <p:nvPr/>
            </p:nvSpPr>
            <p:spPr>
              <a:xfrm>
                <a:off x="720601" y="403218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9" name="Text1">
                <a:extLst>
                  <a:ext uri="{FF2B5EF4-FFF2-40B4-BE49-F238E27FC236}">
                    <a16:creationId xmlns:a16="http://schemas.microsoft.com/office/drawing/2014/main" id="{4B410A62-64AB-3FCA-370E-C27BAE94DD0F}"/>
                  </a:ext>
                </a:extLst>
              </p:cNvPr>
              <p:cNvSpPr txBox="1"/>
              <p:nvPr/>
            </p:nvSpPr>
            <p:spPr>
              <a:xfrm>
                <a:off x="720601" y="472575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A57611F7-5F54-3538-D819-128CE5806F80}"/>
                </a:ext>
              </a:extLst>
            </p:cNvPr>
            <p:cNvGrpSpPr/>
            <p:nvPr/>
          </p:nvGrpSpPr>
          <p:grpSpPr>
            <a:xfrm>
              <a:off x="8368195" y="4032189"/>
              <a:ext cx="3096000" cy="1754371"/>
              <a:chOff x="8368195" y="4032189"/>
              <a:chExt cx="3096000" cy="1754371"/>
            </a:xfrm>
          </p:grpSpPr>
          <p:sp>
            <p:nvSpPr>
              <p:cNvPr id="16" name="Bullet3">
                <a:extLst>
                  <a:ext uri="{FF2B5EF4-FFF2-40B4-BE49-F238E27FC236}">
                    <a16:creationId xmlns:a16="http://schemas.microsoft.com/office/drawing/2014/main" id="{941397D6-6FCA-03A7-0667-A0A439D205D5}"/>
                  </a:ext>
                </a:extLst>
              </p:cNvPr>
              <p:cNvSpPr txBox="1"/>
              <p:nvPr/>
            </p:nvSpPr>
            <p:spPr>
              <a:xfrm>
                <a:off x="8368195" y="403218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7" name="Text3">
                <a:extLst>
                  <a:ext uri="{FF2B5EF4-FFF2-40B4-BE49-F238E27FC236}">
                    <a16:creationId xmlns:a16="http://schemas.microsoft.com/office/drawing/2014/main" id="{CEBD6AFE-A5DB-0B10-A932-52DEA9E9DAC1}"/>
                  </a:ext>
                </a:extLst>
              </p:cNvPr>
              <p:cNvSpPr txBox="1"/>
              <p:nvPr/>
            </p:nvSpPr>
            <p:spPr>
              <a:xfrm>
                <a:off x="8368195" y="472575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EBAE5440-F50D-3DD4-7913-601E81171A7B}"/>
                </a:ext>
              </a:extLst>
            </p:cNvPr>
            <p:cNvGrpSpPr/>
            <p:nvPr/>
          </p:nvGrpSpPr>
          <p:grpSpPr>
            <a:xfrm>
              <a:off x="4544398" y="4379729"/>
              <a:ext cx="3096000" cy="1754371"/>
              <a:chOff x="4544398" y="4379729"/>
              <a:chExt cx="3096000" cy="1754371"/>
            </a:xfrm>
          </p:grpSpPr>
          <p:sp>
            <p:nvSpPr>
              <p:cNvPr id="14" name="Bullet2">
                <a:extLst>
                  <a:ext uri="{FF2B5EF4-FFF2-40B4-BE49-F238E27FC236}">
                    <a16:creationId xmlns:a16="http://schemas.microsoft.com/office/drawing/2014/main" id="{FF0D0D7A-F5A1-7C6E-DDDE-E961A7237A2F}"/>
                  </a:ext>
                </a:extLst>
              </p:cNvPr>
              <p:cNvSpPr txBox="1"/>
              <p:nvPr/>
            </p:nvSpPr>
            <p:spPr>
              <a:xfrm>
                <a:off x="4544398" y="4379729"/>
                <a:ext cx="3096000" cy="674513"/>
              </a:xfrm>
              <a:prstGeom prst="rect">
                <a:avLst/>
              </a:prstGeom>
              <a:noFill/>
            </p:spPr>
            <p:txBody>
              <a:bodyPr wrap="square" lIns="90000" tIns="46800" rIns="90000" bIns="46800" anchor="b" anchorCtr="0">
                <a:normAutofit/>
              </a:bodyPr>
              <a:lstStyle/>
              <a:p>
                <a:pPr algn="ctr">
                  <a:lnSpc>
                    <a:spcPct val="120000"/>
                  </a:lnSpc>
                </a:pPr>
                <a:r>
                  <a:rPr lang="zh-CN" altLang="en-US" b="1" dirty="0">
                    <a:solidFill>
                      <a:srgbClr val="FFFFFF"/>
                    </a:solidFill>
                    <a:cs typeface="+mn-ea"/>
                    <a:sym typeface="+mn-lt"/>
                  </a:rPr>
                  <a:t>单击添加小标题</a:t>
                </a:r>
              </a:p>
            </p:txBody>
          </p:sp>
          <p:sp>
            <p:nvSpPr>
              <p:cNvPr id="15" name="Text2">
                <a:extLst>
                  <a:ext uri="{FF2B5EF4-FFF2-40B4-BE49-F238E27FC236}">
                    <a16:creationId xmlns:a16="http://schemas.microsoft.com/office/drawing/2014/main" id="{4A823263-D1BE-A210-F2E5-E2AD43BD3C32}"/>
                  </a:ext>
                </a:extLst>
              </p:cNvPr>
              <p:cNvSpPr txBox="1"/>
              <p:nvPr/>
            </p:nvSpPr>
            <p:spPr>
              <a:xfrm>
                <a:off x="4544398" y="5073293"/>
                <a:ext cx="3096000" cy="1060807"/>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pic>
          <p:nvPicPr>
            <p:cNvPr id="11" name="图片 10">
              <a:extLst>
                <a:ext uri="{FF2B5EF4-FFF2-40B4-BE49-F238E27FC236}">
                  <a16:creationId xmlns:a16="http://schemas.microsoft.com/office/drawing/2014/main" id="{0BFA0B72-F687-64CF-D63D-AD31903A02FA}"/>
                </a:ext>
              </a:extLst>
            </p:cNvPr>
            <p:cNvPicPr>
              <a:picLocks noChangeAspect="1"/>
            </p:cNvPicPr>
            <p:nvPr/>
          </p:nvPicPr>
          <p:blipFill>
            <a:blip r:embed="rId3"/>
            <a:stretch>
              <a:fillRect/>
            </a:stretch>
          </p:blipFill>
          <p:spPr>
            <a:xfrm>
              <a:off x="1498821" y="2318512"/>
              <a:ext cx="1554615" cy="1560711"/>
            </a:xfrm>
            <a:prstGeom prst="rect">
              <a:avLst/>
            </a:prstGeom>
          </p:spPr>
        </p:pic>
        <p:pic>
          <p:nvPicPr>
            <p:cNvPr id="12" name="图片 11">
              <a:extLst>
                <a:ext uri="{FF2B5EF4-FFF2-40B4-BE49-F238E27FC236}">
                  <a16:creationId xmlns:a16="http://schemas.microsoft.com/office/drawing/2014/main" id="{9D1570EB-C183-EB4C-D123-1CFB5F8A352B}"/>
                </a:ext>
              </a:extLst>
            </p:cNvPr>
            <p:cNvPicPr>
              <a:picLocks noChangeAspect="1"/>
            </p:cNvPicPr>
            <p:nvPr/>
          </p:nvPicPr>
          <p:blipFill>
            <a:blip r:embed="rId4"/>
            <a:stretch>
              <a:fillRect/>
            </a:stretch>
          </p:blipFill>
          <p:spPr>
            <a:xfrm>
              <a:off x="5312342" y="2648644"/>
              <a:ext cx="1554615" cy="1560711"/>
            </a:xfrm>
            <a:prstGeom prst="rect">
              <a:avLst/>
            </a:prstGeom>
          </p:spPr>
        </p:pic>
        <p:pic>
          <p:nvPicPr>
            <p:cNvPr id="13" name="图片 12">
              <a:extLst>
                <a:ext uri="{FF2B5EF4-FFF2-40B4-BE49-F238E27FC236}">
                  <a16:creationId xmlns:a16="http://schemas.microsoft.com/office/drawing/2014/main" id="{ABAE42C9-8A8F-9FAA-1407-FB91C82FDECF}"/>
                </a:ext>
              </a:extLst>
            </p:cNvPr>
            <p:cNvPicPr>
              <a:picLocks noChangeAspect="1"/>
            </p:cNvPicPr>
            <p:nvPr/>
          </p:nvPicPr>
          <p:blipFill>
            <a:blip r:embed="rId5"/>
            <a:stretch>
              <a:fillRect/>
            </a:stretch>
          </p:blipFill>
          <p:spPr>
            <a:xfrm>
              <a:off x="9138888" y="2318512"/>
              <a:ext cx="1554615" cy="1560711"/>
            </a:xfrm>
            <a:prstGeom prst="rect">
              <a:avLst/>
            </a:prstGeom>
          </p:spPr>
        </p:pic>
      </p:grpSp>
    </p:spTree>
    <p:extLst>
      <p:ext uri="{BB962C8B-B14F-4D97-AF65-F5344CB8AC3E}">
        <p14:creationId xmlns:p14="http://schemas.microsoft.com/office/powerpoint/2010/main" val="28343667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934C4-E5AE-FC4E-296D-A578F2B77A68}"/>
            </a:ext>
          </a:extLst>
        </p:cNvPr>
        <p:cNvGrpSpPr/>
        <p:nvPr/>
      </p:nvGrpSpPr>
      <p:grpSpPr>
        <a:xfrm>
          <a:off x="0" y="0"/>
          <a:ext cx="0" cy="0"/>
          <a:chOff x="0" y="0"/>
          <a:chExt cx="0" cy="0"/>
        </a:xfrm>
      </p:grpSpPr>
      <p:sp>
        <p:nvSpPr>
          <p:cNvPr id="27" name="Title 1">
            <a:extLst>
              <a:ext uri="{FF2B5EF4-FFF2-40B4-BE49-F238E27FC236}">
                <a16:creationId xmlns:a16="http://schemas.microsoft.com/office/drawing/2014/main" id="{C70D5344-7F13-25F4-8ECA-FB4C8BEF569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2" name="组合 1">
            <a:extLst>
              <a:ext uri="{FF2B5EF4-FFF2-40B4-BE49-F238E27FC236}">
                <a16:creationId xmlns:a16="http://schemas.microsoft.com/office/drawing/2014/main" id="{3EEE8A47-6F8E-2E58-6D17-38537367F96A}"/>
              </a:ext>
            </a:extLst>
          </p:cNvPr>
          <p:cNvGrpSpPr/>
          <p:nvPr/>
        </p:nvGrpSpPr>
        <p:grpSpPr>
          <a:xfrm>
            <a:off x="660400" y="1165814"/>
            <a:ext cx="10858500" cy="4968286"/>
            <a:chOff x="660400" y="1165814"/>
            <a:chExt cx="10858500" cy="4968286"/>
          </a:xfrm>
        </p:grpSpPr>
        <p:sp>
          <p:nvSpPr>
            <p:cNvPr id="5" name="Title">
              <a:extLst>
                <a:ext uri="{FF2B5EF4-FFF2-40B4-BE49-F238E27FC236}">
                  <a16:creationId xmlns:a16="http://schemas.microsoft.com/office/drawing/2014/main" id="{FFFD0135-EF3A-D7B8-C687-16A6386227AC}"/>
                </a:ext>
              </a:extLst>
            </p:cNvPr>
            <p:cNvSpPr txBox="1"/>
            <p:nvPr/>
          </p:nvSpPr>
          <p:spPr>
            <a:xfrm>
              <a:off x="660400" y="1165814"/>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7" name="组合 6">
              <a:extLst>
                <a:ext uri="{FF2B5EF4-FFF2-40B4-BE49-F238E27FC236}">
                  <a16:creationId xmlns:a16="http://schemas.microsoft.com/office/drawing/2014/main" id="{371F4B8F-A4C0-52FE-C45B-3E7F845893A9}"/>
                </a:ext>
              </a:extLst>
            </p:cNvPr>
            <p:cNvGrpSpPr/>
            <p:nvPr/>
          </p:nvGrpSpPr>
          <p:grpSpPr>
            <a:xfrm>
              <a:off x="848200" y="4276583"/>
              <a:ext cx="6120000" cy="1730806"/>
              <a:chOff x="848200" y="4365154"/>
              <a:chExt cx="6120000" cy="1730806"/>
            </a:xfrm>
          </p:grpSpPr>
          <p:sp>
            <p:nvSpPr>
              <p:cNvPr id="14" name="Bullet2">
                <a:extLst>
                  <a:ext uri="{FF2B5EF4-FFF2-40B4-BE49-F238E27FC236}">
                    <a16:creationId xmlns:a16="http://schemas.microsoft.com/office/drawing/2014/main" id="{7AEBF64D-9BFC-1593-6730-FE0037913B8C}"/>
                  </a:ext>
                </a:extLst>
              </p:cNvPr>
              <p:cNvSpPr txBox="1"/>
              <p:nvPr/>
            </p:nvSpPr>
            <p:spPr>
              <a:xfrm>
                <a:off x="848200" y="4365154"/>
                <a:ext cx="6120000" cy="677116"/>
              </a:xfrm>
              <a:prstGeom prst="rect">
                <a:avLst/>
              </a:prstGeom>
              <a:noFill/>
            </p:spPr>
            <p:txBody>
              <a:bodyPr wrap="square" lIns="90000" tIns="46800" rIns="90000" bIns="46800" anchor="b" anchorCtr="0">
                <a:normAutofit/>
              </a:bodyPr>
              <a:lstStyle/>
              <a:p>
                <a:pPr algn="r">
                  <a:lnSpc>
                    <a:spcPct val="120000"/>
                  </a:lnSpc>
                </a:pPr>
                <a:r>
                  <a:rPr lang="zh-CN" altLang="en-US" b="1" dirty="0">
                    <a:cs typeface="+mn-ea"/>
                    <a:sym typeface="+mn-lt"/>
                  </a:rPr>
                  <a:t>单击添加小标题</a:t>
                </a:r>
              </a:p>
            </p:txBody>
          </p:sp>
          <p:sp>
            <p:nvSpPr>
              <p:cNvPr id="15" name="Text2">
                <a:extLst>
                  <a:ext uri="{FF2B5EF4-FFF2-40B4-BE49-F238E27FC236}">
                    <a16:creationId xmlns:a16="http://schemas.microsoft.com/office/drawing/2014/main" id="{B9950DA2-7229-E8E2-4839-59659C67EAB5}"/>
                  </a:ext>
                </a:extLst>
              </p:cNvPr>
              <p:cNvSpPr txBox="1"/>
              <p:nvPr/>
            </p:nvSpPr>
            <p:spPr>
              <a:xfrm>
                <a:off x="848200" y="5051145"/>
                <a:ext cx="6120000" cy="1044815"/>
              </a:xfrm>
              <a:prstGeom prst="rect">
                <a:avLst/>
              </a:prstGeom>
            </p:spPr>
            <p:txBody>
              <a:bodyPr vert="horz" wrap="square" lIns="90000" tIns="46800" rIns="90000" bIns="46800" anchor="t" anchorCtr="0">
                <a:normAutofit/>
              </a:bodyPr>
              <a:lstStyle/>
              <a:p>
                <a:pPr algn="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BABCEA1C-069F-A0E1-210B-D80BA701ABBA}"/>
                </a:ext>
              </a:extLst>
            </p:cNvPr>
            <p:cNvGrpSpPr/>
            <p:nvPr/>
          </p:nvGrpSpPr>
          <p:grpSpPr>
            <a:xfrm>
              <a:off x="5187930" y="2157919"/>
              <a:ext cx="6120000" cy="1721930"/>
              <a:chOff x="5187930" y="2083478"/>
              <a:chExt cx="6120000" cy="1721930"/>
            </a:xfrm>
          </p:grpSpPr>
          <p:sp>
            <p:nvSpPr>
              <p:cNvPr id="12" name="Bullet1">
                <a:extLst>
                  <a:ext uri="{FF2B5EF4-FFF2-40B4-BE49-F238E27FC236}">
                    <a16:creationId xmlns:a16="http://schemas.microsoft.com/office/drawing/2014/main" id="{10BAEEDF-E16C-A5F8-9DB5-B9FE167F4FAA}"/>
                  </a:ext>
                </a:extLst>
              </p:cNvPr>
              <p:cNvSpPr txBox="1"/>
              <p:nvPr/>
            </p:nvSpPr>
            <p:spPr>
              <a:xfrm>
                <a:off x="5187930" y="2083478"/>
                <a:ext cx="6120000" cy="677116"/>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3" name="Text1">
                <a:extLst>
                  <a:ext uri="{FF2B5EF4-FFF2-40B4-BE49-F238E27FC236}">
                    <a16:creationId xmlns:a16="http://schemas.microsoft.com/office/drawing/2014/main" id="{4D66EF16-EE03-7D36-B7F4-B2900D107F5E}"/>
                  </a:ext>
                </a:extLst>
              </p:cNvPr>
              <p:cNvSpPr txBox="1"/>
              <p:nvPr/>
            </p:nvSpPr>
            <p:spPr>
              <a:xfrm>
                <a:off x="5187930" y="2760593"/>
                <a:ext cx="6120000" cy="1044815"/>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pic>
          <p:nvPicPr>
            <p:cNvPr id="10" name="图片 9">
              <a:extLst>
                <a:ext uri="{FF2B5EF4-FFF2-40B4-BE49-F238E27FC236}">
                  <a16:creationId xmlns:a16="http://schemas.microsoft.com/office/drawing/2014/main" id="{9A68B499-E1B8-EE7C-0B5D-BC2E7613783A}"/>
                </a:ext>
              </a:extLst>
            </p:cNvPr>
            <p:cNvPicPr>
              <a:picLocks noChangeAspect="1"/>
            </p:cNvPicPr>
            <p:nvPr/>
          </p:nvPicPr>
          <p:blipFill>
            <a:blip r:embed="rId3"/>
            <a:stretch>
              <a:fillRect/>
            </a:stretch>
          </p:blipFill>
          <p:spPr>
            <a:xfrm>
              <a:off x="1036681" y="1938178"/>
              <a:ext cx="3798137" cy="2072820"/>
            </a:xfrm>
            <a:prstGeom prst="rect">
              <a:avLst/>
            </a:prstGeom>
          </p:spPr>
        </p:pic>
        <p:pic>
          <p:nvPicPr>
            <p:cNvPr id="11" name="图片 10">
              <a:extLst>
                <a:ext uri="{FF2B5EF4-FFF2-40B4-BE49-F238E27FC236}">
                  <a16:creationId xmlns:a16="http://schemas.microsoft.com/office/drawing/2014/main" id="{2DCA14C1-7C9A-A2A2-14BD-6F21AB5A4D06}"/>
                </a:ext>
              </a:extLst>
            </p:cNvPr>
            <p:cNvPicPr>
              <a:picLocks noChangeAspect="1"/>
            </p:cNvPicPr>
            <p:nvPr/>
          </p:nvPicPr>
          <p:blipFill>
            <a:blip r:embed="rId4"/>
            <a:stretch>
              <a:fillRect/>
            </a:stretch>
          </p:blipFill>
          <p:spPr>
            <a:xfrm>
              <a:off x="7344482" y="4061280"/>
              <a:ext cx="3798137" cy="2072820"/>
            </a:xfrm>
            <a:prstGeom prst="rect">
              <a:avLst/>
            </a:prstGeom>
          </p:spPr>
        </p:pic>
      </p:grpSp>
    </p:spTree>
    <p:extLst>
      <p:ext uri="{BB962C8B-B14F-4D97-AF65-F5344CB8AC3E}">
        <p14:creationId xmlns:p14="http://schemas.microsoft.com/office/powerpoint/2010/main" val="31676019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AFE44D-CFD6-F5AD-EFE1-4982F9FD4F34}"/>
            </a:ext>
          </a:extLst>
        </p:cNvPr>
        <p:cNvGrpSpPr/>
        <p:nvPr/>
      </p:nvGrpSpPr>
      <p:grpSpPr>
        <a:xfrm>
          <a:off x="0" y="0"/>
          <a:ext cx="0" cy="0"/>
          <a:chOff x="0" y="0"/>
          <a:chExt cx="0" cy="0"/>
        </a:xfrm>
      </p:grpSpPr>
      <p:sp>
        <p:nvSpPr>
          <p:cNvPr id="61" name="Title 1">
            <a:extLst>
              <a:ext uri="{FF2B5EF4-FFF2-40B4-BE49-F238E27FC236}">
                <a16:creationId xmlns:a16="http://schemas.microsoft.com/office/drawing/2014/main" id="{78D086F0-4027-9FDF-AA32-38AD0940A19D}"/>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3" name="组合 32">
            <a:extLst>
              <a:ext uri="{FF2B5EF4-FFF2-40B4-BE49-F238E27FC236}">
                <a16:creationId xmlns:a16="http://schemas.microsoft.com/office/drawing/2014/main" id="{0A7CECFD-4E52-F48C-86E9-5BD565269D80}"/>
              </a:ext>
            </a:extLst>
          </p:cNvPr>
          <p:cNvGrpSpPr/>
          <p:nvPr/>
        </p:nvGrpSpPr>
        <p:grpSpPr>
          <a:xfrm>
            <a:off x="1" y="0"/>
            <a:ext cx="12191999" cy="6858001"/>
            <a:chOff x="1" y="0"/>
            <a:chExt cx="12191999" cy="6858001"/>
          </a:xfrm>
        </p:grpSpPr>
        <p:grpSp>
          <p:nvGrpSpPr>
            <p:cNvPr id="3" name="组合 2">
              <a:extLst>
                <a:ext uri="{FF2B5EF4-FFF2-40B4-BE49-F238E27FC236}">
                  <a16:creationId xmlns:a16="http://schemas.microsoft.com/office/drawing/2014/main" id="{11FF56E1-05D7-6855-60F7-DBDEA3EE3846}"/>
                </a:ext>
              </a:extLst>
            </p:cNvPr>
            <p:cNvGrpSpPr/>
            <p:nvPr/>
          </p:nvGrpSpPr>
          <p:grpSpPr>
            <a:xfrm>
              <a:off x="660400" y="2151666"/>
              <a:ext cx="2723252" cy="1874234"/>
              <a:chOff x="650266" y="1332185"/>
              <a:chExt cx="2723252" cy="2666557"/>
            </a:xfrm>
          </p:grpSpPr>
          <p:sp>
            <p:nvSpPr>
              <p:cNvPr id="19" name="Bullet1">
                <a:extLst>
                  <a:ext uri="{FF2B5EF4-FFF2-40B4-BE49-F238E27FC236}">
                    <a16:creationId xmlns:a16="http://schemas.microsoft.com/office/drawing/2014/main" id="{E2F093CE-4839-8636-C8D7-D7072CFC07DE}"/>
                  </a:ext>
                </a:extLst>
              </p:cNvPr>
              <p:cNvSpPr txBox="1">
                <a:spLocks/>
              </p:cNvSpPr>
              <p:nvPr/>
            </p:nvSpPr>
            <p:spPr>
              <a:xfrm>
                <a:off x="650266" y="1332185"/>
                <a:ext cx="2723252" cy="903932"/>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0" name="Text1">
                <a:extLst>
                  <a:ext uri="{FF2B5EF4-FFF2-40B4-BE49-F238E27FC236}">
                    <a16:creationId xmlns:a16="http://schemas.microsoft.com/office/drawing/2014/main" id="{8B4F0FCE-26F6-1A5F-5EB3-11A071516909}"/>
                  </a:ext>
                </a:extLst>
              </p:cNvPr>
              <p:cNvSpPr txBox="1">
                <a:spLocks/>
              </p:cNvSpPr>
              <p:nvPr/>
            </p:nvSpPr>
            <p:spPr>
              <a:xfrm>
                <a:off x="650266" y="2236119"/>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6" name="组合 5">
              <a:extLst>
                <a:ext uri="{FF2B5EF4-FFF2-40B4-BE49-F238E27FC236}">
                  <a16:creationId xmlns:a16="http://schemas.microsoft.com/office/drawing/2014/main" id="{EADC406B-1CE3-641E-3D1A-1C76A058FF06}"/>
                </a:ext>
              </a:extLst>
            </p:cNvPr>
            <p:cNvGrpSpPr/>
            <p:nvPr/>
          </p:nvGrpSpPr>
          <p:grpSpPr>
            <a:xfrm>
              <a:off x="8795648" y="2151666"/>
              <a:ext cx="2723252" cy="1874234"/>
              <a:chOff x="8795648" y="1332185"/>
              <a:chExt cx="2723252" cy="2666557"/>
            </a:xfrm>
          </p:grpSpPr>
          <p:sp>
            <p:nvSpPr>
              <p:cNvPr id="17" name="Bullet2">
                <a:extLst>
                  <a:ext uri="{FF2B5EF4-FFF2-40B4-BE49-F238E27FC236}">
                    <a16:creationId xmlns:a16="http://schemas.microsoft.com/office/drawing/2014/main" id="{CBEFD9A4-3F00-BD2A-74ED-872E86BD178A}"/>
                  </a:ext>
                </a:extLst>
              </p:cNvPr>
              <p:cNvSpPr txBox="1"/>
              <p:nvPr/>
            </p:nvSpPr>
            <p:spPr>
              <a:xfrm>
                <a:off x="8795648" y="1332185"/>
                <a:ext cx="2723252" cy="903932"/>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8" name="Text2">
                <a:extLst>
                  <a:ext uri="{FF2B5EF4-FFF2-40B4-BE49-F238E27FC236}">
                    <a16:creationId xmlns:a16="http://schemas.microsoft.com/office/drawing/2014/main" id="{FE6A8DDA-F764-C889-4BFB-DC9FE286C45C}"/>
                  </a:ext>
                </a:extLst>
              </p:cNvPr>
              <p:cNvSpPr txBox="1"/>
              <p:nvPr/>
            </p:nvSpPr>
            <p:spPr>
              <a:xfrm>
                <a:off x="8795648" y="2236119"/>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sp>
          <p:nvSpPr>
            <p:cNvPr id="7" name="Title">
              <a:extLst>
                <a:ext uri="{FF2B5EF4-FFF2-40B4-BE49-F238E27FC236}">
                  <a16:creationId xmlns:a16="http://schemas.microsoft.com/office/drawing/2014/main" id="{45C6D778-41D9-5CF6-27B2-F4F9914D28E4}"/>
                </a:ext>
              </a:extLst>
            </p:cNvPr>
            <p:cNvSpPr txBox="1"/>
            <p:nvPr/>
          </p:nvSpPr>
          <p:spPr>
            <a:xfrm>
              <a:off x="660400" y="1130300"/>
              <a:ext cx="10858500" cy="722915"/>
            </a:xfrm>
            <a:prstGeom prst="rect">
              <a:avLst/>
            </a:prstGeom>
            <a:noFill/>
          </p:spPr>
          <p:txBody>
            <a:bodyPr wrap="square" anchor="ctr" anchorCtr="0">
              <a:normAutofit/>
            </a:bodyPr>
            <a:lstStyle>
              <a:defPPr>
                <a:defRPr lang="zh-CN"/>
              </a:defPPr>
              <a:lvl1pPr>
                <a:defRPr sz="2400" b="1">
                  <a:cs typeface="+mn-ea"/>
                </a:defRPr>
              </a:lvl1pPr>
            </a:lstStyle>
            <a:p>
              <a:pPr algn="ctr"/>
              <a:r>
                <a:rPr lang="zh-CN" altLang="en-US" dirty="0">
                  <a:sym typeface="+mn-lt"/>
                </a:rPr>
                <a:t>单击此处添加长一点的副标题</a:t>
              </a:r>
            </a:p>
          </p:txBody>
        </p:sp>
        <p:pic>
          <p:nvPicPr>
            <p:cNvPr id="12" name="图片 11">
              <a:extLst>
                <a:ext uri="{FF2B5EF4-FFF2-40B4-BE49-F238E27FC236}">
                  <a16:creationId xmlns:a16="http://schemas.microsoft.com/office/drawing/2014/main" id="{35C250EA-E41A-87F0-AD72-0474B45A741B}"/>
                </a:ext>
              </a:extLst>
            </p:cNvPr>
            <p:cNvPicPr>
              <a:picLocks noChangeAspect="1"/>
            </p:cNvPicPr>
            <p:nvPr/>
          </p:nvPicPr>
          <p:blipFill>
            <a:blip r:embed="rId3"/>
            <a:srcRect l="81130" b="69530"/>
            <a:stretch>
              <a:fillRect/>
            </a:stretch>
          </p:blipFill>
          <p:spPr>
            <a:xfrm>
              <a:off x="1" y="6134100"/>
              <a:ext cx="813068" cy="723901"/>
            </a:xfrm>
            <a:custGeom>
              <a:avLst/>
              <a:gdLst>
                <a:gd name="csX0" fmla="*/ 0 w 918040"/>
                <a:gd name="csY0" fmla="*/ 0 h 817361"/>
                <a:gd name="csX1" fmla="*/ 918040 w 918040"/>
                <a:gd name="csY1" fmla="*/ 0 h 817361"/>
                <a:gd name="csX2" fmla="*/ 918040 w 918040"/>
                <a:gd name="csY2" fmla="*/ 817361 h 817361"/>
                <a:gd name="csX3" fmla="*/ 0 w 918040"/>
                <a:gd name="csY3" fmla="*/ 817361 h 817361"/>
              </a:gdLst>
              <a:ahLst/>
              <a:cxnLst>
                <a:cxn ang="0">
                  <a:pos x="csX0" y="csY0"/>
                </a:cxn>
                <a:cxn ang="0">
                  <a:pos x="csX1" y="csY1"/>
                </a:cxn>
                <a:cxn ang="0">
                  <a:pos x="csX2" y="csY2"/>
                </a:cxn>
                <a:cxn ang="0">
                  <a:pos x="csX3" y="csY3"/>
                </a:cxn>
              </a:cxnLst>
              <a:rect l="l" t="t" r="r" b="b"/>
              <a:pathLst>
                <a:path w="918040" h="817361">
                  <a:moveTo>
                    <a:pt x="0" y="0"/>
                  </a:moveTo>
                  <a:lnTo>
                    <a:pt x="918040" y="0"/>
                  </a:lnTo>
                  <a:lnTo>
                    <a:pt x="918040" y="817361"/>
                  </a:lnTo>
                  <a:lnTo>
                    <a:pt x="0" y="817361"/>
                  </a:lnTo>
                  <a:close/>
                </a:path>
              </a:pathLst>
            </a:custGeom>
          </p:spPr>
        </p:pic>
        <p:pic>
          <p:nvPicPr>
            <p:cNvPr id="13" name="图片 12">
              <a:extLst>
                <a:ext uri="{FF2B5EF4-FFF2-40B4-BE49-F238E27FC236}">
                  <a16:creationId xmlns:a16="http://schemas.microsoft.com/office/drawing/2014/main" id="{A5A3793C-8851-2CCE-2AFB-5F2EFD9628FB}"/>
                </a:ext>
              </a:extLst>
            </p:cNvPr>
            <p:cNvPicPr>
              <a:picLocks noChangeAspect="1"/>
            </p:cNvPicPr>
            <p:nvPr/>
          </p:nvPicPr>
          <p:blipFill>
            <a:blip r:embed="rId3"/>
            <a:srcRect l="81130" b="69530"/>
            <a:stretch>
              <a:fillRect/>
            </a:stretch>
          </p:blipFill>
          <p:spPr>
            <a:xfrm flipH="1" flipV="1">
              <a:off x="11493048" y="0"/>
              <a:ext cx="698952" cy="622300"/>
            </a:xfrm>
            <a:custGeom>
              <a:avLst/>
              <a:gdLst>
                <a:gd name="csX0" fmla="*/ 0 w 918040"/>
                <a:gd name="csY0" fmla="*/ 0 h 817361"/>
                <a:gd name="csX1" fmla="*/ 918040 w 918040"/>
                <a:gd name="csY1" fmla="*/ 0 h 817361"/>
                <a:gd name="csX2" fmla="*/ 918040 w 918040"/>
                <a:gd name="csY2" fmla="*/ 817361 h 817361"/>
                <a:gd name="csX3" fmla="*/ 0 w 918040"/>
                <a:gd name="csY3" fmla="*/ 817361 h 817361"/>
              </a:gdLst>
              <a:ahLst/>
              <a:cxnLst>
                <a:cxn ang="0">
                  <a:pos x="csX0" y="csY0"/>
                </a:cxn>
                <a:cxn ang="0">
                  <a:pos x="csX1" y="csY1"/>
                </a:cxn>
                <a:cxn ang="0">
                  <a:pos x="csX2" y="csY2"/>
                </a:cxn>
                <a:cxn ang="0">
                  <a:pos x="csX3" y="csY3"/>
                </a:cxn>
              </a:cxnLst>
              <a:rect l="l" t="t" r="r" b="b"/>
              <a:pathLst>
                <a:path w="918040" h="817361">
                  <a:moveTo>
                    <a:pt x="0" y="0"/>
                  </a:moveTo>
                  <a:lnTo>
                    <a:pt x="918040" y="0"/>
                  </a:lnTo>
                  <a:lnTo>
                    <a:pt x="918040" y="817361"/>
                  </a:lnTo>
                  <a:lnTo>
                    <a:pt x="0" y="817361"/>
                  </a:lnTo>
                  <a:close/>
                </a:path>
              </a:pathLst>
            </a:custGeom>
          </p:spPr>
        </p:pic>
        <p:pic>
          <p:nvPicPr>
            <p:cNvPr id="15" name="图片 14">
              <a:extLst>
                <a:ext uri="{FF2B5EF4-FFF2-40B4-BE49-F238E27FC236}">
                  <a16:creationId xmlns:a16="http://schemas.microsoft.com/office/drawing/2014/main" id="{6308BE31-95E5-FB43-5F96-A154BB36D899}"/>
                </a:ext>
              </a:extLst>
            </p:cNvPr>
            <p:cNvPicPr>
              <a:picLocks noChangeAspect="1"/>
            </p:cNvPicPr>
            <p:nvPr/>
          </p:nvPicPr>
          <p:blipFill>
            <a:blip r:embed="rId4"/>
            <a:stretch>
              <a:fillRect/>
            </a:stretch>
          </p:blipFill>
          <p:spPr>
            <a:xfrm>
              <a:off x="3657135" y="2684537"/>
              <a:ext cx="4865030" cy="2676376"/>
            </a:xfrm>
            <a:prstGeom prst="rect">
              <a:avLst/>
            </a:prstGeom>
          </p:spPr>
        </p:pic>
        <p:grpSp>
          <p:nvGrpSpPr>
            <p:cNvPr id="21" name="组合 20">
              <a:extLst>
                <a:ext uri="{FF2B5EF4-FFF2-40B4-BE49-F238E27FC236}">
                  <a16:creationId xmlns:a16="http://schemas.microsoft.com/office/drawing/2014/main" id="{5BA682FB-F208-5A9F-8BF7-F01B57707B9E}"/>
                </a:ext>
              </a:extLst>
            </p:cNvPr>
            <p:cNvGrpSpPr/>
            <p:nvPr/>
          </p:nvGrpSpPr>
          <p:grpSpPr>
            <a:xfrm>
              <a:off x="660400" y="4267840"/>
              <a:ext cx="2723252" cy="1874234"/>
              <a:chOff x="650266" y="2283111"/>
              <a:chExt cx="2723252" cy="2666557"/>
            </a:xfrm>
          </p:grpSpPr>
          <p:sp>
            <p:nvSpPr>
              <p:cNvPr id="22" name="Bullet1">
                <a:extLst>
                  <a:ext uri="{FF2B5EF4-FFF2-40B4-BE49-F238E27FC236}">
                    <a16:creationId xmlns:a16="http://schemas.microsoft.com/office/drawing/2014/main" id="{4C94861C-421B-48C8-120D-F901428A982D}"/>
                  </a:ext>
                </a:extLst>
              </p:cNvPr>
              <p:cNvSpPr txBox="1">
                <a:spLocks/>
              </p:cNvSpPr>
              <p:nvPr/>
            </p:nvSpPr>
            <p:spPr>
              <a:xfrm>
                <a:off x="650266" y="2283111"/>
                <a:ext cx="2723252" cy="903933"/>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3" name="Text1">
                <a:extLst>
                  <a:ext uri="{FF2B5EF4-FFF2-40B4-BE49-F238E27FC236}">
                    <a16:creationId xmlns:a16="http://schemas.microsoft.com/office/drawing/2014/main" id="{44C461AF-856E-0987-F4D6-CFEA878CE8A2}"/>
                  </a:ext>
                </a:extLst>
              </p:cNvPr>
              <p:cNvSpPr txBox="1">
                <a:spLocks/>
              </p:cNvSpPr>
              <p:nvPr/>
            </p:nvSpPr>
            <p:spPr>
              <a:xfrm>
                <a:off x="650266" y="3187045"/>
                <a:ext cx="2723252" cy="1762623"/>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nvGrpSpPr>
            <p:cNvPr id="24" name="组合 23">
              <a:extLst>
                <a:ext uri="{FF2B5EF4-FFF2-40B4-BE49-F238E27FC236}">
                  <a16:creationId xmlns:a16="http://schemas.microsoft.com/office/drawing/2014/main" id="{D998BB3A-4A39-A108-35F2-CB1A14149167}"/>
                </a:ext>
              </a:extLst>
            </p:cNvPr>
            <p:cNvGrpSpPr/>
            <p:nvPr/>
          </p:nvGrpSpPr>
          <p:grpSpPr>
            <a:xfrm>
              <a:off x="8795648" y="4267839"/>
              <a:ext cx="2723252" cy="1874236"/>
              <a:chOff x="8795648" y="2283111"/>
              <a:chExt cx="2723252" cy="2666560"/>
            </a:xfrm>
          </p:grpSpPr>
          <p:sp>
            <p:nvSpPr>
              <p:cNvPr id="25" name="Bullet2">
                <a:extLst>
                  <a:ext uri="{FF2B5EF4-FFF2-40B4-BE49-F238E27FC236}">
                    <a16:creationId xmlns:a16="http://schemas.microsoft.com/office/drawing/2014/main" id="{B576AEA6-1736-210B-96DC-F20B9CDB872E}"/>
                  </a:ext>
                </a:extLst>
              </p:cNvPr>
              <p:cNvSpPr txBox="1"/>
              <p:nvPr/>
            </p:nvSpPr>
            <p:spPr>
              <a:xfrm>
                <a:off x="8795648" y="2283111"/>
                <a:ext cx="2723252" cy="903933"/>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6" name="Text2">
                <a:extLst>
                  <a:ext uri="{FF2B5EF4-FFF2-40B4-BE49-F238E27FC236}">
                    <a16:creationId xmlns:a16="http://schemas.microsoft.com/office/drawing/2014/main" id="{71F9DCBE-EF56-B5A4-7C2A-920EDD0ABC77}"/>
                  </a:ext>
                </a:extLst>
              </p:cNvPr>
              <p:cNvSpPr txBox="1"/>
              <p:nvPr/>
            </p:nvSpPr>
            <p:spPr>
              <a:xfrm>
                <a:off x="8795648" y="3187045"/>
                <a:ext cx="2723252" cy="1762626"/>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a:t>
                </a:r>
              </a:p>
            </p:txBody>
          </p:sp>
        </p:grpSp>
      </p:grpSp>
    </p:spTree>
    <p:extLst>
      <p:ext uri="{BB962C8B-B14F-4D97-AF65-F5344CB8AC3E}">
        <p14:creationId xmlns:p14="http://schemas.microsoft.com/office/powerpoint/2010/main" val="16386676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9D3FCE-F49B-897F-D448-CC5B8C1D0DC7}"/>
            </a:ext>
          </a:extLst>
        </p:cNvPr>
        <p:cNvGrpSpPr/>
        <p:nvPr/>
      </p:nvGrpSpPr>
      <p:grpSpPr>
        <a:xfrm>
          <a:off x="0" y="0"/>
          <a:ext cx="0" cy="0"/>
          <a:chOff x="0" y="0"/>
          <a:chExt cx="0" cy="0"/>
        </a:xfrm>
      </p:grpSpPr>
      <p:sp>
        <p:nvSpPr>
          <p:cNvPr id="28" name="Title 1">
            <a:extLst>
              <a:ext uri="{FF2B5EF4-FFF2-40B4-BE49-F238E27FC236}">
                <a16:creationId xmlns:a16="http://schemas.microsoft.com/office/drawing/2014/main" id="{CF4077EC-44F9-7F3E-EC5B-87D2C636C344}"/>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6" name="组合 5">
            <a:extLst>
              <a:ext uri="{FF2B5EF4-FFF2-40B4-BE49-F238E27FC236}">
                <a16:creationId xmlns:a16="http://schemas.microsoft.com/office/drawing/2014/main" id="{6CD3601A-068A-CC58-57DD-0A2D9198926D}"/>
              </a:ext>
            </a:extLst>
          </p:cNvPr>
          <p:cNvGrpSpPr/>
          <p:nvPr/>
        </p:nvGrpSpPr>
        <p:grpSpPr>
          <a:xfrm>
            <a:off x="0" y="1130300"/>
            <a:ext cx="12192000" cy="5727700"/>
            <a:chOff x="0" y="1130300"/>
            <a:chExt cx="12192000" cy="5727700"/>
          </a:xfrm>
        </p:grpSpPr>
        <p:sp>
          <p:nvSpPr>
            <p:cNvPr id="7" name="矩形 6">
              <a:extLst>
                <a:ext uri="{FF2B5EF4-FFF2-40B4-BE49-F238E27FC236}">
                  <a16:creationId xmlns:a16="http://schemas.microsoft.com/office/drawing/2014/main" id="{3954924D-05F7-ADA6-4D48-E5C8E634461F}"/>
                </a:ext>
              </a:extLst>
            </p:cNvPr>
            <p:cNvSpPr/>
            <p:nvPr/>
          </p:nvSpPr>
          <p:spPr>
            <a:xfrm>
              <a:off x="0" y="1866680"/>
              <a:ext cx="12192000" cy="499132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solidFill>
                  <a:srgbClr val="FFFFFF"/>
                </a:solidFill>
              </a:endParaRPr>
            </a:p>
          </p:txBody>
        </p:sp>
        <p:sp>
          <p:nvSpPr>
            <p:cNvPr id="8" name="Title">
              <a:extLst>
                <a:ext uri="{FF2B5EF4-FFF2-40B4-BE49-F238E27FC236}">
                  <a16:creationId xmlns:a16="http://schemas.microsoft.com/office/drawing/2014/main" id="{347DBDC2-46B9-036B-1A00-C05BB5832EFE}"/>
                </a:ext>
              </a:extLst>
            </p:cNvPr>
            <p:cNvSpPr txBox="1"/>
            <p:nvPr/>
          </p:nvSpPr>
          <p:spPr>
            <a:xfrm>
              <a:off x="660400" y="1130300"/>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9" name="组合 8">
              <a:extLst>
                <a:ext uri="{FF2B5EF4-FFF2-40B4-BE49-F238E27FC236}">
                  <a16:creationId xmlns:a16="http://schemas.microsoft.com/office/drawing/2014/main" id="{74026923-BEB3-E03D-B3F2-EE3B6DED2721}"/>
                </a:ext>
              </a:extLst>
            </p:cNvPr>
            <p:cNvGrpSpPr/>
            <p:nvPr/>
          </p:nvGrpSpPr>
          <p:grpSpPr>
            <a:xfrm>
              <a:off x="660400" y="2330985"/>
              <a:ext cx="3040351" cy="1841272"/>
              <a:chOff x="722920" y="2481460"/>
              <a:chExt cx="3979472" cy="1358303"/>
            </a:xfrm>
          </p:grpSpPr>
          <p:sp>
            <p:nvSpPr>
              <p:cNvPr id="33" name="Bullet1">
                <a:extLst>
                  <a:ext uri="{FF2B5EF4-FFF2-40B4-BE49-F238E27FC236}">
                    <a16:creationId xmlns:a16="http://schemas.microsoft.com/office/drawing/2014/main" id="{848E345D-DF76-AB7F-AE63-6F91A8918864}"/>
                  </a:ext>
                </a:extLst>
              </p:cNvPr>
              <p:cNvSpPr txBox="1">
                <a:spLocks/>
              </p:cNvSpPr>
              <p:nvPr/>
            </p:nvSpPr>
            <p:spPr>
              <a:xfrm>
                <a:off x="722920" y="2481460"/>
                <a:ext cx="3979472"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4" name="Text1">
                <a:extLst>
                  <a:ext uri="{FF2B5EF4-FFF2-40B4-BE49-F238E27FC236}">
                    <a16:creationId xmlns:a16="http://schemas.microsoft.com/office/drawing/2014/main" id="{EE9811BC-AF4F-8549-C867-CE4D25BB2A1C}"/>
                  </a:ext>
                </a:extLst>
              </p:cNvPr>
              <p:cNvSpPr txBox="1">
                <a:spLocks/>
              </p:cNvSpPr>
              <p:nvPr/>
            </p:nvSpPr>
            <p:spPr>
              <a:xfrm>
                <a:off x="722920" y="3005255"/>
                <a:ext cx="3979472"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E948B234-5275-DF60-90F6-501A01F676B7}"/>
                </a:ext>
              </a:extLst>
            </p:cNvPr>
            <p:cNvGrpSpPr/>
            <p:nvPr/>
          </p:nvGrpSpPr>
          <p:grpSpPr>
            <a:xfrm>
              <a:off x="660400" y="4292828"/>
              <a:ext cx="3040351" cy="1841272"/>
              <a:chOff x="722920" y="4262523"/>
              <a:chExt cx="3979472" cy="1358303"/>
            </a:xfrm>
          </p:grpSpPr>
          <p:sp>
            <p:nvSpPr>
              <p:cNvPr id="31" name="Bullet3">
                <a:extLst>
                  <a:ext uri="{FF2B5EF4-FFF2-40B4-BE49-F238E27FC236}">
                    <a16:creationId xmlns:a16="http://schemas.microsoft.com/office/drawing/2014/main" id="{DC5B5133-6D87-A909-A1B9-8E1DAC413EED}"/>
                  </a:ext>
                </a:extLst>
              </p:cNvPr>
              <p:cNvSpPr txBox="1">
                <a:spLocks/>
              </p:cNvSpPr>
              <p:nvPr/>
            </p:nvSpPr>
            <p:spPr>
              <a:xfrm>
                <a:off x="722920" y="4262523"/>
                <a:ext cx="3979472"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2" name="Text3">
                <a:extLst>
                  <a:ext uri="{FF2B5EF4-FFF2-40B4-BE49-F238E27FC236}">
                    <a16:creationId xmlns:a16="http://schemas.microsoft.com/office/drawing/2014/main" id="{36D2EAAA-8E1A-F452-F7D0-1A3E29C2995D}"/>
                  </a:ext>
                </a:extLst>
              </p:cNvPr>
              <p:cNvSpPr txBox="1">
                <a:spLocks/>
              </p:cNvSpPr>
              <p:nvPr/>
            </p:nvSpPr>
            <p:spPr>
              <a:xfrm>
                <a:off x="722920" y="4786318"/>
                <a:ext cx="3979472"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2" name="组合 11">
              <a:extLst>
                <a:ext uri="{FF2B5EF4-FFF2-40B4-BE49-F238E27FC236}">
                  <a16:creationId xmlns:a16="http://schemas.microsoft.com/office/drawing/2014/main" id="{AF689211-4C0F-AAC1-3F00-E5A48ECD312D}"/>
                </a:ext>
              </a:extLst>
            </p:cNvPr>
            <p:cNvGrpSpPr/>
            <p:nvPr/>
          </p:nvGrpSpPr>
          <p:grpSpPr>
            <a:xfrm>
              <a:off x="8478549" y="2330985"/>
              <a:ext cx="3040352" cy="1841272"/>
              <a:chOff x="7456749" y="2481460"/>
              <a:chExt cx="3979472" cy="1358303"/>
            </a:xfrm>
          </p:grpSpPr>
          <p:sp>
            <p:nvSpPr>
              <p:cNvPr id="29" name="Bullet2">
                <a:extLst>
                  <a:ext uri="{FF2B5EF4-FFF2-40B4-BE49-F238E27FC236}">
                    <a16:creationId xmlns:a16="http://schemas.microsoft.com/office/drawing/2014/main" id="{FBA83189-5953-9875-C938-974EF2D6D91A}"/>
                  </a:ext>
                </a:extLst>
              </p:cNvPr>
              <p:cNvSpPr txBox="1">
                <a:spLocks/>
              </p:cNvSpPr>
              <p:nvPr/>
            </p:nvSpPr>
            <p:spPr>
              <a:xfrm>
                <a:off x="7456749" y="2481460"/>
                <a:ext cx="3979471"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30" name="Text2">
                <a:extLst>
                  <a:ext uri="{FF2B5EF4-FFF2-40B4-BE49-F238E27FC236}">
                    <a16:creationId xmlns:a16="http://schemas.microsoft.com/office/drawing/2014/main" id="{885394A8-C60E-9E51-01D9-2CC3EEDD1F71}"/>
                  </a:ext>
                </a:extLst>
              </p:cNvPr>
              <p:cNvSpPr txBox="1">
                <a:spLocks/>
              </p:cNvSpPr>
              <p:nvPr/>
            </p:nvSpPr>
            <p:spPr>
              <a:xfrm>
                <a:off x="7456750" y="3005255"/>
                <a:ext cx="3979471"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grpSp>
          <p:nvGrpSpPr>
            <p:cNvPr id="13" name="组合 12">
              <a:extLst>
                <a:ext uri="{FF2B5EF4-FFF2-40B4-BE49-F238E27FC236}">
                  <a16:creationId xmlns:a16="http://schemas.microsoft.com/office/drawing/2014/main" id="{855DBC79-1B9A-5870-B609-F0E3FC23CDFD}"/>
                </a:ext>
              </a:extLst>
            </p:cNvPr>
            <p:cNvGrpSpPr/>
            <p:nvPr/>
          </p:nvGrpSpPr>
          <p:grpSpPr>
            <a:xfrm>
              <a:off x="8478549" y="4292828"/>
              <a:ext cx="3040352" cy="1841272"/>
              <a:chOff x="7456749" y="4262523"/>
              <a:chExt cx="3979472" cy="1358303"/>
            </a:xfrm>
          </p:grpSpPr>
          <p:sp>
            <p:nvSpPr>
              <p:cNvPr id="22" name="Bullet4">
                <a:extLst>
                  <a:ext uri="{FF2B5EF4-FFF2-40B4-BE49-F238E27FC236}">
                    <a16:creationId xmlns:a16="http://schemas.microsoft.com/office/drawing/2014/main" id="{6DB31D74-2B7A-EA1D-B7C8-EC23A6199F59}"/>
                  </a:ext>
                </a:extLst>
              </p:cNvPr>
              <p:cNvSpPr txBox="1">
                <a:spLocks/>
              </p:cNvSpPr>
              <p:nvPr/>
            </p:nvSpPr>
            <p:spPr>
              <a:xfrm>
                <a:off x="7456749" y="4262523"/>
                <a:ext cx="3979471" cy="523797"/>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23" name="Text4">
                <a:extLst>
                  <a:ext uri="{FF2B5EF4-FFF2-40B4-BE49-F238E27FC236}">
                    <a16:creationId xmlns:a16="http://schemas.microsoft.com/office/drawing/2014/main" id="{AA935374-E2DD-08E3-AAD5-73894344370D}"/>
                  </a:ext>
                </a:extLst>
              </p:cNvPr>
              <p:cNvSpPr txBox="1">
                <a:spLocks/>
              </p:cNvSpPr>
              <p:nvPr/>
            </p:nvSpPr>
            <p:spPr>
              <a:xfrm>
                <a:off x="7456750" y="4786318"/>
                <a:ext cx="3979471" cy="834508"/>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a:t>
                </a:r>
              </a:p>
            </p:txBody>
          </p:sp>
        </p:grpSp>
        <p:pic>
          <p:nvPicPr>
            <p:cNvPr id="20" name="图片 19">
              <a:extLst>
                <a:ext uri="{FF2B5EF4-FFF2-40B4-BE49-F238E27FC236}">
                  <a16:creationId xmlns:a16="http://schemas.microsoft.com/office/drawing/2014/main" id="{BC1DE77A-7F89-90E2-2514-DD48D385EF1C}"/>
                </a:ext>
              </a:extLst>
            </p:cNvPr>
            <p:cNvPicPr>
              <a:picLocks noChangeAspect="1"/>
            </p:cNvPicPr>
            <p:nvPr/>
          </p:nvPicPr>
          <p:blipFill>
            <a:blip r:embed="rId3"/>
            <a:srcRect b="28264"/>
            <a:stretch>
              <a:fillRect/>
            </a:stretch>
          </p:blipFill>
          <p:spPr>
            <a:xfrm>
              <a:off x="4248498" y="2475861"/>
              <a:ext cx="3682303" cy="4382139"/>
            </a:xfrm>
            <a:custGeom>
              <a:avLst/>
              <a:gdLst>
                <a:gd name="csX0" fmla="*/ 0 w 3682303"/>
                <a:gd name="csY0" fmla="*/ 0 h 4382139"/>
                <a:gd name="csX1" fmla="*/ 3682303 w 3682303"/>
                <a:gd name="csY1" fmla="*/ 0 h 4382139"/>
                <a:gd name="csX2" fmla="*/ 3682303 w 3682303"/>
                <a:gd name="csY2" fmla="*/ 4382139 h 4382139"/>
                <a:gd name="csX3" fmla="*/ 0 w 3682303"/>
                <a:gd name="csY3" fmla="*/ 4382139 h 4382139"/>
              </a:gdLst>
              <a:ahLst/>
              <a:cxnLst>
                <a:cxn ang="0">
                  <a:pos x="csX0" y="csY0"/>
                </a:cxn>
                <a:cxn ang="0">
                  <a:pos x="csX1" y="csY1"/>
                </a:cxn>
                <a:cxn ang="0">
                  <a:pos x="csX2" y="csY2"/>
                </a:cxn>
                <a:cxn ang="0">
                  <a:pos x="csX3" y="csY3"/>
                </a:cxn>
              </a:cxnLst>
              <a:rect l="l" t="t" r="r" b="b"/>
              <a:pathLst>
                <a:path w="3682303" h="4382139">
                  <a:moveTo>
                    <a:pt x="0" y="0"/>
                  </a:moveTo>
                  <a:lnTo>
                    <a:pt x="3682303" y="0"/>
                  </a:lnTo>
                  <a:lnTo>
                    <a:pt x="3682303" y="4382139"/>
                  </a:lnTo>
                  <a:lnTo>
                    <a:pt x="0" y="4382139"/>
                  </a:lnTo>
                  <a:close/>
                </a:path>
              </a:pathLst>
            </a:custGeom>
          </p:spPr>
        </p:pic>
      </p:grpSp>
    </p:spTree>
    <p:extLst>
      <p:ext uri="{BB962C8B-B14F-4D97-AF65-F5344CB8AC3E}">
        <p14:creationId xmlns:p14="http://schemas.microsoft.com/office/powerpoint/2010/main" val="21781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7E961E-6DC1-D181-B0AA-E41BE2D8970D}"/>
            </a:ext>
          </a:extLst>
        </p:cNvPr>
        <p:cNvGrpSpPr/>
        <p:nvPr/>
      </p:nvGrpSpPr>
      <p:grpSpPr>
        <a:xfrm>
          <a:off x="0" y="0"/>
          <a:ext cx="0" cy="0"/>
          <a:chOff x="0" y="0"/>
          <a:chExt cx="0" cy="0"/>
        </a:xfrm>
      </p:grpSpPr>
      <p:sp>
        <p:nvSpPr>
          <p:cNvPr id="43" name="Title 1">
            <a:extLst>
              <a:ext uri="{FF2B5EF4-FFF2-40B4-BE49-F238E27FC236}">
                <a16:creationId xmlns:a16="http://schemas.microsoft.com/office/drawing/2014/main" id="{931F84D0-61F9-7447-12FF-D9AD04953B77}"/>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3F7CC633-77EA-5D41-16EE-B68818FED1C2}"/>
              </a:ext>
            </a:extLst>
          </p:cNvPr>
          <p:cNvGrpSpPr/>
          <p:nvPr/>
        </p:nvGrpSpPr>
        <p:grpSpPr>
          <a:xfrm>
            <a:off x="660401" y="1130300"/>
            <a:ext cx="11531600" cy="5727700"/>
            <a:chOff x="660401" y="1130300"/>
            <a:chExt cx="11531600" cy="5727700"/>
          </a:xfrm>
        </p:grpSpPr>
        <p:sp>
          <p:nvSpPr>
            <p:cNvPr id="7" name="矩形 6">
              <a:extLst>
                <a:ext uri="{FF2B5EF4-FFF2-40B4-BE49-F238E27FC236}">
                  <a16:creationId xmlns:a16="http://schemas.microsoft.com/office/drawing/2014/main" id="{B5A33190-1D2F-4B20-86B3-07BCFABFA868}"/>
                </a:ext>
              </a:extLst>
            </p:cNvPr>
            <p:cNvSpPr/>
            <p:nvPr/>
          </p:nvSpPr>
          <p:spPr>
            <a:xfrm>
              <a:off x="6324600" y="1130300"/>
              <a:ext cx="5867399" cy="57277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Title">
              <a:extLst>
                <a:ext uri="{FF2B5EF4-FFF2-40B4-BE49-F238E27FC236}">
                  <a16:creationId xmlns:a16="http://schemas.microsoft.com/office/drawing/2014/main" id="{1C6B0EA5-3418-D963-6676-EAFECBD65308}"/>
                </a:ext>
              </a:extLst>
            </p:cNvPr>
            <p:cNvSpPr txBox="1"/>
            <p:nvPr/>
          </p:nvSpPr>
          <p:spPr>
            <a:xfrm>
              <a:off x="660401" y="1130300"/>
              <a:ext cx="5140324" cy="900112"/>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pic>
          <p:nvPicPr>
            <p:cNvPr id="9" name="图片 8">
              <a:extLst>
                <a:ext uri="{FF2B5EF4-FFF2-40B4-BE49-F238E27FC236}">
                  <a16:creationId xmlns:a16="http://schemas.microsoft.com/office/drawing/2014/main" id="{24B0BDCC-7113-40A4-83F0-09575DB9357C}"/>
                </a:ext>
              </a:extLst>
            </p:cNvPr>
            <p:cNvPicPr>
              <a:picLocks noChangeAspect="1"/>
            </p:cNvPicPr>
            <p:nvPr/>
          </p:nvPicPr>
          <p:blipFill>
            <a:blip r:embed="rId3"/>
            <a:srcRect r="10885"/>
            <a:stretch>
              <a:fillRect/>
            </a:stretch>
          </p:blipFill>
          <p:spPr>
            <a:xfrm>
              <a:off x="6877050" y="1561061"/>
              <a:ext cx="5314951" cy="3356715"/>
            </a:xfrm>
            <a:custGeom>
              <a:avLst/>
              <a:gdLst>
                <a:gd name="csX0" fmla="*/ 0 w 5142803"/>
                <a:gd name="csY0" fmla="*/ 0 h 3400425"/>
                <a:gd name="csX1" fmla="*/ 5142803 w 5142803"/>
                <a:gd name="csY1" fmla="*/ 0 h 3400425"/>
                <a:gd name="csX2" fmla="*/ 5142803 w 5142803"/>
                <a:gd name="csY2" fmla="*/ 3400425 h 3400425"/>
                <a:gd name="csX3" fmla="*/ 0 w 5142803"/>
                <a:gd name="csY3" fmla="*/ 3400425 h 3400425"/>
              </a:gdLst>
              <a:ahLst/>
              <a:cxnLst>
                <a:cxn ang="0">
                  <a:pos x="csX0" y="csY0"/>
                </a:cxn>
                <a:cxn ang="0">
                  <a:pos x="csX1" y="csY1"/>
                </a:cxn>
                <a:cxn ang="0">
                  <a:pos x="csX2" y="csY2"/>
                </a:cxn>
                <a:cxn ang="0">
                  <a:pos x="csX3" y="csY3"/>
                </a:cxn>
              </a:cxnLst>
              <a:rect l="l" t="t" r="r" b="b"/>
              <a:pathLst>
                <a:path w="5142803" h="3400425">
                  <a:moveTo>
                    <a:pt x="0" y="0"/>
                  </a:moveTo>
                  <a:lnTo>
                    <a:pt x="5142803" y="0"/>
                  </a:lnTo>
                  <a:lnTo>
                    <a:pt x="5142803" y="3400425"/>
                  </a:lnTo>
                  <a:lnTo>
                    <a:pt x="0" y="3400425"/>
                  </a:lnTo>
                  <a:close/>
                </a:path>
              </a:pathLst>
            </a:custGeom>
          </p:spPr>
        </p:pic>
        <p:grpSp>
          <p:nvGrpSpPr>
            <p:cNvPr id="10" name="组合 9">
              <a:extLst>
                <a:ext uri="{FF2B5EF4-FFF2-40B4-BE49-F238E27FC236}">
                  <a16:creationId xmlns:a16="http://schemas.microsoft.com/office/drawing/2014/main" id="{08148110-50AA-233A-F64A-826AFF82A4B2}"/>
                </a:ext>
              </a:extLst>
            </p:cNvPr>
            <p:cNvGrpSpPr/>
            <p:nvPr/>
          </p:nvGrpSpPr>
          <p:grpSpPr>
            <a:xfrm>
              <a:off x="660402" y="2171280"/>
              <a:ext cx="5140324" cy="1139450"/>
              <a:chOff x="660401" y="1833145"/>
              <a:chExt cx="5476875" cy="848278"/>
            </a:xfrm>
          </p:grpSpPr>
          <p:sp>
            <p:nvSpPr>
              <p:cNvPr id="18" name="Bullet1">
                <a:extLst>
                  <a:ext uri="{FF2B5EF4-FFF2-40B4-BE49-F238E27FC236}">
                    <a16:creationId xmlns:a16="http://schemas.microsoft.com/office/drawing/2014/main" id="{1EA855C5-DCA1-F069-2627-D8859479E8C1}"/>
                  </a:ext>
                </a:extLst>
              </p:cNvPr>
              <p:cNvSpPr txBox="1"/>
              <p:nvPr/>
            </p:nvSpPr>
            <p:spPr>
              <a:xfrm>
                <a:off x="660401" y="1833145"/>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9" name="Text1">
                <a:extLst>
                  <a:ext uri="{FF2B5EF4-FFF2-40B4-BE49-F238E27FC236}">
                    <a16:creationId xmlns:a16="http://schemas.microsoft.com/office/drawing/2014/main" id="{A38D85CF-20AD-6601-C366-1988ED9CEB3A}"/>
                  </a:ext>
                </a:extLst>
              </p:cNvPr>
              <p:cNvSpPr txBox="1"/>
              <p:nvPr/>
            </p:nvSpPr>
            <p:spPr>
              <a:xfrm>
                <a:off x="660401" y="223290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11" name="组合 10">
              <a:extLst>
                <a:ext uri="{FF2B5EF4-FFF2-40B4-BE49-F238E27FC236}">
                  <a16:creationId xmlns:a16="http://schemas.microsoft.com/office/drawing/2014/main" id="{33C2148F-2F91-4CC5-E853-FD6274D28188}"/>
                </a:ext>
              </a:extLst>
            </p:cNvPr>
            <p:cNvGrpSpPr/>
            <p:nvPr/>
          </p:nvGrpSpPr>
          <p:grpSpPr>
            <a:xfrm>
              <a:off x="660402" y="3582964"/>
              <a:ext cx="5140324" cy="1139451"/>
              <a:chOff x="660401" y="1445124"/>
              <a:chExt cx="5476875" cy="848279"/>
            </a:xfrm>
          </p:grpSpPr>
          <p:sp>
            <p:nvSpPr>
              <p:cNvPr id="16" name="Bullet1">
                <a:extLst>
                  <a:ext uri="{FF2B5EF4-FFF2-40B4-BE49-F238E27FC236}">
                    <a16:creationId xmlns:a16="http://schemas.microsoft.com/office/drawing/2014/main" id="{84FA81D6-9E09-03CD-A74D-7B088A5A89BB}"/>
                  </a:ext>
                </a:extLst>
              </p:cNvPr>
              <p:cNvSpPr txBox="1"/>
              <p:nvPr/>
            </p:nvSpPr>
            <p:spPr>
              <a:xfrm>
                <a:off x="660401" y="1445124"/>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17" name="Text1">
                <a:extLst>
                  <a:ext uri="{FF2B5EF4-FFF2-40B4-BE49-F238E27FC236}">
                    <a16:creationId xmlns:a16="http://schemas.microsoft.com/office/drawing/2014/main" id="{BB3707B9-C30B-D832-1930-25CBD50E58AC}"/>
                  </a:ext>
                </a:extLst>
              </p:cNvPr>
              <p:cNvSpPr txBox="1"/>
              <p:nvPr/>
            </p:nvSpPr>
            <p:spPr>
              <a:xfrm>
                <a:off x="660401" y="184488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nvGrpSpPr>
            <p:cNvPr id="12" name="组合 11">
              <a:extLst>
                <a:ext uri="{FF2B5EF4-FFF2-40B4-BE49-F238E27FC236}">
                  <a16:creationId xmlns:a16="http://schemas.microsoft.com/office/drawing/2014/main" id="{8599695E-57D5-7044-09DE-610BC511CD5B}"/>
                </a:ext>
              </a:extLst>
            </p:cNvPr>
            <p:cNvGrpSpPr/>
            <p:nvPr/>
          </p:nvGrpSpPr>
          <p:grpSpPr>
            <a:xfrm>
              <a:off x="6953249" y="5048251"/>
              <a:ext cx="4565651" cy="1085849"/>
              <a:chOff x="660401" y="2402880"/>
              <a:chExt cx="5476875" cy="808374"/>
            </a:xfrm>
          </p:grpSpPr>
          <p:sp>
            <p:nvSpPr>
              <p:cNvPr id="13" name="Bullet1">
                <a:extLst>
                  <a:ext uri="{FF2B5EF4-FFF2-40B4-BE49-F238E27FC236}">
                    <a16:creationId xmlns:a16="http://schemas.microsoft.com/office/drawing/2014/main" id="{95918305-7B03-E4DF-5AE1-5A90769B8135}"/>
                  </a:ext>
                </a:extLst>
              </p:cNvPr>
              <p:cNvSpPr txBox="1"/>
              <p:nvPr/>
            </p:nvSpPr>
            <p:spPr>
              <a:xfrm>
                <a:off x="660401" y="2402880"/>
                <a:ext cx="5476875" cy="357714"/>
              </a:xfrm>
              <a:prstGeom prst="rect">
                <a:avLst/>
              </a:prstGeom>
              <a:noFill/>
            </p:spPr>
            <p:txBody>
              <a:bodyPr wrap="square" lIns="90000" tIns="46800" rIns="90000" bIns="46800" anchor="b" anchorCtr="0">
                <a:normAutofit/>
              </a:bodyPr>
              <a:lstStyle/>
              <a:p>
                <a:pPr>
                  <a:lnSpc>
                    <a:spcPct val="120000"/>
                  </a:lnSpc>
                </a:pPr>
                <a:r>
                  <a:rPr lang="zh-CN" altLang="en-US" b="1" dirty="0">
                    <a:solidFill>
                      <a:srgbClr val="FFFFFF"/>
                    </a:solidFill>
                    <a:cs typeface="+mn-ea"/>
                    <a:sym typeface="+mn-lt"/>
                  </a:rPr>
                  <a:t>单击添加小标题</a:t>
                </a:r>
              </a:p>
            </p:txBody>
          </p:sp>
          <p:sp>
            <p:nvSpPr>
              <p:cNvPr id="14" name="Text1">
                <a:extLst>
                  <a:ext uri="{FF2B5EF4-FFF2-40B4-BE49-F238E27FC236}">
                    <a16:creationId xmlns:a16="http://schemas.microsoft.com/office/drawing/2014/main" id="{09310127-4F03-6CC4-9C09-ED66D8787129}"/>
                  </a:ext>
                </a:extLst>
              </p:cNvPr>
              <p:cNvSpPr txBox="1"/>
              <p:nvPr/>
            </p:nvSpPr>
            <p:spPr>
              <a:xfrm>
                <a:off x="660401" y="2760593"/>
                <a:ext cx="5476875" cy="450661"/>
              </a:xfrm>
              <a:prstGeom prst="rect">
                <a:avLst/>
              </a:prstGeom>
            </p:spPr>
            <p:txBody>
              <a:bodyPr vert="horz" wrap="square" lIns="90000" tIns="46800" rIns="90000" bIns="46800" anchor="t">
                <a:normAutofit/>
              </a:bodyPr>
              <a:lstStyle/>
              <a:p>
                <a:pPr>
                  <a:lnSpc>
                    <a:spcPct val="120000"/>
                  </a:lnSpc>
                </a:pPr>
                <a:r>
                  <a:rPr lang="zh-CN" altLang="en-US" sz="1200" dirty="0">
                    <a:solidFill>
                      <a:srgbClr val="FFFFFF"/>
                    </a:solidFill>
                    <a:cs typeface="+mn-ea"/>
                    <a:sym typeface="+mn-lt"/>
                  </a:rPr>
                  <a:t>单击此处添加文本单击此处添加文本单击此处添加文本单击此处添加文本单击此处添加文本单击此处添加文本</a:t>
                </a:r>
              </a:p>
            </p:txBody>
          </p:sp>
        </p:grpSp>
        <p:grpSp>
          <p:nvGrpSpPr>
            <p:cNvPr id="2" name="组合 1">
              <a:extLst>
                <a:ext uri="{FF2B5EF4-FFF2-40B4-BE49-F238E27FC236}">
                  <a16:creationId xmlns:a16="http://schemas.microsoft.com/office/drawing/2014/main" id="{F41FB736-ECE8-C92C-737D-D9071A9C87DC}"/>
                </a:ext>
              </a:extLst>
            </p:cNvPr>
            <p:cNvGrpSpPr/>
            <p:nvPr/>
          </p:nvGrpSpPr>
          <p:grpSpPr>
            <a:xfrm>
              <a:off x="660402" y="4994649"/>
              <a:ext cx="5140324" cy="1139451"/>
              <a:chOff x="660401" y="1445124"/>
              <a:chExt cx="5476875" cy="848279"/>
            </a:xfrm>
          </p:grpSpPr>
          <p:sp>
            <p:nvSpPr>
              <p:cNvPr id="3" name="Bullet1">
                <a:extLst>
                  <a:ext uri="{FF2B5EF4-FFF2-40B4-BE49-F238E27FC236}">
                    <a16:creationId xmlns:a16="http://schemas.microsoft.com/office/drawing/2014/main" id="{DBF8B58D-4ADF-E75E-B98A-23AA475F3CE6}"/>
                  </a:ext>
                </a:extLst>
              </p:cNvPr>
              <p:cNvSpPr txBox="1"/>
              <p:nvPr/>
            </p:nvSpPr>
            <p:spPr>
              <a:xfrm>
                <a:off x="660401" y="1445124"/>
                <a:ext cx="5476875" cy="399759"/>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 name="Text1">
                <a:extLst>
                  <a:ext uri="{FF2B5EF4-FFF2-40B4-BE49-F238E27FC236}">
                    <a16:creationId xmlns:a16="http://schemas.microsoft.com/office/drawing/2014/main" id="{DD58F710-8A5C-213E-FE4D-50B3561EBB44}"/>
                  </a:ext>
                </a:extLst>
              </p:cNvPr>
              <p:cNvSpPr txBox="1"/>
              <p:nvPr/>
            </p:nvSpPr>
            <p:spPr>
              <a:xfrm>
                <a:off x="660401" y="1844883"/>
                <a:ext cx="5476875" cy="44852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单击此处添加文本单击此处添加文本单击此处添加文本单击此处添加文本单击此处添加文本单击此处添加文本</a:t>
                </a:r>
              </a:p>
            </p:txBody>
          </p:sp>
        </p:grpSp>
      </p:grpSp>
    </p:spTree>
    <p:extLst>
      <p:ext uri="{BB962C8B-B14F-4D97-AF65-F5344CB8AC3E}">
        <p14:creationId xmlns:p14="http://schemas.microsoft.com/office/powerpoint/2010/main" val="347206724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2CBCFE-864B-4F5A-17DD-CA951D0D8D2E}"/>
            </a:ext>
          </a:extLst>
        </p:cNvPr>
        <p:cNvGrpSpPr/>
        <p:nvPr/>
      </p:nvGrpSpPr>
      <p:grpSpPr>
        <a:xfrm>
          <a:off x="0" y="0"/>
          <a:ext cx="0" cy="0"/>
          <a:chOff x="0" y="0"/>
          <a:chExt cx="0" cy="0"/>
        </a:xfrm>
      </p:grpSpPr>
      <p:sp>
        <p:nvSpPr>
          <p:cNvPr id="71" name="Title 1">
            <a:extLst>
              <a:ext uri="{FF2B5EF4-FFF2-40B4-BE49-F238E27FC236}">
                <a16:creationId xmlns:a16="http://schemas.microsoft.com/office/drawing/2014/main" id="{2FA7F6DE-5D85-EDC4-B24F-B07F2EB4B03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3" name="组合 2">
            <a:extLst>
              <a:ext uri="{FF2B5EF4-FFF2-40B4-BE49-F238E27FC236}">
                <a16:creationId xmlns:a16="http://schemas.microsoft.com/office/drawing/2014/main" id="{1B350686-8297-84D4-1B59-97AEF50A46AF}"/>
              </a:ext>
            </a:extLst>
          </p:cNvPr>
          <p:cNvGrpSpPr/>
          <p:nvPr/>
        </p:nvGrpSpPr>
        <p:grpSpPr>
          <a:xfrm>
            <a:off x="660400" y="1130300"/>
            <a:ext cx="10858500" cy="5003800"/>
            <a:chOff x="660400" y="1130300"/>
            <a:chExt cx="10858500" cy="5003800"/>
          </a:xfrm>
        </p:grpSpPr>
        <p:sp>
          <p:nvSpPr>
            <p:cNvPr id="4" name="Title">
              <a:extLst>
                <a:ext uri="{FF2B5EF4-FFF2-40B4-BE49-F238E27FC236}">
                  <a16:creationId xmlns:a16="http://schemas.microsoft.com/office/drawing/2014/main" id="{FF6E0C60-5B83-1D5F-49BC-82EE7CE1DF4E}"/>
                </a:ext>
              </a:extLst>
            </p:cNvPr>
            <p:cNvSpPr txBox="1"/>
            <p:nvPr/>
          </p:nvSpPr>
          <p:spPr>
            <a:xfrm>
              <a:off x="3604334" y="1130300"/>
              <a:ext cx="7914566" cy="907982"/>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nvGrpSpPr>
            <p:cNvPr id="9" name="组合 8">
              <a:extLst>
                <a:ext uri="{FF2B5EF4-FFF2-40B4-BE49-F238E27FC236}">
                  <a16:creationId xmlns:a16="http://schemas.microsoft.com/office/drawing/2014/main" id="{053404E8-06CD-F807-D011-61670746C5ED}"/>
                </a:ext>
              </a:extLst>
            </p:cNvPr>
            <p:cNvGrpSpPr/>
            <p:nvPr/>
          </p:nvGrpSpPr>
          <p:grpSpPr>
            <a:xfrm>
              <a:off x="3604334" y="2255406"/>
              <a:ext cx="3780000" cy="1135798"/>
              <a:chOff x="3604334" y="2255406"/>
              <a:chExt cx="3780000" cy="1135798"/>
            </a:xfrm>
          </p:grpSpPr>
          <p:sp>
            <p:nvSpPr>
              <p:cNvPr id="29" name="Bullet1">
                <a:extLst>
                  <a:ext uri="{FF2B5EF4-FFF2-40B4-BE49-F238E27FC236}">
                    <a16:creationId xmlns:a16="http://schemas.microsoft.com/office/drawing/2014/main" id="{98934E1E-C831-CC0A-1F17-547491D0C7D9}"/>
                  </a:ext>
                </a:extLst>
              </p:cNvPr>
              <p:cNvSpPr txBox="1"/>
              <p:nvPr/>
            </p:nvSpPr>
            <p:spPr>
              <a:xfrm>
                <a:off x="3604334" y="2255406"/>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0" name="Text1">
                <a:extLst>
                  <a:ext uri="{FF2B5EF4-FFF2-40B4-BE49-F238E27FC236}">
                    <a16:creationId xmlns:a16="http://schemas.microsoft.com/office/drawing/2014/main" id="{6C343745-906B-D002-68AF-A72BEE64BFBD}"/>
                  </a:ext>
                </a:extLst>
              </p:cNvPr>
              <p:cNvSpPr txBox="1"/>
              <p:nvPr/>
            </p:nvSpPr>
            <p:spPr>
              <a:xfrm>
                <a:off x="3604334" y="2779204"/>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1" name="组合 10">
              <a:extLst>
                <a:ext uri="{FF2B5EF4-FFF2-40B4-BE49-F238E27FC236}">
                  <a16:creationId xmlns:a16="http://schemas.microsoft.com/office/drawing/2014/main" id="{63E33D35-23C4-4BE2-D35F-B3A4C667A8ED}"/>
                </a:ext>
              </a:extLst>
            </p:cNvPr>
            <p:cNvGrpSpPr/>
            <p:nvPr/>
          </p:nvGrpSpPr>
          <p:grpSpPr>
            <a:xfrm>
              <a:off x="3604334" y="3608328"/>
              <a:ext cx="3780000" cy="1135798"/>
              <a:chOff x="3604334" y="3597037"/>
              <a:chExt cx="3780000" cy="1135798"/>
            </a:xfrm>
          </p:grpSpPr>
          <p:sp>
            <p:nvSpPr>
              <p:cNvPr id="27" name="Bullet3">
                <a:extLst>
                  <a:ext uri="{FF2B5EF4-FFF2-40B4-BE49-F238E27FC236}">
                    <a16:creationId xmlns:a16="http://schemas.microsoft.com/office/drawing/2014/main" id="{00324978-E2A7-0EEC-F02F-61A86FF43AAA}"/>
                  </a:ext>
                </a:extLst>
              </p:cNvPr>
              <p:cNvSpPr txBox="1"/>
              <p:nvPr/>
            </p:nvSpPr>
            <p:spPr>
              <a:xfrm>
                <a:off x="3604334" y="3597037"/>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8" name="Text3">
                <a:extLst>
                  <a:ext uri="{FF2B5EF4-FFF2-40B4-BE49-F238E27FC236}">
                    <a16:creationId xmlns:a16="http://schemas.microsoft.com/office/drawing/2014/main" id="{45179F7E-4CEE-6021-AFBA-BA7903202FDD}"/>
                  </a:ext>
                </a:extLst>
              </p:cNvPr>
              <p:cNvSpPr txBox="1"/>
              <p:nvPr/>
            </p:nvSpPr>
            <p:spPr>
              <a:xfrm>
                <a:off x="3604334" y="4120835"/>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3" name="组合 12">
              <a:extLst>
                <a:ext uri="{FF2B5EF4-FFF2-40B4-BE49-F238E27FC236}">
                  <a16:creationId xmlns:a16="http://schemas.microsoft.com/office/drawing/2014/main" id="{ED89855E-BDB7-6419-8692-4C2B30982F02}"/>
                </a:ext>
              </a:extLst>
            </p:cNvPr>
            <p:cNvGrpSpPr/>
            <p:nvPr/>
          </p:nvGrpSpPr>
          <p:grpSpPr>
            <a:xfrm>
              <a:off x="3604334" y="4961250"/>
              <a:ext cx="3780000" cy="1135798"/>
              <a:chOff x="3604334" y="4961250"/>
              <a:chExt cx="3780000" cy="1135798"/>
            </a:xfrm>
          </p:grpSpPr>
          <p:sp>
            <p:nvSpPr>
              <p:cNvPr id="25" name="Bullet4">
                <a:extLst>
                  <a:ext uri="{FF2B5EF4-FFF2-40B4-BE49-F238E27FC236}">
                    <a16:creationId xmlns:a16="http://schemas.microsoft.com/office/drawing/2014/main" id="{D59BE56D-D1CD-A24E-074F-A459C7174115}"/>
                  </a:ext>
                </a:extLst>
              </p:cNvPr>
              <p:cNvSpPr txBox="1"/>
              <p:nvPr/>
            </p:nvSpPr>
            <p:spPr>
              <a:xfrm>
                <a:off x="3604334" y="4961250"/>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6" name="Text4">
                <a:extLst>
                  <a:ext uri="{FF2B5EF4-FFF2-40B4-BE49-F238E27FC236}">
                    <a16:creationId xmlns:a16="http://schemas.microsoft.com/office/drawing/2014/main" id="{3EE048CD-AA65-3A3C-AD94-AF27B3A0E223}"/>
                  </a:ext>
                </a:extLst>
              </p:cNvPr>
              <p:cNvSpPr txBox="1"/>
              <p:nvPr/>
            </p:nvSpPr>
            <p:spPr>
              <a:xfrm>
                <a:off x="3604334" y="5485048"/>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grpSp>
          <p:nvGrpSpPr>
            <p:cNvPr id="14" name="组合 13">
              <a:extLst>
                <a:ext uri="{FF2B5EF4-FFF2-40B4-BE49-F238E27FC236}">
                  <a16:creationId xmlns:a16="http://schemas.microsoft.com/office/drawing/2014/main" id="{C34A7871-B529-9B69-0D16-17B3E6C3237D}"/>
                </a:ext>
              </a:extLst>
            </p:cNvPr>
            <p:cNvGrpSpPr/>
            <p:nvPr/>
          </p:nvGrpSpPr>
          <p:grpSpPr>
            <a:xfrm>
              <a:off x="7732304" y="4998302"/>
              <a:ext cx="3780000" cy="1135798"/>
              <a:chOff x="7732304" y="4998302"/>
              <a:chExt cx="3780000" cy="1135798"/>
            </a:xfrm>
          </p:grpSpPr>
          <p:sp>
            <p:nvSpPr>
              <p:cNvPr id="21" name="Bullet2">
                <a:extLst>
                  <a:ext uri="{FF2B5EF4-FFF2-40B4-BE49-F238E27FC236}">
                    <a16:creationId xmlns:a16="http://schemas.microsoft.com/office/drawing/2014/main" id="{A150860F-583A-0C36-F7E2-180877042BA3}"/>
                  </a:ext>
                </a:extLst>
              </p:cNvPr>
              <p:cNvSpPr txBox="1"/>
              <p:nvPr/>
            </p:nvSpPr>
            <p:spPr>
              <a:xfrm>
                <a:off x="7732304" y="4998302"/>
                <a:ext cx="3780000" cy="523797"/>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22" name="Text2">
                <a:extLst>
                  <a:ext uri="{FF2B5EF4-FFF2-40B4-BE49-F238E27FC236}">
                    <a16:creationId xmlns:a16="http://schemas.microsoft.com/office/drawing/2014/main" id="{FC093D92-CE26-2776-5F9A-7615F055FED6}"/>
                  </a:ext>
                </a:extLst>
              </p:cNvPr>
              <p:cNvSpPr txBox="1"/>
              <p:nvPr/>
            </p:nvSpPr>
            <p:spPr>
              <a:xfrm>
                <a:off x="7732304" y="5522100"/>
                <a:ext cx="3780000" cy="612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a:t>
                </a:r>
              </a:p>
            </p:txBody>
          </p:sp>
        </p:grpSp>
        <p:pic>
          <p:nvPicPr>
            <p:cNvPr id="15" name="图片 14">
              <a:extLst>
                <a:ext uri="{FF2B5EF4-FFF2-40B4-BE49-F238E27FC236}">
                  <a16:creationId xmlns:a16="http://schemas.microsoft.com/office/drawing/2014/main" id="{2E5EF2BD-420E-802F-981B-369CAA107663}"/>
                </a:ext>
              </a:extLst>
            </p:cNvPr>
            <p:cNvPicPr>
              <a:picLocks noChangeAspect="1"/>
            </p:cNvPicPr>
            <p:nvPr/>
          </p:nvPicPr>
          <p:blipFill>
            <a:blip r:embed="rId3"/>
            <a:stretch>
              <a:fillRect/>
            </a:stretch>
          </p:blipFill>
          <p:spPr>
            <a:xfrm>
              <a:off x="660400" y="1147140"/>
              <a:ext cx="2578832" cy="4986960"/>
            </a:xfrm>
            <a:prstGeom prst="rect">
              <a:avLst/>
            </a:prstGeom>
          </p:spPr>
        </p:pic>
        <p:pic>
          <p:nvPicPr>
            <p:cNvPr id="20" name="图片 19">
              <a:extLst>
                <a:ext uri="{FF2B5EF4-FFF2-40B4-BE49-F238E27FC236}">
                  <a16:creationId xmlns:a16="http://schemas.microsoft.com/office/drawing/2014/main" id="{DE44CF5F-7D0F-5292-E320-538FA0D16243}"/>
                </a:ext>
              </a:extLst>
            </p:cNvPr>
            <p:cNvPicPr>
              <a:picLocks noChangeAspect="1"/>
            </p:cNvPicPr>
            <p:nvPr/>
          </p:nvPicPr>
          <p:blipFill>
            <a:blip r:embed="rId4"/>
            <a:stretch>
              <a:fillRect/>
            </a:stretch>
          </p:blipFill>
          <p:spPr>
            <a:xfrm>
              <a:off x="7732956" y="2202831"/>
              <a:ext cx="3785944" cy="2566638"/>
            </a:xfrm>
            <a:prstGeom prst="rect">
              <a:avLst/>
            </a:prstGeom>
          </p:spPr>
        </p:pic>
      </p:grpSp>
    </p:spTree>
    <p:extLst>
      <p:ext uri="{BB962C8B-B14F-4D97-AF65-F5344CB8AC3E}">
        <p14:creationId xmlns:p14="http://schemas.microsoft.com/office/powerpoint/2010/main" val="16701330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BADEC-F65B-2E70-5BA5-20FF285171D6}"/>
            </a:ext>
          </a:extLst>
        </p:cNvPr>
        <p:cNvGrpSpPr/>
        <p:nvPr/>
      </p:nvGrpSpPr>
      <p:grpSpPr>
        <a:xfrm>
          <a:off x="0" y="0"/>
          <a:ext cx="0" cy="0"/>
          <a:chOff x="0" y="0"/>
          <a:chExt cx="0" cy="0"/>
        </a:xfrm>
      </p:grpSpPr>
      <p:sp>
        <p:nvSpPr>
          <p:cNvPr id="43" name="Title 1">
            <a:extLst>
              <a:ext uri="{FF2B5EF4-FFF2-40B4-BE49-F238E27FC236}">
                <a16:creationId xmlns:a16="http://schemas.microsoft.com/office/drawing/2014/main" id="{16E8158E-5866-80C3-5391-B8612AA55673}"/>
              </a:ext>
            </a:extLst>
          </p:cNvPr>
          <p:cNvSpPr>
            <a:spLocks noGrp="1"/>
          </p:cNvSpPr>
          <p:nvPr>
            <p:ph type="title" hasCustomPrompt="1"/>
          </p:nvPr>
        </p:nvSpPr>
        <p:spPr/>
        <p:txBody>
          <a:bodyPr/>
          <a:lstStyle>
            <a:lvl1pPr>
              <a:defRPr/>
            </a:lvl1pPr>
          </a:lstStyle>
          <a:p>
            <a:pPr lvl="0"/>
            <a:r>
              <a:rPr lang="zh-CN" altLang="en-US" dirty="0"/>
              <a:t>单击此处添加页面标题</a:t>
            </a:r>
            <a:endParaRPr lang="en-US" dirty="0"/>
          </a:p>
        </p:txBody>
      </p:sp>
      <p:grpSp>
        <p:nvGrpSpPr>
          <p:cNvPr id="5" name="组合 4">
            <a:extLst>
              <a:ext uri="{FF2B5EF4-FFF2-40B4-BE49-F238E27FC236}">
                <a16:creationId xmlns:a16="http://schemas.microsoft.com/office/drawing/2014/main" id="{018A41FA-E879-3691-529D-F896818E4708}"/>
              </a:ext>
            </a:extLst>
          </p:cNvPr>
          <p:cNvGrpSpPr/>
          <p:nvPr/>
        </p:nvGrpSpPr>
        <p:grpSpPr>
          <a:xfrm>
            <a:off x="660400" y="1165814"/>
            <a:ext cx="10858500" cy="4892040"/>
            <a:chOff x="660400" y="1165814"/>
            <a:chExt cx="10858500" cy="4892040"/>
          </a:xfrm>
        </p:grpSpPr>
        <p:sp>
          <p:nvSpPr>
            <p:cNvPr id="6" name="Picture">
              <a:extLst>
                <a:ext uri="{FF2B5EF4-FFF2-40B4-BE49-F238E27FC236}">
                  <a16:creationId xmlns:a16="http://schemas.microsoft.com/office/drawing/2014/main" id="{B81007D8-3510-49BD-04DF-C4DE2B69AFA0}"/>
                </a:ext>
              </a:extLst>
            </p:cNvPr>
            <p:cNvSpPr/>
            <p:nvPr/>
          </p:nvSpPr>
          <p:spPr>
            <a:xfrm>
              <a:off x="3735752" y="2653870"/>
              <a:ext cx="4808165" cy="2676616"/>
            </a:xfrm>
            <a:prstGeom prst="rect">
              <a:avLst/>
            </a:prstGeom>
            <a:blipFill>
              <a:blip r:embed="rId3" cstate="email">
                <a:extLst>
                  <a:ext uri="{28A0092B-C50C-407E-A947-70E740481C1C}">
                    <a14:useLocalDpi xmlns:a14="http://schemas.microsoft.com/office/drawing/2010/main"/>
                  </a:ext>
                </a:extLst>
              </a:blip>
              <a:srcRect/>
              <a:stretch>
                <a:fillRect l="-480" r="-480"/>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7" name="组合 6">
              <a:extLst>
                <a:ext uri="{FF2B5EF4-FFF2-40B4-BE49-F238E27FC236}">
                  <a16:creationId xmlns:a16="http://schemas.microsoft.com/office/drawing/2014/main" id="{4746DF88-148A-7290-F97B-E5AB032C6AA7}"/>
                </a:ext>
              </a:extLst>
            </p:cNvPr>
            <p:cNvGrpSpPr/>
            <p:nvPr/>
          </p:nvGrpSpPr>
          <p:grpSpPr>
            <a:xfrm>
              <a:off x="660400" y="1939679"/>
              <a:ext cx="2723252" cy="1893773"/>
              <a:chOff x="660400" y="1939679"/>
              <a:chExt cx="2723252" cy="1893773"/>
            </a:xfrm>
          </p:grpSpPr>
          <p:sp>
            <p:nvSpPr>
              <p:cNvPr id="46" name="Bullet1">
                <a:extLst>
                  <a:ext uri="{FF2B5EF4-FFF2-40B4-BE49-F238E27FC236}">
                    <a16:creationId xmlns:a16="http://schemas.microsoft.com/office/drawing/2014/main" id="{B8012001-572F-2A69-DAAF-29D35EC9CD8F}"/>
                  </a:ext>
                </a:extLst>
              </p:cNvPr>
              <p:cNvSpPr txBox="1"/>
              <p:nvPr/>
            </p:nvSpPr>
            <p:spPr>
              <a:xfrm>
                <a:off x="660400" y="1939679"/>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7" name="Text1">
                <a:extLst>
                  <a:ext uri="{FF2B5EF4-FFF2-40B4-BE49-F238E27FC236}">
                    <a16:creationId xmlns:a16="http://schemas.microsoft.com/office/drawing/2014/main" id="{3771B3F7-F96F-EF94-8446-86735EE3B199}"/>
                  </a:ext>
                </a:extLst>
              </p:cNvPr>
              <p:cNvSpPr txBox="1"/>
              <p:nvPr/>
            </p:nvSpPr>
            <p:spPr>
              <a:xfrm>
                <a:off x="660400" y="2645452"/>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8" name="组合 7">
              <a:extLst>
                <a:ext uri="{FF2B5EF4-FFF2-40B4-BE49-F238E27FC236}">
                  <a16:creationId xmlns:a16="http://schemas.microsoft.com/office/drawing/2014/main" id="{58F968DB-7C1E-71E1-0671-237EE41A218E}"/>
                </a:ext>
              </a:extLst>
            </p:cNvPr>
            <p:cNvGrpSpPr/>
            <p:nvPr/>
          </p:nvGrpSpPr>
          <p:grpSpPr>
            <a:xfrm>
              <a:off x="8771347" y="1939679"/>
              <a:ext cx="2723252" cy="1893773"/>
              <a:chOff x="8771347" y="1939679"/>
              <a:chExt cx="2723252" cy="1893773"/>
            </a:xfrm>
          </p:grpSpPr>
          <p:sp>
            <p:nvSpPr>
              <p:cNvPr id="44" name="Bullet2">
                <a:extLst>
                  <a:ext uri="{FF2B5EF4-FFF2-40B4-BE49-F238E27FC236}">
                    <a16:creationId xmlns:a16="http://schemas.microsoft.com/office/drawing/2014/main" id="{BAA50293-08C3-6CF6-29B3-8E500B667BE2}"/>
                  </a:ext>
                </a:extLst>
              </p:cNvPr>
              <p:cNvSpPr txBox="1"/>
              <p:nvPr/>
            </p:nvSpPr>
            <p:spPr>
              <a:xfrm>
                <a:off x="8771347" y="1939679"/>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45" name="Text2">
                <a:extLst>
                  <a:ext uri="{FF2B5EF4-FFF2-40B4-BE49-F238E27FC236}">
                    <a16:creationId xmlns:a16="http://schemas.microsoft.com/office/drawing/2014/main" id="{0F4F02C1-E9A2-851E-1BA4-334A3AB6C01B}"/>
                  </a:ext>
                </a:extLst>
              </p:cNvPr>
              <p:cNvSpPr txBox="1"/>
              <p:nvPr/>
            </p:nvSpPr>
            <p:spPr>
              <a:xfrm>
                <a:off x="8771347" y="2645452"/>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9" name="组合 8">
              <a:extLst>
                <a:ext uri="{FF2B5EF4-FFF2-40B4-BE49-F238E27FC236}">
                  <a16:creationId xmlns:a16="http://schemas.microsoft.com/office/drawing/2014/main" id="{210861D1-5570-AC0C-E17A-1EABDDA7EF93}"/>
                </a:ext>
              </a:extLst>
            </p:cNvPr>
            <p:cNvGrpSpPr/>
            <p:nvPr/>
          </p:nvGrpSpPr>
          <p:grpSpPr>
            <a:xfrm>
              <a:off x="660400" y="4164081"/>
              <a:ext cx="2723252" cy="1893773"/>
              <a:chOff x="660400" y="4164081"/>
              <a:chExt cx="2723252" cy="1893773"/>
            </a:xfrm>
          </p:grpSpPr>
          <p:sp>
            <p:nvSpPr>
              <p:cNvPr id="31" name="Bullet3">
                <a:extLst>
                  <a:ext uri="{FF2B5EF4-FFF2-40B4-BE49-F238E27FC236}">
                    <a16:creationId xmlns:a16="http://schemas.microsoft.com/office/drawing/2014/main" id="{04AD6C16-BDA8-2D8B-5768-8DC98B116D8C}"/>
                  </a:ext>
                </a:extLst>
              </p:cNvPr>
              <p:cNvSpPr txBox="1"/>
              <p:nvPr/>
            </p:nvSpPr>
            <p:spPr>
              <a:xfrm>
                <a:off x="660400" y="4164081"/>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3" name="Text3">
                <a:extLst>
                  <a:ext uri="{FF2B5EF4-FFF2-40B4-BE49-F238E27FC236}">
                    <a16:creationId xmlns:a16="http://schemas.microsoft.com/office/drawing/2014/main" id="{ED48A2D9-5952-6F19-0551-F4736EF883AB}"/>
                  </a:ext>
                </a:extLst>
              </p:cNvPr>
              <p:cNvSpPr txBox="1"/>
              <p:nvPr/>
            </p:nvSpPr>
            <p:spPr>
              <a:xfrm>
                <a:off x="660400" y="4869854"/>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grpSp>
          <p:nvGrpSpPr>
            <p:cNvPr id="10" name="组合 9">
              <a:extLst>
                <a:ext uri="{FF2B5EF4-FFF2-40B4-BE49-F238E27FC236}">
                  <a16:creationId xmlns:a16="http://schemas.microsoft.com/office/drawing/2014/main" id="{03096CE7-3287-FAEC-F55F-5B90CE573DF9}"/>
                </a:ext>
              </a:extLst>
            </p:cNvPr>
            <p:cNvGrpSpPr/>
            <p:nvPr/>
          </p:nvGrpSpPr>
          <p:grpSpPr>
            <a:xfrm>
              <a:off x="8771347" y="4164081"/>
              <a:ext cx="2723252" cy="1893773"/>
              <a:chOff x="8771347" y="4164081"/>
              <a:chExt cx="2723252" cy="1893773"/>
            </a:xfrm>
          </p:grpSpPr>
          <p:sp>
            <p:nvSpPr>
              <p:cNvPr id="28" name="Bullet4">
                <a:extLst>
                  <a:ext uri="{FF2B5EF4-FFF2-40B4-BE49-F238E27FC236}">
                    <a16:creationId xmlns:a16="http://schemas.microsoft.com/office/drawing/2014/main" id="{6CFB533B-9AEB-AFAA-8ACE-0B7DB4CDAFE8}"/>
                  </a:ext>
                </a:extLst>
              </p:cNvPr>
              <p:cNvSpPr txBox="1"/>
              <p:nvPr/>
            </p:nvSpPr>
            <p:spPr>
              <a:xfrm>
                <a:off x="8771347" y="4164081"/>
                <a:ext cx="2723252" cy="648000"/>
              </a:xfrm>
              <a:prstGeom prst="rect">
                <a:avLst/>
              </a:prstGeom>
              <a:noFill/>
            </p:spPr>
            <p:txBody>
              <a:bodyPr wrap="square" lIns="90000" tIns="46800" rIns="90000" bIns="46800" anchor="b" anchorCtr="0">
                <a:normAutofit/>
              </a:bodyPr>
              <a:lstStyle/>
              <a:p>
                <a:pPr>
                  <a:lnSpc>
                    <a:spcPct val="120000"/>
                  </a:lnSpc>
                </a:pPr>
                <a:r>
                  <a:rPr lang="zh-CN" altLang="en-US" b="1" dirty="0">
                    <a:cs typeface="+mn-ea"/>
                    <a:sym typeface="+mn-lt"/>
                  </a:rPr>
                  <a:t>单击添加小标题</a:t>
                </a:r>
              </a:p>
            </p:txBody>
          </p:sp>
          <p:sp>
            <p:nvSpPr>
              <p:cNvPr id="30" name="Text4">
                <a:extLst>
                  <a:ext uri="{FF2B5EF4-FFF2-40B4-BE49-F238E27FC236}">
                    <a16:creationId xmlns:a16="http://schemas.microsoft.com/office/drawing/2014/main" id="{228A1D17-FC89-BF8F-7797-6F8E967EC5A0}"/>
                  </a:ext>
                </a:extLst>
              </p:cNvPr>
              <p:cNvSpPr txBox="1"/>
              <p:nvPr/>
            </p:nvSpPr>
            <p:spPr>
              <a:xfrm>
                <a:off x="8771347" y="4869854"/>
                <a:ext cx="2723252" cy="1188000"/>
              </a:xfrm>
              <a:prstGeom prst="rect">
                <a:avLst/>
              </a:prstGeom>
            </p:spPr>
            <p:txBody>
              <a:bodyPr vert="horz" wrap="square" lIns="90000" tIns="46800" rIns="90000" bIns="46800" anchor="t">
                <a:normAutofit/>
              </a:bodyPr>
              <a:lstStyle/>
              <a:p>
                <a:pPr>
                  <a:lnSpc>
                    <a:spcPct val="120000"/>
                  </a:lnSpc>
                </a:pPr>
                <a:r>
                  <a:rPr lang="zh-CN" altLang="en-US" sz="1200" dirty="0">
                    <a:cs typeface="+mn-ea"/>
                    <a:sym typeface="+mn-lt"/>
                  </a:rPr>
                  <a:t>单击此处添加文本单击此处添加文本单击此处添加文本单击此处添加文本单击此处添加文本</a:t>
                </a:r>
              </a:p>
            </p:txBody>
          </p:sp>
        </p:grpSp>
        <p:sp>
          <p:nvSpPr>
            <p:cNvPr id="11" name="Title">
              <a:extLst>
                <a:ext uri="{FF2B5EF4-FFF2-40B4-BE49-F238E27FC236}">
                  <a16:creationId xmlns:a16="http://schemas.microsoft.com/office/drawing/2014/main" id="{6801732C-A6ED-4F51-10FB-75006FA2B709}"/>
                </a:ext>
              </a:extLst>
            </p:cNvPr>
            <p:cNvSpPr txBox="1"/>
            <p:nvPr/>
          </p:nvSpPr>
          <p:spPr>
            <a:xfrm>
              <a:off x="660400" y="1165814"/>
              <a:ext cx="10858500" cy="540000"/>
            </a:xfrm>
            <a:prstGeom prst="rect">
              <a:avLst/>
            </a:prstGeom>
            <a:noFill/>
          </p:spPr>
          <p:txBody>
            <a:bodyPr wrap="square" anchor="t" anchorCtr="0">
              <a:normAutofit/>
            </a:bodyPr>
            <a:lstStyle>
              <a:defPPr>
                <a:defRPr lang="zh-CN"/>
              </a:defPPr>
              <a:lvl1pPr>
                <a:defRPr sz="2400" b="1">
                  <a:cs typeface="+mn-ea"/>
                </a:defRPr>
              </a:lvl1pPr>
            </a:lstStyle>
            <a:p>
              <a:r>
                <a:rPr lang="zh-CN" altLang="en-US" dirty="0">
                  <a:sym typeface="+mn-lt"/>
                </a:rPr>
                <a:t>单击此处添加长一点的副标题</a:t>
              </a:r>
            </a:p>
          </p:txBody>
        </p:sp>
      </p:grpSp>
    </p:spTree>
    <p:extLst>
      <p:ext uri="{BB962C8B-B14F-4D97-AF65-F5344CB8AC3E}">
        <p14:creationId xmlns:p14="http://schemas.microsoft.com/office/powerpoint/2010/main" val="21691556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hasCustomPrompt="1"/>
          </p:nvPr>
        </p:nvSpPr>
        <p:spPr>
          <a:xfrm>
            <a:off x="660399" y="1028700"/>
            <a:ext cx="10858500" cy="1263650"/>
          </a:xfrm>
        </p:spPr>
        <p:txBody>
          <a:bodyPr/>
          <a:lstStyle/>
          <a:p>
            <a:r>
              <a:rPr lang="zh-CN" altLang="en-US" dirty="0"/>
              <a:t>谢谢观看</a:t>
            </a:r>
            <a:endParaRPr lang="en-US" dirty="0"/>
          </a:p>
        </p:txBody>
      </p:sp>
      <p:sp>
        <p:nvSpPr>
          <p:cNvPr id="4" name="文本占位符 3"/>
          <p:cNvSpPr>
            <a:spLocks noGrp="1"/>
          </p:cNvSpPr>
          <p:nvPr>
            <p:ph type="body" sz="quarter" idx="13" hasCustomPrompt="1"/>
          </p:nvPr>
        </p:nvSpPr>
        <p:spPr>
          <a:xfrm>
            <a:off x="3389649" y="2829235"/>
            <a:ext cx="5400000" cy="288000"/>
          </a:xfrm>
        </p:spPr>
        <p:txBody>
          <a:bodyPr>
            <a:normAutofit/>
          </a:bodyPr>
          <a:lstStyle/>
          <a:p>
            <a:r>
              <a:rPr lang="zh-CN" altLang="en-US" dirty="0"/>
              <a:t>Presenter name</a:t>
            </a:r>
            <a:endParaRPr lang="en-US" dirty="0"/>
          </a:p>
        </p:txBody>
      </p:sp>
      <p:sp>
        <p:nvSpPr>
          <p:cNvPr id="7" name="文本占位符 6"/>
          <p:cNvSpPr>
            <a:spLocks noGrp="1"/>
          </p:cNvSpPr>
          <p:nvPr>
            <p:ph type="body" sz="quarter" idx="14" hasCustomPrompt="1"/>
          </p:nvPr>
        </p:nvSpPr>
        <p:spPr>
          <a:xfrm>
            <a:off x="3389649" y="3177050"/>
            <a:ext cx="5400000" cy="288000"/>
          </a:xfrm>
        </p:spPr>
        <p:txBody>
          <a:bodyPr>
            <a:normAutofit/>
          </a:bodyPr>
          <a:lstStyle/>
          <a:p>
            <a:r>
              <a:rPr lang="zh-CN" altLang="en-US" dirty="0"/>
              <a:t>20XX.XX.XX</a:t>
            </a:r>
            <a:endParaRPr lang="en-US" dirty="0"/>
          </a:p>
        </p:txBody>
      </p:sp>
    </p:spTree>
  </p:cSld>
  <p:clrMapOvr>
    <a:masterClrMapping/>
  </p:clrMapOvr>
</p:sld>
</file>

<file path=ppt/slides/slide12.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59" name="组合 58">
            <a:extLst>
              <a:ext uri="{FF2B5EF4-FFF2-40B4-BE49-F238E27FC236}">
                <a16:creationId xmlns:a16="http://schemas.microsoft.com/office/drawing/2014/main" id="{8D24E74A-4CE9-4D4F-AB1A-F910DC2C9174}"/>
              </a:ext>
            </a:extLst>
          </p:cNvPr>
          <p:cNvGrpSpPr/>
          <p:nvPr/>
        </p:nvGrpSpPr>
        <p:grpSpPr>
          <a:xfrm>
            <a:off x="5258601" y="0"/>
            <a:ext cx="6939359" cy="6858000"/>
            <a:chOff x="5252643" y="0"/>
            <a:chExt cx="6939358" cy="6858000"/>
          </a:xfrm>
          <a:solidFill>
            <a:schemeClr val="tx2">
              <a:alpha val="20000"/>
            </a:schemeClr>
          </a:solidFill>
        </p:grpSpPr>
        <p:sp>
          <p:nvSpPr>
            <p:cNvPr id="60" name="任意多边形: 形状 59">
              <a:extLst>
                <a:ext uri="{FF2B5EF4-FFF2-40B4-BE49-F238E27FC236}">
                  <a16:creationId xmlns:a16="http://schemas.microsoft.com/office/drawing/2014/main" id="{5B0E59EE-36DB-408E-B429-71C48992586F}"/>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1" name="任意多边形: 形状 60">
              <a:extLst>
                <a:ext uri="{FF2B5EF4-FFF2-40B4-BE49-F238E27FC236}">
                  <a16:creationId xmlns:a16="http://schemas.microsoft.com/office/drawing/2014/main" id="{E2EF584E-2264-4AC3-9BF3-AA5E54DE8D11}"/>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62" name="任意多边形: 形状 61">
              <a:extLst>
                <a:ext uri="{FF2B5EF4-FFF2-40B4-BE49-F238E27FC236}">
                  <a16:creationId xmlns:a16="http://schemas.microsoft.com/office/drawing/2014/main" id="{5FEF2384-F66D-4626-BB03-F5AD7219248E}"/>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7" name="矩形 189">
            <a:extLst>
              <a:ext uri="{FF2B5EF4-FFF2-40B4-BE49-F238E27FC236}">
                <a16:creationId xmlns:a16="http://schemas.microsoft.com/office/drawing/2014/main" id="{63B72852-A360-4EF8-A2F9-3A064EA5CCA7}"/>
              </a:ext>
            </a:extLst>
          </p:cNvPr>
          <p:cNvSpPr/>
          <p:nvPr/>
        </p:nvSpPr>
        <p:spPr>
          <a:xfrm>
            <a:off x="662896" y="2301813"/>
            <a:ext cx="2890520" cy="375552"/>
          </a:xfrm>
          <a:prstGeom prst="rect">
            <a:avLst/>
          </a:prstGeom>
          <a:noFill/>
          <a:ln>
            <a:noFill/>
          </a:ln>
        </p:spPr>
        <p:txBody>
          <a:bodyPr wrap="square" anchor="ctr">
            <a:spAutoFit/>
          </a:bodyPr>
          <a:lstStyle/>
          <a:p>
            <a:pPr defTabSz="914332">
              <a:lnSpc>
                <a:spcPct val="150000"/>
              </a:lnSpc>
              <a:defRPr/>
            </a:pPr>
            <a:r>
              <a:rPr lang="en-US" altLang="zh-CN" sz="14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4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14" name="组合 13">
            <a:extLst>
              <a:ext uri="{FF2B5EF4-FFF2-40B4-BE49-F238E27FC236}">
                <a16:creationId xmlns:a16="http://schemas.microsoft.com/office/drawing/2014/main" id="{D6757B43-6712-4BAE-8670-B715B10BFA4C}"/>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A540713F-FC29-4BB1-A3F5-C1360CCAFA2B}"/>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B52E13E3-2F81-47A6-9CF9-D29EFF6EC715}"/>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2802B983-0393-404D-8EF6-C2BC0F6D1A21}"/>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C1218BD-82A2-4F82-84D5-EBFDB414ABDB}"/>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8" name="矩形 190">
            <a:extLst>
              <a:ext uri="{FF2B5EF4-FFF2-40B4-BE49-F238E27FC236}">
                <a16:creationId xmlns:a16="http://schemas.microsoft.com/office/drawing/2014/main" id="{F754BA71-8184-4828-95E4-4301AEC6A769}"/>
              </a:ext>
            </a:extLst>
          </p:cNvPr>
          <p:cNvSpPr>
            <a:spLocks/>
          </p:cNvSpPr>
          <p:nvPr/>
        </p:nvSpPr>
        <p:spPr>
          <a:xfrm>
            <a:off x="637768" y="1990359"/>
            <a:ext cx="8015025" cy="370375"/>
          </a:xfrm>
          <a:prstGeom prst="rect">
            <a:avLst/>
          </a:prstGeom>
          <a:noFill/>
          <a:ln>
            <a:noFill/>
          </a:ln>
        </p:spPr>
        <p:txBody>
          <a:bodyPr wrap="square" anchor="t">
            <a:noAutofit/>
          </a:bodyPr>
          <a:lstStyle/>
          <a:p>
            <a:pPr defTabSz="914332">
              <a:lnSpc>
                <a:spcPct val="120000"/>
              </a:lnSpc>
              <a:defRPr/>
            </a:pPr>
            <a:r>
              <a:rPr lang="zh-CN" altLang="en-US" sz="1400" dirty="0">
                <a:latin typeface="Arial" panose="020B0604020202020204" pitchFamily="34" charset="0"/>
                <a:ea typeface="微软雅黑" panose="020B0503020204020204" pitchFamily="34" charset="-122"/>
                <a:sym typeface="Arial" panose="020B0604020202020204" pitchFamily="34" charset="0"/>
              </a:rPr>
              <a:t>欢迎关注</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官方渠道，通过</a:t>
            </a:r>
            <a:r>
              <a:rPr lang="en-US" altLang="zh-CN" sz="1400" dirty="0">
                <a:latin typeface="Arial" panose="020B0604020202020204" pitchFamily="34" charset="0"/>
                <a:ea typeface="微软雅黑" panose="020B0503020204020204" pitchFamily="34" charset="-122"/>
                <a:sym typeface="Arial" panose="020B0604020202020204" pitchFamily="34" charset="0"/>
              </a:rPr>
              <a:t>iSlide</a:t>
            </a:r>
            <a:r>
              <a:rPr lang="zh-CN" altLang="en-US" sz="1400" dirty="0">
                <a:latin typeface="Arial" panose="020B0604020202020204" pitchFamily="34" charset="0"/>
                <a:ea typeface="微软雅黑" panose="020B0503020204020204" pitchFamily="34" charset="-122"/>
                <a:sym typeface="Arial" panose="020B0604020202020204" pitchFamily="34" charset="0"/>
              </a:rPr>
              <a:t>小红书、微博、抖音等官方渠道了解更多产品资讯及活动信息。</a:t>
            </a:r>
          </a:p>
          <a:p>
            <a:pPr defTabSz="914332">
              <a:lnSpc>
                <a:spcPct val="120000"/>
              </a:lnSpc>
              <a:defRPr/>
            </a:pPr>
            <a:endParaRPr lang="en-US" altLang="zh-CN" sz="1400" dirty="0">
              <a:latin typeface="Arial" panose="020B0604020202020204" pitchFamily="34" charset="0"/>
              <a:ea typeface="微软雅黑" panose="020B0503020204020204" pitchFamily="34" charset="-122"/>
              <a:sym typeface="Arial" panose="020B0604020202020204" pitchFamily="34" charset="0"/>
            </a:endParaRPr>
          </a:p>
        </p:txBody>
      </p:sp>
      <p:sp>
        <p:nvSpPr>
          <p:cNvPr id="12" name="矩形 190">
            <a:extLst>
              <a:ext uri="{FF2B5EF4-FFF2-40B4-BE49-F238E27FC236}">
                <a16:creationId xmlns:a16="http://schemas.microsoft.com/office/drawing/2014/main" id="{F6CD38CE-FC32-B793-7C2A-F7EF662A7A51}"/>
              </a:ext>
            </a:extLst>
          </p:cNvPr>
          <p:cNvSpPr/>
          <p:nvPr/>
        </p:nvSpPr>
        <p:spPr>
          <a:xfrm>
            <a:off x="660400" y="5478694"/>
            <a:ext cx="4710695" cy="613373"/>
          </a:xfrm>
          <a:prstGeom prst="rect">
            <a:avLst/>
          </a:prstGeom>
          <a:noFill/>
          <a:ln>
            <a:noFill/>
          </a:ln>
        </p:spPr>
        <p:txBody>
          <a:bodyPr wrap="square" anchor="t">
            <a:spAutoFit/>
          </a:bodyPr>
          <a:lstStyle/>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抖音、视频号每周直播，带你从小白进阶</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高手！</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a:p>
            <a:pPr defTabSz="914332">
              <a:lnSpc>
                <a:spcPct val="15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插件不会用，</a:t>
            </a:r>
            <a:r>
              <a:rPr lang="en-US" altLang="zh-CN" sz="1200" dirty="0">
                <a:latin typeface="Arial" panose="020B0604020202020204" pitchFamily="34" charset="0"/>
                <a:ea typeface="微软雅黑" panose="020B0503020204020204" pitchFamily="34" charset="-122"/>
                <a:sym typeface="Arial" panose="020B0604020202020204" pitchFamily="34" charset="0"/>
              </a:rPr>
              <a:t>PPT</a:t>
            </a:r>
            <a:r>
              <a:rPr lang="zh-CN" altLang="en-US" sz="1200" dirty="0">
                <a:latin typeface="Arial" panose="020B0604020202020204" pitchFamily="34" charset="0"/>
                <a:ea typeface="微软雅黑" panose="020B0503020204020204" pitchFamily="34" charset="-122"/>
                <a:sym typeface="Arial" panose="020B0604020202020204" pitchFamily="34" charset="0"/>
              </a:rPr>
              <a:t>页面不会设计？ </a:t>
            </a:r>
            <a:r>
              <a:rPr lang="en-US" altLang="zh-CN" sz="1200" dirty="0">
                <a:latin typeface="Arial" panose="020B0604020202020204" pitchFamily="34" charset="0"/>
                <a:ea typeface="微软雅黑" panose="020B0503020204020204" pitchFamily="34" charset="-122"/>
                <a:sym typeface="Arial" panose="020B0604020202020204" pitchFamily="34" charset="0"/>
              </a:rPr>
              <a:t>—— </a:t>
            </a:r>
            <a:r>
              <a:rPr lang="zh-CN" altLang="en-US" sz="1200" dirty="0">
                <a:latin typeface="Arial" panose="020B0604020202020204" pitchFamily="34" charset="0"/>
                <a:ea typeface="微软雅黑" panose="020B0503020204020204" pitchFamily="34" charset="-122"/>
                <a:sym typeface="Arial" panose="020B0604020202020204" pitchFamily="34" charset="0"/>
              </a:rPr>
              <a:t>那就来</a:t>
            </a:r>
            <a:r>
              <a:rPr lang="en-US" altLang="zh-CN" sz="1200"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dirty="0">
                <a:latin typeface="Arial" panose="020B0604020202020204" pitchFamily="34" charset="0"/>
                <a:ea typeface="微软雅黑" panose="020B0503020204020204" pitchFamily="34" charset="-122"/>
                <a:sym typeface="Arial" panose="020B0604020202020204" pitchFamily="34" charset="0"/>
              </a:rPr>
              <a:t>官方直播间。</a:t>
            </a:r>
          </a:p>
        </p:txBody>
      </p:sp>
      <p:sp>
        <p:nvSpPr>
          <p:cNvPr id="5" name="矩形 190">
            <a:hlinkClick r:id="rId4"/>
            <a:extLst>
              <a:ext uri="{FF2B5EF4-FFF2-40B4-BE49-F238E27FC236}">
                <a16:creationId xmlns:a16="http://schemas.microsoft.com/office/drawing/2014/main" id="{FE57F7A2-24A5-5A1E-982E-795C9546819B}"/>
              </a:ext>
            </a:extLst>
          </p:cNvPr>
          <p:cNvSpPr/>
          <p:nvPr/>
        </p:nvSpPr>
        <p:spPr>
          <a:xfrm>
            <a:off x="2621897"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微博</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11" name="矩形 190">
            <a:hlinkClick r:id="rId5"/>
            <a:extLst>
              <a:ext uri="{FF2B5EF4-FFF2-40B4-BE49-F238E27FC236}">
                <a16:creationId xmlns:a16="http://schemas.microsoft.com/office/drawing/2014/main" id="{37D005C4-EDE6-B355-1311-5813EB22500E}"/>
              </a:ext>
            </a:extLst>
          </p:cNvPr>
          <p:cNvSpPr/>
          <p:nvPr/>
        </p:nvSpPr>
        <p:spPr>
          <a:xfrm>
            <a:off x="6477894"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今日头条</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hlinkClick r:id="rId6"/>
            <a:extLst>
              <a:ext uri="{FF2B5EF4-FFF2-40B4-BE49-F238E27FC236}">
                <a16:creationId xmlns:a16="http://schemas.microsoft.com/office/drawing/2014/main" id="{3A868ED5-BC74-DD2F-DEC9-29A1627F6A2B}"/>
              </a:ext>
            </a:extLst>
          </p:cNvPr>
          <p:cNvSpPr/>
          <p:nvPr/>
        </p:nvSpPr>
        <p:spPr>
          <a:xfrm>
            <a:off x="4549896" y="4681532"/>
            <a:ext cx="1259511"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抖音</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sp>
        <p:nvSpPr>
          <p:cNvPr id="3" name="矩形 190">
            <a:hlinkClick r:id="rId7"/>
            <a:extLst>
              <a:ext uri="{FF2B5EF4-FFF2-40B4-BE49-F238E27FC236}">
                <a16:creationId xmlns:a16="http://schemas.microsoft.com/office/drawing/2014/main" id="{E535A71A-1CC2-0C48-391C-0B15D364B466}"/>
              </a:ext>
            </a:extLst>
          </p:cNvPr>
          <p:cNvSpPr/>
          <p:nvPr/>
        </p:nvSpPr>
        <p:spPr>
          <a:xfrm>
            <a:off x="693898"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u="sng" dirty="0">
                <a:latin typeface="Arial" panose="020B0604020202020204" pitchFamily="34" charset="0"/>
                <a:ea typeface="微软雅黑" panose="020B0503020204020204" pitchFamily="34" charset="-122"/>
                <a:sym typeface="Arial" panose="020B0604020202020204" pitchFamily="34" charset="0"/>
              </a:rPr>
              <a:t>小红书</a:t>
            </a:r>
            <a:endParaRPr lang="en-US" altLang="zh-CN" sz="1200" u="sng" dirty="0">
              <a:latin typeface="Arial" panose="020B0604020202020204" pitchFamily="34" charset="0"/>
              <a:ea typeface="微软雅黑" panose="020B0503020204020204" pitchFamily="34" charset="-122"/>
              <a:sym typeface="Arial" panose="020B0604020202020204" pitchFamily="34" charset="0"/>
            </a:endParaRPr>
          </a:p>
        </p:txBody>
      </p:sp>
      <p:grpSp>
        <p:nvGrpSpPr>
          <p:cNvPr id="35" name="组合 34">
            <a:extLst>
              <a:ext uri="{FF2B5EF4-FFF2-40B4-BE49-F238E27FC236}">
                <a16:creationId xmlns:a16="http://schemas.microsoft.com/office/drawing/2014/main" id="{B383A3BE-9AE6-DC13-77D6-D4415A95C8D8}"/>
              </a:ext>
            </a:extLst>
          </p:cNvPr>
          <p:cNvGrpSpPr/>
          <p:nvPr/>
        </p:nvGrpSpPr>
        <p:grpSpPr>
          <a:xfrm>
            <a:off x="2567653" y="3254342"/>
            <a:ext cx="1368001" cy="1368000"/>
            <a:chOff x="2739339" y="3229459"/>
            <a:chExt cx="1509223" cy="1509222"/>
          </a:xfrm>
        </p:grpSpPr>
        <p:sp>
          <p:nvSpPr>
            <p:cNvPr id="31" name="矩形: 圆角 30">
              <a:extLst>
                <a:ext uri="{FF2B5EF4-FFF2-40B4-BE49-F238E27FC236}">
                  <a16:creationId xmlns:a16="http://schemas.microsoft.com/office/drawing/2014/main" id="{BD946598-62CE-BC2A-E787-8C4868E8DF45}"/>
                </a:ext>
              </a:extLst>
            </p:cNvPr>
            <p:cNvSpPr/>
            <p:nvPr/>
          </p:nvSpPr>
          <p:spPr>
            <a:xfrm>
              <a:off x="2739339" y="3229459"/>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3" name="组合 32">
              <a:extLst>
                <a:ext uri="{FF2B5EF4-FFF2-40B4-BE49-F238E27FC236}">
                  <a16:creationId xmlns:a16="http://schemas.microsoft.com/office/drawing/2014/main" id="{1CE37304-ACA3-F579-875F-25F9F81CD7B4}"/>
                </a:ext>
              </a:extLst>
            </p:cNvPr>
            <p:cNvGrpSpPr/>
            <p:nvPr/>
          </p:nvGrpSpPr>
          <p:grpSpPr>
            <a:xfrm>
              <a:off x="2802496" y="3294739"/>
              <a:ext cx="1389534" cy="1389535"/>
              <a:chOff x="2878177" y="3312010"/>
              <a:chExt cx="1389534" cy="1389535"/>
            </a:xfrm>
          </p:grpSpPr>
          <p:pic>
            <p:nvPicPr>
              <p:cNvPr id="1028" name="Picture 4">
                <a:extLst>
                  <a:ext uri="{FF2B5EF4-FFF2-40B4-BE49-F238E27FC236}">
                    <a16:creationId xmlns:a16="http://schemas.microsoft.com/office/drawing/2014/main" id="{91044262-320B-75C3-C123-09C6DA2F963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78177" y="3312010"/>
                <a:ext cx="1389534" cy="1389535"/>
              </a:xfrm>
              <a:prstGeom prst="rect">
                <a:avLst/>
              </a:prstGeom>
              <a:noFill/>
              <a:extLst>
                <a:ext uri="{909E8E84-426E-40DD-AFC4-6F175D3DCCD1}">
                  <a14:hiddenFill xmlns:a14="http://schemas.microsoft.com/office/drawing/2010/main">
                    <a:solidFill>
                      <a:srgbClr val="FFFFFF"/>
                    </a:solidFill>
                  </a14:hiddenFill>
                </a:ext>
              </a:extLst>
            </p:spPr>
          </p:pic>
          <p:grpSp>
            <p:nvGrpSpPr>
              <p:cNvPr id="6" name="组合 5">
                <a:extLst>
                  <a:ext uri="{FF2B5EF4-FFF2-40B4-BE49-F238E27FC236}">
                    <a16:creationId xmlns:a16="http://schemas.microsoft.com/office/drawing/2014/main" id="{E119DACB-B049-0B56-5447-59DCBED0DB21}"/>
                  </a:ext>
                </a:extLst>
              </p:cNvPr>
              <p:cNvGrpSpPr/>
              <p:nvPr/>
            </p:nvGrpSpPr>
            <p:grpSpPr>
              <a:xfrm>
                <a:off x="3425344" y="3859736"/>
                <a:ext cx="295200" cy="294083"/>
                <a:chOff x="3415340" y="3859736"/>
                <a:chExt cx="295200" cy="294083"/>
              </a:xfrm>
            </p:grpSpPr>
            <p:sp>
              <p:nvSpPr>
                <p:cNvPr id="43" name="矩形: 圆角 42">
                  <a:extLst>
                    <a:ext uri="{FF2B5EF4-FFF2-40B4-BE49-F238E27FC236}">
                      <a16:creationId xmlns:a16="http://schemas.microsoft.com/office/drawing/2014/main" id="{31DC748E-87B9-1FFE-1DF6-243607BBEC87}"/>
                    </a:ext>
                  </a:extLst>
                </p:cNvPr>
                <p:cNvSpPr/>
                <p:nvPr/>
              </p:nvSpPr>
              <p:spPr>
                <a:xfrm>
                  <a:off x="3415340" y="3859736"/>
                  <a:ext cx="295200" cy="294083"/>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nvGrpSpPr>
                <p:cNvPr id="19" name="组合 18">
                  <a:extLst>
                    <a:ext uri="{FF2B5EF4-FFF2-40B4-BE49-F238E27FC236}">
                      <a16:creationId xmlns:a16="http://schemas.microsoft.com/office/drawing/2014/main" id="{FEFCB14B-B9B9-7B0B-207B-13F14530A7AB}"/>
                    </a:ext>
                  </a:extLst>
                </p:cNvPr>
                <p:cNvGrpSpPr/>
                <p:nvPr/>
              </p:nvGrpSpPr>
              <p:grpSpPr>
                <a:xfrm>
                  <a:off x="3427370" y="3896955"/>
                  <a:ext cx="271140" cy="219645"/>
                  <a:chOff x="2062162" y="2200292"/>
                  <a:chExt cx="3033693" cy="2457527"/>
                </a:xfrm>
              </p:grpSpPr>
              <p:sp>
                <p:nvSpPr>
                  <p:cNvPr id="38" name="任意多边形 538">
                    <a:extLst>
                      <a:ext uri="{FF2B5EF4-FFF2-40B4-BE49-F238E27FC236}">
                        <a16:creationId xmlns:a16="http://schemas.microsoft.com/office/drawing/2014/main" id="{60FCD814-95F1-09B3-D634-AB372830E867}"/>
                      </a:ext>
                    </a:extLst>
                  </p:cNvPr>
                  <p:cNvSpPr/>
                  <p:nvPr/>
                </p:nvSpPr>
                <p:spPr>
                  <a:xfrm>
                    <a:off x="2285237" y="3250596"/>
                    <a:ext cx="2054828" cy="1279588"/>
                  </a:xfrm>
                  <a:custGeom>
                    <a:avLst/>
                    <a:gdLst>
                      <a:gd name="connsiteX0" fmla="*/ 0 w 2054828"/>
                      <a:gd name="connsiteY0" fmla="*/ 639794 h 1279588"/>
                      <a:gd name="connsiteX1" fmla="*/ 1027462 w 2054828"/>
                      <a:gd name="connsiteY1" fmla="*/ 1279589 h 1279588"/>
                      <a:gd name="connsiteX2" fmla="*/ 2054828 w 2054828"/>
                      <a:gd name="connsiteY2" fmla="*/ 639794 h 1279588"/>
                      <a:gd name="connsiteX3" fmla="*/ 1027462 w 2054828"/>
                      <a:gd name="connsiteY3" fmla="*/ 0 h 1279588"/>
                      <a:gd name="connsiteX4" fmla="*/ 0 w 2054828"/>
                      <a:gd name="connsiteY4" fmla="*/ 639794 h 12795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054828" h="1279588">
                        <a:moveTo>
                          <a:pt x="0" y="639794"/>
                        </a:moveTo>
                        <a:cubicBezTo>
                          <a:pt x="0" y="993077"/>
                          <a:pt x="459962" y="1279589"/>
                          <a:pt x="1027462" y="1279589"/>
                        </a:cubicBezTo>
                        <a:cubicBezTo>
                          <a:pt x="1594866" y="1279589"/>
                          <a:pt x="2054828" y="993077"/>
                          <a:pt x="2054828" y="639794"/>
                        </a:cubicBezTo>
                        <a:cubicBezTo>
                          <a:pt x="2054828" y="286417"/>
                          <a:pt x="1594866" y="0"/>
                          <a:pt x="1027462" y="0"/>
                        </a:cubicBezTo>
                        <a:cubicBezTo>
                          <a:pt x="459962" y="0"/>
                          <a:pt x="0" y="286417"/>
                          <a:pt x="0" y="639794"/>
                        </a:cubicBezTo>
                      </a:path>
                    </a:pathLst>
                  </a:custGeom>
                  <a:solidFill>
                    <a:srgbClr val="FFFFFF"/>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39" name="任意多边形 539">
                    <a:extLst>
                      <a:ext uri="{FF2B5EF4-FFF2-40B4-BE49-F238E27FC236}">
                        <a16:creationId xmlns:a16="http://schemas.microsoft.com/office/drawing/2014/main" id="{C211156A-F263-1023-1064-44039BC6F3C7}"/>
                      </a:ext>
                    </a:extLst>
                  </p:cNvPr>
                  <p:cNvSpPr/>
                  <p:nvPr/>
                </p:nvSpPr>
                <p:spPr>
                  <a:xfrm>
                    <a:off x="2062162" y="2547155"/>
                    <a:ext cx="2646616" cy="2110664"/>
                  </a:xfrm>
                  <a:custGeom>
                    <a:avLst/>
                    <a:gdLst>
                      <a:gd name="connsiteX0" fmla="*/ 2278952 w 2646616"/>
                      <a:gd name="connsiteY0" fmla="*/ 836315 h 2110664"/>
                      <a:gd name="connsiteX1" fmla="*/ 2229326 w 2646616"/>
                      <a:gd name="connsiteY1" fmla="*/ 758686 h 2110664"/>
                      <a:gd name="connsiteX2" fmla="*/ 2230279 w 2646616"/>
                      <a:gd name="connsiteY2" fmla="*/ 456648 h 2110664"/>
                      <a:gd name="connsiteX3" fmla="*/ 1553528 w 2646616"/>
                      <a:gd name="connsiteY3" fmla="*/ 452838 h 2110664"/>
                      <a:gd name="connsiteX4" fmla="*/ 1481328 w 2646616"/>
                      <a:gd name="connsiteY4" fmla="*/ 418358 h 2110664"/>
                      <a:gd name="connsiteX5" fmla="*/ 1447800 w 2646616"/>
                      <a:gd name="connsiteY5" fmla="*/ 63837 h 2110664"/>
                      <a:gd name="connsiteX6" fmla="*/ 452533 w 2646616"/>
                      <a:gd name="connsiteY6" fmla="*/ 452171 h 2110664"/>
                      <a:gd name="connsiteX7" fmla="*/ 0 w 2646616"/>
                      <a:gd name="connsiteY7" fmla="*/ 1303992 h 2110664"/>
                      <a:gd name="connsiteX8" fmla="*/ 1272731 w 2646616"/>
                      <a:gd name="connsiteY8" fmla="*/ 2110665 h 2110664"/>
                      <a:gd name="connsiteX9" fmla="*/ 2646616 w 2646616"/>
                      <a:gd name="connsiteY9" fmla="*/ 1250652 h 2110664"/>
                      <a:gd name="connsiteX10" fmla="*/ 2278952 w 2646616"/>
                      <a:gd name="connsiteY10" fmla="*/ 836315 h 2110664"/>
                      <a:gd name="connsiteX11" fmla="*/ 1274445 w 2646616"/>
                      <a:gd name="connsiteY11" fmla="*/ 1930833 h 2110664"/>
                      <a:gd name="connsiteX12" fmla="*/ 306038 w 2646616"/>
                      <a:gd name="connsiteY12" fmla="*/ 1423626 h 2110664"/>
                      <a:gd name="connsiteX13" fmla="*/ 1156430 w 2646616"/>
                      <a:gd name="connsiteY13" fmla="*/ 736778 h 2110664"/>
                      <a:gd name="connsiteX14" fmla="*/ 2124837 w 2646616"/>
                      <a:gd name="connsiteY14" fmla="*/ 1243699 h 2110664"/>
                      <a:gd name="connsiteX15" fmla="*/ 1274445 w 2646616"/>
                      <a:gd name="connsiteY15" fmla="*/ 1930833 h 2110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46616" h="2110664">
                        <a:moveTo>
                          <a:pt x="2278952" y="836315"/>
                        </a:moveTo>
                        <a:cubicBezTo>
                          <a:pt x="2236184" y="823456"/>
                          <a:pt x="2206943" y="814788"/>
                          <a:pt x="2229326" y="758686"/>
                        </a:cubicBezTo>
                        <a:cubicBezTo>
                          <a:pt x="2277809" y="636861"/>
                          <a:pt x="2282762" y="531705"/>
                          <a:pt x="2230279" y="456648"/>
                        </a:cubicBezTo>
                        <a:cubicBezTo>
                          <a:pt x="2131790" y="315964"/>
                          <a:pt x="1862328" y="323584"/>
                          <a:pt x="1553528" y="452838"/>
                        </a:cubicBezTo>
                        <a:cubicBezTo>
                          <a:pt x="1553528" y="452648"/>
                          <a:pt x="1456563" y="495320"/>
                          <a:pt x="1481328" y="418358"/>
                        </a:cubicBezTo>
                        <a:cubicBezTo>
                          <a:pt x="1528858" y="265672"/>
                          <a:pt x="1521714" y="137656"/>
                          <a:pt x="1447800" y="63837"/>
                        </a:cubicBezTo>
                        <a:cubicBezTo>
                          <a:pt x="1280255" y="-103803"/>
                          <a:pt x="834581" y="70124"/>
                          <a:pt x="452533" y="452171"/>
                        </a:cubicBezTo>
                        <a:cubicBezTo>
                          <a:pt x="166211" y="738398"/>
                          <a:pt x="0" y="1041674"/>
                          <a:pt x="0" y="1303992"/>
                        </a:cubicBezTo>
                        <a:cubicBezTo>
                          <a:pt x="0" y="1805674"/>
                          <a:pt x="643319" y="2110665"/>
                          <a:pt x="1272731" y="2110665"/>
                        </a:cubicBezTo>
                        <a:cubicBezTo>
                          <a:pt x="2097786" y="2110665"/>
                          <a:pt x="2646616" y="1631271"/>
                          <a:pt x="2646616" y="1250652"/>
                        </a:cubicBezTo>
                        <a:cubicBezTo>
                          <a:pt x="2646616" y="1020719"/>
                          <a:pt x="2452973" y="890226"/>
                          <a:pt x="2278952" y="836315"/>
                        </a:cubicBezTo>
                        <a:close/>
                        <a:moveTo>
                          <a:pt x="1274445" y="1930833"/>
                        </a:moveTo>
                        <a:cubicBezTo>
                          <a:pt x="772192" y="1980363"/>
                          <a:pt x="338709" y="1753382"/>
                          <a:pt x="306038" y="1423626"/>
                        </a:cubicBezTo>
                        <a:cubicBezTo>
                          <a:pt x="273463" y="1093966"/>
                          <a:pt x="654272" y="786499"/>
                          <a:pt x="1156430" y="736778"/>
                        </a:cubicBezTo>
                        <a:cubicBezTo>
                          <a:pt x="1658684" y="687153"/>
                          <a:pt x="2092262" y="914134"/>
                          <a:pt x="2124837" y="1243699"/>
                        </a:cubicBezTo>
                        <a:cubicBezTo>
                          <a:pt x="2157317" y="1573645"/>
                          <a:pt x="1776698" y="1881112"/>
                          <a:pt x="1274445" y="1930833"/>
                        </a:cubicBezTo>
                        <a:close/>
                      </a:path>
                    </a:pathLst>
                  </a:custGeom>
                  <a:solidFill>
                    <a:srgbClr val="D52B2A"/>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0" name="任意多边形 540">
                    <a:extLst>
                      <a:ext uri="{FF2B5EF4-FFF2-40B4-BE49-F238E27FC236}">
                        <a16:creationId xmlns:a16="http://schemas.microsoft.com/office/drawing/2014/main" id="{2BF6317C-3C4E-D672-8A71-1CAC3C637089}"/>
                      </a:ext>
                    </a:extLst>
                  </p:cNvPr>
                  <p:cNvSpPr/>
                  <p:nvPr/>
                </p:nvSpPr>
                <p:spPr>
                  <a:xfrm>
                    <a:off x="4032574" y="2200292"/>
                    <a:ext cx="1063281" cy="1131222"/>
                  </a:xfrm>
                  <a:custGeom>
                    <a:avLst/>
                    <a:gdLst>
                      <a:gd name="connsiteX0" fmla="*/ 856417 w 1063281"/>
                      <a:gd name="connsiteY0" fmla="*/ 265064 h 1131222"/>
                      <a:gd name="connsiteX1" fmla="*/ 92036 w 1063281"/>
                      <a:gd name="connsiteY1" fmla="*/ 17604 h 1131222"/>
                      <a:gd name="connsiteX2" fmla="*/ 91941 w 1063281"/>
                      <a:gd name="connsiteY2" fmla="*/ 17604 h 1131222"/>
                      <a:gd name="connsiteX3" fmla="*/ 2596 w 1063281"/>
                      <a:gd name="connsiteY3" fmla="*/ 155431 h 1131222"/>
                      <a:gd name="connsiteX4" fmla="*/ 140518 w 1063281"/>
                      <a:gd name="connsiteY4" fmla="*/ 244871 h 1131222"/>
                      <a:gd name="connsiteX5" fmla="*/ 684015 w 1063281"/>
                      <a:gd name="connsiteY5" fmla="*/ 420797 h 1131222"/>
                      <a:gd name="connsiteX6" fmla="*/ 803363 w 1063281"/>
                      <a:gd name="connsiteY6" fmla="*/ 979343 h 1131222"/>
                      <a:gd name="connsiteX7" fmla="*/ 803363 w 1063281"/>
                      <a:gd name="connsiteY7" fmla="*/ 979343 h 1131222"/>
                      <a:gd name="connsiteX8" fmla="*/ 878229 w 1063281"/>
                      <a:gd name="connsiteY8" fmla="*/ 1125552 h 1131222"/>
                      <a:gd name="connsiteX9" fmla="*/ 1024438 w 1063281"/>
                      <a:gd name="connsiteY9" fmla="*/ 1050971 h 1131222"/>
                      <a:gd name="connsiteX10" fmla="*/ 1024438 w 1063281"/>
                      <a:gd name="connsiteY10" fmla="*/ 1050495 h 1131222"/>
                      <a:gd name="connsiteX11" fmla="*/ 856417 w 1063281"/>
                      <a:gd name="connsiteY11" fmla="*/ 265064 h 11312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281" h="1131222">
                        <a:moveTo>
                          <a:pt x="856417" y="265064"/>
                        </a:moveTo>
                        <a:cubicBezTo>
                          <a:pt x="657154" y="44179"/>
                          <a:pt x="363308" y="-40022"/>
                          <a:pt x="92036" y="17604"/>
                        </a:cubicBezTo>
                        <a:lnTo>
                          <a:pt x="91941" y="17604"/>
                        </a:lnTo>
                        <a:cubicBezTo>
                          <a:pt x="29171" y="31034"/>
                          <a:pt x="-10834" y="92756"/>
                          <a:pt x="2596" y="155431"/>
                        </a:cubicBezTo>
                        <a:cubicBezTo>
                          <a:pt x="15931" y="218105"/>
                          <a:pt x="77748" y="258206"/>
                          <a:pt x="140518" y="244871"/>
                        </a:cubicBezTo>
                        <a:cubicBezTo>
                          <a:pt x="333495" y="203913"/>
                          <a:pt x="542378" y="263825"/>
                          <a:pt x="684015" y="420797"/>
                        </a:cubicBezTo>
                        <a:cubicBezTo>
                          <a:pt x="825556" y="577674"/>
                          <a:pt x="863942" y="791701"/>
                          <a:pt x="803363" y="979343"/>
                        </a:cubicBezTo>
                        <a:lnTo>
                          <a:pt x="803363" y="979343"/>
                        </a:lnTo>
                        <a:cubicBezTo>
                          <a:pt x="783646" y="1040494"/>
                          <a:pt x="817079" y="1105835"/>
                          <a:pt x="878229" y="1125552"/>
                        </a:cubicBezTo>
                        <a:cubicBezTo>
                          <a:pt x="939189" y="1145269"/>
                          <a:pt x="1004721" y="1111931"/>
                          <a:pt x="1024438" y="1050971"/>
                        </a:cubicBezTo>
                        <a:cubicBezTo>
                          <a:pt x="1024438" y="1050876"/>
                          <a:pt x="1024438" y="1050590"/>
                          <a:pt x="1024438" y="1050495"/>
                        </a:cubicBezTo>
                        <a:cubicBezTo>
                          <a:pt x="1109401" y="786557"/>
                          <a:pt x="1055680" y="485758"/>
                          <a:pt x="856417" y="26506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1" name="任意多边形 541">
                    <a:extLst>
                      <a:ext uri="{FF2B5EF4-FFF2-40B4-BE49-F238E27FC236}">
                        <a16:creationId xmlns:a16="http://schemas.microsoft.com/office/drawing/2014/main" id="{6A12430C-F657-41EF-B67C-5576494E5733}"/>
                      </a:ext>
                    </a:extLst>
                  </p:cNvPr>
                  <p:cNvSpPr/>
                  <p:nvPr/>
                </p:nvSpPr>
                <p:spPr>
                  <a:xfrm>
                    <a:off x="4131596" y="2612531"/>
                    <a:ext cx="552131" cy="580885"/>
                  </a:xfrm>
                  <a:custGeom>
                    <a:avLst/>
                    <a:gdLst>
                      <a:gd name="connsiteX0" fmla="*/ 451452 w 552131"/>
                      <a:gd name="connsiteY0" fmla="*/ 128954 h 580885"/>
                      <a:gd name="connsiteX1" fmla="*/ 79120 w 552131"/>
                      <a:gd name="connsiteY1" fmla="*/ 8653 h 580885"/>
                      <a:gd name="connsiteX2" fmla="*/ 2253 w 552131"/>
                      <a:gd name="connsiteY2" fmla="*/ 127430 h 580885"/>
                      <a:gd name="connsiteX3" fmla="*/ 120839 w 552131"/>
                      <a:gd name="connsiteY3" fmla="*/ 204106 h 580885"/>
                      <a:gd name="connsiteX4" fmla="*/ 120839 w 552131"/>
                      <a:gd name="connsiteY4" fmla="*/ 204201 h 580885"/>
                      <a:gd name="connsiteX5" fmla="*/ 302958 w 552131"/>
                      <a:gd name="connsiteY5" fmla="*/ 262970 h 580885"/>
                      <a:gd name="connsiteX6" fmla="*/ 342772 w 552131"/>
                      <a:gd name="connsiteY6" fmla="*/ 450137 h 580885"/>
                      <a:gd name="connsiteX7" fmla="*/ 342867 w 552131"/>
                      <a:gd name="connsiteY7" fmla="*/ 450137 h 580885"/>
                      <a:gd name="connsiteX8" fmla="*/ 407161 w 552131"/>
                      <a:gd name="connsiteY8" fmla="*/ 576057 h 580885"/>
                      <a:gd name="connsiteX9" fmla="*/ 533082 w 552131"/>
                      <a:gd name="connsiteY9" fmla="*/ 511573 h 580885"/>
                      <a:gd name="connsiteX10" fmla="*/ 451452 w 552131"/>
                      <a:gd name="connsiteY10" fmla="*/ 128954 h 58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131" h="580885">
                        <a:moveTo>
                          <a:pt x="451452" y="128954"/>
                        </a:moveTo>
                        <a:cubicBezTo>
                          <a:pt x="354488" y="21321"/>
                          <a:pt x="211327" y="-19541"/>
                          <a:pt x="79120" y="8653"/>
                        </a:cubicBezTo>
                        <a:cubicBezTo>
                          <a:pt x="25113" y="20178"/>
                          <a:pt x="-9367" y="73328"/>
                          <a:pt x="2253" y="127430"/>
                        </a:cubicBezTo>
                        <a:cubicBezTo>
                          <a:pt x="13779" y="181246"/>
                          <a:pt x="66928" y="215917"/>
                          <a:pt x="120839" y="204106"/>
                        </a:cubicBezTo>
                        <a:lnTo>
                          <a:pt x="120839" y="204201"/>
                        </a:lnTo>
                        <a:cubicBezTo>
                          <a:pt x="185419" y="190580"/>
                          <a:pt x="255523" y="210487"/>
                          <a:pt x="302958" y="262970"/>
                        </a:cubicBezTo>
                        <a:cubicBezTo>
                          <a:pt x="350392" y="315548"/>
                          <a:pt x="363155" y="387272"/>
                          <a:pt x="342772" y="450137"/>
                        </a:cubicBezTo>
                        <a:lnTo>
                          <a:pt x="342867" y="450137"/>
                        </a:lnTo>
                        <a:cubicBezTo>
                          <a:pt x="325913" y="502619"/>
                          <a:pt x="354678" y="559103"/>
                          <a:pt x="407161" y="576057"/>
                        </a:cubicBezTo>
                        <a:cubicBezTo>
                          <a:pt x="459739" y="592916"/>
                          <a:pt x="516127" y="564246"/>
                          <a:pt x="533082" y="511573"/>
                        </a:cubicBezTo>
                        <a:cubicBezTo>
                          <a:pt x="574610" y="383081"/>
                          <a:pt x="548607" y="236491"/>
                          <a:pt x="451452" y="128954"/>
                        </a:cubicBezTo>
                      </a:path>
                    </a:pathLst>
                  </a:custGeom>
                  <a:solidFill>
                    <a:srgbClr val="E89214"/>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sp>
                <p:nvSpPr>
                  <p:cNvPr id="42" name="任意多边形 542">
                    <a:extLst>
                      <a:ext uri="{FF2B5EF4-FFF2-40B4-BE49-F238E27FC236}">
                        <a16:creationId xmlns:a16="http://schemas.microsoft.com/office/drawing/2014/main" id="{9A7AA684-C16D-0062-B912-DC566C41FAAD}"/>
                      </a:ext>
                    </a:extLst>
                  </p:cNvPr>
                  <p:cNvSpPr/>
                  <p:nvPr/>
                </p:nvSpPr>
                <p:spPr>
                  <a:xfrm>
                    <a:off x="2732248" y="3521291"/>
                    <a:ext cx="961899" cy="839749"/>
                  </a:xfrm>
                  <a:custGeom>
                    <a:avLst/>
                    <a:gdLst>
                      <a:gd name="connsiteX0" fmla="*/ 654460 w 961899"/>
                      <a:gd name="connsiteY0" fmla="*/ 16484 h 839749"/>
                      <a:gd name="connsiteX1" fmla="*/ 41526 w 961899"/>
                      <a:gd name="connsiteY1" fmla="*/ 283946 h 839749"/>
                      <a:gd name="connsiteX2" fmla="*/ 279461 w 961899"/>
                      <a:gd name="connsiteY2" fmla="*/ 815060 h 839749"/>
                      <a:gd name="connsiteX3" fmla="*/ 926875 w 961899"/>
                      <a:gd name="connsiteY3" fmla="*/ 540264 h 839749"/>
                      <a:gd name="connsiteX4" fmla="*/ 654460 w 961899"/>
                      <a:gd name="connsiteY4" fmla="*/ 16484 h 839749"/>
                      <a:gd name="connsiteX5" fmla="*/ 472056 w 961899"/>
                      <a:gd name="connsiteY5" fmla="*/ 564934 h 839749"/>
                      <a:gd name="connsiteX6" fmla="*/ 241075 w 961899"/>
                      <a:gd name="connsiteY6" fmla="*/ 640658 h 839749"/>
                      <a:gd name="connsiteX7" fmla="*/ 189640 w 961899"/>
                      <a:gd name="connsiteY7" fmla="*/ 439871 h 839749"/>
                      <a:gd name="connsiteX8" fmla="*/ 415954 w 961899"/>
                      <a:gd name="connsiteY8" fmla="*/ 363671 h 839749"/>
                      <a:gd name="connsiteX9" fmla="*/ 472056 w 961899"/>
                      <a:gd name="connsiteY9" fmla="*/ 564934 h 839749"/>
                      <a:gd name="connsiteX10" fmla="*/ 632076 w 961899"/>
                      <a:gd name="connsiteY10" fmla="*/ 359575 h 839749"/>
                      <a:gd name="connsiteX11" fmla="*/ 545303 w 961899"/>
                      <a:gd name="connsiteY11" fmla="*/ 391484 h 839749"/>
                      <a:gd name="connsiteX12" fmla="*/ 523015 w 961899"/>
                      <a:gd name="connsiteY12" fmla="*/ 316046 h 839749"/>
                      <a:gd name="connsiteX13" fmla="*/ 607692 w 961899"/>
                      <a:gd name="connsiteY13" fmla="*/ 284232 h 839749"/>
                      <a:gd name="connsiteX14" fmla="*/ 632076 w 961899"/>
                      <a:gd name="connsiteY14" fmla="*/ 359575 h 839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61899" h="839749">
                        <a:moveTo>
                          <a:pt x="654460" y="16484"/>
                        </a:moveTo>
                        <a:cubicBezTo>
                          <a:pt x="415478" y="-45714"/>
                          <a:pt x="145349" y="73444"/>
                          <a:pt x="41526" y="283946"/>
                        </a:cubicBezTo>
                        <a:cubicBezTo>
                          <a:pt x="-64201" y="498735"/>
                          <a:pt x="38002" y="737146"/>
                          <a:pt x="279461" y="815060"/>
                        </a:cubicBezTo>
                        <a:cubicBezTo>
                          <a:pt x="529587" y="895737"/>
                          <a:pt x="824386" y="772103"/>
                          <a:pt x="926875" y="540264"/>
                        </a:cubicBezTo>
                        <a:cubicBezTo>
                          <a:pt x="1028030" y="313664"/>
                          <a:pt x="901824" y="80397"/>
                          <a:pt x="654460" y="16484"/>
                        </a:cubicBezTo>
                        <a:close/>
                        <a:moveTo>
                          <a:pt x="472056" y="564934"/>
                        </a:moveTo>
                        <a:cubicBezTo>
                          <a:pt x="423479" y="642467"/>
                          <a:pt x="319466" y="676376"/>
                          <a:pt x="241075" y="640658"/>
                        </a:cubicBezTo>
                        <a:cubicBezTo>
                          <a:pt x="163827" y="605510"/>
                          <a:pt x="141062" y="515499"/>
                          <a:pt x="189640" y="439871"/>
                        </a:cubicBezTo>
                        <a:cubicBezTo>
                          <a:pt x="237646" y="364623"/>
                          <a:pt x="338135" y="331095"/>
                          <a:pt x="415954" y="363671"/>
                        </a:cubicBezTo>
                        <a:cubicBezTo>
                          <a:pt x="494630" y="397199"/>
                          <a:pt x="519681" y="486638"/>
                          <a:pt x="472056" y="564934"/>
                        </a:cubicBezTo>
                        <a:close/>
                        <a:moveTo>
                          <a:pt x="632076" y="359575"/>
                        </a:moveTo>
                        <a:cubicBezTo>
                          <a:pt x="614550" y="389579"/>
                          <a:pt x="575688" y="404057"/>
                          <a:pt x="545303" y="391484"/>
                        </a:cubicBezTo>
                        <a:cubicBezTo>
                          <a:pt x="515395" y="379196"/>
                          <a:pt x="506060" y="345573"/>
                          <a:pt x="523015" y="316046"/>
                        </a:cubicBezTo>
                        <a:cubicBezTo>
                          <a:pt x="540541" y="286709"/>
                          <a:pt x="577784" y="272326"/>
                          <a:pt x="607692" y="284232"/>
                        </a:cubicBezTo>
                        <a:cubicBezTo>
                          <a:pt x="637886" y="295281"/>
                          <a:pt x="648840" y="329285"/>
                          <a:pt x="632076" y="359575"/>
                        </a:cubicBezTo>
                        <a:close/>
                      </a:path>
                    </a:pathLst>
                  </a:custGeom>
                  <a:solidFill>
                    <a:srgbClr val="040000"/>
                  </a:solidFill>
                  <a:ln w="9525" cap="flat">
                    <a:noFill/>
                    <a:prstDash val="solid"/>
                    <a:miter/>
                  </a:ln>
                </p:spPr>
                <p:txBody>
                  <a:bodyPr rtlCol="0" anchor="ctr"/>
                  <a:lstStyle>
                    <a:defPPr>
                      <a:defRPr lang="zh-CN"/>
                    </a:defPPr>
                    <a:lvl1pPr marL="0" algn="l" defTabSz="914400" rtl="0" eaLnBrk="1" latinLnBrk="0" hangingPunct="1">
                      <a:defRPr sz="1800" kern="1200">
                        <a:solidFill>
                          <a:schemeClr val="tx1"/>
                        </a:solidFill>
                      </a:defRPr>
                    </a:lvl1pPr>
                    <a:lvl2pPr marL="457200" algn="l" defTabSz="914400" rtl="0" eaLnBrk="1" latinLnBrk="0" hangingPunct="1">
                      <a:defRPr sz="1800" kern="1200">
                        <a:solidFill>
                          <a:schemeClr val="tx1"/>
                        </a:solidFill>
                      </a:defRPr>
                    </a:lvl2pPr>
                    <a:lvl3pPr marL="914400" algn="l" defTabSz="914400" rtl="0" eaLnBrk="1" latinLnBrk="0" hangingPunct="1">
                      <a:defRPr sz="1800" kern="1200">
                        <a:solidFill>
                          <a:schemeClr val="tx1"/>
                        </a:solidFill>
                      </a:defRPr>
                    </a:lvl3pPr>
                    <a:lvl4pPr marL="1371600" algn="l" defTabSz="914400" rtl="0" eaLnBrk="1" latinLnBrk="0" hangingPunct="1">
                      <a:defRPr sz="1800" kern="1200">
                        <a:solidFill>
                          <a:schemeClr val="tx1"/>
                        </a:solidFill>
                      </a:defRPr>
                    </a:lvl4pPr>
                    <a:lvl5pPr marL="1828800" algn="l" defTabSz="914400" rtl="0" eaLnBrk="1" latinLnBrk="0" hangingPunct="1">
                      <a:defRPr sz="1800" kern="1200">
                        <a:solidFill>
                          <a:schemeClr val="tx1"/>
                        </a:solidFill>
                      </a:defRPr>
                    </a:lvl5pPr>
                    <a:lvl6pPr marL="2286000" algn="l" defTabSz="914400" rtl="0" eaLnBrk="1" latinLnBrk="0" hangingPunct="1">
                      <a:defRPr sz="1800" kern="1200">
                        <a:solidFill>
                          <a:schemeClr val="tx1"/>
                        </a:solidFill>
                      </a:defRPr>
                    </a:lvl6pPr>
                    <a:lvl7pPr marL="2743200" algn="l" defTabSz="914400" rtl="0" eaLnBrk="1" latinLnBrk="0" hangingPunct="1">
                      <a:defRPr sz="1800" kern="1200">
                        <a:solidFill>
                          <a:schemeClr val="tx1"/>
                        </a:solidFill>
                      </a:defRPr>
                    </a:lvl7pPr>
                    <a:lvl8pPr marL="3200400" algn="l" defTabSz="914400" rtl="0" eaLnBrk="1" latinLnBrk="0" hangingPunct="1">
                      <a:defRPr sz="1800" kern="1200">
                        <a:solidFill>
                          <a:schemeClr val="tx1"/>
                        </a:solidFill>
                      </a:defRPr>
                    </a:lvl8pPr>
                    <a:lvl9pPr marL="3657600" algn="l" defTabSz="914400" rtl="0" eaLnBrk="1" latinLnBrk="0" hangingPunct="1">
                      <a:defRPr sz="1800" kern="1200">
                        <a:solidFill>
                          <a:schemeClr val="tx1"/>
                        </a:solidFill>
                      </a:defRPr>
                    </a:lvl9pPr>
                  </a:lstStyle>
                  <a:p>
                    <a:endParaRPr lang="zh-CN" altLang="en-US"/>
                  </a:p>
                </p:txBody>
              </p:sp>
            </p:grpSp>
          </p:grpSp>
        </p:grpSp>
      </p:grpSp>
      <p:grpSp>
        <p:nvGrpSpPr>
          <p:cNvPr id="2" name="组合 1">
            <a:extLst>
              <a:ext uri="{FF2B5EF4-FFF2-40B4-BE49-F238E27FC236}">
                <a16:creationId xmlns:a16="http://schemas.microsoft.com/office/drawing/2014/main" id="{230BF9C2-4094-4E53-8F06-44C3D6154D74}"/>
              </a:ext>
            </a:extLst>
          </p:cNvPr>
          <p:cNvGrpSpPr/>
          <p:nvPr/>
        </p:nvGrpSpPr>
        <p:grpSpPr>
          <a:xfrm>
            <a:off x="6423649" y="3254342"/>
            <a:ext cx="1368000" cy="1368000"/>
            <a:chOff x="6425148" y="3254342"/>
            <a:chExt cx="1368000" cy="1368000"/>
          </a:xfrm>
        </p:grpSpPr>
        <p:sp>
          <p:nvSpPr>
            <p:cNvPr id="44" name="矩形: 圆角 43">
              <a:extLst>
                <a:ext uri="{FF2B5EF4-FFF2-40B4-BE49-F238E27FC236}">
                  <a16:creationId xmlns:a16="http://schemas.microsoft.com/office/drawing/2014/main" id="{FD6CE19C-3D96-2D88-E2BE-6DB3A16FEFEA}"/>
                </a:ext>
              </a:extLst>
            </p:cNvPr>
            <p:cNvSpPr/>
            <p:nvPr/>
          </p:nvSpPr>
          <p:spPr>
            <a:xfrm>
              <a:off x="6425148" y="3254342"/>
              <a:ext cx="1368000"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32" name="Picture 8">
              <a:hlinkClick r:id="rId9"/>
              <a:extLst>
                <a:ext uri="{FF2B5EF4-FFF2-40B4-BE49-F238E27FC236}">
                  <a16:creationId xmlns:a16="http://schemas.microsoft.com/office/drawing/2014/main" id="{A79B0CD7-506F-45B2-4B0F-72D4A514DD36}"/>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482386" y="3313512"/>
              <a:ext cx="1259513" cy="1259515"/>
            </a:xfrm>
            <a:prstGeom prst="rect">
              <a:avLst/>
            </a:prstGeom>
            <a:noFill/>
            <a:extLst>
              <a:ext uri="{909E8E84-426E-40DD-AFC4-6F175D3DCCD1}">
                <a14:hiddenFill xmlns:a14="http://schemas.microsoft.com/office/drawing/2010/main">
                  <a:solidFill>
                    <a:srgbClr val="FFFFFF"/>
                  </a:solidFill>
                </a14:hiddenFill>
              </a:ext>
            </a:extLst>
          </p:spPr>
        </p:pic>
        <p:grpSp>
          <p:nvGrpSpPr>
            <p:cNvPr id="25" name="组合 24">
              <a:extLst>
                <a:ext uri="{FF2B5EF4-FFF2-40B4-BE49-F238E27FC236}">
                  <a16:creationId xmlns:a16="http://schemas.microsoft.com/office/drawing/2014/main" id="{45275ADB-1441-0456-C0B0-F0DEFAE0548B}"/>
                </a:ext>
              </a:extLst>
            </p:cNvPr>
            <p:cNvGrpSpPr/>
            <p:nvPr/>
          </p:nvGrpSpPr>
          <p:grpSpPr>
            <a:xfrm>
              <a:off x="6978354" y="3809481"/>
              <a:ext cx="267577" cy="267577"/>
              <a:chOff x="7829470" y="3878223"/>
              <a:chExt cx="257036" cy="257015"/>
            </a:xfrm>
          </p:grpSpPr>
          <p:sp>
            <p:nvSpPr>
              <p:cNvPr id="21" name="任意多边形: 形状 20">
                <a:extLst>
                  <a:ext uri="{FF2B5EF4-FFF2-40B4-BE49-F238E27FC236}">
                    <a16:creationId xmlns:a16="http://schemas.microsoft.com/office/drawing/2014/main" id="{9CFFB2E8-8D6B-1C3D-612C-AD8F6DCB2A21}"/>
                  </a:ext>
                </a:extLst>
              </p:cNvPr>
              <p:cNvSpPr/>
              <p:nvPr/>
            </p:nvSpPr>
            <p:spPr>
              <a:xfrm>
                <a:off x="7829470" y="3878223"/>
                <a:ext cx="257036" cy="257015"/>
              </a:xfrm>
              <a:custGeom>
                <a:avLst/>
                <a:gdLst>
                  <a:gd name="connsiteX0" fmla="*/ 51374 w 257036"/>
                  <a:gd name="connsiteY0" fmla="*/ 75 h 257015"/>
                  <a:gd name="connsiteX1" fmla="*/ 205566 w 257036"/>
                  <a:gd name="connsiteY1" fmla="*/ 75 h 257015"/>
                  <a:gd name="connsiteX2" fmla="*/ 256988 w 257036"/>
                  <a:gd name="connsiteY2" fmla="*/ 51476 h 257015"/>
                  <a:gd name="connsiteX3" fmla="*/ 256988 w 257036"/>
                  <a:gd name="connsiteY3" fmla="*/ 205688 h 257015"/>
                  <a:gd name="connsiteX4" fmla="*/ 205566 w 257036"/>
                  <a:gd name="connsiteY4" fmla="*/ 257090 h 257015"/>
                  <a:gd name="connsiteX5" fmla="*/ 51374 w 257036"/>
                  <a:gd name="connsiteY5" fmla="*/ 257090 h 257015"/>
                  <a:gd name="connsiteX6" fmla="*/ -48 w 257036"/>
                  <a:gd name="connsiteY6" fmla="*/ 205688 h 257015"/>
                  <a:gd name="connsiteX7" fmla="*/ -48 w 257036"/>
                  <a:gd name="connsiteY7" fmla="*/ 51476 h 257015"/>
                  <a:gd name="connsiteX8" fmla="*/ 51374 w 257036"/>
                  <a:gd name="connsiteY8" fmla="*/ 75 h 257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7036" h="257015">
                    <a:moveTo>
                      <a:pt x="51374" y="75"/>
                    </a:moveTo>
                    <a:lnTo>
                      <a:pt x="205566" y="75"/>
                    </a:lnTo>
                    <a:cubicBezTo>
                      <a:pt x="239847" y="75"/>
                      <a:pt x="256988" y="17209"/>
                      <a:pt x="256988" y="51476"/>
                    </a:cubicBezTo>
                    <a:lnTo>
                      <a:pt x="256988" y="205688"/>
                    </a:lnTo>
                    <a:cubicBezTo>
                      <a:pt x="256988" y="239956"/>
                      <a:pt x="239847" y="257090"/>
                      <a:pt x="205566" y="257090"/>
                    </a:cubicBezTo>
                    <a:lnTo>
                      <a:pt x="51374" y="257090"/>
                    </a:lnTo>
                    <a:cubicBezTo>
                      <a:pt x="17093" y="257090"/>
                      <a:pt x="-48" y="239956"/>
                      <a:pt x="-48" y="205688"/>
                    </a:cubicBezTo>
                    <a:lnTo>
                      <a:pt x="-48" y="51476"/>
                    </a:lnTo>
                    <a:cubicBezTo>
                      <a:pt x="-48" y="17206"/>
                      <a:pt x="17093" y="72"/>
                      <a:pt x="51374" y="75"/>
                    </a:cubicBezTo>
                    <a:close/>
                  </a:path>
                </a:pathLst>
              </a:custGeom>
              <a:solidFill>
                <a:srgbClr val="FFFFFF"/>
              </a:solidFill>
              <a:ln w="12700" cap="flat">
                <a:solidFill>
                  <a:schemeClr val="bg1"/>
                </a:solidFill>
                <a:prstDash val="solid"/>
                <a:miter/>
              </a:ln>
            </p:spPr>
            <p:txBody>
              <a:bodyPr rtlCol="0" anchor="ctr"/>
              <a:lstStyle/>
              <a:p>
                <a:endParaRPr lang="zh-CN" altLang="en-US"/>
              </a:p>
            </p:txBody>
          </p:sp>
          <p:sp>
            <p:nvSpPr>
              <p:cNvPr id="22" name="任意多边形: 形状 21">
                <a:extLst>
                  <a:ext uri="{FF2B5EF4-FFF2-40B4-BE49-F238E27FC236}">
                    <a16:creationId xmlns:a16="http://schemas.microsoft.com/office/drawing/2014/main" id="{6A4F007D-B4D0-2DFA-D984-3A7E5E5E6758}"/>
                  </a:ext>
                </a:extLst>
              </p:cNvPr>
              <p:cNvSpPr/>
              <p:nvPr/>
            </p:nvSpPr>
            <p:spPr>
              <a:xfrm>
                <a:off x="7829470" y="3925346"/>
                <a:ext cx="257018" cy="169196"/>
              </a:xfrm>
              <a:custGeom>
                <a:avLst/>
                <a:gdLst>
                  <a:gd name="connsiteX0" fmla="*/ 256971 w 257018"/>
                  <a:gd name="connsiteY0" fmla="*/ 154287 h 169196"/>
                  <a:gd name="connsiteX1" fmla="*/ -48 w 257018"/>
                  <a:gd name="connsiteY1" fmla="*/ 169272 h 169196"/>
                  <a:gd name="connsiteX2" fmla="*/ -48 w 257018"/>
                  <a:gd name="connsiteY2" fmla="*/ 15060 h 169196"/>
                  <a:gd name="connsiteX3" fmla="*/ 256971 w 257018"/>
                  <a:gd name="connsiteY3" fmla="*/ 75 h 169196"/>
                </a:gdLst>
                <a:ahLst/>
                <a:cxnLst>
                  <a:cxn ang="0">
                    <a:pos x="connsiteX0" y="connsiteY0"/>
                  </a:cxn>
                  <a:cxn ang="0">
                    <a:pos x="connsiteX1" y="connsiteY1"/>
                  </a:cxn>
                  <a:cxn ang="0">
                    <a:pos x="connsiteX2" y="connsiteY2"/>
                  </a:cxn>
                  <a:cxn ang="0">
                    <a:pos x="connsiteX3" y="connsiteY3"/>
                  </a:cxn>
                </a:cxnLst>
                <a:rect l="l" t="t" r="r" b="b"/>
                <a:pathLst>
                  <a:path w="257018" h="169196">
                    <a:moveTo>
                      <a:pt x="256971" y="154287"/>
                    </a:moveTo>
                    <a:lnTo>
                      <a:pt x="-48" y="169272"/>
                    </a:lnTo>
                    <a:lnTo>
                      <a:pt x="-48" y="15060"/>
                    </a:lnTo>
                    <a:lnTo>
                      <a:pt x="256971" y="75"/>
                    </a:lnTo>
                    <a:close/>
                  </a:path>
                </a:pathLst>
              </a:custGeom>
              <a:solidFill>
                <a:srgbClr val="FF3434"/>
              </a:solidFill>
              <a:ln w="332" cap="flat">
                <a:noFill/>
                <a:prstDash val="solid"/>
                <a:miter/>
              </a:ln>
            </p:spPr>
            <p:txBody>
              <a:bodyPr rtlCol="0" anchor="ctr"/>
              <a:lstStyle/>
              <a:p>
                <a:endParaRPr lang="zh-CN" altLang="en-US"/>
              </a:p>
            </p:txBody>
          </p:sp>
          <p:sp>
            <p:nvSpPr>
              <p:cNvPr id="23" name="任意多边形: 形状 22">
                <a:extLst>
                  <a:ext uri="{FF2B5EF4-FFF2-40B4-BE49-F238E27FC236}">
                    <a16:creationId xmlns:a16="http://schemas.microsoft.com/office/drawing/2014/main" id="{6905C7DD-40CD-CFBE-BECC-D77EFB6CCE2A}"/>
                  </a:ext>
                </a:extLst>
              </p:cNvPr>
              <p:cNvSpPr/>
              <p:nvPr/>
            </p:nvSpPr>
            <p:spPr>
              <a:xfrm>
                <a:off x="7864168" y="3951696"/>
                <a:ext cx="196851" cy="111796"/>
              </a:xfrm>
              <a:custGeom>
                <a:avLst/>
                <a:gdLst>
                  <a:gd name="connsiteX0" fmla="*/ 15796 w 196851"/>
                  <a:gd name="connsiteY0" fmla="*/ 29627 h 111796"/>
                  <a:gd name="connsiteX1" fmla="*/ 1018 w 196851"/>
                  <a:gd name="connsiteY1" fmla="*/ 28343 h 111796"/>
                  <a:gd name="connsiteX2" fmla="*/ 348 w 196851"/>
                  <a:gd name="connsiteY2" fmla="*/ 27377 h 111796"/>
                  <a:gd name="connsiteX3" fmla="*/ 376 w 196851"/>
                  <a:gd name="connsiteY3" fmla="*/ 27263 h 111796"/>
                  <a:gd name="connsiteX4" fmla="*/ 376 w 196851"/>
                  <a:gd name="connsiteY4" fmla="*/ 12702 h 111796"/>
                  <a:gd name="connsiteX5" fmla="*/ 490 w 196851"/>
                  <a:gd name="connsiteY5" fmla="*/ 12485 h 111796"/>
                  <a:gd name="connsiteX6" fmla="*/ 594 w 196851"/>
                  <a:gd name="connsiteY6" fmla="*/ 12278 h 111796"/>
                  <a:gd name="connsiteX7" fmla="*/ 7013 w 196851"/>
                  <a:gd name="connsiteY7" fmla="*/ 12920 h 111796"/>
                  <a:gd name="connsiteX8" fmla="*/ 21532 w 196851"/>
                  <a:gd name="connsiteY8" fmla="*/ 14335 h 111796"/>
                  <a:gd name="connsiteX9" fmla="*/ 22654 w 196851"/>
                  <a:gd name="connsiteY9" fmla="*/ 14411 h 111796"/>
                  <a:gd name="connsiteX10" fmla="*/ 28521 w 196851"/>
                  <a:gd name="connsiteY10" fmla="*/ 14953 h 111796"/>
                  <a:gd name="connsiteX11" fmla="*/ 34405 w 196851"/>
                  <a:gd name="connsiteY11" fmla="*/ 15491 h 111796"/>
                  <a:gd name="connsiteX12" fmla="*/ 35485 w 196851"/>
                  <a:gd name="connsiteY12" fmla="*/ 16340 h 111796"/>
                  <a:gd name="connsiteX13" fmla="*/ 35485 w 196851"/>
                  <a:gd name="connsiteY13" fmla="*/ 30911 h 111796"/>
                  <a:gd name="connsiteX14" fmla="*/ 35268 w 196851"/>
                  <a:gd name="connsiteY14" fmla="*/ 31335 h 111796"/>
                  <a:gd name="connsiteX15" fmla="*/ 28200 w 196851"/>
                  <a:gd name="connsiteY15" fmla="*/ 30693 h 111796"/>
                  <a:gd name="connsiteX16" fmla="*/ 15776 w 196851"/>
                  <a:gd name="connsiteY16" fmla="*/ 29627 h 111796"/>
                  <a:gd name="connsiteX17" fmla="*/ 27158 w 196851"/>
                  <a:gd name="connsiteY17" fmla="*/ 41192 h 111796"/>
                  <a:gd name="connsiteX18" fmla="*/ 34226 w 196851"/>
                  <a:gd name="connsiteY18" fmla="*/ 41834 h 111796"/>
                  <a:gd name="connsiteX19" fmla="*/ 35292 w 196851"/>
                  <a:gd name="connsiteY19" fmla="*/ 42683 h 111796"/>
                  <a:gd name="connsiteX20" fmla="*/ 35292 w 196851"/>
                  <a:gd name="connsiteY20" fmla="*/ 57036 h 111796"/>
                  <a:gd name="connsiteX21" fmla="*/ 35188 w 196851"/>
                  <a:gd name="connsiteY21" fmla="*/ 57357 h 111796"/>
                  <a:gd name="connsiteX22" fmla="*/ 35071 w 196851"/>
                  <a:gd name="connsiteY22" fmla="*/ 57681 h 111796"/>
                  <a:gd name="connsiteX23" fmla="*/ -48 w 196851"/>
                  <a:gd name="connsiteY23" fmla="*/ 54468 h 111796"/>
                  <a:gd name="connsiteX24" fmla="*/ -48 w 196851"/>
                  <a:gd name="connsiteY24" fmla="*/ 38828 h 111796"/>
                  <a:gd name="connsiteX25" fmla="*/ 3586 w 196851"/>
                  <a:gd name="connsiteY25" fmla="*/ 39045 h 111796"/>
                  <a:gd name="connsiteX26" fmla="*/ 15372 w 196851"/>
                  <a:gd name="connsiteY26" fmla="*/ 40115 h 111796"/>
                  <a:gd name="connsiteX27" fmla="*/ 27158 w 196851"/>
                  <a:gd name="connsiteY27" fmla="*/ 41192 h 111796"/>
                  <a:gd name="connsiteX28" fmla="*/ 111973 w 196851"/>
                  <a:gd name="connsiteY28" fmla="*/ 86171 h 111796"/>
                  <a:gd name="connsiteX29" fmla="*/ 113464 w 196851"/>
                  <a:gd name="connsiteY29" fmla="*/ 85091 h 111796"/>
                  <a:gd name="connsiteX30" fmla="*/ 119676 w 196851"/>
                  <a:gd name="connsiteY30" fmla="*/ 84821 h 111796"/>
                  <a:gd name="connsiteX31" fmla="*/ 130803 w 196851"/>
                  <a:gd name="connsiteY31" fmla="*/ 84449 h 111796"/>
                  <a:gd name="connsiteX32" fmla="*/ 131448 w 196851"/>
                  <a:gd name="connsiteY32" fmla="*/ 84449 h 111796"/>
                  <a:gd name="connsiteX33" fmla="*/ 131024 w 196851"/>
                  <a:gd name="connsiteY33" fmla="*/ 85349 h 111796"/>
                  <a:gd name="connsiteX34" fmla="*/ 130803 w 196851"/>
                  <a:gd name="connsiteY34" fmla="*/ 85733 h 111796"/>
                  <a:gd name="connsiteX35" fmla="*/ 123852 w 196851"/>
                  <a:gd name="connsiteY35" fmla="*/ 97297 h 111796"/>
                  <a:gd name="connsiteX36" fmla="*/ 116888 w 196851"/>
                  <a:gd name="connsiteY36" fmla="*/ 108866 h 111796"/>
                  <a:gd name="connsiteX37" fmla="*/ 114959 w 196851"/>
                  <a:gd name="connsiteY37" fmla="*/ 109946 h 111796"/>
                  <a:gd name="connsiteX38" fmla="*/ 106710 w 196851"/>
                  <a:gd name="connsiteY38" fmla="*/ 110370 h 111796"/>
                  <a:gd name="connsiteX39" fmla="*/ 98472 w 196851"/>
                  <a:gd name="connsiteY39" fmla="*/ 110792 h 111796"/>
                  <a:gd name="connsiteX40" fmla="*/ 97192 w 196851"/>
                  <a:gd name="connsiteY40" fmla="*/ 110792 h 111796"/>
                  <a:gd name="connsiteX41" fmla="*/ 97620 w 196851"/>
                  <a:gd name="connsiteY41" fmla="*/ 109894 h 111796"/>
                  <a:gd name="connsiteX42" fmla="*/ 111973 w 196851"/>
                  <a:gd name="connsiteY42" fmla="*/ 86171 h 111796"/>
                  <a:gd name="connsiteX43" fmla="*/ 74062 w 196851"/>
                  <a:gd name="connsiteY43" fmla="*/ 87237 h 111796"/>
                  <a:gd name="connsiteX44" fmla="*/ 75553 w 196851"/>
                  <a:gd name="connsiteY44" fmla="*/ 88097 h 111796"/>
                  <a:gd name="connsiteX45" fmla="*/ 89907 w 196851"/>
                  <a:gd name="connsiteY45" fmla="*/ 109946 h 111796"/>
                  <a:gd name="connsiteX46" fmla="*/ 90166 w 196851"/>
                  <a:gd name="connsiteY46" fmla="*/ 110395 h 111796"/>
                  <a:gd name="connsiteX47" fmla="*/ 90331 w 196851"/>
                  <a:gd name="connsiteY47" fmla="*/ 110792 h 111796"/>
                  <a:gd name="connsiteX48" fmla="*/ 89689 w 196851"/>
                  <a:gd name="connsiteY48" fmla="*/ 110909 h 111796"/>
                  <a:gd name="connsiteX49" fmla="*/ 89047 w 196851"/>
                  <a:gd name="connsiteY49" fmla="*/ 111012 h 111796"/>
                  <a:gd name="connsiteX50" fmla="*/ 72340 w 196851"/>
                  <a:gd name="connsiteY50" fmla="*/ 111872 h 111796"/>
                  <a:gd name="connsiteX51" fmla="*/ 70849 w 196851"/>
                  <a:gd name="connsiteY51" fmla="*/ 111230 h 111796"/>
                  <a:gd name="connsiteX52" fmla="*/ 66635 w 196851"/>
                  <a:gd name="connsiteY52" fmla="*/ 104855 h 111796"/>
                  <a:gd name="connsiteX53" fmla="*/ 56282 w 196851"/>
                  <a:gd name="connsiteY53" fmla="*/ 88946 h 111796"/>
                  <a:gd name="connsiteX54" fmla="*/ 56023 w 196851"/>
                  <a:gd name="connsiteY54" fmla="*/ 88511 h 111796"/>
                  <a:gd name="connsiteX55" fmla="*/ 55857 w 196851"/>
                  <a:gd name="connsiteY55" fmla="*/ 88097 h 111796"/>
                  <a:gd name="connsiteX56" fmla="*/ 62070 w 196851"/>
                  <a:gd name="connsiteY56" fmla="*/ 87662 h 111796"/>
                  <a:gd name="connsiteX57" fmla="*/ 73483 w 196851"/>
                  <a:gd name="connsiteY57" fmla="*/ 87275 h 111796"/>
                  <a:gd name="connsiteX58" fmla="*/ 180724 w 196851"/>
                  <a:gd name="connsiteY58" fmla="*/ 81674 h 111796"/>
                  <a:gd name="connsiteX59" fmla="*/ 181791 w 196851"/>
                  <a:gd name="connsiteY59" fmla="*/ 82316 h 111796"/>
                  <a:gd name="connsiteX60" fmla="*/ 196351 w 196851"/>
                  <a:gd name="connsiteY60" fmla="*/ 104804 h 111796"/>
                  <a:gd name="connsiteX61" fmla="*/ 196568 w 196851"/>
                  <a:gd name="connsiteY61" fmla="*/ 105446 h 111796"/>
                  <a:gd name="connsiteX62" fmla="*/ 188217 w 196851"/>
                  <a:gd name="connsiteY62" fmla="*/ 105870 h 111796"/>
                  <a:gd name="connsiteX63" fmla="*/ 178578 w 196851"/>
                  <a:gd name="connsiteY63" fmla="*/ 106295 h 111796"/>
                  <a:gd name="connsiteX64" fmla="*/ 177076 w 196851"/>
                  <a:gd name="connsiteY64" fmla="*/ 105653 h 111796"/>
                  <a:gd name="connsiteX65" fmla="*/ 169801 w 196851"/>
                  <a:gd name="connsiteY65" fmla="*/ 94409 h 111796"/>
                  <a:gd name="connsiteX66" fmla="*/ 162516 w 196851"/>
                  <a:gd name="connsiteY66" fmla="*/ 83165 h 111796"/>
                  <a:gd name="connsiteX67" fmla="*/ 162516 w 196851"/>
                  <a:gd name="connsiteY67" fmla="*/ 83010 h 111796"/>
                  <a:gd name="connsiteX68" fmla="*/ 162298 w 196851"/>
                  <a:gd name="connsiteY68" fmla="*/ 82520 h 111796"/>
                  <a:gd name="connsiteX69" fmla="*/ 164814 w 196851"/>
                  <a:gd name="connsiteY69" fmla="*/ 82419 h 111796"/>
                  <a:gd name="connsiteX70" fmla="*/ 167013 w 196851"/>
                  <a:gd name="connsiteY70" fmla="*/ 82316 h 111796"/>
                  <a:gd name="connsiteX71" fmla="*/ 97206 w 196851"/>
                  <a:gd name="connsiteY71" fmla="*/ 60470 h 111796"/>
                  <a:gd name="connsiteX72" fmla="*/ 97206 w 196851"/>
                  <a:gd name="connsiteY72" fmla="*/ 57257 h 111796"/>
                  <a:gd name="connsiteX73" fmla="*/ 96567 w 196851"/>
                  <a:gd name="connsiteY73" fmla="*/ 47400 h 111796"/>
                  <a:gd name="connsiteX74" fmla="*/ 98055 w 196851"/>
                  <a:gd name="connsiteY74" fmla="*/ 45692 h 111796"/>
                  <a:gd name="connsiteX75" fmla="*/ 123117 w 196851"/>
                  <a:gd name="connsiteY75" fmla="*/ 39266 h 111796"/>
                  <a:gd name="connsiteX76" fmla="*/ 123669 w 196851"/>
                  <a:gd name="connsiteY76" fmla="*/ 39073 h 111796"/>
                  <a:gd name="connsiteX77" fmla="*/ 124180 w 196851"/>
                  <a:gd name="connsiteY77" fmla="*/ 38828 h 111796"/>
                  <a:gd name="connsiteX78" fmla="*/ 111549 w 196851"/>
                  <a:gd name="connsiteY78" fmla="*/ 31553 h 111796"/>
                  <a:gd name="connsiteX79" fmla="*/ 103363 w 196851"/>
                  <a:gd name="connsiteY79" fmla="*/ 26031 h 111796"/>
                  <a:gd name="connsiteX80" fmla="*/ 99342 w 196851"/>
                  <a:gd name="connsiteY80" fmla="*/ 23204 h 111796"/>
                  <a:gd name="connsiteX81" fmla="*/ 99984 w 196851"/>
                  <a:gd name="connsiteY81" fmla="*/ 22124 h 111796"/>
                  <a:gd name="connsiteX82" fmla="*/ 106731 w 196851"/>
                  <a:gd name="connsiteY82" fmla="*/ 11639 h 111796"/>
                  <a:gd name="connsiteX83" fmla="*/ 113478 w 196851"/>
                  <a:gd name="connsiteY83" fmla="*/ 1141 h 111796"/>
                  <a:gd name="connsiteX84" fmla="*/ 115842 w 196851"/>
                  <a:gd name="connsiteY84" fmla="*/ 278 h 111796"/>
                  <a:gd name="connsiteX85" fmla="*/ 122151 w 196851"/>
                  <a:gd name="connsiteY85" fmla="*/ 2849 h 111796"/>
                  <a:gd name="connsiteX86" fmla="*/ 128473 w 196851"/>
                  <a:gd name="connsiteY86" fmla="*/ 5420 h 111796"/>
                  <a:gd name="connsiteX87" fmla="*/ 130403 w 196851"/>
                  <a:gd name="connsiteY87" fmla="*/ 5855 h 111796"/>
                  <a:gd name="connsiteX88" fmla="*/ 145719 w 196851"/>
                  <a:gd name="connsiteY88" fmla="*/ 4996 h 111796"/>
                  <a:gd name="connsiteX89" fmla="*/ 161025 w 196851"/>
                  <a:gd name="connsiteY89" fmla="*/ 4133 h 111796"/>
                  <a:gd name="connsiteX90" fmla="*/ 169932 w 196851"/>
                  <a:gd name="connsiteY90" fmla="*/ 3698 h 111796"/>
                  <a:gd name="connsiteX91" fmla="*/ 178157 w 196851"/>
                  <a:gd name="connsiteY91" fmla="*/ 3284 h 111796"/>
                  <a:gd name="connsiteX92" fmla="*/ 189514 w 196851"/>
                  <a:gd name="connsiteY92" fmla="*/ 2642 h 111796"/>
                  <a:gd name="connsiteX93" fmla="*/ 191019 w 196851"/>
                  <a:gd name="connsiteY93" fmla="*/ 3930 h 111796"/>
                  <a:gd name="connsiteX94" fmla="*/ 191019 w 196851"/>
                  <a:gd name="connsiteY94" fmla="*/ 17617 h 111796"/>
                  <a:gd name="connsiteX95" fmla="*/ 190160 w 196851"/>
                  <a:gd name="connsiteY95" fmla="*/ 19763 h 111796"/>
                  <a:gd name="connsiteX96" fmla="*/ 169598 w 196851"/>
                  <a:gd name="connsiteY96" fmla="*/ 35183 h 111796"/>
                  <a:gd name="connsiteX97" fmla="*/ 168093 w 196851"/>
                  <a:gd name="connsiteY97" fmla="*/ 36046 h 111796"/>
                  <a:gd name="connsiteX98" fmla="*/ 173004 w 196851"/>
                  <a:gd name="connsiteY98" fmla="*/ 36919 h 111796"/>
                  <a:gd name="connsiteX99" fmla="*/ 176241 w 196851"/>
                  <a:gd name="connsiteY99" fmla="*/ 37537 h 111796"/>
                  <a:gd name="connsiteX100" fmla="*/ 178270 w 196851"/>
                  <a:gd name="connsiteY100" fmla="*/ 37806 h 111796"/>
                  <a:gd name="connsiteX101" fmla="*/ 195723 w 196851"/>
                  <a:gd name="connsiteY101" fmla="*/ 40326 h 111796"/>
                  <a:gd name="connsiteX102" fmla="*/ 196803 w 196851"/>
                  <a:gd name="connsiteY102" fmla="*/ 41185 h 111796"/>
                  <a:gd name="connsiteX103" fmla="*/ 196803 w 196851"/>
                  <a:gd name="connsiteY103" fmla="*/ 55103 h 111796"/>
                  <a:gd name="connsiteX104" fmla="*/ 196582 w 196851"/>
                  <a:gd name="connsiteY104" fmla="*/ 55321 h 111796"/>
                  <a:gd name="connsiteX105" fmla="*/ 193590 w 196851"/>
                  <a:gd name="connsiteY105" fmla="*/ 55103 h 111796"/>
                  <a:gd name="connsiteX106" fmla="*/ 158250 w 196851"/>
                  <a:gd name="connsiteY106" fmla="*/ 49102 h 111796"/>
                  <a:gd name="connsiteX107" fmla="*/ 152891 w 196851"/>
                  <a:gd name="connsiteY107" fmla="*/ 47721 h 111796"/>
                  <a:gd name="connsiteX108" fmla="*/ 147531 w 196851"/>
                  <a:gd name="connsiteY108" fmla="*/ 46341 h 111796"/>
                  <a:gd name="connsiteX109" fmla="*/ 145605 w 196851"/>
                  <a:gd name="connsiteY109" fmla="*/ 46548 h 111796"/>
                  <a:gd name="connsiteX110" fmla="*/ 98493 w 196851"/>
                  <a:gd name="connsiteY110" fmla="*/ 60260 h 111796"/>
                  <a:gd name="connsiteX111" fmla="*/ 97206 w 196851"/>
                  <a:gd name="connsiteY111" fmla="*/ 60480 h 111796"/>
                  <a:gd name="connsiteX112" fmla="*/ 123500 w 196851"/>
                  <a:gd name="connsiteY112" fmla="*/ 20412 h 111796"/>
                  <a:gd name="connsiteX113" fmla="*/ 123756 w 196851"/>
                  <a:gd name="connsiteY113" fmla="*/ 20619 h 111796"/>
                  <a:gd name="connsiteX114" fmla="*/ 146668 w 196851"/>
                  <a:gd name="connsiteY114" fmla="*/ 30462 h 111796"/>
                  <a:gd name="connsiteX115" fmla="*/ 148159 w 196851"/>
                  <a:gd name="connsiteY115" fmla="*/ 30255 h 111796"/>
                  <a:gd name="connsiteX116" fmla="*/ 151707 w 196851"/>
                  <a:gd name="connsiteY116" fmla="*/ 28495 h 111796"/>
                  <a:gd name="connsiteX117" fmla="*/ 162516 w 196851"/>
                  <a:gd name="connsiteY117" fmla="*/ 22973 h 111796"/>
                  <a:gd name="connsiteX118" fmla="*/ 170226 w 196851"/>
                  <a:gd name="connsiteY118" fmla="*/ 18259 h 111796"/>
                  <a:gd name="connsiteX119" fmla="*/ 170032 w 196851"/>
                  <a:gd name="connsiteY119" fmla="*/ 18024 h 111796"/>
                  <a:gd name="connsiteX120" fmla="*/ 170005 w 196851"/>
                  <a:gd name="connsiteY120" fmla="*/ 17834 h 111796"/>
                  <a:gd name="connsiteX121" fmla="*/ 125633 w 196851"/>
                  <a:gd name="connsiteY121" fmla="*/ 20057 h 111796"/>
                  <a:gd name="connsiteX122" fmla="*/ 123321 w 196851"/>
                  <a:gd name="connsiteY122" fmla="*/ 20185 h 1117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196851" h="111796">
                    <a:moveTo>
                      <a:pt x="15796" y="29627"/>
                    </a:moveTo>
                    <a:lnTo>
                      <a:pt x="1018" y="28343"/>
                    </a:lnTo>
                    <a:cubicBezTo>
                      <a:pt x="566" y="28262"/>
                      <a:pt x="266" y="27829"/>
                      <a:pt x="348" y="27377"/>
                    </a:cubicBezTo>
                    <a:cubicBezTo>
                      <a:pt x="354" y="27338"/>
                      <a:pt x="364" y="27300"/>
                      <a:pt x="376" y="27263"/>
                    </a:cubicBezTo>
                    <a:lnTo>
                      <a:pt x="376" y="12702"/>
                    </a:lnTo>
                    <a:cubicBezTo>
                      <a:pt x="382" y="12617"/>
                      <a:pt x="423" y="12538"/>
                      <a:pt x="490" y="12485"/>
                    </a:cubicBezTo>
                    <a:cubicBezTo>
                      <a:pt x="554" y="12435"/>
                      <a:pt x="593" y="12359"/>
                      <a:pt x="594" y="12278"/>
                    </a:cubicBezTo>
                    <a:lnTo>
                      <a:pt x="7013" y="12920"/>
                    </a:lnTo>
                    <a:cubicBezTo>
                      <a:pt x="11793" y="13510"/>
                      <a:pt x="16742" y="13921"/>
                      <a:pt x="21532" y="14335"/>
                    </a:cubicBezTo>
                    <a:lnTo>
                      <a:pt x="22654" y="14411"/>
                    </a:lnTo>
                    <a:cubicBezTo>
                      <a:pt x="24580" y="14632"/>
                      <a:pt x="26561" y="14797"/>
                      <a:pt x="28521" y="14953"/>
                    </a:cubicBezTo>
                    <a:cubicBezTo>
                      <a:pt x="30481" y="15108"/>
                      <a:pt x="32479" y="15270"/>
                      <a:pt x="34405" y="15491"/>
                    </a:cubicBezTo>
                    <a:cubicBezTo>
                      <a:pt x="35047" y="15491"/>
                      <a:pt x="35485" y="15491"/>
                      <a:pt x="35485" y="16340"/>
                    </a:cubicBezTo>
                    <a:lnTo>
                      <a:pt x="35485" y="30911"/>
                    </a:lnTo>
                    <a:cubicBezTo>
                      <a:pt x="35367" y="31023"/>
                      <a:pt x="35290" y="31173"/>
                      <a:pt x="35268" y="31335"/>
                    </a:cubicBezTo>
                    <a:lnTo>
                      <a:pt x="28200" y="30693"/>
                    </a:lnTo>
                    <a:cubicBezTo>
                      <a:pt x="24124" y="30476"/>
                      <a:pt x="19845" y="30051"/>
                      <a:pt x="15776" y="29627"/>
                    </a:cubicBezTo>
                    <a:close/>
                    <a:moveTo>
                      <a:pt x="27158" y="41192"/>
                    </a:moveTo>
                    <a:lnTo>
                      <a:pt x="34226" y="41834"/>
                    </a:lnTo>
                    <a:cubicBezTo>
                      <a:pt x="34867" y="41834"/>
                      <a:pt x="35509" y="42041"/>
                      <a:pt x="35292" y="42683"/>
                    </a:cubicBezTo>
                    <a:lnTo>
                      <a:pt x="35292" y="57036"/>
                    </a:lnTo>
                    <a:cubicBezTo>
                      <a:pt x="35282" y="57150"/>
                      <a:pt x="35247" y="57259"/>
                      <a:pt x="35188" y="57357"/>
                    </a:cubicBezTo>
                    <a:cubicBezTo>
                      <a:pt x="35128" y="57456"/>
                      <a:pt x="35088" y="57567"/>
                      <a:pt x="35071" y="57681"/>
                    </a:cubicBezTo>
                    <a:cubicBezTo>
                      <a:pt x="23365" y="56619"/>
                      <a:pt x="11658" y="55548"/>
                      <a:pt x="-48" y="54468"/>
                    </a:cubicBezTo>
                    <a:lnTo>
                      <a:pt x="-48" y="38828"/>
                    </a:lnTo>
                    <a:cubicBezTo>
                      <a:pt x="1168" y="38792"/>
                      <a:pt x="2384" y="38865"/>
                      <a:pt x="3586" y="39045"/>
                    </a:cubicBezTo>
                    <a:cubicBezTo>
                      <a:pt x="7558" y="39370"/>
                      <a:pt x="11465" y="39735"/>
                      <a:pt x="15372" y="40115"/>
                    </a:cubicBezTo>
                    <a:cubicBezTo>
                      <a:pt x="19279" y="40495"/>
                      <a:pt x="23185" y="40871"/>
                      <a:pt x="27158" y="41192"/>
                    </a:cubicBezTo>
                    <a:close/>
                    <a:moveTo>
                      <a:pt x="111973" y="86171"/>
                    </a:moveTo>
                    <a:cubicBezTo>
                      <a:pt x="112177" y="85733"/>
                      <a:pt x="113040" y="85091"/>
                      <a:pt x="113464" y="85091"/>
                    </a:cubicBezTo>
                    <a:cubicBezTo>
                      <a:pt x="115570" y="85029"/>
                      <a:pt x="117640" y="84925"/>
                      <a:pt x="119676" y="84821"/>
                    </a:cubicBezTo>
                    <a:cubicBezTo>
                      <a:pt x="123473" y="84628"/>
                      <a:pt x="127193" y="84449"/>
                      <a:pt x="130803" y="84449"/>
                    </a:cubicBezTo>
                    <a:lnTo>
                      <a:pt x="131448" y="84449"/>
                    </a:lnTo>
                    <a:cubicBezTo>
                      <a:pt x="131353" y="84769"/>
                      <a:pt x="131210" y="85072"/>
                      <a:pt x="131024" y="85349"/>
                    </a:cubicBezTo>
                    <a:lnTo>
                      <a:pt x="130803" y="85733"/>
                    </a:lnTo>
                    <a:cubicBezTo>
                      <a:pt x="128453" y="89588"/>
                      <a:pt x="126154" y="93446"/>
                      <a:pt x="123852" y="97297"/>
                    </a:cubicBezTo>
                    <a:cubicBezTo>
                      <a:pt x="121550" y="101149"/>
                      <a:pt x="119238" y="105011"/>
                      <a:pt x="116888" y="108866"/>
                    </a:cubicBezTo>
                    <a:cubicBezTo>
                      <a:pt x="116478" y="109538"/>
                      <a:pt x="115746" y="109948"/>
                      <a:pt x="114959" y="109946"/>
                    </a:cubicBezTo>
                    <a:cubicBezTo>
                      <a:pt x="112170" y="110049"/>
                      <a:pt x="109437" y="110201"/>
                      <a:pt x="106710" y="110370"/>
                    </a:cubicBezTo>
                    <a:cubicBezTo>
                      <a:pt x="103984" y="110540"/>
                      <a:pt x="101247" y="110691"/>
                      <a:pt x="98472" y="110792"/>
                    </a:cubicBezTo>
                    <a:lnTo>
                      <a:pt x="97192" y="110792"/>
                    </a:lnTo>
                    <a:cubicBezTo>
                      <a:pt x="97291" y="110473"/>
                      <a:pt x="97435" y="110171"/>
                      <a:pt x="97620" y="109894"/>
                    </a:cubicBezTo>
                    <a:cubicBezTo>
                      <a:pt x="102353" y="101957"/>
                      <a:pt x="107137" y="94049"/>
                      <a:pt x="111973" y="86171"/>
                    </a:cubicBezTo>
                    <a:close/>
                    <a:moveTo>
                      <a:pt x="74062" y="87237"/>
                    </a:moveTo>
                    <a:cubicBezTo>
                      <a:pt x="74487" y="87237"/>
                      <a:pt x="75129" y="87662"/>
                      <a:pt x="75553" y="88097"/>
                    </a:cubicBezTo>
                    <a:cubicBezTo>
                      <a:pt x="80271" y="95372"/>
                      <a:pt x="84985" y="102657"/>
                      <a:pt x="89907" y="109946"/>
                    </a:cubicBezTo>
                    <a:cubicBezTo>
                      <a:pt x="90026" y="110074"/>
                      <a:pt x="90114" y="110228"/>
                      <a:pt x="90166" y="110395"/>
                    </a:cubicBezTo>
                    <a:lnTo>
                      <a:pt x="90331" y="110792"/>
                    </a:lnTo>
                    <a:cubicBezTo>
                      <a:pt x="90113" y="110806"/>
                      <a:pt x="89898" y="110846"/>
                      <a:pt x="89689" y="110909"/>
                    </a:cubicBezTo>
                    <a:cubicBezTo>
                      <a:pt x="89480" y="110969"/>
                      <a:pt x="89265" y="111004"/>
                      <a:pt x="89047" y="111012"/>
                    </a:cubicBezTo>
                    <a:cubicBezTo>
                      <a:pt x="83481" y="111437"/>
                      <a:pt x="77917" y="111654"/>
                      <a:pt x="72340" y="111872"/>
                    </a:cubicBezTo>
                    <a:cubicBezTo>
                      <a:pt x="71916" y="111872"/>
                      <a:pt x="71056" y="111654"/>
                      <a:pt x="70849" y="111230"/>
                    </a:cubicBezTo>
                    <a:lnTo>
                      <a:pt x="66635" y="104855"/>
                    </a:lnTo>
                    <a:cubicBezTo>
                      <a:pt x="63126" y="99561"/>
                      <a:pt x="59657" y="94319"/>
                      <a:pt x="56282" y="88946"/>
                    </a:cubicBezTo>
                    <a:cubicBezTo>
                      <a:pt x="56165" y="88821"/>
                      <a:pt x="56077" y="88673"/>
                      <a:pt x="56023" y="88511"/>
                    </a:cubicBezTo>
                    <a:cubicBezTo>
                      <a:pt x="55980" y="88368"/>
                      <a:pt x="55925" y="88229"/>
                      <a:pt x="55857" y="88097"/>
                    </a:cubicBezTo>
                    <a:cubicBezTo>
                      <a:pt x="58001" y="87879"/>
                      <a:pt x="60137" y="87662"/>
                      <a:pt x="62070" y="87662"/>
                    </a:cubicBezTo>
                    <a:cubicBezTo>
                      <a:pt x="65952" y="87662"/>
                      <a:pt x="69628" y="87469"/>
                      <a:pt x="73483" y="87275"/>
                    </a:cubicBezTo>
                    <a:close/>
                    <a:moveTo>
                      <a:pt x="180724" y="81674"/>
                    </a:moveTo>
                    <a:cubicBezTo>
                      <a:pt x="181149" y="81674"/>
                      <a:pt x="181573" y="82095"/>
                      <a:pt x="181791" y="82316"/>
                    </a:cubicBezTo>
                    <a:cubicBezTo>
                      <a:pt x="186712" y="89808"/>
                      <a:pt x="191647" y="97297"/>
                      <a:pt x="196351" y="104804"/>
                    </a:cubicBezTo>
                    <a:cubicBezTo>
                      <a:pt x="196323" y="105039"/>
                      <a:pt x="196403" y="105276"/>
                      <a:pt x="196568" y="105446"/>
                    </a:cubicBezTo>
                    <a:cubicBezTo>
                      <a:pt x="193782" y="105480"/>
                      <a:pt x="190998" y="105622"/>
                      <a:pt x="188217" y="105870"/>
                    </a:cubicBezTo>
                    <a:cubicBezTo>
                      <a:pt x="185004" y="106091"/>
                      <a:pt x="181791" y="106295"/>
                      <a:pt x="178578" y="106295"/>
                    </a:cubicBezTo>
                    <a:cubicBezTo>
                      <a:pt x="178157" y="106295"/>
                      <a:pt x="177294" y="106091"/>
                      <a:pt x="177076" y="105653"/>
                    </a:cubicBezTo>
                    <a:cubicBezTo>
                      <a:pt x="174624" y="101912"/>
                      <a:pt x="172199" y="98164"/>
                      <a:pt x="169801" y="94409"/>
                    </a:cubicBezTo>
                    <a:cubicBezTo>
                      <a:pt x="167385" y="90668"/>
                      <a:pt x="164970" y="86916"/>
                      <a:pt x="162516" y="83165"/>
                    </a:cubicBezTo>
                    <a:lnTo>
                      <a:pt x="162516" y="83010"/>
                    </a:lnTo>
                    <a:cubicBezTo>
                      <a:pt x="162464" y="82838"/>
                      <a:pt x="162391" y="82673"/>
                      <a:pt x="162298" y="82520"/>
                    </a:cubicBezTo>
                    <a:cubicBezTo>
                      <a:pt x="163196" y="82520"/>
                      <a:pt x="164024" y="82471"/>
                      <a:pt x="164814" y="82419"/>
                    </a:cubicBezTo>
                    <a:cubicBezTo>
                      <a:pt x="165560" y="82354"/>
                      <a:pt x="166295" y="82316"/>
                      <a:pt x="167013" y="82316"/>
                    </a:cubicBezTo>
                    <a:close/>
                    <a:moveTo>
                      <a:pt x="97206" y="60470"/>
                    </a:moveTo>
                    <a:lnTo>
                      <a:pt x="97206" y="57257"/>
                    </a:lnTo>
                    <a:cubicBezTo>
                      <a:pt x="97206" y="53827"/>
                      <a:pt x="97206" y="50393"/>
                      <a:pt x="96567" y="47400"/>
                    </a:cubicBezTo>
                    <a:cubicBezTo>
                      <a:pt x="96567" y="46331"/>
                      <a:pt x="96988" y="45896"/>
                      <a:pt x="98055" y="45692"/>
                    </a:cubicBezTo>
                    <a:lnTo>
                      <a:pt x="123117" y="39266"/>
                    </a:lnTo>
                    <a:cubicBezTo>
                      <a:pt x="123294" y="39183"/>
                      <a:pt x="123479" y="39118"/>
                      <a:pt x="123669" y="39073"/>
                    </a:cubicBezTo>
                    <a:cubicBezTo>
                      <a:pt x="123857" y="39032"/>
                      <a:pt x="124031" y="38949"/>
                      <a:pt x="124180" y="38828"/>
                    </a:cubicBezTo>
                    <a:cubicBezTo>
                      <a:pt x="119904" y="36478"/>
                      <a:pt x="115621" y="34124"/>
                      <a:pt x="111549" y="31553"/>
                    </a:cubicBezTo>
                    <a:cubicBezTo>
                      <a:pt x="108747" y="29825"/>
                      <a:pt x="106018" y="27984"/>
                      <a:pt x="103363" y="26031"/>
                    </a:cubicBezTo>
                    <a:cubicBezTo>
                      <a:pt x="102038" y="25082"/>
                      <a:pt x="100702" y="24129"/>
                      <a:pt x="99342" y="23204"/>
                    </a:cubicBezTo>
                    <a:cubicBezTo>
                      <a:pt x="99512" y="22820"/>
                      <a:pt x="99727" y="22457"/>
                      <a:pt x="99984" y="22124"/>
                    </a:cubicBezTo>
                    <a:cubicBezTo>
                      <a:pt x="102231" y="18590"/>
                      <a:pt x="104471" y="15122"/>
                      <a:pt x="106731" y="11639"/>
                    </a:cubicBezTo>
                    <a:cubicBezTo>
                      <a:pt x="108992" y="8157"/>
                      <a:pt x="111218" y="4675"/>
                      <a:pt x="113478" y="1141"/>
                    </a:cubicBezTo>
                    <a:cubicBezTo>
                      <a:pt x="114120" y="71"/>
                      <a:pt x="114555" y="-146"/>
                      <a:pt x="115842" y="278"/>
                    </a:cubicBezTo>
                    <a:lnTo>
                      <a:pt x="122151" y="2849"/>
                    </a:lnTo>
                    <a:cubicBezTo>
                      <a:pt x="124246" y="3709"/>
                      <a:pt x="126327" y="4575"/>
                      <a:pt x="128473" y="5420"/>
                    </a:cubicBezTo>
                    <a:cubicBezTo>
                      <a:pt x="129089" y="5668"/>
                      <a:pt x="129740" y="5815"/>
                      <a:pt x="130403" y="5855"/>
                    </a:cubicBezTo>
                    <a:cubicBezTo>
                      <a:pt x="135541" y="5534"/>
                      <a:pt x="140632" y="5265"/>
                      <a:pt x="145719" y="4996"/>
                    </a:cubicBezTo>
                    <a:cubicBezTo>
                      <a:pt x="150806" y="4727"/>
                      <a:pt x="155886" y="4454"/>
                      <a:pt x="161025" y="4133"/>
                    </a:cubicBezTo>
                    <a:cubicBezTo>
                      <a:pt x="164007" y="4030"/>
                      <a:pt x="166975" y="3864"/>
                      <a:pt x="169932" y="3698"/>
                    </a:cubicBezTo>
                    <a:cubicBezTo>
                      <a:pt x="172693" y="3543"/>
                      <a:pt x="175454" y="3388"/>
                      <a:pt x="178157" y="3284"/>
                    </a:cubicBezTo>
                    <a:lnTo>
                      <a:pt x="189514" y="2642"/>
                    </a:lnTo>
                    <a:cubicBezTo>
                      <a:pt x="190802" y="2425"/>
                      <a:pt x="191019" y="2849"/>
                      <a:pt x="191019" y="3930"/>
                    </a:cubicBezTo>
                    <a:lnTo>
                      <a:pt x="191019" y="17617"/>
                    </a:lnTo>
                    <a:cubicBezTo>
                      <a:pt x="191060" y="18424"/>
                      <a:pt x="190746" y="19208"/>
                      <a:pt x="190160" y="19763"/>
                    </a:cubicBezTo>
                    <a:cubicBezTo>
                      <a:pt x="183975" y="25740"/>
                      <a:pt x="177067" y="30920"/>
                      <a:pt x="169598" y="35183"/>
                    </a:cubicBezTo>
                    <a:cubicBezTo>
                      <a:pt x="169076" y="35435"/>
                      <a:pt x="168574" y="35723"/>
                      <a:pt x="168093" y="36046"/>
                    </a:cubicBezTo>
                    <a:cubicBezTo>
                      <a:pt x="169853" y="36301"/>
                      <a:pt x="171447" y="36612"/>
                      <a:pt x="173004" y="36919"/>
                    </a:cubicBezTo>
                    <a:cubicBezTo>
                      <a:pt x="174094" y="37150"/>
                      <a:pt x="175161" y="37358"/>
                      <a:pt x="176241" y="37537"/>
                    </a:cubicBezTo>
                    <a:lnTo>
                      <a:pt x="178270" y="37806"/>
                    </a:lnTo>
                    <a:cubicBezTo>
                      <a:pt x="184055" y="38576"/>
                      <a:pt x="189966" y="39363"/>
                      <a:pt x="195723" y="40326"/>
                    </a:cubicBezTo>
                    <a:cubicBezTo>
                      <a:pt x="196161" y="40326"/>
                      <a:pt x="196803" y="40967"/>
                      <a:pt x="196803" y="41185"/>
                    </a:cubicBezTo>
                    <a:lnTo>
                      <a:pt x="196803" y="55103"/>
                    </a:lnTo>
                    <a:lnTo>
                      <a:pt x="196582" y="55321"/>
                    </a:lnTo>
                    <a:cubicBezTo>
                      <a:pt x="195580" y="55357"/>
                      <a:pt x="194577" y="55284"/>
                      <a:pt x="193590" y="55103"/>
                    </a:cubicBezTo>
                    <a:cubicBezTo>
                      <a:pt x="181587" y="53599"/>
                      <a:pt x="169815" y="51890"/>
                      <a:pt x="158250" y="49102"/>
                    </a:cubicBezTo>
                    <a:cubicBezTo>
                      <a:pt x="156425" y="48677"/>
                      <a:pt x="154651" y="48201"/>
                      <a:pt x="152891" y="47721"/>
                    </a:cubicBezTo>
                    <a:cubicBezTo>
                      <a:pt x="151130" y="47242"/>
                      <a:pt x="149325" y="46762"/>
                      <a:pt x="147531" y="46341"/>
                    </a:cubicBezTo>
                    <a:cubicBezTo>
                      <a:pt x="146882" y="46307"/>
                      <a:pt x="146232" y="46377"/>
                      <a:pt x="145605" y="46548"/>
                    </a:cubicBezTo>
                    <a:cubicBezTo>
                      <a:pt x="130420" y="52332"/>
                      <a:pt x="114545" y="56622"/>
                      <a:pt x="98493" y="60260"/>
                    </a:cubicBezTo>
                    <a:cubicBezTo>
                      <a:pt x="98089" y="60439"/>
                      <a:pt x="97647" y="60515"/>
                      <a:pt x="97206" y="60480"/>
                    </a:cubicBezTo>
                    <a:close/>
                    <a:moveTo>
                      <a:pt x="123500" y="20412"/>
                    </a:moveTo>
                    <a:cubicBezTo>
                      <a:pt x="123562" y="20540"/>
                      <a:pt x="123614" y="20619"/>
                      <a:pt x="123756" y="20619"/>
                    </a:cubicBezTo>
                    <a:cubicBezTo>
                      <a:pt x="131036" y="24676"/>
                      <a:pt x="138714" y="27973"/>
                      <a:pt x="146668" y="30462"/>
                    </a:cubicBezTo>
                    <a:cubicBezTo>
                      <a:pt x="147096" y="30680"/>
                      <a:pt x="147738" y="30462"/>
                      <a:pt x="148159" y="30255"/>
                    </a:cubicBezTo>
                    <a:lnTo>
                      <a:pt x="151707" y="28495"/>
                    </a:lnTo>
                    <a:cubicBezTo>
                      <a:pt x="155306" y="26711"/>
                      <a:pt x="158982" y="24899"/>
                      <a:pt x="162516" y="22973"/>
                    </a:cubicBezTo>
                    <a:cubicBezTo>
                      <a:pt x="165087" y="21689"/>
                      <a:pt x="167655" y="19977"/>
                      <a:pt x="170226" y="18259"/>
                    </a:cubicBezTo>
                    <a:cubicBezTo>
                      <a:pt x="170098" y="18128"/>
                      <a:pt x="170046" y="18090"/>
                      <a:pt x="170032" y="18024"/>
                    </a:cubicBezTo>
                    <a:cubicBezTo>
                      <a:pt x="170007" y="17964"/>
                      <a:pt x="169997" y="17899"/>
                      <a:pt x="170005" y="17834"/>
                    </a:cubicBezTo>
                    <a:cubicBezTo>
                      <a:pt x="155165" y="18449"/>
                      <a:pt x="140477" y="19246"/>
                      <a:pt x="125633" y="20057"/>
                    </a:cubicBezTo>
                    <a:lnTo>
                      <a:pt x="123321" y="20185"/>
                    </a:lnTo>
                    <a:close/>
                  </a:path>
                </a:pathLst>
              </a:custGeom>
              <a:solidFill>
                <a:srgbClr val="FFFFFF"/>
              </a:solidFill>
              <a:ln w="332" cap="flat">
                <a:noFill/>
                <a:prstDash val="solid"/>
                <a:miter/>
              </a:ln>
            </p:spPr>
            <p:txBody>
              <a:bodyPr rtlCol="0" anchor="ctr"/>
              <a:lstStyle/>
              <a:p>
                <a:endParaRPr lang="zh-CN" altLang="en-US"/>
              </a:p>
            </p:txBody>
          </p:sp>
          <p:sp>
            <p:nvSpPr>
              <p:cNvPr id="24" name="任意多边形: 形状 23">
                <a:extLst>
                  <a:ext uri="{FF2B5EF4-FFF2-40B4-BE49-F238E27FC236}">
                    <a16:creationId xmlns:a16="http://schemas.microsoft.com/office/drawing/2014/main" id="{7CAC22E5-71FB-3BEF-9C6F-661E13EBE44C}"/>
                  </a:ext>
                </a:extLst>
              </p:cNvPr>
              <p:cNvSpPr/>
              <p:nvPr/>
            </p:nvSpPr>
            <p:spPr>
              <a:xfrm>
                <a:off x="7855415" y="3957473"/>
                <a:ext cx="205589" cy="110102"/>
              </a:xfrm>
              <a:custGeom>
                <a:avLst/>
                <a:gdLst>
                  <a:gd name="connsiteX0" fmla="*/ 95025 w 205589"/>
                  <a:gd name="connsiteY0" fmla="*/ 73961 h 110102"/>
                  <a:gd name="connsiteX1" fmla="*/ 91166 w 205589"/>
                  <a:gd name="connsiteY1" fmla="*/ 74168 h 110102"/>
                  <a:gd name="connsiteX2" fmla="*/ 69745 w 205589"/>
                  <a:gd name="connsiteY2" fmla="*/ 75245 h 110102"/>
                  <a:gd name="connsiteX3" fmla="*/ 61521 w 205589"/>
                  <a:gd name="connsiteY3" fmla="*/ 75631 h 110102"/>
                  <a:gd name="connsiteX4" fmla="*/ 60976 w 205589"/>
                  <a:gd name="connsiteY4" fmla="*/ 75686 h 110102"/>
                  <a:gd name="connsiteX5" fmla="*/ 59895 w 205589"/>
                  <a:gd name="connsiteY5" fmla="*/ 76328 h 110102"/>
                  <a:gd name="connsiteX6" fmla="*/ 35696 w 205589"/>
                  <a:gd name="connsiteY6" fmla="*/ 102902 h 110102"/>
                  <a:gd name="connsiteX7" fmla="*/ 29694 w 205589"/>
                  <a:gd name="connsiteY7" fmla="*/ 108248 h 110102"/>
                  <a:gd name="connsiteX8" fmla="*/ 29349 w 205589"/>
                  <a:gd name="connsiteY8" fmla="*/ 108428 h 110102"/>
                  <a:gd name="connsiteX9" fmla="*/ 28193 w 205589"/>
                  <a:gd name="connsiteY9" fmla="*/ 108890 h 110102"/>
                  <a:gd name="connsiteX10" fmla="*/ 5702 w 205589"/>
                  <a:gd name="connsiteY10" fmla="*/ 110177 h 110102"/>
                  <a:gd name="connsiteX11" fmla="*/ 3776 w 205589"/>
                  <a:gd name="connsiteY11" fmla="*/ 110177 h 110102"/>
                  <a:gd name="connsiteX12" fmla="*/ 13929 w 205589"/>
                  <a:gd name="connsiteY12" fmla="*/ 101284 h 110102"/>
                  <a:gd name="connsiteX13" fmla="*/ 39758 w 205589"/>
                  <a:gd name="connsiteY13" fmla="*/ 77201 h 110102"/>
                  <a:gd name="connsiteX14" fmla="*/ 36127 w 205589"/>
                  <a:gd name="connsiteY14" fmla="*/ 77201 h 110102"/>
                  <a:gd name="connsiteX15" fmla="*/ 5412 w 205589"/>
                  <a:gd name="connsiteY15" fmla="*/ 78910 h 110102"/>
                  <a:gd name="connsiteX16" fmla="*/ 798 w 205589"/>
                  <a:gd name="connsiteY16" fmla="*/ 79131 h 110102"/>
                  <a:gd name="connsiteX17" fmla="*/ -48 w 205589"/>
                  <a:gd name="connsiteY17" fmla="*/ 78268 h 110102"/>
                  <a:gd name="connsiteX18" fmla="*/ -48 w 205589"/>
                  <a:gd name="connsiteY18" fmla="*/ 65398 h 110102"/>
                  <a:gd name="connsiteX19" fmla="*/ 156 w 205589"/>
                  <a:gd name="connsiteY19" fmla="*/ 64970 h 110102"/>
                  <a:gd name="connsiteX20" fmla="*/ 3486 w 205589"/>
                  <a:gd name="connsiteY20" fmla="*/ 64753 h 110102"/>
                  <a:gd name="connsiteX21" fmla="*/ 6799 w 205589"/>
                  <a:gd name="connsiteY21" fmla="*/ 64536 h 110102"/>
                  <a:gd name="connsiteX22" fmla="*/ 17722 w 205589"/>
                  <a:gd name="connsiteY22" fmla="*/ 64008 h 110102"/>
                  <a:gd name="connsiteX23" fmla="*/ 28645 w 205589"/>
                  <a:gd name="connsiteY23" fmla="*/ 63469 h 110102"/>
                  <a:gd name="connsiteX24" fmla="*/ 48141 w 205589"/>
                  <a:gd name="connsiteY24" fmla="*/ 62403 h 110102"/>
                  <a:gd name="connsiteX25" fmla="*/ 50070 w 205589"/>
                  <a:gd name="connsiteY25" fmla="*/ 61116 h 110102"/>
                  <a:gd name="connsiteX26" fmla="*/ 53707 w 205589"/>
                  <a:gd name="connsiteY26" fmla="*/ 45903 h 110102"/>
                  <a:gd name="connsiteX27" fmla="*/ 55416 w 205589"/>
                  <a:gd name="connsiteY27" fmla="*/ 17206 h 110102"/>
                  <a:gd name="connsiteX28" fmla="*/ 55530 w 205589"/>
                  <a:gd name="connsiteY28" fmla="*/ 9714 h 110102"/>
                  <a:gd name="connsiteX29" fmla="*/ 55633 w 205589"/>
                  <a:gd name="connsiteY29" fmla="*/ 2208 h 110102"/>
                  <a:gd name="connsiteX30" fmla="*/ 57138 w 205589"/>
                  <a:gd name="connsiteY30" fmla="*/ 720 h 110102"/>
                  <a:gd name="connsiteX31" fmla="*/ 63664 w 205589"/>
                  <a:gd name="connsiteY31" fmla="*/ 396 h 110102"/>
                  <a:gd name="connsiteX32" fmla="*/ 70194 w 205589"/>
                  <a:gd name="connsiteY32" fmla="*/ 75 h 110102"/>
                  <a:gd name="connsiteX33" fmla="*/ 71505 w 205589"/>
                  <a:gd name="connsiteY33" fmla="*/ 254 h 110102"/>
                  <a:gd name="connsiteX34" fmla="*/ 71698 w 205589"/>
                  <a:gd name="connsiteY34" fmla="*/ 1566 h 110102"/>
                  <a:gd name="connsiteX35" fmla="*/ 70836 w 205589"/>
                  <a:gd name="connsiteY35" fmla="*/ 30276 h 110102"/>
                  <a:gd name="connsiteX36" fmla="*/ 67623 w 205589"/>
                  <a:gd name="connsiteY36" fmla="*/ 56619 h 110102"/>
                  <a:gd name="connsiteX37" fmla="*/ 66339 w 205589"/>
                  <a:gd name="connsiteY37" fmla="*/ 61323 h 110102"/>
                  <a:gd name="connsiteX38" fmla="*/ 82597 w 205589"/>
                  <a:gd name="connsiteY38" fmla="*/ 60474 h 110102"/>
                  <a:gd name="connsiteX39" fmla="*/ 98876 w 205589"/>
                  <a:gd name="connsiteY39" fmla="*/ 59614 h 110102"/>
                  <a:gd name="connsiteX40" fmla="*/ 98876 w 205589"/>
                  <a:gd name="connsiteY40" fmla="*/ 73764 h 110102"/>
                  <a:gd name="connsiteX41" fmla="*/ 95025 w 205589"/>
                  <a:gd name="connsiteY41" fmla="*/ 73981 h 110102"/>
                  <a:gd name="connsiteX42" fmla="*/ 205542 w 205589"/>
                  <a:gd name="connsiteY42" fmla="*/ 67100 h 110102"/>
                  <a:gd name="connsiteX43" fmla="*/ 204254 w 205589"/>
                  <a:gd name="connsiteY43" fmla="*/ 68384 h 110102"/>
                  <a:gd name="connsiteX44" fmla="*/ 188513 w 205589"/>
                  <a:gd name="connsiteY44" fmla="*/ 69143 h 110102"/>
                  <a:gd name="connsiteX45" fmla="*/ 172769 w 205589"/>
                  <a:gd name="connsiteY45" fmla="*/ 69888 h 110102"/>
                  <a:gd name="connsiteX46" fmla="*/ 168918 w 205589"/>
                  <a:gd name="connsiteY46" fmla="*/ 69988 h 110102"/>
                  <a:gd name="connsiteX47" fmla="*/ 165059 w 205589"/>
                  <a:gd name="connsiteY47" fmla="*/ 70106 h 110102"/>
                  <a:gd name="connsiteX48" fmla="*/ 163558 w 205589"/>
                  <a:gd name="connsiteY48" fmla="*/ 71597 h 110102"/>
                  <a:gd name="connsiteX49" fmla="*/ 163558 w 205589"/>
                  <a:gd name="connsiteY49" fmla="*/ 100086 h 110102"/>
                  <a:gd name="connsiteX50" fmla="*/ 163337 w 205589"/>
                  <a:gd name="connsiteY50" fmla="*/ 101591 h 110102"/>
                  <a:gd name="connsiteX51" fmla="*/ 161846 w 205589"/>
                  <a:gd name="connsiteY51" fmla="*/ 101794 h 110102"/>
                  <a:gd name="connsiteX52" fmla="*/ 150281 w 205589"/>
                  <a:gd name="connsiteY52" fmla="*/ 102440 h 110102"/>
                  <a:gd name="connsiteX53" fmla="*/ 147275 w 205589"/>
                  <a:gd name="connsiteY53" fmla="*/ 102440 h 110102"/>
                  <a:gd name="connsiteX54" fmla="*/ 147275 w 205589"/>
                  <a:gd name="connsiteY54" fmla="*/ 71172 h 110102"/>
                  <a:gd name="connsiteX55" fmla="*/ 125982 w 205589"/>
                  <a:gd name="connsiteY55" fmla="*/ 72277 h 110102"/>
                  <a:gd name="connsiteX56" fmla="*/ 105934 w 205589"/>
                  <a:gd name="connsiteY56" fmla="*/ 73312 h 110102"/>
                  <a:gd name="connsiteX57" fmla="*/ 105727 w 205589"/>
                  <a:gd name="connsiteY57" fmla="*/ 72246 h 110102"/>
                  <a:gd name="connsiteX58" fmla="*/ 105727 w 205589"/>
                  <a:gd name="connsiteY58" fmla="*/ 60256 h 110102"/>
                  <a:gd name="connsiteX59" fmla="*/ 107011 w 205589"/>
                  <a:gd name="connsiteY59" fmla="*/ 58969 h 110102"/>
                  <a:gd name="connsiteX60" fmla="*/ 115262 w 205589"/>
                  <a:gd name="connsiteY60" fmla="*/ 58548 h 110102"/>
                  <a:gd name="connsiteX61" fmla="*/ 123500 w 205589"/>
                  <a:gd name="connsiteY61" fmla="*/ 58110 h 110102"/>
                  <a:gd name="connsiteX62" fmla="*/ 131393 w 205589"/>
                  <a:gd name="connsiteY62" fmla="*/ 57685 h 110102"/>
                  <a:gd name="connsiteX63" fmla="*/ 147269 w 205589"/>
                  <a:gd name="connsiteY63" fmla="*/ 56826 h 110102"/>
                  <a:gd name="connsiteX64" fmla="*/ 147269 w 205589"/>
                  <a:gd name="connsiteY64" fmla="*/ 50838 h 110102"/>
                  <a:gd name="connsiteX65" fmla="*/ 147344 w 205589"/>
                  <a:gd name="connsiteY65" fmla="*/ 49247 h 110102"/>
                  <a:gd name="connsiteX66" fmla="*/ 149194 w 205589"/>
                  <a:gd name="connsiteY66" fmla="*/ 48902 h 110102"/>
                  <a:gd name="connsiteX67" fmla="*/ 162046 w 205589"/>
                  <a:gd name="connsiteY67" fmla="*/ 48260 h 110102"/>
                  <a:gd name="connsiteX68" fmla="*/ 163551 w 205589"/>
                  <a:gd name="connsiteY68" fmla="*/ 48284 h 110102"/>
                  <a:gd name="connsiteX69" fmla="*/ 163769 w 205589"/>
                  <a:gd name="connsiteY69" fmla="*/ 49751 h 110102"/>
                  <a:gd name="connsiteX70" fmla="*/ 163769 w 205589"/>
                  <a:gd name="connsiteY70" fmla="*/ 55117 h 110102"/>
                  <a:gd name="connsiteX71" fmla="*/ 164835 w 205589"/>
                  <a:gd name="connsiteY71" fmla="*/ 56184 h 110102"/>
                  <a:gd name="connsiteX72" fmla="*/ 174088 w 205589"/>
                  <a:gd name="connsiteY72" fmla="*/ 55670 h 110102"/>
                  <a:gd name="connsiteX73" fmla="*/ 183689 w 205589"/>
                  <a:gd name="connsiteY73" fmla="*/ 55117 h 110102"/>
                  <a:gd name="connsiteX74" fmla="*/ 193324 w 205589"/>
                  <a:gd name="connsiteY74" fmla="*/ 54693 h 110102"/>
                  <a:gd name="connsiteX75" fmla="*/ 204247 w 205589"/>
                  <a:gd name="connsiteY75" fmla="*/ 54051 h 110102"/>
                  <a:gd name="connsiteX76" fmla="*/ 205535 w 205589"/>
                  <a:gd name="connsiteY76" fmla="*/ 55335 h 1101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205589" h="110102">
                    <a:moveTo>
                      <a:pt x="95025" y="73961"/>
                    </a:moveTo>
                    <a:cubicBezTo>
                      <a:pt x="93737" y="74013"/>
                      <a:pt x="92454" y="74064"/>
                      <a:pt x="91166" y="74168"/>
                    </a:cubicBezTo>
                    <a:cubicBezTo>
                      <a:pt x="83881" y="74603"/>
                      <a:pt x="76596" y="75027"/>
                      <a:pt x="69745" y="75245"/>
                    </a:cubicBezTo>
                    <a:cubicBezTo>
                      <a:pt x="66932" y="75245"/>
                      <a:pt x="64309" y="75428"/>
                      <a:pt x="61521" y="75631"/>
                    </a:cubicBezTo>
                    <a:lnTo>
                      <a:pt x="60976" y="75686"/>
                    </a:lnTo>
                    <a:cubicBezTo>
                      <a:pt x="60537" y="75686"/>
                      <a:pt x="60113" y="76111"/>
                      <a:pt x="59895" y="76328"/>
                    </a:cubicBezTo>
                    <a:cubicBezTo>
                      <a:pt x="53266" y="86609"/>
                      <a:pt x="44476" y="94744"/>
                      <a:pt x="35696" y="102902"/>
                    </a:cubicBezTo>
                    <a:cubicBezTo>
                      <a:pt x="33690" y="104679"/>
                      <a:pt x="31689" y="106460"/>
                      <a:pt x="29694" y="108248"/>
                    </a:cubicBezTo>
                    <a:lnTo>
                      <a:pt x="29349" y="108428"/>
                    </a:lnTo>
                    <a:cubicBezTo>
                      <a:pt x="29002" y="108664"/>
                      <a:pt x="28607" y="108822"/>
                      <a:pt x="28193" y="108890"/>
                    </a:cubicBezTo>
                    <a:lnTo>
                      <a:pt x="5702" y="110177"/>
                    </a:lnTo>
                    <a:lnTo>
                      <a:pt x="3776" y="110177"/>
                    </a:lnTo>
                    <a:cubicBezTo>
                      <a:pt x="7141" y="107171"/>
                      <a:pt x="10533" y="104228"/>
                      <a:pt x="13929" y="101284"/>
                    </a:cubicBezTo>
                    <a:cubicBezTo>
                      <a:pt x="22833" y="93574"/>
                      <a:pt x="31685" y="85888"/>
                      <a:pt x="39758" y="77201"/>
                    </a:cubicBezTo>
                    <a:lnTo>
                      <a:pt x="36127" y="77201"/>
                    </a:lnTo>
                    <a:cubicBezTo>
                      <a:pt x="25895" y="77919"/>
                      <a:pt x="15657" y="78489"/>
                      <a:pt x="5412" y="78910"/>
                    </a:cubicBezTo>
                    <a:cubicBezTo>
                      <a:pt x="3859" y="78962"/>
                      <a:pt x="2306" y="79013"/>
                      <a:pt x="798" y="79131"/>
                    </a:cubicBezTo>
                    <a:cubicBezTo>
                      <a:pt x="156" y="79131"/>
                      <a:pt x="-48" y="78910"/>
                      <a:pt x="-48" y="78268"/>
                    </a:cubicBezTo>
                    <a:lnTo>
                      <a:pt x="-48" y="65398"/>
                    </a:lnTo>
                    <a:cubicBezTo>
                      <a:pt x="62" y="65280"/>
                      <a:pt x="133" y="65131"/>
                      <a:pt x="156" y="64970"/>
                    </a:cubicBezTo>
                    <a:cubicBezTo>
                      <a:pt x="1236" y="64857"/>
                      <a:pt x="2354" y="64805"/>
                      <a:pt x="3486" y="64753"/>
                    </a:cubicBezTo>
                    <a:cubicBezTo>
                      <a:pt x="4618" y="64701"/>
                      <a:pt x="5733" y="64653"/>
                      <a:pt x="6799" y="64536"/>
                    </a:cubicBezTo>
                    <a:cubicBezTo>
                      <a:pt x="10437" y="64332"/>
                      <a:pt x="14088" y="64163"/>
                      <a:pt x="17722" y="64008"/>
                    </a:cubicBezTo>
                    <a:cubicBezTo>
                      <a:pt x="21356" y="63852"/>
                      <a:pt x="25007" y="63687"/>
                      <a:pt x="28645" y="63469"/>
                    </a:cubicBezTo>
                    <a:cubicBezTo>
                      <a:pt x="35071" y="63045"/>
                      <a:pt x="41715" y="62606"/>
                      <a:pt x="48141" y="62403"/>
                    </a:cubicBezTo>
                    <a:cubicBezTo>
                      <a:pt x="49207" y="62403"/>
                      <a:pt x="49632" y="61965"/>
                      <a:pt x="50070" y="61116"/>
                    </a:cubicBezTo>
                    <a:cubicBezTo>
                      <a:pt x="51805" y="56184"/>
                      <a:pt x="53024" y="51086"/>
                      <a:pt x="53707" y="45903"/>
                    </a:cubicBezTo>
                    <a:cubicBezTo>
                      <a:pt x="54991" y="36481"/>
                      <a:pt x="55209" y="26842"/>
                      <a:pt x="55416" y="17206"/>
                    </a:cubicBezTo>
                    <a:cubicBezTo>
                      <a:pt x="55416" y="14739"/>
                      <a:pt x="55478" y="12233"/>
                      <a:pt x="55530" y="9714"/>
                    </a:cubicBezTo>
                    <a:cubicBezTo>
                      <a:pt x="55581" y="7194"/>
                      <a:pt x="55633" y="4675"/>
                      <a:pt x="55633" y="2208"/>
                    </a:cubicBezTo>
                    <a:cubicBezTo>
                      <a:pt x="55633" y="1141"/>
                      <a:pt x="56058" y="720"/>
                      <a:pt x="57138" y="720"/>
                    </a:cubicBezTo>
                    <a:lnTo>
                      <a:pt x="63664" y="396"/>
                    </a:lnTo>
                    <a:lnTo>
                      <a:pt x="70194" y="75"/>
                    </a:lnTo>
                    <a:cubicBezTo>
                      <a:pt x="70953" y="75"/>
                      <a:pt x="71326" y="75"/>
                      <a:pt x="71505" y="254"/>
                    </a:cubicBezTo>
                    <a:cubicBezTo>
                      <a:pt x="71685" y="434"/>
                      <a:pt x="71698" y="820"/>
                      <a:pt x="71698" y="1566"/>
                    </a:cubicBezTo>
                    <a:cubicBezTo>
                      <a:pt x="71477" y="11205"/>
                      <a:pt x="71274" y="20637"/>
                      <a:pt x="70836" y="30276"/>
                    </a:cubicBezTo>
                    <a:cubicBezTo>
                      <a:pt x="70411" y="39052"/>
                      <a:pt x="69769" y="47829"/>
                      <a:pt x="67623" y="56619"/>
                    </a:cubicBezTo>
                    <a:cubicBezTo>
                      <a:pt x="67198" y="58110"/>
                      <a:pt x="66774" y="59614"/>
                      <a:pt x="66339" y="61323"/>
                    </a:cubicBezTo>
                    <a:cubicBezTo>
                      <a:pt x="71736" y="61005"/>
                      <a:pt x="77156" y="60722"/>
                      <a:pt x="82597" y="60474"/>
                    </a:cubicBezTo>
                    <a:cubicBezTo>
                      <a:pt x="87995" y="60204"/>
                      <a:pt x="93417" y="59935"/>
                      <a:pt x="98876" y="59614"/>
                    </a:cubicBezTo>
                    <a:lnTo>
                      <a:pt x="98876" y="73764"/>
                    </a:lnTo>
                    <a:cubicBezTo>
                      <a:pt x="97592" y="73868"/>
                      <a:pt x="96309" y="73916"/>
                      <a:pt x="95025" y="73981"/>
                    </a:cubicBezTo>
                    <a:close/>
                    <a:moveTo>
                      <a:pt x="205542" y="67100"/>
                    </a:moveTo>
                    <a:cubicBezTo>
                      <a:pt x="205542" y="68177"/>
                      <a:pt x="205103" y="68384"/>
                      <a:pt x="204254" y="68384"/>
                    </a:cubicBezTo>
                    <a:cubicBezTo>
                      <a:pt x="198998" y="68601"/>
                      <a:pt x="193756" y="68874"/>
                      <a:pt x="188513" y="69143"/>
                    </a:cubicBezTo>
                    <a:cubicBezTo>
                      <a:pt x="183271" y="69412"/>
                      <a:pt x="178015" y="69668"/>
                      <a:pt x="172769" y="69888"/>
                    </a:cubicBezTo>
                    <a:cubicBezTo>
                      <a:pt x="171485" y="69888"/>
                      <a:pt x="170202" y="69940"/>
                      <a:pt x="168918" y="69988"/>
                    </a:cubicBezTo>
                    <a:cubicBezTo>
                      <a:pt x="167634" y="70037"/>
                      <a:pt x="166347" y="70106"/>
                      <a:pt x="165059" y="70106"/>
                    </a:cubicBezTo>
                    <a:cubicBezTo>
                      <a:pt x="163983" y="70106"/>
                      <a:pt x="163558" y="70530"/>
                      <a:pt x="163558" y="71597"/>
                    </a:cubicBezTo>
                    <a:lnTo>
                      <a:pt x="163558" y="100086"/>
                    </a:lnTo>
                    <a:cubicBezTo>
                      <a:pt x="163558" y="100949"/>
                      <a:pt x="163558" y="101373"/>
                      <a:pt x="163337" y="101591"/>
                    </a:cubicBezTo>
                    <a:cubicBezTo>
                      <a:pt x="163116" y="101808"/>
                      <a:pt x="162695" y="101794"/>
                      <a:pt x="161846" y="101794"/>
                    </a:cubicBezTo>
                    <a:lnTo>
                      <a:pt x="150281" y="102440"/>
                    </a:lnTo>
                    <a:lnTo>
                      <a:pt x="147275" y="102440"/>
                    </a:lnTo>
                    <a:lnTo>
                      <a:pt x="147275" y="71172"/>
                    </a:lnTo>
                    <a:cubicBezTo>
                      <a:pt x="140128" y="71517"/>
                      <a:pt x="133050" y="71894"/>
                      <a:pt x="125982" y="72277"/>
                    </a:cubicBezTo>
                    <a:cubicBezTo>
                      <a:pt x="119286" y="72639"/>
                      <a:pt x="112615" y="72998"/>
                      <a:pt x="105934" y="73312"/>
                    </a:cubicBezTo>
                    <a:cubicBezTo>
                      <a:pt x="105783" y="72978"/>
                      <a:pt x="105712" y="72612"/>
                      <a:pt x="105727" y="72246"/>
                    </a:cubicBezTo>
                    <a:lnTo>
                      <a:pt x="105727" y="60256"/>
                    </a:lnTo>
                    <a:cubicBezTo>
                      <a:pt x="105727" y="59393"/>
                      <a:pt x="106151" y="58969"/>
                      <a:pt x="107011" y="58969"/>
                    </a:cubicBezTo>
                    <a:cubicBezTo>
                      <a:pt x="109803" y="58869"/>
                      <a:pt x="112533" y="58714"/>
                      <a:pt x="115262" y="58548"/>
                    </a:cubicBezTo>
                    <a:cubicBezTo>
                      <a:pt x="117992" y="58382"/>
                      <a:pt x="120726" y="58227"/>
                      <a:pt x="123500" y="58110"/>
                    </a:cubicBezTo>
                    <a:cubicBezTo>
                      <a:pt x="126147" y="57982"/>
                      <a:pt x="128770" y="57827"/>
                      <a:pt x="131393" y="57685"/>
                    </a:cubicBezTo>
                    <a:lnTo>
                      <a:pt x="147269" y="56826"/>
                    </a:lnTo>
                    <a:lnTo>
                      <a:pt x="147269" y="50838"/>
                    </a:lnTo>
                    <a:cubicBezTo>
                      <a:pt x="147269" y="49889"/>
                      <a:pt x="147165" y="49457"/>
                      <a:pt x="147344" y="49247"/>
                    </a:cubicBezTo>
                    <a:cubicBezTo>
                      <a:pt x="147524" y="49036"/>
                      <a:pt x="147986" y="49016"/>
                      <a:pt x="149194" y="48902"/>
                    </a:cubicBezTo>
                    <a:lnTo>
                      <a:pt x="162046" y="48260"/>
                    </a:lnTo>
                    <a:cubicBezTo>
                      <a:pt x="162909" y="48143"/>
                      <a:pt x="163330" y="48091"/>
                      <a:pt x="163551" y="48284"/>
                    </a:cubicBezTo>
                    <a:cubicBezTo>
                      <a:pt x="163772" y="48477"/>
                      <a:pt x="163769" y="48902"/>
                      <a:pt x="163769" y="49751"/>
                    </a:cubicBezTo>
                    <a:lnTo>
                      <a:pt x="163769" y="55117"/>
                    </a:lnTo>
                    <a:cubicBezTo>
                      <a:pt x="163769" y="55977"/>
                      <a:pt x="163976" y="56184"/>
                      <a:pt x="164835" y="56184"/>
                    </a:cubicBezTo>
                    <a:cubicBezTo>
                      <a:pt x="167941" y="55977"/>
                      <a:pt x="171047" y="55821"/>
                      <a:pt x="174088" y="55670"/>
                    </a:cubicBezTo>
                    <a:cubicBezTo>
                      <a:pt x="177301" y="55500"/>
                      <a:pt x="180500" y="55324"/>
                      <a:pt x="183689" y="55117"/>
                    </a:cubicBezTo>
                    <a:cubicBezTo>
                      <a:pt x="186902" y="55117"/>
                      <a:pt x="190111" y="54897"/>
                      <a:pt x="193324" y="54693"/>
                    </a:cubicBezTo>
                    <a:lnTo>
                      <a:pt x="204247" y="54051"/>
                    </a:lnTo>
                    <a:cubicBezTo>
                      <a:pt x="205314" y="54051"/>
                      <a:pt x="205535" y="54472"/>
                      <a:pt x="205535" y="55335"/>
                    </a:cubicBezTo>
                    <a:close/>
                  </a:path>
                </a:pathLst>
              </a:custGeom>
              <a:solidFill>
                <a:srgbClr val="FFFFFF"/>
              </a:solidFill>
              <a:ln w="332" cap="flat">
                <a:noFill/>
                <a:prstDash val="solid"/>
                <a:miter/>
              </a:ln>
            </p:spPr>
            <p:txBody>
              <a:bodyPr rtlCol="0" anchor="ctr"/>
              <a:lstStyle/>
              <a:p>
                <a:endParaRPr lang="zh-CN" altLang="en-US"/>
              </a:p>
            </p:txBody>
          </p:sp>
        </p:grpSp>
      </p:grpSp>
      <p:grpSp>
        <p:nvGrpSpPr>
          <p:cNvPr id="37" name="组合 36">
            <a:extLst>
              <a:ext uri="{FF2B5EF4-FFF2-40B4-BE49-F238E27FC236}">
                <a16:creationId xmlns:a16="http://schemas.microsoft.com/office/drawing/2014/main" id="{90549284-4DD9-6296-179A-00214DB79B27}"/>
              </a:ext>
            </a:extLst>
          </p:cNvPr>
          <p:cNvGrpSpPr/>
          <p:nvPr/>
        </p:nvGrpSpPr>
        <p:grpSpPr>
          <a:xfrm>
            <a:off x="4495651" y="3254342"/>
            <a:ext cx="1368000" cy="1368000"/>
            <a:chOff x="5050952" y="3219662"/>
            <a:chExt cx="1509223" cy="1509222"/>
          </a:xfrm>
        </p:grpSpPr>
        <p:sp>
          <p:nvSpPr>
            <p:cNvPr id="34" name="矩形: 圆角 33">
              <a:extLst>
                <a:ext uri="{FF2B5EF4-FFF2-40B4-BE49-F238E27FC236}">
                  <a16:creationId xmlns:a16="http://schemas.microsoft.com/office/drawing/2014/main" id="{A9B35EC6-336E-6B9A-DD1B-7D97CC384B60}"/>
                </a:ext>
              </a:extLst>
            </p:cNvPr>
            <p:cNvSpPr/>
            <p:nvPr/>
          </p:nvSpPr>
          <p:spPr>
            <a:xfrm>
              <a:off x="5050952" y="3219662"/>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36" name="组合 35">
              <a:extLst>
                <a:ext uri="{FF2B5EF4-FFF2-40B4-BE49-F238E27FC236}">
                  <a16:creationId xmlns:a16="http://schemas.microsoft.com/office/drawing/2014/main" id="{39D250B7-DD83-E1D2-4E5C-811B7244EDED}"/>
                </a:ext>
              </a:extLst>
            </p:cNvPr>
            <p:cNvGrpSpPr/>
            <p:nvPr/>
          </p:nvGrpSpPr>
          <p:grpSpPr>
            <a:xfrm>
              <a:off x="5114101" y="3284941"/>
              <a:ext cx="1389535" cy="1389536"/>
              <a:chOff x="5070027" y="3312010"/>
              <a:chExt cx="1389535" cy="1389536"/>
            </a:xfrm>
          </p:grpSpPr>
          <p:pic>
            <p:nvPicPr>
              <p:cNvPr id="1030" name="Picture 6">
                <a:extLst>
                  <a:ext uri="{FF2B5EF4-FFF2-40B4-BE49-F238E27FC236}">
                    <a16:creationId xmlns:a16="http://schemas.microsoft.com/office/drawing/2014/main" id="{C630B8D8-6416-B311-6D39-6261D48D7CB5}"/>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0027" y="3312010"/>
                <a:ext cx="1389535" cy="1389536"/>
              </a:xfrm>
              <a:prstGeom prst="rect">
                <a:avLst/>
              </a:prstGeom>
              <a:noFill/>
              <a:extLst>
                <a:ext uri="{909E8E84-426E-40DD-AFC4-6F175D3DCCD1}">
                  <a14:hiddenFill xmlns:a14="http://schemas.microsoft.com/office/drawing/2010/main">
                    <a:solidFill>
                      <a:srgbClr val="FFFFFF"/>
                    </a:solidFill>
                  </a14:hiddenFill>
                </a:ext>
              </a:extLst>
            </p:spPr>
          </p:pic>
          <p:grpSp>
            <p:nvGrpSpPr>
              <p:cNvPr id="13" name="组合 12">
                <a:extLst>
                  <a:ext uri="{FF2B5EF4-FFF2-40B4-BE49-F238E27FC236}">
                    <a16:creationId xmlns:a16="http://schemas.microsoft.com/office/drawing/2014/main" id="{1BD4347D-9C84-AB27-CAC2-E70960D955FD}"/>
                  </a:ext>
                </a:extLst>
              </p:cNvPr>
              <p:cNvGrpSpPr/>
              <p:nvPr/>
            </p:nvGrpSpPr>
            <p:grpSpPr>
              <a:xfrm>
                <a:off x="5617194" y="3859178"/>
                <a:ext cx="295200" cy="295200"/>
                <a:chOff x="5638852" y="3880835"/>
                <a:chExt cx="295200" cy="295200"/>
              </a:xfrm>
            </p:grpSpPr>
            <p:sp>
              <p:nvSpPr>
                <p:cNvPr id="53" name="任意多边形: 形状 52">
                  <a:extLst>
                    <a:ext uri="{FF2B5EF4-FFF2-40B4-BE49-F238E27FC236}">
                      <a16:creationId xmlns:a16="http://schemas.microsoft.com/office/drawing/2014/main" id="{C73A9DAE-4636-3402-9D80-82A247E0BB6F}"/>
                    </a:ext>
                  </a:extLst>
                </p:cNvPr>
                <p:cNvSpPr/>
                <p:nvPr/>
              </p:nvSpPr>
              <p:spPr>
                <a:xfrm>
                  <a:off x="5638852" y="3880835"/>
                  <a:ext cx="295200" cy="295200"/>
                </a:xfrm>
                <a:custGeom>
                  <a:avLst/>
                  <a:gdLst>
                    <a:gd name="connsiteX0" fmla="*/ 292103 w 1622810"/>
                    <a:gd name="connsiteY0" fmla="*/ 111 h 1622810"/>
                    <a:gd name="connsiteX1" fmla="*/ 1330686 w 1622810"/>
                    <a:gd name="connsiteY1" fmla="*/ 111 h 1622810"/>
                    <a:gd name="connsiteX2" fmla="*/ 1622799 w 1622810"/>
                    <a:gd name="connsiteY2" fmla="*/ 292205 h 1622810"/>
                    <a:gd name="connsiteX3" fmla="*/ 1622799 w 1622810"/>
                    <a:gd name="connsiteY3" fmla="*/ 1330808 h 1622810"/>
                    <a:gd name="connsiteX4" fmla="*/ 1330686 w 1622810"/>
                    <a:gd name="connsiteY4" fmla="*/ 1622921 h 1622810"/>
                    <a:gd name="connsiteX5" fmla="*/ 292103 w 1622810"/>
                    <a:gd name="connsiteY5" fmla="*/ 1622921 h 1622810"/>
                    <a:gd name="connsiteX6" fmla="*/ -11 w 1622810"/>
                    <a:gd name="connsiteY6" fmla="*/ 1330808 h 1622810"/>
                    <a:gd name="connsiteX7" fmla="*/ -11 w 1622810"/>
                    <a:gd name="connsiteY7" fmla="*/ 292205 h 1622810"/>
                    <a:gd name="connsiteX8" fmla="*/ 292103 w 1622810"/>
                    <a:gd name="connsiteY8" fmla="*/ 111 h 1622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22810" h="1622810">
                      <a:moveTo>
                        <a:pt x="292103" y="111"/>
                      </a:moveTo>
                      <a:lnTo>
                        <a:pt x="1330686" y="111"/>
                      </a:lnTo>
                      <a:cubicBezTo>
                        <a:pt x="1525429" y="111"/>
                        <a:pt x="1622799" y="97476"/>
                        <a:pt x="1622799" y="292205"/>
                      </a:cubicBezTo>
                      <a:lnTo>
                        <a:pt x="1622799" y="1330808"/>
                      </a:lnTo>
                      <a:cubicBezTo>
                        <a:pt x="1622799" y="1525551"/>
                        <a:pt x="1525429" y="1622921"/>
                        <a:pt x="1330686" y="1622921"/>
                      </a:cubicBezTo>
                      <a:lnTo>
                        <a:pt x="292103" y="1622921"/>
                      </a:lnTo>
                      <a:cubicBezTo>
                        <a:pt x="97360" y="1622921"/>
                        <a:pt x="-11" y="1525551"/>
                        <a:pt x="-11" y="1330808"/>
                      </a:cubicBezTo>
                      <a:lnTo>
                        <a:pt x="-11" y="292205"/>
                      </a:lnTo>
                      <a:cubicBezTo>
                        <a:pt x="-11" y="97476"/>
                        <a:pt x="97360" y="111"/>
                        <a:pt x="292103" y="111"/>
                      </a:cubicBezTo>
                      <a:close/>
                    </a:path>
                  </a:pathLst>
                </a:custGeom>
                <a:solidFill>
                  <a:srgbClr val="111111"/>
                </a:solidFill>
                <a:ln w="12700" cap="flat">
                  <a:solidFill>
                    <a:srgbClr val="FFFFFF"/>
                  </a:solidFill>
                  <a:prstDash val="solid"/>
                  <a:miter/>
                </a:ln>
              </p:spPr>
              <p:txBody>
                <a:bodyPr rtlCol="0" anchor="ctr"/>
                <a:lstStyle/>
                <a:p>
                  <a:endParaRPr lang="zh-CN" altLang="en-US"/>
                </a:p>
              </p:txBody>
            </p:sp>
            <p:grpSp>
              <p:nvGrpSpPr>
                <p:cNvPr id="10" name="组合 9">
                  <a:extLst>
                    <a:ext uri="{FF2B5EF4-FFF2-40B4-BE49-F238E27FC236}">
                      <a16:creationId xmlns:a16="http://schemas.microsoft.com/office/drawing/2014/main" id="{E57A8968-DFBE-04AC-7EE6-E7B454498D74}"/>
                    </a:ext>
                  </a:extLst>
                </p:cNvPr>
                <p:cNvGrpSpPr/>
                <p:nvPr/>
              </p:nvGrpSpPr>
              <p:grpSpPr>
                <a:xfrm>
                  <a:off x="5705964" y="3927149"/>
                  <a:ext cx="160977" cy="202573"/>
                  <a:chOff x="5679421" y="3904200"/>
                  <a:chExt cx="160977" cy="202573"/>
                </a:xfrm>
              </p:grpSpPr>
              <p:sp>
                <p:nvSpPr>
                  <p:cNvPr id="54" name="任意多边形: 形状 53">
                    <a:extLst>
                      <a:ext uri="{FF2B5EF4-FFF2-40B4-BE49-F238E27FC236}">
                        <a16:creationId xmlns:a16="http://schemas.microsoft.com/office/drawing/2014/main" id="{2041520E-72A6-C128-C242-267D2AC8F1D0}"/>
                      </a:ext>
                    </a:extLst>
                  </p:cNvPr>
                  <p:cNvSpPr/>
                  <p:nvPr/>
                </p:nvSpPr>
                <p:spPr>
                  <a:xfrm>
                    <a:off x="5689100" y="3913883"/>
                    <a:ext cx="151298" cy="192890"/>
                  </a:xfrm>
                  <a:custGeom>
                    <a:avLst/>
                    <a:gdLst>
                      <a:gd name="connsiteX0" fmla="*/ -11 w 974755"/>
                      <a:gd name="connsiteY0" fmla="*/ 849927 h 1242721"/>
                      <a:gd name="connsiteX1" fmla="*/ 389804 w 974755"/>
                      <a:gd name="connsiteY1" fmla="*/ 460112 h 1242721"/>
                      <a:gd name="connsiteX2" fmla="*/ 389804 w 974755"/>
                      <a:gd name="connsiteY2" fmla="*/ 694005 h 1242721"/>
                      <a:gd name="connsiteX3" fmla="*/ 233882 w 974755"/>
                      <a:gd name="connsiteY3" fmla="*/ 849908 h 1242721"/>
                      <a:gd name="connsiteX4" fmla="*/ 366290 w 974755"/>
                      <a:gd name="connsiteY4" fmla="*/ 1008960 h 1242721"/>
                      <a:gd name="connsiteX5" fmla="*/ 514566 w 974755"/>
                      <a:gd name="connsiteY5" fmla="*/ 886615 h 1242721"/>
                      <a:gd name="connsiteX6" fmla="*/ 514566 w 974755"/>
                      <a:gd name="connsiteY6" fmla="*/ 111 h 1242721"/>
                      <a:gd name="connsiteX7" fmla="*/ 763792 w 974755"/>
                      <a:gd name="connsiteY7" fmla="*/ 111 h 1242721"/>
                      <a:gd name="connsiteX8" fmla="*/ 974745 w 974755"/>
                      <a:gd name="connsiteY8" fmla="*/ 210886 h 1242721"/>
                      <a:gd name="connsiteX9" fmla="*/ 974547 w 974755"/>
                      <a:gd name="connsiteY9" fmla="*/ 444344 h 1242721"/>
                      <a:gd name="connsiteX10" fmla="*/ 748518 w 974755"/>
                      <a:gd name="connsiteY10" fmla="*/ 382676 h 1242721"/>
                      <a:gd name="connsiteX11" fmla="*/ 748518 w 974755"/>
                      <a:gd name="connsiteY11" fmla="*/ 886615 h 1242721"/>
                      <a:gd name="connsiteX12" fmla="*/ 366369 w 974755"/>
                      <a:gd name="connsiteY12" fmla="*/ 1242833 h 1242721"/>
                      <a:gd name="connsiteX13" fmla="*/ 88 w 974755"/>
                      <a:gd name="connsiteY13" fmla="*/ 849927 h 124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721">
                        <a:moveTo>
                          <a:pt x="-11" y="849927"/>
                        </a:moveTo>
                        <a:cubicBezTo>
                          <a:pt x="227" y="634754"/>
                          <a:pt x="174612" y="460370"/>
                          <a:pt x="389804" y="460112"/>
                        </a:cubicBezTo>
                        <a:lnTo>
                          <a:pt x="389804" y="694005"/>
                        </a:lnTo>
                        <a:cubicBezTo>
                          <a:pt x="303735" y="694092"/>
                          <a:pt x="233981" y="763838"/>
                          <a:pt x="233882" y="849908"/>
                        </a:cubicBezTo>
                        <a:cubicBezTo>
                          <a:pt x="233882" y="926531"/>
                          <a:pt x="275324" y="1008960"/>
                          <a:pt x="366290" y="1008960"/>
                        </a:cubicBezTo>
                        <a:cubicBezTo>
                          <a:pt x="372352" y="1008960"/>
                          <a:pt x="514566" y="1007553"/>
                          <a:pt x="514566" y="886615"/>
                        </a:cubicBezTo>
                        <a:lnTo>
                          <a:pt x="514566" y="111"/>
                        </a:lnTo>
                        <a:lnTo>
                          <a:pt x="763792" y="111"/>
                        </a:lnTo>
                        <a:cubicBezTo>
                          <a:pt x="764053" y="116480"/>
                          <a:pt x="858377" y="210724"/>
                          <a:pt x="974745" y="210886"/>
                        </a:cubicBezTo>
                        <a:lnTo>
                          <a:pt x="974547" y="444344"/>
                        </a:lnTo>
                        <a:cubicBezTo>
                          <a:pt x="894967" y="444958"/>
                          <a:pt x="816759" y="423621"/>
                          <a:pt x="748518" y="382676"/>
                        </a:cubicBezTo>
                        <a:lnTo>
                          <a:pt x="748518" y="886615"/>
                        </a:lnTo>
                        <a:cubicBezTo>
                          <a:pt x="748518" y="1117992"/>
                          <a:pt x="551630" y="1242833"/>
                          <a:pt x="366369" y="1242833"/>
                        </a:cubicBezTo>
                        <a:cubicBezTo>
                          <a:pt x="157575" y="1242833"/>
                          <a:pt x="88" y="1073935"/>
                          <a:pt x="88" y="849927"/>
                        </a:cubicBezTo>
                        <a:close/>
                      </a:path>
                    </a:pathLst>
                  </a:custGeom>
                  <a:solidFill>
                    <a:srgbClr val="FF4040"/>
                  </a:solidFill>
                  <a:ln w="1977" cap="flat">
                    <a:noFill/>
                    <a:prstDash val="solid"/>
                    <a:miter/>
                  </a:ln>
                </p:spPr>
                <p:txBody>
                  <a:bodyPr rtlCol="0" anchor="ctr"/>
                  <a:lstStyle/>
                  <a:p>
                    <a:endParaRPr lang="zh-CN" altLang="en-US"/>
                  </a:p>
                </p:txBody>
              </p:sp>
              <p:sp>
                <p:nvSpPr>
                  <p:cNvPr id="55" name="任意多边形: 形状 54">
                    <a:extLst>
                      <a:ext uri="{FF2B5EF4-FFF2-40B4-BE49-F238E27FC236}">
                        <a16:creationId xmlns:a16="http://schemas.microsoft.com/office/drawing/2014/main" id="{D276CF54-134A-E352-E39D-84B736282288}"/>
                      </a:ext>
                    </a:extLst>
                  </p:cNvPr>
                  <p:cNvSpPr/>
                  <p:nvPr/>
                </p:nvSpPr>
                <p:spPr>
                  <a:xfrm>
                    <a:off x="5679421" y="3904200"/>
                    <a:ext cx="151298" cy="192878"/>
                  </a:xfrm>
                  <a:custGeom>
                    <a:avLst/>
                    <a:gdLst>
                      <a:gd name="connsiteX0" fmla="*/ -11 w 974755"/>
                      <a:gd name="connsiteY0" fmla="*/ 849927 h 1242642"/>
                      <a:gd name="connsiteX1" fmla="*/ 389804 w 974755"/>
                      <a:gd name="connsiteY1" fmla="*/ 460112 h 1242642"/>
                      <a:gd name="connsiteX2" fmla="*/ 389804 w 974755"/>
                      <a:gd name="connsiteY2" fmla="*/ 694005 h 1242642"/>
                      <a:gd name="connsiteX3" fmla="*/ 233882 w 974755"/>
                      <a:gd name="connsiteY3" fmla="*/ 849927 h 1242642"/>
                      <a:gd name="connsiteX4" fmla="*/ 366290 w 974755"/>
                      <a:gd name="connsiteY4" fmla="*/ 1008960 h 1242642"/>
                      <a:gd name="connsiteX5" fmla="*/ 514546 w 974755"/>
                      <a:gd name="connsiteY5" fmla="*/ 886615 h 1242642"/>
                      <a:gd name="connsiteX6" fmla="*/ 514546 w 974755"/>
                      <a:gd name="connsiteY6" fmla="*/ 111 h 1242642"/>
                      <a:gd name="connsiteX7" fmla="*/ 763772 w 974755"/>
                      <a:gd name="connsiteY7" fmla="*/ 111 h 1242642"/>
                      <a:gd name="connsiteX8" fmla="*/ 974745 w 974755"/>
                      <a:gd name="connsiteY8" fmla="*/ 210886 h 1242642"/>
                      <a:gd name="connsiteX9" fmla="*/ 974547 w 974755"/>
                      <a:gd name="connsiteY9" fmla="*/ 444264 h 1242642"/>
                      <a:gd name="connsiteX10" fmla="*/ 748518 w 974755"/>
                      <a:gd name="connsiteY10" fmla="*/ 382597 h 1242642"/>
                      <a:gd name="connsiteX11" fmla="*/ 748518 w 974755"/>
                      <a:gd name="connsiteY11" fmla="*/ 886536 h 1242642"/>
                      <a:gd name="connsiteX12" fmla="*/ 366350 w 974755"/>
                      <a:gd name="connsiteY12" fmla="*/ 1242754 h 1242642"/>
                      <a:gd name="connsiteX13" fmla="*/ 88 w 974755"/>
                      <a:gd name="connsiteY13" fmla="*/ 849848 h 1242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74755" h="1242642">
                        <a:moveTo>
                          <a:pt x="-11" y="849927"/>
                        </a:moveTo>
                        <a:cubicBezTo>
                          <a:pt x="227" y="634735"/>
                          <a:pt x="174671" y="460350"/>
                          <a:pt x="389804" y="460112"/>
                        </a:cubicBezTo>
                        <a:lnTo>
                          <a:pt x="389804" y="694005"/>
                        </a:lnTo>
                        <a:cubicBezTo>
                          <a:pt x="303731" y="694104"/>
                          <a:pt x="233981" y="763854"/>
                          <a:pt x="233882" y="849927"/>
                        </a:cubicBezTo>
                        <a:cubicBezTo>
                          <a:pt x="233882" y="926531"/>
                          <a:pt x="275324" y="1008960"/>
                          <a:pt x="366290" y="1008960"/>
                        </a:cubicBezTo>
                        <a:cubicBezTo>
                          <a:pt x="372352" y="1008960"/>
                          <a:pt x="514546" y="1007553"/>
                          <a:pt x="514546" y="886615"/>
                        </a:cubicBezTo>
                        <a:lnTo>
                          <a:pt x="514546" y="111"/>
                        </a:lnTo>
                        <a:lnTo>
                          <a:pt x="763772" y="111"/>
                        </a:lnTo>
                        <a:cubicBezTo>
                          <a:pt x="764067" y="116474"/>
                          <a:pt x="858381" y="210701"/>
                          <a:pt x="974745" y="210886"/>
                        </a:cubicBezTo>
                        <a:lnTo>
                          <a:pt x="974547" y="444264"/>
                        </a:lnTo>
                        <a:cubicBezTo>
                          <a:pt x="894967" y="444880"/>
                          <a:pt x="816759" y="423543"/>
                          <a:pt x="748518" y="382597"/>
                        </a:cubicBezTo>
                        <a:lnTo>
                          <a:pt x="748518" y="886536"/>
                        </a:lnTo>
                        <a:cubicBezTo>
                          <a:pt x="748518" y="1117913"/>
                          <a:pt x="551630" y="1242754"/>
                          <a:pt x="366350" y="1242754"/>
                        </a:cubicBezTo>
                        <a:cubicBezTo>
                          <a:pt x="157555" y="1242754"/>
                          <a:pt x="88" y="1073876"/>
                          <a:pt x="88" y="849848"/>
                        </a:cubicBezTo>
                        <a:close/>
                      </a:path>
                    </a:pathLst>
                  </a:custGeom>
                  <a:solidFill>
                    <a:srgbClr val="00F5FF"/>
                  </a:solidFill>
                  <a:ln w="1977" cap="flat">
                    <a:noFill/>
                    <a:prstDash val="solid"/>
                    <a:miter/>
                  </a:ln>
                </p:spPr>
                <p:txBody>
                  <a:bodyPr rtlCol="0" anchor="ctr"/>
                  <a:lstStyle/>
                  <a:p>
                    <a:endParaRPr lang="zh-CN" altLang="en-US"/>
                  </a:p>
                </p:txBody>
              </p:sp>
              <p:sp>
                <p:nvSpPr>
                  <p:cNvPr id="56" name="任意多边形: 形状 55">
                    <a:extLst>
                      <a:ext uri="{FF2B5EF4-FFF2-40B4-BE49-F238E27FC236}">
                        <a16:creationId xmlns:a16="http://schemas.microsoft.com/office/drawing/2014/main" id="{3C463A80-E8A3-BD9B-AE33-8B53F77616D2}"/>
                      </a:ext>
                    </a:extLst>
                  </p:cNvPr>
                  <p:cNvSpPr/>
                  <p:nvPr/>
                </p:nvSpPr>
                <p:spPr>
                  <a:xfrm>
                    <a:off x="5688676" y="3913797"/>
                    <a:ext cx="142094" cy="183326"/>
                  </a:xfrm>
                  <a:custGeom>
                    <a:avLst/>
                    <a:gdLst>
                      <a:gd name="connsiteX0" fmla="*/ 330195 w 915463"/>
                      <a:gd name="connsiteY0" fmla="*/ 465362 h 1181103"/>
                      <a:gd name="connsiteX1" fmla="*/ 85961 w 915463"/>
                      <a:gd name="connsiteY1" fmla="*/ 1107196 h 1181103"/>
                      <a:gd name="connsiteX2" fmla="*/ 689285 w 915463"/>
                      <a:gd name="connsiteY2" fmla="*/ 834852 h 1181103"/>
                      <a:gd name="connsiteX3" fmla="*/ 689008 w 915463"/>
                      <a:gd name="connsiteY3" fmla="*/ 321147 h 1181103"/>
                      <a:gd name="connsiteX4" fmla="*/ 915453 w 915463"/>
                      <a:gd name="connsiteY4" fmla="*/ 382438 h 1181103"/>
                      <a:gd name="connsiteX5" fmla="*/ 915453 w 915463"/>
                      <a:gd name="connsiteY5" fmla="*/ 201714 h 1181103"/>
                      <a:gd name="connsiteX6" fmla="*/ 800081 w 915463"/>
                      <a:gd name="connsiteY6" fmla="*/ 114829 h 1181103"/>
                      <a:gd name="connsiteX7" fmla="*/ 713394 w 915463"/>
                      <a:gd name="connsiteY7" fmla="*/ 111 h 1181103"/>
                      <a:gd name="connsiteX8" fmla="*/ 517396 w 915463"/>
                      <a:gd name="connsiteY8" fmla="*/ 111 h 1181103"/>
                      <a:gd name="connsiteX9" fmla="*/ 517179 w 915463"/>
                      <a:gd name="connsiteY9" fmla="*/ 889725 h 1181103"/>
                      <a:gd name="connsiteX10" fmla="*/ 256998 w 915463"/>
                      <a:gd name="connsiteY10" fmla="*/ 937684 h 1181103"/>
                      <a:gd name="connsiteX11" fmla="*/ 330393 w 915463"/>
                      <a:gd name="connsiteY11" fmla="*/ 632496 h 1181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15463" h="1181103">
                        <a:moveTo>
                          <a:pt x="330195" y="465362"/>
                        </a:moveTo>
                        <a:cubicBezTo>
                          <a:pt x="78493" y="497335"/>
                          <a:pt x="-120595" y="818252"/>
                          <a:pt x="85961" y="1107196"/>
                        </a:cubicBezTo>
                        <a:cubicBezTo>
                          <a:pt x="276768" y="1263257"/>
                          <a:pt x="678271" y="1172568"/>
                          <a:pt x="689285" y="834852"/>
                        </a:cubicBezTo>
                        <a:lnTo>
                          <a:pt x="689008" y="321147"/>
                        </a:lnTo>
                        <a:cubicBezTo>
                          <a:pt x="757649" y="361464"/>
                          <a:pt x="835847" y="382630"/>
                          <a:pt x="915453" y="382438"/>
                        </a:cubicBezTo>
                        <a:lnTo>
                          <a:pt x="915453" y="201714"/>
                        </a:lnTo>
                        <a:cubicBezTo>
                          <a:pt x="868656" y="185905"/>
                          <a:pt x="828201" y="155438"/>
                          <a:pt x="800081" y="114829"/>
                        </a:cubicBezTo>
                        <a:cubicBezTo>
                          <a:pt x="758837" y="87713"/>
                          <a:pt x="728217" y="47192"/>
                          <a:pt x="713394" y="111"/>
                        </a:cubicBezTo>
                        <a:lnTo>
                          <a:pt x="517396" y="111"/>
                        </a:lnTo>
                        <a:lnTo>
                          <a:pt x="517179" y="889725"/>
                        </a:lnTo>
                        <a:cubicBezTo>
                          <a:pt x="517000" y="1014090"/>
                          <a:pt x="309632" y="1058365"/>
                          <a:pt x="256998" y="937684"/>
                        </a:cubicBezTo>
                        <a:cubicBezTo>
                          <a:pt x="125145" y="874650"/>
                          <a:pt x="154958" y="635111"/>
                          <a:pt x="330393" y="632496"/>
                        </a:cubicBezTo>
                        <a:close/>
                      </a:path>
                    </a:pathLst>
                  </a:custGeom>
                  <a:solidFill>
                    <a:srgbClr val="FFFFFF"/>
                  </a:solidFill>
                  <a:ln w="1977" cap="flat">
                    <a:noFill/>
                    <a:prstDash val="solid"/>
                    <a:miter/>
                  </a:ln>
                </p:spPr>
                <p:txBody>
                  <a:bodyPr rtlCol="0" anchor="ctr"/>
                  <a:lstStyle/>
                  <a:p>
                    <a:endParaRPr lang="zh-CN" altLang="en-US"/>
                  </a:p>
                </p:txBody>
              </p:sp>
            </p:grpSp>
          </p:grpSp>
        </p:grpSp>
      </p:grpSp>
      <p:grpSp>
        <p:nvGrpSpPr>
          <p:cNvPr id="20" name="组合 19">
            <a:extLst>
              <a:ext uri="{FF2B5EF4-FFF2-40B4-BE49-F238E27FC236}">
                <a16:creationId xmlns:a16="http://schemas.microsoft.com/office/drawing/2014/main" id="{DD9EA821-F984-4669-EA0C-BE1806415DE3}"/>
              </a:ext>
            </a:extLst>
          </p:cNvPr>
          <p:cNvGrpSpPr/>
          <p:nvPr/>
        </p:nvGrpSpPr>
        <p:grpSpPr>
          <a:xfrm>
            <a:off x="639654" y="3254342"/>
            <a:ext cx="1368001" cy="1368000"/>
            <a:chOff x="645646" y="3254342"/>
            <a:chExt cx="1368001" cy="1368000"/>
          </a:xfrm>
        </p:grpSpPr>
        <p:sp>
          <p:nvSpPr>
            <p:cNvPr id="26" name="矩形: 圆角 25">
              <a:extLst>
                <a:ext uri="{FF2B5EF4-FFF2-40B4-BE49-F238E27FC236}">
                  <a16:creationId xmlns:a16="http://schemas.microsoft.com/office/drawing/2014/main" id="{E3A05637-B374-1042-609C-6B6857B12A76}"/>
                </a:ext>
              </a:extLst>
            </p:cNvPr>
            <p:cNvSpPr/>
            <p:nvPr/>
          </p:nvSpPr>
          <p:spPr>
            <a:xfrm>
              <a:off x="645646" y="3254342"/>
              <a:ext cx="1368001" cy="1368000"/>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26" name="Picture 2">
              <a:extLst>
                <a:ext uri="{FF2B5EF4-FFF2-40B4-BE49-F238E27FC236}">
                  <a16:creationId xmlns:a16="http://schemas.microsoft.com/office/drawing/2014/main" id="{E4162175-CEA8-54AC-1BF5-DCC85F38B8CA}"/>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702894" y="3313513"/>
              <a:ext cx="1259512" cy="1259512"/>
            </a:xfrm>
            <a:prstGeom prst="rect">
              <a:avLst/>
            </a:prstGeom>
            <a:noFill/>
            <a:extLst>
              <a:ext uri="{909E8E84-426E-40DD-AFC4-6F175D3DCCD1}">
                <a14:hiddenFill xmlns:a14="http://schemas.microsoft.com/office/drawing/2010/main">
                  <a:solidFill>
                    <a:srgbClr val="FFFFFF"/>
                  </a:solidFill>
                </a14:hiddenFill>
              </a:ext>
            </a:extLst>
          </p:spPr>
        </p:pic>
        <p:pic>
          <p:nvPicPr>
            <p:cNvPr id="63" name="图片 62" descr="图形用户界面, 应用程序&#10;&#10;描述已自动生成">
              <a:extLst>
                <a:ext uri="{FF2B5EF4-FFF2-40B4-BE49-F238E27FC236}">
                  <a16:creationId xmlns:a16="http://schemas.microsoft.com/office/drawing/2014/main" id="{949BD465-CFA4-24C1-D1DF-B9F42E85D6AA}"/>
                </a:ext>
              </a:extLst>
            </p:cNvPr>
            <p:cNvPicPr>
              <a:picLocks noChangeAspect="1"/>
            </p:cNvPicPr>
            <p:nvPr/>
          </p:nvPicPr>
          <p:blipFill rotWithShape="1">
            <a:blip r:embed="rId13">
              <a:extLst>
                <a:ext uri="{28A0092B-C50C-407E-A947-70E740481C1C}">
                  <a14:useLocalDpi xmlns:a14="http://schemas.microsoft.com/office/drawing/2010/main" val="0"/>
                </a:ext>
              </a:extLst>
            </a:blip>
            <a:srcRect l="32153" t="31600" r="31817" b="31457"/>
            <a:stretch/>
          </p:blipFill>
          <p:spPr>
            <a:xfrm>
              <a:off x="1198861" y="3806090"/>
              <a:ext cx="267577" cy="274357"/>
            </a:xfrm>
            <a:prstGeom prst="rect">
              <a:avLst/>
            </a:prstGeom>
            <a:solidFill>
              <a:srgbClr val="FFFFFF"/>
            </a:solidFill>
            <a:ln>
              <a:solidFill>
                <a:srgbClr val="FFFFFF"/>
              </a:solidFill>
            </a:ln>
          </p:spPr>
        </p:pic>
      </p:grpSp>
      <p:grpSp>
        <p:nvGrpSpPr>
          <p:cNvPr id="1027" name="组合 1026">
            <a:extLst>
              <a:ext uri="{FF2B5EF4-FFF2-40B4-BE49-F238E27FC236}">
                <a16:creationId xmlns:a16="http://schemas.microsoft.com/office/drawing/2014/main" id="{57655527-BA24-D53F-DE51-917C7CA056F9}"/>
              </a:ext>
            </a:extLst>
          </p:cNvPr>
          <p:cNvGrpSpPr/>
          <p:nvPr/>
        </p:nvGrpSpPr>
        <p:grpSpPr>
          <a:xfrm>
            <a:off x="8351646" y="3254342"/>
            <a:ext cx="1368001" cy="1368000"/>
            <a:chOff x="9361300" y="3213004"/>
            <a:chExt cx="1509223" cy="1509222"/>
          </a:xfrm>
        </p:grpSpPr>
        <p:sp>
          <p:nvSpPr>
            <p:cNvPr id="58" name="矩形: 圆角 57">
              <a:extLst>
                <a:ext uri="{FF2B5EF4-FFF2-40B4-BE49-F238E27FC236}">
                  <a16:creationId xmlns:a16="http://schemas.microsoft.com/office/drawing/2014/main" id="{73FE04D0-A350-450C-509C-104CBD24D54C}"/>
                </a:ext>
              </a:extLst>
            </p:cNvPr>
            <p:cNvSpPr/>
            <p:nvPr/>
          </p:nvSpPr>
          <p:spPr>
            <a:xfrm>
              <a:off x="9361300" y="3213004"/>
              <a:ext cx="1509223" cy="1509222"/>
            </a:xfrm>
            <a:prstGeom prst="roundRect">
              <a:avLst>
                <a:gd name="adj" fmla="val 11852"/>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5" name="组合 1024">
              <a:extLst>
                <a:ext uri="{FF2B5EF4-FFF2-40B4-BE49-F238E27FC236}">
                  <a16:creationId xmlns:a16="http://schemas.microsoft.com/office/drawing/2014/main" id="{ABAAB98A-71B9-93DF-CF2A-9596C011D744}"/>
                </a:ext>
              </a:extLst>
            </p:cNvPr>
            <p:cNvGrpSpPr/>
            <p:nvPr/>
          </p:nvGrpSpPr>
          <p:grpSpPr>
            <a:xfrm>
              <a:off x="9450123" y="3310337"/>
              <a:ext cx="1331575" cy="1314557"/>
              <a:chOff x="9454554" y="3310337"/>
              <a:chExt cx="1331575" cy="1314557"/>
            </a:xfrm>
          </p:grpSpPr>
          <p:pic>
            <p:nvPicPr>
              <p:cNvPr id="135" name="图片 134" descr="QR 代码&#10;&#10;描述已自动生成">
                <a:extLst>
                  <a:ext uri="{FF2B5EF4-FFF2-40B4-BE49-F238E27FC236}">
                    <a16:creationId xmlns:a16="http://schemas.microsoft.com/office/drawing/2014/main" id="{36C3624D-62BD-8533-DE90-A3FC9D1E4D5D}"/>
                  </a:ext>
                </a:extLst>
              </p:cNvPr>
              <p:cNvPicPr>
                <a:picLocks noChangeAspect="1"/>
              </p:cNvPicPr>
              <p:nvPr/>
            </p:nvPicPr>
            <p:blipFill rotWithShape="1">
              <a:blip r:embed="rId14">
                <a:extLst>
                  <a:ext uri="{28A0092B-C50C-407E-A947-70E740481C1C}">
                    <a14:useLocalDpi xmlns:a14="http://schemas.microsoft.com/office/drawing/2010/main" val="0"/>
                  </a:ext>
                </a:extLst>
              </a:blip>
              <a:srcRect l="15848" t="26200" r="15159" b="19595"/>
              <a:stretch/>
            </p:blipFill>
            <p:spPr>
              <a:xfrm>
                <a:off x="9454554" y="3310337"/>
                <a:ext cx="1331575" cy="1314557"/>
              </a:xfrm>
              <a:prstGeom prst="rect">
                <a:avLst/>
              </a:prstGeom>
            </p:spPr>
          </p:pic>
          <p:grpSp>
            <p:nvGrpSpPr>
              <p:cNvPr id="143" name="组合 142">
                <a:extLst>
                  <a:ext uri="{FF2B5EF4-FFF2-40B4-BE49-F238E27FC236}">
                    <a16:creationId xmlns:a16="http://schemas.microsoft.com/office/drawing/2014/main" id="{ED82649F-D61F-61F9-8FA0-367AC89C1099}"/>
                  </a:ext>
                </a:extLst>
              </p:cNvPr>
              <p:cNvGrpSpPr/>
              <p:nvPr/>
            </p:nvGrpSpPr>
            <p:grpSpPr>
              <a:xfrm>
                <a:off x="9959600" y="3820016"/>
                <a:ext cx="321483" cy="295200"/>
                <a:chOff x="9736169" y="3796703"/>
                <a:chExt cx="319521" cy="273735"/>
              </a:xfrm>
            </p:grpSpPr>
            <p:sp>
              <p:nvSpPr>
                <p:cNvPr id="137" name="矩形: 圆角 136">
                  <a:extLst>
                    <a:ext uri="{FF2B5EF4-FFF2-40B4-BE49-F238E27FC236}">
                      <a16:creationId xmlns:a16="http://schemas.microsoft.com/office/drawing/2014/main" id="{2C785318-74EA-0CAC-83B4-B040FD311C3B}"/>
                    </a:ext>
                  </a:extLst>
                </p:cNvPr>
                <p:cNvSpPr/>
                <p:nvPr/>
              </p:nvSpPr>
              <p:spPr>
                <a:xfrm>
                  <a:off x="9736169" y="3796703"/>
                  <a:ext cx="319521" cy="273735"/>
                </a:xfrm>
                <a:prstGeom prst="roundRect">
                  <a:avLst>
                    <a:gd name="adj" fmla="val 11250"/>
                  </a:avLst>
                </a:prstGeom>
                <a:solidFill>
                  <a:srgbClr val="FFFFFF"/>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47" name="图形 45">
                  <a:extLst>
                    <a:ext uri="{FF2B5EF4-FFF2-40B4-BE49-F238E27FC236}">
                      <a16:creationId xmlns:a16="http://schemas.microsoft.com/office/drawing/2014/main" id="{C27A176A-8F8D-527D-1B2F-0EAF88C2A520}"/>
                    </a:ext>
                  </a:extLst>
                </p:cNvPr>
                <p:cNvSpPr/>
                <p:nvPr/>
              </p:nvSpPr>
              <p:spPr>
                <a:xfrm>
                  <a:off x="9794219" y="3844061"/>
                  <a:ext cx="203420" cy="179017"/>
                </a:xfrm>
                <a:custGeom>
                  <a:avLst/>
                  <a:gdLst>
                    <a:gd name="connsiteX0" fmla="*/ 41698 w 348174"/>
                    <a:gd name="connsiteY0" fmla="*/ 7060 h 306405"/>
                    <a:gd name="connsiteX1" fmla="*/ 119653 w 348174"/>
                    <a:gd name="connsiteY1" fmla="*/ 85014 h 306405"/>
                    <a:gd name="connsiteX2" fmla="*/ 181448 w 348174"/>
                    <a:gd name="connsiteY2" fmla="*/ 188894 h 306405"/>
                    <a:gd name="connsiteX3" fmla="*/ 231169 w 348174"/>
                    <a:gd name="connsiteY3" fmla="*/ 265428 h 306405"/>
                    <a:gd name="connsiteX4" fmla="*/ 274496 w 348174"/>
                    <a:gd name="connsiteY4" fmla="*/ 305915 h 306405"/>
                    <a:gd name="connsiteX5" fmla="*/ 340731 w 348174"/>
                    <a:gd name="connsiteY5" fmla="*/ 154090 h 306405"/>
                    <a:gd name="connsiteX6" fmla="*/ 344993 w 348174"/>
                    <a:gd name="connsiteY6" fmla="*/ 124968 h 306405"/>
                    <a:gd name="connsiteX7" fmla="*/ 328123 w 348174"/>
                    <a:gd name="connsiteY7" fmla="*/ 667 h 306405"/>
                    <a:gd name="connsiteX8" fmla="*/ 292609 w 348174"/>
                    <a:gd name="connsiteY8" fmla="*/ 14696 h 306405"/>
                    <a:gd name="connsiteX9" fmla="*/ 148597 w 348174"/>
                    <a:gd name="connsiteY9" fmla="*/ 220680 h 306405"/>
                    <a:gd name="connsiteX10" fmla="*/ 69400 w 348174"/>
                    <a:gd name="connsiteY10" fmla="*/ 302896 h 306405"/>
                    <a:gd name="connsiteX11" fmla="*/ 21278 w 348174"/>
                    <a:gd name="connsiteY11" fmla="*/ 221213 h 306405"/>
                    <a:gd name="connsiteX12" fmla="*/ 857 w 348174"/>
                    <a:gd name="connsiteY12" fmla="*/ 56248 h 306405"/>
                    <a:gd name="connsiteX13" fmla="*/ 18614 w 348174"/>
                    <a:gd name="connsiteY13" fmla="*/ -43 h 306405"/>
                    <a:gd name="connsiteX14" fmla="*/ 41698 w 348174"/>
                    <a:gd name="connsiteY14" fmla="*/ 7060 h 306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8174" h="306405">
                      <a:moveTo>
                        <a:pt x="41698" y="7060"/>
                      </a:moveTo>
                      <a:cubicBezTo>
                        <a:pt x="71184" y="29292"/>
                        <a:pt x="97423" y="55520"/>
                        <a:pt x="119653" y="85014"/>
                      </a:cubicBezTo>
                      <a:cubicBezTo>
                        <a:pt x="142562" y="118220"/>
                        <a:pt x="163206" y="152918"/>
                        <a:pt x="181448" y="188894"/>
                      </a:cubicBezTo>
                      <a:cubicBezTo>
                        <a:pt x="195759" y="215814"/>
                        <a:pt x="212396" y="241420"/>
                        <a:pt x="231169" y="265428"/>
                      </a:cubicBezTo>
                      <a:cubicBezTo>
                        <a:pt x="252833" y="292774"/>
                        <a:pt x="263842" y="306447"/>
                        <a:pt x="274496" y="305915"/>
                      </a:cubicBezTo>
                      <a:cubicBezTo>
                        <a:pt x="313385" y="303606"/>
                        <a:pt x="337357" y="172025"/>
                        <a:pt x="340731" y="154090"/>
                      </a:cubicBezTo>
                      <a:cubicBezTo>
                        <a:pt x="343217" y="139884"/>
                        <a:pt x="344460" y="129940"/>
                        <a:pt x="344993" y="124968"/>
                      </a:cubicBezTo>
                      <a:cubicBezTo>
                        <a:pt x="346413" y="111473"/>
                        <a:pt x="357245" y="12209"/>
                        <a:pt x="328123" y="667"/>
                      </a:cubicBezTo>
                      <a:cubicBezTo>
                        <a:pt x="317469" y="-3594"/>
                        <a:pt x="304329" y="5284"/>
                        <a:pt x="292609" y="14696"/>
                      </a:cubicBezTo>
                      <a:cubicBezTo>
                        <a:pt x="227440" y="66369"/>
                        <a:pt x="205598" y="132249"/>
                        <a:pt x="148597" y="220680"/>
                      </a:cubicBezTo>
                      <a:cubicBezTo>
                        <a:pt x="96568" y="301120"/>
                        <a:pt x="78634" y="304317"/>
                        <a:pt x="69400" y="302896"/>
                      </a:cubicBezTo>
                      <a:cubicBezTo>
                        <a:pt x="48624" y="299877"/>
                        <a:pt x="38147" y="269512"/>
                        <a:pt x="21278" y="221213"/>
                      </a:cubicBezTo>
                      <a:cubicBezTo>
                        <a:pt x="4239" y="167976"/>
                        <a:pt x="-2686" y="112023"/>
                        <a:pt x="857" y="56248"/>
                      </a:cubicBezTo>
                      <a:cubicBezTo>
                        <a:pt x="2810" y="23396"/>
                        <a:pt x="7604" y="2976"/>
                        <a:pt x="18614" y="-43"/>
                      </a:cubicBezTo>
                      <a:cubicBezTo>
                        <a:pt x="27008" y="-1588"/>
                        <a:pt x="35627" y="1058"/>
                        <a:pt x="41698" y="7060"/>
                      </a:cubicBezTo>
                      <a:close/>
                    </a:path>
                  </a:pathLst>
                </a:custGeom>
                <a:noFill/>
                <a:ln w="15875" cap="flat">
                  <a:solidFill>
                    <a:srgbClr val="F4A470"/>
                  </a:solidFill>
                  <a:prstDash val="solid"/>
                  <a:miter/>
                </a:ln>
              </p:spPr>
              <p:txBody>
                <a:bodyPr rtlCol="0" anchor="ctr"/>
                <a:lstStyle/>
                <a:p>
                  <a:endParaRPr lang="zh-CN" altLang="en-US" dirty="0"/>
                </a:p>
              </p:txBody>
            </p:sp>
          </p:grpSp>
        </p:grpSp>
      </p:grpSp>
      <p:sp>
        <p:nvSpPr>
          <p:cNvPr id="142" name="矩形 190">
            <a:extLst>
              <a:ext uri="{FF2B5EF4-FFF2-40B4-BE49-F238E27FC236}">
                <a16:creationId xmlns:a16="http://schemas.microsoft.com/office/drawing/2014/main" id="{2E6569E9-320F-390C-3205-EF77B9DBC45D}"/>
              </a:ext>
            </a:extLst>
          </p:cNvPr>
          <p:cNvSpPr/>
          <p:nvPr/>
        </p:nvSpPr>
        <p:spPr>
          <a:xfrm>
            <a:off x="8405890" y="4681532"/>
            <a:ext cx="1259512" cy="294824"/>
          </a:xfrm>
          <a:prstGeom prst="rect">
            <a:avLst/>
          </a:prstGeom>
          <a:noFill/>
          <a:ln>
            <a:noFill/>
          </a:ln>
        </p:spPr>
        <p:txBody>
          <a:bodyPr wrap="square" anchor="ctr">
            <a:spAutoFit/>
          </a:bodyPr>
          <a:lstStyle/>
          <a:p>
            <a:pPr algn="ctr" defTabSz="914332">
              <a:lnSpc>
                <a:spcPct val="120000"/>
              </a:lnSpc>
              <a:defRPr/>
            </a:pPr>
            <a:r>
              <a:rPr lang="zh-CN" altLang="en-US" sz="1200" dirty="0">
                <a:latin typeface="Arial" panose="020B0604020202020204" pitchFamily="34" charset="0"/>
                <a:ea typeface="微软雅黑" panose="020B0503020204020204" pitchFamily="34" charset="-122"/>
                <a:sym typeface="Arial" panose="020B0604020202020204" pitchFamily="34" charset="0"/>
              </a:rPr>
              <a:t>微信视频号</a:t>
            </a:r>
            <a:endParaRPr lang="en-US" altLang="zh-CN" sz="1200" dirty="0">
              <a:latin typeface="Arial" panose="020B0604020202020204" pitchFamily="34" charset="0"/>
              <a:ea typeface="微软雅黑" panose="020B0503020204020204" pitchFamily="34" charset="-122"/>
              <a:sym typeface="Arial" panose="020B0604020202020204" pitchFamily="34" charset="0"/>
            </a:endParaRPr>
          </a:p>
        </p:txBody>
      </p:sp>
    </p:spTree>
    <p:extLst>
      <p:ext uri="{BB962C8B-B14F-4D97-AF65-F5344CB8AC3E}">
        <p14:creationId xmlns:p14="http://schemas.microsoft.com/office/powerpoint/2010/main" val="3287316794"/>
      </p:ext>
    </p:extLst>
  </p:cSld>
  <p:clrMapOvr>
    <a:masterClrMapping/>
  </p:clrMapOvr>
</p:sld>
</file>

<file path=ppt/slides/slide13.xml><?xml version="1.0" encoding="utf-8"?>
<p:sld xmlns:a16="http://schemas.microsoft.com/office/drawing/2014/main" xmlns:ahyp="http://schemas.microsoft.com/office/drawing/2018/hyperlinkcolor"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BE95CA9-458F-B3CC-8303-14563A213154}"/>
              </a:ext>
            </a:extLst>
          </p:cNvPr>
          <p:cNvGrpSpPr/>
          <p:nvPr/>
        </p:nvGrpSpPr>
        <p:grpSpPr>
          <a:xfrm>
            <a:off x="5252647" y="0"/>
            <a:ext cx="6939359" cy="6858000"/>
            <a:chOff x="5252643" y="0"/>
            <a:chExt cx="6939358" cy="6858000"/>
          </a:xfrm>
          <a:solidFill>
            <a:schemeClr val="tx2">
              <a:alpha val="20000"/>
            </a:schemeClr>
          </a:solidFill>
        </p:grpSpPr>
        <p:sp>
          <p:nvSpPr>
            <p:cNvPr id="11" name="任意多边形: 形状 10">
              <a:extLst>
                <a:ext uri="{FF2B5EF4-FFF2-40B4-BE49-F238E27FC236}">
                  <a16:creationId xmlns:a16="http://schemas.microsoft.com/office/drawing/2014/main" id="{30DFF5BB-C0F5-38FE-12DA-6B156C73D714}"/>
                </a:ext>
              </a:extLst>
            </p:cNvPr>
            <p:cNvSpPr>
              <a:spLocks/>
            </p:cNvSpPr>
            <p:nvPr/>
          </p:nvSpPr>
          <p:spPr>
            <a:xfrm rot="19800000">
              <a:off x="7350845" y="2199545"/>
              <a:ext cx="2772000" cy="2772000"/>
            </a:xfrm>
            <a:custGeom>
              <a:avLst/>
              <a:gdLst>
                <a:gd name="connsiteX0" fmla="*/ 786764 w 1905000"/>
                <a:gd name="connsiteY0" fmla="*/ 1857375 h 1866900"/>
                <a:gd name="connsiteX1" fmla="*/ 1116329 w 1905000"/>
                <a:gd name="connsiteY1" fmla="*/ 1857375 h 1866900"/>
                <a:gd name="connsiteX2" fmla="*/ 1047749 w 1905000"/>
                <a:gd name="connsiteY2" fmla="*/ 1866900 h 1866900"/>
                <a:gd name="connsiteX3" fmla="*/ 855344 w 1905000"/>
                <a:gd name="connsiteY3" fmla="*/ 1866900 h 1866900"/>
                <a:gd name="connsiteX4" fmla="*/ 786764 w 1905000"/>
                <a:gd name="connsiteY4" fmla="*/ 1857375 h 1866900"/>
                <a:gd name="connsiteX5" fmla="*/ 614362 w 1905000"/>
                <a:gd name="connsiteY5" fmla="*/ 1809750 h 1866900"/>
                <a:gd name="connsiteX6" fmla="*/ 1290637 w 1905000"/>
                <a:gd name="connsiteY6" fmla="*/ 1809750 h 1866900"/>
                <a:gd name="connsiteX7" fmla="*/ 1263967 w 1905000"/>
                <a:gd name="connsiteY7" fmla="*/ 1819275 h 1866900"/>
                <a:gd name="connsiteX8" fmla="*/ 640079 w 1905000"/>
                <a:gd name="connsiteY8" fmla="*/ 1819275 h 1866900"/>
                <a:gd name="connsiteX9" fmla="*/ 614362 w 1905000"/>
                <a:gd name="connsiteY9" fmla="*/ 1809750 h 1866900"/>
                <a:gd name="connsiteX10" fmla="*/ 509587 w 1905000"/>
                <a:gd name="connsiteY10" fmla="*/ 1762125 h 1866900"/>
                <a:gd name="connsiteX11" fmla="*/ 1396365 w 1905000"/>
                <a:gd name="connsiteY11" fmla="*/ 1762125 h 1866900"/>
                <a:gd name="connsiteX12" fmla="*/ 1377315 w 1905000"/>
                <a:gd name="connsiteY12" fmla="*/ 1771650 h 1866900"/>
                <a:gd name="connsiteX13" fmla="*/ 527685 w 1905000"/>
                <a:gd name="connsiteY13" fmla="*/ 1771650 h 1866900"/>
                <a:gd name="connsiteX14" fmla="*/ 509587 w 1905000"/>
                <a:gd name="connsiteY14" fmla="*/ 1762125 h 1866900"/>
                <a:gd name="connsiteX15" fmla="*/ 428625 w 1905000"/>
                <a:gd name="connsiteY15" fmla="*/ 1714500 h 1866900"/>
                <a:gd name="connsiteX16" fmla="*/ 1478280 w 1905000"/>
                <a:gd name="connsiteY16" fmla="*/ 1714500 h 1866900"/>
                <a:gd name="connsiteX17" fmla="*/ 1463040 w 1905000"/>
                <a:gd name="connsiteY17" fmla="*/ 1724025 h 1866900"/>
                <a:gd name="connsiteX18" fmla="*/ 443865 w 1905000"/>
                <a:gd name="connsiteY18" fmla="*/ 1724025 h 1866900"/>
                <a:gd name="connsiteX19" fmla="*/ 428625 w 1905000"/>
                <a:gd name="connsiteY19" fmla="*/ 1714500 h 1866900"/>
                <a:gd name="connsiteX20" fmla="*/ 362902 w 1905000"/>
                <a:gd name="connsiteY20" fmla="*/ 1666875 h 1866900"/>
                <a:gd name="connsiteX21" fmla="*/ 1544002 w 1905000"/>
                <a:gd name="connsiteY21" fmla="*/ 1666875 h 1866900"/>
                <a:gd name="connsiteX22" fmla="*/ 1531620 w 1905000"/>
                <a:gd name="connsiteY22" fmla="*/ 1676400 h 1866900"/>
                <a:gd name="connsiteX23" fmla="*/ 375285 w 1905000"/>
                <a:gd name="connsiteY23" fmla="*/ 1676400 h 1866900"/>
                <a:gd name="connsiteX24" fmla="*/ 362902 w 1905000"/>
                <a:gd name="connsiteY24" fmla="*/ 1666875 h 1866900"/>
                <a:gd name="connsiteX25" fmla="*/ 306705 w 1905000"/>
                <a:gd name="connsiteY25" fmla="*/ 1619250 h 1866900"/>
                <a:gd name="connsiteX26" fmla="*/ 1599247 w 1905000"/>
                <a:gd name="connsiteY26" fmla="*/ 1619250 h 1866900"/>
                <a:gd name="connsiteX27" fmla="*/ 1588770 w 1905000"/>
                <a:gd name="connsiteY27" fmla="*/ 1628775 h 1866900"/>
                <a:gd name="connsiteX28" fmla="*/ 317182 w 1905000"/>
                <a:gd name="connsiteY28" fmla="*/ 1628775 h 1866900"/>
                <a:gd name="connsiteX29" fmla="*/ 306705 w 1905000"/>
                <a:gd name="connsiteY29" fmla="*/ 1619250 h 1866900"/>
                <a:gd name="connsiteX30" fmla="*/ 258127 w 1905000"/>
                <a:gd name="connsiteY30" fmla="*/ 1571625 h 1866900"/>
                <a:gd name="connsiteX31" fmla="*/ 1646872 w 1905000"/>
                <a:gd name="connsiteY31" fmla="*/ 1571625 h 1866900"/>
                <a:gd name="connsiteX32" fmla="*/ 1637347 w 1905000"/>
                <a:gd name="connsiteY32" fmla="*/ 1581150 h 1866900"/>
                <a:gd name="connsiteX33" fmla="*/ 266699 w 1905000"/>
                <a:gd name="connsiteY33" fmla="*/ 1581150 h 1866900"/>
                <a:gd name="connsiteX34" fmla="*/ 258127 w 1905000"/>
                <a:gd name="connsiteY34" fmla="*/ 1571625 h 1866900"/>
                <a:gd name="connsiteX35" fmla="*/ 216217 w 1905000"/>
                <a:gd name="connsiteY35" fmla="*/ 1524000 h 1866900"/>
                <a:gd name="connsiteX36" fmla="*/ 1687830 w 1905000"/>
                <a:gd name="connsiteY36" fmla="*/ 1524000 h 1866900"/>
                <a:gd name="connsiteX37" fmla="*/ 1680209 w 1905000"/>
                <a:gd name="connsiteY37" fmla="*/ 1533525 h 1866900"/>
                <a:gd name="connsiteX38" fmla="*/ 223837 w 1905000"/>
                <a:gd name="connsiteY38" fmla="*/ 1533525 h 1866900"/>
                <a:gd name="connsiteX39" fmla="*/ 216217 w 1905000"/>
                <a:gd name="connsiteY39" fmla="*/ 1524000 h 1866900"/>
                <a:gd name="connsiteX40" fmla="*/ 180022 w 1905000"/>
                <a:gd name="connsiteY40" fmla="*/ 1476375 h 1866900"/>
                <a:gd name="connsiteX41" fmla="*/ 1724977 w 1905000"/>
                <a:gd name="connsiteY41" fmla="*/ 1476375 h 1866900"/>
                <a:gd name="connsiteX42" fmla="*/ 1718310 w 1905000"/>
                <a:gd name="connsiteY42" fmla="*/ 1485900 h 1866900"/>
                <a:gd name="connsiteX43" fmla="*/ 186690 w 1905000"/>
                <a:gd name="connsiteY43" fmla="*/ 1485900 h 1866900"/>
                <a:gd name="connsiteX44" fmla="*/ 180022 w 1905000"/>
                <a:gd name="connsiteY44" fmla="*/ 1476375 h 1866900"/>
                <a:gd name="connsiteX45" fmla="*/ 147637 w 1905000"/>
                <a:gd name="connsiteY45" fmla="*/ 1428750 h 1866900"/>
                <a:gd name="connsiteX46" fmla="*/ 1756410 w 1905000"/>
                <a:gd name="connsiteY46" fmla="*/ 1428750 h 1866900"/>
                <a:gd name="connsiteX47" fmla="*/ 1750695 w 1905000"/>
                <a:gd name="connsiteY47" fmla="*/ 1438275 h 1866900"/>
                <a:gd name="connsiteX48" fmla="*/ 153352 w 1905000"/>
                <a:gd name="connsiteY48" fmla="*/ 1438275 h 1866900"/>
                <a:gd name="connsiteX49" fmla="*/ 147637 w 1905000"/>
                <a:gd name="connsiteY49" fmla="*/ 1428750 h 1866900"/>
                <a:gd name="connsiteX50" fmla="*/ 119062 w 1905000"/>
                <a:gd name="connsiteY50" fmla="*/ 1381125 h 1866900"/>
                <a:gd name="connsiteX51" fmla="*/ 1785937 w 1905000"/>
                <a:gd name="connsiteY51" fmla="*/ 1381125 h 1866900"/>
                <a:gd name="connsiteX52" fmla="*/ 1780222 w 1905000"/>
                <a:gd name="connsiteY52" fmla="*/ 1390650 h 1866900"/>
                <a:gd name="connsiteX53" fmla="*/ 124777 w 1905000"/>
                <a:gd name="connsiteY53" fmla="*/ 1390650 h 1866900"/>
                <a:gd name="connsiteX54" fmla="*/ 119062 w 1905000"/>
                <a:gd name="connsiteY54" fmla="*/ 1381125 h 1866900"/>
                <a:gd name="connsiteX55" fmla="*/ 95250 w 1905000"/>
                <a:gd name="connsiteY55" fmla="*/ 1333500 h 1866900"/>
                <a:gd name="connsiteX56" fmla="*/ 1810703 w 1905000"/>
                <a:gd name="connsiteY56" fmla="*/ 1333500 h 1866900"/>
                <a:gd name="connsiteX57" fmla="*/ 1805940 w 1905000"/>
                <a:gd name="connsiteY57" fmla="*/ 1343025 h 1866900"/>
                <a:gd name="connsiteX58" fmla="*/ 100013 w 1905000"/>
                <a:gd name="connsiteY58" fmla="*/ 1343025 h 1866900"/>
                <a:gd name="connsiteX59" fmla="*/ 95250 w 1905000"/>
                <a:gd name="connsiteY59" fmla="*/ 1333500 h 1866900"/>
                <a:gd name="connsiteX60" fmla="*/ 73342 w 1905000"/>
                <a:gd name="connsiteY60" fmla="*/ 1285875 h 1866900"/>
                <a:gd name="connsiteX61" fmla="*/ 1830705 w 1905000"/>
                <a:gd name="connsiteY61" fmla="*/ 1285875 h 1866900"/>
                <a:gd name="connsiteX62" fmla="*/ 1826895 w 1905000"/>
                <a:gd name="connsiteY62" fmla="*/ 1295400 h 1866900"/>
                <a:gd name="connsiteX63" fmla="*/ 77152 w 1905000"/>
                <a:gd name="connsiteY63" fmla="*/ 1295400 h 1866900"/>
                <a:gd name="connsiteX64" fmla="*/ 73342 w 1905000"/>
                <a:gd name="connsiteY64" fmla="*/ 1285875 h 1866900"/>
                <a:gd name="connsiteX65" fmla="*/ 55245 w 1905000"/>
                <a:gd name="connsiteY65" fmla="*/ 1238250 h 1866900"/>
                <a:gd name="connsiteX66" fmla="*/ 1850708 w 1905000"/>
                <a:gd name="connsiteY66" fmla="*/ 1238250 h 1866900"/>
                <a:gd name="connsiteX67" fmla="*/ 1846898 w 1905000"/>
                <a:gd name="connsiteY67" fmla="*/ 1247775 h 1866900"/>
                <a:gd name="connsiteX68" fmla="*/ 59055 w 1905000"/>
                <a:gd name="connsiteY68" fmla="*/ 1247775 h 1866900"/>
                <a:gd name="connsiteX69" fmla="*/ 55245 w 1905000"/>
                <a:gd name="connsiteY69" fmla="*/ 1238250 h 1866900"/>
                <a:gd name="connsiteX70" fmla="*/ 40004 w 1905000"/>
                <a:gd name="connsiteY70" fmla="*/ 1190625 h 1866900"/>
                <a:gd name="connsiteX71" fmla="*/ 1865947 w 1905000"/>
                <a:gd name="connsiteY71" fmla="*/ 1190625 h 1866900"/>
                <a:gd name="connsiteX72" fmla="*/ 1863089 w 1905000"/>
                <a:gd name="connsiteY72" fmla="*/ 1200150 h 1866900"/>
                <a:gd name="connsiteX73" fmla="*/ 42862 w 1905000"/>
                <a:gd name="connsiteY73" fmla="*/ 1200150 h 1866900"/>
                <a:gd name="connsiteX74" fmla="*/ 40004 w 1905000"/>
                <a:gd name="connsiteY74" fmla="*/ 1190625 h 1866900"/>
                <a:gd name="connsiteX75" fmla="*/ 26669 w 1905000"/>
                <a:gd name="connsiteY75" fmla="*/ 1143000 h 1866900"/>
                <a:gd name="connsiteX76" fmla="*/ 1878329 w 1905000"/>
                <a:gd name="connsiteY76" fmla="*/ 1143000 h 1866900"/>
                <a:gd name="connsiteX77" fmla="*/ 1876424 w 1905000"/>
                <a:gd name="connsiteY77" fmla="*/ 1152525 h 1866900"/>
                <a:gd name="connsiteX78" fmla="*/ 29526 w 1905000"/>
                <a:gd name="connsiteY78" fmla="*/ 1152525 h 1866900"/>
                <a:gd name="connsiteX79" fmla="*/ 26669 w 1905000"/>
                <a:gd name="connsiteY79" fmla="*/ 1143000 h 1866900"/>
                <a:gd name="connsiteX80" fmla="*/ 16192 w 1905000"/>
                <a:gd name="connsiteY80" fmla="*/ 1095375 h 1866900"/>
                <a:gd name="connsiteX81" fmla="*/ 1888807 w 1905000"/>
                <a:gd name="connsiteY81" fmla="*/ 1095375 h 1866900"/>
                <a:gd name="connsiteX82" fmla="*/ 1886902 w 1905000"/>
                <a:gd name="connsiteY82" fmla="*/ 1104900 h 1866900"/>
                <a:gd name="connsiteX83" fmla="*/ 18097 w 1905000"/>
                <a:gd name="connsiteY83" fmla="*/ 1104900 h 1866900"/>
                <a:gd name="connsiteX84" fmla="*/ 16192 w 1905000"/>
                <a:gd name="connsiteY84" fmla="*/ 1095375 h 1866900"/>
                <a:gd name="connsiteX85" fmla="*/ 8572 w 1905000"/>
                <a:gd name="connsiteY85" fmla="*/ 1047750 h 1866900"/>
                <a:gd name="connsiteX86" fmla="*/ 1896427 w 1905000"/>
                <a:gd name="connsiteY86" fmla="*/ 1047750 h 1866900"/>
                <a:gd name="connsiteX87" fmla="*/ 1895475 w 1905000"/>
                <a:gd name="connsiteY87" fmla="*/ 1057275 h 1866900"/>
                <a:gd name="connsiteX88" fmla="*/ 9525 w 1905000"/>
                <a:gd name="connsiteY88" fmla="*/ 1057275 h 1866900"/>
                <a:gd name="connsiteX89" fmla="*/ 8572 w 1905000"/>
                <a:gd name="connsiteY89" fmla="*/ 1047750 h 1866900"/>
                <a:gd name="connsiteX90" fmla="*/ 3810 w 1905000"/>
                <a:gd name="connsiteY90" fmla="*/ 1000125 h 1866900"/>
                <a:gd name="connsiteX91" fmla="*/ 1902143 w 1905000"/>
                <a:gd name="connsiteY91" fmla="*/ 1000125 h 1866900"/>
                <a:gd name="connsiteX92" fmla="*/ 1901190 w 1905000"/>
                <a:gd name="connsiteY92" fmla="*/ 1009650 h 1866900"/>
                <a:gd name="connsiteX93" fmla="*/ 4762 w 1905000"/>
                <a:gd name="connsiteY93" fmla="*/ 1009650 h 1866900"/>
                <a:gd name="connsiteX94" fmla="*/ 3810 w 1905000"/>
                <a:gd name="connsiteY94" fmla="*/ 1000125 h 1866900"/>
                <a:gd name="connsiteX95" fmla="*/ 952 w 1905000"/>
                <a:gd name="connsiteY95" fmla="*/ 952500 h 1866900"/>
                <a:gd name="connsiteX96" fmla="*/ 1904047 w 1905000"/>
                <a:gd name="connsiteY96" fmla="*/ 952500 h 1866900"/>
                <a:gd name="connsiteX97" fmla="*/ 1904047 w 1905000"/>
                <a:gd name="connsiteY97" fmla="*/ 962025 h 1866900"/>
                <a:gd name="connsiteX98" fmla="*/ 952 w 1905000"/>
                <a:gd name="connsiteY98" fmla="*/ 962025 h 1866900"/>
                <a:gd name="connsiteX99" fmla="*/ 952 w 1905000"/>
                <a:gd name="connsiteY99" fmla="*/ 952500 h 1866900"/>
                <a:gd name="connsiteX100" fmla="*/ 0 w 1905000"/>
                <a:gd name="connsiteY100" fmla="*/ 904875 h 1866900"/>
                <a:gd name="connsiteX101" fmla="*/ 1905000 w 1905000"/>
                <a:gd name="connsiteY101" fmla="*/ 904875 h 1866900"/>
                <a:gd name="connsiteX102" fmla="*/ 1905000 w 1905000"/>
                <a:gd name="connsiteY102" fmla="*/ 914400 h 1866900"/>
                <a:gd name="connsiteX103" fmla="*/ 0 w 1905000"/>
                <a:gd name="connsiteY103" fmla="*/ 914400 h 1866900"/>
                <a:gd name="connsiteX104" fmla="*/ 0 w 1905000"/>
                <a:gd name="connsiteY104" fmla="*/ 904875 h 1866900"/>
                <a:gd name="connsiteX105" fmla="*/ 1905 w 1905000"/>
                <a:gd name="connsiteY105" fmla="*/ 857250 h 1866900"/>
                <a:gd name="connsiteX106" fmla="*/ 1902142 w 1905000"/>
                <a:gd name="connsiteY106" fmla="*/ 857250 h 1866900"/>
                <a:gd name="connsiteX107" fmla="*/ 1903095 w 1905000"/>
                <a:gd name="connsiteY107" fmla="*/ 866775 h 1866900"/>
                <a:gd name="connsiteX108" fmla="*/ 952 w 1905000"/>
                <a:gd name="connsiteY108" fmla="*/ 866775 h 1866900"/>
                <a:gd name="connsiteX109" fmla="*/ 1905 w 1905000"/>
                <a:gd name="connsiteY109" fmla="*/ 857250 h 1866900"/>
                <a:gd name="connsiteX110" fmla="*/ 6667 w 1905000"/>
                <a:gd name="connsiteY110" fmla="*/ 809625 h 1866900"/>
                <a:gd name="connsiteX111" fmla="*/ 1899285 w 1905000"/>
                <a:gd name="connsiteY111" fmla="*/ 809625 h 1866900"/>
                <a:gd name="connsiteX112" fmla="*/ 1900238 w 1905000"/>
                <a:gd name="connsiteY112" fmla="*/ 819150 h 1866900"/>
                <a:gd name="connsiteX113" fmla="*/ 5715 w 1905000"/>
                <a:gd name="connsiteY113" fmla="*/ 819150 h 1866900"/>
                <a:gd name="connsiteX114" fmla="*/ 6667 w 1905000"/>
                <a:gd name="connsiteY114" fmla="*/ 809625 h 1866900"/>
                <a:gd name="connsiteX115" fmla="*/ 13335 w 1905000"/>
                <a:gd name="connsiteY115" fmla="*/ 762000 h 1866900"/>
                <a:gd name="connsiteX116" fmla="*/ 1891665 w 1905000"/>
                <a:gd name="connsiteY116" fmla="*/ 762000 h 1866900"/>
                <a:gd name="connsiteX117" fmla="*/ 1893570 w 1905000"/>
                <a:gd name="connsiteY117" fmla="*/ 771525 h 1866900"/>
                <a:gd name="connsiteX118" fmla="*/ 11430 w 1905000"/>
                <a:gd name="connsiteY118" fmla="*/ 771525 h 1866900"/>
                <a:gd name="connsiteX119" fmla="*/ 13335 w 1905000"/>
                <a:gd name="connsiteY119" fmla="*/ 762000 h 1866900"/>
                <a:gd name="connsiteX120" fmla="*/ 21907 w 1905000"/>
                <a:gd name="connsiteY120" fmla="*/ 714375 h 1866900"/>
                <a:gd name="connsiteX121" fmla="*/ 1883092 w 1905000"/>
                <a:gd name="connsiteY121" fmla="*/ 714375 h 1866900"/>
                <a:gd name="connsiteX122" fmla="*/ 1884997 w 1905000"/>
                <a:gd name="connsiteY122" fmla="*/ 723900 h 1866900"/>
                <a:gd name="connsiteX123" fmla="*/ 20002 w 1905000"/>
                <a:gd name="connsiteY123" fmla="*/ 723900 h 1866900"/>
                <a:gd name="connsiteX124" fmla="*/ 21907 w 1905000"/>
                <a:gd name="connsiteY124" fmla="*/ 714375 h 1866900"/>
                <a:gd name="connsiteX125" fmla="*/ 34289 w 1905000"/>
                <a:gd name="connsiteY125" fmla="*/ 666750 h 1866900"/>
                <a:gd name="connsiteX126" fmla="*/ 1870710 w 1905000"/>
                <a:gd name="connsiteY126" fmla="*/ 666750 h 1866900"/>
                <a:gd name="connsiteX127" fmla="*/ 1873567 w 1905000"/>
                <a:gd name="connsiteY127" fmla="*/ 676275 h 1866900"/>
                <a:gd name="connsiteX128" fmla="*/ 31432 w 1905000"/>
                <a:gd name="connsiteY128" fmla="*/ 676275 h 1866900"/>
                <a:gd name="connsiteX129" fmla="*/ 34289 w 1905000"/>
                <a:gd name="connsiteY129" fmla="*/ 666750 h 1866900"/>
                <a:gd name="connsiteX130" fmla="*/ 48577 w 1905000"/>
                <a:gd name="connsiteY130" fmla="*/ 619125 h 1866900"/>
                <a:gd name="connsiteX131" fmla="*/ 1857375 w 1905000"/>
                <a:gd name="connsiteY131" fmla="*/ 619125 h 1866900"/>
                <a:gd name="connsiteX132" fmla="*/ 1860233 w 1905000"/>
                <a:gd name="connsiteY132" fmla="*/ 628650 h 1866900"/>
                <a:gd name="connsiteX133" fmla="*/ 45720 w 1905000"/>
                <a:gd name="connsiteY133" fmla="*/ 628650 h 1866900"/>
                <a:gd name="connsiteX134" fmla="*/ 48577 w 1905000"/>
                <a:gd name="connsiteY134" fmla="*/ 619125 h 1866900"/>
                <a:gd name="connsiteX135" fmla="*/ 65722 w 1905000"/>
                <a:gd name="connsiteY135" fmla="*/ 571500 h 1866900"/>
                <a:gd name="connsiteX136" fmla="*/ 1839277 w 1905000"/>
                <a:gd name="connsiteY136" fmla="*/ 571500 h 1866900"/>
                <a:gd name="connsiteX137" fmla="*/ 1843087 w 1905000"/>
                <a:gd name="connsiteY137" fmla="*/ 581025 h 1866900"/>
                <a:gd name="connsiteX138" fmla="*/ 61912 w 1905000"/>
                <a:gd name="connsiteY138" fmla="*/ 581025 h 1866900"/>
                <a:gd name="connsiteX139" fmla="*/ 65722 w 1905000"/>
                <a:gd name="connsiteY139" fmla="*/ 571500 h 1866900"/>
                <a:gd name="connsiteX140" fmla="*/ 85725 w 1905000"/>
                <a:gd name="connsiteY140" fmla="*/ 523875 h 1866900"/>
                <a:gd name="connsiteX141" fmla="*/ 1819275 w 1905000"/>
                <a:gd name="connsiteY141" fmla="*/ 523875 h 1866900"/>
                <a:gd name="connsiteX142" fmla="*/ 1823085 w 1905000"/>
                <a:gd name="connsiteY142" fmla="*/ 533400 h 1866900"/>
                <a:gd name="connsiteX143" fmla="*/ 80962 w 1905000"/>
                <a:gd name="connsiteY143" fmla="*/ 533400 h 1866900"/>
                <a:gd name="connsiteX144" fmla="*/ 85725 w 1905000"/>
                <a:gd name="connsiteY144" fmla="*/ 523875 h 1866900"/>
                <a:gd name="connsiteX145" fmla="*/ 109538 w 1905000"/>
                <a:gd name="connsiteY145" fmla="*/ 476250 h 1866900"/>
                <a:gd name="connsiteX146" fmla="*/ 1796415 w 1905000"/>
                <a:gd name="connsiteY146" fmla="*/ 476250 h 1866900"/>
                <a:gd name="connsiteX147" fmla="*/ 1801178 w 1905000"/>
                <a:gd name="connsiteY147" fmla="*/ 485775 h 1866900"/>
                <a:gd name="connsiteX148" fmla="*/ 104775 w 1905000"/>
                <a:gd name="connsiteY148" fmla="*/ 485775 h 1866900"/>
                <a:gd name="connsiteX149" fmla="*/ 109538 w 1905000"/>
                <a:gd name="connsiteY149" fmla="*/ 476250 h 1866900"/>
                <a:gd name="connsiteX150" fmla="*/ 136207 w 1905000"/>
                <a:gd name="connsiteY150" fmla="*/ 428625 h 1866900"/>
                <a:gd name="connsiteX151" fmla="*/ 1768792 w 1905000"/>
                <a:gd name="connsiteY151" fmla="*/ 428625 h 1866900"/>
                <a:gd name="connsiteX152" fmla="*/ 1774507 w 1905000"/>
                <a:gd name="connsiteY152" fmla="*/ 438150 h 1866900"/>
                <a:gd name="connsiteX153" fmla="*/ 130492 w 1905000"/>
                <a:gd name="connsiteY153" fmla="*/ 438150 h 1866900"/>
                <a:gd name="connsiteX154" fmla="*/ 136207 w 1905000"/>
                <a:gd name="connsiteY154" fmla="*/ 428625 h 1866900"/>
                <a:gd name="connsiteX155" fmla="*/ 166687 w 1905000"/>
                <a:gd name="connsiteY155" fmla="*/ 381000 h 1866900"/>
                <a:gd name="connsiteX156" fmla="*/ 1738312 w 1905000"/>
                <a:gd name="connsiteY156" fmla="*/ 381000 h 1866900"/>
                <a:gd name="connsiteX157" fmla="*/ 1744979 w 1905000"/>
                <a:gd name="connsiteY157" fmla="*/ 390525 h 1866900"/>
                <a:gd name="connsiteX158" fmla="*/ 160019 w 1905000"/>
                <a:gd name="connsiteY158" fmla="*/ 390525 h 1866900"/>
                <a:gd name="connsiteX159" fmla="*/ 166687 w 1905000"/>
                <a:gd name="connsiteY159" fmla="*/ 381000 h 1866900"/>
                <a:gd name="connsiteX160" fmla="*/ 201929 w 1905000"/>
                <a:gd name="connsiteY160" fmla="*/ 333375 h 1866900"/>
                <a:gd name="connsiteX161" fmla="*/ 1704022 w 1905000"/>
                <a:gd name="connsiteY161" fmla="*/ 333375 h 1866900"/>
                <a:gd name="connsiteX162" fmla="*/ 1711642 w 1905000"/>
                <a:gd name="connsiteY162" fmla="*/ 342900 h 1866900"/>
                <a:gd name="connsiteX163" fmla="*/ 194309 w 1905000"/>
                <a:gd name="connsiteY163" fmla="*/ 342900 h 1866900"/>
                <a:gd name="connsiteX164" fmla="*/ 201929 w 1905000"/>
                <a:gd name="connsiteY164" fmla="*/ 333375 h 1866900"/>
                <a:gd name="connsiteX165" fmla="*/ 240981 w 1905000"/>
                <a:gd name="connsiteY165" fmla="*/ 285750 h 1866900"/>
                <a:gd name="connsiteX166" fmla="*/ 1664017 w 1905000"/>
                <a:gd name="connsiteY166" fmla="*/ 285750 h 1866900"/>
                <a:gd name="connsiteX167" fmla="*/ 1672589 w 1905000"/>
                <a:gd name="connsiteY167" fmla="*/ 295275 h 1866900"/>
                <a:gd name="connsiteX168" fmla="*/ 232409 w 1905000"/>
                <a:gd name="connsiteY168" fmla="*/ 295275 h 1866900"/>
                <a:gd name="connsiteX169" fmla="*/ 240981 w 1905000"/>
                <a:gd name="connsiteY169" fmla="*/ 285750 h 1866900"/>
                <a:gd name="connsiteX170" fmla="*/ 286702 w 1905000"/>
                <a:gd name="connsiteY170" fmla="*/ 238125 h 1866900"/>
                <a:gd name="connsiteX171" fmla="*/ 1619250 w 1905000"/>
                <a:gd name="connsiteY171" fmla="*/ 238125 h 1866900"/>
                <a:gd name="connsiteX172" fmla="*/ 1628775 w 1905000"/>
                <a:gd name="connsiteY172" fmla="*/ 247650 h 1866900"/>
                <a:gd name="connsiteX173" fmla="*/ 277177 w 1905000"/>
                <a:gd name="connsiteY173" fmla="*/ 247650 h 1866900"/>
                <a:gd name="connsiteX174" fmla="*/ 286702 w 1905000"/>
                <a:gd name="connsiteY174" fmla="*/ 238125 h 1866900"/>
                <a:gd name="connsiteX175" fmla="*/ 339090 w 1905000"/>
                <a:gd name="connsiteY175" fmla="*/ 190500 h 1866900"/>
                <a:gd name="connsiteX176" fmla="*/ 1565910 w 1905000"/>
                <a:gd name="connsiteY176" fmla="*/ 190500 h 1866900"/>
                <a:gd name="connsiteX177" fmla="*/ 1577340 w 1905000"/>
                <a:gd name="connsiteY177" fmla="*/ 200025 h 1866900"/>
                <a:gd name="connsiteX178" fmla="*/ 327660 w 1905000"/>
                <a:gd name="connsiteY178" fmla="*/ 200025 h 1866900"/>
                <a:gd name="connsiteX179" fmla="*/ 339090 w 1905000"/>
                <a:gd name="connsiteY179" fmla="*/ 190500 h 1866900"/>
                <a:gd name="connsiteX180" fmla="*/ 400049 w 1905000"/>
                <a:gd name="connsiteY180" fmla="*/ 142875 h 1866900"/>
                <a:gd name="connsiteX181" fmla="*/ 1503997 w 1905000"/>
                <a:gd name="connsiteY181" fmla="*/ 142875 h 1866900"/>
                <a:gd name="connsiteX182" fmla="*/ 1517332 w 1905000"/>
                <a:gd name="connsiteY182" fmla="*/ 152400 h 1866900"/>
                <a:gd name="connsiteX183" fmla="*/ 386714 w 1905000"/>
                <a:gd name="connsiteY183" fmla="*/ 152400 h 1866900"/>
                <a:gd name="connsiteX184" fmla="*/ 400049 w 1905000"/>
                <a:gd name="connsiteY184" fmla="*/ 142875 h 1866900"/>
                <a:gd name="connsiteX185" fmla="*/ 474345 w 1905000"/>
                <a:gd name="connsiteY185" fmla="*/ 95250 h 1866900"/>
                <a:gd name="connsiteX186" fmla="*/ 1429702 w 1905000"/>
                <a:gd name="connsiteY186" fmla="*/ 95250 h 1866900"/>
                <a:gd name="connsiteX187" fmla="*/ 1445895 w 1905000"/>
                <a:gd name="connsiteY187" fmla="*/ 104775 h 1866900"/>
                <a:gd name="connsiteX188" fmla="*/ 458152 w 1905000"/>
                <a:gd name="connsiteY188" fmla="*/ 104775 h 1866900"/>
                <a:gd name="connsiteX189" fmla="*/ 474345 w 1905000"/>
                <a:gd name="connsiteY189" fmla="*/ 95250 h 1866900"/>
                <a:gd name="connsiteX190" fmla="*/ 568642 w 1905000"/>
                <a:gd name="connsiteY190" fmla="*/ 47625 h 1866900"/>
                <a:gd name="connsiteX191" fmla="*/ 1337309 w 1905000"/>
                <a:gd name="connsiteY191" fmla="*/ 47625 h 1866900"/>
                <a:gd name="connsiteX192" fmla="*/ 1358265 w 1905000"/>
                <a:gd name="connsiteY192" fmla="*/ 57150 h 1866900"/>
                <a:gd name="connsiteX193" fmla="*/ 547687 w 1905000"/>
                <a:gd name="connsiteY193" fmla="*/ 57150 h 1866900"/>
                <a:gd name="connsiteX194" fmla="*/ 568642 w 1905000"/>
                <a:gd name="connsiteY194" fmla="*/ 47625 h 1866900"/>
                <a:gd name="connsiteX195" fmla="*/ 702945 w 1905000"/>
                <a:gd name="connsiteY195" fmla="*/ 0 h 1866900"/>
                <a:gd name="connsiteX196" fmla="*/ 1203960 w 1905000"/>
                <a:gd name="connsiteY196" fmla="*/ 0 h 1866900"/>
                <a:gd name="connsiteX197" fmla="*/ 1236345 w 1905000"/>
                <a:gd name="connsiteY197" fmla="*/ 9525 h 1866900"/>
                <a:gd name="connsiteX198" fmla="*/ 670560 w 1905000"/>
                <a:gd name="connsiteY198" fmla="*/ 9525 h 1866900"/>
                <a:gd name="connsiteX199" fmla="*/ 702945 w 1905000"/>
                <a:gd name="connsiteY199" fmla="*/ 0 h 18669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Lst>
              <a:rect l="l" t="t" r="r" b="b"/>
              <a:pathLst>
                <a:path w="1905000" h="1866900">
                  <a:moveTo>
                    <a:pt x="786764" y="1857375"/>
                  </a:moveTo>
                  <a:lnTo>
                    <a:pt x="1116329" y="1857375"/>
                  </a:lnTo>
                  <a:cubicBezTo>
                    <a:pt x="1093469" y="1861185"/>
                    <a:pt x="1070609" y="1864995"/>
                    <a:pt x="1047749" y="1866900"/>
                  </a:cubicBezTo>
                  <a:lnTo>
                    <a:pt x="855344" y="1866900"/>
                  </a:lnTo>
                  <a:cubicBezTo>
                    <a:pt x="832484" y="1864995"/>
                    <a:pt x="809624" y="1861185"/>
                    <a:pt x="786764" y="1857375"/>
                  </a:cubicBezTo>
                  <a:close/>
                  <a:moveTo>
                    <a:pt x="614362" y="1809750"/>
                  </a:moveTo>
                  <a:lnTo>
                    <a:pt x="1290637" y="1809750"/>
                  </a:lnTo>
                  <a:cubicBezTo>
                    <a:pt x="1281112" y="1812608"/>
                    <a:pt x="1272540" y="1816417"/>
                    <a:pt x="1263967" y="1819275"/>
                  </a:cubicBezTo>
                  <a:lnTo>
                    <a:pt x="640079" y="1819275"/>
                  </a:lnTo>
                  <a:cubicBezTo>
                    <a:pt x="631507" y="1816417"/>
                    <a:pt x="622935" y="1812608"/>
                    <a:pt x="614362" y="1809750"/>
                  </a:cubicBezTo>
                  <a:close/>
                  <a:moveTo>
                    <a:pt x="509587" y="1762125"/>
                  </a:moveTo>
                  <a:lnTo>
                    <a:pt x="1396365" y="1762125"/>
                  </a:lnTo>
                  <a:cubicBezTo>
                    <a:pt x="1389697" y="1764983"/>
                    <a:pt x="1383982" y="1768792"/>
                    <a:pt x="1377315" y="1771650"/>
                  </a:cubicBezTo>
                  <a:lnTo>
                    <a:pt x="527685" y="1771650"/>
                  </a:lnTo>
                  <a:cubicBezTo>
                    <a:pt x="521969" y="1768792"/>
                    <a:pt x="515302" y="1764983"/>
                    <a:pt x="509587" y="1762125"/>
                  </a:cubicBezTo>
                  <a:close/>
                  <a:moveTo>
                    <a:pt x="428625" y="1714500"/>
                  </a:moveTo>
                  <a:lnTo>
                    <a:pt x="1478280" y="1714500"/>
                  </a:lnTo>
                  <a:cubicBezTo>
                    <a:pt x="1472565" y="1717358"/>
                    <a:pt x="1467803" y="1721167"/>
                    <a:pt x="1463040" y="1724025"/>
                  </a:cubicBezTo>
                  <a:lnTo>
                    <a:pt x="443865" y="1724025"/>
                  </a:lnTo>
                  <a:cubicBezTo>
                    <a:pt x="438150" y="1721167"/>
                    <a:pt x="433388" y="1717358"/>
                    <a:pt x="428625" y="1714500"/>
                  </a:cubicBezTo>
                  <a:close/>
                  <a:moveTo>
                    <a:pt x="362902" y="1666875"/>
                  </a:moveTo>
                  <a:lnTo>
                    <a:pt x="1544002" y="1666875"/>
                  </a:lnTo>
                  <a:cubicBezTo>
                    <a:pt x="1540192" y="1669733"/>
                    <a:pt x="1535430" y="1673542"/>
                    <a:pt x="1531620" y="1676400"/>
                  </a:cubicBezTo>
                  <a:lnTo>
                    <a:pt x="375285" y="1676400"/>
                  </a:lnTo>
                  <a:cubicBezTo>
                    <a:pt x="370522" y="1673542"/>
                    <a:pt x="366712" y="1669733"/>
                    <a:pt x="362902" y="1666875"/>
                  </a:cubicBezTo>
                  <a:close/>
                  <a:moveTo>
                    <a:pt x="306705" y="1619250"/>
                  </a:moveTo>
                  <a:lnTo>
                    <a:pt x="1599247" y="1619250"/>
                  </a:lnTo>
                  <a:cubicBezTo>
                    <a:pt x="1595438" y="1622108"/>
                    <a:pt x="1592580" y="1625917"/>
                    <a:pt x="1588770" y="1628775"/>
                  </a:cubicBezTo>
                  <a:lnTo>
                    <a:pt x="317182" y="1628775"/>
                  </a:lnTo>
                  <a:cubicBezTo>
                    <a:pt x="313373" y="1625917"/>
                    <a:pt x="310515" y="1622108"/>
                    <a:pt x="306705" y="1619250"/>
                  </a:cubicBezTo>
                  <a:close/>
                  <a:moveTo>
                    <a:pt x="258127" y="1571625"/>
                  </a:moveTo>
                  <a:lnTo>
                    <a:pt x="1646872" y="1571625"/>
                  </a:lnTo>
                  <a:cubicBezTo>
                    <a:pt x="1643062" y="1574483"/>
                    <a:pt x="1640205" y="1578292"/>
                    <a:pt x="1637347" y="1581150"/>
                  </a:cubicBezTo>
                  <a:lnTo>
                    <a:pt x="266699" y="1581150"/>
                  </a:lnTo>
                  <a:cubicBezTo>
                    <a:pt x="263842" y="1578292"/>
                    <a:pt x="260984" y="1574483"/>
                    <a:pt x="258127" y="1571625"/>
                  </a:cubicBezTo>
                  <a:close/>
                  <a:moveTo>
                    <a:pt x="216217" y="1524000"/>
                  </a:moveTo>
                  <a:lnTo>
                    <a:pt x="1687830" y="1524000"/>
                  </a:lnTo>
                  <a:cubicBezTo>
                    <a:pt x="1684972" y="1526858"/>
                    <a:pt x="1683067" y="1530667"/>
                    <a:pt x="1680209" y="1533525"/>
                  </a:cubicBezTo>
                  <a:lnTo>
                    <a:pt x="223837" y="1533525"/>
                  </a:lnTo>
                  <a:cubicBezTo>
                    <a:pt x="221932" y="1530667"/>
                    <a:pt x="219074" y="1526858"/>
                    <a:pt x="216217" y="1524000"/>
                  </a:cubicBezTo>
                  <a:close/>
                  <a:moveTo>
                    <a:pt x="180022" y="1476375"/>
                  </a:moveTo>
                  <a:lnTo>
                    <a:pt x="1724977" y="1476375"/>
                  </a:lnTo>
                  <a:cubicBezTo>
                    <a:pt x="1723072" y="1479233"/>
                    <a:pt x="1720215" y="1483042"/>
                    <a:pt x="1718310" y="1485900"/>
                  </a:cubicBezTo>
                  <a:lnTo>
                    <a:pt x="186690" y="1485900"/>
                  </a:lnTo>
                  <a:cubicBezTo>
                    <a:pt x="184785" y="1483042"/>
                    <a:pt x="181927" y="1479233"/>
                    <a:pt x="180022" y="1476375"/>
                  </a:cubicBezTo>
                  <a:close/>
                  <a:moveTo>
                    <a:pt x="147637" y="1428750"/>
                  </a:moveTo>
                  <a:lnTo>
                    <a:pt x="1756410" y="1428750"/>
                  </a:lnTo>
                  <a:cubicBezTo>
                    <a:pt x="1754505" y="1431608"/>
                    <a:pt x="1752600" y="1435417"/>
                    <a:pt x="1750695" y="1438275"/>
                  </a:cubicBezTo>
                  <a:lnTo>
                    <a:pt x="153352" y="1438275"/>
                  </a:lnTo>
                  <a:cubicBezTo>
                    <a:pt x="151447" y="1435417"/>
                    <a:pt x="149542" y="1431608"/>
                    <a:pt x="147637" y="1428750"/>
                  </a:cubicBezTo>
                  <a:close/>
                  <a:moveTo>
                    <a:pt x="119062" y="1381125"/>
                  </a:moveTo>
                  <a:lnTo>
                    <a:pt x="1785937" y="1381125"/>
                  </a:lnTo>
                  <a:cubicBezTo>
                    <a:pt x="1784032" y="1383983"/>
                    <a:pt x="1782127" y="1387792"/>
                    <a:pt x="1780222" y="1390650"/>
                  </a:cubicBezTo>
                  <a:lnTo>
                    <a:pt x="124777" y="1390650"/>
                  </a:lnTo>
                  <a:cubicBezTo>
                    <a:pt x="122872" y="1387792"/>
                    <a:pt x="120967" y="1383983"/>
                    <a:pt x="119062" y="1381125"/>
                  </a:cubicBezTo>
                  <a:close/>
                  <a:moveTo>
                    <a:pt x="95250" y="1333500"/>
                  </a:moveTo>
                  <a:lnTo>
                    <a:pt x="1810703" y="1333500"/>
                  </a:lnTo>
                  <a:cubicBezTo>
                    <a:pt x="1808798" y="1336358"/>
                    <a:pt x="1807845" y="1340167"/>
                    <a:pt x="1805940" y="1343025"/>
                  </a:cubicBezTo>
                  <a:lnTo>
                    <a:pt x="100013" y="1343025"/>
                  </a:lnTo>
                  <a:cubicBezTo>
                    <a:pt x="98108" y="1340167"/>
                    <a:pt x="97155" y="1336358"/>
                    <a:pt x="95250" y="1333500"/>
                  </a:cubicBezTo>
                  <a:close/>
                  <a:moveTo>
                    <a:pt x="73342" y="1285875"/>
                  </a:moveTo>
                  <a:lnTo>
                    <a:pt x="1830705" y="1285875"/>
                  </a:lnTo>
                  <a:cubicBezTo>
                    <a:pt x="1829752" y="1288733"/>
                    <a:pt x="1827847" y="1292542"/>
                    <a:pt x="1826895" y="1295400"/>
                  </a:cubicBezTo>
                  <a:lnTo>
                    <a:pt x="77152" y="1295400"/>
                  </a:lnTo>
                  <a:cubicBezTo>
                    <a:pt x="76200" y="1292542"/>
                    <a:pt x="74295" y="1288733"/>
                    <a:pt x="73342" y="1285875"/>
                  </a:cubicBezTo>
                  <a:close/>
                  <a:moveTo>
                    <a:pt x="55245" y="1238250"/>
                  </a:moveTo>
                  <a:lnTo>
                    <a:pt x="1850708" y="1238250"/>
                  </a:lnTo>
                  <a:cubicBezTo>
                    <a:pt x="1848803" y="1241108"/>
                    <a:pt x="1847850" y="1244917"/>
                    <a:pt x="1846898" y="1247775"/>
                  </a:cubicBezTo>
                  <a:lnTo>
                    <a:pt x="59055" y="1247775"/>
                  </a:lnTo>
                  <a:cubicBezTo>
                    <a:pt x="57150" y="1244917"/>
                    <a:pt x="56197" y="1241108"/>
                    <a:pt x="55245" y="1238250"/>
                  </a:cubicBezTo>
                  <a:close/>
                  <a:moveTo>
                    <a:pt x="40004" y="1190625"/>
                  </a:moveTo>
                  <a:lnTo>
                    <a:pt x="1865947" y="1190625"/>
                  </a:lnTo>
                  <a:cubicBezTo>
                    <a:pt x="1864994" y="1193483"/>
                    <a:pt x="1864042" y="1197292"/>
                    <a:pt x="1863089" y="1200150"/>
                  </a:cubicBezTo>
                  <a:lnTo>
                    <a:pt x="42862" y="1200150"/>
                  </a:lnTo>
                  <a:cubicBezTo>
                    <a:pt x="41909" y="1197292"/>
                    <a:pt x="40957" y="1193483"/>
                    <a:pt x="40004" y="1190625"/>
                  </a:cubicBezTo>
                  <a:close/>
                  <a:moveTo>
                    <a:pt x="26669" y="1143000"/>
                  </a:moveTo>
                  <a:lnTo>
                    <a:pt x="1878329" y="1143000"/>
                  </a:lnTo>
                  <a:cubicBezTo>
                    <a:pt x="1878329" y="1145858"/>
                    <a:pt x="1877377" y="1149667"/>
                    <a:pt x="1876424" y="1152525"/>
                  </a:cubicBezTo>
                  <a:lnTo>
                    <a:pt x="29526" y="1152525"/>
                  </a:lnTo>
                  <a:cubicBezTo>
                    <a:pt x="28574" y="1149667"/>
                    <a:pt x="27622" y="1145858"/>
                    <a:pt x="26669" y="1143000"/>
                  </a:cubicBezTo>
                  <a:close/>
                  <a:moveTo>
                    <a:pt x="16192" y="1095375"/>
                  </a:moveTo>
                  <a:lnTo>
                    <a:pt x="1888807" y="1095375"/>
                  </a:lnTo>
                  <a:cubicBezTo>
                    <a:pt x="1887855" y="1098233"/>
                    <a:pt x="1887855" y="1102042"/>
                    <a:pt x="1886902" y="1104900"/>
                  </a:cubicBezTo>
                  <a:lnTo>
                    <a:pt x="18097" y="1104900"/>
                  </a:lnTo>
                  <a:cubicBezTo>
                    <a:pt x="17144" y="1102042"/>
                    <a:pt x="17144" y="1098233"/>
                    <a:pt x="16192" y="1095375"/>
                  </a:cubicBezTo>
                  <a:close/>
                  <a:moveTo>
                    <a:pt x="8572" y="1047750"/>
                  </a:moveTo>
                  <a:lnTo>
                    <a:pt x="1896427" y="1047750"/>
                  </a:lnTo>
                  <a:cubicBezTo>
                    <a:pt x="1896427" y="1050608"/>
                    <a:pt x="1895475" y="1054417"/>
                    <a:pt x="1895475" y="1057275"/>
                  </a:cubicBezTo>
                  <a:lnTo>
                    <a:pt x="9525" y="1057275"/>
                  </a:lnTo>
                  <a:cubicBezTo>
                    <a:pt x="9525" y="1054417"/>
                    <a:pt x="8572" y="1050608"/>
                    <a:pt x="8572" y="1047750"/>
                  </a:cubicBezTo>
                  <a:close/>
                  <a:moveTo>
                    <a:pt x="3810" y="1000125"/>
                  </a:moveTo>
                  <a:lnTo>
                    <a:pt x="1902143" y="1000125"/>
                  </a:lnTo>
                  <a:cubicBezTo>
                    <a:pt x="1902143" y="1002983"/>
                    <a:pt x="1901190" y="1006792"/>
                    <a:pt x="1901190" y="1009650"/>
                  </a:cubicBezTo>
                  <a:lnTo>
                    <a:pt x="4762" y="1009650"/>
                  </a:lnTo>
                  <a:cubicBezTo>
                    <a:pt x="4762" y="1006792"/>
                    <a:pt x="3810" y="1002983"/>
                    <a:pt x="3810" y="1000125"/>
                  </a:cubicBezTo>
                  <a:close/>
                  <a:moveTo>
                    <a:pt x="952" y="952500"/>
                  </a:moveTo>
                  <a:lnTo>
                    <a:pt x="1904047" y="952500"/>
                  </a:lnTo>
                  <a:cubicBezTo>
                    <a:pt x="1904047" y="955358"/>
                    <a:pt x="1904047" y="959167"/>
                    <a:pt x="1904047" y="962025"/>
                  </a:cubicBezTo>
                  <a:lnTo>
                    <a:pt x="952" y="962025"/>
                  </a:lnTo>
                  <a:cubicBezTo>
                    <a:pt x="952" y="959167"/>
                    <a:pt x="952" y="955358"/>
                    <a:pt x="952" y="952500"/>
                  </a:cubicBezTo>
                  <a:close/>
                  <a:moveTo>
                    <a:pt x="0" y="904875"/>
                  </a:moveTo>
                  <a:lnTo>
                    <a:pt x="1905000" y="904875"/>
                  </a:lnTo>
                  <a:cubicBezTo>
                    <a:pt x="1905000" y="907733"/>
                    <a:pt x="1905000" y="911542"/>
                    <a:pt x="1905000" y="914400"/>
                  </a:cubicBezTo>
                  <a:lnTo>
                    <a:pt x="0" y="914400"/>
                  </a:lnTo>
                  <a:cubicBezTo>
                    <a:pt x="0" y="911542"/>
                    <a:pt x="0" y="907733"/>
                    <a:pt x="0" y="904875"/>
                  </a:cubicBezTo>
                  <a:close/>
                  <a:moveTo>
                    <a:pt x="1905" y="857250"/>
                  </a:moveTo>
                  <a:lnTo>
                    <a:pt x="1902142" y="857250"/>
                  </a:lnTo>
                  <a:cubicBezTo>
                    <a:pt x="1903095" y="860108"/>
                    <a:pt x="1903095" y="863917"/>
                    <a:pt x="1903095" y="866775"/>
                  </a:cubicBezTo>
                  <a:lnTo>
                    <a:pt x="952" y="866775"/>
                  </a:lnTo>
                  <a:cubicBezTo>
                    <a:pt x="1905" y="863917"/>
                    <a:pt x="1905" y="860108"/>
                    <a:pt x="1905" y="857250"/>
                  </a:cubicBezTo>
                  <a:close/>
                  <a:moveTo>
                    <a:pt x="6667" y="809625"/>
                  </a:moveTo>
                  <a:lnTo>
                    <a:pt x="1899285" y="809625"/>
                  </a:lnTo>
                  <a:cubicBezTo>
                    <a:pt x="1899285" y="812483"/>
                    <a:pt x="1900238" y="816292"/>
                    <a:pt x="1900238" y="819150"/>
                  </a:cubicBezTo>
                  <a:lnTo>
                    <a:pt x="5715" y="819150"/>
                  </a:lnTo>
                  <a:cubicBezTo>
                    <a:pt x="5715" y="816292"/>
                    <a:pt x="6667" y="812483"/>
                    <a:pt x="6667" y="809625"/>
                  </a:cubicBezTo>
                  <a:close/>
                  <a:moveTo>
                    <a:pt x="13335" y="762000"/>
                  </a:moveTo>
                  <a:lnTo>
                    <a:pt x="1891665" y="762000"/>
                  </a:lnTo>
                  <a:cubicBezTo>
                    <a:pt x="1892618" y="764858"/>
                    <a:pt x="1892618" y="768667"/>
                    <a:pt x="1893570" y="771525"/>
                  </a:cubicBezTo>
                  <a:lnTo>
                    <a:pt x="11430" y="771525"/>
                  </a:lnTo>
                  <a:cubicBezTo>
                    <a:pt x="12382" y="768667"/>
                    <a:pt x="12382" y="764858"/>
                    <a:pt x="13335" y="762000"/>
                  </a:cubicBezTo>
                  <a:close/>
                  <a:moveTo>
                    <a:pt x="21907" y="714375"/>
                  </a:moveTo>
                  <a:lnTo>
                    <a:pt x="1883092" y="714375"/>
                  </a:lnTo>
                  <a:cubicBezTo>
                    <a:pt x="1884045" y="717233"/>
                    <a:pt x="1884045" y="721042"/>
                    <a:pt x="1884997" y="723900"/>
                  </a:cubicBezTo>
                  <a:lnTo>
                    <a:pt x="20002" y="723900"/>
                  </a:lnTo>
                  <a:cubicBezTo>
                    <a:pt x="20955" y="721042"/>
                    <a:pt x="20955" y="717233"/>
                    <a:pt x="21907" y="714375"/>
                  </a:cubicBezTo>
                  <a:close/>
                  <a:moveTo>
                    <a:pt x="34289" y="666750"/>
                  </a:moveTo>
                  <a:lnTo>
                    <a:pt x="1870710" y="666750"/>
                  </a:lnTo>
                  <a:cubicBezTo>
                    <a:pt x="1871662" y="669608"/>
                    <a:pt x="1872615" y="673417"/>
                    <a:pt x="1873567" y="676275"/>
                  </a:cubicBezTo>
                  <a:lnTo>
                    <a:pt x="31432" y="676275"/>
                  </a:lnTo>
                  <a:cubicBezTo>
                    <a:pt x="32385" y="673417"/>
                    <a:pt x="33337" y="669608"/>
                    <a:pt x="34289" y="666750"/>
                  </a:cubicBezTo>
                  <a:close/>
                  <a:moveTo>
                    <a:pt x="48577" y="619125"/>
                  </a:moveTo>
                  <a:lnTo>
                    <a:pt x="1857375" y="619125"/>
                  </a:lnTo>
                  <a:cubicBezTo>
                    <a:pt x="1858328" y="621983"/>
                    <a:pt x="1859280" y="625792"/>
                    <a:pt x="1860233" y="628650"/>
                  </a:cubicBezTo>
                  <a:lnTo>
                    <a:pt x="45720" y="628650"/>
                  </a:lnTo>
                  <a:cubicBezTo>
                    <a:pt x="46672" y="625792"/>
                    <a:pt x="47625" y="621983"/>
                    <a:pt x="48577" y="619125"/>
                  </a:cubicBezTo>
                  <a:close/>
                  <a:moveTo>
                    <a:pt x="65722" y="571500"/>
                  </a:moveTo>
                  <a:lnTo>
                    <a:pt x="1839277" y="571500"/>
                  </a:lnTo>
                  <a:cubicBezTo>
                    <a:pt x="1840230" y="574357"/>
                    <a:pt x="1842135" y="578168"/>
                    <a:pt x="1843087" y="581025"/>
                  </a:cubicBezTo>
                  <a:lnTo>
                    <a:pt x="61912" y="581025"/>
                  </a:lnTo>
                  <a:cubicBezTo>
                    <a:pt x="62864" y="578168"/>
                    <a:pt x="64770" y="574357"/>
                    <a:pt x="65722" y="571500"/>
                  </a:cubicBezTo>
                  <a:close/>
                  <a:moveTo>
                    <a:pt x="85725" y="523875"/>
                  </a:moveTo>
                  <a:lnTo>
                    <a:pt x="1819275" y="523875"/>
                  </a:lnTo>
                  <a:cubicBezTo>
                    <a:pt x="1820227" y="526732"/>
                    <a:pt x="1822132" y="530543"/>
                    <a:pt x="1823085" y="533400"/>
                  </a:cubicBezTo>
                  <a:lnTo>
                    <a:pt x="80962" y="533400"/>
                  </a:lnTo>
                  <a:cubicBezTo>
                    <a:pt x="82867" y="530543"/>
                    <a:pt x="83820" y="526732"/>
                    <a:pt x="85725" y="523875"/>
                  </a:cubicBezTo>
                  <a:close/>
                  <a:moveTo>
                    <a:pt x="109538" y="476250"/>
                  </a:moveTo>
                  <a:lnTo>
                    <a:pt x="1796415" y="476250"/>
                  </a:lnTo>
                  <a:cubicBezTo>
                    <a:pt x="1798320" y="479107"/>
                    <a:pt x="1799273" y="482918"/>
                    <a:pt x="1801178" y="485775"/>
                  </a:cubicBezTo>
                  <a:lnTo>
                    <a:pt x="104775" y="485775"/>
                  </a:lnTo>
                  <a:cubicBezTo>
                    <a:pt x="105728" y="482918"/>
                    <a:pt x="107633" y="479107"/>
                    <a:pt x="109538" y="476250"/>
                  </a:cubicBezTo>
                  <a:close/>
                  <a:moveTo>
                    <a:pt x="136207" y="428625"/>
                  </a:moveTo>
                  <a:lnTo>
                    <a:pt x="1768792" y="428625"/>
                  </a:lnTo>
                  <a:cubicBezTo>
                    <a:pt x="1770697" y="431482"/>
                    <a:pt x="1772602" y="435293"/>
                    <a:pt x="1774507" y="438150"/>
                  </a:cubicBezTo>
                  <a:lnTo>
                    <a:pt x="130492" y="438150"/>
                  </a:lnTo>
                  <a:cubicBezTo>
                    <a:pt x="132397" y="435293"/>
                    <a:pt x="134302" y="431482"/>
                    <a:pt x="136207" y="428625"/>
                  </a:cubicBezTo>
                  <a:close/>
                  <a:moveTo>
                    <a:pt x="166687" y="381000"/>
                  </a:moveTo>
                  <a:lnTo>
                    <a:pt x="1738312" y="381000"/>
                  </a:lnTo>
                  <a:cubicBezTo>
                    <a:pt x="1741169" y="383857"/>
                    <a:pt x="1743074" y="387668"/>
                    <a:pt x="1744979" y="390525"/>
                  </a:cubicBezTo>
                  <a:lnTo>
                    <a:pt x="160019" y="390525"/>
                  </a:lnTo>
                  <a:cubicBezTo>
                    <a:pt x="162877" y="387668"/>
                    <a:pt x="164782" y="383857"/>
                    <a:pt x="166687" y="381000"/>
                  </a:cubicBezTo>
                  <a:close/>
                  <a:moveTo>
                    <a:pt x="201929" y="333375"/>
                  </a:moveTo>
                  <a:lnTo>
                    <a:pt x="1704022" y="333375"/>
                  </a:lnTo>
                  <a:cubicBezTo>
                    <a:pt x="1706879" y="336232"/>
                    <a:pt x="1708784" y="340043"/>
                    <a:pt x="1711642" y="342900"/>
                  </a:cubicBezTo>
                  <a:lnTo>
                    <a:pt x="194309" y="342900"/>
                  </a:lnTo>
                  <a:cubicBezTo>
                    <a:pt x="197167" y="340043"/>
                    <a:pt x="199072" y="336232"/>
                    <a:pt x="201929" y="333375"/>
                  </a:cubicBezTo>
                  <a:close/>
                  <a:moveTo>
                    <a:pt x="240981" y="285750"/>
                  </a:moveTo>
                  <a:lnTo>
                    <a:pt x="1664017" y="285750"/>
                  </a:lnTo>
                  <a:cubicBezTo>
                    <a:pt x="1666874" y="288607"/>
                    <a:pt x="1669732" y="292418"/>
                    <a:pt x="1672589" y="295275"/>
                  </a:cubicBezTo>
                  <a:lnTo>
                    <a:pt x="232409" y="295275"/>
                  </a:lnTo>
                  <a:cubicBezTo>
                    <a:pt x="235267" y="292418"/>
                    <a:pt x="238124" y="288607"/>
                    <a:pt x="240981" y="285750"/>
                  </a:cubicBezTo>
                  <a:close/>
                  <a:moveTo>
                    <a:pt x="286702" y="238125"/>
                  </a:moveTo>
                  <a:lnTo>
                    <a:pt x="1619250" y="238125"/>
                  </a:lnTo>
                  <a:cubicBezTo>
                    <a:pt x="1622107" y="240982"/>
                    <a:pt x="1625917" y="244793"/>
                    <a:pt x="1628775" y="247650"/>
                  </a:cubicBezTo>
                  <a:lnTo>
                    <a:pt x="277177" y="247650"/>
                  </a:lnTo>
                  <a:cubicBezTo>
                    <a:pt x="280034" y="244793"/>
                    <a:pt x="282892" y="240982"/>
                    <a:pt x="286702" y="238125"/>
                  </a:cubicBezTo>
                  <a:close/>
                  <a:moveTo>
                    <a:pt x="339090" y="190500"/>
                  </a:moveTo>
                  <a:lnTo>
                    <a:pt x="1565910" y="190500"/>
                  </a:lnTo>
                  <a:cubicBezTo>
                    <a:pt x="1569720" y="193357"/>
                    <a:pt x="1573530" y="197168"/>
                    <a:pt x="1577340" y="200025"/>
                  </a:cubicBezTo>
                  <a:lnTo>
                    <a:pt x="327660" y="200025"/>
                  </a:lnTo>
                  <a:cubicBezTo>
                    <a:pt x="331470" y="197168"/>
                    <a:pt x="335280" y="193357"/>
                    <a:pt x="339090" y="190500"/>
                  </a:cubicBezTo>
                  <a:close/>
                  <a:moveTo>
                    <a:pt x="400049" y="142875"/>
                  </a:moveTo>
                  <a:lnTo>
                    <a:pt x="1503997" y="142875"/>
                  </a:lnTo>
                  <a:cubicBezTo>
                    <a:pt x="1508759" y="145733"/>
                    <a:pt x="1512569" y="149542"/>
                    <a:pt x="1517332" y="152400"/>
                  </a:cubicBezTo>
                  <a:lnTo>
                    <a:pt x="386714" y="152400"/>
                  </a:lnTo>
                  <a:cubicBezTo>
                    <a:pt x="391477" y="149542"/>
                    <a:pt x="395287" y="145733"/>
                    <a:pt x="400049" y="142875"/>
                  </a:cubicBezTo>
                  <a:close/>
                  <a:moveTo>
                    <a:pt x="474345" y="95250"/>
                  </a:moveTo>
                  <a:lnTo>
                    <a:pt x="1429702" y="95250"/>
                  </a:lnTo>
                  <a:cubicBezTo>
                    <a:pt x="1435417" y="98108"/>
                    <a:pt x="1440180" y="101917"/>
                    <a:pt x="1445895" y="104775"/>
                  </a:cubicBezTo>
                  <a:lnTo>
                    <a:pt x="458152" y="104775"/>
                  </a:lnTo>
                  <a:cubicBezTo>
                    <a:pt x="463867" y="101917"/>
                    <a:pt x="468630" y="98108"/>
                    <a:pt x="474345" y="95250"/>
                  </a:cubicBezTo>
                  <a:close/>
                  <a:moveTo>
                    <a:pt x="568642" y="47625"/>
                  </a:moveTo>
                  <a:lnTo>
                    <a:pt x="1337309" y="47625"/>
                  </a:lnTo>
                  <a:cubicBezTo>
                    <a:pt x="1343977" y="50483"/>
                    <a:pt x="1351597" y="54292"/>
                    <a:pt x="1358265" y="57150"/>
                  </a:cubicBezTo>
                  <a:lnTo>
                    <a:pt x="547687" y="57150"/>
                  </a:lnTo>
                  <a:cubicBezTo>
                    <a:pt x="554355" y="54292"/>
                    <a:pt x="561975" y="50483"/>
                    <a:pt x="568642" y="47625"/>
                  </a:cubicBezTo>
                  <a:close/>
                  <a:moveTo>
                    <a:pt x="702945" y="0"/>
                  </a:moveTo>
                  <a:lnTo>
                    <a:pt x="1203960" y="0"/>
                  </a:lnTo>
                  <a:cubicBezTo>
                    <a:pt x="1214438" y="2858"/>
                    <a:pt x="1225867" y="5715"/>
                    <a:pt x="1236345" y="9525"/>
                  </a:cubicBezTo>
                  <a:lnTo>
                    <a:pt x="670560" y="9525"/>
                  </a:lnTo>
                  <a:cubicBezTo>
                    <a:pt x="681037" y="5715"/>
                    <a:pt x="692467" y="2858"/>
                    <a:pt x="702945" y="0"/>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2" name="任意多边形: 形状 11">
              <a:extLst>
                <a:ext uri="{FF2B5EF4-FFF2-40B4-BE49-F238E27FC236}">
                  <a16:creationId xmlns:a16="http://schemas.microsoft.com/office/drawing/2014/main" id="{C36B23CC-44CF-5A26-16A4-B517D7647186}"/>
                </a:ext>
              </a:extLst>
            </p:cNvPr>
            <p:cNvSpPr/>
            <p:nvPr/>
          </p:nvSpPr>
          <p:spPr>
            <a:xfrm>
              <a:off x="9421670" y="0"/>
              <a:ext cx="2770331" cy="1398732"/>
            </a:xfrm>
            <a:custGeom>
              <a:avLst/>
              <a:gdLst>
                <a:gd name="connsiteX0" fmla="*/ 685 w 2770331"/>
                <a:gd name="connsiteY0" fmla="*/ 0 h 1398732"/>
                <a:gd name="connsiteX1" fmla="*/ 2769647 w 2770331"/>
                <a:gd name="connsiteY1" fmla="*/ 0 h 1398732"/>
                <a:gd name="connsiteX2" fmla="*/ 2770331 w 2770331"/>
                <a:gd name="connsiteY2" fmla="*/ 13546 h 1398732"/>
                <a:gd name="connsiteX3" fmla="*/ 2770331 w 2770331"/>
                <a:gd name="connsiteY3" fmla="*/ 13586 h 1398732"/>
                <a:gd name="connsiteX4" fmla="*/ 2763181 w 2770331"/>
                <a:gd name="connsiteY4" fmla="*/ 155191 h 1398732"/>
                <a:gd name="connsiteX5" fmla="*/ 1385167 w 2770331"/>
                <a:gd name="connsiteY5" fmla="*/ 1398732 h 1398732"/>
                <a:gd name="connsiteX6" fmla="*/ 0 w 2770331"/>
                <a:gd name="connsiteY6" fmla="*/ 13566 h 1398732"/>
                <a:gd name="connsiteX7" fmla="*/ 685 w 2770331"/>
                <a:gd name="connsiteY7" fmla="*/ 0 h 13987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770331" h="1398732">
                  <a:moveTo>
                    <a:pt x="685" y="0"/>
                  </a:moveTo>
                  <a:lnTo>
                    <a:pt x="2769647" y="0"/>
                  </a:lnTo>
                  <a:lnTo>
                    <a:pt x="2770331" y="13546"/>
                  </a:lnTo>
                  <a:lnTo>
                    <a:pt x="2770331" y="13586"/>
                  </a:lnTo>
                  <a:lnTo>
                    <a:pt x="2763181" y="155191"/>
                  </a:lnTo>
                  <a:cubicBezTo>
                    <a:pt x="2692246" y="853670"/>
                    <a:pt x="2102359" y="1398732"/>
                    <a:pt x="1385167" y="1398732"/>
                  </a:cubicBezTo>
                  <a:cubicBezTo>
                    <a:pt x="620160" y="1398732"/>
                    <a:pt x="0" y="778572"/>
                    <a:pt x="0" y="13566"/>
                  </a:cubicBezTo>
                  <a:lnTo>
                    <a:pt x="685" y="0"/>
                  </a:lnTo>
                  <a:close/>
                </a:path>
              </a:pathLst>
            </a:custGeom>
            <a:solidFill>
              <a:schemeClr val="tx2">
                <a:alpha val="10000"/>
              </a:schemeClr>
            </a:solidFill>
            <a:ln w="11088"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3" name="任意多边形: 形状 12">
              <a:extLst>
                <a:ext uri="{FF2B5EF4-FFF2-40B4-BE49-F238E27FC236}">
                  <a16:creationId xmlns:a16="http://schemas.microsoft.com/office/drawing/2014/main" id="{D6312AB6-0552-36C2-2C80-B5E3E6F86949}"/>
                </a:ext>
              </a:extLst>
            </p:cNvPr>
            <p:cNvSpPr/>
            <p:nvPr/>
          </p:nvSpPr>
          <p:spPr>
            <a:xfrm>
              <a:off x="5252643" y="3384444"/>
              <a:ext cx="4217150" cy="3473556"/>
            </a:xfrm>
            <a:custGeom>
              <a:avLst/>
              <a:gdLst>
                <a:gd name="connsiteX0" fmla="*/ 2852892 w 4217150"/>
                <a:gd name="connsiteY0" fmla="*/ 466 h 3473556"/>
                <a:gd name="connsiteX1" fmla="*/ 3516107 w 4217150"/>
                <a:gd name="connsiteY1" fmla="*/ 187901 h 3473556"/>
                <a:gd name="connsiteX2" fmla="*/ 4029249 w 4217150"/>
                <a:gd name="connsiteY2" fmla="*/ 2103072 h 3473556"/>
                <a:gd name="connsiteX3" fmla="*/ 3237888 w 4217150"/>
                <a:gd name="connsiteY3" fmla="*/ 3473556 h 3473556"/>
                <a:gd name="connsiteX4" fmla="*/ 0 w 4217150"/>
                <a:gd name="connsiteY4" fmla="*/ 3473556 h 3473556"/>
                <a:gd name="connsiteX5" fmla="*/ 1600936 w 4217150"/>
                <a:gd name="connsiteY5" fmla="*/ 701044 h 3473556"/>
                <a:gd name="connsiteX6" fmla="*/ 2852892 w 4217150"/>
                <a:gd name="connsiteY6" fmla="*/ 466 h 3473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217150" h="3473556">
                  <a:moveTo>
                    <a:pt x="2852892" y="466"/>
                  </a:moveTo>
                  <a:cubicBezTo>
                    <a:pt x="3078904" y="6295"/>
                    <a:pt x="3306679" y="66976"/>
                    <a:pt x="3516107" y="187901"/>
                  </a:cubicBezTo>
                  <a:cubicBezTo>
                    <a:pt x="4186277" y="574861"/>
                    <a:pt x="4416209" y="1432902"/>
                    <a:pt x="4029249" y="2103072"/>
                  </a:cubicBezTo>
                  <a:lnTo>
                    <a:pt x="3237888" y="3473556"/>
                  </a:lnTo>
                  <a:lnTo>
                    <a:pt x="0" y="3473556"/>
                  </a:lnTo>
                  <a:lnTo>
                    <a:pt x="1600936" y="701044"/>
                  </a:lnTo>
                  <a:cubicBezTo>
                    <a:pt x="1866971" y="240302"/>
                    <a:pt x="2355666" y="-12359"/>
                    <a:pt x="2852892" y="466"/>
                  </a:cubicBezTo>
                  <a:close/>
                </a:path>
              </a:pathLst>
            </a:custGeom>
            <a:solidFill>
              <a:schemeClr val="tx2">
                <a:alpha val="10000"/>
              </a:schemeClr>
            </a:solidFill>
            <a:ln w="14015" cap="flat">
              <a:noFill/>
              <a:prstDash val="solid"/>
              <a:miter/>
            </a:ln>
          </p:spPr>
          <p:txBody>
            <a:bodyPr rtlCol="0" anchor="ctr"/>
            <a:lstStyle/>
            <a:p>
              <a:pPr lvl="0"/>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
        <p:nvSpPr>
          <p:cNvPr id="2" name="矩形 189">
            <a:extLst>
              <a:ext uri="{FF2B5EF4-FFF2-40B4-BE49-F238E27FC236}">
                <a16:creationId xmlns:a16="http://schemas.microsoft.com/office/drawing/2014/main" id="{1DF5F10D-FA28-EF46-5024-681143D90CB4}"/>
              </a:ext>
            </a:extLst>
          </p:cNvPr>
          <p:cNvSpPr/>
          <p:nvPr/>
        </p:nvSpPr>
        <p:spPr>
          <a:xfrm>
            <a:off x="660400" y="4310626"/>
            <a:ext cx="2620128" cy="335156"/>
          </a:xfrm>
          <a:prstGeom prst="rect">
            <a:avLst/>
          </a:prstGeom>
          <a:noFill/>
          <a:ln>
            <a:noFill/>
          </a:ln>
        </p:spPr>
        <p:txBody>
          <a:bodyPr wrap="square" anchor="ctr">
            <a:spAutoFit/>
          </a:bodyPr>
          <a:lstStyle/>
          <a:p>
            <a:pPr defTabSz="914332">
              <a:lnSpc>
                <a:spcPct val="150000"/>
              </a:lnSpc>
              <a:defRPr/>
            </a:pPr>
            <a:r>
              <a:rPr lang="en-US" altLang="zh-CN" sz="1200" dirty="0">
                <a:solidFill>
                  <a:srgbClr val="F73434"/>
                </a:solidFill>
                <a:latin typeface="Arial" panose="020B0604020202020204" pitchFamily="34" charset="0"/>
                <a:ea typeface="微软雅黑" panose="020B0503020204020204" pitchFamily="34" charset="-122"/>
                <a:sym typeface="Arial" panose="020B0604020202020204" pitchFamily="34" charset="0"/>
                <a:hlinkClick r:id="rId3">
                  <a:extLst>
                    <a:ext uri="{A12FA001-AC4F-418D-AE19-62706E023703}">
                      <ahyp:hlinkClr xmlns:ahyp="http://schemas.microsoft.com/office/drawing/2018/hyperlinkcolor" val="tx"/>
                    </a:ext>
                  </a:extLst>
                </a:hlinkClick>
              </a:rPr>
              <a:t>www.islide.cc</a:t>
            </a:r>
            <a:endParaRPr lang="zh-CN" altLang="en-US" sz="1200"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grpSp>
        <p:nvGrpSpPr>
          <p:cNvPr id="4" name="组合 3">
            <a:extLst>
              <a:ext uri="{FF2B5EF4-FFF2-40B4-BE49-F238E27FC236}">
                <a16:creationId xmlns:a16="http://schemas.microsoft.com/office/drawing/2014/main" id="{589332AF-9241-F3C4-8C4F-05F9BE664A9B}"/>
              </a:ext>
            </a:extLst>
          </p:cNvPr>
          <p:cNvGrpSpPr/>
          <p:nvPr/>
        </p:nvGrpSpPr>
        <p:grpSpPr>
          <a:xfrm>
            <a:off x="3550920" y="1208291"/>
            <a:ext cx="7967981" cy="5027408"/>
            <a:chOff x="3898800" y="2171140"/>
            <a:chExt cx="7619676" cy="4778460"/>
          </a:xfrm>
        </p:grpSpPr>
        <p:sp>
          <p:nvSpPr>
            <p:cNvPr id="5" name="矩形 4">
              <a:extLst>
                <a:ext uri="{FF2B5EF4-FFF2-40B4-BE49-F238E27FC236}">
                  <a16:creationId xmlns:a16="http://schemas.microsoft.com/office/drawing/2014/main" id="{D13BBE83-7819-57D2-1F1E-8270C438199B}"/>
                </a:ext>
              </a:extLst>
            </p:cNvPr>
            <p:cNvSpPr/>
            <p:nvPr/>
          </p:nvSpPr>
          <p:spPr>
            <a:xfrm>
              <a:off x="3898800" y="2482990"/>
              <a:ext cx="7619676" cy="2025830"/>
            </a:xfrm>
            <a:prstGeom prst="rect">
              <a:avLst/>
            </a:prstGeom>
            <a:ln w="3175">
              <a:noFill/>
            </a:ln>
          </p:spPr>
          <p:txBody>
            <a:bodyPr wrap="square">
              <a:noAutofit/>
            </a:bodyPr>
            <a:lstStyle/>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文件由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提供</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尊重知识产权并注重保护用户及原始权利人享有的各项合法权利。</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zh-CN" altLang="en-US" sz="700" dirty="0">
                  <a:latin typeface="Arial" panose="020B0604020202020204" pitchFamily="34" charset="0"/>
                  <a:ea typeface="微软雅黑" panose="020B0503020204020204" pitchFamily="34" charset="-122"/>
                  <a:sym typeface="Arial" panose="020B0604020202020204" pitchFamily="34" charset="0"/>
                </a:rPr>
                <a:t>郑重提醒您：</a:t>
              </a:r>
              <a:br>
                <a:rPr lang="zh-CN" altLang="en-US" sz="700" dirty="0">
                  <a:latin typeface="Arial" panose="020B0604020202020204" pitchFamily="34" charset="0"/>
                  <a:ea typeface="微软雅黑" panose="020B0503020204020204" pitchFamily="34" charset="-122"/>
                  <a:sym typeface="Arial" panose="020B0604020202020204" pitchFamily="34" charset="0"/>
                </a:rPr>
              </a:br>
              <a:r>
                <a:rPr lang="zh-CN" altLang="en-US" sz="700" dirty="0">
                  <a:latin typeface="Arial" panose="020B0604020202020204" pitchFamily="34" charset="0"/>
                  <a:ea typeface="微软雅黑" panose="020B0503020204020204" pitchFamily="34" charset="-122"/>
                  <a:sym typeface="Arial" panose="020B0604020202020204" pitchFamily="34" charset="0"/>
                </a:rPr>
                <a:t>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文件中提供的任何信息内容（包括但不限于设计、版式、图形、图标、字体等元素）的所有权、知识产权或其他合法权利归其原始权利人或权利受让人所有，您免费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付费获得的是信息内容的使用权，您应用于非商业用途。您的使用行为应当遵循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官方网站（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zh-CN" altLang="en-US" sz="700" dirty="0">
                  <a:latin typeface="Arial" panose="020B0604020202020204" pitchFamily="34" charset="0"/>
                  <a:ea typeface="微软雅黑" panose="020B0503020204020204" pitchFamily="34" charset="-122"/>
                  <a:sym typeface="Arial" panose="020B0604020202020204" pitchFamily="34" charset="0"/>
                </a:rPr>
                <a:t>）的“版权声明”、“用户协议”“会员协议”等条款的约束。</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a:t>
              </a:r>
              <a:r>
                <a:rPr lang="zh-CN" altLang="en-US" sz="800" b="1" dirty="0">
                  <a:latin typeface="Arial" panose="020B0604020202020204" pitchFamily="34" charset="0"/>
                  <a:ea typeface="微软雅黑" panose="020B0503020204020204" pitchFamily="34" charset="-122"/>
                  <a:sym typeface="Arial" panose="020B0604020202020204" pitchFamily="34" charset="0"/>
                </a:rPr>
                <a:t>郑重提醒您：</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您不可对免费</a:t>
              </a:r>
              <a:r>
                <a:rPr lang="en-US" altLang="zh-CN" sz="700" dirty="0">
                  <a:latin typeface="Arial" panose="020B0604020202020204" pitchFamily="34" charset="0"/>
                  <a:ea typeface="微软雅黑" panose="020B0503020204020204" pitchFamily="34" charset="-122"/>
                  <a:sym typeface="Arial" panose="020B0604020202020204" pitchFamily="34" charset="0"/>
                </a:rPr>
                <a:t>/</a:t>
              </a:r>
              <a:r>
                <a:rPr lang="zh-CN" altLang="en-US" sz="700" dirty="0">
                  <a:latin typeface="Arial" panose="020B0604020202020204" pitchFamily="34" charset="0"/>
                  <a:ea typeface="微软雅黑" panose="020B0503020204020204" pitchFamily="34" charset="-122"/>
                  <a:sym typeface="Arial" panose="020B0604020202020204" pitchFamily="34" charset="0"/>
                </a:rPr>
                <a:t>付费获得而使用的</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文件主张所有权或知识产权。</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您不可将信息内容的全部或部分用于出售、出租、出借、发布等方式供他人使用。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您对</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文件自行添加或修改的原创内容，其相关权利归您所有，但您不得主张关于本 </a:t>
              </a:r>
              <a:r>
                <a:rPr lang="en-US" altLang="zh-CN" sz="700" dirty="0">
                  <a:latin typeface="Arial" panose="020B0604020202020204" pitchFamily="34" charset="0"/>
                  <a:ea typeface="微软雅黑" panose="020B0503020204020204" pitchFamily="34" charset="-122"/>
                  <a:sym typeface="Arial" panose="020B0604020202020204" pitchFamily="34" charset="0"/>
                </a:rPr>
                <a:t>PPT </a:t>
              </a:r>
              <a:r>
                <a:rPr lang="zh-CN" altLang="en-US" sz="700" dirty="0">
                  <a:latin typeface="Arial" panose="020B0604020202020204" pitchFamily="34" charset="0"/>
                  <a:ea typeface="微软雅黑" panose="020B0503020204020204" pitchFamily="34" charset="-122"/>
                  <a:sym typeface="Arial" panose="020B0604020202020204" pitchFamily="34" charset="0"/>
                </a:rPr>
                <a:t>文件本身的权利，亦不得将创作的衍生文件进行出售、出租、出借、发布等方式供他人使用。</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您不可在接入互联网或移动互联网的任何网站、平台、应用或程序上以任何方式为他人提供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工具 </a:t>
              </a:r>
              <a:r>
                <a:rPr lang="en-US" altLang="zh-CN" sz="700" dirty="0">
                  <a:latin typeface="Arial" panose="020B0604020202020204" pitchFamily="34" charset="0"/>
                  <a:ea typeface="微软雅黑" panose="020B0503020204020204" pitchFamily="34" charset="-122"/>
                  <a:sym typeface="Arial" panose="020B0604020202020204" pitchFamily="34" charset="0"/>
                </a:rPr>
                <a:t>/ </a:t>
              </a:r>
              <a:r>
                <a:rPr lang="zh-CN" altLang="en-US" sz="700" dirty="0">
                  <a:latin typeface="Arial" panose="020B0604020202020204" pitchFamily="34" charset="0"/>
                  <a:ea typeface="微软雅黑" panose="020B0503020204020204" pitchFamily="34" charset="-122"/>
                  <a:sym typeface="Arial" panose="020B0604020202020204" pitchFamily="34" charset="0"/>
                </a:rPr>
                <a:t>平台中的资源内容下载。</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marL="228600" indent="-228600">
                <a:lnSpc>
                  <a:spcPct val="150000"/>
                </a:lnSpc>
                <a:buFont typeface="+mj-lt"/>
                <a:buAutoNum type="arabicPeriod"/>
              </a:pPr>
              <a:r>
                <a:rPr lang="zh-CN" altLang="en-US" sz="700" dirty="0">
                  <a:latin typeface="Arial" panose="020B0604020202020204" pitchFamily="34" charset="0"/>
                  <a:ea typeface="微软雅黑" panose="020B0503020204020204" pitchFamily="34" charset="-122"/>
                  <a:sym typeface="Arial" panose="020B0604020202020204" pitchFamily="34" charset="0"/>
                </a:rPr>
                <a:t>您违反本提示或相关协议或违反相关法律法规所引发的任何纠纷、索赔、损失或法律责任，均由您自行承担。如因此给 </a:t>
              </a:r>
              <a:r>
                <a:rPr lang="en-US" altLang="zh-CN" sz="700" dirty="0">
                  <a:latin typeface="Arial" panose="020B0604020202020204" pitchFamily="34" charset="0"/>
                  <a:ea typeface="微软雅黑" panose="020B0503020204020204" pitchFamily="34" charset="-122"/>
                  <a:sym typeface="Arial" panose="020B0604020202020204" pitchFamily="34" charset="0"/>
                </a:rPr>
                <a:t>iSlide </a:t>
              </a:r>
              <a:r>
                <a:rPr lang="zh-CN" altLang="en-US" sz="700" dirty="0">
                  <a:latin typeface="Arial" panose="020B0604020202020204" pitchFamily="34" charset="0"/>
                  <a:ea typeface="微软雅黑" panose="020B0503020204020204" pitchFamily="34" charset="-122"/>
                  <a:sym typeface="Arial" panose="020B0604020202020204" pitchFamily="34" charset="0"/>
                </a:rPr>
                <a:t>或任何原始权利人、权利受让人造成损失的，您应承担相应赔偿责任。</a:t>
              </a: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p:txBody>
        </p:sp>
        <p:sp>
          <p:nvSpPr>
            <p:cNvPr id="6" name="矩形 5">
              <a:extLst>
                <a:ext uri="{FF2B5EF4-FFF2-40B4-BE49-F238E27FC236}">
                  <a16:creationId xmlns:a16="http://schemas.microsoft.com/office/drawing/2014/main" id="{53F3BAB7-D034-9082-BA74-8DBA71D54D3C}"/>
                </a:ext>
              </a:extLst>
            </p:cNvPr>
            <p:cNvSpPr/>
            <p:nvPr/>
          </p:nvSpPr>
          <p:spPr>
            <a:xfrm>
              <a:off x="3898800" y="2171140"/>
              <a:ext cx="7619676" cy="292536"/>
            </a:xfrm>
            <a:prstGeom prst="rect">
              <a:avLst/>
            </a:prstGeom>
          </p:spPr>
          <p:txBody>
            <a:bodyPr wrap="none">
              <a:spAutoFit/>
            </a:bodyPr>
            <a:lstStyle/>
            <a:p>
              <a:r>
                <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重要提示 </a:t>
              </a:r>
              <a:r>
                <a:rPr lang="en-US" altLang="zh-CN" sz="1400" b="1" dirty="0">
                  <a:solidFill>
                    <a:srgbClr val="F73434"/>
                  </a:solidFill>
                  <a:latin typeface="Arial" panose="020B0604020202020204" pitchFamily="34" charset="0"/>
                  <a:ea typeface="微软雅黑" panose="020B0503020204020204" pitchFamily="34" charset="-122"/>
                  <a:sym typeface="Arial" panose="020B0604020202020204" pitchFamily="34" charset="0"/>
                </a:rPr>
                <a:t>IMPORTANT NOTE:</a:t>
              </a:r>
              <a:endParaRPr lang="zh-CN" altLang="en-US" sz="1400" b="1" dirty="0">
                <a:solidFill>
                  <a:srgbClr val="F73434"/>
                </a:solidFill>
                <a:latin typeface="Arial" panose="020B0604020202020204" pitchFamily="34" charset="0"/>
                <a:ea typeface="微软雅黑" panose="020B0503020204020204" pitchFamily="34" charset="-122"/>
                <a:sym typeface="Arial" panose="020B0604020202020204" pitchFamily="34" charset="0"/>
              </a:endParaRPr>
            </a:p>
          </p:txBody>
        </p:sp>
        <p:sp>
          <p:nvSpPr>
            <p:cNvPr id="19" name="矩形 18">
              <a:extLst>
                <a:ext uri="{FF2B5EF4-FFF2-40B4-BE49-F238E27FC236}">
                  <a16:creationId xmlns:a16="http://schemas.microsoft.com/office/drawing/2014/main" id="{69A3C81C-6B0E-8F93-0B84-1AC3A5076E59}"/>
                </a:ext>
              </a:extLst>
            </p:cNvPr>
            <p:cNvSpPr/>
            <p:nvPr/>
          </p:nvSpPr>
          <p:spPr>
            <a:xfrm>
              <a:off x="3898800" y="4581837"/>
              <a:ext cx="7619676" cy="2367763"/>
            </a:xfrm>
            <a:prstGeom prst="rect">
              <a:avLst/>
            </a:prstGeom>
            <a:ln w="3175">
              <a:noFill/>
            </a:ln>
          </p:spPr>
          <p:txBody>
            <a:bodyPr wrap="square">
              <a:noAutofit/>
            </a:bodyPr>
            <a:lstStyle/>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IMPORTANT NOTE</a:t>
              </a:r>
              <a:r>
                <a:rPr lang="zh-CN" altLang="en-US" sz="800" b="1" dirty="0">
                  <a:latin typeface="Arial" panose="020B0604020202020204" pitchFamily="34" charset="0"/>
                  <a:ea typeface="微软雅黑" panose="020B0503020204020204" pitchFamily="34" charset="-122"/>
                  <a:sym typeface="Arial" panose="020B0604020202020204" pitchFamily="34" charset="0"/>
                </a:rPr>
                <a:t>：</a:t>
              </a:r>
              <a:endParaRPr lang="en-US" altLang="zh-CN" sz="800" b="1"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700" dirty="0">
                  <a:latin typeface="Arial" panose="020B0604020202020204" pitchFamily="34" charset="0"/>
                  <a:ea typeface="微软雅黑" panose="020B0503020204020204" pitchFamily="34" charset="-122"/>
                  <a:sym typeface="Arial" panose="020B0604020202020204" pitchFamily="34" charset="0"/>
                </a:rPr>
                <a:t>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is provided by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iSlide.iSlide</a:t>
              </a:r>
              <a:r>
                <a:rPr lang="en-US" altLang="zh-CN" sz="700" dirty="0">
                  <a:latin typeface="Arial" panose="020B0604020202020204" pitchFamily="34" charset="0"/>
                  <a:ea typeface="微软雅黑" panose="020B0503020204020204" pitchFamily="34" charset="-122"/>
                  <a:sym typeface="Arial" panose="020B0604020202020204" pitchFamily="34" charset="0"/>
                </a:rPr>
                <a:t> respects intellectual property rights and is committed to protecting the lawful rights and interests of users and original rights </a:t>
              </a:r>
              <a:r>
                <a:rPr lang="en-US" altLang="zh-CN" sz="700" dirty="0" err="1">
                  <a:latin typeface="Arial" panose="020B0604020202020204" pitchFamily="34" charset="0"/>
                  <a:ea typeface="微软雅黑" panose="020B0503020204020204" pitchFamily="34" charset="-122"/>
                  <a:sym typeface="Arial" panose="020B0604020202020204" pitchFamily="34" charset="0"/>
                </a:rPr>
                <a:t>holders.All</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contained 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 including but not limited to design, layout, graphics, icons, fonts, and other elements — is the property of the original rights holders or their assignees. By obtaining this file (whether for free or via purchase), you are granted the right to use the content, solely for non-commercial purposes. Your use of this file is subject to the terms outlined 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official website statements, including the Copyright Notice, User Agreement, and Membership Agreement (</a:t>
              </a:r>
              <a:r>
                <a:rPr lang="en-US" altLang="zh-CN" sz="700" dirty="0">
                  <a:latin typeface="Arial" panose="020B0604020202020204" pitchFamily="34" charset="0"/>
                  <a:ea typeface="微软雅黑" panose="020B0503020204020204" pitchFamily="34" charset="-122"/>
                  <a:sym typeface="Arial" panose="020B0604020202020204" pitchFamily="34" charset="0"/>
                  <a:hlinkClick r:id="rId4"/>
                </a:rPr>
                <a:t>https://www.islide.cc </a:t>
              </a:r>
              <a:r>
                <a:rPr lang="en-US" altLang="zh-CN" sz="700" dirty="0">
                  <a:latin typeface="Arial" panose="020B0604020202020204" pitchFamily="34" charset="0"/>
                  <a:ea typeface="微软雅黑" panose="020B0503020204020204" pitchFamily="34" charset="-122"/>
                  <a:sym typeface="Arial" panose="020B0604020202020204" pitchFamily="34" charset="0"/>
                </a:rPr>
                <a:t>).</a:t>
              </a:r>
            </a:p>
            <a:p>
              <a:pPr>
                <a:lnSpc>
                  <a:spcPct val="150000"/>
                </a:lnSpc>
              </a:pPr>
              <a:endParaRPr lang="en-US" altLang="zh-CN" sz="700" dirty="0">
                <a:latin typeface="Arial" panose="020B0604020202020204" pitchFamily="34" charset="0"/>
                <a:ea typeface="微软雅黑" panose="020B0503020204020204" pitchFamily="34" charset="-122"/>
                <a:sym typeface="Arial" panose="020B0604020202020204" pitchFamily="34" charset="0"/>
              </a:endParaRPr>
            </a:p>
            <a:p>
              <a:pPr>
                <a:lnSpc>
                  <a:spcPct val="150000"/>
                </a:lnSpc>
              </a:pPr>
              <a:r>
                <a:rPr lang="en-US" altLang="zh-CN" sz="800" b="1" dirty="0">
                  <a:latin typeface="Arial" panose="020B0604020202020204" pitchFamily="34" charset="0"/>
                  <a:ea typeface="微软雅黑" panose="020B0503020204020204" pitchFamily="34" charset="-122"/>
                  <a:sym typeface="Arial" panose="020B0604020202020204" pitchFamily="34" charset="0"/>
                </a:rPr>
                <a:t>iSlide hereby reminds you:</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claim ownership or intellectual property rights over any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acquired (free or paid) from iSlide.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sell, rent, lend, or distribute this file, in whole or in part, to any third party.</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original content you add or modify within this </a:t>
              </a:r>
              <a:r>
                <a:rPr lang="en-US" altLang="zh-CN" sz="700" dirty="0" err="1">
                  <a:latin typeface="Arial" panose="020B0604020202020204" pitchFamily="34" charset="0"/>
                  <a:ea typeface="微软雅黑" panose="020B0503020204020204" pitchFamily="34" charset="-122"/>
                  <a:sym typeface="Arial" panose="020B0604020202020204" pitchFamily="34" charset="0"/>
                </a:rPr>
                <a:t>Powerpoint</a:t>
              </a:r>
              <a:r>
                <a:rPr lang="en-US" altLang="zh-CN" sz="700" dirty="0">
                  <a:latin typeface="Arial" panose="020B0604020202020204" pitchFamily="34" charset="0"/>
                  <a:ea typeface="微软雅黑" panose="020B0503020204020204" pitchFamily="34" charset="-122"/>
                  <a:sym typeface="Arial" panose="020B0604020202020204" pitchFamily="34" charset="0"/>
                </a:rPr>
                <a:t> Template file belongs to you. However, you may not claim rights over the base file itself or commercially distribute any derivative works created from it.</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You may not provide access to download or obtain </a:t>
              </a:r>
              <a:r>
                <a:rPr lang="en-US" altLang="zh-CN" sz="700" dirty="0" err="1">
                  <a:latin typeface="Arial" panose="020B0604020202020204" pitchFamily="34" charset="0"/>
                  <a:ea typeface="微软雅黑" panose="020B0503020204020204" pitchFamily="34" charset="-122"/>
                  <a:sym typeface="Arial" panose="020B0604020202020204" pitchFamily="34" charset="0"/>
                </a:rPr>
                <a:t>iSlide’s</a:t>
              </a:r>
              <a:r>
                <a:rPr lang="en-US" altLang="zh-CN" sz="700" dirty="0">
                  <a:latin typeface="Arial" panose="020B0604020202020204" pitchFamily="34" charset="0"/>
                  <a:ea typeface="微软雅黑" panose="020B0503020204020204" pitchFamily="34" charset="-122"/>
                  <a:sym typeface="Arial" panose="020B0604020202020204" pitchFamily="34" charset="0"/>
                </a:rPr>
                <a:t> content resources on any internet or mobile platform, application, or website.</a:t>
              </a:r>
            </a:p>
            <a:p>
              <a:pPr marL="228600" indent="-228600">
                <a:lnSpc>
                  <a:spcPct val="150000"/>
                </a:lnSpc>
                <a:buAutoNum type="arabicPeriod"/>
              </a:pPr>
              <a:r>
                <a:rPr lang="en-US" altLang="zh-CN" sz="700" dirty="0">
                  <a:latin typeface="Arial" panose="020B0604020202020204" pitchFamily="34" charset="0"/>
                  <a:ea typeface="微软雅黑" panose="020B0503020204020204" pitchFamily="34" charset="-122"/>
                  <a:sym typeface="Arial" panose="020B0604020202020204" pitchFamily="34" charset="0"/>
                </a:rPr>
                <a:t>Any disputes, claims, losses, or legal liabilities arising from violation of this notice, relevant agreements, or applicable laws and regulations shall be solely borne by you. If your actions result in losses to iSlide or any original rights holder or assignee, you shall be held liable for corresponding compensation.</a:t>
              </a:r>
            </a:p>
          </p:txBody>
        </p:sp>
      </p:grpSp>
      <p:pic>
        <p:nvPicPr>
          <p:cNvPr id="7" name="图片 6">
            <a:extLst>
              <a:ext uri="{FF2B5EF4-FFF2-40B4-BE49-F238E27FC236}">
                <a16:creationId xmlns:a16="http://schemas.microsoft.com/office/drawing/2014/main" id="{42107D6E-414B-6410-6F6E-BC9A105C44C9}"/>
              </a:ext>
            </a:extLst>
          </p:cNvPr>
          <p:cNvPicPr>
            <a:picLocks/>
          </p:cNvPicPr>
          <p:nvPr/>
        </p:nvPicPr>
        <p:blipFill>
          <a:blip r:embed="rId5">
            <a:extLst>
              <a:ext uri="{28A0092B-C50C-407E-A947-70E740481C1C}">
                <a14:useLocalDpi xmlns:a14="http://schemas.microsoft.com/office/drawing/2010/main" val="0"/>
              </a:ext>
            </a:extLst>
          </a:blip>
          <a:srcRect/>
          <a:stretch/>
        </p:blipFill>
        <p:spPr>
          <a:xfrm>
            <a:off x="660400" y="5031395"/>
            <a:ext cx="1048192" cy="1048192"/>
          </a:xfrm>
          <a:prstGeom prst="rect">
            <a:avLst/>
          </a:prstGeom>
        </p:spPr>
      </p:pic>
      <p:grpSp>
        <p:nvGrpSpPr>
          <p:cNvPr id="20" name="组合 19">
            <a:extLst>
              <a:ext uri="{FF2B5EF4-FFF2-40B4-BE49-F238E27FC236}">
                <a16:creationId xmlns:a16="http://schemas.microsoft.com/office/drawing/2014/main" id="{1D5D3C75-2090-058E-6C6D-78603FF65CFD}"/>
              </a:ext>
            </a:extLst>
          </p:cNvPr>
          <p:cNvGrpSpPr/>
          <p:nvPr/>
        </p:nvGrpSpPr>
        <p:grpSpPr>
          <a:xfrm>
            <a:off x="660400" y="2513431"/>
            <a:ext cx="2620129" cy="1615994"/>
            <a:chOff x="660400" y="2513431"/>
            <a:chExt cx="2620129" cy="1615994"/>
          </a:xfrm>
        </p:grpSpPr>
        <p:sp>
          <p:nvSpPr>
            <p:cNvPr id="3" name="矩形 190">
              <a:extLst>
                <a:ext uri="{FF2B5EF4-FFF2-40B4-BE49-F238E27FC236}">
                  <a16:creationId xmlns:a16="http://schemas.microsoft.com/office/drawing/2014/main" id="{8BD58EB1-E9DD-1914-42DA-A386E06FC943}"/>
                </a:ext>
              </a:extLst>
            </p:cNvPr>
            <p:cNvSpPr>
              <a:spLocks/>
            </p:cNvSpPr>
            <p:nvPr/>
          </p:nvSpPr>
          <p:spPr>
            <a:xfrm>
              <a:off x="660400" y="2513431"/>
              <a:ext cx="2620129" cy="244169"/>
            </a:xfrm>
            <a:prstGeom prst="rect">
              <a:avLst/>
            </a:prstGeom>
            <a:noFill/>
            <a:ln>
              <a:noFill/>
            </a:ln>
          </p:spPr>
          <p:txBody>
            <a:bodyPr wrap="square" anchor="t">
              <a:normAutofit/>
            </a:bodyPr>
            <a:lstStyle/>
            <a:p>
              <a:pPr defTabSz="914332">
                <a:lnSpc>
                  <a:spcPct val="120000"/>
                </a:lnSpc>
                <a:defRPr/>
              </a:pPr>
              <a:r>
                <a:rPr lang="zh-CN" altLang="en-US" sz="900" dirty="0">
                  <a:latin typeface="Arial" panose="020B0604020202020204" pitchFamily="34" charset="0"/>
                  <a:ea typeface="微软雅黑" panose="020B0503020204020204" pitchFamily="34" charset="-122"/>
                  <a:sym typeface="Arial" panose="020B0604020202020204" pitchFamily="34" charset="0"/>
                </a:rPr>
                <a:t>海量</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r>
                <a:rPr lang="zh-CN" altLang="en-US" sz="900" dirty="0">
                  <a:latin typeface="Arial" panose="020B0604020202020204" pitchFamily="34" charset="0"/>
                  <a:ea typeface="微软雅黑" panose="020B0503020204020204" pitchFamily="34" charset="-122"/>
                  <a:sym typeface="Arial" panose="020B0604020202020204" pitchFamily="34" charset="0"/>
                </a:rPr>
                <a:t>资源 </a:t>
              </a:r>
              <a:r>
                <a:rPr lang="en-US" altLang="zh-CN" sz="900" dirty="0">
                  <a:latin typeface="Arial" panose="020B0604020202020204" pitchFamily="34" charset="0"/>
                  <a:ea typeface="微软雅黑" panose="020B0503020204020204" pitchFamily="34" charset="-122"/>
                  <a:sym typeface="Arial" panose="020B0604020202020204" pitchFamily="34" charset="0"/>
                </a:rPr>
                <a:t>+ </a:t>
              </a:r>
              <a:r>
                <a:rPr lang="zh-CN" altLang="en-US" sz="900" dirty="0">
                  <a:latin typeface="Arial" panose="020B0604020202020204" pitchFamily="34" charset="0"/>
                  <a:ea typeface="微软雅黑" panose="020B0503020204020204" pitchFamily="34" charset="-122"/>
                  <a:sym typeface="Arial" panose="020B0604020202020204" pitchFamily="34" charset="0"/>
                </a:rPr>
                <a:t>一键优化排版 </a:t>
              </a:r>
              <a:r>
                <a:rPr lang="en-US" altLang="zh-CN" sz="900" dirty="0">
                  <a:latin typeface="Arial" panose="020B0604020202020204" pitchFamily="34" charset="0"/>
                  <a:ea typeface="微软雅黑" panose="020B0503020204020204" pitchFamily="34" charset="-122"/>
                  <a:sym typeface="Arial" panose="020B0604020202020204" pitchFamily="34" charset="0"/>
                </a:rPr>
                <a:t>+ AI</a:t>
              </a:r>
              <a:r>
                <a:rPr lang="zh-CN" altLang="en-US" sz="900" dirty="0">
                  <a:latin typeface="Arial" panose="020B0604020202020204" pitchFamily="34" charset="0"/>
                  <a:ea typeface="微软雅黑" panose="020B0503020204020204" pitchFamily="34" charset="-122"/>
                  <a:sym typeface="Arial" panose="020B0604020202020204" pitchFamily="34" charset="0"/>
                </a:rPr>
                <a:t>智能生成</a:t>
              </a:r>
              <a:r>
                <a:rPr lang="en-US" altLang="zh-CN" sz="900" dirty="0">
                  <a:latin typeface="Arial" panose="020B0604020202020204" pitchFamily="34" charset="0"/>
                  <a:ea typeface="微软雅黑" panose="020B0503020204020204" pitchFamily="34" charset="-122"/>
                  <a:sym typeface="Arial" panose="020B0604020202020204" pitchFamily="34" charset="0"/>
                </a:rPr>
                <a:t>PPT</a:t>
              </a:r>
            </a:p>
          </p:txBody>
        </p:sp>
        <p:sp>
          <p:nvSpPr>
            <p:cNvPr id="8" name="矩形 190">
              <a:extLst>
                <a:ext uri="{FF2B5EF4-FFF2-40B4-BE49-F238E27FC236}">
                  <a16:creationId xmlns:a16="http://schemas.microsoft.com/office/drawing/2014/main" id="{6307B696-98F5-3DE8-A9C9-EB3731B4DF01}"/>
                </a:ext>
              </a:extLst>
            </p:cNvPr>
            <p:cNvSpPr>
              <a:spLocks/>
            </p:cNvSpPr>
            <p:nvPr/>
          </p:nvSpPr>
          <p:spPr>
            <a:xfrm>
              <a:off x="660400" y="2807122"/>
              <a:ext cx="2620129" cy="294824"/>
            </a:xfrm>
            <a:prstGeom prst="rect">
              <a:avLst/>
            </a:prstGeom>
            <a:noFill/>
            <a:ln>
              <a:noFill/>
            </a:ln>
          </p:spPr>
          <p:txBody>
            <a:bodyPr wrap="square" anchor="t">
              <a:spAutoFit/>
            </a:bodyPr>
            <a:lstStyle/>
            <a:p>
              <a:pPr defTabSz="914332">
                <a:lnSpc>
                  <a:spcPct val="120000"/>
                </a:lnSpc>
                <a:defRPr/>
              </a:pPr>
              <a:r>
                <a:rPr lang="en-US" altLang="zh-CN" sz="1200" b="1" dirty="0">
                  <a:latin typeface="Arial" panose="020B0604020202020204" pitchFamily="34" charset="0"/>
                  <a:ea typeface="微软雅黑" panose="020B0503020204020204" pitchFamily="34" charset="-122"/>
                  <a:sym typeface="Arial" panose="020B0604020202020204" pitchFamily="34" charset="0"/>
                </a:rPr>
                <a:t>iSlide</a:t>
              </a:r>
              <a:r>
                <a:rPr lang="zh-CN" altLang="en-US" sz="1200" b="1" dirty="0">
                  <a:latin typeface="Arial" panose="020B0604020202020204" pitchFamily="34" charset="0"/>
                  <a:ea typeface="微软雅黑" panose="020B0503020204020204" pitchFamily="34" charset="-122"/>
                  <a:sym typeface="Arial" panose="020B0604020202020204" pitchFamily="34" charset="0"/>
                </a:rPr>
                <a:t>，让 </a:t>
              </a:r>
              <a:r>
                <a:rPr lang="en-US" altLang="zh-CN" sz="1200" b="1" dirty="0">
                  <a:latin typeface="Arial" panose="020B0604020202020204" pitchFamily="34" charset="0"/>
                  <a:ea typeface="微软雅黑" panose="020B0503020204020204" pitchFamily="34" charset="-122"/>
                  <a:sym typeface="Arial" panose="020B0604020202020204" pitchFamily="34" charset="0"/>
                </a:rPr>
                <a:t>PPT </a:t>
              </a:r>
              <a:r>
                <a:rPr lang="zh-CN" altLang="en-US" sz="1200" b="1" dirty="0">
                  <a:latin typeface="Arial" panose="020B0604020202020204" pitchFamily="34" charset="0"/>
                  <a:ea typeface="微软雅黑" panose="020B0503020204020204" pitchFamily="34" charset="-122"/>
                  <a:sym typeface="Arial" panose="020B0604020202020204" pitchFamily="34" charset="0"/>
                </a:rPr>
                <a:t>设计简单起来！</a:t>
              </a:r>
              <a:endParaRPr lang="en-US" altLang="zh-CN" sz="900" b="1" dirty="0">
                <a:latin typeface="Arial" panose="020B0604020202020204" pitchFamily="34" charset="0"/>
                <a:ea typeface="微软雅黑" panose="020B0503020204020204" pitchFamily="34" charset="-122"/>
                <a:sym typeface="Arial" panose="020B0604020202020204" pitchFamily="34" charset="0"/>
              </a:endParaRPr>
            </a:p>
          </p:txBody>
        </p:sp>
        <p:sp>
          <p:nvSpPr>
            <p:cNvPr id="9" name="矩形 190">
              <a:extLst>
                <a:ext uri="{FF2B5EF4-FFF2-40B4-BE49-F238E27FC236}">
                  <a16:creationId xmlns:a16="http://schemas.microsoft.com/office/drawing/2014/main" id="{20B32F7E-7C3A-5D94-853E-297AB8D2E0F4}"/>
                </a:ext>
              </a:extLst>
            </p:cNvPr>
            <p:cNvSpPr>
              <a:spLocks/>
            </p:cNvSpPr>
            <p:nvPr/>
          </p:nvSpPr>
          <p:spPr>
            <a:xfrm>
              <a:off x="660400" y="3206095"/>
              <a:ext cx="2620128" cy="923330"/>
            </a:xfrm>
            <a:prstGeom prst="rect">
              <a:avLst/>
            </a:prstGeom>
            <a:noFill/>
            <a:ln>
              <a:noFill/>
            </a:ln>
          </p:spPr>
          <p:txBody>
            <a:bodyPr wrap="square" anchor="t">
              <a:spAutoFit/>
            </a:bodyPr>
            <a:lstStyle/>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Access thousands of presentation resources + one-click layout optimization + AI-powered slide generation.</a:t>
              </a:r>
            </a:p>
            <a:p>
              <a:pPr defTabSz="914332">
                <a:defRPr/>
              </a:pPr>
              <a:endParaRPr lang="en-US" altLang="zh-CN" sz="900" dirty="0">
                <a:latin typeface="Arial" panose="020B0604020202020204" pitchFamily="34" charset="0"/>
                <a:ea typeface="微软雅黑" panose="020B0503020204020204" pitchFamily="34" charset="-122"/>
                <a:sym typeface="Arial" panose="020B0604020202020204" pitchFamily="34" charset="0"/>
              </a:endParaRPr>
            </a:p>
            <a:p>
              <a:pPr defTabSz="914332">
                <a:defRPr/>
              </a:pPr>
              <a:r>
                <a:rPr lang="en-US" altLang="zh-CN" sz="900" dirty="0">
                  <a:latin typeface="Arial" panose="020B0604020202020204" pitchFamily="34" charset="0"/>
                  <a:ea typeface="微软雅黑" panose="020B0503020204020204" pitchFamily="34" charset="-122"/>
                  <a:sym typeface="Arial" panose="020B0604020202020204" pitchFamily="34" charset="0"/>
                </a:rPr>
                <a:t>With iSlide, creating beautiful presentations has never been easier!</a:t>
              </a:r>
              <a:endParaRPr lang="zh-CN" altLang="en-US" sz="900" dirty="0">
                <a:latin typeface="Arial" panose="020B0604020202020204" pitchFamily="34" charset="0"/>
                <a:ea typeface="微软雅黑" panose="020B0503020204020204" pitchFamily="34" charset="-122"/>
                <a:sym typeface="Arial" panose="020B0604020202020204" pitchFamily="34" charset="0"/>
              </a:endParaRPr>
            </a:p>
          </p:txBody>
        </p:sp>
      </p:grpSp>
      <p:grpSp>
        <p:nvGrpSpPr>
          <p:cNvPr id="14" name="组合 13">
            <a:extLst>
              <a:ext uri="{FF2B5EF4-FFF2-40B4-BE49-F238E27FC236}">
                <a16:creationId xmlns:a16="http://schemas.microsoft.com/office/drawing/2014/main" id="{EC05B91A-374B-5337-A07A-D0D5911BB8C7}"/>
              </a:ext>
            </a:extLst>
          </p:cNvPr>
          <p:cNvGrpSpPr/>
          <p:nvPr/>
        </p:nvGrpSpPr>
        <p:grpSpPr>
          <a:xfrm>
            <a:off x="660400" y="1193800"/>
            <a:ext cx="1595567" cy="451484"/>
            <a:chOff x="683269" y="1142808"/>
            <a:chExt cx="1595567" cy="451484"/>
          </a:xfrm>
        </p:grpSpPr>
        <p:grpSp>
          <p:nvGrpSpPr>
            <p:cNvPr id="15" name="图形 2">
              <a:extLst>
                <a:ext uri="{FF2B5EF4-FFF2-40B4-BE49-F238E27FC236}">
                  <a16:creationId xmlns:a16="http://schemas.microsoft.com/office/drawing/2014/main" id="{E85D6916-7357-35DA-25B5-DC99E38927E3}"/>
                </a:ext>
              </a:extLst>
            </p:cNvPr>
            <p:cNvGrpSpPr/>
            <p:nvPr/>
          </p:nvGrpSpPr>
          <p:grpSpPr>
            <a:xfrm>
              <a:off x="683269" y="1142808"/>
              <a:ext cx="450234" cy="451484"/>
              <a:chOff x="683269" y="1142808"/>
              <a:chExt cx="450234" cy="451484"/>
            </a:xfrm>
          </p:grpSpPr>
          <p:sp>
            <p:nvSpPr>
              <p:cNvPr id="17" name="任意多边形: 形状 16">
                <a:extLst>
                  <a:ext uri="{FF2B5EF4-FFF2-40B4-BE49-F238E27FC236}">
                    <a16:creationId xmlns:a16="http://schemas.microsoft.com/office/drawing/2014/main" id="{F1744EC7-D7E5-E176-9BA3-B1BB466AD93D}"/>
                  </a:ext>
                </a:extLst>
              </p:cNvPr>
              <p:cNvSpPr/>
              <p:nvPr/>
            </p:nvSpPr>
            <p:spPr>
              <a:xfrm>
                <a:off x="683269" y="1142808"/>
                <a:ext cx="450234" cy="451484"/>
              </a:xfrm>
              <a:custGeom>
                <a:avLst/>
                <a:gdLst>
                  <a:gd name="connsiteX0" fmla="*/ 450234 w 450234"/>
                  <a:gd name="connsiteY0" fmla="*/ 225742 h 451484"/>
                  <a:gd name="connsiteX1" fmla="*/ 225117 w 450234"/>
                  <a:gd name="connsiteY1" fmla="*/ 451484 h 451484"/>
                  <a:gd name="connsiteX2" fmla="*/ 0 w 450234"/>
                  <a:gd name="connsiteY2" fmla="*/ 225742 h 451484"/>
                  <a:gd name="connsiteX3" fmla="*/ 225117 w 450234"/>
                  <a:gd name="connsiteY3" fmla="*/ 0 h 451484"/>
                  <a:gd name="connsiteX4" fmla="*/ 450234 w 450234"/>
                  <a:gd name="connsiteY4" fmla="*/ 225742 h 45148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50234" h="451484">
                    <a:moveTo>
                      <a:pt x="450234" y="225742"/>
                    </a:moveTo>
                    <a:cubicBezTo>
                      <a:pt x="450234" y="350416"/>
                      <a:pt x="349446" y="451484"/>
                      <a:pt x="225117" y="451484"/>
                    </a:cubicBezTo>
                    <a:cubicBezTo>
                      <a:pt x="100788" y="451484"/>
                      <a:pt x="0" y="350416"/>
                      <a:pt x="0" y="225742"/>
                    </a:cubicBezTo>
                    <a:cubicBezTo>
                      <a:pt x="0" y="101068"/>
                      <a:pt x="100788" y="0"/>
                      <a:pt x="225117" y="0"/>
                    </a:cubicBezTo>
                    <a:cubicBezTo>
                      <a:pt x="349446" y="0"/>
                      <a:pt x="450234" y="101068"/>
                      <a:pt x="450234" y="225742"/>
                    </a:cubicBezTo>
                    <a:close/>
                  </a:path>
                </a:pathLst>
              </a:custGeom>
              <a:solidFill>
                <a:srgbClr val="FFFFFF"/>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sp>
            <p:nvSpPr>
              <p:cNvPr id="18" name="任意多边形: 形状 17">
                <a:extLst>
                  <a:ext uri="{FF2B5EF4-FFF2-40B4-BE49-F238E27FC236}">
                    <a16:creationId xmlns:a16="http://schemas.microsoft.com/office/drawing/2014/main" id="{BC56B6A7-94F1-DAD9-EA03-62CFD3334A1C}"/>
                  </a:ext>
                </a:extLst>
              </p:cNvPr>
              <p:cNvSpPr/>
              <p:nvPr/>
            </p:nvSpPr>
            <p:spPr>
              <a:xfrm>
                <a:off x="683269" y="1142808"/>
                <a:ext cx="450234" cy="450003"/>
              </a:xfrm>
              <a:custGeom>
                <a:avLst/>
                <a:gdLst>
                  <a:gd name="connsiteX0" fmla="*/ 132059 w 450234"/>
                  <a:gd name="connsiteY0" fmla="*/ 431254 h 450003"/>
                  <a:gd name="connsiteX1" fmla="*/ 0 w 450234"/>
                  <a:gd name="connsiteY1" fmla="*/ 225495 h 450003"/>
                  <a:gd name="connsiteX2" fmla="*/ 225117 w 450234"/>
                  <a:gd name="connsiteY2" fmla="*/ 0 h 450003"/>
                  <a:gd name="connsiteX3" fmla="*/ 450234 w 450234"/>
                  <a:gd name="connsiteY3" fmla="*/ 225495 h 450003"/>
                  <a:gd name="connsiteX4" fmla="*/ 248320 w 450234"/>
                  <a:gd name="connsiteY4" fmla="*/ 450004 h 450003"/>
                  <a:gd name="connsiteX5" fmla="*/ 282384 w 450234"/>
                  <a:gd name="connsiteY5" fmla="*/ 289394 h 450003"/>
                  <a:gd name="connsiteX6" fmla="*/ 274238 w 450234"/>
                  <a:gd name="connsiteY6" fmla="*/ 244986 h 450003"/>
                  <a:gd name="connsiteX7" fmla="*/ 236965 w 450234"/>
                  <a:gd name="connsiteY7" fmla="*/ 219327 h 450003"/>
                  <a:gd name="connsiteX8" fmla="*/ 236719 w 450234"/>
                  <a:gd name="connsiteY8" fmla="*/ 219327 h 450003"/>
                  <a:gd name="connsiteX9" fmla="*/ 192534 w 450234"/>
                  <a:gd name="connsiteY9" fmla="*/ 227469 h 450003"/>
                  <a:gd name="connsiteX10" fmla="*/ 166863 w 450234"/>
                  <a:gd name="connsiteY10" fmla="*/ 264723 h 450003"/>
                  <a:gd name="connsiteX11" fmla="*/ 132059 w 450234"/>
                  <a:gd name="connsiteY11" fmla="*/ 431254 h 450003"/>
                  <a:gd name="connsiteX12" fmla="*/ 255478 w 450234"/>
                  <a:gd name="connsiteY12" fmla="*/ 75741 h 450003"/>
                  <a:gd name="connsiteX13" fmla="*/ 314473 w 450234"/>
                  <a:gd name="connsiteY13" fmla="*/ 134705 h 450003"/>
                  <a:gd name="connsiteX14" fmla="*/ 255478 w 450234"/>
                  <a:gd name="connsiteY14" fmla="*/ 193669 h 450003"/>
                  <a:gd name="connsiteX15" fmla="*/ 196484 w 450234"/>
                  <a:gd name="connsiteY15" fmla="*/ 134705 h 450003"/>
                  <a:gd name="connsiteX16" fmla="*/ 255478 w 450234"/>
                  <a:gd name="connsiteY16" fmla="*/ 75741 h 450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50234" h="450003">
                    <a:moveTo>
                      <a:pt x="132059" y="431254"/>
                    </a:moveTo>
                    <a:cubicBezTo>
                      <a:pt x="54058" y="395727"/>
                      <a:pt x="0" y="317026"/>
                      <a:pt x="0" y="225495"/>
                    </a:cubicBezTo>
                    <a:cubicBezTo>
                      <a:pt x="0" y="101152"/>
                      <a:pt x="100957" y="0"/>
                      <a:pt x="225117" y="0"/>
                    </a:cubicBezTo>
                    <a:cubicBezTo>
                      <a:pt x="349277" y="0"/>
                      <a:pt x="450234" y="101152"/>
                      <a:pt x="450234" y="225495"/>
                    </a:cubicBezTo>
                    <a:cubicBezTo>
                      <a:pt x="450234" y="342190"/>
                      <a:pt x="361866" y="438162"/>
                      <a:pt x="248320" y="450004"/>
                    </a:cubicBezTo>
                    <a:lnTo>
                      <a:pt x="282384" y="289394"/>
                    </a:lnTo>
                    <a:cubicBezTo>
                      <a:pt x="285593" y="274098"/>
                      <a:pt x="282631" y="258061"/>
                      <a:pt x="274238" y="244986"/>
                    </a:cubicBezTo>
                    <a:cubicBezTo>
                      <a:pt x="265599" y="231910"/>
                      <a:pt x="252269" y="222535"/>
                      <a:pt x="236965" y="219327"/>
                    </a:cubicBezTo>
                    <a:cubicBezTo>
                      <a:pt x="236965" y="219327"/>
                      <a:pt x="236965" y="219327"/>
                      <a:pt x="236719" y="219327"/>
                    </a:cubicBezTo>
                    <a:cubicBezTo>
                      <a:pt x="221415" y="216120"/>
                      <a:pt x="205370" y="219081"/>
                      <a:pt x="192534" y="227469"/>
                    </a:cubicBezTo>
                    <a:cubicBezTo>
                      <a:pt x="179452" y="236104"/>
                      <a:pt x="170072" y="249426"/>
                      <a:pt x="166863" y="264723"/>
                    </a:cubicBezTo>
                    <a:lnTo>
                      <a:pt x="132059" y="431254"/>
                    </a:lnTo>
                    <a:close/>
                    <a:moveTo>
                      <a:pt x="255478" y="75741"/>
                    </a:moveTo>
                    <a:cubicBezTo>
                      <a:pt x="288061" y="75741"/>
                      <a:pt x="314473" y="102386"/>
                      <a:pt x="314473" y="134705"/>
                    </a:cubicBezTo>
                    <a:cubicBezTo>
                      <a:pt x="314473" y="167024"/>
                      <a:pt x="288061" y="193669"/>
                      <a:pt x="255478" y="193669"/>
                    </a:cubicBezTo>
                    <a:cubicBezTo>
                      <a:pt x="222896" y="193669"/>
                      <a:pt x="196484" y="167024"/>
                      <a:pt x="196484" y="134705"/>
                    </a:cubicBezTo>
                    <a:cubicBezTo>
                      <a:pt x="196484" y="102386"/>
                      <a:pt x="222896" y="75741"/>
                      <a:pt x="255478" y="75741"/>
                    </a:cubicBezTo>
                    <a:close/>
                  </a:path>
                </a:pathLst>
              </a:custGeom>
              <a:gradFill flip="none" rotWithShape="1">
                <a:gsLst>
                  <a:gs pos="0">
                    <a:srgbClr val="F93E36"/>
                  </a:gs>
                  <a:gs pos="100000">
                    <a:srgbClr val="FE6440"/>
                  </a:gs>
                </a:gsLst>
                <a:lin ang="18900000" scaled="1"/>
                <a:tileRect/>
              </a:gradFill>
              <a:ln w="2462" cap="flat">
                <a:noFill/>
                <a:prstDash val="solid"/>
                <a:miter/>
              </a:ln>
            </p:spPr>
            <p:txBody>
              <a:bodyPr rtlCol="0" anchor="ctr"/>
              <a:lstStyle/>
              <a:p>
                <a:endParaRPr lang="zh-CN" altLang="en-US" dirty="0">
                  <a:latin typeface="Arial" panose="020B0604020202020204" pitchFamily="34" charset="0"/>
                  <a:ea typeface="微软雅黑" panose="020B0503020204020204" pitchFamily="34" charset="-122"/>
                  <a:sym typeface="Arial" panose="020B0604020202020204" pitchFamily="34" charset="0"/>
                </a:endParaRPr>
              </a:p>
            </p:txBody>
          </p:sp>
        </p:grpSp>
        <p:sp>
          <p:nvSpPr>
            <p:cNvPr id="16" name="任意多边形: 形状 15">
              <a:extLst>
                <a:ext uri="{FF2B5EF4-FFF2-40B4-BE49-F238E27FC236}">
                  <a16:creationId xmlns:a16="http://schemas.microsoft.com/office/drawing/2014/main" id="{22CD737D-FE38-2624-8EED-6C59EF9C7EF5}"/>
                </a:ext>
              </a:extLst>
            </p:cNvPr>
            <p:cNvSpPr/>
            <p:nvPr/>
          </p:nvSpPr>
          <p:spPr>
            <a:xfrm>
              <a:off x="1223599" y="1212380"/>
              <a:ext cx="1055237" cy="315374"/>
            </a:xfrm>
            <a:custGeom>
              <a:avLst/>
              <a:gdLst>
                <a:gd name="connsiteX0" fmla="*/ 952120 w 1055237"/>
                <a:gd name="connsiteY0" fmla="*/ 133688 h 315374"/>
                <a:gd name="connsiteX1" fmla="*/ 916514 w 1055237"/>
                <a:gd name="connsiteY1" fmla="*/ 136186 h 315374"/>
                <a:gd name="connsiteX2" fmla="*/ 874304 w 1055237"/>
                <a:gd name="connsiteY2" fmla="*/ 188982 h 315374"/>
                <a:gd name="connsiteX3" fmla="*/ 982913 w 1055237"/>
                <a:gd name="connsiteY3" fmla="*/ 149508 h 315374"/>
                <a:gd name="connsiteX4" fmla="*/ 952120 w 1055237"/>
                <a:gd name="connsiteY4" fmla="*/ 133688 h 315374"/>
                <a:gd name="connsiteX5" fmla="*/ 657333 w 1055237"/>
                <a:gd name="connsiteY5" fmla="*/ 128044 h 315374"/>
                <a:gd name="connsiteX6" fmla="*/ 588218 w 1055237"/>
                <a:gd name="connsiteY6" fmla="*/ 197123 h 315374"/>
                <a:gd name="connsiteX7" fmla="*/ 657333 w 1055237"/>
                <a:gd name="connsiteY7" fmla="*/ 266203 h 315374"/>
                <a:gd name="connsiteX8" fmla="*/ 726448 w 1055237"/>
                <a:gd name="connsiteY8" fmla="*/ 201071 h 315374"/>
                <a:gd name="connsiteX9" fmla="*/ 726448 w 1055237"/>
                <a:gd name="connsiteY9" fmla="*/ 193423 h 315374"/>
                <a:gd name="connsiteX10" fmla="*/ 657333 w 1055237"/>
                <a:gd name="connsiteY10" fmla="*/ 128044 h 315374"/>
                <a:gd name="connsiteX11" fmla="*/ 944739 w 1055237"/>
                <a:gd name="connsiteY11" fmla="*/ 79018 h 315374"/>
                <a:gd name="connsiteX12" fmla="*/ 1050054 w 1055237"/>
                <a:gd name="connsiteY12" fmla="*/ 156663 h 315374"/>
                <a:gd name="connsiteX13" fmla="*/ 1055237 w 1055237"/>
                <a:gd name="connsiteY13" fmla="*/ 175660 h 315374"/>
                <a:gd name="connsiteX14" fmla="*/ 1004142 w 1055237"/>
                <a:gd name="connsiteY14" fmla="*/ 194163 h 315374"/>
                <a:gd name="connsiteX15" fmla="*/ 887387 w 1055237"/>
                <a:gd name="connsiteY15" fmla="*/ 236598 h 315374"/>
                <a:gd name="connsiteX16" fmla="*/ 960945 w 1055237"/>
                <a:gd name="connsiteY16" fmla="*/ 257815 h 315374"/>
                <a:gd name="connsiteX17" fmla="*/ 1000933 w 1055237"/>
                <a:gd name="connsiteY17" fmla="*/ 215381 h 315374"/>
                <a:gd name="connsiteX18" fmla="*/ 1052275 w 1055237"/>
                <a:gd name="connsiteY18" fmla="*/ 230677 h 315374"/>
                <a:gd name="connsiteX19" fmla="*/ 979211 w 1055237"/>
                <a:gd name="connsiteY19" fmla="*/ 308145 h 315374"/>
                <a:gd name="connsiteX20" fmla="*/ 827405 w 1055237"/>
                <a:gd name="connsiteY20" fmla="*/ 237585 h 315374"/>
                <a:gd name="connsiteX21" fmla="*/ 898248 w 1055237"/>
                <a:gd name="connsiteY21" fmla="*/ 86103 h 315374"/>
                <a:gd name="connsiteX22" fmla="*/ 944739 w 1055237"/>
                <a:gd name="connsiteY22" fmla="*/ 79018 h 315374"/>
                <a:gd name="connsiteX23" fmla="*/ 451469 w 1055237"/>
                <a:gd name="connsiteY23" fmla="*/ 78948 h 315374"/>
                <a:gd name="connsiteX24" fmla="*/ 500837 w 1055237"/>
                <a:gd name="connsiteY24" fmla="*/ 78948 h 315374"/>
                <a:gd name="connsiteX25" fmla="*/ 500837 w 1055237"/>
                <a:gd name="connsiteY25" fmla="*/ 315299 h 315374"/>
                <a:gd name="connsiteX26" fmla="*/ 451469 w 1055237"/>
                <a:gd name="connsiteY26" fmla="*/ 315299 h 315374"/>
                <a:gd name="connsiteX27" fmla="*/ 4937 w 1055237"/>
                <a:gd name="connsiteY27" fmla="*/ 78948 h 315374"/>
                <a:gd name="connsiteX28" fmla="*/ 54305 w 1055237"/>
                <a:gd name="connsiteY28" fmla="*/ 78948 h 315374"/>
                <a:gd name="connsiteX29" fmla="*/ 54305 w 1055237"/>
                <a:gd name="connsiteY29" fmla="*/ 315299 h 315374"/>
                <a:gd name="connsiteX30" fmla="*/ 4937 w 1055237"/>
                <a:gd name="connsiteY30" fmla="*/ 315299 h 315374"/>
                <a:gd name="connsiteX31" fmla="*/ 775815 w 1055237"/>
                <a:gd name="connsiteY31" fmla="*/ 0 h 315374"/>
                <a:gd name="connsiteX32" fmla="*/ 775815 w 1055237"/>
                <a:gd name="connsiteY32" fmla="*/ 315299 h 315374"/>
                <a:gd name="connsiteX33" fmla="*/ 726448 w 1055237"/>
                <a:gd name="connsiteY33" fmla="*/ 315299 h 315374"/>
                <a:gd name="connsiteX34" fmla="*/ 726448 w 1055237"/>
                <a:gd name="connsiteY34" fmla="*/ 293095 h 315374"/>
                <a:gd name="connsiteX35" fmla="*/ 657333 w 1055237"/>
                <a:gd name="connsiteY35" fmla="*/ 315299 h 315374"/>
                <a:gd name="connsiteX36" fmla="*/ 538850 w 1055237"/>
                <a:gd name="connsiteY36" fmla="*/ 197123 h 315374"/>
                <a:gd name="connsiteX37" fmla="*/ 657333 w 1055237"/>
                <a:gd name="connsiteY37" fmla="*/ 78948 h 315374"/>
                <a:gd name="connsiteX38" fmla="*/ 726448 w 1055237"/>
                <a:gd name="connsiteY38" fmla="*/ 101152 h 315374"/>
                <a:gd name="connsiteX39" fmla="*/ 726448 w 1055237"/>
                <a:gd name="connsiteY39" fmla="*/ 247 h 315374"/>
                <a:gd name="connsiteX40" fmla="*/ 476153 w 1055237"/>
                <a:gd name="connsiteY40" fmla="*/ 0 h 315374"/>
                <a:gd name="connsiteX41" fmla="*/ 505773 w 1055237"/>
                <a:gd name="connsiteY41" fmla="*/ 29606 h 315374"/>
                <a:gd name="connsiteX42" fmla="*/ 476153 w 1055237"/>
                <a:gd name="connsiteY42" fmla="*/ 59211 h 315374"/>
                <a:gd name="connsiteX43" fmla="*/ 446532 w 1055237"/>
                <a:gd name="connsiteY43" fmla="*/ 29606 h 315374"/>
                <a:gd name="connsiteX44" fmla="*/ 476153 w 1055237"/>
                <a:gd name="connsiteY44" fmla="*/ 0 h 315374"/>
                <a:gd name="connsiteX45" fmla="*/ 352733 w 1055237"/>
                <a:gd name="connsiteY45" fmla="*/ 0 h 315374"/>
                <a:gd name="connsiteX46" fmla="*/ 402101 w 1055237"/>
                <a:gd name="connsiteY46" fmla="*/ 0 h 315374"/>
                <a:gd name="connsiteX47" fmla="*/ 402101 w 1055237"/>
                <a:gd name="connsiteY47" fmla="*/ 315299 h 315374"/>
                <a:gd name="connsiteX48" fmla="*/ 352733 w 1055237"/>
                <a:gd name="connsiteY48" fmla="*/ 315299 h 315374"/>
                <a:gd name="connsiteX49" fmla="*/ 205370 w 1055237"/>
                <a:gd name="connsiteY49" fmla="*/ 0 h 315374"/>
                <a:gd name="connsiteX50" fmla="*/ 297194 w 1055237"/>
                <a:gd name="connsiteY50" fmla="*/ 29112 h 315374"/>
                <a:gd name="connsiteX51" fmla="*/ 300897 w 1055237"/>
                <a:gd name="connsiteY51" fmla="*/ 32319 h 315374"/>
                <a:gd name="connsiteX52" fmla="*/ 271523 w 1055237"/>
                <a:gd name="connsiteY52" fmla="*/ 67599 h 315374"/>
                <a:gd name="connsiteX53" fmla="*/ 268808 w 1055237"/>
                <a:gd name="connsiteY53" fmla="*/ 65132 h 315374"/>
                <a:gd name="connsiteX54" fmla="*/ 267573 w 1055237"/>
                <a:gd name="connsiteY54" fmla="*/ 63899 h 315374"/>
                <a:gd name="connsiteX55" fmla="*/ 203149 w 1055237"/>
                <a:gd name="connsiteY55" fmla="*/ 44408 h 315374"/>
                <a:gd name="connsiteX56" fmla="*/ 148844 w 1055237"/>
                <a:gd name="connsiteY56" fmla="*/ 90050 h 315374"/>
                <a:gd name="connsiteX57" fmla="*/ 159952 w 1055237"/>
                <a:gd name="connsiteY57" fmla="*/ 116942 h 315374"/>
                <a:gd name="connsiteX58" fmla="*/ 192288 w 1055237"/>
                <a:gd name="connsiteY58" fmla="*/ 130758 h 315374"/>
                <a:gd name="connsiteX59" fmla="*/ 230054 w 1055237"/>
                <a:gd name="connsiteY59" fmla="*/ 136185 h 315374"/>
                <a:gd name="connsiteX60" fmla="*/ 288308 w 1055237"/>
                <a:gd name="connsiteY60" fmla="*/ 159376 h 315374"/>
                <a:gd name="connsiteX61" fmla="*/ 311511 w 1055237"/>
                <a:gd name="connsiteY61" fmla="*/ 223275 h 315374"/>
                <a:gd name="connsiteX62" fmla="*/ 279422 w 1055237"/>
                <a:gd name="connsiteY62" fmla="*/ 291121 h 315374"/>
                <a:gd name="connsiteX63" fmla="*/ 198459 w 1055237"/>
                <a:gd name="connsiteY63" fmla="*/ 315299 h 315374"/>
                <a:gd name="connsiteX64" fmla="*/ 92071 w 1055237"/>
                <a:gd name="connsiteY64" fmla="*/ 280512 h 315374"/>
                <a:gd name="connsiteX65" fmla="*/ 122432 w 1055237"/>
                <a:gd name="connsiteY65" fmla="*/ 244739 h 315374"/>
                <a:gd name="connsiteX66" fmla="*/ 199199 w 1055237"/>
                <a:gd name="connsiteY66" fmla="*/ 269657 h 315374"/>
                <a:gd name="connsiteX67" fmla="*/ 260909 w 1055237"/>
                <a:gd name="connsiteY67" fmla="*/ 225002 h 315374"/>
                <a:gd name="connsiteX68" fmla="*/ 249307 w 1055237"/>
                <a:gd name="connsiteY68" fmla="*/ 194410 h 315374"/>
                <a:gd name="connsiteX69" fmla="*/ 218206 w 1055237"/>
                <a:gd name="connsiteY69" fmla="*/ 181827 h 315374"/>
                <a:gd name="connsiteX70" fmla="*/ 179699 w 1055237"/>
                <a:gd name="connsiteY70" fmla="*/ 176399 h 315374"/>
                <a:gd name="connsiteX71" fmla="*/ 120704 w 1055237"/>
                <a:gd name="connsiteY71" fmla="*/ 151235 h 315374"/>
                <a:gd name="connsiteX72" fmla="*/ 99229 w 1055237"/>
                <a:gd name="connsiteY72" fmla="*/ 91777 h 315374"/>
                <a:gd name="connsiteX73" fmla="*/ 205370 w 1055237"/>
                <a:gd name="connsiteY73" fmla="*/ 0 h 315374"/>
                <a:gd name="connsiteX74" fmla="*/ 29621 w 1055237"/>
                <a:gd name="connsiteY74" fmla="*/ 0 h 315374"/>
                <a:gd name="connsiteX75" fmla="*/ 59241 w 1055237"/>
                <a:gd name="connsiteY75" fmla="*/ 29606 h 315374"/>
                <a:gd name="connsiteX76" fmla="*/ 29621 w 1055237"/>
                <a:gd name="connsiteY76" fmla="*/ 59211 h 315374"/>
                <a:gd name="connsiteX77" fmla="*/ 0 w 1055237"/>
                <a:gd name="connsiteY77" fmla="*/ 29606 h 315374"/>
                <a:gd name="connsiteX78" fmla="*/ 29621 w 1055237"/>
                <a:gd name="connsiteY78" fmla="*/ 0 h 3153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1055237" h="315374">
                  <a:moveTo>
                    <a:pt x="952120" y="133688"/>
                  </a:moveTo>
                  <a:cubicBezTo>
                    <a:pt x="940642" y="131252"/>
                    <a:pt x="928362" y="131869"/>
                    <a:pt x="916514" y="136186"/>
                  </a:cubicBezTo>
                  <a:cubicBezTo>
                    <a:pt x="892817" y="144821"/>
                    <a:pt x="877266" y="165791"/>
                    <a:pt x="874304" y="188982"/>
                  </a:cubicBezTo>
                  <a:lnTo>
                    <a:pt x="982913" y="149508"/>
                  </a:lnTo>
                  <a:cubicBezTo>
                    <a:pt x="974274" y="141614"/>
                    <a:pt x="963598" y="136124"/>
                    <a:pt x="952120" y="133688"/>
                  </a:cubicBezTo>
                  <a:close/>
                  <a:moveTo>
                    <a:pt x="657333" y="128044"/>
                  </a:moveTo>
                  <a:cubicBezTo>
                    <a:pt x="619073" y="128044"/>
                    <a:pt x="588218" y="158883"/>
                    <a:pt x="588218" y="197123"/>
                  </a:cubicBezTo>
                  <a:cubicBezTo>
                    <a:pt x="588218" y="235364"/>
                    <a:pt x="619319" y="266203"/>
                    <a:pt x="657333" y="266203"/>
                  </a:cubicBezTo>
                  <a:cubicBezTo>
                    <a:pt x="694359" y="266203"/>
                    <a:pt x="724473" y="237338"/>
                    <a:pt x="726448" y="201071"/>
                  </a:cubicBezTo>
                  <a:lnTo>
                    <a:pt x="726448" y="193423"/>
                  </a:lnTo>
                  <a:cubicBezTo>
                    <a:pt x="724473" y="156909"/>
                    <a:pt x="694359" y="128044"/>
                    <a:pt x="657333" y="128044"/>
                  </a:cubicBezTo>
                  <a:close/>
                  <a:moveTo>
                    <a:pt x="944739" y="79018"/>
                  </a:moveTo>
                  <a:cubicBezTo>
                    <a:pt x="990813" y="81308"/>
                    <a:pt x="1033207" y="110590"/>
                    <a:pt x="1050054" y="156663"/>
                  </a:cubicBezTo>
                  <a:cubicBezTo>
                    <a:pt x="1052275" y="162831"/>
                    <a:pt x="1054003" y="169245"/>
                    <a:pt x="1055237" y="175660"/>
                  </a:cubicBezTo>
                  <a:lnTo>
                    <a:pt x="1004142" y="194163"/>
                  </a:lnTo>
                  <a:lnTo>
                    <a:pt x="887387" y="236598"/>
                  </a:lnTo>
                  <a:cubicBezTo>
                    <a:pt x="904172" y="258309"/>
                    <a:pt x="933792" y="267684"/>
                    <a:pt x="960945" y="257815"/>
                  </a:cubicBezTo>
                  <a:cubicBezTo>
                    <a:pt x="980198" y="250907"/>
                    <a:pt x="995009" y="235118"/>
                    <a:pt x="1000933" y="215381"/>
                  </a:cubicBezTo>
                  <a:lnTo>
                    <a:pt x="1052275" y="230677"/>
                  </a:lnTo>
                  <a:cubicBezTo>
                    <a:pt x="1041661" y="266697"/>
                    <a:pt x="1014509" y="295315"/>
                    <a:pt x="979211" y="308145"/>
                  </a:cubicBezTo>
                  <a:cubicBezTo>
                    <a:pt x="917748" y="330595"/>
                    <a:pt x="849867" y="299016"/>
                    <a:pt x="827405" y="237585"/>
                  </a:cubicBezTo>
                  <a:cubicBezTo>
                    <a:pt x="804942" y="176400"/>
                    <a:pt x="836785" y="108307"/>
                    <a:pt x="898248" y="86103"/>
                  </a:cubicBezTo>
                  <a:cubicBezTo>
                    <a:pt x="913614" y="80490"/>
                    <a:pt x="929381" y="78255"/>
                    <a:pt x="944739" y="79018"/>
                  </a:cubicBezTo>
                  <a:close/>
                  <a:moveTo>
                    <a:pt x="451469" y="78948"/>
                  </a:moveTo>
                  <a:lnTo>
                    <a:pt x="500837" y="78948"/>
                  </a:lnTo>
                  <a:lnTo>
                    <a:pt x="500837" y="315299"/>
                  </a:lnTo>
                  <a:lnTo>
                    <a:pt x="451469" y="315299"/>
                  </a:lnTo>
                  <a:close/>
                  <a:moveTo>
                    <a:pt x="4937" y="78948"/>
                  </a:moveTo>
                  <a:lnTo>
                    <a:pt x="54305" y="78948"/>
                  </a:lnTo>
                  <a:lnTo>
                    <a:pt x="54305" y="315299"/>
                  </a:lnTo>
                  <a:lnTo>
                    <a:pt x="4937" y="315299"/>
                  </a:lnTo>
                  <a:close/>
                  <a:moveTo>
                    <a:pt x="775815" y="0"/>
                  </a:moveTo>
                  <a:lnTo>
                    <a:pt x="775815" y="315299"/>
                  </a:lnTo>
                  <a:lnTo>
                    <a:pt x="726448" y="315299"/>
                  </a:lnTo>
                  <a:lnTo>
                    <a:pt x="726448" y="293095"/>
                  </a:lnTo>
                  <a:cubicBezTo>
                    <a:pt x="706947" y="307157"/>
                    <a:pt x="683004" y="315299"/>
                    <a:pt x="657333" y="315299"/>
                  </a:cubicBezTo>
                  <a:cubicBezTo>
                    <a:pt x="591920" y="315299"/>
                    <a:pt x="538850" y="262255"/>
                    <a:pt x="538850" y="197123"/>
                  </a:cubicBezTo>
                  <a:cubicBezTo>
                    <a:pt x="538850" y="131991"/>
                    <a:pt x="591920" y="78948"/>
                    <a:pt x="657333" y="78948"/>
                  </a:cubicBezTo>
                  <a:cubicBezTo>
                    <a:pt x="683004" y="78948"/>
                    <a:pt x="706947" y="87090"/>
                    <a:pt x="726448" y="101152"/>
                  </a:cubicBezTo>
                  <a:lnTo>
                    <a:pt x="726448" y="247"/>
                  </a:lnTo>
                  <a:close/>
                  <a:moveTo>
                    <a:pt x="476153" y="0"/>
                  </a:moveTo>
                  <a:cubicBezTo>
                    <a:pt x="492444" y="0"/>
                    <a:pt x="505773" y="13322"/>
                    <a:pt x="505773" y="29606"/>
                  </a:cubicBezTo>
                  <a:cubicBezTo>
                    <a:pt x="505773" y="45889"/>
                    <a:pt x="492444" y="59211"/>
                    <a:pt x="476153" y="59211"/>
                  </a:cubicBezTo>
                  <a:cubicBezTo>
                    <a:pt x="459861" y="59211"/>
                    <a:pt x="446532" y="45889"/>
                    <a:pt x="446532" y="29606"/>
                  </a:cubicBezTo>
                  <a:cubicBezTo>
                    <a:pt x="446532" y="13322"/>
                    <a:pt x="459861" y="0"/>
                    <a:pt x="476153" y="0"/>
                  </a:cubicBezTo>
                  <a:close/>
                  <a:moveTo>
                    <a:pt x="352733" y="0"/>
                  </a:moveTo>
                  <a:lnTo>
                    <a:pt x="402101" y="0"/>
                  </a:lnTo>
                  <a:lnTo>
                    <a:pt x="402101" y="315299"/>
                  </a:lnTo>
                  <a:lnTo>
                    <a:pt x="352733" y="315299"/>
                  </a:lnTo>
                  <a:close/>
                  <a:moveTo>
                    <a:pt x="205370" y="0"/>
                  </a:moveTo>
                  <a:cubicBezTo>
                    <a:pt x="245111" y="0"/>
                    <a:pt x="273004" y="8882"/>
                    <a:pt x="297194" y="29112"/>
                  </a:cubicBezTo>
                  <a:lnTo>
                    <a:pt x="300897" y="32319"/>
                  </a:lnTo>
                  <a:lnTo>
                    <a:pt x="271523" y="67599"/>
                  </a:lnTo>
                  <a:cubicBezTo>
                    <a:pt x="271523" y="67599"/>
                    <a:pt x="269795" y="66119"/>
                    <a:pt x="268808" y="65132"/>
                  </a:cubicBezTo>
                  <a:cubicBezTo>
                    <a:pt x="268314" y="64639"/>
                    <a:pt x="267820" y="63899"/>
                    <a:pt x="267573" y="63899"/>
                  </a:cubicBezTo>
                  <a:cubicBezTo>
                    <a:pt x="246839" y="46875"/>
                    <a:pt x="222402" y="44408"/>
                    <a:pt x="203149" y="44408"/>
                  </a:cubicBezTo>
                  <a:cubicBezTo>
                    <a:pt x="163161" y="44408"/>
                    <a:pt x="148844" y="69080"/>
                    <a:pt x="148844" y="90050"/>
                  </a:cubicBezTo>
                  <a:cubicBezTo>
                    <a:pt x="148844" y="100412"/>
                    <a:pt x="152793" y="110034"/>
                    <a:pt x="159952" y="116942"/>
                  </a:cubicBezTo>
                  <a:cubicBezTo>
                    <a:pt x="167604" y="124096"/>
                    <a:pt x="179205" y="129031"/>
                    <a:pt x="192288" y="130758"/>
                  </a:cubicBezTo>
                  <a:lnTo>
                    <a:pt x="230054" y="136185"/>
                  </a:lnTo>
                  <a:cubicBezTo>
                    <a:pt x="256466" y="139886"/>
                    <a:pt x="274485" y="147041"/>
                    <a:pt x="288308" y="159376"/>
                  </a:cubicBezTo>
                  <a:cubicBezTo>
                    <a:pt x="303612" y="173932"/>
                    <a:pt x="311264" y="195396"/>
                    <a:pt x="311511" y="223275"/>
                  </a:cubicBezTo>
                  <a:cubicBezTo>
                    <a:pt x="311511" y="251153"/>
                    <a:pt x="300403" y="274591"/>
                    <a:pt x="279422" y="291121"/>
                  </a:cubicBezTo>
                  <a:cubicBezTo>
                    <a:pt x="259428" y="306664"/>
                    <a:pt x="230548" y="315299"/>
                    <a:pt x="198459" y="315299"/>
                  </a:cubicBezTo>
                  <a:cubicBezTo>
                    <a:pt x="151066" y="315299"/>
                    <a:pt x="118730" y="304690"/>
                    <a:pt x="92071" y="280512"/>
                  </a:cubicBezTo>
                  <a:lnTo>
                    <a:pt x="122432" y="244739"/>
                  </a:lnTo>
                  <a:cubicBezTo>
                    <a:pt x="141192" y="261515"/>
                    <a:pt x="166369" y="269657"/>
                    <a:pt x="199199" y="269657"/>
                  </a:cubicBezTo>
                  <a:cubicBezTo>
                    <a:pt x="252763" y="269657"/>
                    <a:pt x="260909" y="241778"/>
                    <a:pt x="260909" y="225002"/>
                  </a:cubicBezTo>
                  <a:cubicBezTo>
                    <a:pt x="260909" y="212173"/>
                    <a:pt x="256959" y="201811"/>
                    <a:pt x="249307" y="194410"/>
                  </a:cubicBezTo>
                  <a:cubicBezTo>
                    <a:pt x="241902" y="187502"/>
                    <a:pt x="233757" y="184294"/>
                    <a:pt x="218206" y="181827"/>
                  </a:cubicBezTo>
                  <a:lnTo>
                    <a:pt x="179699" y="176399"/>
                  </a:lnTo>
                  <a:cubicBezTo>
                    <a:pt x="153534" y="172452"/>
                    <a:pt x="134034" y="164311"/>
                    <a:pt x="120704" y="151235"/>
                  </a:cubicBezTo>
                  <a:cubicBezTo>
                    <a:pt x="106388" y="136679"/>
                    <a:pt x="99229" y="117188"/>
                    <a:pt x="99229" y="91777"/>
                  </a:cubicBezTo>
                  <a:cubicBezTo>
                    <a:pt x="99476" y="36020"/>
                    <a:pt x="140945" y="0"/>
                    <a:pt x="205370" y="0"/>
                  </a:cubicBezTo>
                  <a:close/>
                  <a:moveTo>
                    <a:pt x="29621" y="0"/>
                  </a:moveTo>
                  <a:cubicBezTo>
                    <a:pt x="45980" y="0"/>
                    <a:pt x="59241" y="13255"/>
                    <a:pt x="59241" y="29606"/>
                  </a:cubicBezTo>
                  <a:cubicBezTo>
                    <a:pt x="59241" y="45956"/>
                    <a:pt x="45980" y="59211"/>
                    <a:pt x="29621" y="59211"/>
                  </a:cubicBezTo>
                  <a:cubicBezTo>
                    <a:pt x="13262" y="59211"/>
                    <a:pt x="0" y="45956"/>
                    <a:pt x="0" y="29606"/>
                  </a:cubicBezTo>
                  <a:cubicBezTo>
                    <a:pt x="0" y="13255"/>
                    <a:pt x="13262" y="0"/>
                    <a:pt x="29621" y="0"/>
                  </a:cubicBezTo>
                  <a:close/>
                </a:path>
              </a:pathLst>
            </a:custGeom>
            <a:solidFill>
              <a:schemeClr val="tx1"/>
            </a:solidFill>
            <a:ln w="2462" cap="flat">
              <a:noFill/>
              <a:prstDash val="solid"/>
              <a:miter/>
            </a:ln>
          </p:spPr>
          <p:txBody>
            <a:bodyPr rtlCol="0" anchor="ctr"/>
            <a:lstStyle/>
            <a:p>
              <a:endParaRPr lang="zh-CN" altLang="en-US">
                <a:latin typeface="Arial" panose="020B0604020202020204" pitchFamily="34" charset="0"/>
                <a:ea typeface="微软雅黑" panose="020B0503020204020204" pitchFamily="34" charset="-122"/>
                <a:sym typeface="Arial" panose="020B0604020202020204" pitchFamily="34" charset="0"/>
              </a:endParaRPr>
            </a:p>
          </p:txBody>
        </p:sp>
      </p:grpSp>
    </p:spTree>
    <p:extLst>
      <p:ext uri="{BB962C8B-B14F-4D97-AF65-F5344CB8AC3E}">
        <p14:creationId xmlns:p14="http://schemas.microsoft.com/office/powerpoint/2010/main" val="390795511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ISLIDE.GUIDESSETTING" val="{&quot;Id&quot;:&quot;GuidesStyle_Normal&quot;,&quot;Name&quot;:&quot;GuidesStyle_Normal&quot;,&quot;Kind&quot;:0,&quot;OldGuidesSetting&quot;:{&quot;HeaderHeight&quot;:15.0,&quot;FooterHeight&quot;:9.0,&quot;SideMargin&quot;:5.5,&quot;TopMargin&quot;:0.0,&quot;BottomMargin&quot;:0.0,&quot;IntervalMargin&quot;:1.5}}"/>
</p:tagLst>
</file>

<file path=ppt/theme/theme1.xml><?xml version="1.0" encoding="utf-8"?>
<a:theme xmlns:thm15="http://schemas.microsoft.com/office/thememl/2012/main" xmlns:a="http://schemas.openxmlformats.org/drawingml/2006/main" name="Designed by iSlide">
  <a:themeElements>
    <a:clrScheme name="0112">
      <a:dk1>
        <a:srgbClr val="000000"/>
      </a:dk1>
      <a:lt1>
        <a:srgbClr val="FFFFFF"/>
      </a:lt1>
      <a:dk2>
        <a:srgbClr val="778495"/>
      </a:dk2>
      <a:lt2>
        <a:srgbClr val="F0F0F0"/>
      </a:lt2>
      <a:accent1>
        <a:srgbClr val="B0503C"/>
      </a:accent1>
      <a:accent2>
        <a:srgbClr val="EDC6A2"/>
      </a:accent2>
      <a:accent3>
        <a:srgbClr val="DCB730"/>
      </a:accent3>
      <a:accent4>
        <a:srgbClr val="759060"/>
      </a:accent4>
      <a:accent5>
        <a:srgbClr val="AE936E"/>
      </a:accent5>
      <a:accent6>
        <a:srgbClr val="B87368"/>
      </a:accent6>
      <a:hlink>
        <a:srgbClr val="DC5F38"/>
      </a:hlink>
      <a:folHlink>
        <a:srgbClr val="BFBFBF"/>
      </a:folHlink>
    </a:clrScheme>
    <a:fontScheme name="iSlide">
      <a:majorFont>
        <a:latin typeface="Arial"/>
        <a:ea typeface="微软雅黑"/>
        <a:cs typeface=""/>
      </a:majorFont>
      <a:minorFont>
        <a:latin typeface="Arial"/>
        <a:ea typeface="微软雅黑"/>
        <a:cs typeface=""/>
      </a:minorFont>
    </a:fontScheme>
    <a:fmtScheme name="iSlid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Slid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188</TotalTime>
  <Words>767</Words>
  <Application>Microsoft Office PowerPoint</Application>
  <PresentationFormat>宽屏</PresentationFormat>
  <Paragraphs>99</Paragraphs>
  <Slides>11</Slides>
  <Notes>8</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11</vt:i4>
      </vt:variant>
    </vt:vector>
  </HeadingPairs>
  <TitlesOfParts>
    <vt:vector size="14" baseType="lpstr">
      <vt:lpstr>等线</vt:lpstr>
      <vt:lpstr>Arial</vt:lpstr>
      <vt:lpstr>Designed by iSlide</vt:lpstr>
      <vt:lpstr>红色中国风传统文化介绍</vt:lpstr>
      <vt:lpstr>目录</vt:lpstr>
      <vt:lpstr>单击此处添加章节标</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单击此处添加页面标题</vt:lpstr>
      <vt:lpstr>谢谢观看</vt:lpstr>
    </vt:vector>
  </TitlesOfParts>
  <Company>iSlide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iSlide PowerPoint Template</dc:title>
  <dc:creator>iSlide</dc:creator>
  <cp:lastModifiedBy>张煜</cp:lastModifiedBy>
  <cp:revision>143</cp:revision>
  <dcterms:created xsi:type="dcterms:W3CDTF">2023-06-05T05:58:43Z</dcterms:created>
  <dcterms:modified xsi:type="dcterms:W3CDTF">2026-07-01T03:48:52Z</dcterms:modified>
</cp:coreProperties>
</file>