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theme/themeOverride4.xml" ContentType="application/vnd.openxmlformats-officedocument.themeOverride+xml"/>
  <Override PartName="/ppt/notesSlides/notesSlide4.xml" ContentType="application/vnd.openxmlformats-officedocument.presentationml.notesSlide+xml"/>
  <Override PartName="/ppt/theme/themeOverride5.xml" ContentType="application/vnd.openxmlformats-officedocument.themeOverride+xml"/>
  <Override PartName="/ppt/notesSlides/notesSlide5.xml" ContentType="application/vnd.openxmlformats-officedocument.presentationml.notesSlide+xml"/>
  <Override PartName="/ppt/theme/themeOverride6.xml" ContentType="application/vnd.openxmlformats-officedocument.themeOverride+xml"/>
  <Override PartName="/ppt/notesSlides/notesSlide6.xml" ContentType="application/vnd.openxmlformats-officedocument.presentationml.notesSlide+xml"/>
  <Override PartName="/ppt/theme/themeOverride7.xml" ContentType="application/vnd.openxmlformats-officedocument.themeOverride+xml"/>
  <Override PartName="/ppt/notesSlides/notesSlide7.xml" ContentType="application/vnd.openxmlformats-officedocument.presentationml.notesSlide+xml"/>
  <Override PartName="/ppt/theme/themeOverride8.xml" ContentType="application/vnd.openxmlformats-officedocument.themeOverride+xml"/>
  <Override PartName="/ppt/notesSlides/notesSlide8.xml" ContentType="application/vnd.openxmlformats-officedocument.presentationml.notesSlide+xml"/>
  <Override PartName="/ppt/theme/themeOverride9.xml" ContentType="application/vnd.openxmlformats-officedocument.themeOverride+xml"/>
  <Override PartName="/ppt/notesSlides/notesSlide9.xml" ContentType="application/vnd.openxmlformats-officedocument.presentationml.notesSlide+xml"/>
  <Override PartName="/ppt/theme/themeOverride10.xml" ContentType="application/vnd.openxmlformats-officedocument.themeOverride+xml"/>
  <Override PartName="/ppt/notesSlides/notesSlide10.xml" ContentType="application/vnd.openxmlformats-officedocument.presentationml.notesSlide+xml"/>
  <Override PartName="/ppt/theme/themeOverride11.xml" ContentType="application/vnd.openxmlformats-officedocument.themeOverr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4" r:id="rId3"/>
    <p:sldId id="265" r:id="rId4"/>
    <p:sldId id="267" r:id="rId5"/>
    <p:sldId id="279" r:id="rId6"/>
    <p:sldId id="277" r:id="rId7"/>
    <p:sldId id="298" r:id="rId8"/>
    <p:sldId id="286" r:id="rId9"/>
    <p:sldId id="292" r:id="rId10"/>
    <p:sldId id="282" r:id="rId11"/>
    <p:sldId id="299" r:id="rId12"/>
    <p:sldId id="300" r:id="R60f93effccd942ae"/>
    <p:sldId id="301" r:id="R12fd35e3cd9443f9"/>
  </p:sldIdLst>
  <p:sldSz cx="12192000" cy="6858000"/>
  <p:notesSz cx="6858000" cy="9144000"/>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DDD4"/>
    <a:srgbClr val="EADCD4"/>
    <a:srgbClr val="EADBD3"/>
    <a:srgbClr val="EADAD1"/>
    <a:srgbClr val="EADBD1"/>
    <a:srgbClr val="FDFCFC"/>
    <a:srgbClr val="000000"/>
    <a:srgbClr val="E1E6F0"/>
    <a:srgbClr val="E4E8F0"/>
    <a:srgbClr val="EAED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7" autoAdjust="0"/>
    <p:restoredTop sz="93329" autoAdjust="0"/>
  </p:normalViewPr>
  <p:slideViewPr>
    <p:cSldViewPr snapToGrid="0" showGuides="1">
      <p:cViewPr>
        <p:scale>
          <a:sx n="75" d="100"/>
          <a:sy n="75" d="100"/>
        </p:scale>
        <p:origin x="2792" y="160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200" d="100"/>
        <a:sy n="200" d="100"/>
      </p:scale>
      <p:origin x="0" y="-8060"/>
    </p:cViewPr>
  </p:sorter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7.xml" Id="rId8" /><Relationship Type="http://schemas.openxmlformats.org/officeDocument/2006/relationships/notesMaster" Target="notesMasters/notesMaster1.xml" Id="rId13" /><Relationship Type="http://schemas.openxmlformats.org/officeDocument/2006/relationships/tableStyles" Target="tableStyles.xml" Id="rId18" /><Relationship Type="http://schemas.openxmlformats.org/officeDocument/2006/relationships/slide" Target="slides/slide2.xml" Id="rId3" /><Relationship Type="http://schemas.openxmlformats.org/officeDocument/2006/relationships/slide" Target="slides/slide6.xml" Id="rId7" /><Relationship Type="http://schemas.openxmlformats.org/officeDocument/2006/relationships/slide" Target="slides/slide11.xml" Id="rId12" /><Relationship Type="http://schemas.openxmlformats.org/officeDocument/2006/relationships/theme" Target="theme/theme1.xml" Id="rId17" /><Relationship Type="http://schemas.openxmlformats.org/officeDocument/2006/relationships/slide" Target="slides/slide1.xml" Id="rId2" /><Relationship Type="http://schemas.openxmlformats.org/officeDocument/2006/relationships/viewProps" Target="viewProps.xml" Id="rId16" /><Relationship Type="http://schemas.openxmlformats.org/officeDocument/2006/relationships/slideMaster" Target="slideMasters/slideMaster1.xml" Id="rId1" /><Relationship Type="http://schemas.openxmlformats.org/officeDocument/2006/relationships/slide" Target="slides/slide5.xml" Id="rId6" /><Relationship Type="http://schemas.openxmlformats.org/officeDocument/2006/relationships/slide" Target="slides/slide10.xml" Id="rId11" /><Relationship Type="http://schemas.openxmlformats.org/officeDocument/2006/relationships/slide" Target="slides/slide4.xml" Id="rId5" /><Relationship Type="http://schemas.openxmlformats.org/officeDocument/2006/relationships/presProps" Target="presProps.xml" Id="rId15" /><Relationship Type="http://schemas.openxmlformats.org/officeDocument/2006/relationships/slide" Target="slides/slide9.xml" Id="rId10" /><Relationship Type="http://schemas.openxmlformats.org/officeDocument/2006/relationships/slide" Target="slides/slide3.xml" Id="rId4" /><Relationship Type="http://schemas.openxmlformats.org/officeDocument/2006/relationships/slide" Target="slides/slide8.xml" Id="rId9" /><Relationship Type="http://schemas.openxmlformats.org/officeDocument/2006/relationships/tags" Target="tags/tag1.xml" Id="rId14" /><Relationship Type="http://schemas.openxmlformats.org/officeDocument/2006/relationships/slide" Target="/ppt/slides/slide12.xml" Id="R60f93effccd942ae" /><Relationship Type="http://schemas.openxmlformats.org/officeDocument/2006/relationships/slide" Target="/ppt/slides/slide13.xml" Id="R12fd35e3cd9443f9"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87859-D8D6-4AEF-A399-C5D49CA3C29D}" type="datetimeFigureOut">
              <a:rPr lang="zh-CN" altLang="en-US" smtClean="0"/>
              <a:t>2026/6/29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4107BF-0DA3-40E4-8433-8ADA942880DC}" type="slidenum">
              <a:rPr lang="zh-CN" altLang="en-US" smtClean="0"/>
              <a:t>‹#›</a:t>
            </a:fld>
            <a:endParaRPr lang="zh-CN" altLang="en-US"/>
          </a:p>
        </p:txBody>
      </p:sp>
    </p:spTree>
    <p:extLst>
      <p:ext uri="{BB962C8B-B14F-4D97-AF65-F5344CB8AC3E}">
        <p14:creationId xmlns:p14="http://schemas.microsoft.com/office/powerpoint/2010/main" val="35624612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64107BF-0DA3-40E4-8433-8ADA942880DC}" type="slidenum">
              <a:rPr lang="zh-CN" altLang="en-US" smtClean="0"/>
              <a:t>1</a:t>
            </a:fld>
            <a:endParaRPr lang="zh-CN" altLang="en-US"/>
          </a:p>
        </p:txBody>
      </p:sp>
    </p:spTree>
    <p:extLst>
      <p:ext uri="{BB962C8B-B14F-4D97-AF65-F5344CB8AC3E}">
        <p14:creationId xmlns:p14="http://schemas.microsoft.com/office/powerpoint/2010/main" val="25555225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64107BF-0DA3-40E4-8433-8ADA942880DC}" type="slidenum">
              <a:rPr lang="zh-CN" altLang="en-US" smtClean="0"/>
              <a:t>3</a:t>
            </a:fld>
            <a:endParaRPr lang="zh-CN" altLang="en-US"/>
          </a:p>
        </p:txBody>
      </p:sp>
    </p:spTree>
    <p:extLst>
      <p:ext uri="{BB962C8B-B14F-4D97-AF65-F5344CB8AC3E}">
        <p14:creationId xmlns:p14="http://schemas.microsoft.com/office/powerpoint/2010/main" val="28494125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64107BF-0DA3-40E4-8433-8ADA942880DC}" type="slidenum">
              <a:rPr lang="zh-CN" altLang="en-US" smtClean="0"/>
              <a:t>11</a:t>
            </a:fld>
            <a:endParaRPr lang="zh-CN" altLang="en-US"/>
          </a:p>
        </p:txBody>
      </p:sp>
    </p:spTree>
    <p:extLst>
      <p:ext uri="{BB962C8B-B14F-4D97-AF65-F5344CB8AC3E}">
        <p14:creationId xmlns:p14="http://schemas.microsoft.com/office/powerpoint/2010/main" val="22357905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16="http://schemas.microsoft.com/office/drawing/2014/main" xmlns:a="http://schemas.openxmlformats.org/drawingml/2006/main" xmlns:r="http://schemas.openxmlformats.org/officeDocument/2006/relationships" xmlns:p="http://schemas.openxmlformats.org/presentationml/2006/main" showMasterSp="0" matchingName="Title Slide" type="title" preserve="1">
  <p:cSld name="Title Slide">
    <p:spTree>
      <p:nvGrpSpPr>
        <p:cNvPr id="1" name=""/>
        <p:cNvGrpSpPr/>
        <p:nvPr/>
      </p:nvGrpSpPr>
      <p:grpSpPr>
        <a:xfrm>
          <a:off x="0" y="0"/>
          <a:ext cx="0" cy="0"/>
          <a:chOff x="0" y="0"/>
          <a:chExt cx="0" cy="0"/>
        </a:xfrm>
      </p:grpSpPr>
      <p:grpSp>
        <p:nvGrpSpPr>
          <p:cNvPr id="86" name="组合 85">
            <a:extLst>
              <a:ext uri="{FF2B5EF4-FFF2-40B4-BE49-F238E27FC236}">
                <a16:creationId xmlns:a16="http://schemas.microsoft.com/office/drawing/2014/main" id="{F089D72A-D82C-8982-0CBD-F648C9A43E5A}"/>
              </a:ext>
            </a:extLst>
          </p:cNvPr>
          <p:cNvGrpSpPr/>
          <p:nvPr userDrawn="1"/>
        </p:nvGrpSpPr>
        <p:grpSpPr>
          <a:xfrm>
            <a:off x="0" y="1"/>
            <a:ext cx="12192000" cy="6857999"/>
            <a:chOff x="0" y="1"/>
            <a:chExt cx="12192000" cy="6857999"/>
          </a:xfrm>
        </p:grpSpPr>
        <p:pic>
          <p:nvPicPr>
            <p:cNvPr id="85" name="图片 84">
              <a:extLst>
                <a:ext uri="{FF2B5EF4-FFF2-40B4-BE49-F238E27FC236}">
                  <a16:creationId xmlns:a16="http://schemas.microsoft.com/office/drawing/2014/main" id="{5B4F95AD-412B-2D0E-1594-31C65FD7A18C}"/>
                </a:ext>
              </a:extLst>
            </p:cNvPr>
            <p:cNvPicPr>
              <a:picLocks noChangeAspect="1"/>
            </p:cNvPicPr>
            <p:nvPr userDrawn="1"/>
          </p:nvPicPr>
          <p:blipFill>
            <a:blip r:embed="rId2"/>
            <a:srcRect/>
            <a:stretch>
              <a:fillRect/>
            </a:stretch>
          </p:blipFill>
          <p:spPr>
            <a:xfrm>
              <a:off x="0" y="1"/>
              <a:ext cx="12192000" cy="6857999"/>
            </a:xfrm>
            <a:custGeom>
              <a:avLst/>
              <a:gdLst>
                <a:gd name="csX0" fmla="*/ 0 w 12192000"/>
                <a:gd name="csY0" fmla="*/ 0 h 6857999"/>
                <a:gd name="csX1" fmla="*/ 12192000 w 12192000"/>
                <a:gd name="csY1" fmla="*/ 0 h 6857999"/>
                <a:gd name="csX2" fmla="*/ 12192000 w 12192000"/>
                <a:gd name="csY2" fmla="*/ 6857999 h 6857999"/>
                <a:gd name="csX3" fmla="*/ 0 w 12192000"/>
                <a:gd name="csY3" fmla="*/ 6857999 h 6857999"/>
              </a:gdLst>
              <a:ahLst/>
              <a:cxnLst>
                <a:cxn ang="0">
                  <a:pos x="csX0" y="csY0"/>
                </a:cxn>
                <a:cxn ang="0">
                  <a:pos x="csX1" y="csY1"/>
                </a:cxn>
                <a:cxn ang="0">
                  <a:pos x="csX2" y="csY2"/>
                </a:cxn>
                <a:cxn ang="0">
                  <a:pos x="csX3" y="csY3"/>
                </a:cxn>
              </a:cxnLst>
              <a:rect l="l" t="t" r="r" b="b"/>
              <a:pathLst>
                <a:path w="12192000" h="6857999">
                  <a:moveTo>
                    <a:pt x="0" y="0"/>
                  </a:moveTo>
                  <a:lnTo>
                    <a:pt x="12192000" y="0"/>
                  </a:lnTo>
                  <a:lnTo>
                    <a:pt x="12192000" y="6857999"/>
                  </a:lnTo>
                  <a:lnTo>
                    <a:pt x="0" y="6857999"/>
                  </a:lnTo>
                  <a:close/>
                </a:path>
              </a:pathLst>
            </a:custGeom>
          </p:spPr>
        </p:pic>
        <p:grpSp>
          <p:nvGrpSpPr>
            <p:cNvPr id="6" name="Group 20">
              <a:extLst>
                <a:ext uri="{FF2B5EF4-FFF2-40B4-BE49-F238E27FC236}">
                  <a16:creationId xmlns:a16="http://schemas.microsoft.com/office/drawing/2014/main" id="{33812E56-56DA-5BA4-50AB-8E4A253CE54E}"/>
                </a:ext>
              </a:extLst>
            </p:cNvPr>
            <p:cNvGrpSpPr>
              <a:grpSpLocks noChangeAspect="1"/>
            </p:cNvGrpSpPr>
            <p:nvPr/>
          </p:nvGrpSpPr>
          <p:grpSpPr>
            <a:xfrm>
              <a:off x="757374" y="4835883"/>
              <a:ext cx="360000" cy="360000"/>
              <a:chOff x="666750" y="5424487"/>
              <a:chExt cx="476250" cy="476250"/>
            </a:xfrm>
            <a:gradFill flip="none" rotWithShape="1">
              <a:gsLst>
                <a:gs pos="3000">
                  <a:schemeClr val="tx1"/>
                </a:gs>
                <a:gs pos="100000">
                  <a:schemeClr val="accent1">
                    <a:lumMod val="20000"/>
                    <a:lumOff val="80000"/>
                  </a:schemeClr>
                </a:gs>
              </a:gsLst>
              <a:lin ang="2700000" scaled="1"/>
              <a:tileRect/>
            </a:gradFill>
          </p:grpSpPr>
          <p:sp>
            <p:nvSpPr>
              <p:cNvPr id="12" name="椭圆 11">
                <a:extLst>
                  <a:ext uri="{FF2B5EF4-FFF2-40B4-BE49-F238E27FC236}">
                    <a16:creationId xmlns:a16="http://schemas.microsoft.com/office/drawing/2014/main" id="{279FBD94-5BC8-8ADF-4E88-D7A83FBE52E1}"/>
                  </a:ext>
                </a:extLst>
              </p:cNvPr>
              <p:cNvSpPr>
                <a:spLocks/>
              </p:cNvSpPr>
              <p:nvPr/>
            </p:nvSpPr>
            <p:spPr>
              <a:xfrm>
                <a:off x="666750" y="5424487"/>
                <a:ext cx="476250" cy="476250"/>
              </a:xfrm>
              <a:prstGeom prst="ellipse">
                <a:avLst/>
              </a:prstGeom>
              <a:solidFill>
                <a:schemeClr val="accent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13" name="Isosceles Triangle 6">
                <a:extLst>
                  <a:ext uri="{FF2B5EF4-FFF2-40B4-BE49-F238E27FC236}">
                    <a16:creationId xmlns:a16="http://schemas.microsoft.com/office/drawing/2014/main" id="{EA4A7422-7E65-BB65-21FB-1E5F08DDF02A}"/>
                  </a:ext>
                </a:extLst>
              </p:cNvPr>
              <p:cNvSpPr>
                <a:spLocks noChangeAspect="1"/>
              </p:cNvSpPr>
              <p:nvPr/>
            </p:nvSpPr>
            <p:spPr>
              <a:xfrm>
                <a:off x="800974" y="5561736"/>
                <a:ext cx="207799" cy="201752"/>
              </a:xfrm>
              <a:custGeom>
                <a:avLst/>
                <a:gdLst>
                  <a:gd name="T0" fmla="*/ 5933 w 6739"/>
                  <a:gd name="T1" fmla="*/ 597 h 6553"/>
                  <a:gd name="T2" fmla="*/ 4544 w 6739"/>
                  <a:gd name="T3" fmla="*/ 0 h 6553"/>
                  <a:gd name="T4" fmla="*/ 3488 w 6739"/>
                  <a:gd name="T5" fmla="*/ 417 h 6553"/>
                  <a:gd name="T6" fmla="*/ 328 w 6739"/>
                  <a:gd name="T7" fmla="*/ 3591 h 6553"/>
                  <a:gd name="T8" fmla="*/ 195 w 6739"/>
                  <a:gd name="T9" fmla="*/ 3808 h 6553"/>
                  <a:gd name="T10" fmla="*/ 0 w 6739"/>
                  <a:gd name="T11" fmla="*/ 6239 h 6553"/>
                  <a:gd name="T12" fmla="*/ 292 w 6739"/>
                  <a:gd name="T13" fmla="*/ 6531 h 6553"/>
                  <a:gd name="T14" fmla="*/ 2743 w 6739"/>
                  <a:gd name="T15" fmla="*/ 6335 h 6553"/>
                  <a:gd name="T16" fmla="*/ 2904 w 6739"/>
                  <a:gd name="T17" fmla="*/ 6253 h 6553"/>
                  <a:gd name="T18" fmla="*/ 6113 w 6739"/>
                  <a:gd name="T19" fmla="*/ 3029 h 6553"/>
                  <a:gd name="T20" fmla="*/ 5933 w 6739"/>
                  <a:gd name="T21" fmla="*/ 597 h 6553"/>
                  <a:gd name="T22" fmla="*/ 3876 w 6739"/>
                  <a:gd name="T23" fmla="*/ 807 h 6553"/>
                  <a:gd name="T24" fmla="*/ 4543 w 6739"/>
                  <a:gd name="T25" fmla="*/ 543 h 6553"/>
                  <a:gd name="T26" fmla="*/ 5332 w 6739"/>
                  <a:gd name="T27" fmla="*/ 809 h 6553"/>
                  <a:gd name="T28" fmla="*/ 1967 w 6739"/>
                  <a:gd name="T29" fmla="*/ 4175 h 6553"/>
                  <a:gd name="T30" fmla="*/ 1003 w 6739"/>
                  <a:gd name="T31" fmla="*/ 3680 h 6553"/>
                  <a:gd name="T32" fmla="*/ 3876 w 6739"/>
                  <a:gd name="T33" fmla="*/ 807 h 6553"/>
                  <a:gd name="T34" fmla="*/ 717 w 6739"/>
                  <a:gd name="T35" fmla="*/ 4169 h 6553"/>
                  <a:gd name="T36" fmla="*/ 819 w 6739"/>
                  <a:gd name="T37" fmla="*/ 4196 h 6553"/>
                  <a:gd name="T38" fmla="*/ 2333 w 6739"/>
                  <a:gd name="T39" fmla="*/ 5711 h 6553"/>
                  <a:gd name="T40" fmla="*/ 2360 w 6739"/>
                  <a:gd name="T41" fmla="*/ 5812 h 6553"/>
                  <a:gd name="T42" fmla="*/ 569 w 6739"/>
                  <a:gd name="T43" fmla="*/ 5961 h 6553"/>
                  <a:gd name="T44" fmla="*/ 717 w 6739"/>
                  <a:gd name="T45" fmla="*/ 4169 h 6553"/>
                  <a:gd name="T46" fmla="*/ 5724 w 6739"/>
                  <a:gd name="T47" fmla="*/ 2653 h 6553"/>
                  <a:gd name="T48" fmla="*/ 2851 w 6739"/>
                  <a:gd name="T49" fmla="*/ 5528 h 6553"/>
                  <a:gd name="T50" fmla="*/ 2356 w 6739"/>
                  <a:gd name="T51" fmla="*/ 4564 h 6553"/>
                  <a:gd name="T52" fmla="*/ 5720 w 6739"/>
                  <a:gd name="T53" fmla="*/ 1200 h 6553"/>
                  <a:gd name="T54" fmla="*/ 5724 w 6739"/>
                  <a:gd name="T55" fmla="*/ 2653 h 6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39" h="6553">
                    <a:moveTo>
                      <a:pt x="5933" y="597"/>
                    </a:moveTo>
                    <a:cubicBezTo>
                      <a:pt x="5544" y="223"/>
                      <a:pt x="5044" y="0"/>
                      <a:pt x="4544" y="0"/>
                    </a:cubicBezTo>
                    <a:cubicBezTo>
                      <a:pt x="4127" y="0"/>
                      <a:pt x="3752" y="153"/>
                      <a:pt x="3488" y="417"/>
                    </a:cubicBezTo>
                    <a:lnTo>
                      <a:pt x="328" y="3591"/>
                    </a:lnTo>
                    <a:cubicBezTo>
                      <a:pt x="299" y="3611"/>
                      <a:pt x="195" y="3709"/>
                      <a:pt x="195" y="3808"/>
                    </a:cubicBezTo>
                    <a:lnTo>
                      <a:pt x="0" y="6239"/>
                    </a:lnTo>
                    <a:cubicBezTo>
                      <a:pt x="28" y="6553"/>
                      <a:pt x="292" y="6531"/>
                      <a:pt x="292" y="6531"/>
                    </a:cubicBezTo>
                    <a:cubicBezTo>
                      <a:pt x="292" y="6531"/>
                      <a:pt x="2741" y="6335"/>
                      <a:pt x="2743" y="6335"/>
                    </a:cubicBezTo>
                    <a:cubicBezTo>
                      <a:pt x="2751" y="6333"/>
                      <a:pt x="2851" y="6305"/>
                      <a:pt x="2904" y="6253"/>
                    </a:cubicBezTo>
                    <a:lnTo>
                      <a:pt x="6113" y="3029"/>
                    </a:lnTo>
                    <a:cubicBezTo>
                      <a:pt x="6739" y="2417"/>
                      <a:pt x="6655" y="1320"/>
                      <a:pt x="5933" y="597"/>
                    </a:cubicBezTo>
                    <a:close/>
                    <a:moveTo>
                      <a:pt x="3876" y="807"/>
                    </a:moveTo>
                    <a:cubicBezTo>
                      <a:pt x="4043" y="627"/>
                      <a:pt x="4279" y="543"/>
                      <a:pt x="4543" y="543"/>
                    </a:cubicBezTo>
                    <a:cubicBezTo>
                      <a:pt x="4808" y="543"/>
                      <a:pt x="5089" y="640"/>
                      <a:pt x="5332" y="809"/>
                    </a:cubicBezTo>
                    <a:lnTo>
                      <a:pt x="1967" y="4175"/>
                    </a:lnTo>
                    <a:cubicBezTo>
                      <a:pt x="1687" y="3948"/>
                      <a:pt x="1360" y="3777"/>
                      <a:pt x="1003" y="3680"/>
                    </a:cubicBezTo>
                    <a:lnTo>
                      <a:pt x="3876" y="807"/>
                    </a:lnTo>
                    <a:close/>
                    <a:moveTo>
                      <a:pt x="717" y="4169"/>
                    </a:moveTo>
                    <a:lnTo>
                      <a:pt x="819" y="4196"/>
                    </a:lnTo>
                    <a:cubicBezTo>
                      <a:pt x="1555" y="4391"/>
                      <a:pt x="2139" y="4975"/>
                      <a:pt x="2333" y="5711"/>
                    </a:cubicBezTo>
                    <a:lnTo>
                      <a:pt x="2360" y="5812"/>
                    </a:lnTo>
                    <a:lnTo>
                      <a:pt x="569" y="5961"/>
                    </a:lnTo>
                    <a:lnTo>
                      <a:pt x="717" y="4169"/>
                    </a:lnTo>
                    <a:close/>
                    <a:moveTo>
                      <a:pt x="5724" y="2653"/>
                    </a:moveTo>
                    <a:lnTo>
                      <a:pt x="2851" y="5528"/>
                    </a:lnTo>
                    <a:cubicBezTo>
                      <a:pt x="2753" y="5171"/>
                      <a:pt x="2583" y="4844"/>
                      <a:pt x="2356" y="4564"/>
                    </a:cubicBezTo>
                    <a:lnTo>
                      <a:pt x="5720" y="1200"/>
                    </a:lnTo>
                    <a:cubicBezTo>
                      <a:pt x="6057" y="1692"/>
                      <a:pt x="6075" y="2304"/>
                      <a:pt x="5724" y="2653"/>
                    </a:cubicBezTo>
                    <a:close/>
                  </a:path>
                </a:pathLst>
              </a:custGeom>
              <a:solidFill>
                <a:srgbClr val="FDFC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8" name="Group 20">
              <a:extLst>
                <a:ext uri="{FF2B5EF4-FFF2-40B4-BE49-F238E27FC236}">
                  <a16:creationId xmlns:a16="http://schemas.microsoft.com/office/drawing/2014/main" id="{88FAD24E-6E04-BD0F-1225-FE2F6F4AC8CC}"/>
                </a:ext>
              </a:extLst>
            </p:cNvPr>
            <p:cNvGrpSpPr>
              <a:grpSpLocks noChangeAspect="1"/>
            </p:cNvGrpSpPr>
            <p:nvPr/>
          </p:nvGrpSpPr>
          <p:grpSpPr>
            <a:xfrm>
              <a:off x="757374" y="5261867"/>
              <a:ext cx="360000" cy="360000"/>
              <a:chOff x="666750" y="5424487"/>
              <a:chExt cx="476250" cy="476250"/>
            </a:xfrm>
            <a:gradFill flip="none" rotWithShape="1">
              <a:gsLst>
                <a:gs pos="3000">
                  <a:schemeClr val="tx1"/>
                </a:gs>
                <a:gs pos="100000">
                  <a:schemeClr val="accent1">
                    <a:lumMod val="20000"/>
                    <a:lumOff val="80000"/>
                  </a:schemeClr>
                </a:gs>
              </a:gsLst>
              <a:lin ang="2700000" scaled="1"/>
              <a:tileRect/>
            </a:gradFill>
          </p:grpSpPr>
          <p:sp>
            <p:nvSpPr>
              <p:cNvPr id="10" name="椭圆 9">
                <a:extLst>
                  <a:ext uri="{FF2B5EF4-FFF2-40B4-BE49-F238E27FC236}">
                    <a16:creationId xmlns:a16="http://schemas.microsoft.com/office/drawing/2014/main" id="{07A03314-98AD-455B-AF8F-F96E3ABFC3CB}"/>
                  </a:ext>
                </a:extLst>
              </p:cNvPr>
              <p:cNvSpPr>
                <a:spLocks/>
              </p:cNvSpPr>
              <p:nvPr/>
            </p:nvSpPr>
            <p:spPr>
              <a:xfrm>
                <a:off x="666750" y="5424487"/>
                <a:ext cx="476250" cy="476250"/>
              </a:xfrm>
              <a:prstGeom prst="ellipse">
                <a:avLst/>
              </a:prstGeom>
              <a:solidFill>
                <a:schemeClr val="accent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11" name="Isosceles Triangle 6">
                <a:extLst>
                  <a:ext uri="{FF2B5EF4-FFF2-40B4-BE49-F238E27FC236}">
                    <a16:creationId xmlns:a16="http://schemas.microsoft.com/office/drawing/2014/main" id="{01D5D55B-EC8D-DC74-E5EB-E04BE034D3DD}"/>
                  </a:ext>
                </a:extLst>
              </p:cNvPr>
              <p:cNvSpPr>
                <a:spLocks noChangeAspect="1"/>
              </p:cNvSpPr>
              <p:nvPr/>
            </p:nvSpPr>
            <p:spPr>
              <a:xfrm>
                <a:off x="800974" y="5558881"/>
                <a:ext cx="207799" cy="207461"/>
              </a:xfrm>
              <a:custGeom>
                <a:avLst/>
                <a:gdLst>
                  <a:gd name="T0" fmla="*/ 6445 w 6557"/>
                  <a:gd name="T1" fmla="*/ 6058 h 6556"/>
                  <a:gd name="T2" fmla="*/ 4828 w 6557"/>
                  <a:gd name="T3" fmla="*/ 4440 h 6556"/>
                  <a:gd name="T4" fmla="*/ 5441 w 6557"/>
                  <a:gd name="T5" fmla="*/ 2721 h 6556"/>
                  <a:gd name="T6" fmla="*/ 2720 w 6557"/>
                  <a:gd name="T7" fmla="*/ 0 h 6556"/>
                  <a:gd name="T8" fmla="*/ 0 w 6557"/>
                  <a:gd name="T9" fmla="*/ 2721 h 6556"/>
                  <a:gd name="T10" fmla="*/ 2721 w 6557"/>
                  <a:gd name="T11" fmla="*/ 5441 h 6556"/>
                  <a:gd name="T12" fmla="*/ 4440 w 6557"/>
                  <a:gd name="T13" fmla="*/ 4828 h 6556"/>
                  <a:gd name="T14" fmla="*/ 6057 w 6557"/>
                  <a:gd name="T15" fmla="*/ 6445 h 6556"/>
                  <a:gd name="T16" fmla="*/ 6447 w 6557"/>
                  <a:gd name="T17" fmla="*/ 6445 h 6556"/>
                  <a:gd name="T18" fmla="*/ 6445 w 6557"/>
                  <a:gd name="T19" fmla="*/ 6058 h 6556"/>
                  <a:gd name="T20" fmla="*/ 543 w 6557"/>
                  <a:gd name="T21" fmla="*/ 2721 h 6556"/>
                  <a:gd name="T22" fmla="*/ 2720 w 6557"/>
                  <a:gd name="T23" fmla="*/ 544 h 6556"/>
                  <a:gd name="T24" fmla="*/ 4899 w 6557"/>
                  <a:gd name="T25" fmla="*/ 2722 h 6556"/>
                  <a:gd name="T26" fmla="*/ 2720 w 6557"/>
                  <a:gd name="T27" fmla="*/ 4901 h 6556"/>
                  <a:gd name="T28" fmla="*/ 543 w 6557"/>
                  <a:gd name="T29" fmla="*/ 2721 h 6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57" h="6556">
                    <a:moveTo>
                      <a:pt x="6445" y="6058"/>
                    </a:moveTo>
                    <a:lnTo>
                      <a:pt x="4828" y="4440"/>
                    </a:lnTo>
                    <a:cubicBezTo>
                      <a:pt x="5211" y="3970"/>
                      <a:pt x="5441" y="3373"/>
                      <a:pt x="5441" y="2721"/>
                    </a:cubicBezTo>
                    <a:cubicBezTo>
                      <a:pt x="5441" y="1221"/>
                      <a:pt x="4221" y="0"/>
                      <a:pt x="2720" y="0"/>
                    </a:cubicBezTo>
                    <a:cubicBezTo>
                      <a:pt x="1219" y="0"/>
                      <a:pt x="0" y="1221"/>
                      <a:pt x="0" y="2721"/>
                    </a:cubicBezTo>
                    <a:cubicBezTo>
                      <a:pt x="0" y="4221"/>
                      <a:pt x="1220" y="5441"/>
                      <a:pt x="2721" y="5441"/>
                    </a:cubicBezTo>
                    <a:cubicBezTo>
                      <a:pt x="3372" y="5441"/>
                      <a:pt x="3971" y="5210"/>
                      <a:pt x="4440" y="4828"/>
                    </a:cubicBezTo>
                    <a:lnTo>
                      <a:pt x="6057" y="6445"/>
                    </a:lnTo>
                    <a:cubicBezTo>
                      <a:pt x="6168" y="6556"/>
                      <a:pt x="6336" y="6556"/>
                      <a:pt x="6447" y="6445"/>
                    </a:cubicBezTo>
                    <a:cubicBezTo>
                      <a:pt x="6557" y="6334"/>
                      <a:pt x="6557" y="6169"/>
                      <a:pt x="6445" y="6058"/>
                    </a:cubicBezTo>
                    <a:close/>
                    <a:moveTo>
                      <a:pt x="543" y="2721"/>
                    </a:moveTo>
                    <a:cubicBezTo>
                      <a:pt x="543" y="1520"/>
                      <a:pt x="1519" y="544"/>
                      <a:pt x="2720" y="544"/>
                    </a:cubicBezTo>
                    <a:cubicBezTo>
                      <a:pt x="3921" y="544"/>
                      <a:pt x="4899" y="1521"/>
                      <a:pt x="4899" y="2722"/>
                    </a:cubicBezTo>
                    <a:cubicBezTo>
                      <a:pt x="4899" y="3924"/>
                      <a:pt x="3921" y="4901"/>
                      <a:pt x="2720" y="4901"/>
                    </a:cubicBezTo>
                    <a:cubicBezTo>
                      <a:pt x="1519" y="4901"/>
                      <a:pt x="543" y="3922"/>
                      <a:pt x="543" y="2721"/>
                    </a:cubicBezTo>
                    <a:close/>
                  </a:path>
                </a:pathLst>
              </a:custGeom>
              <a:solidFill>
                <a:srgbClr val="FDFC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cxnSp>
          <p:nvCxnSpPr>
            <p:cNvPr id="30" name="直接连接符 29">
              <a:extLst>
                <a:ext uri="{FF2B5EF4-FFF2-40B4-BE49-F238E27FC236}">
                  <a16:creationId xmlns:a16="http://schemas.microsoft.com/office/drawing/2014/main" id="{39E2EA59-85DE-0E13-9A7B-0A0D81915AC9}"/>
                </a:ext>
              </a:extLst>
            </p:cNvPr>
            <p:cNvCxnSpPr>
              <a:cxnSpLocks/>
            </p:cNvCxnSpPr>
            <p:nvPr userDrawn="1"/>
          </p:nvCxnSpPr>
          <p:spPr>
            <a:xfrm>
              <a:off x="785282" y="739775"/>
              <a:ext cx="4064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5" name="标题 4"/>
          <p:cNvSpPr>
            <a:spLocks noGrp="1"/>
          </p:cNvSpPr>
          <p:nvPr userDrawn="1">
            <p:ph type="ctrTitle" hasCustomPrompt="1"/>
          </p:nvPr>
        </p:nvSpPr>
        <p:spPr>
          <a:xfrm>
            <a:off x="660399" y="1130301"/>
            <a:ext cx="4704081" cy="2208876"/>
          </a:xfrm>
          <a:prstGeom prst="rect">
            <a:avLst/>
          </a:prstGeom>
        </p:spPr>
        <p:txBody>
          <a:bodyPr wrap="square" anchor="b">
            <a:normAutofit/>
          </a:bodyPr>
          <a:lstStyle>
            <a:lvl1pPr>
              <a:lnSpc>
                <a:spcPct val="100000"/>
              </a:lnSpc>
              <a:defRPr sz="5400">
                <a:ln w="19050">
                  <a:noFill/>
                </a:ln>
                <a:solidFill>
                  <a:schemeClr val="accent3"/>
                </a:solidFill>
              </a:defRPr>
            </a:lvl1pPr>
          </a:lstStyle>
          <a:p>
            <a:pPr lvl="0"/>
            <a:r>
              <a:rPr lang="zh-CN" altLang="en-US" dirty="0"/>
              <a:t>Click to add title</a:t>
            </a:r>
            <a:endParaRPr lang="en-US" dirty="0"/>
          </a:p>
        </p:txBody>
      </p:sp>
      <p:sp>
        <p:nvSpPr>
          <p:cNvPr id="9" name="副标题 8"/>
          <p:cNvSpPr>
            <a:spLocks noGrp="1"/>
          </p:cNvSpPr>
          <p:nvPr userDrawn="1">
            <p:ph type="subTitle" sz="quarter" idx="1" hasCustomPrompt="1"/>
          </p:nvPr>
        </p:nvSpPr>
        <p:spPr>
          <a:xfrm>
            <a:off x="660400" y="3440767"/>
            <a:ext cx="3559908" cy="1136314"/>
          </a:xfrm>
          <a:prstGeom prst="roundRect">
            <a:avLst>
              <a:gd name="adj" fmla="val 0"/>
            </a:avLst>
          </a:prstGeom>
          <a:noFill/>
          <a:ln w="254000">
            <a:noFill/>
          </a:ln>
          <a:effectLst>
            <a:softEdge rad="0"/>
          </a:effectLst>
        </p:spPr>
        <p:txBody>
          <a:bodyPr vert="horz" wrap="square" lIns="91440" tIns="45720" rIns="91440" bIns="45720" rtlCol="0" anchor="t" anchorCtr="0">
            <a:normAutofit/>
          </a:bodyPr>
          <a:lstStyle>
            <a:lvl1pPr marL="0" indent="0" algn="l">
              <a:lnSpc>
                <a:spcPct val="100000"/>
              </a:lnSpc>
              <a:buNone/>
              <a:defRPr lang="en-US" sz="2000" dirty="0">
                <a:solidFill>
                  <a:srgbClr val="000000"/>
                </a:solidFill>
                <a:latin typeface="+mj-lt"/>
              </a:defRPr>
            </a:lvl1pPr>
          </a:lstStyle>
          <a:p>
            <a:pPr lvl="0"/>
            <a:r>
              <a:rPr lang="zh-CN" altLang="en-US" dirty="0"/>
              <a:t>Click to add subtitle</a:t>
            </a:r>
            <a:endParaRPr lang="en-US" dirty="0"/>
          </a:p>
        </p:txBody>
      </p:sp>
      <p:sp>
        <p:nvSpPr>
          <p:cNvPr id="4" name="文本占位符 3"/>
          <p:cNvSpPr>
            <a:spLocks noGrp="1"/>
          </p:cNvSpPr>
          <p:nvPr userDrawn="1">
            <p:ph type="body" sz="quarter" idx="13" hasCustomPrompt="1"/>
          </p:nvPr>
        </p:nvSpPr>
        <p:spPr>
          <a:xfrm>
            <a:off x="1191683" y="4845634"/>
            <a:ext cx="2184564" cy="340499"/>
          </a:xfrm>
          <a:prstGeom prst="rect">
            <a:avLst/>
          </a:prstGeom>
        </p:spPr>
        <p:txBody>
          <a:bodyPr wrap="square" lIns="91440" tIns="45720" rIns="91440" bIns="45720" anchor="ctr">
            <a:normAutofit/>
          </a:bodyPr>
          <a:lstStyle>
            <a:lvl1pPr marL="0" indent="0" algn="l">
              <a:lnSpc>
                <a:spcPct val="100000"/>
              </a:lnSpc>
              <a:buNone/>
              <a:defRPr sz="1200">
                <a:solidFill>
                  <a:srgbClr val="000000"/>
                </a:solidFill>
              </a:defRPr>
            </a:lvl1pPr>
          </a:lstStyle>
          <a:p>
            <a:pPr lvl="0"/>
            <a:r>
              <a:rPr lang="zh-CN" altLang="en-US" dirty="0"/>
              <a:t>Presenter name</a:t>
            </a:r>
            <a:endParaRPr lang="en-US" dirty="0"/>
          </a:p>
        </p:txBody>
      </p:sp>
      <p:sp>
        <p:nvSpPr>
          <p:cNvPr id="7" name="文本占位符 6"/>
          <p:cNvSpPr>
            <a:spLocks noGrp="1"/>
          </p:cNvSpPr>
          <p:nvPr userDrawn="1">
            <p:ph type="body" sz="quarter" idx="14" hasCustomPrompt="1"/>
          </p:nvPr>
        </p:nvSpPr>
        <p:spPr>
          <a:xfrm>
            <a:off x="1191683" y="5271618"/>
            <a:ext cx="2184564" cy="340499"/>
          </a:xfrm>
          <a:prstGeom prst="rect">
            <a:avLst/>
          </a:prstGeom>
        </p:spPr>
        <p:txBody>
          <a:bodyPr wrap="none" lIns="91440" tIns="45720" rIns="91440" bIns="45720" anchor="ctr">
            <a:normAutofit/>
          </a:bodyPr>
          <a:lstStyle>
            <a:lvl1pPr marL="0" indent="0" algn="l">
              <a:lnSpc>
                <a:spcPct val="100000"/>
              </a:lnSpc>
              <a:buNone/>
              <a:defRPr sz="1200">
                <a:solidFill>
                  <a:srgbClr val="000000"/>
                </a:solidFill>
              </a:defRPr>
            </a:lvl1pPr>
          </a:lstStyle>
          <a:p>
            <a:pPr lvl="0"/>
            <a:r>
              <a:rPr lang="zh-CN" altLang="en-US" dirty="0"/>
              <a:t>20XX.XX.XX</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lvl1pPr>
          </a:lstStyle>
          <a:p>
            <a:pPr lvl="0"/>
            <a:r>
              <a:rPr lang="zh-CN" altLang="en-US" dirty="0"/>
              <a:t>Click to add title</a:t>
            </a:r>
            <a:endParaRPr lang="en-US" dirty="0"/>
          </a:p>
        </p:txBody>
      </p:sp>
      <p:sp>
        <p:nvSpPr>
          <p:cNvPr id="3" name="内容占位符 2"/>
          <p:cNvSpPr>
            <a:spLocks noGrp="1"/>
          </p:cNvSpPr>
          <p:nvPr>
            <p:ph idx="1" hasCustomPrompt="1"/>
          </p:nvPr>
        </p:nvSpPr>
        <p:spPr/>
        <p:txBody>
          <a:bodyPr/>
          <a:lstStyle>
            <a:lvl1pPr>
              <a:defRPr/>
            </a:lvl1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p:ph type="dt" sz="half" idx="10"/>
          </p:nvPr>
        </p:nvSpPr>
        <p:spPr/>
        <p:txBody>
          <a:bodyPr/>
          <a:lstStyle/>
          <a:p>
            <a:endParaRPr lang="en-US"/>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3.xml><?xml version="1.0" encoding="utf-8"?>
<p:sldLayout xmlns:a16="http://schemas.microsoft.com/office/drawing/2014/main" xmlns:a14="http://schemas.microsoft.com/office/drawing/2010/main" xmlns:a="http://schemas.openxmlformats.org/drawingml/2006/main" xmlns:r="http://schemas.openxmlformats.org/officeDocument/2006/relationships" xmlns:p="http://schemas.openxmlformats.org/presentationml/2006/main" showMasterSp="0" matchingName="Agenda" preserve="1">
  <p:cSld name="Agenda">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EF980068-7B25-C50C-7A75-DFD6873FB29C}"/>
              </a:ext>
            </a:extLst>
          </p:cNvPr>
          <p:cNvGrpSpPr/>
          <p:nvPr userDrawn="1"/>
        </p:nvGrpSpPr>
        <p:grpSpPr>
          <a:xfrm>
            <a:off x="0" y="0"/>
            <a:ext cx="4912360" cy="6858000"/>
            <a:chOff x="0" y="0"/>
            <a:chExt cx="4912360" cy="6858000"/>
          </a:xfrm>
        </p:grpSpPr>
        <p:sp>
          <p:nvSpPr>
            <p:cNvPr id="15" name="任意多边形: 形状 14">
              <a:extLst>
                <a:ext uri="{FF2B5EF4-FFF2-40B4-BE49-F238E27FC236}">
                  <a16:creationId xmlns:a16="http://schemas.microsoft.com/office/drawing/2014/main" id="{432C5AE8-8945-5655-4835-87F6271FDF97}"/>
                </a:ext>
              </a:extLst>
            </p:cNvPr>
            <p:cNvSpPr/>
            <p:nvPr userDrawn="1"/>
          </p:nvSpPr>
          <p:spPr>
            <a:xfrm>
              <a:off x="0" y="0"/>
              <a:ext cx="2358189" cy="6858000"/>
            </a:xfrm>
            <a:custGeom>
              <a:avLst/>
              <a:gdLst>
                <a:gd name="csX0" fmla="*/ 0 w 3436218"/>
                <a:gd name="csY0" fmla="*/ 0 h 6858000"/>
                <a:gd name="csX1" fmla="*/ 3436218 w 3436218"/>
                <a:gd name="csY1" fmla="*/ 0 h 6858000"/>
                <a:gd name="csX2" fmla="*/ 3436218 w 3436218"/>
                <a:gd name="csY2" fmla="*/ 6858000 h 6858000"/>
                <a:gd name="csX3" fmla="*/ 0 w 3436218"/>
                <a:gd name="csY3" fmla="*/ 6858000 h 6858000"/>
              </a:gdLst>
              <a:ahLst/>
              <a:cxnLst>
                <a:cxn ang="0">
                  <a:pos x="csX0" y="csY0"/>
                </a:cxn>
                <a:cxn ang="0">
                  <a:pos x="csX1" y="csY1"/>
                </a:cxn>
                <a:cxn ang="0">
                  <a:pos x="csX2" y="csY2"/>
                </a:cxn>
                <a:cxn ang="0">
                  <a:pos x="csX3" y="csY3"/>
                </a:cxn>
              </a:cxnLst>
              <a:rect l="l" t="t" r="r" b="b"/>
              <a:pathLst>
                <a:path w="3436218" h="6858000">
                  <a:moveTo>
                    <a:pt x="0" y="0"/>
                  </a:moveTo>
                  <a:lnTo>
                    <a:pt x="3436218" y="0"/>
                  </a:lnTo>
                  <a:lnTo>
                    <a:pt x="3436218" y="6858000"/>
                  </a:lnTo>
                  <a:lnTo>
                    <a:pt x="0" y="6858000"/>
                  </a:lnTo>
                  <a:close/>
                </a:path>
              </a:pathLst>
            </a:custGeom>
            <a:solidFill>
              <a:schemeClr val="accent1">
                <a:alpha val="5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矩形 10">
              <a:extLst>
                <a:ext uri="{FF2B5EF4-FFF2-40B4-BE49-F238E27FC236}">
                  <a16:creationId xmlns:a16="http://schemas.microsoft.com/office/drawing/2014/main" id="{605772C8-8827-D9EB-874E-F6C7FF789E0E}"/>
                </a:ext>
              </a:extLst>
            </p:cNvPr>
            <p:cNvSpPr/>
            <p:nvPr userDrawn="1"/>
          </p:nvSpPr>
          <p:spPr>
            <a:xfrm>
              <a:off x="660399" y="1351280"/>
              <a:ext cx="4251961" cy="4587240"/>
            </a:xfrm>
            <a:prstGeom prst="rect">
              <a:avLst/>
            </a:prstGeom>
            <a:blipFill>
              <a:blip r:embed="rId2" cstate="print">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grpSp>
      <p:sp>
        <p:nvSpPr>
          <p:cNvPr id="2" name="标题 1"/>
          <p:cNvSpPr>
            <a:spLocks noGrp="1"/>
          </p:cNvSpPr>
          <p:nvPr>
            <p:ph type="title" hasCustomPrompt="1"/>
          </p:nvPr>
        </p:nvSpPr>
        <p:spPr>
          <a:xfrm>
            <a:off x="5339081" y="1351280"/>
            <a:ext cx="6179817" cy="925941"/>
          </a:xfrm>
          <a:prstGeom prst="roundRect">
            <a:avLst>
              <a:gd name="adj" fmla="val 0"/>
            </a:avLst>
          </a:prstGeom>
          <a:noFill/>
        </p:spPr>
        <p:txBody>
          <a:bodyPr anchor="ctr" anchorCtr="0">
            <a:normAutofit/>
          </a:bodyPr>
          <a:lstStyle>
            <a:lvl1pPr algn="l">
              <a:defRPr sz="2800">
                <a:solidFill>
                  <a:schemeClr val="tx1"/>
                </a:solidFill>
              </a:defRPr>
            </a:lvl1pPr>
          </a:lstStyle>
          <a:p>
            <a:pPr lvl="0"/>
            <a:r>
              <a:rPr lang="zh-CN" altLang="en-US" dirty="0"/>
              <a:t>Agenda</a:t>
            </a:r>
            <a:endParaRPr lang="en-US" dirty="0"/>
          </a:p>
        </p:txBody>
      </p:sp>
      <p:sp>
        <p:nvSpPr>
          <p:cNvPr id="3" name="内容占位符 2"/>
          <p:cNvSpPr>
            <a:spLocks noGrp="1"/>
          </p:cNvSpPr>
          <p:nvPr>
            <p:ph sz="quarter" idx="1" hasCustomPrompt="1"/>
          </p:nvPr>
        </p:nvSpPr>
        <p:spPr>
          <a:xfrm>
            <a:off x="5339080" y="2418080"/>
            <a:ext cx="6179817" cy="3520440"/>
          </a:xfrm>
        </p:spPr>
        <p:txBody>
          <a:bodyPr numCol="2"/>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p:ph type="dt" sz="half" idx="10"/>
          </p:nvPr>
        </p:nvSpPr>
        <p:spPr/>
        <p:txBody>
          <a:bodyPr/>
          <a:lstStyle/>
          <a:p>
            <a:endParaRPr lang="en-US" dirty="0"/>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C8BB1146-E542-4D4E-B8E9-6919A11DDD48}"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reserve="1">
  <p:cSld name="Section Header">
    <p:spTree>
      <p:nvGrpSpPr>
        <p:cNvPr id="1" name=""/>
        <p:cNvGrpSpPr/>
        <p:nvPr/>
      </p:nvGrpSpPr>
      <p:grpSpPr>
        <a:xfrm>
          <a:off x="0" y="0"/>
          <a:ext cx="0" cy="0"/>
          <a:chOff x="0" y="0"/>
          <a:chExt cx="0" cy="0"/>
        </a:xfrm>
      </p:grpSpPr>
      <p:pic>
        <p:nvPicPr>
          <p:cNvPr id="56" name="图片 55">
            <a:extLst>
              <a:ext uri="{FF2B5EF4-FFF2-40B4-BE49-F238E27FC236}">
                <a16:creationId xmlns:a16="http://schemas.microsoft.com/office/drawing/2014/main" id="{ABE782BE-1029-E85C-5DBB-61DBEDFE384D}"/>
              </a:ext>
            </a:extLst>
          </p:cNvPr>
          <p:cNvPicPr>
            <a:picLocks noChangeAspect="1"/>
          </p:cNvPicPr>
          <p:nvPr userDrawn="1"/>
        </p:nvPicPr>
        <p:blipFill>
          <a:blip r:embed="rId2"/>
          <a:stretch>
            <a:fillRect/>
          </a:stretch>
        </p:blipFill>
        <p:spPr>
          <a:xfrm>
            <a:off x="0" y="1"/>
            <a:ext cx="12192000" cy="6857999"/>
          </a:xfrm>
          <a:prstGeom prst="rect">
            <a:avLst/>
          </a:prstGeom>
        </p:spPr>
      </p:pic>
      <p:sp>
        <p:nvSpPr>
          <p:cNvPr id="5" name="标题 4"/>
          <p:cNvSpPr>
            <a:spLocks noGrp="1"/>
          </p:cNvSpPr>
          <p:nvPr>
            <p:ph type="title" hasCustomPrompt="1"/>
          </p:nvPr>
        </p:nvSpPr>
        <p:spPr>
          <a:xfrm>
            <a:off x="7052733" y="1361543"/>
            <a:ext cx="4466167" cy="1940035"/>
          </a:xfrm>
          <a:prstGeom prst="rect">
            <a:avLst/>
          </a:prstGeom>
        </p:spPr>
        <p:txBody>
          <a:bodyPr>
            <a:normAutofit/>
          </a:bodyPr>
          <a:lstStyle>
            <a:lvl1pPr algn="l">
              <a:lnSpc>
                <a:spcPct val="100000"/>
              </a:lnSpc>
              <a:defRPr sz="4000">
                <a:solidFill>
                  <a:schemeClr val="accent3"/>
                </a:solidFill>
              </a:defRPr>
            </a:lvl1pPr>
          </a:lstStyle>
          <a:p>
            <a:pPr lvl="0"/>
            <a:r>
              <a:rPr lang="zh-CN" altLang="en-US" dirty="0"/>
              <a:t>Click to add title</a:t>
            </a:r>
            <a:endParaRPr lang="en-US" dirty="0"/>
          </a:p>
        </p:txBody>
      </p:sp>
      <p:sp>
        <p:nvSpPr>
          <p:cNvPr id="25" name="文本占位符 24"/>
          <p:cNvSpPr>
            <a:spLocks noGrp="1"/>
          </p:cNvSpPr>
          <p:nvPr>
            <p:ph type="body" sz="quarter" idx="1" hasCustomPrompt="1"/>
          </p:nvPr>
        </p:nvSpPr>
        <p:spPr>
          <a:xfrm>
            <a:off x="7052733" y="3429000"/>
            <a:ext cx="4466167" cy="1880768"/>
          </a:xfrm>
          <a:prstGeom prst="rect">
            <a:avLst/>
          </a:prstGeom>
        </p:spPr>
        <p:txBody>
          <a:bodyPr anchor="t">
            <a:normAutofit/>
          </a:bodyPr>
          <a:lstStyle>
            <a:lvl1pPr marL="0" indent="0" algn="l">
              <a:lnSpc>
                <a:spcPct val="120000"/>
              </a:lnSpc>
              <a:buFont typeface="+mj-lt"/>
              <a:buNone/>
              <a:defRPr sz="2000" b="0">
                <a:solidFill>
                  <a:srgbClr val="000000"/>
                </a:solidFill>
                <a:latin typeface="+mn-lt"/>
              </a:defRPr>
            </a:lvl1pPr>
          </a:lstStyle>
          <a:p>
            <a:pPr lvl="0"/>
            <a:r>
              <a:rPr lang="zh-CN" altLang="en-US" dirty="0"/>
              <a:t>Click to add text</a:t>
            </a:r>
            <a:endParaRPr lang="en-US" dirty="0"/>
          </a:p>
        </p:txBody>
      </p:sp>
      <p:sp>
        <p:nvSpPr>
          <p:cNvPr id="4" name="日期占位符 3"/>
          <p:cNvSpPr>
            <a:spLocks noGrp="1"/>
          </p:cNvSpPr>
          <p:nvPr>
            <p:ph type="dt" sz="half" idx="10"/>
          </p:nvPr>
        </p:nvSpPr>
        <p:spPr/>
        <p:txBody>
          <a:bodyPr/>
          <a:lstStyle>
            <a:lvl1pPr>
              <a:defRPr>
                <a:solidFill>
                  <a:srgbClr val="000000"/>
                </a:solidFill>
              </a:defRPr>
            </a:lvl1pPr>
          </a:lstStyle>
          <a:p>
            <a:fld id="{2A27A813-B2FD-42E1-9222-83B574E99074}" type="datetime1">
              <a:rPr lang="zh-CN" altLang="en-US" smtClean="0"/>
              <a:pPr/>
              <a:t>2026/6/29</a:t>
            </a:fld>
            <a:endParaRPr lang="en-US" altLang="zh-CN"/>
          </a:p>
        </p:txBody>
      </p:sp>
      <p:sp>
        <p:nvSpPr>
          <p:cNvPr id="6" name="页脚占位符 5"/>
          <p:cNvSpPr>
            <a:spLocks noGrp="1"/>
          </p:cNvSpPr>
          <p:nvPr>
            <p:ph type="ftr" sz="quarter" idx="11"/>
          </p:nvPr>
        </p:nvSpPr>
        <p:spPr/>
        <p:txBody>
          <a:bodyPr/>
          <a:lstStyle>
            <a:lvl1pPr>
              <a:defRPr>
                <a:solidFill>
                  <a:srgbClr val="000000"/>
                </a:solidFill>
              </a:defRPr>
            </a:lvl1pPr>
          </a:lstStyle>
          <a:p>
            <a:r>
              <a:rPr lang="af-ZA" altLang="zh-CN"/>
              <a:t>iSlide</a:t>
            </a:r>
            <a:endParaRPr lang="zh-CN" altLang="en-US"/>
          </a:p>
        </p:txBody>
      </p:sp>
      <p:sp>
        <p:nvSpPr>
          <p:cNvPr id="8" name="灯片编号占位符 7"/>
          <p:cNvSpPr>
            <a:spLocks noGrp="1"/>
          </p:cNvSpPr>
          <p:nvPr>
            <p:ph type="sldNum" sz="quarter" idx="12"/>
          </p:nvPr>
        </p:nvSpPr>
        <p:spPr/>
        <p:txBody>
          <a:bodyPr/>
          <a:lstStyle>
            <a:lvl1pPr>
              <a:defRPr>
                <a:solidFill>
                  <a:srgbClr val="000000"/>
                </a:solidFill>
              </a:defRPr>
            </a:lvl1pPr>
          </a:lstStyle>
          <a:p>
            <a:fld id="{7F65B630-C7FF-41C0-9923-C5E5E29EED81}" type="slidenum">
              <a:rPr lang="en-US" altLang="zh-CN" smtClean="0"/>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lvl1pPr>
          </a:lstStyle>
          <a:p>
            <a:pPr lvl="0"/>
            <a:r>
              <a:rPr lang="zh-CN" altLang="en-US" dirty="0"/>
              <a:t>Click to add title</a:t>
            </a:r>
            <a:endParaRPr lang="en-US" dirty="0"/>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dirty="0"/>
          </a:p>
        </p:txBody>
      </p:sp>
      <p:sp>
        <p:nvSpPr>
          <p:cNvPr id="5" name="灯片编号占位符 4"/>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p>
        </p:txBody>
      </p:sp>
      <p:sp>
        <p:nvSpPr>
          <p:cNvPr id="3" name="页脚占位符 2"/>
          <p:cNvSpPr>
            <a:spLocks noGrp="1"/>
          </p:cNvSpPr>
          <p:nvPr>
            <p:ph type="ftr" sz="quarter" idx="11"/>
          </p:nvPr>
        </p:nvSpPr>
        <p:spPr/>
        <p:txBody>
          <a:bodyPr/>
          <a:lstStyle/>
          <a:p>
            <a:endParaRPr lang="en-US" dirty="0"/>
          </a:p>
        </p:txBody>
      </p:sp>
      <p:sp>
        <p:nvSpPr>
          <p:cNvPr id="4" name="灯片编号占位符 3"/>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7.xml><?xml version="1.0" encoding="utf-8"?>
<p:sldLayout xmlns:a16="http://schemas.microsoft.com/office/drawing/2014/main" xmlns:a="http://schemas.openxmlformats.org/drawingml/2006/main" xmlns:r="http://schemas.openxmlformats.org/officeDocument/2006/relationships" xmlns:p="http://schemas.openxmlformats.org/presentationml/2006/main" showMasterSp="0" matchingName="Closing" preserve="1" userDrawn="1">
  <p:cSld name="Closing">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2AA4454C-054E-A521-D9AC-34D189FC36D9}"/>
              </a:ext>
            </a:extLst>
          </p:cNvPr>
          <p:cNvGrpSpPr/>
          <p:nvPr userDrawn="1"/>
        </p:nvGrpSpPr>
        <p:grpSpPr>
          <a:xfrm>
            <a:off x="0" y="1"/>
            <a:ext cx="12192000" cy="6857999"/>
            <a:chOff x="0" y="1"/>
            <a:chExt cx="12192000" cy="6857999"/>
          </a:xfrm>
        </p:grpSpPr>
        <p:pic>
          <p:nvPicPr>
            <p:cNvPr id="13" name="图片 12">
              <a:extLst>
                <a:ext uri="{FF2B5EF4-FFF2-40B4-BE49-F238E27FC236}">
                  <a16:creationId xmlns:a16="http://schemas.microsoft.com/office/drawing/2014/main" id="{7B97C397-B574-67A8-0E95-354FE2849E98}"/>
                </a:ext>
              </a:extLst>
            </p:cNvPr>
            <p:cNvPicPr>
              <a:picLocks noChangeAspect="1"/>
            </p:cNvPicPr>
            <p:nvPr userDrawn="1"/>
          </p:nvPicPr>
          <p:blipFill>
            <a:blip r:embed="rId2"/>
            <a:srcRect/>
            <a:stretch>
              <a:fillRect/>
            </a:stretch>
          </p:blipFill>
          <p:spPr>
            <a:xfrm>
              <a:off x="0" y="1"/>
              <a:ext cx="12192000" cy="6857999"/>
            </a:xfrm>
            <a:custGeom>
              <a:avLst/>
              <a:gdLst>
                <a:gd name="csX0" fmla="*/ 0 w 12192000"/>
                <a:gd name="csY0" fmla="*/ 0 h 6857999"/>
                <a:gd name="csX1" fmla="*/ 12192000 w 12192000"/>
                <a:gd name="csY1" fmla="*/ 0 h 6857999"/>
                <a:gd name="csX2" fmla="*/ 12192000 w 12192000"/>
                <a:gd name="csY2" fmla="*/ 6857999 h 6857999"/>
                <a:gd name="csX3" fmla="*/ 0 w 12192000"/>
                <a:gd name="csY3" fmla="*/ 6857999 h 6857999"/>
              </a:gdLst>
              <a:ahLst/>
              <a:cxnLst>
                <a:cxn ang="0">
                  <a:pos x="csX0" y="csY0"/>
                </a:cxn>
                <a:cxn ang="0">
                  <a:pos x="csX1" y="csY1"/>
                </a:cxn>
                <a:cxn ang="0">
                  <a:pos x="csX2" y="csY2"/>
                </a:cxn>
                <a:cxn ang="0">
                  <a:pos x="csX3" y="csY3"/>
                </a:cxn>
              </a:cxnLst>
              <a:rect l="l" t="t" r="r" b="b"/>
              <a:pathLst>
                <a:path w="12192000" h="6857999">
                  <a:moveTo>
                    <a:pt x="0" y="0"/>
                  </a:moveTo>
                  <a:lnTo>
                    <a:pt x="12192000" y="0"/>
                  </a:lnTo>
                  <a:lnTo>
                    <a:pt x="12192000" y="6857999"/>
                  </a:lnTo>
                  <a:lnTo>
                    <a:pt x="0" y="6857999"/>
                  </a:lnTo>
                  <a:close/>
                </a:path>
              </a:pathLst>
            </a:custGeom>
          </p:spPr>
        </p:pic>
        <p:sp>
          <p:nvSpPr>
            <p:cNvPr id="4" name="椭圆 3">
              <a:extLst>
                <a:ext uri="{FF2B5EF4-FFF2-40B4-BE49-F238E27FC236}">
                  <a16:creationId xmlns:a16="http://schemas.microsoft.com/office/drawing/2014/main" id="{844A7C8B-1EC2-E91E-E47D-15889A6AEC71}"/>
                </a:ext>
              </a:extLst>
            </p:cNvPr>
            <p:cNvSpPr>
              <a:spLocks/>
            </p:cNvSpPr>
            <p:nvPr userDrawn="1"/>
          </p:nvSpPr>
          <p:spPr>
            <a:xfrm>
              <a:off x="757374" y="4547149"/>
              <a:ext cx="360000" cy="360000"/>
            </a:xfrm>
            <a:prstGeom prst="ellipse">
              <a:avLst/>
            </a:prstGeom>
            <a:solidFill>
              <a:schemeClr val="accent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6" name="Isosceles Triangle 6">
              <a:extLst>
                <a:ext uri="{FF2B5EF4-FFF2-40B4-BE49-F238E27FC236}">
                  <a16:creationId xmlns:a16="http://schemas.microsoft.com/office/drawing/2014/main" id="{80726282-9142-3A7A-E46A-DD45E6E42B2F}"/>
                </a:ext>
              </a:extLst>
            </p:cNvPr>
            <p:cNvSpPr>
              <a:spLocks noChangeAspect="1"/>
            </p:cNvSpPr>
            <p:nvPr userDrawn="1"/>
          </p:nvSpPr>
          <p:spPr>
            <a:xfrm>
              <a:off x="858835" y="4650896"/>
              <a:ext cx="157076" cy="152505"/>
            </a:xfrm>
            <a:custGeom>
              <a:avLst/>
              <a:gdLst>
                <a:gd name="T0" fmla="*/ 5933 w 6739"/>
                <a:gd name="T1" fmla="*/ 597 h 6553"/>
                <a:gd name="T2" fmla="*/ 4544 w 6739"/>
                <a:gd name="T3" fmla="*/ 0 h 6553"/>
                <a:gd name="T4" fmla="*/ 3488 w 6739"/>
                <a:gd name="T5" fmla="*/ 417 h 6553"/>
                <a:gd name="T6" fmla="*/ 328 w 6739"/>
                <a:gd name="T7" fmla="*/ 3591 h 6553"/>
                <a:gd name="T8" fmla="*/ 195 w 6739"/>
                <a:gd name="T9" fmla="*/ 3808 h 6553"/>
                <a:gd name="T10" fmla="*/ 0 w 6739"/>
                <a:gd name="T11" fmla="*/ 6239 h 6553"/>
                <a:gd name="T12" fmla="*/ 292 w 6739"/>
                <a:gd name="T13" fmla="*/ 6531 h 6553"/>
                <a:gd name="T14" fmla="*/ 2743 w 6739"/>
                <a:gd name="T15" fmla="*/ 6335 h 6553"/>
                <a:gd name="T16" fmla="*/ 2904 w 6739"/>
                <a:gd name="T17" fmla="*/ 6253 h 6553"/>
                <a:gd name="T18" fmla="*/ 6113 w 6739"/>
                <a:gd name="T19" fmla="*/ 3029 h 6553"/>
                <a:gd name="T20" fmla="*/ 5933 w 6739"/>
                <a:gd name="T21" fmla="*/ 597 h 6553"/>
                <a:gd name="T22" fmla="*/ 3876 w 6739"/>
                <a:gd name="T23" fmla="*/ 807 h 6553"/>
                <a:gd name="T24" fmla="*/ 4543 w 6739"/>
                <a:gd name="T25" fmla="*/ 543 h 6553"/>
                <a:gd name="T26" fmla="*/ 5332 w 6739"/>
                <a:gd name="T27" fmla="*/ 809 h 6553"/>
                <a:gd name="T28" fmla="*/ 1967 w 6739"/>
                <a:gd name="T29" fmla="*/ 4175 h 6553"/>
                <a:gd name="T30" fmla="*/ 1003 w 6739"/>
                <a:gd name="T31" fmla="*/ 3680 h 6553"/>
                <a:gd name="T32" fmla="*/ 3876 w 6739"/>
                <a:gd name="T33" fmla="*/ 807 h 6553"/>
                <a:gd name="T34" fmla="*/ 717 w 6739"/>
                <a:gd name="T35" fmla="*/ 4169 h 6553"/>
                <a:gd name="T36" fmla="*/ 819 w 6739"/>
                <a:gd name="T37" fmla="*/ 4196 h 6553"/>
                <a:gd name="T38" fmla="*/ 2333 w 6739"/>
                <a:gd name="T39" fmla="*/ 5711 h 6553"/>
                <a:gd name="T40" fmla="*/ 2360 w 6739"/>
                <a:gd name="T41" fmla="*/ 5812 h 6553"/>
                <a:gd name="T42" fmla="*/ 569 w 6739"/>
                <a:gd name="T43" fmla="*/ 5961 h 6553"/>
                <a:gd name="T44" fmla="*/ 717 w 6739"/>
                <a:gd name="T45" fmla="*/ 4169 h 6553"/>
                <a:gd name="T46" fmla="*/ 5724 w 6739"/>
                <a:gd name="T47" fmla="*/ 2653 h 6553"/>
                <a:gd name="T48" fmla="*/ 2851 w 6739"/>
                <a:gd name="T49" fmla="*/ 5528 h 6553"/>
                <a:gd name="T50" fmla="*/ 2356 w 6739"/>
                <a:gd name="T51" fmla="*/ 4564 h 6553"/>
                <a:gd name="T52" fmla="*/ 5720 w 6739"/>
                <a:gd name="T53" fmla="*/ 1200 h 6553"/>
                <a:gd name="T54" fmla="*/ 5724 w 6739"/>
                <a:gd name="T55" fmla="*/ 2653 h 6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39" h="6553">
                  <a:moveTo>
                    <a:pt x="5933" y="597"/>
                  </a:moveTo>
                  <a:cubicBezTo>
                    <a:pt x="5544" y="223"/>
                    <a:pt x="5044" y="0"/>
                    <a:pt x="4544" y="0"/>
                  </a:cubicBezTo>
                  <a:cubicBezTo>
                    <a:pt x="4127" y="0"/>
                    <a:pt x="3752" y="153"/>
                    <a:pt x="3488" y="417"/>
                  </a:cubicBezTo>
                  <a:lnTo>
                    <a:pt x="328" y="3591"/>
                  </a:lnTo>
                  <a:cubicBezTo>
                    <a:pt x="299" y="3611"/>
                    <a:pt x="195" y="3709"/>
                    <a:pt x="195" y="3808"/>
                  </a:cubicBezTo>
                  <a:lnTo>
                    <a:pt x="0" y="6239"/>
                  </a:lnTo>
                  <a:cubicBezTo>
                    <a:pt x="28" y="6553"/>
                    <a:pt x="292" y="6531"/>
                    <a:pt x="292" y="6531"/>
                  </a:cubicBezTo>
                  <a:cubicBezTo>
                    <a:pt x="292" y="6531"/>
                    <a:pt x="2741" y="6335"/>
                    <a:pt x="2743" y="6335"/>
                  </a:cubicBezTo>
                  <a:cubicBezTo>
                    <a:pt x="2751" y="6333"/>
                    <a:pt x="2851" y="6305"/>
                    <a:pt x="2904" y="6253"/>
                  </a:cubicBezTo>
                  <a:lnTo>
                    <a:pt x="6113" y="3029"/>
                  </a:lnTo>
                  <a:cubicBezTo>
                    <a:pt x="6739" y="2417"/>
                    <a:pt x="6655" y="1320"/>
                    <a:pt x="5933" y="597"/>
                  </a:cubicBezTo>
                  <a:close/>
                  <a:moveTo>
                    <a:pt x="3876" y="807"/>
                  </a:moveTo>
                  <a:cubicBezTo>
                    <a:pt x="4043" y="627"/>
                    <a:pt x="4279" y="543"/>
                    <a:pt x="4543" y="543"/>
                  </a:cubicBezTo>
                  <a:cubicBezTo>
                    <a:pt x="4808" y="543"/>
                    <a:pt x="5089" y="640"/>
                    <a:pt x="5332" y="809"/>
                  </a:cubicBezTo>
                  <a:lnTo>
                    <a:pt x="1967" y="4175"/>
                  </a:lnTo>
                  <a:cubicBezTo>
                    <a:pt x="1687" y="3948"/>
                    <a:pt x="1360" y="3777"/>
                    <a:pt x="1003" y="3680"/>
                  </a:cubicBezTo>
                  <a:lnTo>
                    <a:pt x="3876" y="807"/>
                  </a:lnTo>
                  <a:close/>
                  <a:moveTo>
                    <a:pt x="717" y="4169"/>
                  </a:moveTo>
                  <a:lnTo>
                    <a:pt x="819" y="4196"/>
                  </a:lnTo>
                  <a:cubicBezTo>
                    <a:pt x="1555" y="4391"/>
                    <a:pt x="2139" y="4975"/>
                    <a:pt x="2333" y="5711"/>
                  </a:cubicBezTo>
                  <a:lnTo>
                    <a:pt x="2360" y="5812"/>
                  </a:lnTo>
                  <a:lnTo>
                    <a:pt x="569" y="5961"/>
                  </a:lnTo>
                  <a:lnTo>
                    <a:pt x="717" y="4169"/>
                  </a:lnTo>
                  <a:close/>
                  <a:moveTo>
                    <a:pt x="5724" y="2653"/>
                  </a:moveTo>
                  <a:lnTo>
                    <a:pt x="2851" y="5528"/>
                  </a:lnTo>
                  <a:cubicBezTo>
                    <a:pt x="2753" y="5171"/>
                    <a:pt x="2583" y="4844"/>
                    <a:pt x="2356" y="4564"/>
                  </a:cubicBezTo>
                  <a:lnTo>
                    <a:pt x="5720" y="1200"/>
                  </a:lnTo>
                  <a:cubicBezTo>
                    <a:pt x="6057" y="1692"/>
                    <a:pt x="6075" y="2304"/>
                    <a:pt x="5724" y="2653"/>
                  </a:cubicBezTo>
                  <a:close/>
                </a:path>
              </a:pathLst>
            </a:custGeom>
            <a:solidFill>
              <a:srgbClr val="FDFC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椭圆 7">
              <a:extLst>
                <a:ext uri="{FF2B5EF4-FFF2-40B4-BE49-F238E27FC236}">
                  <a16:creationId xmlns:a16="http://schemas.microsoft.com/office/drawing/2014/main" id="{871328D7-7F12-8208-2CEA-63D64408B81C}"/>
                </a:ext>
              </a:extLst>
            </p:cNvPr>
            <p:cNvSpPr>
              <a:spLocks/>
            </p:cNvSpPr>
            <p:nvPr userDrawn="1"/>
          </p:nvSpPr>
          <p:spPr>
            <a:xfrm>
              <a:off x="757374" y="4973133"/>
              <a:ext cx="360000" cy="360000"/>
            </a:xfrm>
            <a:prstGeom prst="ellipse">
              <a:avLst/>
            </a:prstGeom>
            <a:solidFill>
              <a:schemeClr val="accent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10" name="Isosceles Triangle 6">
              <a:extLst>
                <a:ext uri="{FF2B5EF4-FFF2-40B4-BE49-F238E27FC236}">
                  <a16:creationId xmlns:a16="http://schemas.microsoft.com/office/drawing/2014/main" id="{15BE17E5-4684-7914-9E40-6BD779962721}"/>
                </a:ext>
              </a:extLst>
            </p:cNvPr>
            <p:cNvSpPr>
              <a:spLocks noChangeAspect="1"/>
            </p:cNvSpPr>
            <p:nvPr userDrawn="1"/>
          </p:nvSpPr>
          <p:spPr>
            <a:xfrm>
              <a:off x="858835" y="5074722"/>
              <a:ext cx="157076" cy="156821"/>
            </a:xfrm>
            <a:custGeom>
              <a:avLst/>
              <a:gdLst>
                <a:gd name="T0" fmla="*/ 6445 w 6557"/>
                <a:gd name="T1" fmla="*/ 6058 h 6556"/>
                <a:gd name="T2" fmla="*/ 4828 w 6557"/>
                <a:gd name="T3" fmla="*/ 4440 h 6556"/>
                <a:gd name="T4" fmla="*/ 5441 w 6557"/>
                <a:gd name="T5" fmla="*/ 2721 h 6556"/>
                <a:gd name="T6" fmla="*/ 2720 w 6557"/>
                <a:gd name="T7" fmla="*/ 0 h 6556"/>
                <a:gd name="T8" fmla="*/ 0 w 6557"/>
                <a:gd name="T9" fmla="*/ 2721 h 6556"/>
                <a:gd name="T10" fmla="*/ 2721 w 6557"/>
                <a:gd name="T11" fmla="*/ 5441 h 6556"/>
                <a:gd name="T12" fmla="*/ 4440 w 6557"/>
                <a:gd name="T13" fmla="*/ 4828 h 6556"/>
                <a:gd name="T14" fmla="*/ 6057 w 6557"/>
                <a:gd name="T15" fmla="*/ 6445 h 6556"/>
                <a:gd name="T16" fmla="*/ 6447 w 6557"/>
                <a:gd name="T17" fmla="*/ 6445 h 6556"/>
                <a:gd name="T18" fmla="*/ 6445 w 6557"/>
                <a:gd name="T19" fmla="*/ 6058 h 6556"/>
                <a:gd name="T20" fmla="*/ 543 w 6557"/>
                <a:gd name="T21" fmla="*/ 2721 h 6556"/>
                <a:gd name="T22" fmla="*/ 2720 w 6557"/>
                <a:gd name="T23" fmla="*/ 544 h 6556"/>
                <a:gd name="T24" fmla="*/ 4899 w 6557"/>
                <a:gd name="T25" fmla="*/ 2722 h 6556"/>
                <a:gd name="T26" fmla="*/ 2720 w 6557"/>
                <a:gd name="T27" fmla="*/ 4901 h 6556"/>
                <a:gd name="T28" fmla="*/ 543 w 6557"/>
                <a:gd name="T29" fmla="*/ 2721 h 6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57" h="6556">
                  <a:moveTo>
                    <a:pt x="6445" y="6058"/>
                  </a:moveTo>
                  <a:lnTo>
                    <a:pt x="4828" y="4440"/>
                  </a:lnTo>
                  <a:cubicBezTo>
                    <a:pt x="5211" y="3970"/>
                    <a:pt x="5441" y="3373"/>
                    <a:pt x="5441" y="2721"/>
                  </a:cubicBezTo>
                  <a:cubicBezTo>
                    <a:pt x="5441" y="1221"/>
                    <a:pt x="4221" y="0"/>
                    <a:pt x="2720" y="0"/>
                  </a:cubicBezTo>
                  <a:cubicBezTo>
                    <a:pt x="1219" y="0"/>
                    <a:pt x="0" y="1221"/>
                    <a:pt x="0" y="2721"/>
                  </a:cubicBezTo>
                  <a:cubicBezTo>
                    <a:pt x="0" y="4221"/>
                    <a:pt x="1220" y="5441"/>
                    <a:pt x="2721" y="5441"/>
                  </a:cubicBezTo>
                  <a:cubicBezTo>
                    <a:pt x="3372" y="5441"/>
                    <a:pt x="3971" y="5210"/>
                    <a:pt x="4440" y="4828"/>
                  </a:cubicBezTo>
                  <a:lnTo>
                    <a:pt x="6057" y="6445"/>
                  </a:lnTo>
                  <a:cubicBezTo>
                    <a:pt x="6168" y="6556"/>
                    <a:pt x="6336" y="6556"/>
                    <a:pt x="6447" y="6445"/>
                  </a:cubicBezTo>
                  <a:cubicBezTo>
                    <a:pt x="6557" y="6334"/>
                    <a:pt x="6557" y="6169"/>
                    <a:pt x="6445" y="6058"/>
                  </a:cubicBezTo>
                  <a:close/>
                  <a:moveTo>
                    <a:pt x="543" y="2721"/>
                  </a:moveTo>
                  <a:cubicBezTo>
                    <a:pt x="543" y="1520"/>
                    <a:pt x="1519" y="544"/>
                    <a:pt x="2720" y="544"/>
                  </a:cubicBezTo>
                  <a:cubicBezTo>
                    <a:pt x="3921" y="544"/>
                    <a:pt x="4899" y="1521"/>
                    <a:pt x="4899" y="2722"/>
                  </a:cubicBezTo>
                  <a:cubicBezTo>
                    <a:pt x="4899" y="3924"/>
                    <a:pt x="3921" y="4901"/>
                    <a:pt x="2720" y="4901"/>
                  </a:cubicBezTo>
                  <a:cubicBezTo>
                    <a:pt x="1519" y="4901"/>
                    <a:pt x="543" y="3922"/>
                    <a:pt x="543" y="2721"/>
                  </a:cubicBezTo>
                  <a:close/>
                </a:path>
              </a:pathLst>
            </a:custGeom>
            <a:solidFill>
              <a:srgbClr val="FDFC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cxnSp>
          <p:nvCxnSpPr>
            <p:cNvPr id="15" name="直接连接符 14">
              <a:extLst>
                <a:ext uri="{FF2B5EF4-FFF2-40B4-BE49-F238E27FC236}">
                  <a16:creationId xmlns:a16="http://schemas.microsoft.com/office/drawing/2014/main" id="{67D25361-17D1-7BC7-9D1E-2172BAB72C98}"/>
                </a:ext>
              </a:extLst>
            </p:cNvPr>
            <p:cNvCxnSpPr>
              <a:cxnSpLocks/>
            </p:cNvCxnSpPr>
            <p:nvPr userDrawn="1"/>
          </p:nvCxnSpPr>
          <p:spPr>
            <a:xfrm>
              <a:off x="785282" y="739775"/>
              <a:ext cx="4064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7" name="标题 4">
            <a:extLst>
              <a:ext uri="{FF2B5EF4-FFF2-40B4-BE49-F238E27FC236}">
                <a16:creationId xmlns:a16="http://schemas.microsoft.com/office/drawing/2014/main" id="{A3EFF111-5062-41A8-145B-8F979B0FB6E4}"/>
              </a:ext>
            </a:extLst>
          </p:cNvPr>
          <p:cNvSpPr>
            <a:spLocks noGrp="1"/>
          </p:cNvSpPr>
          <p:nvPr userDrawn="1">
            <p:ph type="ctrTitle" hasCustomPrompt="1"/>
          </p:nvPr>
        </p:nvSpPr>
        <p:spPr>
          <a:xfrm>
            <a:off x="660399" y="1130300"/>
            <a:ext cx="4654551" cy="2251982"/>
          </a:xfrm>
          <a:prstGeom prst="rect">
            <a:avLst/>
          </a:prstGeom>
        </p:spPr>
        <p:txBody>
          <a:bodyPr wrap="square" anchor="b">
            <a:normAutofit/>
          </a:bodyPr>
          <a:lstStyle>
            <a:lvl1pPr>
              <a:lnSpc>
                <a:spcPct val="100000"/>
              </a:lnSpc>
              <a:defRPr sz="5400">
                <a:ln w="19050">
                  <a:noFill/>
                </a:ln>
                <a:solidFill>
                  <a:schemeClr val="accent3"/>
                </a:solidFill>
              </a:defRPr>
            </a:lvl1pPr>
          </a:lstStyle>
          <a:p>
            <a:pPr lvl="0"/>
            <a:r>
              <a:rPr lang="zh-CN" altLang="en-US" dirty="0"/>
              <a:t>Click to add title</a:t>
            </a:r>
            <a:endParaRPr lang="en-US" dirty="0"/>
          </a:p>
        </p:txBody>
      </p:sp>
      <p:sp>
        <p:nvSpPr>
          <p:cNvPr id="18" name="文本占位符 3">
            <a:extLst>
              <a:ext uri="{FF2B5EF4-FFF2-40B4-BE49-F238E27FC236}">
                <a16:creationId xmlns:a16="http://schemas.microsoft.com/office/drawing/2014/main" id="{7334D3B7-1170-7F71-9B7D-8D5358CCE513}"/>
              </a:ext>
            </a:extLst>
          </p:cNvPr>
          <p:cNvSpPr>
            <a:spLocks noGrp="1"/>
          </p:cNvSpPr>
          <p:nvPr userDrawn="1">
            <p:ph type="body" sz="quarter" idx="13" hasCustomPrompt="1"/>
          </p:nvPr>
        </p:nvSpPr>
        <p:spPr>
          <a:xfrm>
            <a:off x="1181100" y="4556900"/>
            <a:ext cx="2239434" cy="340499"/>
          </a:xfrm>
          <a:prstGeom prst="rect">
            <a:avLst/>
          </a:prstGeom>
        </p:spPr>
        <p:txBody>
          <a:bodyPr wrap="square" lIns="91440" tIns="45720" rIns="91440" bIns="45720" anchor="ctr">
            <a:normAutofit/>
          </a:bodyPr>
          <a:lstStyle>
            <a:lvl1pPr marL="0" indent="0" algn="l">
              <a:lnSpc>
                <a:spcPct val="100000"/>
              </a:lnSpc>
              <a:buNone/>
              <a:defRPr sz="1200">
                <a:solidFill>
                  <a:srgbClr val="000000"/>
                </a:solidFill>
              </a:defRPr>
            </a:lvl1pPr>
          </a:lstStyle>
          <a:p>
            <a:pPr lvl="0"/>
            <a:r>
              <a:rPr lang="zh-CN" altLang="en-US" dirty="0"/>
              <a:t>Presenter name</a:t>
            </a:r>
            <a:endParaRPr lang="en-US" dirty="0"/>
          </a:p>
        </p:txBody>
      </p:sp>
      <p:sp>
        <p:nvSpPr>
          <p:cNvPr id="19" name="文本占位符 6">
            <a:extLst>
              <a:ext uri="{FF2B5EF4-FFF2-40B4-BE49-F238E27FC236}">
                <a16:creationId xmlns:a16="http://schemas.microsoft.com/office/drawing/2014/main" id="{97CA2C00-B362-0C82-B23E-74FF6B157F41}"/>
              </a:ext>
            </a:extLst>
          </p:cNvPr>
          <p:cNvSpPr>
            <a:spLocks noGrp="1"/>
          </p:cNvSpPr>
          <p:nvPr userDrawn="1">
            <p:ph type="body" sz="quarter" idx="14" hasCustomPrompt="1"/>
          </p:nvPr>
        </p:nvSpPr>
        <p:spPr>
          <a:xfrm>
            <a:off x="1181100" y="4982884"/>
            <a:ext cx="2239434" cy="340499"/>
          </a:xfrm>
          <a:prstGeom prst="rect">
            <a:avLst/>
          </a:prstGeom>
        </p:spPr>
        <p:txBody>
          <a:bodyPr wrap="none" lIns="91440" tIns="45720" rIns="91440" bIns="45720" anchor="ctr">
            <a:normAutofit/>
          </a:bodyPr>
          <a:lstStyle>
            <a:lvl1pPr marL="0" indent="0" algn="l">
              <a:lnSpc>
                <a:spcPct val="100000"/>
              </a:lnSpc>
              <a:buNone/>
              <a:defRPr sz="1200">
                <a:solidFill>
                  <a:srgbClr val="000000"/>
                </a:solidFill>
              </a:defRPr>
            </a:lvl1pPr>
          </a:lstStyle>
          <a:p>
            <a:pPr lvl="0"/>
            <a:r>
              <a:rPr lang="zh-CN" altLang="en-US" dirty="0"/>
              <a:t>20XX.XX.XX</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 Master">
    <p:bg>
      <p:bgPr>
        <a:solidFill>
          <a:schemeClr val="accent1">
            <a:alpha val="1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pPr lvl="0"/>
            <a:r>
              <a:rPr lang="zh-CN" altLang="en-US" dirty="0"/>
              <a:t>Click to add title</a:t>
            </a:r>
            <a:endParaRPr lang="en-US" dirty="0"/>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4" r:id="rId5"/>
    <p:sldLayoutId id="2147483655" r:id="rId6"/>
    <p:sldLayoutId id="2147483657" r:id="rId7"/>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hemeOverride" Target="../theme/themeOverride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hemeOverride" Target="../theme/themeOverride4.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hemeOverride" Target="../theme/themeOverride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hemeOverride" Target="../theme/themeOverride6.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hemeOverride" Target="../theme/themeOverride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hemeOverride" Target="../theme/themeOverride8.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hemeOverride" Target="../theme/themeOverride9.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hemeOverride" Target="../theme/themeOverride10.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hemeOverride" Target="../theme/themeOverride11.xml"/></Relationships>
</file>

<file path=ppt/slides/_rels/slide12.xml.rels>&#65279;<?xml version="1.0" encoding="utf-8"?><Relationships xmlns="http://schemas.openxmlformats.org/package/2006/relationships"><Relationship Type="http://schemas.openxmlformats.org/officeDocument/2006/relationships/image" Target="/ppt/media/image29.png" Id="rId8" /><Relationship Type="http://schemas.openxmlformats.org/officeDocument/2006/relationships/image" Target="/ppt/media/image610.png" Id="rId13" /><Relationship Type="http://schemas.openxmlformats.org/officeDocument/2006/relationships/image" Target="/ppt/media/image511.png" Id="rId12" /><Relationship Type="http://schemas.openxmlformats.org/officeDocument/2006/relationships/image" Target="/ppt/media/image412.png" Id="rId11" /><Relationship Type="http://schemas.openxmlformats.org/officeDocument/2006/relationships/image" Target="/ppt/media/image313.png" Id="rId10" /><Relationship Type="http://schemas.openxmlformats.org/officeDocument/2006/relationships/image" Target="/ppt/media/image72.jpg" Id="rId14" /><Relationship Type="http://schemas.openxmlformats.org/officeDocument/2006/relationships/hyperlink" Target="http://www.islide.cc/" TargetMode="External" Id="rId3" /><Relationship Type="http://schemas.openxmlformats.org/officeDocument/2006/relationships/hyperlink" Target="https://qr10.cn/AvcOJF" TargetMode="External" Id="rId7" /><Relationship Type="http://schemas.openxmlformats.org/officeDocument/2006/relationships/hyperlink" Target="https://qr10.cn/AJClXH" TargetMode="External" Id="rId6" /><Relationship Type="http://schemas.openxmlformats.org/officeDocument/2006/relationships/hyperlink" Target="https://qr10.cn/BlrYkD" TargetMode="External" Id="rId5" /><Relationship Type="http://schemas.openxmlformats.org/officeDocument/2006/relationships/hyperlink" Target="https://qr10.cn/EqbapX" TargetMode="External" Id="rId4" /><Relationship Type="http://schemas.openxmlformats.org/officeDocument/2006/relationships/hyperlink" Target="https://www.toutiao.com/c/user/token/MS4wLjABAAAA4iEx56C0_-0TYakxi5ZDzkL63vnOXTDA_u8TGCGhUo4/?source=m_redirect" TargetMode="External" Id="rId9" /><Relationship Type="http://schemas.openxmlformats.org/officeDocument/2006/relationships/slideLayout" Target="/ppt/slideLayouts/slideLayout6.xml" Id="R2125a0bc8fc149ae" /></Relationships>
</file>

<file path=ppt/slides/_rels/slide13.xml.rels>&#65279;<?xml version="1.0" encoding="utf-8"?><Relationships xmlns="http://schemas.openxmlformats.org/package/2006/relationships"><Relationship Type="http://schemas.openxmlformats.org/officeDocument/2006/relationships/image" Target="/ppt/media/image114.png" Id="rId5" /><Relationship Type="http://schemas.openxmlformats.org/officeDocument/2006/relationships/hyperlink" Target="http://www.islide.cc/" TargetMode="External" Id="rId3" /><Relationship Type="http://schemas.openxmlformats.org/officeDocument/2006/relationships/hyperlink" Target="https://www.islide.cc/" TargetMode="External" Id="rId4" /><Relationship Type="http://schemas.openxmlformats.org/officeDocument/2006/relationships/slideLayout" Target="/ppt/slideLayouts/slideLayout6.xml" Id="R0546b118071345d6"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660399" y="1130301"/>
            <a:ext cx="4704081" cy="2208876"/>
          </a:xfrm>
        </p:spPr>
        <p:txBody>
          <a:bodyPr lIns="91440" tIns="45720" rIns="91440" bIns="45720">
            <a:normAutofit/>
          </a:bodyPr>
          <a:lstStyle/>
          <a:p>
            <a:r>
              <a:rPr lang="zh-CN" altLang="en-US" dirty="0">
                <a:sym typeface="+mn-lt"/>
              </a:rPr>
              <a:t>创新创业大赛</a:t>
            </a:r>
            <a:br>
              <a:rPr lang="en-US" altLang="zh-CN" dirty="0">
                <a:sym typeface="+mn-lt"/>
              </a:rPr>
            </a:br>
            <a:r>
              <a:rPr lang="zh-CN" altLang="en-US" dirty="0">
                <a:sym typeface="+mn-lt"/>
              </a:rPr>
              <a:t>商业计划书</a:t>
            </a:r>
            <a:endParaRPr lang="en-US" dirty="0">
              <a:sym typeface="+mn-lt"/>
            </a:endParaRPr>
          </a:p>
        </p:txBody>
      </p:sp>
      <p:sp>
        <p:nvSpPr>
          <p:cNvPr id="9" name="副标题 8"/>
          <p:cNvSpPr>
            <a:spLocks noGrp="1"/>
          </p:cNvSpPr>
          <p:nvPr>
            <p:ph type="subTitle" sz="quarter" idx="1" hasCustomPrompt="1"/>
          </p:nvPr>
        </p:nvSpPr>
        <p:spPr>
          <a:xfrm>
            <a:off x="660400" y="3440767"/>
            <a:ext cx="3559908" cy="1136314"/>
          </a:xfrm>
        </p:spPr>
        <p:txBody>
          <a:bodyPr lIns="91440" tIns="45720" rIns="91440" bIns="45720">
            <a:normAutofit/>
          </a:bodyPr>
          <a:lstStyle/>
          <a:p>
            <a:r>
              <a:rPr lang="zh-CN" altLang="en-US" dirty="0"/>
              <a:t>探索通用行业创新创业新机遇</a:t>
            </a:r>
            <a:endParaRPr lang="en-US" altLang="zh-CN" dirty="0"/>
          </a:p>
        </p:txBody>
      </p:sp>
      <p:sp>
        <p:nvSpPr>
          <p:cNvPr id="4" name="文本占位符 3"/>
          <p:cNvSpPr>
            <a:spLocks noGrp="1"/>
          </p:cNvSpPr>
          <p:nvPr>
            <p:ph type="body" sz="quarter" idx="13" hasCustomPrompt="1"/>
          </p:nvPr>
        </p:nvSpPr>
        <p:spPr>
          <a:xfrm>
            <a:off x="1191683" y="4845634"/>
            <a:ext cx="2184564" cy="340499"/>
          </a:xfrm>
        </p:spPr>
        <p:txBody>
          <a:bodyPr lIns="91440" tIns="45720" rIns="91440" bIns="45720">
            <a:normAutofit/>
          </a:bodyPr>
          <a:lstStyle/>
          <a:p>
            <a:r>
              <a:rPr lang="zh-CN" altLang="en-US" dirty="0">
                <a:sym typeface="+mn-lt"/>
              </a:rPr>
              <a:t>Presenter name</a:t>
            </a:r>
            <a:endParaRPr lang="en-US" dirty="0">
              <a:sym typeface="+mn-lt"/>
            </a:endParaRPr>
          </a:p>
        </p:txBody>
      </p:sp>
      <p:sp>
        <p:nvSpPr>
          <p:cNvPr id="7" name="文本占位符 6"/>
          <p:cNvSpPr>
            <a:spLocks noGrp="1"/>
          </p:cNvSpPr>
          <p:nvPr>
            <p:ph type="body" sz="quarter" idx="14" hasCustomPrompt="1"/>
          </p:nvPr>
        </p:nvSpPr>
        <p:spPr>
          <a:xfrm>
            <a:off x="1191683" y="5271618"/>
            <a:ext cx="2184564" cy="340499"/>
          </a:xfrm>
        </p:spPr>
        <p:txBody>
          <a:bodyPr lIns="91440" tIns="45720" rIns="91440" bIns="45720">
            <a:normAutofit/>
          </a:bodyPr>
          <a:lstStyle/>
          <a:p>
            <a:r>
              <a:rPr lang="zh-CN" altLang="en-US" dirty="0">
                <a:sym typeface="+mn-lt"/>
              </a:rPr>
              <a:t>20XX.XX.XX</a:t>
            </a:r>
            <a:endParaRPr lang="en-US" dirty="0">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F093C-0440-9BB1-2C47-EB60C8FC4E55}"/>
            </a:ext>
          </a:extLst>
        </p:cNvPr>
        <p:cNvGrpSpPr/>
        <p:nvPr/>
      </p:nvGrpSpPr>
      <p:grpSpPr>
        <a:xfrm>
          <a:off x="0" y="0"/>
          <a:ext cx="0" cy="0"/>
          <a:chOff x="0" y="0"/>
          <a:chExt cx="0" cy="0"/>
        </a:xfrm>
      </p:grpSpPr>
      <p:grpSp>
        <p:nvGrpSpPr>
          <p:cNvPr id="90" name="组合 89">
            <a:extLst>
              <a:ext uri="{FF2B5EF4-FFF2-40B4-BE49-F238E27FC236}">
                <a16:creationId xmlns:a16="http://schemas.microsoft.com/office/drawing/2014/main" id="{BC8F9177-FB0E-8D9A-D003-8C45F8533970}"/>
              </a:ext>
            </a:extLst>
          </p:cNvPr>
          <p:cNvGrpSpPr/>
          <p:nvPr/>
        </p:nvGrpSpPr>
        <p:grpSpPr>
          <a:xfrm>
            <a:off x="0" y="0"/>
            <a:ext cx="11518900" cy="6858000"/>
            <a:chOff x="0" y="0"/>
            <a:chExt cx="11518900" cy="6858000"/>
          </a:xfrm>
        </p:grpSpPr>
        <p:sp>
          <p:nvSpPr>
            <p:cNvPr id="3" name="任意多边形: 形状 2">
              <a:extLst>
                <a:ext uri="{FF2B5EF4-FFF2-40B4-BE49-F238E27FC236}">
                  <a16:creationId xmlns:a16="http://schemas.microsoft.com/office/drawing/2014/main" id="{4C6AAB16-8133-D270-698B-ED8C18F294FB}"/>
                </a:ext>
              </a:extLst>
            </p:cNvPr>
            <p:cNvSpPr/>
            <p:nvPr userDrawn="1"/>
          </p:nvSpPr>
          <p:spPr>
            <a:xfrm>
              <a:off x="0" y="0"/>
              <a:ext cx="2358189" cy="6858000"/>
            </a:xfrm>
            <a:custGeom>
              <a:avLst/>
              <a:gdLst>
                <a:gd name="csX0" fmla="*/ 0 w 3436218"/>
                <a:gd name="csY0" fmla="*/ 0 h 6858000"/>
                <a:gd name="csX1" fmla="*/ 3436218 w 3436218"/>
                <a:gd name="csY1" fmla="*/ 0 h 6858000"/>
                <a:gd name="csX2" fmla="*/ 3436218 w 3436218"/>
                <a:gd name="csY2" fmla="*/ 6858000 h 6858000"/>
                <a:gd name="csX3" fmla="*/ 0 w 3436218"/>
                <a:gd name="csY3" fmla="*/ 6858000 h 6858000"/>
              </a:gdLst>
              <a:ahLst/>
              <a:cxnLst>
                <a:cxn ang="0">
                  <a:pos x="csX0" y="csY0"/>
                </a:cxn>
                <a:cxn ang="0">
                  <a:pos x="csX1" y="csY1"/>
                </a:cxn>
                <a:cxn ang="0">
                  <a:pos x="csX2" y="csY2"/>
                </a:cxn>
                <a:cxn ang="0">
                  <a:pos x="csX3" y="csY3"/>
                </a:cxn>
              </a:cxnLst>
              <a:rect l="l" t="t" r="r" b="b"/>
              <a:pathLst>
                <a:path w="3436218" h="6858000">
                  <a:moveTo>
                    <a:pt x="0" y="0"/>
                  </a:moveTo>
                  <a:lnTo>
                    <a:pt x="3436218" y="0"/>
                  </a:lnTo>
                  <a:lnTo>
                    <a:pt x="3436218" y="6858000"/>
                  </a:lnTo>
                  <a:lnTo>
                    <a:pt x="0" y="6858000"/>
                  </a:lnTo>
                  <a:close/>
                </a:path>
              </a:pathLst>
            </a:custGeom>
            <a:solidFill>
              <a:schemeClr val="accent1">
                <a:alpha val="5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cs typeface="+mn-ea"/>
                <a:sym typeface="+mn-lt"/>
              </a:endParaRPr>
            </a:p>
          </p:txBody>
        </p:sp>
        <p:sp>
          <p:nvSpPr>
            <p:cNvPr id="4" name="Title">
              <a:extLst>
                <a:ext uri="{FF2B5EF4-FFF2-40B4-BE49-F238E27FC236}">
                  <a16:creationId xmlns:a16="http://schemas.microsoft.com/office/drawing/2014/main" id="{514C2D24-4915-1266-039E-0A323A854044}"/>
                </a:ext>
              </a:extLst>
            </p:cNvPr>
            <p:cNvSpPr txBox="1"/>
            <p:nvPr/>
          </p:nvSpPr>
          <p:spPr>
            <a:xfrm>
              <a:off x="5327650" y="1237236"/>
              <a:ext cx="6191250" cy="575026"/>
            </a:xfrm>
            <a:prstGeom prst="rect">
              <a:avLst/>
            </a:prstGeom>
            <a:noFill/>
          </p:spPr>
          <p:txBody>
            <a:bodyPr wrap="square" lIns="91440" tIns="45720" rIns="91440" bIns="45720" rtlCol="0" anchor="ctr" anchorCtr="0">
              <a:normAutofit/>
            </a:bodyPr>
            <a:lstStyle/>
            <a:p>
              <a:r>
                <a:rPr lang="zh-CN" altLang="en-US" sz="2400" b="1" dirty="0">
                  <a:cs typeface="+mn-ea"/>
                  <a:sym typeface="+mn-lt"/>
                </a:rPr>
                <a:t>Agenda</a:t>
              </a:r>
              <a:endParaRPr lang="en-US" altLang="zh-CN" sz="2400" dirty="0">
                <a:cs typeface="+mn-ea"/>
                <a:sym typeface="+mn-lt"/>
              </a:endParaRPr>
            </a:p>
          </p:txBody>
        </p:sp>
        <p:sp>
          <p:nvSpPr>
            <p:cNvPr id="17" name="PictureMisc1">
              <a:extLst>
                <a:ext uri="{FF2B5EF4-FFF2-40B4-BE49-F238E27FC236}">
                  <a16:creationId xmlns:a16="http://schemas.microsoft.com/office/drawing/2014/main" id="{273C8B9C-AAE3-5590-FCA7-DDDB913A0E34}"/>
                </a:ext>
              </a:extLst>
            </p:cNvPr>
            <p:cNvSpPr/>
            <p:nvPr userDrawn="1"/>
          </p:nvSpPr>
          <p:spPr>
            <a:xfrm>
              <a:off x="660399" y="1351280"/>
              <a:ext cx="4251961" cy="4587240"/>
            </a:xfrm>
            <a:prstGeom prst="rect">
              <a:avLst/>
            </a:prstGeom>
            <a:blipFill>
              <a:blip r:embed="rId4"/>
              <a:srcRect/>
              <a:stretch>
                <a:fillRect l="-47183" t="-8694" r="-69355" b="-4264"/>
              </a:stretch>
            </a:bli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grpSp>
          <p:nvGrpSpPr>
            <p:cNvPr id="89" name="组合 88">
              <a:extLst>
                <a:ext uri="{FF2B5EF4-FFF2-40B4-BE49-F238E27FC236}">
                  <a16:creationId xmlns:a16="http://schemas.microsoft.com/office/drawing/2014/main" id="{4F3001A5-AEF4-9F07-BED8-CF8C3C740171}"/>
                </a:ext>
              </a:extLst>
            </p:cNvPr>
            <p:cNvGrpSpPr/>
            <p:nvPr/>
          </p:nvGrpSpPr>
          <p:grpSpPr>
            <a:xfrm>
              <a:off x="5463171" y="1985514"/>
              <a:ext cx="2752459" cy="873760"/>
              <a:chOff x="5463171" y="1985514"/>
              <a:chExt cx="2752459" cy="873760"/>
            </a:xfrm>
          </p:grpSpPr>
          <p:sp>
            <p:nvSpPr>
              <p:cNvPr id="5" name="Shape1">
                <a:extLst>
                  <a:ext uri="{FF2B5EF4-FFF2-40B4-BE49-F238E27FC236}">
                    <a16:creationId xmlns:a16="http://schemas.microsoft.com/office/drawing/2014/main" id="{48DFC5A0-191E-5EF8-E1EA-73E2114F2ACE}"/>
                  </a:ext>
                </a:extLst>
              </p:cNvPr>
              <p:cNvSpPr/>
              <p:nvPr/>
            </p:nvSpPr>
            <p:spPr>
              <a:xfrm>
                <a:off x="5463171" y="2135818"/>
                <a:ext cx="140494" cy="14049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25000" lnSpcReduction="20000"/>
              </a:bodyPr>
              <a:lstStyle/>
              <a:p>
                <a:pPr algn="ctr"/>
                <a:endParaRPr lang="zh-CN" altLang="en-US">
                  <a:cs typeface="+mn-ea"/>
                  <a:sym typeface="+mn-lt"/>
                </a:endParaRPr>
              </a:p>
            </p:txBody>
          </p:sp>
          <p:sp>
            <p:nvSpPr>
              <p:cNvPr id="49" name="Number1">
                <a:extLst>
                  <a:ext uri="{FF2B5EF4-FFF2-40B4-BE49-F238E27FC236}">
                    <a16:creationId xmlns:a16="http://schemas.microsoft.com/office/drawing/2014/main" id="{5B00A27A-FDCD-2465-ED33-801DFBC1242A}"/>
                  </a:ext>
                </a:extLst>
              </p:cNvPr>
              <p:cNvSpPr txBox="1">
                <a:spLocks/>
              </p:cNvSpPr>
              <p:nvPr/>
            </p:nvSpPr>
            <p:spPr>
              <a:xfrm>
                <a:off x="5666960" y="1985514"/>
                <a:ext cx="2548670" cy="389575"/>
              </a:xfrm>
              <a:prstGeom prst="rect">
                <a:avLst/>
              </a:prstGeom>
            </p:spPr>
            <p:txBody>
              <a:bodyPr vert="horz" wrap="none" lIns="91440" tIns="45720" rIns="91440" bIns="45720" rtlCol="0" anchor="b"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altLang="zh-CN" b="1" dirty="0">
                    <a:solidFill>
                      <a:schemeClr val="accent1"/>
                    </a:solidFill>
                    <a:cs typeface="+mn-ea"/>
                    <a:sym typeface="+mn-lt"/>
                  </a:rPr>
                  <a:t>01</a:t>
                </a:r>
                <a:endParaRPr lang="en-US" b="1" dirty="0">
                  <a:solidFill>
                    <a:schemeClr val="accent1"/>
                  </a:solidFill>
                  <a:cs typeface="+mn-ea"/>
                  <a:sym typeface="+mn-lt"/>
                </a:endParaRPr>
              </a:p>
            </p:txBody>
          </p:sp>
          <p:sp>
            <p:nvSpPr>
              <p:cNvPr id="51" name="Bullet1">
                <a:extLst>
                  <a:ext uri="{FF2B5EF4-FFF2-40B4-BE49-F238E27FC236}">
                    <a16:creationId xmlns:a16="http://schemas.microsoft.com/office/drawing/2014/main" id="{BEE60B35-FF57-51C9-5543-DBD6F0E478FD}"/>
                  </a:ext>
                </a:extLst>
              </p:cNvPr>
              <p:cNvSpPr txBox="1">
                <a:spLocks/>
              </p:cNvSpPr>
              <p:nvPr/>
            </p:nvSpPr>
            <p:spPr>
              <a:xfrm>
                <a:off x="5666960" y="2375089"/>
                <a:ext cx="2548670" cy="484185"/>
              </a:xfrm>
              <a:prstGeom prst="rect">
                <a:avLst/>
              </a:prstGeom>
            </p:spPr>
            <p:txBody>
              <a:bodyPr vert="horz" wrap="square" lIns="91440" tIns="45720" rIns="91440" bIns="45720" rtlCol="0" anchor="b"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zh-CN" altLang="en-US" b="1" dirty="0">
                    <a:cs typeface="+mn-ea"/>
                    <a:sym typeface="+mn-lt"/>
                  </a:rPr>
                  <a:t>单击添加小标题</a:t>
                </a:r>
                <a:endParaRPr lang="en-US" dirty="0">
                  <a:cs typeface="+mn-ea"/>
                  <a:sym typeface="+mn-lt"/>
                </a:endParaRPr>
              </a:p>
            </p:txBody>
          </p:sp>
        </p:grpSp>
        <p:grpSp>
          <p:nvGrpSpPr>
            <p:cNvPr id="77" name="组合 76">
              <a:extLst>
                <a:ext uri="{FF2B5EF4-FFF2-40B4-BE49-F238E27FC236}">
                  <a16:creationId xmlns:a16="http://schemas.microsoft.com/office/drawing/2014/main" id="{BB65282C-4623-8839-B267-9D8979FA1425}"/>
                </a:ext>
              </a:extLst>
            </p:cNvPr>
            <p:cNvGrpSpPr/>
            <p:nvPr/>
          </p:nvGrpSpPr>
          <p:grpSpPr>
            <a:xfrm>
              <a:off x="8766441" y="1985514"/>
              <a:ext cx="2752459" cy="873760"/>
              <a:chOff x="8766441" y="1985514"/>
              <a:chExt cx="2752459" cy="873760"/>
            </a:xfrm>
          </p:grpSpPr>
          <p:sp>
            <p:nvSpPr>
              <p:cNvPr id="8" name="Shape2">
                <a:extLst>
                  <a:ext uri="{FF2B5EF4-FFF2-40B4-BE49-F238E27FC236}">
                    <a16:creationId xmlns:a16="http://schemas.microsoft.com/office/drawing/2014/main" id="{7EB73403-4527-7A3D-A1F7-AA8E9D2F790F}"/>
                  </a:ext>
                </a:extLst>
              </p:cNvPr>
              <p:cNvSpPr/>
              <p:nvPr/>
            </p:nvSpPr>
            <p:spPr>
              <a:xfrm>
                <a:off x="8766441" y="2135818"/>
                <a:ext cx="140494" cy="14049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25000" lnSpcReduction="20000"/>
              </a:bodyPr>
              <a:lstStyle/>
              <a:p>
                <a:pPr algn="ctr"/>
                <a:endParaRPr lang="zh-CN" altLang="en-US">
                  <a:cs typeface="+mn-ea"/>
                  <a:sym typeface="+mn-lt"/>
                </a:endParaRPr>
              </a:p>
            </p:txBody>
          </p:sp>
          <p:sp>
            <p:nvSpPr>
              <p:cNvPr id="45" name="Number2">
                <a:extLst>
                  <a:ext uri="{FF2B5EF4-FFF2-40B4-BE49-F238E27FC236}">
                    <a16:creationId xmlns:a16="http://schemas.microsoft.com/office/drawing/2014/main" id="{A05C2B3E-5563-82E2-1E13-6FD4D3DF6848}"/>
                  </a:ext>
                </a:extLst>
              </p:cNvPr>
              <p:cNvSpPr txBox="1">
                <a:spLocks/>
              </p:cNvSpPr>
              <p:nvPr/>
            </p:nvSpPr>
            <p:spPr>
              <a:xfrm>
                <a:off x="8970230" y="1985514"/>
                <a:ext cx="2548670" cy="389575"/>
              </a:xfrm>
              <a:prstGeom prst="rect">
                <a:avLst/>
              </a:prstGeom>
            </p:spPr>
            <p:txBody>
              <a:bodyPr vert="horz" wrap="none" lIns="91440" tIns="45720" rIns="91440" bIns="45720" rtlCol="0" anchor="b"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altLang="zh-CN" b="1">
                    <a:solidFill>
                      <a:schemeClr val="accent1"/>
                    </a:solidFill>
                    <a:cs typeface="+mn-ea"/>
                    <a:sym typeface="+mn-lt"/>
                  </a:rPr>
                  <a:t>02</a:t>
                </a:r>
                <a:endParaRPr lang="en-US" b="1" dirty="0">
                  <a:solidFill>
                    <a:schemeClr val="accent1"/>
                  </a:solidFill>
                  <a:cs typeface="+mn-ea"/>
                  <a:sym typeface="+mn-lt"/>
                </a:endParaRPr>
              </a:p>
            </p:txBody>
          </p:sp>
          <p:sp>
            <p:nvSpPr>
              <p:cNvPr id="47" name="Bullet2">
                <a:extLst>
                  <a:ext uri="{FF2B5EF4-FFF2-40B4-BE49-F238E27FC236}">
                    <a16:creationId xmlns:a16="http://schemas.microsoft.com/office/drawing/2014/main" id="{4D36C815-717D-5B11-5287-FC8F6E7C9110}"/>
                  </a:ext>
                </a:extLst>
              </p:cNvPr>
              <p:cNvSpPr txBox="1">
                <a:spLocks/>
              </p:cNvSpPr>
              <p:nvPr/>
            </p:nvSpPr>
            <p:spPr>
              <a:xfrm>
                <a:off x="8970230" y="2375089"/>
                <a:ext cx="2548670" cy="484185"/>
              </a:xfrm>
              <a:prstGeom prst="rect">
                <a:avLst/>
              </a:prstGeom>
            </p:spPr>
            <p:txBody>
              <a:bodyPr vert="horz" wrap="square" lIns="91440" tIns="45720" rIns="91440" bIns="45720" rtlCol="0" anchor="b"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zh-CN" altLang="en-US" b="1" dirty="0">
                    <a:cs typeface="+mn-ea"/>
                    <a:sym typeface="+mn-lt"/>
                  </a:rPr>
                  <a:t>单击添加小标题</a:t>
                </a:r>
                <a:endParaRPr lang="en-US" dirty="0">
                  <a:cs typeface="+mn-ea"/>
                  <a:sym typeface="+mn-lt"/>
                </a:endParaRPr>
              </a:p>
            </p:txBody>
          </p:sp>
        </p:grpSp>
        <p:grpSp>
          <p:nvGrpSpPr>
            <p:cNvPr id="79" name="组合 78">
              <a:extLst>
                <a:ext uri="{FF2B5EF4-FFF2-40B4-BE49-F238E27FC236}">
                  <a16:creationId xmlns:a16="http://schemas.microsoft.com/office/drawing/2014/main" id="{F1959D8B-8D29-62AF-4B42-B71AEA853676}"/>
                </a:ext>
              </a:extLst>
            </p:cNvPr>
            <p:cNvGrpSpPr/>
            <p:nvPr/>
          </p:nvGrpSpPr>
          <p:grpSpPr>
            <a:xfrm>
              <a:off x="5463171" y="3041477"/>
              <a:ext cx="2752459" cy="873760"/>
              <a:chOff x="5463171" y="3041477"/>
              <a:chExt cx="2752459" cy="873760"/>
            </a:xfrm>
          </p:grpSpPr>
          <p:sp>
            <p:nvSpPr>
              <p:cNvPr id="11" name="Shape3">
                <a:extLst>
                  <a:ext uri="{FF2B5EF4-FFF2-40B4-BE49-F238E27FC236}">
                    <a16:creationId xmlns:a16="http://schemas.microsoft.com/office/drawing/2014/main" id="{08EEDE71-6C6F-FE80-E468-688C74E7A7AD}"/>
                  </a:ext>
                </a:extLst>
              </p:cNvPr>
              <p:cNvSpPr/>
              <p:nvPr/>
            </p:nvSpPr>
            <p:spPr>
              <a:xfrm>
                <a:off x="5463171" y="3191781"/>
                <a:ext cx="140494" cy="14049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25000" lnSpcReduction="20000"/>
              </a:bodyPr>
              <a:lstStyle/>
              <a:p>
                <a:pPr algn="ctr"/>
                <a:endParaRPr lang="zh-CN" altLang="en-US">
                  <a:cs typeface="+mn-ea"/>
                  <a:sym typeface="+mn-lt"/>
                </a:endParaRPr>
              </a:p>
            </p:txBody>
          </p:sp>
          <p:sp>
            <p:nvSpPr>
              <p:cNvPr id="40" name="Number3">
                <a:extLst>
                  <a:ext uri="{FF2B5EF4-FFF2-40B4-BE49-F238E27FC236}">
                    <a16:creationId xmlns:a16="http://schemas.microsoft.com/office/drawing/2014/main" id="{078E9167-CBCA-474B-6B58-0B96BE703A9D}"/>
                  </a:ext>
                </a:extLst>
              </p:cNvPr>
              <p:cNvSpPr txBox="1">
                <a:spLocks/>
              </p:cNvSpPr>
              <p:nvPr/>
            </p:nvSpPr>
            <p:spPr>
              <a:xfrm>
                <a:off x="5666960" y="3041477"/>
                <a:ext cx="2548670" cy="389575"/>
              </a:xfrm>
              <a:prstGeom prst="rect">
                <a:avLst/>
              </a:prstGeom>
            </p:spPr>
            <p:txBody>
              <a:bodyPr vert="horz" wrap="none" lIns="91440" tIns="45720" rIns="91440" bIns="45720" rtlCol="0" anchor="b"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altLang="zh-CN" b="1">
                    <a:solidFill>
                      <a:schemeClr val="accent1"/>
                    </a:solidFill>
                    <a:cs typeface="+mn-ea"/>
                    <a:sym typeface="+mn-lt"/>
                  </a:rPr>
                  <a:t>03</a:t>
                </a:r>
                <a:endParaRPr lang="en-US" b="1" dirty="0">
                  <a:solidFill>
                    <a:schemeClr val="accent1"/>
                  </a:solidFill>
                  <a:cs typeface="+mn-ea"/>
                  <a:sym typeface="+mn-lt"/>
                </a:endParaRPr>
              </a:p>
            </p:txBody>
          </p:sp>
          <p:sp>
            <p:nvSpPr>
              <p:cNvPr id="43" name="Bullet3">
                <a:extLst>
                  <a:ext uri="{FF2B5EF4-FFF2-40B4-BE49-F238E27FC236}">
                    <a16:creationId xmlns:a16="http://schemas.microsoft.com/office/drawing/2014/main" id="{99A94F0A-198F-30A6-4D4A-137B95382F68}"/>
                  </a:ext>
                </a:extLst>
              </p:cNvPr>
              <p:cNvSpPr txBox="1">
                <a:spLocks/>
              </p:cNvSpPr>
              <p:nvPr/>
            </p:nvSpPr>
            <p:spPr>
              <a:xfrm>
                <a:off x="5666960" y="3431052"/>
                <a:ext cx="2548670" cy="484185"/>
              </a:xfrm>
              <a:prstGeom prst="rect">
                <a:avLst/>
              </a:prstGeom>
            </p:spPr>
            <p:txBody>
              <a:bodyPr vert="horz" wrap="square" lIns="91440" tIns="45720" rIns="91440" bIns="45720" rtlCol="0" anchor="b"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zh-CN" altLang="en-US" b="1" dirty="0">
                    <a:cs typeface="+mn-ea"/>
                    <a:sym typeface="+mn-lt"/>
                  </a:rPr>
                  <a:t>单击添加小标题</a:t>
                </a:r>
                <a:endParaRPr lang="en-US" dirty="0">
                  <a:cs typeface="+mn-ea"/>
                  <a:sym typeface="+mn-lt"/>
                </a:endParaRPr>
              </a:p>
            </p:txBody>
          </p:sp>
        </p:grpSp>
        <p:grpSp>
          <p:nvGrpSpPr>
            <p:cNvPr id="81" name="组合 80">
              <a:extLst>
                <a:ext uri="{FF2B5EF4-FFF2-40B4-BE49-F238E27FC236}">
                  <a16:creationId xmlns:a16="http://schemas.microsoft.com/office/drawing/2014/main" id="{F2881CF6-C2DC-25DF-8FCD-0E2416BAC2E0}"/>
                </a:ext>
              </a:extLst>
            </p:cNvPr>
            <p:cNvGrpSpPr/>
            <p:nvPr/>
          </p:nvGrpSpPr>
          <p:grpSpPr>
            <a:xfrm>
              <a:off x="8766441" y="3041477"/>
              <a:ext cx="2752459" cy="873760"/>
              <a:chOff x="8766441" y="3041477"/>
              <a:chExt cx="2752459" cy="873760"/>
            </a:xfrm>
          </p:grpSpPr>
          <p:sp>
            <p:nvSpPr>
              <p:cNvPr id="12" name="Shape4">
                <a:extLst>
                  <a:ext uri="{FF2B5EF4-FFF2-40B4-BE49-F238E27FC236}">
                    <a16:creationId xmlns:a16="http://schemas.microsoft.com/office/drawing/2014/main" id="{6DC7E97A-269C-E975-2510-317A86A68729}"/>
                  </a:ext>
                </a:extLst>
              </p:cNvPr>
              <p:cNvSpPr/>
              <p:nvPr/>
            </p:nvSpPr>
            <p:spPr>
              <a:xfrm>
                <a:off x="8766441" y="3191781"/>
                <a:ext cx="140494" cy="14049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25000" lnSpcReduction="20000"/>
              </a:bodyPr>
              <a:lstStyle/>
              <a:p>
                <a:pPr algn="ctr"/>
                <a:endParaRPr lang="zh-CN" altLang="en-US">
                  <a:cs typeface="+mn-ea"/>
                  <a:sym typeface="+mn-lt"/>
                </a:endParaRPr>
              </a:p>
            </p:txBody>
          </p:sp>
          <p:sp>
            <p:nvSpPr>
              <p:cNvPr id="38" name="Number4">
                <a:extLst>
                  <a:ext uri="{FF2B5EF4-FFF2-40B4-BE49-F238E27FC236}">
                    <a16:creationId xmlns:a16="http://schemas.microsoft.com/office/drawing/2014/main" id="{E62DD078-A6A7-7280-59FB-5EE424E678B2}"/>
                  </a:ext>
                </a:extLst>
              </p:cNvPr>
              <p:cNvSpPr txBox="1">
                <a:spLocks/>
              </p:cNvSpPr>
              <p:nvPr/>
            </p:nvSpPr>
            <p:spPr>
              <a:xfrm>
                <a:off x="8970230" y="3041477"/>
                <a:ext cx="2548670" cy="389575"/>
              </a:xfrm>
              <a:prstGeom prst="rect">
                <a:avLst/>
              </a:prstGeom>
            </p:spPr>
            <p:txBody>
              <a:bodyPr vert="horz" wrap="none" lIns="91440" tIns="45720" rIns="91440" bIns="45720" rtlCol="0" anchor="b"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altLang="zh-CN" b="1">
                    <a:solidFill>
                      <a:schemeClr val="accent1"/>
                    </a:solidFill>
                    <a:cs typeface="+mn-ea"/>
                    <a:sym typeface="+mn-lt"/>
                  </a:rPr>
                  <a:t>04</a:t>
                </a:r>
                <a:endParaRPr lang="en-US" b="1" dirty="0">
                  <a:solidFill>
                    <a:schemeClr val="accent1"/>
                  </a:solidFill>
                  <a:cs typeface="+mn-ea"/>
                  <a:sym typeface="+mn-lt"/>
                </a:endParaRPr>
              </a:p>
            </p:txBody>
          </p:sp>
          <p:sp>
            <p:nvSpPr>
              <p:cNvPr id="39" name="Bullet4">
                <a:extLst>
                  <a:ext uri="{FF2B5EF4-FFF2-40B4-BE49-F238E27FC236}">
                    <a16:creationId xmlns:a16="http://schemas.microsoft.com/office/drawing/2014/main" id="{F27E60BD-DCE3-6AF0-9A5E-75C2119F0453}"/>
                  </a:ext>
                </a:extLst>
              </p:cNvPr>
              <p:cNvSpPr txBox="1">
                <a:spLocks/>
              </p:cNvSpPr>
              <p:nvPr/>
            </p:nvSpPr>
            <p:spPr>
              <a:xfrm>
                <a:off x="8970230" y="3431052"/>
                <a:ext cx="2548670" cy="484185"/>
              </a:xfrm>
              <a:prstGeom prst="rect">
                <a:avLst/>
              </a:prstGeom>
            </p:spPr>
            <p:txBody>
              <a:bodyPr vert="horz" wrap="square" lIns="91440" tIns="45720" rIns="91440" bIns="45720" rtlCol="0" anchor="b"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zh-CN" altLang="en-US" b="1" dirty="0">
                    <a:cs typeface="+mn-ea"/>
                    <a:sym typeface="+mn-lt"/>
                  </a:rPr>
                  <a:t>单击添加小标题</a:t>
                </a:r>
                <a:endParaRPr lang="en-US" dirty="0">
                  <a:cs typeface="+mn-ea"/>
                  <a:sym typeface="+mn-lt"/>
                </a:endParaRPr>
              </a:p>
            </p:txBody>
          </p:sp>
        </p:grpSp>
        <p:grpSp>
          <p:nvGrpSpPr>
            <p:cNvPr id="83" name="组合 82">
              <a:extLst>
                <a:ext uri="{FF2B5EF4-FFF2-40B4-BE49-F238E27FC236}">
                  <a16:creationId xmlns:a16="http://schemas.microsoft.com/office/drawing/2014/main" id="{72DAF7F3-C0BE-5FD4-4608-1D5A2D51FF67}"/>
                </a:ext>
              </a:extLst>
            </p:cNvPr>
            <p:cNvGrpSpPr/>
            <p:nvPr/>
          </p:nvGrpSpPr>
          <p:grpSpPr>
            <a:xfrm>
              <a:off x="5463171" y="4097440"/>
              <a:ext cx="2752459" cy="873760"/>
              <a:chOff x="5463171" y="4097440"/>
              <a:chExt cx="2752459" cy="873760"/>
            </a:xfrm>
          </p:grpSpPr>
          <p:sp>
            <p:nvSpPr>
              <p:cNvPr id="13" name="Shape5">
                <a:extLst>
                  <a:ext uri="{FF2B5EF4-FFF2-40B4-BE49-F238E27FC236}">
                    <a16:creationId xmlns:a16="http://schemas.microsoft.com/office/drawing/2014/main" id="{6774D672-11F9-57BB-2C83-E11046C8275D}"/>
                  </a:ext>
                </a:extLst>
              </p:cNvPr>
              <p:cNvSpPr/>
              <p:nvPr/>
            </p:nvSpPr>
            <p:spPr>
              <a:xfrm>
                <a:off x="5463171" y="4247744"/>
                <a:ext cx="140494" cy="14049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25000" lnSpcReduction="20000"/>
              </a:bodyPr>
              <a:lstStyle/>
              <a:p>
                <a:pPr algn="ctr"/>
                <a:endParaRPr lang="zh-CN" altLang="en-US">
                  <a:cs typeface="+mn-ea"/>
                  <a:sym typeface="+mn-lt"/>
                </a:endParaRPr>
              </a:p>
            </p:txBody>
          </p:sp>
          <p:sp>
            <p:nvSpPr>
              <p:cNvPr id="36" name="Number5">
                <a:extLst>
                  <a:ext uri="{FF2B5EF4-FFF2-40B4-BE49-F238E27FC236}">
                    <a16:creationId xmlns:a16="http://schemas.microsoft.com/office/drawing/2014/main" id="{70C04021-2337-3B10-66ED-4F90A1D7D1D1}"/>
                  </a:ext>
                </a:extLst>
              </p:cNvPr>
              <p:cNvSpPr txBox="1">
                <a:spLocks/>
              </p:cNvSpPr>
              <p:nvPr/>
            </p:nvSpPr>
            <p:spPr>
              <a:xfrm>
                <a:off x="5666960" y="4097440"/>
                <a:ext cx="2548670" cy="389575"/>
              </a:xfrm>
              <a:prstGeom prst="rect">
                <a:avLst/>
              </a:prstGeom>
            </p:spPr>
            <p:txBody>
              <a:bodyPr vert="horz" wrap="none" lIns="91440" tIns="45720" rIns="91440" bIns="45720" rtlCol="0" anchor="b"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altLang="zh-CN" b="1">
                    <a:solidFill>
                      <a:schemeClr val="accent1"/>
                    </a:solidFill>
                    <a:cs typeface="+mn-ea"/>
                    <a:sym typeface="+mn-lt"/>
                  </a:rPr>
                  <a:t>05</a:t>
                </a:r>
                <a:endParaRPr lang="en-US" b="1" dirty="0">
                  <a:solidFill>
                    <a:schemeClr val="accent1"/>
                  </a:solidFill>
                  <a:cs typeface="+mn-ea"/>
                  <a:sym typeface="+mn-lt"/>
                </a:endParaRPr>
              </a:p>
            </p:txBody>
          </p:sp>
          <p:sp>
            <p:nvSpPr>
              <p:cNvPr id="37" name="Bullet5">
                <a:extLst>
                  <a:ext uri="{FF2B5EF4-FFF2-40B4-BE49-F238E27FC236}">
                    <a16:creationId xmlns:a16="http://schemas.microsoft.com/office/drawing/2014/main" id="{3EC0A635-36EC-AEBF-55A4-50027924F776}"/>
                  </a:ext>
                </a:extLst>
              </p:cNvPr>
              <p:cNvSpPr txBox="1">
                <a:spLocks/>
              </p:cNvSpPr>
              <p:nvPr/>
            </p:nvSpPr>
            <p:spPr>
              <a:xfrm>
                <a:off x="5666960" y="4487015"/>
                <a:ext cx="2548670" cy="484185"/>
              </a:xfrm>
              <a:prstGeom prst="rect">
                <a:avLst/>
              </a:prstGeom>
            </p:spPr>
            <p:txBody>
              <a:bodyPr vert="horz" wrap="square" lIns="91440" tIns="45720" rIns="91440" bIns="45720" rtlCol="0" anchor="b"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zh-CN" altLang="en-US" b="1" dirty="0">
                    <a:cs typeface="+mn-ea"/>
                    <a:sym typeface="+mn-lt"/>
                  </a:rPr>
                  <a:t>单击添加小标题</a:t>
                </a:r>
                <a:endParaRPr lang="en-US" dirty="0">
                  <a:cs typeface="+mn-ea"/>
                  <a:sym typeface="+mn-lt"/>
                </a:endParaRPr>
              </a:p>
            </p:txBody>
          </p:sp>
        </p:grpSp>
        <p:grpSp>
          <p:nvGrpSpPr>
            <p:cNvPr id="84" name="组合 83">
              <a:extLst>
                <a:ext uri="{FF2B5EF4-FFF2-40B4-BE49-F238E27FC236}">
                  <a16:creationId xmlns:a16="http://schemas.microsoft.com/office/drawing/2014/main" id="{7D83948C-7F3F-DF9D-D927-A693D396F9F0}"/>
                </a:ext>
              </a:extLst>
            </p:cNvPr>
            <p:cNvGrpSpPr/>
            <p:nvPr/>
          </p:nvGrpSpPr>
          <p:grpSpPr>
            <a:xfrm>
              <a:off x="8766441" y="4097440"/>
              <a:ext cx="2752459" cy="873760"/>
              <a:chOff x="8766441" y="4097440"/>
              <a:chExt cx="2752459" cy="873760"/>
            </a:xfrm>
          </p:grpSpPr>
          <p:sp>
            <p:nvSpPr>
              <p:cNvPr id="14" name="Shape6">
                <a:extLst>
                  <a:ext uri="{FF2B5EF4-FFF2-40B4-BE49-F238E27FC236}">
                    <a16:creationId xmlns:a16="http://schemas.microsoft.com/office/drawing/2014/main" id="{3706CF17-F2AE-F427-091A-5A0ED1B7A28F}"/>
                  </a:ext>
                </a:extLst>
              </p:cNvPr>
              <p:cNvSpPr/>
              <p:nvPr/>
            </p:nvSpPr>
            <p:spPr>
              <a:xfrm>
                <a:off x="8766441" y="4247744"/>
                <a:ext cx="140494" cy="14049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25000" lnSpcReduction="20000"/>
              </a:bodyPr>
              <a:lstStyle/>
              <a:p>
                <a:pPr algn="ctr"/>
                <a:endParaRPr lang="zh-CN" altLang="en-US">
                  <a:cs typeface="+mn-ea"/>
                  <a:sym typeface="+mn-lt"/>
                </a:endParaRPr>
              </a:p>
            </p:txBody>
          </p:sp>
          <p:sp>
            <p:nvSpPr>
              <p:cNvPr id="34" name="Number6">
                <a:extLst>
                  <a:ext uri="{FF2B5EF4-FFF2-40B4-BE49-F238E27FC236}">
                    <a16:creationId xmlns:a16="http://schemas.microsoft.com/office/drawing/2014/main" id="{590E4682-1E34-F163-E46A-E81CD49EC716}"/>
                  </a:ext>
                </a:extLst>
              </p:cNvPr>
              <p:cNvSpPr txBox="1">
                <a:spLocks/>
              </p:cNvSpPr>
              <p:nvPr/>
            </p:nvSpPr>
            <p:spPr>
              <a:xfrm>
                <a:off x="8970230" y="4097440"/>
                <a:ext cx="2548670" cy="389575"/>
              </a:xfrm>
              <a:prstGeom prst="rect">
                <a:avLst/>
              </a:prstGeom>
            </p:spPr>
            <p:txBody>
              <a:bodyPr vert="horz" wrap="none" lIns="91440" tIns="45720" rIns="91440" bIns="45720" rtlCol="0" anchor="b"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altLang="zh-CN" b="1">
                    <a:solidFill>
                      <a:schemeClr val="accent1"/>
                    </a:solidFill>
                    <a:cs typeface="+mn-ea"/>
                    <a:sym typeface="+mn-lt"/>
                  </a:rPr>
                  <a:t>06</a:t>
                </a:r>
                <a:endParaRPr lang="en-US" b="1" dirty="0">
                  <a:solidFill>
                    <a:schemeClr val="accent1"/>
                  </a:solidFill>
                  <a:cs typeface="+mn-ea"/>
                  <a:sym typeface="+mn-lt"/>
                </a:endParaRPr>
              </a:p>
            </p:txBody>
          </p:sp>
          <p:sp>
            <p:nvSpPr>
              <p:cNvPr id="35" name="Bullet6">
                <a:extLst>
                  <a:ext uri="{FF2B5EF4-FFF2-40B4-BE49-F238E27FC236}">
                    <a16:creationId xmlns:a16="http://schemas.microsoft.com/office/drawing/2014/main" id="{B1FA29C6-E7A4-1421-9453-C4A15A9E2BD4}"/>
                  </a:ext>
                </a:extLst>
              </p:cNvPr>
              <p:cNvSpPr txBox="1">
                <a:spLocks/>
              </p:cNvSpPr>
              <p:nvPr/>
            </p:nvSpPr>
            <p:spPr>
              <a:xfrm>
                <a:off x="8970230" y="4487015"/>
                <a:ext cx="2548670" cy="484185"/>
              </a:xfrm>
              <a:prstGeom prst="rect">
                <a:avLst/>
              </a:prstGeom>
            </p:spPr>
            <p:txBody>
              <a:bodyPr vert="horz" wrap="square" lIns="91440" tIns="45720" rIns="91440" bIns="45720" rtlCol="0" anchor="b"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zh-CN" altLang="en-US" b="1" dirty="0">
                    <a:cs typeface="+mn-ea"/>
                    <a:sym typeface="+mn-lt"/>
                  </a:rPr>
                  <a:t>单击添加小标题</a:t>
                </a:r>
                <a:endParaRPr lang="en-US" dirty="0">
                  <a:cs typeface="+mn-ea"/>
                  <a:sym typeface="+mn-lt"/>
                </a:endParaRPr>
              </a:p>
            </p:txBody>
          </p:sp>
        </p:grpSp>
        <p:grpSp>
          <p:nvGrpSpPr>
            <p:cNvPr id="85" name="组合 84">
              <a:extLst>
                <a:ext uri="{FF2B5EF4-FFF2-40B4-BE49-F238E27FC236}">
                  <a16:creationId xmlns:a16="http://schemas.microsoft.com/office/drawing/2014/main" id="{9E0B02DD-FF4E-DAE4-AE54-7E2D71F8FC71}"/>
                </a:ext>
              </a:extLst>
            </p:cNvPr>
            <p:cNvGrpSpPr/>
            <p:nvPr/>
          </p:nvGrpSpPr>
          <p:grpSpPr>
            <a:xfrm>
              <a:off x="5463171" y="5153404"/>
              <a:ext cx="2752459" cy="873760"/>
              <a:chOff x="5463171" y="5153404"/>
              <a:chExt cx="2752459" cy="873760"/>
            </a:xfrm>
          </p:grpSpPr>
          <p:sp>
            <p:nvSpPr>
              <p:cNvPr id="15" name="Shape7">
                <a:extLst>
                  <a:ext uri="{FF2B5EF4-FFF2-40B4-BE49-F238E27FC236}">
                    <a16:creationId xmlns:a16="http://schemas.microsoft.com/office/drawing/2014/main" id="{9DED8536-F704-9CC7-65DE-2881712FE7A2}"/>
                  </a:ext>
                </a:extLst>
              </p:cNvPr>
              <p:cNvSpPr/>
              <p:nvPr/>
            </p:nvSpPr>
            <p:spPr>
              <a:xfrm>
                <a:off x="5463171" y="5303708"/>
                <a:ext cx="140494" cy="14049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25000" lnSpcReduction="20000"/>
              </a:bodyPr>
              <a:lstStyle/>
              <a:p>
                <a:pPr algn="ctr"/>
                <a:endParaRPr lang="zh-CN" altLang="en-US">
                  <a:cs typeface="+mn-ea"/>
                  <a:sym typeface="+mn-lt"/>
                </a:endParaRPr>
              </a:p>
            </p:txBody>
          </p:sp>
          <p:sp>
            <p:nvSpPr>
              <p:cNvPr id="31" name="Number7">
                <a:extLst>
                  <a:ext uri="{FF2B5EF4-FFF2-40B4-BE49-F238E27FC236}">
                    <a16:creationId xmlns:a16="http://schemas.microsoft.com/office/drawing/2014/main" id="{BE0C568A-67D7-0371-CCEF-1BCAA9D3612B}"/>
                  </a:ext>
                </a:extLst>
              </p:cNvPr>
              <p:cNvSpPr txBox="1">
                <a:spLocks/>
              </p:cNvSpPr>
              <p:nvPr/>
            </p:nvSpPr>
            <p:spPr>
              <a:xfrm>
                <a:off x="5666960" y="5153404"/>
                <a:ext cx="2548670" cy="389575"/>
              </a:xfrm>
              <a:prstGeom prst="rect">
                <a:avLst/>
              </a:prstGeom>
            </p:spPr>
            <p:txBody>
              <a:bodyPr vert="horz" wrap="none" lIns="91440" tIns="45720" rIns="91440" bIns="45720" rtlCol="0" anchor="b"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altLang="zh-CN" b="1">
                    <a:solidFill>
                      <a:schemeClr val="accent1"/>
                    </a:solidFill>
                    <a:cs typeface="+mn-ea"/>
                    <a:sym typeface="+mn-lt"/>
                  </a:rPr>
                  <a:t>07</a:t>
                </a:r>
                <a:endParaRPr lang="en-US" b="1" dirty="0">
                  <a:solidFill>
                    <a:schemeClr val="accent1"/>
                  </a:solidFill>
                  <a:cs typeface="+mn-ea"/>
                  <a:sym typeface="+mn-lt"/>
                </a:endParaRPr>
              </a:p>
            </p:txBody>
          </p:sp>
          <p:sp>
            <p:nvSpPr>
              <p:cNvPr id="32" name="Bullet7">
                <a:extLst>
                  <a:ext uri="{FF2B5EF4-FFF2-40B4-BE49-F238E27FC236}">
                    <a16:creationId xmlns:a16="http://schemas.microsoft.com/office/drawing/2014/main" id="{6125CC7E-0043-CBCF-44F4-7CCAAA7EE2F8}"/>
                  </a:ext>
                </a:extLst>
              </p:cNvPr>
              <p:cNvSpPr txBox="1">
                <a:spLocks/>
              </p:cNvSpPr>
              <p:nvPr/>
            </p:nvSpPr>
            <p:spPr>
              <a:xfrm>
                <a:off x="5666960" y="5542979"/>
                <a:ext cx="2548670" cy="484185"/>
              </a:xfrm>
              <a:prstGeom prst="rect">
                <a:avLst/>
              </a:prstGeom>
            </p:spPr>
            <p:txBody>
              <a:bodyPr vert="horz" wrap="square" lIns="91440" tIns="45720" rIns="91440" bIns="45720" rtlCol="0" anchor="b"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zh-CN" altLang="en-US" b="1" dirty="0">
                    <a:cs typeface="+mn-ea"/>
                    <a:sym typeface="+mn-lt"/>
                  </a:rPr>
                  <a:t>单击添加小标题</a:t>
                </a:r>
                <a:endParaRPr lang="en-US" dirty="0">
                  <a:cs typeface="+mn-ea"/>
                  <a:sym typeface="+mn-lt"/>
                </a:endParaRPr>
              </a:p>
            </p:txBody>
          </p:sp>
        </p:grpSp>
        <p:grpSp>
          <p:nvGrpSpPr>
            <p:cNvPr id="86" name="组合 85">
              <a:extLst>
                <a:ext uri="{FF2B5EF4-FFF2-40B4-BE49-F238E27FC236}">
                  <a16:creationId xmlns:a16="http://schemas.microsoft.com/office/drawing/2014/main" id="{D617DA7A-CB09-5359-5C78-87B2CC566AB4}"/>
                </a:ext>
              </a:extLst>
            </p:cNvPr>
            <p:cNvGrpSpPr/>
            <p:nvPr/>
          </p:nvGrpSpPr>
          <p:grpSpPr>
            <a:xfrm>
              <a:off x="8766441" y="5153404"/>
              <a:ext cx="2752459" cy="873760"/>
              <a:chOff x="8766441" y="5153404"/>
              <a:chExt cx="2752459" cy="873760"/>
            </a:xfrm>
          </p:grpSpPr>
          <p:sp>
            <p:nvSpPr>
              <p:cNvPr id="16" name="Shape8">
                <a:extLst>
                  <a:ext uri="{FF2B5EF4-FFF2-40B4-BE49-F238E27FC236}">
                    <a16:creationId xmlns:a16="http://schemas.microsoft.com/office/drawing/2014/main" id="{71DE378B-8CFD-B837-342E-1945D60EAE8A}"/>
                  </a:ext>
                </a:extLst>
              </p:cNvPr>
              <p:cNvSpPr/>
              <p:nvPr/>
            </p:nvSpPr>
            <p:spPr>
              <a:xfrm>
                <a:off x="8766441" y="5303708"/>
                <a:ext cx="140494" cy="14049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25000" lnSpcReduction="20000"/>
              </a:bodyPr>
              <a:lstStyle/>
              <a:p>
                <a:pPr algn="ctr"/>
                <a:endParaRPr lang="zh-CN" altLang="en-US">
                  <a:cs typeface="+mn-ea"/>
                  <a:sym typeface="+mn-lt"/>
                </a:endParaRPr>
              </a:p>
            </p:txBody>
          </p:sp>
          <p:sp>
            <p:nvSpPr>
              <p:cNvPr id="29" name="Number8">
                <a:extLst>
                  <a:ext uri="{FF2B5EF4-FFF2-40B4-BE49-F238E27FC236}">
                    <a16:creationId xmlns:a16="http://schemas.microsoft.com/office/drawing/2014/main" id="{768490E1-AAB3-1268-4355-162D56212837}"/>
                  </a:ext>
                </a:extLst>
              </p:cNvPr>
              <p:cNvSpPr txBox="1">
                <a:spLocks/>
              </p:cNvSpPr>
              <p:nvPr/>
            </p:nvSpPr>
            <p:spPr>
              <a:xfrm>
                <a:off x="8970230" y="5153404"/>
                <a:ext cx="2548670" cy="389575"/>
              </a:xfrm>
              <a:prstGeom prst="rect">
                <a:avLst/>
              </a:prstGeom>
            </p:spPr>
            <p:txBody>
              <a:bodyPr vert="horz" wrap="none" lIns="91440" tIns="45720" rIns="91440" bIns="45720" rtlCol="0" anchor="b"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altLang="zh-CN" b="1">
                    <a:solidFill>
                      <a:schemeClr val="accent1"/>
                    </a:solidFill>
                    <a:cs typeface="+mn-ea"/>
                    <a:sym typeface="+mn-lt"/>
                  </a:rPr>
                  <a:t>08</a:t>
                </a:r>
                <a:endParaRPr lang="en-US" b="1" dirty="0">
                  <a:solidFill>
                    <a:schemeClr val="accent1"/>
                  </a:solidFill>
                  <a:cs typeface="+mn-ea"/>
                  <a:sym typeface="+mn-lt"/>
                </a:endParaRPr>
              </a:p>
            </p:txBody>
          </p:sp>
          <p:sp>
            <p:nvSpPr>
              <p:cNvPr id="30" name="Bullet8">
                <a:extLst>
                  <a:ext uri="{FF2B5EF4-FFF2-40B4-BE49-F238E27FC236}">
                    <a16:creationId xmlns:a16="http://schemas.microsoft.com/office/drawing/2014/main" id="{B1F31336-95C6-9C35-FA44-BECEEBEECD5C}"/>
                  </a:ext>
                </a:extLst>
              </p:cNvPr>
              <p:cNvSpPr txBox="1">
                <a:spLocks/>
              </p:cNvSpPr>
              <p:nvPr/>
            </p:nvSpPr>
            <p:spPr>
              <a:xfrm>
                <a:off x="8970230" y="5542979"/>
                <a:ext cx="2548670" cy="484185"/>
              </a:xfrm>
              <a:prstGeom prst="rect">
                <a:avLst/>
              </a:prstGeom>
            </p:spPr>
            <p:txBody>
              <a:bodyPr vert="horz" wrap="square" lIns="91440" tIns="45720" rIns="91440" bIns="45720" rtlCol="0" anchor="b"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zh-CN" altLang="en-US" b="1" dirty="0">
                    <a:cs typeface="+mn-ea"/>
                    <a:sym typeface="+mn-lt"/>
                  </a:rPr>
                  <a:t>单击添加小标题</a:t>
                </a:r>
                <a:endParaRPr lang="en-US" dirty="0">
                  <a:cs typeface="+mn-ea"/>
                  <a:sym typeface="+mn-lt"/>
                </a:endParaRPr>
              </a:p>
            </p:txBody>
          </p:sp>
        </p:grpSp>
      </p:grpSp>
      <p:sp>
        <p:nvSpPr>
          <p:cNvPr id="41" name="标题 1"/>
          <p:cNvSpPr>
            <a:spLocks noGrp="1"/>
          </p:cNvSpPr>
          <p:nvPr>
            <p:ph type="title" hasCustomPrompt="1"/>
          </p:nvPr>
        </p:nvSpPr>
        <p:spPr>
          <a:xfrm>
            <a:off x="660400" y="128587"/>
            <a:ext cx="10858500" cy="900112"/>
          </a:xfrm>
        </p:spPr>
        <p:txBody>
          <a:bodyPr lIns="91440" tIns="45720" rIns="91440" bIns="45720">
            <a:normAutofit/>
          </a:bodyPr>
          <a:lstStyle>
            <a:lvl1pPr>
              <a:defRPr/>
            </a:lvl1pPr>
          </a:lstStyle>
          <a:p>
            <a:pPr lvl="0"/>
            <a:r>
              <a:rPr lang="zh-CN" altLang="en-US" dirty="0">
                <a:sym typeface="+mn-lt"/>
              </a:rPr>
              <a:t>目录</a:t>
            </a:r>
            <a:endParaRPr lang="en-US" dirty="0">
              <a:sym typeface="+mn-lt"/>
            </a:endParaRPr>
          </a:p>
        </p:txBody>
      </p:sp>
    </p:spTree>
    <p:extLst>
      <p:ext uri="{BB962C8B-B14F-4D97-AF65-F5344CB8AC3E}">
        <p14:creationId xmlns:p14="http://schemas.microsoft.com/office/powerpoint/2010/main" val="1330625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userDrawn="1">
            <p:ph type="title" hasCustomPrompt="1"/>
          </p:nvPr>
        </p:nvSpPr>
        <p:spPr>
          <a:xfrm>
            <a:off x="7052733" y="1361543"/>
            <a:ext cx="4466167" cy="1940035"/>
          </a:xfrm>
        </p:spPr>
        <p:txBody>
          <a:bodyPr lIns="91440" tIns="45720" rIns="91440" bIns="45720">
            <a:normAutofit/>
          </a:bodyPr>
          <a:lstStyle/>
          <a:p>
            <a:r>
              <a:rPr lang="zh-CN" altLang="en-US" dirty="0">
                <a:sym typeface="+mn-lt"/>
              </a:rPr>
              <a:t>项目概述</a:t>
            </a:r>
            <a:endParaRPr lang="en-US" dirty="0">
              <a:sym typeface="+mn-lt"/>
            </a:endParaRPr>
          </a:p>
        </p:txBody>
      </p:sp>
      <p:sp>
        <p:nvSpPr>
          <p:cNvPr id="25" name="文本占位符 24"/>
          <p:cNvSpPr>
            <a:spLocks noGrp="1"/>
          </p:cNvSpPr>
          <p:nvPr userDrawn="1">
            <p:ph type="body" sz="quarter" idx="1" hasCustomPrompt="1"/>
          </p:nvPr>
        </p:nvSpPr>
        <p:spPr>
          <a:xfrm>
            <a:off x="7052733" y="3429000"/>
            <a:ext cx="4466167" cy="1880768"/>
          </a:xfrm>
        </p:spPr>
        <p:txBody>
          <a:bodyPr lIns="91440" tIns="45720" rIns="91440" bIns="45720">
            <a:normAutofit/>
          </a:bodyPr>
          <a:lstStyle/>
          <a:p>
            <a:r>
              <a:rPr lang="zh-CN" altLang="en-US" dirty="0">
                <a:sym typeface="+mn-lt"/>
              </a:rPr>
              <a:t>对整个项目的宏观介绍</a:t>
            </a:r>
            <a:endParaRPr lang="en-US" altLang="zh-CN" dirty="0">
              <a:sym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4EFBB-6A6E-42DE-8C6F-76A6F091B144}"/>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0B9C23E0-E89C-3DDD-C5BA-6DE352941596}"/>
              </a:ext>
            </a:extLst>
          </p:cNvPr>
          <p:cNvGrpSpPr/>
          <p:nvPr/>
        </p:nvGrpSpPr>
        <p:grpSpPr>
          <a:xfrm>
            <a:off x="660399" y="1130301"/>
            <a:ext cx="11531601" cy="5003799"/>
            <a:chOff x="660399" y="1130301"/>
            <a:chExt cx="11531601" cy="5003799"/>
          </a:xfrm>
        </p:grpSpPr>
        <p:sp>
          <p:nvSpPr>
            <p:cNvPr id="3" name="矩形 2">
              <a:extLst>
                <a:ext uri="{FF2B5EF4-FFF2-40B4-BE49-F238E27FC236}">
                  <a16:creationId xmlns:a16="http://schemas.microsoft.com/office/drawing/2014/main" id="{A445ED0A-FE6A-421D-20ED-775D969CB54E}"/>
                </a:ext>
              </a:extLst>
            </p:cNvPr>
            <p:cNvSpPr/>
            <p:nvPr/>
          </p:nvSpPr>
          <p:spPr>
            <a:xfrm>
              <a:off x="660399" y="3888683"/>
              <a:ext cx="10858500" cy="224541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cs typeface="+mn-ea"/>
                <a:sym typeface="+mn-lt"/>
              </a:endParaRPr>
            </a:p>
          </p:txBody>
        </p:sp>
        <p:sp>
          <p:nvSpPr>
            <p:cNvPr id="4" name="Title">
              <a:extLst>
                <a:ext uri="{FF2B5EF4-FFF2-40B4-BE49-F238E27FC236}">
                  <a16:creationId xmlns:a16="http://schemas.microsoft.com/office/drawing/2014/main" id="{6AF9860C-43B8-6ECE-2B98-D10C9F6F2B8B}"/>
                </a:ext>
              </a:extLst>
            </p:cNvPr>
            <p:cNvSpPr>
              <a:spLocks noChangeAspect="1"/>
            </p:cNvSpPr>
            <p:nvPr/>
          </p:nvSpPr>
          <p:spPr>
            <a:xfrm>
              <a:off x="660399" y="1130301"/>
              <a:ext cx="7340602" cy="9553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sz="2400" b="1" i="0" u="none" strike="noStrike" kern="1200" cap="none" spc="0" normalizeH="0" baseline="0" noProof="0">
                  <a:ln>
                    <a:noFill/>
                  </a:ln>
                  <a:solidFill>
                    <a:schemeClr val="tx1"/>
                  </a:solidFill>
                  <a:effectLst/>
                  <a:uLnTx/>
                  <a:uFillTx/>
                  <a:cs typeface="+mn-ea"/>
                  <a:sym typeface="+mn-lt"/>
                </a:rPr>
                <a:t>单击此处添加长一点的副标题</a:t>
              </a:r>
              <a:endParaRPr lang="en-US" sz="2400" dirty="0">
                <a:cs typeface="+mn-ea"/>
                <a:sym typeface="+mn-lt"/>
              </a:endParaRPr>
            </a:p>
          </p:txBody>
        </p:sp>
        <p:pic>
          <p:nvPicPr>
            <p:cNvPr id="5" name="图片 4">
              <a:extLst>
                <a:ext uri="{FF2B5EF4-FFF2-40B4-BE49-F238E27FC236}">
                  <a16:creationId xmlns:a16="http://schemas.microsoft.com/office/drawing/2014/main" id="{E6703500-DF37-993B-CA0E-4DFE036AC16F}"/>
                </a:ext>
              </a:extLst>
            </p:cNvPr>
            <p:cNvPicPr>
              <a:picLocks noChangeAspect="1"/>
            </p:cNvPicPr>
            <p:nvPr/>
          </p:nvPicPr>
          <p:blipFill>
            <a:blip r:embed="rId4">
              <a:extLst>
                <a:ext uri="{28A0092B-C50C-407E-A947-70E740481C1C}">
                  <a14:useLocalDpi xmlns:a14="http://schemas.microsoft.com/office/drawing/2010/main" val="0"/>
                </a:ext>
              </a:extLst>
            </a:blip>
            <a:srcRect l="6948" t="15833" r="48864" b="12662"/>
            <a:stretch>
              <a:fillRect/>
            </a:stretch>
          </p:blipFill>
          <p:spPr>
            <a:xfrm>
              <a:off x="7190888" y="1579607"/>
              <a:ext cx="5001112" cy="4554493"/>
            </a:xfrm>
            <a:custGeom>
              <a:avLst/>
              <a:gdLst>
                <a:gd name="csX0" fmla="*/ 0 w 5001112"/>
                <a:gd name="csY0" fmla="*/ 0 h 4756373"/>
                <a:gd name="csX1" fmla="*/ 5001112 w 5001112"/>
                <a:gd name="csY1" fmla="*/ 0 h 4756373"/>
                <a:gd name="csX2" fmla="*/ 5001112 w 5001112"/>
                <a:gd name="csY2" fmla="*/ 4756373 h 4756373"/>
                <a:gd name="csX3" fmla="*/ 0 w 5001112"/>
                <a:gd name="csY3" fmla="*/ 4756373 h 4756373"/>
              </a:gdLst>
              <a:ahLst/>
              <a:cxnLst>
                <a:cxn ang="0">
                  <a:pos x="csX0" y="csY0"/>
                </a:cxn>
                <a:cxn ang="0">
                  <a:pos x="csX1" y="csY1"/>
                </a:cxn>
                <a:cxn ang="0">
                  <a:pos x="csX2" y="csY2"/>
                </a:cxn>
                <a:cxn ang="0">
                  <a:pos x="csX3" y="csY3"/>
                </a:cxn>
              </a:cxnLst>
              <a:rect l="l" t="t" r="r" b="b"/>
              <a:pathLst>
                <a:path w="5001112" h="4756373">
                  <a:moveTo>
                    <a:pt x="0" y="0"/>
                  </a:moveTo>
                  <a:lnTo>
                    <a:pt x="5001112" y="0"/>
                  </a:lnTo>
                  <a:lnTo>
                    <a:pt x="5001112" y="4756373"/>
                  </a:lnTo>
                  <a:lnTo>
                    <a:pt x="0" y="4756373"/>
                  </a:lnTo>
                  <a:close/>
                </a:path>
              </a:pathLst>
            </a:custGeom>
          </p:spPr>
        </p:pic>
        <p:grpSp>
          <p:nvGrpSpPr>
            <p:cNvPr id="6" name="组合 5">
              <a:extLst>
                <a:ext uri="{FF2B5EF4-FFF2-40B4-BE49-F238E27FC236}">
                  <a16:creationId xmlns:a16="http://schemas.microsoft.com/office/drawing/2014/main" id="{CE691665-BAA8-4DFE-4B55-56F2C954B41B}"/>
                </a:ext>
              </a:extLst>
            </p:cNvPr>
            <p:cNvGrpSpPr/>
            <p:nvPr/>
          </p:nvGrpSpPr>
          <p:grpSpPr>
            <a:xfrm>
              <a:off x="790087" y="2441213"/>
              <a:ext cx="2994514" cy="1160265"/>
              <a:chOff x="790087" y="2441213"/>
              <a:chExt cx="2994514" cy="1160265"/>
            </a:xfrm>
          </p:grpSpPr>
          <p:sp>
            <p:nvSpPr>
              <p:cNvPr id="22" name="Number1">
                <a:extLst>
                  <a:ext uri="{FF2B5EF4-FFF2-40B4-BE49-F238E27FC236}">
                    <a16:creationId xmlns:a16="http://schemas.microsoft.com/office/drawing/2014/main" id="{840499D5-38ED-1754-5194-519A20B724D6}"/>
                  </a:ext>
                </a:extLst>
              </p:cNvPr>
              <p:cNvSpPr/>
              <p:nvPr/>
            </p:nvSpPr>
            <p:spPr>
              <a:xfrm>
                <a:off x="790087" y="2508248"/>
                <a:ext cx="698502" cy="69850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b="1" dirty="0">
                    <a:solidFill>
                      <a:srgbClr val="FFFFFF"/>
                    </a:solidFill>
                    <a:cs typeface="+mn-ea"/>
                    <a:sym typeface="+mn-lt"/>
                  </a:rPr>
                  <a:t>01</a:t>
                </a:r>
                <a:endParaRPr lang="zh-CN" altLang="en-US" b="1" dirty="0">
                  <a:solidFill>
                    <a:srgbClr val="FFFFFF"/>
                  </a:solidFill>
                  <a:cs typeface="+mn-ea"/>
                  <a:sym typeface="+mn-lt"/>
                </a:endParaRPr>
              </a:p>
            </p:txBody>
          </p:sp>
          <p:sp>
            <p:nvSpPr>
              <p:cNvPr id="32" name="Text1">
                <a:extLst>
                  <a:ext uri="{FF2B5EF4-FFF2-40B4-BE49-F238E27FC236}">
                    <a16:creationId xmlns:a16="http://schemas.microsoft.com/office/drawing/2014/main" id="{7070874D-98B1-74A2-3E0B-8413AA245942}"/>
                  </a:ext>
                </a:extLst>
              </p:cNvPr>
              <p:cNvSpPr/>
              <p:nvPr/>
            </p:nvSpPr>
            <p:spPr bwMode="auto">
              <a:xfrm>
                <a:off x="1680397" y="2969317"/>
                <a:ext cx="2104204" cy="632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20000"/>
                  </a:lnSpc>
                </a:pPr>
                <a:r>
                  <a:rPr lang="zh-CN" altLang="en-US" sz="1200" dirty="0">
                    <a:cs typeface="+mn-ea"/>
                    <a:sym typeface="+mn-lt"/>
                  </a:rPr>
                  <a:t>单击此处添加文本单击此处添加文本单击此处添加文本</a:t>
                </a:r>
                <a:endParaRPr lang="en-US" sz="1200" dirty="0">
                  <a:cs typeface="+mn-ea"/>
                  <a:sym typeface="+mn-lt"/>
                </a:endParaRPr>
              </a:p>
            </p:txBody>
          </p:sp>
          <p:sp>
            <p:nvSpPr>
              <p:cNvPr id="33" name="Bullet1">
                <a:extLst>
                  <a:ext uri="{FF2B5EF4-FFF2-40B4-BE49-F238E27FC236}">
                    <a16:creationId xmlns:a16="http://schemas.microsoft.com/office/drawing/2014/main" id="{3458E229-1D48-9375-C5AF-A976804C9034}"/>
                  </a:ext>
                </a:extLst>
              </p:cNvPr>
              <p:cNvSpPr/>
              <p:nvPr/>
            </p:nvSpPr>
            <p:spPr bwMode="auto">
              <a:xfrm>
                <a:off x="1680397" y="2441213"/>
                <a:ext cx="2104204" cy="528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r>
                  <a:rPr lang="zh-CN" altLang="en-US" b="1" dirty="0">
                    <a:cs typeface="+mn-ea"/>
                    <a:sym typeface="+mn-lt"/>
                  </a:rPr>
                  <a:t>单击添加小标题</a:t>
                </a:r>
                <a:endParaRPr lang="en-US" dirty="0">
                  <a:cs typeface="+mn-ea"/>
                  <a:sym typeface="+mn-lt"/>
                </a:endParaRPr>
              </a:p>
            </p:txBody>
          </p:sp>
        </p:grpSp>
        <p:grpSp>
          <p:nvGrpSpPr>
            <p:cNvPr id="8" name="组合 7">
              <a:extLst>
                <a:ext uri="{FF2B5EF4-FFF2-40B4-BE49-F238E27FC236}">
                  <a16:creationId xmlns:a16="http://schemas.microsoft.com/office/drawing/2014/main" id="{1D065A21-64FA-241C-03AC-CE4F6047C3D6}"/>
                </a:ext>
              </a:extLst>
            </p:cNvPr>
            <p:cNvGrpSpPr/>
            <p:nvPr/>
          </p:nvGrpSpPr>
          <p:grpSpPr>
            <a:xfrm>
              <a:off x="3990487" y="2441213"/>
              <a:ext cx="2994514" cy="1160265"/>
              <a:chOff x="3990487" y="2441213"/>
              <a:chExt cx="2994514" cy="1160265"/>
            </a:xfrm>
          </p:grpSpPr>
          <p:sp>
            <p:nvSpPr>
              <p:cNvPr id="17" name="Number2">
                <a:extLst>
                  <a:ext uri="{FF2B5EF4-FFF2-40B4-BE49-F238E27FC236}">
                    <a16:creationId xmlns:a16="http://schemas.microsoft.com/office/drawing/2014/main" id="{7E7A8D81-A3AF-8CE0-0674-3BFED7B3A4F2}"/>
                  </a:ext>
                </a:extLst>
              </p:cNvPr>
              <p:cNvSpPr/>
              <p:nvPr/>
            </p:nvSpPr>
            <p:spPr>
              <a:xfrm>
                <a:off x="3990487" y="2508248"/>
                <a:ext cx="698502" cy="69850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b="1" dirty="0">
                    <a:solidFill>
                      <a:srgbClr val="FFFFFF"/>
                    </a:solidFill>
                    <a:cs typeface="+mn-ea"/>
                    <a:sym typeface="+mn-lt"/>
                  </a:rPr>
                  <a:t>02</a:t>
                </a:r>
                <a:endParaRPr lang="zh-CN" altLang="en-US" b="1" dirty="0">
                  <a:solidFill>
                    <a:srgbClr val="FFFFFF"/>
                  </a:solidFill>
                  <a:cs typeface="+mn-ea"/>
                  <a:sym typeface="+mn-lt"/>
                </a:endParaRPr>
              </a:p>
            </p:txBody>
          </p:sp>
          <p:sp>
            <p:nvSpPr>
              <p:cNvPr id="18" name="Text2">
                <a:extLst>
                  <a:ext uri="{FF2B5EF4-FFF2-40B4-BE49-F238E27FC236}">
                    <a16:creationId xmlns:a16="http://schemas.microsoft.com/office/drawing/2014/main" id="{6D308242-A640-51E3-3095-D4BB00158C19}"/>
                  </a:ext>
                </a:extLst>
              </p:cNvPr>
              <p:cNvSpPr/>
              <p:nvPr/>
            </p:nvSpPr>
            <p:spPr bwMode="auto">
              <a:xfrm>
                <a:off x="4880797" y="2969317"/>
                <a:ext cx="2104204" cy="632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20000"/>
                  </a:lnSpc>
                </a:pPr>
                <a:r>
                  <a:rPr lang="zh-CN" altLang="en-US" sz="1200" dirty="0">
                    <a:cs typeface="+mn-ea"/>
                    <a:sym typeface="+mn-lt"/>
                  </a:rPr>
                  <a:t>单击此处添加文本单击此处添加文本单击此处添加文本</a:t>
                </a:r>
                <a:endParaRPr lang="en-US" sz="1200" dirty="0">
                  <a:cs typeface="+mn-ea"/>
                  <a:sym typeface="+mn-lt"/>
                </a:endParaRPr>
              </a:p>
            </p:txBody>
          </p:sp>
          <p:sp>
            <p:nvSpPr>
              <p:cNvPr id="20" name="Bullet2">
                <a:extLst>
                  <a:ext uri="{FF2B5EF4-FFF2-40B4-BE49-F238E27FC236}">
                    <a16:creationId xmlns:a16="http://schemas.microsoft.com/office/drawing/2014/main" id="{0C0F6550-9F6D-3C0F-F822-3CBD41EC0AEB}"/>
                  </a:ext>
                </a:extLst>
              </p:cNvPr>
              <p:cNvSpPr/>
              <p:nvPr/>
            </p:nvSpPr>
            <p:spPr bwMode="auto">
              <a:xfrm>
                <a:off x="4880797" y="2441213"/>
                <a:ext cx="2104204" cy="528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r>
                  <a:rPr lang="zh-CN" altLang="en-US" b="1" dirty="0">
                    <a:cs typeface="+mn-ea"/>
                    <a:sym typeface="+mn-lt"/>
                  </a:rPr>
                  <a:t>单击添加小标题</a:t>
                </a:r>
                <a:endParaRPr lang="en-US" dirty="0">
                  <a:cs typeface="+mn-ea"/>
                  <a:sym typeface="+mn-lt"/>
                </a:endParaRPr>
              </a:p>
            </p:txBody>
          </p:sp>
        </p:grpSp>
        <p:grpSp>
          <p:nvGrpSpPr>
            <p:cNvPr id="9" name="组合 8">
              <a:extLst>
                <a:ext uri="{FF2B5EF4-FFF2-40B4-BE49-F238E27FC236}">
                  <a16:creationId xmlns:a16="http://schemas.microsoft.com/office/drawing/2014/main" id="{5515A879-59A0-3284-C093-7428FA8E0711}"/>
                </a:ext>
              </a:extLst>
            </p:cNvPr>
            <p:cNvGrpSpPr/>
            <p:nvPr/>
          </p:nvGrpSpPr>
          <p:grpSpPr>
            <a:xfrm>
              <a:off x="790087" y="4066484"/>
              <a:ext cx="2994514" cy="1918213"/>
              <a:chOff x="790087" y="4066484"/>
              <a:chExt cx="2994514" cy="1918213"/>
            </a:xfrm>
          </p:grpSpPr>
          <p:sp>
            <p:nvSpPr>
              <p:cNvPr id="14" name="Number3">
                <a:extLst>
                  <a:ext uri="{FF2B5EF4-FFF2-40B4-BE49-F238E27FC236}">
                    <a16:creationId xmlns:a16="http://schemas.microsoft.com/office/drawing/2014/main" id="{6244D243-310D-6323-EC55-18B2C1D94D9A}"/>
                  </a:ext>
                </a:extLst>
              </p:cNvPr>
              <p:cNvSpPr/>
              <p:nvPr/>
            </p:nvSpPr>
            <p:spPr>
              <a:xfrm>
                <a:off x="790087" y="4338813"/>
                <a:ext cx="698502" cy="698502"/>
              </a:xfrm>
              <a:prstGeom prst="rect">
                <a:avLst/>
              </a:prstGeom>
              <a:no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b="1">
                    <a:solidFill>
                      <a:srgbClr val="FFFFFF"/>
                    </a:solidFill>
                    <a:cs typeface="+mn-ea"/>
                    <a:sym typeface="+mn-lt"/>
                  </a:rPr>
                  <a:t>03</a:t>
                </a:r>
                <a:endParaRPr lang="zh-CN" altLang="en-US" b="1" dirty="0">
                  <a:solidFill>
                    <a:srgbClr val="FFFFFF"/>
                  </a:solidFill>
                  <a:cs typeface="+mn-ea"/>
                  <a:sym typeface="+mn-lt"/>
                </a:endParaRPr>
              </a:p>
            </p:txBody>
          </p:sp>
          <p:sp>
            <p:nvSpPr>
              <p:cNvPr id="15" name="Text3">
                <a:extLst>
                  <a:ext uri="{FF2B5EF4-FFF2-40B4-BE49-F238E27FC236}">
                    <a16:creationId xmlns:a16="http://schemas.microsoft.com/office/drawing/2014/main" id="{97551D34-35B7-49FF-67B6-97AA7100F033}"/>
                  </a:ext>
                </a:extLst>
              </p:cNvPr>
              <p:cNvSpPr/>
              <p:nvPr/>
            </p:nvSpPr>
            <p:spPr bwMode="auto">
              <a:xfrm>
                <a:off x="1680397" y="4799883"/>
                <a:ext cx="2104204" cy="1184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20000"/>
                  </a:lnSpc>
                </a:pPr>
                <a:r>
                  <a:rPr lang="zh-CN" altLang="en-US" sz="1200" dirty="0">
                    <a:solidFill>
                      <a:srgbClr val="FFFFFF"/>
                    </a:solidFill>
                    <a:cs typeface="+mn-ea"/>
                    <a:sym typeface="+mn-lt"/>
                  </a:rPr>
                  <a:t>单击此处添加文本单击此处添加文本单击此处添加文本单击此处添加文本</a:t>
                </a:r>
                <a:endParaRPr lang="en-US" sz="1200" dirty="0">
                  <a:solidFill>
                    <a:srgbClr val="FFFFFF"/>
                  </a:solidFill>
                  <a:cs typeface="+mn-ea"/>
                  <a:sym typeface="+mn-lt"/>
                </a:endParaRPr>
              </a:p>
            </p:txBody>
          </p:sp>
          <p:sp>
            <p:nvSpPr>
              <p:cNvPr id="16" name="Bullet3">
                <a:extLst>
                  <a:ext uri="{FF2B5EF4-FFF2-40B4-BE49-F238E27FC236}">
                    <a16:creationId xmlns:a16="http://schemas.microsoft.com/office/drawing/2014/main" id="{88E084D7-EA7B-6575-7493-B9ED48502A60}"/>
                  </a:ext>
                </a:extLst>
              </p:cNvPr>
              <p:cNvSpPr/>
              <p:nvPr/>
            </p:nvSpPr>
            <p:spPr bwMode="auto">
              <a:xfrm>
                <a:off x="1680397" y="4066484"/>
                <a:ext cx="2104204" cy="733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r>
                  <a:rPr lang="zh-CN" altLang="en-US" b="1">
                    <a:solidFill>
                      <a:srgbClr val="FFFFFF"/>
                    </a:solidFill>
                    <a:cs typeface="+mn-ea"/>
                    <a:sym typeface="+mn-lt"/>
                  </a:rPr>
                  <a:t>单击添加小标题</a:t>
                </a:r>
                <a:endParaRPr lang="en-US" dirty="0">
                  <a:solidFill>
                    <a:srgbClr val="FFFFFF"/>
                  </a:solidFill>
                  <a:cs typeface="+mn-ea"/>
                  <a:sym typeface="+mn-lt"/>
                </a:endParaRPr>
              </a:p>
            </p:txBody>
          </p:sp>
        </p:grpSp>
        <p:grpSp>
          <p:nvGrpSpPr>
            <p:cNvPr id="10" name="组合 9">
              <a:extLst>
                <a:ext uri="{FF2B5EF4-FFF2-40B4-BE49-F238E27FC236}">
                  <a16:creationId xmlns:a16="http://schemas.microsoft.com/office/drawing/2014/main" id="{AA6378D9-6128-FBCF-D216-0D844FB7FE3D}"/>
                </a:ext>
              </a:extLst>
            </p:cNvPr>
            <p:cNvGrpSpPr/>
            <p:nvPr/>
          </p:nvGrpSpPr>
          <p:grpSpPr>
            <a:xfrm>
              <a:off x="3990487" y="4066484"/>
              <a:ext cx="2994514" cy="1918213"/>
              <a:chOff x="3990487" y="4066484"/>
              <a:chExt cx="2994514" cy="1918213"/>
            </a:xfrm>
          </p:grpSpPr>
          <p:sp>
            <p:nvSpPr>
              <p:cNvPr id="11" name="Number4">
                <a:extLst>
                  <a:ext uri="{FF2B5EF4-FFF2-40B4-BE49-F238E27FC236}">
                    <a16:creationId xmlns:a16="http://schemas.microsoft.com/office/drawing/2014/main" id="{0F11DC81-F823-111A-43ED-D159BA6EA377}"/>
                  </a:ext>
                </a:extLst>
              </p:cNvPr>
              <p:cNvSpPr/>
              <p:nvPr/>
            </p:nvSpPr>
            <p:spPr>
              <a:xfrm>
                <a:off x="3990487" y="4338813"/>
                <a:ext cx="698502" cy="698502"/>
              </a:xfrm>
              <a:prstGeom prst="rect">
                <a:avLst/>
              </a:prstGeom>
              <a:no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b="1">
                    <a:solidFill>
                      <a:srgbClr val="FFFFFF"/>
                    </a:solidFill>
                    <a:cs typeface="+mn-ea"/>
                    <a:sym typeface="+mn-lt"/>
                  </a:rPr>
                  <a:t>04</a:t>
                </a:r>
                <a:endParaRPr lang="zh-CN" altLang="en-US" b="1" dirty="0">
                  <a:solidFill>
                    <a:srgbClr val="FFFFFF"/>
                  </a:solidFill>
                  <a:cs typeface="+mn-ea"/>
                  <a:sym typeface="+mn-lt"/>
                </a:endParaRPr>
              </a:p>
            </p:txBody>
          </p:sp>
          <p:sp>
            <p:nvSpPr>
              <p:cNvPr id="12" name="Text4">
                <a:extLst>
                  <a:ext uri="{FF2B5EF4-FFF2-40B4-BE49-F238E27FC236}">
                    <a16:creationId xmlns:a16="http://schemas.microsoft.com/office/drawing/2014/main" id="{E2448ABF-0FB1-31F4-7541-DFF015227DD1}"/>
                  </a:ext>
                </a:extLst>
              </p:cNvPr>
              <p:cNvSpPr/>
              <p:nvPr/>
            </p:nvSpPr>
            <p:spPr bwMode="auto">
              <a:xfrm>
                <a:off x="4880797" y="4799883"/>
                <a:ext cx="2104204" cy="1184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20000"/>
                  </a:lnSpc>
                </a:pPr>
                <a:r>
                  <a:rPr lang="zh-CN" altLang="en-US" sz="1200" dirty="0">
                    <a:solidFill>
                      <a:srgbClr val="FFFFFF"/>
                    </a:solidFill>
                    <a:cs typeface="+mn-ea"/>
                    <a:sym typeface="+mn-lt"/>
                  </a:rPr>
                  <a:t>单击此处添加文本单击此处添加文本单击此处添加文本单击此处添加文本</a:t>
                </a:r>
                <a:endParaRPr lang="en-US" sz="1200" dirty="0">
                  <a:solidFill>
                    <a:srgbClr val="FFFFFF"/>
                  </a:solidFill>
                  <a:cs typeface="+mn-ea"/>
                  <a:sym typeface="+mn-lt"/>
                </a:endParaRPr>
              </a:p>
            </p:txBody>
          </p:sp>
          <p:sp>
            <p:nvSpPr>
              <p:cNvPr id="13" name="Bullet4">
                <a:extLst>
                  <a:ext uri="{FF2B5EF4-FFF2-40B4-BE49-F238E27FC236}">
                    <a16:creationId xmlns:a16="http://schemas.microsoft.com/office/drawing/2014/main" id="{AC1C0C4E-6E3B-E33E-E110-5B07D85FDFB4}"/>
                  </a:ext>
                </a:extLst>
              </p:cNvPr>
              <p:cNvSpPr/>
              <p:nvPr/>
            </p:nvSpPr>
            <p:spPr bwMode="auto">
              <a:xfrm>
                <a:off x="4880797" y="4066484"/>
                <a:ext cx="2104204" cy="733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r>
                  <a:rPr lang="zh-CN" altLang="en-US" b="1" dirty="0">
                    <a:solidFill>
                      <a:srgbClr val="FFFFFF"/>
                    </a:solidFill>
                    <a:cs typeface="+mn-ea"/>
                    <a:sym typeface="+mn-lt"/>
                  </a:rPr>
                  <a:t>单击添加小标题</a:t>
                </a:r>
                <a:endParaRPr lang="en-US" dirty="0">
                  <a:solidFill>
                    <a:srgbClr val="FFFFFF"/>
                  </a:solidFill>
                  <a:cs typeface="+mn-ea"/>
                  <a:sym typeface="+mn-lt"/>
                </a:endParaRPr>
              </a:p>
            </p:txBody>
          </p:sp>
        </p:grpSp>
      </p:grpSp>
      <p:sp>
        <p:nvSpPr>
          <p:cNvPr id="27" name="标题 1"/>
          <p:cNvSpPr>
            <a:spLocks noGrp="1"/>
          </p:cNvSpPr>
          <p:nvPr>
            <p:ph type="title" hasCustomPrompt="1"/>
          </p:nvPr>
        </p:nvSpPr>
        <p:spPr>
          <a:xfrm>
            <a:off x="660400" y="128587"/>
            <a:ext cx="10858500" cy="900112"/>
          </a:xfrm>
        </p:spPr>
        <p:txBody>
          <a:bodyPr lIns="91440" tIns="45720" rIns="91440" bIns="45720">
            <a:normAutofit/>
          </a:bodyPr>
          <a:lstStyle>
            <a:lvl1pPr>
              <a:defRPr/>
            </a:lvl1pPr>
          </a:lstStyle>
          <a:p>
            <a:pPr lvl="0"/>
            <a:r>
              <a:rPr lang="zh-CN" altLang="en-US">
                <a:sym typeface="+mn-lt"/>
              </a:rPr>
              <a:t>单击此处添加标题</a:t>
            </a:r>
            <a:endParaRPr lang="en-US" dirty="0">
              <a:sym typeface="+mn-lt"/>
            </a:endParaRPr>
          </a:p>
        </p:txBody>
      </p:sp>
    </p:spTree>
    <p:extLst>
      <p:ext uri="{BB962C8B-B14F-4D97-AF65-F5344CB8AC3E}">
        <p14:creationId xmlns:p14="http://schemas.microsoft.com/office/powerpoint/2010/main" val="2189236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D6A49-D230-5270-8A6B-2C004FD36866}"/>
            </a:ext>
          </a:extLst>
        </p:cNvPr>
        <p:cNvGrpSpPr/>
        <p:nvPr/>
      </p:nvGrpSpPr>
      <p:grpSpPr>
        <a:xfrm>
          <a:off x="0" y="0"/>
          <a:ext cx="0" cy="0"/>
          <a:chOff x="0" y="0"/>
          <a:chExt cx="0" cy="0"/>
        </a:xfrm>
      </p:grpSpPr>
      <p:grpSp>
        <p:nvGrpSpPr>
          <p:cNvPr id="9" name="组合 8">
            <a:extLst>
              <a:ext uri="{FF2B5EF4-FFF2-40B4-BE49-F238E27FC236}">
                <a16:creationId xmlns:a16="http://schemas.microsoft.com/office/drawing/2014/main" id="{E67F99F2-93D1-8582-32D7-62C3A23C9F83}"/>
              </a:ext>
            </a:extLst>
          </p:cNvPr>
          <p:cNvGrpSpPr/>
          <p:nvPr/>
        </p:nvGrpSpPr>
        <p:grpSpPr>
          <a:xfrm>
            <a:off x="0" y="1130300"/>
            <a:ext cx="12192000" cy="5727701"/>
            <a:chOff x="0" y="1130300"/>
            <a:chExt cx="12192000" cy="5727701"/>
          </a:xfrm>
        </p:grpSpPr>
        <p:sp>
          <p:nvSpPr>
            <p:cNvPr id="20" name="任意多边形: 形状 19">
              <a:extLst>
                <a:ext uri="{FF2B5EF4-FFF2-40B4-BE49-F238E27FC236}">
                  <a16:creationId xmlns:a16="http://schemas.microsoft.com/office/drawing/2014/main" id="{844E4BF3-9A36-7E70-91B9-8279DCD0A50B}"/>
                </a:ext>
              </a:extLst>
            </p:cNvPr>
            <p:cNvSpPr/>
            <p:nvPr/>
          </p:nvSpPr>
          <p:spPr>
            <a:xfrm>
              <a:off x="0" y="1130300"/>
              <a:ext cx="12192000" cy="5727701"/>
            </a:xfrm>
            <a:custGeom>
              <a:avLst/>
              <a:gdLst>
                <a:gd name="csX0" fmla="*/ 0 w 12192000"/>
                <a:gd name="csY0" fmla="*/ 0 h 5727701"/>
                <a:gd name="csX1" fmla="*/ 12192000 w 12192000"/>
                <a:gd name="csY1" fmla="*/ 0 h 5727701"/>
                <a:gd name="csX2" fmla="*/ 12192000 w 12192000"/>
                <a:gd name="csY2" fmla="*/ 5727701 h 5727701"/>
                <a:gd name="csX3" fmla="*/ 0 w 12192000"/>
                <a:gd name="csY3" fmla="*/ 5727701 h 5727701"/>
              </a:gdLst>
              <a:ahLst/>
              <a:cxnLst>
                <a:cxn ang="0">
                  <a:pos x="csX0" y="csY0"/>
                </a:cxn>
                <a:cxn ang="0">
                  <a:pos x="csX1" y="csY1"/>
                </a:cxn>
                <a:cxn ang="0">
                  <a:pos x="csX2" y="csY2"/>
                </a:cxn>
                <a:cxn ang="0">
                  <a:pos x="csX3" y="csY3"/>
                </a:cxn>
              </a:cxnLst>
              <a:rect l="l" t="t" r="r" b="b"/>
              <a:pathLst>
                <a:path w="12192000" h="5727701">
                  <a:moveTo>
                    <a:pt x="0" y="0"/>
                  </a:moveTo>
                  <a:lnTo>
                    <a:pt x="12192000" y="0"/>
                  </a:lnTo>
                  <a:lnTo>
                    <a:pt x="12192000" y="5727701"/>
                  </a:lnTo>
                  <a:lnTo>
                    <a:pt x="0" y="572770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cs typeface="+mn-ea"/>
                <a:sym typeface="+mn-lt"/>
              </a:endParaRPr>
            </a:p>
          </p:txBody>
        </p:sp>
        <p:sp>
          <p:nvSpPr>
            <p:cNvPr id="21" name="Title">
              <a:extLst>
                <a:ext uri="{FF2B5EF4-FFF2-40B4-BE49-F238E27FC236}">
                  <a16:creationId xmlns:a16="http://schemas.microsoft.com/office/drawing/2014/main" id="{BF156CA5-980B-A7F6-FC8F-FB3BD6B3496E}"/>
                </a:ext>
              </a:extLst>
            </p:cNvPr>
            <p:cNvSpPr txBox="1"/>
            <p:nvPr/>
          </p:nvSpPr>
          <p:spPr>
            <a:xfrm>
              <a:off x="660399" y="1429391"/>
              <a:ext cx="10858500" cy="843908"/>
            </a:xfrm>
            <a:prstGeom prst="rect">
              <a:avLst/>
            </a:prstGeom>
            <a:noFill/>
            <a:ln>
              <a:noFill/>
            </a:ln>
          </p:spPr>
          <p:txBody>
            <a:bodyPr wrap="square" lIns="91440" tIns="45720" rIns="91440" bIns="45720" anchor="ctr" anchorCtr="0">
              <a:normAutofit/>
            </a:bodyPr>
            <a:lstStyle/>
            <a:p>
              <a:pPr algn="ctr"/>
              <a:r>
                <a:rPr kumimoji="1" lang="zh-CN" altLang="en-US" sz="2400" b="1" dirty="0">
                  <a:solidFill>
                    <a:srgbClr val="FDFCFC"/>
                  </a:solidFill>
                  <a:cs typeface="+mn-ea"/>
                  <a:sym typeface="+mn-lt"/>
                </a:rPr>
                <a:t>单击此处添加长一点的副标题</a:t>
              </a:r>
              <a:endParaRPr lang="en-US" sz="2400" dirty="0">
                <a:solidFill>
                  <a:srgbClr val="FDFCFC"/>
                </a:solidFill>
                <a:cs typeface="+mn-ea"/>
                <a:sym typeface="+mn-lt"/>
              </a:endParaRPr>
            </a:p>
          </p:txBody>
        </p:sp>
        <p:cxnSp>
          <p:nvCxnSpPr>
            <p:cNvPr id="22" name="直接连接符 21">
              <a:extLst>
                <a:ext uri="{FF2B5EF4-FFF2-40B4-BE49-F238E27FC236}">
                  <a16:creationId xmlns:a16="http://schemas.microsoft.com/office/drawing/2014/main" id="{F81A2B80-07D3-5C8F-C8E3-5A03AE53F1E2}"/>
                </a:ext>
              </a:extLst>
            </p:cNvPr>
            <p:cNvCxnSpPr>
              <a:cxnSpLocks/>
            </p:cNvCxnSpPr>
            <p:nvPr/>
          </p:nvCxnSpPr>
          <p:spPr>
            <a:xfrm>
              <a:off x="660400" y="6019802"/>
              <a:ext cx="10858500" cy="0"/>
            </a:xfrm>
            <a:prstGeom prst="line">
              <a:avLst/>
            </a:prstGeom>
            <a:ln w="12700">
              <a:solidFill>
                <a:srgbClr val="FDFCFC"/>
              </a:solidFill>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8CB531BA-6E8C-600A-401A-C14683FFDC6D}"/>
                </a:ext>
              </a:extLst>
            </p:cNvPr>
            <p:cNvSpPr/>
            <p:nvPr/>
          </p:nvSpPr>
          <p:spPr>
            <a:xfrm>
              <a:off x="2310588" y="5963294"/>
              <a:ext cx="113016" cy="113016"/>
            </a:xfrm>
            <a:prstGeom prst="rect">
              <a:avLst/>
            </a:prstGeom>
            <a:solidFill>
              <a:srgbClr val="FDFCF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25000" lnSpcReduction="20000"/>
            </a:bodyPr>
            <a:lstStyle/>
            <a:p>
              <a:pPr algn="ctr"/>
              <a:endParaRPr lang="zh-CN" altLang="en-US">
                <a:cs typeface="+mn-ea"/>
                <a:sym typeface="+mn-lt"/>
              </a:endParaRPr>
            </a:p>
          </p:txBody>
        </p:sp>
        <p:sp>
          <p:nvSpPr>
            <p:cNvPr id="25" name="矩形 24">
              <a:extLst>
                <a:ext uri="{FF2B5EF4-FFF2-40B4-BE49-F238E27FC236}">
                  <a16:creationId xmlns:a16="http://schemas.microsoft.com/office/drawing/2014/main" id="{3E5DF7EE-6E46-9D86-578A-92FB714BE69A}"/>
                </a:ext>
              </a:extLst>
            </p:cNvPr>
            <p:cNvSpPr/>
            <p:nvPr/>
          </p:nvSpPr>
          <p:spPr>
            <a:xfrm>
              <a:off x="6033141" y="5963294"/>
              <a:ext cx="113016" cy="113016"/>
            </a:xfrm>
            <a:prstGeom prst="rect">
              <a:avLst/>
            </a:prstGeom>
            <a:solidFill>
              <a:srgbClr val="FDFCF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25000" lnSpcReduction="20000"/>
            </a:bodyPr>
            <a:lstStyle/>
            <a:p>
              <a:pPr algn="ctr"/>
              <a:endParaRPr lang="zh-CN" altLang="en-US">
                <a:cs typeface="+mn-ea"/>
                <a:sym typeface="+mn-lt"/>
              </a:endParaRPr>
            </a:p>
          </p:txBody>
        </p:sp>
        <p:sp>
          <p:nvSpPr>
            <p:cNvPr id="26" name="矩形 25">
              <a:extLst>
                <a:ext uri="{FF2B5EF4-FFF2-40B4-BE49-F238E27FC236}">
                  <a16:creationId xmlns:a16="http://schemas.microsoft.com/office/drawing/2014/main" id="{91EBEF07-B03B-8315-4C55-2E52F9FE149C}"/>
                </a:ext>
              </a:extLst>
            </p:cNvPr>
            <p:cNvSpPr/>
            <p:nvPr/>
          </p:nvSpPr>
          <p:spPr>
            <a:xfrm>
              <a:off x="9755693" y="5963294"/>
              <a:ext cx="113016" cy="113016"/>
            </a:xfrm>
            <a:prstGeom prst="rect">
              <a:avLst/>
            </a:prstGeom>
            <a:solidFill>
              <a:srgbClr val="FDFCF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25000" lnSpcReduction="20000"/>
            </a:bodyPr>
            <a:lstStyle/>
            <a:p>
              <a:pPr algn="ctr"/>
              <a:endParaRPr lang="zh-CN" altLang="en-US">
                <a:cs typeface="+mn-ea"/>
                <a:sym typeface="+mn-lt"/>
              </a:endParaRPr>
            </a:p>
          </p:txBody>
        </p:sp>
        <p:grpSp>
          <p:nvGrpSpPr>
            <p:cNvPr id="27" name="组合 26">
              <a:extLst>
                <a:ext uri="{FF2B5EF4-FFF2-40B4-BE49-F238E27FC236}">
                  <a16:creationId xmlns:a16="http://schemas.microsoft.com/office/drawing/2014/main" id="{A491F5A0-6C9A-9B33-CCC8-209B55AAF57A}"/>
                </a:ext>
              </a:extLst>
            </p:cNvPr>
            <p:cNvGrpSpPr/>
            <p:nvPr/>
          </p:nvGrpSpPr>
          <p:grpSpPr>
            <a:xfrm>
              <a:off x="760545" y="2456183"/>
              <a:ext cx="3213102" cy="3201666"/>
              <a:chOff x="760545" y="2456183"/>
              <a:chExt cx="3213102" cy="3201666"/>
            </a:xfrm>
          </p:grpSpPr>
          <p:sp>
            <p:nvSpPr>
              <p:cNvPr id="40" name="ComponentBackground1">
                <a:extLst>
                  <a:ext uri="{FF2B5EF4-FFF2-40B4-BE49-F238E27FC236}">
                    <a16:creationId xmlns:a16="http://schemas.microsoft.com/office/drawing/2014/main" id="{80B23FCA-882A-9D8F-1658-A3F7090B26B2}"/>
                  </a:ext>
                </a:extLst>
              </p:cNvPr>
              <p:cNvSpPr/>
              <p:nvPr/>
            </p:nvSpPr>
            <p:spPr>
              <a:xfrm>
                <a:off x="760545" y="2456183"/>
                <a:ext cx="3213102" cy="3201666"/>
              </a:xfrm>
              <a:prstGeom prst="rect">
                <a:avLst/>
              </a:prstGeom>
              <a:noFill/>
              <a:ln w="12700">
                <a:solidFill>
                  <a:srgbClr val="FDFCFC"/>
                </a:solid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41" name="Number1">
                <a:extLst>
                  <a:ext uri="{FF2B5EF4-FFF2-40B4-BE49-F238E27FC236}">
                    <a16:creationId xmlns:a16="http://schemas.microsoft.com/office/drawing/2014/main" id="{56362F8F-695A-88B0-84A9-C33B44146F26}"/>
                  </a:ext>
                </a:extLst>
              </p:cNvPr>
              <p:cNvSpPr txBox="1"/>
              <p:nvPr/>
            </p:nvSpPr>
            <p:spPr>
              <a:xfrm>
                <a:off x="1587771" y="2894014"/>
                <a:ext cx="1558647" cy="517773"/>
              </a:xfrm>
              <a:prstGeom prst="rect">
                <a:avLst/>
              </a:prstGeom>
              <a:solidFill>
                <a:schemeClr val="accent1"/>
              </a:solidFill>
              <a:ln w="12700">
                <a:solidFill>
                  <a:srgbClr val="FDFCFC"/>
                </a:solidFill>
              </a:ln>
            </p:spPr>
            <p:txBody>
              <a:bodyPr wrap="non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sz="4000">
                    <a:latin typeface="Arial" panose="020B0604020202020204" pitchFamily="34" charset="0"/>
                    <a:ea typeface="微软雅黑" panose="020B0503020204020204" pitchFamily="34" charset="-122"/>
                    <a:cs typeface="Arial" panose="020B0604020202020204" pitchFamily="34" charset="0"/>
                  </a:defRPr>
                </a:lvl1pPr>
              </a:lstStyle>
              <a:p>
                <a:pPr algn="ctr"/>
                <a:r>
                  <a:rPr lang="de-DE" altLang="zh-CN" sz="1800" b="1" dirty="0">
                    <a:solidFill>
                      <a:srgbClr val="FFFFFF"/>
                    </a:solidFill>
                    <a:latin typeface="+mn-lt"/>
                    <a:ea typeface="+mn-ea"/>
                    <a:cs typeface="+mn-ea"/>
                    <a:sym typeface="+mn-lt"/>
                  </a:rPr>
                  <a:t>01</a:t>
                </a:r>
                <a:endParaRPr lang="de-DE" altLang="zh-CN" sz="1800" dirty="0">
                  <a:solidFill>
                    <a:srgbClr val="FFFFFF"/>
                  </a:solidFill>
                  <a:latin typeface="+mn-lt"/>
                  <a:ea typeface="+mn-ea"/>
                  <a:cs typeface="+mn-ea"/>
                  <a:sym typeface="+mn-lt"/>
                </a:endParaRPr>
              </a:p>
            </p:txBody>
          </p:sp>
          <p:sp>
            <p:nvSpPr>
              <p:cNvPr id="42" name="Text1">
                <a:extLst>
                  <a:ext uri="{FF2B5EF4-FFF2-40B4-BE49-F238E27FC236}">
                    <a16:creationId xmlns:a16="http://schemas.microsoft.com/office/drawing/2014/main" id="{FA9D5D77-F0DE-63CC-168C-3CA96F409E67}"/>
                  </a:ext>
                </a:extLst>
              </p:cNvPr>
              <p:cNvSpPr txBox="1"/>
              <p:nvPr/>
            </p:nvSpPr>
            <p:spPr>
              <a:xfrm>
                <a:off x="1123945" y="4421803"/>
                <a:ext cx="2486300" cy="1020147"/>
              </a:xfrm>
              <a:prstGeom prst="rect">
                <a:avLst/>
              </a:prstGeom>
              <a:noFill/>
            </p:spPr>
            <p:txBody>
              <a:bodyPr wrap="square" lIns="91440" tIns="45720" rIns="91440" bIns="45720">
                <a:normAutofit/>
              </a:bodyPr>
              <a:lstStyle/>
              <a:p>
                <a:pPr algn="ctr" defTabSz="913765">
                  <a:lnSpc>
                    <a:spcPct val="120000"/>
                  </a:lnSpc>
                  <a:buSzPct val="25000"/>
                  <a:defRPr/>
                </a:pPr>
                <a:r>
                  <a:rPr lang="zh-CN" altLang="en-US" sz="1200" dirty="0">
                    <a:solidFill>
                      <a:srgbClr val="FDFCFC"/>
                    </a:solidFill>
                    <a:cs typeface="+mn-ea"/>
                    <a:sym typeface="+mn-lt"/>
                  </a:rPr>
                  <a:t>单击此处添加文本单击此处添加文本单击此处添加文本单击此处添加文本</a:t>
                </a:r>
                <a:endParaRPr lang="en-US" sz="1200" dirty="0">
                  <a:solidFill>
                    <a:srgbClr val="FDFCFC"/>
                  </a:solidFill>
                  <a:cs typeface="+mn-ea"/>
                  <a:sym typeface="+mn-lt"/>
                </a:endParaRPr>
              </a:p>
            </p:txBody>
          </p:sp>
          <p:sp>
            <p:nvSpPr>
              <p:cNvPr id="43" name="Bullet1">
                <a:extLst>
                  <a:ext uri="{FF2B5EF4-FFF2-40B4-BE49-F238E27FC236}">
                    <a16:creationId xmlns:a16="http://schemas.microsoft.com/office/drawing/2014/main" id="{62A76D23-22B6-43F0-BB92-F9CD3E32C1C9}"/>
                  </a:ext>
                </a:extLst>
              </p:cNvPr>
              <p:cNvSpPr txBox="1"/>
              <p:nvPr/>
            </p:nvSpPr>
            <p:spPr>
              <a:xfrm>
                <a:off x="1123945" y="3708929"/>
                <a:ext cx="2486300" cy="712875"/>
              </a:xfrm>
              <a:prstGeom prst="rect">
                <a:avLst/>
              </a:prstGeom>
              <a:noFill/>
            </p:spPr>
            <p:txBody>
              <a:bodyPr wrap="square" lIns="91440" tIns="45720" rIns="91440" bIns="45720" rtlCol="0" anchor="b">
                <a:normAutofit/>
              </a:bodyPr>
              <a:lstStyle/>
              <a:p>
                <a:pPr lvl="0" algn="ctr" defTabSz="913765">
                  <a:buSzPct val="25000"/>
                  <a:defRPr/>
                </a:pPr>
                <a:r>
                  <a:rPr lang="zh-CN" altLang="en-US" b="1">
                    <a:solidFill>
                      <a:srgbClr val="FDFCFC"/>
                    </a:solidFill>
                    <a:cs typeface="+mn-ea"/>
                    <a:sym typeface="+mn-lt"/>
                  </a:rPr>
                  <a:t>单击添加小标题</a:t>
                </a:r>
                <a:endParaRPr lang="en-US" dirty="0">
                  <a:solidFill>
                    <a:srgbClr val="FDFCFC"/>
                  </a:solidFill>
                  <a:cs typeface="+mn-ea"/>
                  <a:sym typeface="+mn-lt"/>
                </a:endParaRPr>
              </a:p>
            </p:txBody>
          </p:sp>
        </p:grpSp>
        <p:grpSp>
          <p:nvGrpSpPr>
            <p:cNvPr id="30" name="组合 29">
              <a:extLst>
                <a:ext uri="{FF2B5EF4-FFF2-40B4-BE49-F238E27FC236}">
                  <a16:creationId xmlns:a16="http://schemas.microsoft.com/office/drawing/2014/main" id="{48F88F55-331B-4D27-9DF9-EF5C80D4F6A7}"/>
                </a:ext>
              </a:extLst>
            </p:cNvPr>
            <p:cNvGrpSpPr/>
            <p:nvPr/>
          </p:nvGrpSpPr>
          <p:grpSpPr>
            <a:xfrm>
              <a:off x="4483098" y="2456183"/>
              <a:ext cx="3213102" cy="3201666"/>
              <a:chOff x="4483098" y="2456183"/>
              <a:chExt cx="3213102" cy="3201666"/>
            </a:xfrm>
          </p:grpSpPr>
          <p:sp>
            <p:nvSpPr>
              <p:cNvPr id="36" name="ComponentBackground2">
                <a:extLst>
                  <a:ext uri="{FF2B5EF4-FFF2-40B4-BE49-F238E27FC236}">
                    <a16:creationId xmlns:a16="http://schemas.microsoft.com/office/drawing/2014/main" id="{025D34FB-F8FB-9BC2-365F-B6C3F18CA511}"/>
                  </a:ext>
                </a:extLst>
              </p:cNvPr>
              <p:cNvSpPr/>
              <p:nvPr/>
            </p:nvSpPr>
            <p:spPr>
              <a:xfrm>
                <a:off x="4483098" y="2456183"/>
                <a:ext cx="3213102" cy="3201666"/>
              </a:xfrm>
              <a:prstGeom prst="rect">
                <a:avLst/>
              </a:prstGeom>
              <a:noFill/>
              <a:ln w="12700">
                <a:solidFill>
                  <a:srgbClr val="FDFCFC"/>
                </a:solid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37" name="Number2">
                <a:extLst>
                  <a:ext uri="{FF2B5EF4-FFF2-40B4-BE49-F238E27FC236}">
                    <a16:creationId xmlns:a16="http://schemas.microsoft.com/office/drawing/2014/main" id="{B05E8668-EB34-052E-2FEB-5214E73A33A5}"/>
                  </a:ext>
                </a:extLst>
              </p:cNvPr>
              <p:cNvSpPr txBox="1"/>
              <p:nvPr/>
            </p:nvSpPr>
            <p:spPr>
              <a:xfrm>
                <a:off x="5310324" y="2894014"/>
                <a:ext cx="1558647" cy="517773"/>
              </a:xfrm>
              <a:prstGeom prst="rect">
                <a:avLst/>
              </a:prstGeom>
              <a:solidFill>
                <a:schemeClr val="accent1"/>
              </a:solidFill>
              <a:ln w="12700">
                <a:solidFill>
                  <a:srgbClr val="FDFCFC"/>
                </a:solidFill>
              </a:ln>
            </p:spPr>
            <p:txBody>
              <a:bodyPr wrap="non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sz="4000">
                    <a:latin typeface="Arial" panose="020B0604020202020204" pitchFamily="34" charset="0"/>
                    <a:ea typeface="微软雅黑" panose="020B0503020204020204" pitchFamily="34" charset="-122"/>
                    <a:cs typeface="Arial" panose="020B0604020202020204" pitchFamily="34" charset="0"/>
                  </a:defRPr>
                </a:lvl1pPr>
              </a:lstStyle>
              <a:p>
                <a:pPr algn="ctr"/>
                <a:r>
                  <a:rPr lang="de-DE" altLang="zh-CN" sz="1800" b="1">
                    <a:solidFill>
                      <a:srgbClr val="FFFFFF"/>
                    </a:solidFill>
                    <a:latin typeface="+mn-lt"/>
                    <a:ea typeface="+mn-ea"/>
                    <a:cs typeface="+mn-ea"/>
                    <a:sym typeface="+mn-lt"/>
                  </a:rPr>
                  <a:t>02</a:t>
                </a:r>
                <a:endParaRPr lang="de-DE" altLang="zh-CN" sz="1800" dirty="0">
                  <a:solidFill>
                    <a:srgbClr val="FFFFFF"/>
                  </a:solidFill>
                  <a:latin typeface="+mn-lt"/>
                  <a:ea typeface="+mn-ea"/>
                  <a:cs typeface="+mn-ea"/>
                  <a:sym typeface="+mn-lt"/>
                </a:endParaRPr>
              </a:p>
            </p:txBody>
          </p:sp>
          <p:sp>
            <p:nvSpPr>
              <p:cNvPr id="38" name="Text2">
                <a:extLst>
                  <a:ext uri="{FF2B5EF4-FFF2-40B4-BE49-F238E27FC236}">
                    <a16:creationId xmlns:a16="http://schemas.microsoft.com/office/drawing/2014/main" id="{1521DC26-4AB7-B426-3FB1-0D3617B02BB4}"/>
                  </a:ext>
                </a:extLst>
              </p:cNvPr>
              <p:cNvSpPr txBox="1"/>
              <p:nvPr/>
            </p:nvSpPr>
            <p:spPr>
              <a:xfrm>
                <a:off x="4846498" y="4421803"/>
                <a:ext cx="2486300" cy="1020147"/>
              </a:xfrm>
              <a:prstGeom prst="rect">
                <a:avLst/>
              </a:prstGeom>
              <a:noFill/>
            </p:spPr>
            <p:txBody>
              <a:bodyPr wrap="square" lIns="91440" tIns="45720" rIns="91440" bIns="45720">
                <a:normAutofit/>
              </a:bodyPr>
              <a:lstStyle/>
              <a:p>
                <a:pPr algn="ctr" defTabSz="913765">
                  <a:lnSpc>
                    <a:spcPct val="120000"/>
                  </a:lnSpc>
                  <a:buSzPct val="25000"/>
                  <a:defRPr/>
                </a:pPr>
                <a:r>
                  <a:rPr lang="zh-CN" altLang="en-US" sz="1200" dirty="0">
                    <a:solidFill>
                      <a:srgbClr val="FDFCFC"/>
                    </a:solidFill>
                    <a:cs typeface="+mn-ea"/>
                    <a:sym typeface="+mn-lt"/>
                  </a:rPr>
                  <a:t>单击此处添加文本单击此处添加文本单击此处添加文本单击此处添加文本</a:t>
                </a:r>
                <a:endParaRPr lang="en-US" sz="1200" dirty="0">
                  <a:solidFill>
                    <a:srgbClr val="FDFCFC"/>
                  </a:solidFill>
                  <a:cs typeface="+mn-ea"/>
                  <a:sym typeface="+mn-lt"/>
                </a:endParaRPr>
              </a:p>
            </p:txBody>
          </p:sp>
          <p:sp>
            <p:nvSpPr>
              <p:cNvPr id="39" name="Bullet2">
                <a:extLst>
                  <a:ext uri="{FF2B5EF4-FFF2-40B4-BE49-F238E27FC236}">
                    <a16:creationId xmlns:a16="http://schemas.microsoft.com/office/drawing/2014/main" id="{C32720C0-9F46-E632-798F-1D408A1FB93D}"/>
                  </a:ext>
                </a:extLst>
              </p:cNvPr>
              <p:cNvSpPr txBox="1"/>
              <p:nvPr/>
            </p:nvSpPr>
            <p:spPr>
              <a:xfrm>
                <a:off x="4846498" y="3708929"/>
                <a:ext cx="2486300" cy="712875"/>
              </a:xfrm>
              <a:prstGeom prst="rect">
                <a:avLst/>
              </a:prstGeom>
              <a:noFill/>
            </p:spPr>
            <p:txBody>
              <a:bodyPr wrap="square" lIns="91440" tIns="45720" rIns="91440" bIns="45720" rtlCol="0" anchor="b">
                <a:normAutofit/>
              </a:bodyPr>
              <a:lstStyle/>
              <a:p>
                <a:pPr lvl="0" algn="ctr" defTabSz="913765">
                  <a:buSzPct val="25000"/>
                  <a:defRPr/>
                </a:pPr>
                <a:r>
                  <a:rPr lang="zh-CN" altLang="en-US" b="1">
                    <a:solidFill>
                      <a:srgbClr val="FDFCFC"/>
                    </a:solidFill>
                    <a:cs typeface="+mn-ea"/>
                    <a:sym typeface="+mn-lt"/>
                  </a:rPr>
                  <a:t>单击添加小标题</a:t>
                </a:r>
                <a:endParaRPr lang="en-US" dirty="0">
                  <a:solidFill>
                    <a:srgbClr val="FDFCFC"/>
                  </a:solidFill>
                  <a:cs typeface="+mn-ea"/>
                  <a:sym typeface="+mn-lt"/>
                </a:endParaRPr>
              </a:p>
            </p:txBody>
          </p:sp>
        </p:grpSp>
        <p:grpSp>
          <p:nvGrpSpPr>
            <p:cNvPr id="31" name="组合 30">
              <a:extLst>
                <a:ext uri="{FF2B5EF4-FFF2-40B4-BE49-F238E27FC236}">
                  <a16:creationId xmlns:a16="http://schemas.microsoft.com/office/drawing/2014/main" id="{F7065167-4552-C490-B2A3-9449EC55C8C5}"/>
                </a:ext>
              </a:extLst>
            </p:cNvPr>
            <p:cNvGrpSpPr/>
            <p:nvPr/>
          </p:nvGrpSpPr>
          <p:grpSpPr>
            <a:xfrm>
              <a:off x="8205650" y="2456183"/>
              <a:ext cx="3213102" cy="3201666"/>
              <a:chOff x="8205650" y="2456183"/>
              <a:chExt cx="3213102" cy="3201666"/>
            </a:xfrm>
          </p:grpSpPr>
          <p:sp>
            <p:nvSpPr>
              <p:cNvPr id="32" name="ComponentBackground3">
                <a:extLst>
                  <a:ext uri="{FF2B5EF4-FFF2-40B4-BE49-F238E27FC236}">
                    <a16:creationId xmlns:a16="http://schemas.microsoft.com/office/drawing/2014/main" id="{85983A78-7706-D822-4743-98CDB8940C67}"/>
                  </a:ext>
                </a:extLst>
              </p:cNvPr>
              <p:cNvSpPr/>
              <p:nvPr/>
            </p:nvSpPr>
            <p:spPr>
              <a:xfrm>
                <a:off x="8205650" y="2456183"/>
                <a:ext cx="3213102" cy="3201666"/>
              </a:xfrm>
              <a:prstGeom prst="rect">
                <a:avLst/>
              </a:prstGeom>
              <a:noFill/>
              <a:ln w="12700">
                <a:solidFill>
                  <a:srgbClr val="FDFCFC"/>
                </a:solid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33" name="Number3">
                <a:extLst>
                  <a:ext uri="{FF2B5EF4-FFF2-40B4-BE49-F238E27FC236}">
                    <a16:creationId xmlns:a16="http://schemas.microsoft.com/office/drawing/2014/main" id="{CC6C7E19-C218-F0E5-7A71-FCE989673BA7}"/>
                  </a:ext>
                </a:extLst>
              </p:cNvPr>
              <p:cNvSpPr txBox="1"/>
              <p:nvPr/>
            </p:nvSpPr>
            <p:spPr>
              <a:xfrm>
                <a:off x="9032876" y="2894014"/>
                <a:ext cx="1558647" cy="517773"/>
              </a:xfrm>
              <a:prstGeom prst="rect">
                <a:avLst/>
              </a:prstGeom>
              <a:solidFill>
                <a:schemeClr val="accent1"/>
              </a:solidFill>
              <a:ln w="12700">
                <a:solidFill>
                  <a:srgbClr val="FDFCFC"/>
                </a:solidFill>
              </a:ln>
            </p:spPr>
            <p:txBody>
              <a:bodyPr wrap="non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sz="4000">
                    <a:latin typeface="Arial" panose="020B0604020202020204" pitchFamily="34" charset="0"/>
                    <a:ea typeface="微软雅黑" panose="020B0503020204020204" pitchFamily="34" charset="-122"/>
                    <a:cs typeface="Arial" panose="020B0604020202020204" pitchFamily="34" charset="0"/>
                  </a:defRPr>
                </a:lvl1pPr>
              </a:lstStyle>
              <a:p>
                <a:pPr algn="ctr"/>
                <a:r>
                  <a:rPr lang="de-DE" altLang="zh-CN" sz="1800" b="1">
                    <a:solidFill>
                      <a:srgbClr val="FFFFFF"/>
                    </a:solidFill>
                    <a:latin typeface="+mn-lt"/>
                    <a:ea typeface="+mn-ea"/>
                    <a:cs typeface="+mn-ea"/>
                    <a:sym typeface="+mn-lt"/>
                  </a:rPr>
                  <a:t>03</a:t>
                </a:r>
                <a:endParaRPr lang="de-DE" altLang="zh-CN" sz="1800" dirty="0">
                  <a:solidFill>
                    <a:srgbClr val="FFFFFF"/>
                  </a:solidFill>
                  <a:latin typeface="+mn-lt"/>
                  <a:ea typeface="+mn-ea"/>
                  <a:cs typeface="+mn-ea"/>
                  <a:sym typeface="+mn-lt"/>
                </a:endParaRPr>
              </a:p>
            </p:txBody>
          </p:sp>
          <p:sp>
            <p:nvSpPr>
              <p:cNvPr id="34" name="Text3">
                <a:extLst>
                  <a:ext uri="{FF2B5EF4-FFF2-40B4-BE49-F238E27FC236}">
                    <a16:creationId xmlns:a16="http://schemas.microsoft.com/office/drawing/2014/main" id="{860EA5B5-DA4A-D85E-6F5F-F63DD5CD081A}"/>
                  </a:ext>
                </a:extLst>
              </p:cNvPr>
              <p:cNvSpPr txBox="1"/>
              <p:nvPr/>
            </p:nvSpPr>
            <p:spPr>
              <a:xfrm>
                <a:off x="8569050" y="4421803"/>
                <a:ext cx="2486300" cy="1020147"/>
              </a:xfrm>
              <a:prstGeom prst="rect">
                <a:avLst/>
              </a:prstGeom>
              <a:noFill/>
            </p:spPr>
            <p:txBody>
              <a:bodyPr wrap="square" lIns="91440" tIns="45720" rIns="91440" bIns="45720">
                <a:normAutofit/>
              </a:bodyPr>
              <a:lstStyle/>
              <a:p>
                <a:pPr algn="ctr" defTabSz="913765">
                  <a:lnSpc>
                    <a:spcPct val="120000"/>
                  </a:lnSpc>
                  <a:buSzPct val="25000"/>
                  <a:defRPr/>
                </a:pPr>
                <a:r>
                  <a:rPr lang="zh-CN" altLang="en-US" sz="1200" dirty="0">
                    <a:solidFill>
                      <a:srgbClr val="FDFCFC"/>
                    </a:solidFill>
                    <a:cs typeface="+mn-ea"/>
                    <a:sym typeface="+mn-lt"/>
                  </a:rPr>
                  <a:t>单击此处添加文本单击此处添加文本单击此处添加文本单击此处添加文本</a:t>
                </a:r>
                <a:endParaRPr lang="en-US" sz="1200" dirty="0">
                  <a:solidFill>
                    <a:srgbClr val="FDFCFC"/>
                  </a:solidFill>
                  <a:cs typeface="+mn-ea"/>
                  <a:sym typeface="+mn-lt"/>
                </a:endParaRPr>
              </a:p>
            </p:txBody>
          </p:sp>
          <p:sp>
            <p:nvSpPr>
              <p:cNvPr id="35" name="Bullet3">
                <a:extLst>
                  <a:ext uri="{FF2B5EF4-FFF2-40B4-BE49-F238E27FC236}">
                    <a16:creationId xmlns:a16="http://schemas.microsoft.com/office/drawing/2014/main" id="{F5DA279E-4263-94D7-BA20-B45CD23D4A4E}"/>
                  </a:ext>
                </a:extLst>
              </p:cNvPr>
              <p:cNvSpPr txBox="1"/>
              <p:nvPr/>
            </p:nvSpPr>
            <p:spPr>
              <a:xfrm>
                <a:off x="8569050" y="3708929"/>
                <a:ext cx="2486300" cy="712875"/>
              </a:xfrm>
              <a:prstGeom prst="rect">
                <a:avLst/>
              </a:prstGeom>
              <a:noFill/>
            </p:spPr>
            <p:txBody>
              <a:bodyPr wrap="square" lIns="91440" tIns="45720" rIns="91440" bIns="45720" rtlCol="0" anchor="b">
                <a:normAutofit/>
              </a:bodyPr>
              <a:lstStyle/>
              <a:p>
                <a:pPr lvl="0" algn="ctr" defTabSz="913765">
                  <a:buSzPct val="25000"/>
                  <a:defRPr/>
                </a:pPr>
                <a:r>
                  <a:rPr lang="zh-CN" altLang="en-US" b="1">
                    <a:solidFill>
                      <a:srgbClr val="FDFCFC"/>
                    </a:solidFill>
                    <a:cs typeface="+mn-ea"/>
                    <a:sym typeface="+mn-lt"/>
                  </a:rPr>
                  <a:t>单击添加小标题</a:t>
                </a:r>
                <a:endParaRPr lang="en-US" dirty="0">
                  <a:solidFill>
                    <a:srgbClr val="FDFCFC"/>
                  </a:solidFill>
                  <a:cs typeface="+mn-ea"/>
                  <a:sym typeface="+mn-lt"/>
                </a:endParaRPr>
              </a:p>
            </p:txBody>
          </p:sp>
        </p:grpSp>
      </p:grpSp>
      <p:sp>
        <p:nvSpPr>
          <p:cNvPr id="28" name="标题 1"/>
          <p:cNvSpPr>
            <a:spLocks noGrp="1"/>
          </p:cNvSpPr>
          <p:nvPr>
            <p:ph type="title" hasCustomPrompt="1"/>
          </p:nvPr>
        </p:nvSpPr>
        <p:spPr>
          <a:xfrm>
            <a:off x="660400" y="128587"/>
            <a:ext cx="10858500" cy="900112"/>
          </a:xfrm>
        </p:spPr>
        <p:txBody>
          <a:bodyPr lIns="91440" tIns="45720" rIns="91440" bIns="45720">
            <a:normAutofit/>
          </a:bodyPr>
          <a:lstStyle>
            <a:lvl1pPr>
              <a:defRPr/>
            </a:lvl1pPr>
          </a:lstStyle>
          <a:p>
            <a:pPr lvl="0"/>
            <a:r>
              <a:rPr lang="zh-CN" altLang="en-US">
                <a:sym typeface="+mn-lt"/>
              </a:rPr>
              <a:t>单击此处添加标题</a:t>
            </a:r>
            <a:endParaRPr lang="en-US" dirty="0">
              <a:sym typeface="+mn-lt"/>
            </a:endParaRPr>
          </a:p>
        </p:txBody>
      </p:sp>
    </p:spTree>
    <p:extLst>
      <p:ext uri="{BB962C8B-B14F-4D97-AF65-F5344CB8AC3E}">
        <p14:creationId xmlns:p14="http://schemas.microsoft.com/office/powerpoint/2010/main" val="21835385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1DE83E1D-4BF1-E0C2-C39A-C1C5CBEDA387}"/>
              </a:ext>
            </a:extLst>
          </p:cNvPr>
          <p:cNvGrpSpPr/>
          <p:nvPr/>
        </p:nvGrpSpPr>
        <p:grpSpPr>
          <a:xfrm>
            <a:off x="0" y="1130299"/>
            <a:ext cx="12192000" cy="5727701"/>
            <a:chOff x="0" y="1130299"/>
            <a:chExt cx="12192000" cy="5727701"/>
          </a:xfrm>
        </p:grpSpPr>
        <p:sp>
          <p:nvSpPr>
            <p:cNvPr id="3" name="任意多边形: 形状 2">
              <a:extLst>
                <a:ext uri="{FF2B5EF4-FFF2-40B4-BE49-F238E27FC236}">
                  <a16:creationId xmlns:a16="http://schemas.microsoft.com/office/drawing/2014/main" id="{AC2494FF-A0CE-5FF5-CCF4-ABD62BBEC022}"/>
                </a:ext>
              </a:extLst>
            </p:cNvPr>
            <p:cNvSpPr/>
            <p:nvPr/>
          </p:nvSpPr>
          <p:spPr>
            <a:xfrm>
              <a:off x="0" y="1130299"/>
              <a:ext cx="12192000" cy="5727701"/>
            </a:xfrm>
            <a:custGeom>
              <a:avLst/>
              <a:gdLst>
                <a:gd name="csX0" fmla="*/ 0 w 12192000"/>
                <a:gd name="csY0" fmla="*/ 0 h 5727701"/>
                <a:gd name="csX1" fmla="*/ 12192000 w 12192000"/>
                <a:gd name="csY1" fmla="*/ 0 h 5727701"/>
                <a:gd name="csX2" fmla="*/ 12192000 w 12192000"/>
                <a:gd name="csY2" fmla="*/ 5727701 h 5727701"/>
                <a:gd name="csX3" fmla="*/ 0 w 12192000"/>
                <a:gd name="csY3" fmla="*/ 5727701 h 5727701"/>
              </a:gdLst>
              <a:ahLst/>
              <a:cxnLst>
                <a:cxn ang="0">
                  <a:pos x="csX0" y="csY0"/>
                </a:cxn>
                <a:cxn ang="0">
                  <a:pos x="csX1" y="csY1"/>
                </a:cxn>
                <a:cxn ang="0">
                  <a:pos x="csX2" y="csY2"/>
                </a:cxn>
                <a:cxn ang="0">
                  <a:pos x="csX3" y="csY3"/>
                </a:cxn>
              </a:cxnLst>
              <a:rect l="l" t="t" r="r" b="b"/>
              <a:pathLst>
                <a:path w="12192000" h="5727701">
                  <a:moveTo>
                    <a:pt x="0" y="0"/>
                  </a:moveTo>
                  <a:lnTo>
                    <a:pt x="12192000" y="0"/>
                  </a:lnTo>
                  <a:lnTo>
                    <a:pt x="12192000" y="5727701"/>
                  </a:lnTo>
                  <a:lnTo>
                    <a:pt x="0" y="572770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cs typeface="+mn-ea"/>
                <a:sym typeface="+mn-lt"/>
              </a:endParaRPr>
            </a:p>
          </p:txBody>
        </p:sp>
        <p:sp>
          <p:nvSpPr>
            <p:cNvPr id="4" name="Title">
              <a:extLst>
                <a:ext uri="{FF2B5EF4-FFF2-40B4-BE49-F238E27FC236}">
                  <a16:creationId xmlns:a16="http://schemas.microsoft.com/office/drawing/2014/main" id="{4AA20326-4978-9A79-925B-4741447EEA45}"/>
                </a:ext>
              </a:extLst>
            </p:cNvPr>
            <p:cNvSpPr>
              <a:spLocks noChangeAspect="1"/>
            </p:cNvSpPr>
            <p:nvPr/>
          </p:nvSpPr>
          <p:spPr>
            <a:xfrm>
              <a:off x="5836920" y="1595966"/>
              <a:ext cx="5504181" cy="11378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sz="2400" b="1" i="0" u="none" strike="noStrike" kern="1200" cap="none" spc="0" normalizeH="0" baseline="0" noProof="0" dirty="0">
                  <a:ln>
                    <a:noFill/>
                  </a:ln>
                  <a:solidFill>
                    <a:srgbClr val="FFFFFF"/>
                  </a:solidFill>
                  <a:effectLst/>
                  <a:uLnTx/>
                  <a:uFillTx/>
                  <a:cs typeface="+mn-ea"/>
                  <a:sym typeface="+mn-lt"/>
                </a:rPr>
                <a:t>单击此处添加长一点的副标题</a:t>
              </a:r>
              <a:endParaRPr lang="en-US" sz="2400" dirty="0">
                <a:solidFill>
                  <a:srgbClr val="FFFFFF"/>
                </a:solidFill>
                <a:cs typeface="+mn-ea"/>
                <a:sym typeface="+mn-lt"/>
              </a:endParaRPr>
            </a:p>
          </p:txBody>
        </p:sp>
        <p:sp>
          <p:nvSpPr>
            <p:cNvPr id="7" name="PictureMisc1">
              <a:extLst>
                <a:ext uri="{FF2B5EF4-FFF2-40B4-BE49-F238E27FC236}">
                  <a16:creationId xmlns:a16="http://schemas.microsoft.com/office/drawing/2014/main" id="{8CA3CE79-6AD1-FE7F-BD8A-53E1B1EAC474}"/>
                </a:ext>
              </a:extLst>
            </p:cNvPr>
            <p:cNvSpPr/>
            <p:nvPr/>
          </p:nvSpPr>
          <p:spPr>
            <a:xfrm>
              <a:off x="673101" y="1595966"/>
              <a:ext cx="4830232" cy="4538134"/>
            </a:xfrm>
            <a:prstGeom prst="rect">
              <a:avLst/>
            </a:prstGeom>
            <a:blipFill>
              <a:blip r:embed="rId4"/>
              <a:srcRect/>
              <a:stretch>
                <a:fillRect t="-35740" b="-6302"/>
              </a:stretch>
            </a:bli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grpSp>
          <p:nvGrpSpPr>
            <p:cNvPr id="8" name="组合 7">
              <a:extLst>
                <a:ext uri="{FF2B5EF4-FFF2-40B4-BE49-F238E27FC236}">
                  <a16:creationId xmlns:a16="http://schemas.microsoft.com/office/drawing/2014/main" id="{9968E750-9C23-4717-36D5-F928DAAFA37E}"/>
                </a:ext>
              </a:extLst>
            </p:cNvPr>
            <p:cNvGrpSpPr/>
            <p:nvPr/>
          </p:nvGrpSpPr>
          <p:grpSpPr>
            <a:xfrm>
              <a:off x="5931708" y="2966666"/>
              <a:ext cx="5409393" cy="1160265"/>
              <a:chOff x="5931708" y="2966666"/>
              <a:chExt cx="5409393" cy="1160265"/>
            </a:xfrm>
          </p:grpSpPr>
          <p:sp>
            <p:nvSpPr>
              <p:cNvPr id="14" name="Number1">
                <a:extLst>
                  <a:ext uri="{FF2B5EF4-FFF2-40B4-BE49-F238E27FC236}">
                    <a16:creationId xmlns:a16="http://schemas.microsoft.com/office/drawing/2014/main" id="{DB5897E8-9F96-3F48-8DDE-C684A3133A6F}"/>
                  </a:ext>
                </a:extLst>
              </p:cNvPr>
              <p:cNvSpPr/>
              <p:nvPr/>
            </p:nvSpPr>
            <p:spPr>
              <a:xfrm>
                <a:off x="5931708" y="3033701"/>
                <a:ext cx="527052" cy="527052"/>
              </a:xfrm>
              <a:prstGeom prst="rect">
                <a:avLst/>
              </a:prstGeom>
              <a:no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sz="1600" b="1">
                    <a:solidFill>
                      <a:srgbClr val="FFFFFF"/>
                    </a:solidFill>
                    <a:cs typeface="+mn-ea"/>
                    <a:sym typeface="+mn-lt"/>
                  </a:rPr>
                  <a:t>01</a:t>
                </a:r>
                <a:endParaRPr lang="zh-CN" altLang="en-US" sz="1600" b="1" dirty="0">
                  <a:solidFill>
                    <a:srgbClr val="FFFFFF"/>
                  </a:solidFill>
                  <a:cs typeface="+mn-ea"/>
                  <a:sym typeface="+mn-lt"/>
                </a:endParaRPr>
              </a:p>
            </p:txBody>
          </p:sp>
          <p:sp>
            <p:nvSpPr>
              <p:cNvPr id="15" name="Text1">
                <a:extLst>
                  <a:ext uri="{FF2B5EF4-FFF2-40B4-BE49-F238E27FC236}">
                    <a16:creationId xmlns:a16="http://schemas.microsoft.com/office/drawing/2014/main" id="{D08C9600-CED1-8256-A662-CB23EB37127C}"/>
                  </a:ext>
                </a:extLst>
              </p:cNvPr>
              <p:cNvSpPr/>
              <p:nvPr/>
            </p:nvSpPr>
            <p:spPr bwMode="auto">
              <a:xfrm>
                <a:off x="6623051" y="3494770"/>
                <a:ext cx="4718050" cy="632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20000"/>
                  </a:lnSpc>
                </a:pPr>
                <a:r>
                  <a:rPr lang="zh-CN" altLang="en-US" sz="1200" dirty="0">
                    <a:solidFill>
                      <a:srgbClr val="FFFFFF"/>
                    </a:solidFill>
                    <a:cs typeface="+mn-ea"/>
                    <a:sym typeface="+mn-lt"/>
                  </a:rPr>
                  <a:t>单击此处添加文本单击此处添加文本单击此处添加文本单击此处添加文本</a:t>
                </a:r>
                <a:endParaRPr lang="en-US" sz="1200" dirty="0">
                  <a:solidFill>
                    <a:srgbClr val="FFFFFF"/>
                  </a:solidFill>
                  <a:cs typeface="+mn-ea"/>
                  <a:sym typeface="+mn-lt"/>
                </a:endParaRPr>
              </a:p>
            </p:txBody>
          </p:sp>
          <p:sp>
            <p:nvSpPr>
              <p:cNvPr id="16" name="Bullet1">
                <a:extLst>
                  <a:ext uri="{FF2B5EF4-FFF2-40B4-BE49-F238E27FC236}">
                    <a16:creationId xmlns:a16="http://schemas.microsoft.com/office/drawing/2014/main" id="{59B0913C-719C-EA03-DD66-93FAFBAA3764}"/>
                  </a:ext>
                </a:extLst>
              </p:cNvPr>
              <p:cNvSpPr/>
              <p:nvPr/>
            </p:nvSpPr>
            <p:spPr bwMode="auto">
              <a:xfrm>
                <a:off x="6623051" y="2966666"/>
                <a:ext cx="4718050" cy="528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r>
                  <a:rPr lang="zh-CN" altLang="en-US" b="1">
                    <a:solidFill>
                      <a:srgbClr val="FFFFFF"/>
                    </a:solidFill>
                    <a:cs typeface="+mn-ea"/>
                    <a:sym typeface="+mn-lt"/>
                  </a:rPr>
                  <a:t>单击添加小标题</a:t>
                </a:r>
                <a:endParaRPr lang="en-US" dirty="0">
                  <a:solidFill>
                    <a:srgbClr val="FFFFFF"/>
                  </a:solidFill>
                  <a:cs typeface="+mn-ea"/>
                  <a:sym typeface="+mn-lt"/>
                </a:endParaRPr>
              </a:p>
            </p:txBody>
          </p:sp>
        </p:grpSp>
        <p:grpSp>
          <p:nvGrpSpPr>
            <p:cNvPr id="9" name="组合 8">
              <a:extLst>
                <a:ext uri="{FF2B5EF4-FFF2-40B4-BE49-F238E27FC236}">
                  <a16:creationId xmlns:a16="http://schemas.microsoft.com/office/drawing/2014/main" id="{904EDB80-575E-79E6-68B9-5FCECC110010}"/>
                </a:ext>
              </a:extLst>
            </p:cNvPr>
            <p:cNvGrpSpPr/>
            <p:nvPr/>
          </p:nvGrpSpPr>
          <p:grpSpPr>
            <a:xfrm>
              <a:off x="5931708" y="4693735"/>
              <a:ext cx="5409393" cy="1160265"/>
              <a:chOff x="5931708" y="4693735"/>
              <a:chExt cx="5409393" cy="1160265"/>
            </a:xfrm>
          </p:grpSpPr>
          <p:sp>
            <p:nvSpPr>
              <p:cNvPr id="10" name="Number2">
                <a:extLst>
                  <a:ext uri="{FF2B5EF4-FFF2-40B4-BE49-F238E27FC236}">
                    <a16:creationId xmlns:a16="http://schemas.microsoft.com/office/drawing/2014/main" id="{20F8AB68-2480-23B2-ACC2-93697356CF1C}"/>
                  </a:ext>
                </a:extLst>
              </p:cNvPr>
              <p:cNvSpPr/>
              <p:nvPr/>
            </p:nvSpPr>
            <p:spPr>
              <a:xfrm>
                <a:off x="5931708" y="4760770"/>
                <a:ext cx="527052" cy="527052"/>
              </a:xfrm>
              <a:prstGeom prst="rect">
                <a:avLst/>
              </a:prstGeom>
              <a:no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sz="1600" b="1">
                    <a:solidFill>
                      <a:srgbClr val="FFFFFF"/>
                    </a:solidFill>
                    <a:cs typeface="+mn-ea"/>
                    <a:sym typeface="+mn-lt"/>
                  </a:rPr>
                  <a:t>02</a:t>
                </a:r>
                <a:endParaRPr lang="zh-CN" altLang="en-US" sz="1600" b="1" dirty="0">
                  <a:solidFill>
                    <a:srgbClr val="FFFFFF"/>
                  </a:solidFill>
                  <a:cs typeface="+mn-ea"/>
                  <a:sym typeface="+mn-lt"/>
                </a:endParaRPr>
              </a:p>
            </p:txBody>
          </p:sp>
          <p:sp>
            <p:nvSpPr>
              <p:cNvPr id="11" name="Text2">
                <a:extLst>
                  <a:ext uri="{FF2B5EF4-FFF2-40B4-BE49-F238E27FC236}">
                    <a16:creationId xmlns:a16="http://schemas.microsoft.com/office/drawing/2014/main" id="{98AB0678-D237-E7B4-8074-A342F9D63189}"/>
                  </a:ext>
                </a:extLst>
              </p:cNvPr>
              <p:cNvSpPr/>
              <p:nvPr/>
            </p:nvSpPr>
            <p:spPr bwMode="auto">
              <a:xfrm>
                <a:off x="6623051" y="5221839"/>
                <a:ext cx="4718050" cy="632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20000"/>
                  </a:lnSpc>
                </a:pPr>
                <a:r>
                  <a:rPr lang="zh-CN" altLang="en-US" sz="1200" dirty="0">
                    <a:solidFill>
                      <a:srgbClr val="FFFFFF"/>
                    </a:solidFill>
                    <a:cs typeface="+mn-ea"/>
                    <a:sym typeface="+mn-lt"/>
                  </a:rPr>
                  <a:t>单击此处添加文本单击此处添加文本单击此处添加文本单击此处添加文本</a:t>
                </a:r>
                <a:endParaRPr lang="en-US" sz="1200" dirty="0">
                  <a:solidFill>
                    <a:srgbClr val="FFFFFF"/>
                  </a:solidFill>
                  <a:cs typeface="+mn-ea"/>
                  <a:sym typeface="+mn-lt"/>
                </a:endParaRPr>
              </a:p>
            </p:txBody>
          </p:sp>
          <p:sp>
            <p:nvSpPr>
              <p:cNvPr id="12" name="Bullet2">
                <a:extLst>
                  <a:ext uri="{FF2B5EF4-FFF2-40B4-BE49-F238E27FC236}">
                    <a16:creationId xmlns:a16="http://schemas.microsoft.com/office/drawing/2014/main" id="{6CA89425-4CFF-8C57-A601-91469433AC28}"/>
                  </a:ext>
                </a:extLst>
              </p:cNvPr>
              <p:cNvSpPr/>
              <p:nvPr/>
            </p:nvSpPr>
            <p:spPr bwMode="auto">
              <a:xfrm>
                <a:off x="6623051" y="4693735"/>
                <a:ext cx="4718050" cy="528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r>
                  <a:rPr lang="zh-CN" altLang="en-US" b="1" dirty="0">
                    <a:solidFill>
                      <a:srgbClr val="FFFFFF"/>
                    </a:solidFill>
                    <a:cs typeface="+mn-ea"/>
                    <a:sym typeface="+mn-lt"/>
                  </a:rPr>
                  <a:t>单击添加小标题</a:t>
                </a:r>
                <a:endParaRPr lang="en-US" dirty="0">
                  <a:solidFill>
                    <a:srgbClr val="FFFFFF"/>
                  </a:solidFill>
                  <a:cs typeface="+mn-ea"/>
                  <a:sym typeface="+mn-lt"/>
                </a:endParaRPr>
              </a:p>
            </p:txBody>
          </p:sp>
        </p:grpSp>
      </p:grpSp>
      <p:sp>
        <p:nvSpPr>
          <p:cNvPr id="23" name="标题 1"/>
          <p:cNvSpPr>
            <a:spLocks noGrp="1"/>
          </p:cNvSpPr>
          <p:nvPr>
            <p:ph type="title" hasCustomPrompt="1"/>
          </p:nvPr>
        </p:nvSpPr>
        <p:spPr>
          <a:xfrm>
            <a:off x="660400" y="128587"/>
            <a:ext cx="10858500" cy="900112"/>
          </a:xfrm>
        </p:spPr>
        <p:txBody>
          <a:bodyPr lIns="91440" tIns="45720" rIns="91440" bIns="45720">
            <a:normAutofit/>
          </a:bodyPr>
          <a:lstStyle>
            <a:lvl1pPr>
              <a:defRPr/>
            </a:lvl1pPr>
          </a:lstStyle>
          <a:p>
            <a:pPr lvl="0"/>
            <a:r>
              <a:rPr lang="zh-CN" altLang="en-US">
                <a:sym typeface="+mn-lt"/>
              </a:rPr>
              <a:t>单击此处添加标题</a:t>
            </a:r>
            <a:endParaRPr lang="en-US" dirty="0">
              <a:sym typeface="+mn-lt"/>
            </a:endParaRPr>
          </a:p>
        </p:txBody>
      </p:sp>
    </p:spTree>
    <p:extLst>
      <p:ext uri="{BB962C8B-B14F-4D97-AF65-F5344CB8AC3E}">
        <p14:creationId xmlns:p14="http://schemas.microsoft.com/office/powerpoint/2010/main" val="2160518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55CF913A-08CF-6B73-61E7-0D04AE9B302D}"/>
              </a:ext>
            </a:extLst>
          </p:cNvPr>
          <p:cNvGrpSpPr/>
          <p:nvPr/>
        </p:nvGrpSpPr>
        <p:grpSpPr>
          <a:xfrm>
            <a:off x="660400" y="1130300"/>
            <a:ext cx="10871201" cy="4885441"/>
            <a:chOff x="660400" y="1130300"/>
            <a:chExt cx="10871201" cy="4885441"/>
          </a:xfrm>
        </p:grpSpPr>
        <p:sp>
          <p:nvSpPr>
            <p:cNvPr id="3" name="Title">
              <a:extLst>
                <a:ext uri="{FF2B5EF4-FFF2-40B4-BE49-F238E27FC236}">
                  <a16:creationId xmlns:a16="http://schemas.microsoft.com/office/drawing/2014/main" id="{B20EEE24-2E0F-DCAE-2962-F6EAF6895D89}"/>
                </a:ext>
              </a:extLst>
            </p:cNvPr>
            <p:cNvSpPr txBox="1"/>
            <p:nvPr/>
          </p:nvSpPr>
          <p:spPr>
            <a:xfrm>
              <a:off x="660400" y="1130300"/>
              <a:ext cx="10858500" cy="992183"/>
            </a:xfrm>
            <a:prstGeom prst="rect">
              <a:avLst/>
            </a:prstGeom>
            <a:noFill/>
            <a:ln>
              <a:noFill/>
            </a:ln>
          </p:spPr>
          <p:txBody>
            <a:bodyPr wrap="square" lIns="91440" tIns="45720" rIns="91440" bIns="45720" anchor="ctr" anchorCtr="0">
              <a:normAutofit/>
            </a:bodyPr>
            <a:lstStyle/>
            <a:p>
              <a:r>
                <a:rPr lang="zh-CN" altLang="en-US" sz="2400" b="1" dirty="0">
                  <a:cs typeface="+mn-ea"/>
                  <a:sym typeface="+mn-lt"/>
                </a:rPr>
                <a:t>单击此处添加长一点的副标题</a:t>
              </a:r>
              <a:endParaRPr lang="en-US" sz="2400" dirty="0">
                <a:cs typeface="+mn-ea"/>
                <a:sym typeface="+mn-lt"/>
              </a:endParaRPr>
            </a:p>
          </p:txBody>
        </p:sp>
        <p:sp>
          <p:nvSpPr>
            <p:cNvPr id="4" name="矩形 3">
              <a:extLst>
                <a:ext uri="{FF2B5EF4-FFF2-40B4-BE49-F238E27FC236}">
                  <a16:creationId xmlns:a16="http://schemas.microsoft.com/office/drawing/2014/main" id="{C79654CC-4CF7-31CB-B5B1-7BFED8C1C671}"/>
                </a:ext>
              </a:extLst>
            </p:cNvPr>
            <p:cNvSpPr/>
            <p:nvPr/>
          </p:nvSpPr>
          <p:spPr>
            <a:xfrm>
              <a:off x="5150736" y="2650968"/>
              <a:ext cx="6301739" cy="887454"/>
            </a:xfrm>
            <a:prstGeom prst="rect">
              <a:avLst/>
            </a:prstGeom>
            <a:solidFill>
              <a:schemeClr val="accent1">
                <a:alpha val="2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cxnSp>
          <p:nvCxnSpPr>
            <p:cNvPr id="5" name="直接连接符 4">
              <a:extLst>
                <a:ext uri="{FF2B5EF4-FFF2-40B4-BE49-F238E27FC236}">
                  <a16:creationId xmlns:a16="http://schemas.microsoft.com/office/drawing/2014/main" id="{0D1D8E7D-2CE6-F225-219B-98179B87B2D8}"/>
                </a:ext>
              </a:extLst>
            </p:cNvPr>
            <p:cNvCxnSpPr>
              <a:cxnSpLocks/>
            </p:cNvCxnSpPr>
            <p:nvPr/>
          </p:nvCxnSpPr>
          <p:spPr>
            <a:xfrm>
              <a:off x="673101" y="2252639"/>
              <a:ext cx="108585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5DDD5515-8F4B-83EB-D634-CD9F5E831469}"/>
                </a:ext>
              </a:extLst>
            </p:cNvPr>
            <p:cNvSpPr/>
            <p:nvPr/>
          </p:nvSpPr>
          <p:spPr>
            <a:xfrm>
              <a:off x="5150736" y="3885306"/>
              <a:ext cx="6301739" cy="887454"/>
            </a:xfrm>
            <a:prstGeom prst="rect">
              <a:avLst/>
            </a:prstGeom>
            <a:solidFill>
              <a:schemeClr val="accent1">
                <a:alpha val="2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7" name="矩形 6">
              <a:extLst>
                <a:ext uri="{FF2B5EF4-FFF2-40B4-BE49-F238E27FC236}">
                  <a16:creationId xmlns:a16="http://schemas.microsoft.com/office/drawing/2014/main" id="{66E598EC-A84D-5111-9C89-836D1CA53059}"/>
                </a:ext>
              </a:extLst>
            </p:cNvPr>
            <p:cNvSpPr/>
            <p:nvPr/>
          </p:nvSpPr>
          <p:spPr>
            <a:xfrm>
              <a:off x="5150736" y="5119645"/>
              <a:ext cx="6301739" cy="887454"/>
            </a:xfrm>
            <a:prstGeom prst="rect">
              <a:avLst/>
            </a:prstGeom>
            <a:solidFill>
              <a:schemeClr val="accent1">
                <a:alpha val="2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grpSp>
          <p:nvGrpSpPr>
            <p:cNvPr id="8" name="组合 7">
              <a:extLst>
                <a:ext uri="{FF2B5EF4-FFF2-40B4-BE49-F238E27FC236}">
                  <a16:creationId xmlns:a16="http://schemas.microsoft.com/office/drawing/2014/main" id="{B4E8F95F-2A94-0C68-D8ED-780BD1A1EC47}"/>
                </a:ext>
              </a:extLst>
            </p:cNvPr>
            <p:cNvGrpSpPr/>
            <p:nvPr/>
          </p:nvGrpSpPr>
          <p:grpSpPr>
            <a:xfrm>
              <a:off x="739525" y="2642326"/>
              <a:ext cx="10447135" cy="904738"/>
              <a:chOff x="739525" y="2642326"/>
              <a:chExt cx="10447135" cy="904738"/>
            </a:xfrm>
          </p:grpSpPr>
          <p:sp>
            <p:nvSpPr>
              <p:cNvPr id="40" name="Shape1">
                <a:extLst>
                  <a:ext uri="{FF2B5EF4-FFF2-40B4-BE49-F238E27FC236}">
                    <a16:creationId xmlns:a16="http://schemas.microsoft.com/office/drawing/2014/main" id="{978385A2-BF31-E9A6-6E35-161FA9A607EB}"/>
                  </a:ext>
                </a:extLst>
              </p:cNvPr>
              <p:cNvSpPr/>
              <p:nvPr/>
            </p:nvSpPr>
            <p:spPr>
              <a:xfrm>
                <a:off x="4424726" y="2945720"/>
                <a:ext cx="436652" cy="297951"/>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25000" lnSpcReduction="20000"/>
              </a:bodyPr>
              <a:lstStyle/>
              <a:p>
                <a:pPr algn="ctr"/>
                <a:endParaRPr lang="zh-CN" altLang="en-US">
                  <a:cs typeface="+mn-ea"/>
                  <a:sym typeface="+mn-lt"/>
                </a:endParaRPr>
              </a:p>
            </p:txBody>
          </p:sp>
          <p:sp>
            <p:nvSpPr>
              <p:cNvPr id="41" name="Number1">
                <a:extLst>
                  <a:ext uri="{FF2B5EF4-FFF2-40B4-BE49-F238E27FC236}">
                    <a16:creationId xmlns:a16="http://schemas.microsoft.com/office/drawing/2014/main" id="{21FB9BF6-15B2-B923-4745-AC643D1ABED2}"/>
                  </a:ext>
                </a:extLst>
              </p:cNvPr>
              <p:cNvSpPr/>
              <p:nvPr/>
            </p:nvSpPr>
            <p:spPr>
              <a:xfrm>
                <a:off x="739525" y="2642326"/>
                <a:ext cx="698502" cy="9047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b="1">
                    <a:solidFill>
                      <a:srgbClr val="FFFFFF"/>
                    </a:solidFill>
                    <a:cs typeface="+mn-ea"/>
                    <a:sym typeface="+mn-lt"/>
                  </a:rPr>
                  <a:t>01</a:t>
                </a:r>
                <a:endParaRPr lang="zh-CN" altLang="en-US" b="1" dirty="0">
                  <a:solidFill>
                    <a:srgbClr val="FFFFFF"/>
                  </a:solidFill>
                  <a:cs typeface="+mn-ea"/>
                  <a:sym typeface="+mn-lt"/>
                </a:endParaRPr>
              </a:p>
            </p:txBody>
          </p:sp>
          <p:sp>
            <p:nvSpPr>
              <p:cNvPr id="42" name="Text1">
                <a:extLst>
                  <a:ext uri="{FF2B5EF4-FFF2-40B4-BE49-F238E27FC236}">
                    <a16:creationId xmlns:a16="http://schemas.microsoft.com/office/drawing/2014/main" id="{3CD244DA-33D5-D4A4-BBD1-564C950D74A3}"/>
                  </a:ext>
                </a:extLst>
              </p:cNvPr>
              <p:cNvSpPr/>
              <p:nvPr/>
            </p:nvSpPr>
            <p:spPr>
              <a:xfrm>
                <a:off x="5416550" y="2762074"/>
                <a:ext cx="5770110" cy="665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sz="1200" dirty="0">
                  <a:solidFill>
                    <a:schemeClr val="tx1"/>
                  </a:solidFill>
                  <a:cs typeface="+mn-ea"/>
                  <a:sym typeface="+mn-lt"/>
                </a:endParaRPr>
              </a:p>
            </p:txBody>
          </p:sp>
          <p:sp>
            <p:nvSpPr>
              <p:cNvPr id="43" name="Bullet1">
                <a:extLst>
                  <a:ext uri="{FF2B5EF4-FFF2-40B4-BE49-F238E27FC236}">
                    <a16:creationId xmlns:a16="http://schemas.microsoft.com/office/drawing/2014/main" id="{5CA91F0E-918B-C437-0543-8EF5B91CE7B7}"/>
                  </a:ext>
                </a:extLst>
              </p:cNvPr>
              <p:cNvSpPr>
                <a:spLocks/>
              </p:cNvSpPr>
              <p:nvPr/>
            </p:nvSpPr>
            <p:spPr>
              <a:xfrm>
                <a:off x="1611879" y="2650968"/>
                <a:ext cx="2523490" cy="8874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b="1" dirty="0">
                    <a:solidFill>
                      <a:srgbClr val="FFFFFF"/>
                    </a:solidFill>
                    <a:cs typeface="+mn-ea"/>
                    <a:sym typeface="+mn-lt"/>
                  </a:rPr>
                  <a:t>单击添加小标题</a:t>
                </a:r>
                <a:endParaRPr lang="en-US" dirty="0">
                  <a:solidFill>
                    <a:srgbClr val="FFFFFF"/>
                  </a:solidFill>
                  <a:cs typeface="+mn-ea"/>
                  <a:sym typeface="+mn-lt"/>
                </a:endParaRPr>
              </a:p>
            </p:txBody>
          </p:sp>
        </p:grpSp>
        <p:grpSp>
          <p:nvGrpSpPr>
            <p:cNvPr id="9" name="组合 8">
              <a:extLst>
                <a:ext uri="{FF2B5EF4-FFF2-40B4-BE49-F238E27FC236}">
                  <a16:creationId xmlns:a16="http://schemas.microsoft.com/office/drawing/2014/main" id="{E2103DCE-3E71-66C4-63CE-600B75117C1F}"/>
                </a:ext>
              </a:extLst>
            </p:cNvPr>
            <p:cNvGrpSpPr/>
            <p:nvPr/>
          </p:nvGrpSpPr>
          <p:grpSpPr>
            <a:xfrm>
              <a:off x="739525" y="3876664"/>
              <a:ext cx="10447135" cy="904738"/>
              <a:chOff x="739525" y="3876664"/>
              <a:chExt cx="10447135" cy="904738"/>
            </a:xfrm>
          </p:grpSpPr>
          <p:sp>
            <p:nvSpPr>
              <p:cNvPr id="36" name="Shape2">
                <a:extLst>
                  <a:ext uri="{FF2B5EF4-FFF2-40B4-BE49-F238E27FC236}">
                    <a16:creationId xmlns:a16="http://schemas.microsoft.com/office/drawing/2014/main" id="{54188283-840E-1179-0624-24A46655A1C9}"/>
                  </a:ext>
                </a:extLst>
              </p:cNvPr>
              <p:cNvSpPr/>
              <p:nvPr/>
            </p:nvSpPr>
            <p:spPr>
              <a:xfrm>
                <a:off x="4424726" y="4180058"/>
                <a:ext cx="436652" cy="297951"/>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25000" lnSpcReduction="20000"/>
              </a:bodyPr>
              <a:lstStyle/>
              <a:p>
                <a:pPr algn="ctr"/>
                <a:endParaRPr lang="zh-CN" altLang="en-US">
                  <a:cs typeface="+mn-ea"/>
                  <a:sym typeface="+mn-lt"/>
                </a:endParaRPr>
              </a:p>
            </p:txBody>
          </p:sp>
          <p:sp>
            <p:nvSpPr>
              <p:cNvPr id="37" name="Number2">
                <a:extLst>
                  <a:ext uri="{FF2B5EF4-FFF2-40B4-BE49-F238E27FC236}">
                    <a16:creationId xmlns:a16="http://schemas.microsoft.com/office/drawing/2014/main" id="{28081F27-C31B-6C07-F214-6F8167DD35AF}"/>
                  </a:ext>
                </a:extLst>
              </p:cNvPr>
              <p:cNvSpPr/>
              <p:nvPr/>
            </p:nvSpPr>
            <p:spPr>
              <a:xfrm>
                <a:off x="739525" y="3876664"/>
                <a:ext cx="698502" cy="9047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b="1">
                    <a:solidFill>
                      <a:srgbClr val="FFFFFF"/>
                    </a:solidFill>
                    <a:cs typeface="+mn-ea"/>
                    <a:sym typeface="+mn-lt"/>
                  </a:rPr>
                  <a:t>02</a:t>
                </a:r>
                <a:endParaRPr lang="zh-CN" altLang="en-US" b="1" dirty="0">
                  <a:solidFill>
                    <a:srgbClr val="FFFFFF"/>
                  </a:solidFill>
                  <a:cs typeface="+mn-ea"/>
                  <a:sym typeface="+mn-lt"/>
                </a:endParaRPr>
              </a:p>
            </p:txBody>
          </p:sp>
          <p:sp>
            <p:nvSpPr>
              <p:cNvPr id="38" name="Text2">
                <a:extLst>
                  <a:ext uri="{FF2B5EF4-FFF2-40B4-BE49-F238E27FC236}">
                    <a16:creationId xmlns:a16="http://schemas.microsoft.com/office/drawing/2014/main" id="{8AA6C304-2A0D-F686-F4F5-42B951B2B12B}"/>
                  </a:ext>
                </a:extLst>
              </p:cNvPr>
              <p:cNvSpPr/>
              <p:nvPr/>
            </p:nvSpPr>
            <p:spPr>
              <a:xfrm>
                <a:off x="5416550" y="3996412"/>
                <a:ext cx="5770110" cy="665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sz="1200" dirty="0">
                  <a:solidFill>
                    <a:schemeClr val="tx1"/>
                  </a:solidFill>
                  <a:cs typeface="+mn-ea"/>
                  <a:sym typeface="+mn-lt"/>
                </a:endParaRPr>
              </a:p>
            </p:txBody>
          </p:sp>
          <p:sp>
            <p:nvSpPr>
              <p:cNvPr id="39" name="Bullet2">
                <a:extLst>
                  <a:ext uri="{FF2B5EF4-FFF2-40B4-BE49-F238E27FC236}">
                    <a16:creationId xmlns:a16="http://schemas.microsoft.com/office/drawing/2014/main" id="{A5026718-62E9-16EE-11F7-951FF4BFBE43}"/>
                  </a:ext>
                </a:extLst>
              </p:cNvPr>
              <p:cNvSpPr>
                <a:spLocks/>
              </p:cNvSpPr>
              <p:nvPr/>
            </p:nvSpPr>
            <p:spPr>
              <a:xfrm>
                <a:off x="1611879" y="3885306"/>
                <a:ext cx="2523490" cy="8874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b="1" dirty="0">
                    <a:solidFill>
                      <a:srgbClr val="FFFFFF"/>
                    </a:solidFill>
                    <a:cs typeface="+mn-ea"/>
                    <a:sym typeface="+mn-lt"/>
                  </a:rPr>
                  <a:t>单击添加小标题</a:t>
                </a:r>
                <a:endParaRPr lang="en-US" dirty="0">
                  <a:solidFill>
                    <a:srgbClr val="FFFFFF"/>
                  </a:solidFill>
                  <a:cs typeface="+mn-ea"/>
                  <a:sym typeface="+mn-lt"/>
                </a:endParaRPr>
              </a:p>
            </p:txBody>
          </p:sp>
        </p:grpSp>
        <p:grpSp>
          <p:nvGrpSpPr>
            <p:cNvPr id="31" name="组合 30">
              <a:extLst>
                <a:ext uri="{FF2B5EF4-FFF2-40B4-BE49-F238E27FC236}">
                  <a16:creationId xmlns:a16="http://schemas.microsoft.com/office/drawing/2014/main" id="{5A3B66C9-6EE6-7420-8F64-E9AFC88EADC7}"/>
                </a:ext>
              </a:extLst>
            </p:cNvPr>
            <p:cNvGrpSpPr/>
            <p:nvPr/>
          </p:nvGrpSpPr>
          <p:grpSpPr>
            <a:xfrm>
              <a:off x="739525" y="5111003"/>
              <a:ext cx="10447135" cy="904738"/>
              <a:chOff x="739525" y="5111003"/>
              <a:chExt cx="10447135" cy="904738"/>
            </a:xfrm>
          </p:grpSpPr>
          <p:sp>
            <p:nvSpPr>
              <p:cNvPr id="32" name="Shape3">
                <a:extLst>
                  <a:ext uri="{FF2B5EF4-FFF2-40B4-BE49-F238E27FC236}">
                    <a16:creationId xmlns:a16="http://schemas.microsoft.com/office/drawing/2014/main" id="{2C9A99BE-FEA8-0BB0-5EDA-6CAE4724225A}"/>
                  </a:ext>
                </a:extLst>
              </p:cNvPr>
              <p:cNvSpPr/>
              <p:nvPr/>
            </p:nvSpPr>
            <p:spPr>
              <a:xfrm>
                <a:off x="4424726" y="5414397"/>
                <a:ext cx="436652" cy="297951"/>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25000" lnSpcReduction="20000"/>
              </a:bodyPr>
              <a:lstStyle/>
              <a:p>
                <a:pPr algn="ctr"/>
                <a:endParaRPr lang="zh-CN" altLang="en-US">
                  <a:cs typeface="+mn-ea"/>
                  <a:sym typeface="+mn-lt"/>
                </a:endParaRPr>
              </a:p>
            </p:txBody>
          </p:sp>
          <p:sp>
            <p:nvSpPr>
              <p:cNvPr id="33" name="Number3">
                <a:extLst>
                  <a:ext uri="{FF2B5EF4-FFF2-40B4-BE49-F238E27FC236}">
                    <a16:creationId xmlns:a16="http://schemas.microsoft.com/office/drawing/2014/main" id="{0DFB5FE7-FE10-5B3D-C126-DA0C9830E020}"/>
                  </a:ext>
                </a:extLst>
              </p:cNvPr>
              <p:cNvSpPr/>
              <p:nvPr/>
            </p:nvSpPr>
            <p:spPr>
              <a:xfrm>
                <a:off x="739525" y="5111003"/>
                <a:ext cx="698502" cy="9047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b="1">
                    <a:solidFill>
                      <a:srgbClr val="FFFFFF"/>
                    </a:solidFill>
                    <a:cs typeface="+mn-ea"/>
                    <a:sym typeface="+mn-lt"/>
                  </a:rPr>
                  <a:t>03</a:t>
                </a:r>
                <a:endParaRPr lang="zh-CN" altLang="en-US" b="1" dirty="0">
                  <a:solidFill>
                    <a:srgbClr val="FFFFFF"/>
                  </a:solidFill>
                  <a:cs typeface="+mn-ea"/>
                  <a:sym typeface="+mn-lt"/>
                </a:endParaRPr>
              </a:p>
            </p:txBody>
          </p:sp>
          <p:sp>
            <p:nvSpPr>
              <p:cNvPr id="34" name="Text3">
                <a:extLst>
                  <a:ext uri="{FF2B5EF4-FFF2-40B4-BE49-F238E27FC236}">
                    <a16:creationId xmlns:a16="http://schemas.microsoft.com/office/drawing/2014/main" id="{45223719-4DB7-6F29-67A7-FD3C284F2BDC}"/>
                  </a:ext>
                </a:extLst>
              </p:cNvPr>
              <p:cNvSpPr/>
              <p:nvPr/>
            </p:nvSpPr>
            <p:spPr>
              <a:xfrm>
                <a:off x="5416550" y="5230751"/>
                <a:ext cx="5770110" cy="665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sz="1200" dirty="0">
                  <a:solidFill>
                    <a:schemeClr val="tx1"/>
                  </a:solidFill>
                  <a:cs typeface="+mn-ea"/>
                  <a:sym typeface="+mn-lt"/>
                </a:endParaRPr>
              </a:p>
            </p:txBody>
          </p:sp>
          <p:sp>
            <p:nvSpPr>
              <p:cNvPr id="35" name="Bullet3">
                <a:extLst>
                  <a:ext uri="{FF2B5EF4-FFF2-40B4-BE49-F238E27FC236}">
                    <a16:creationId xmlns:a16="http://schemas.microsoft.com/office/drawing/2014/main" id="{65225088-B24E-27A5-A193-24DF2942D851}"/>
                  </a:ext>
                </a:extLst>
              </p:cNvPr>
              <p:cNvSpPr>
                <a:spLocks/>
              </p:cNvSpPr>
              <p:nvPr/>
            </p:nvSpPr>
            <p:spPr>
              <a:xfrm>
                <a:off x="1611879" y="5119645"/>
                <a:ext cx="2523490" cy="8874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b="1">
                    <a:solidFill>
                      <a:srgbClr val="FFFFFF"/>
                    </a:solidFill>
                    <a:cs typeface="+mn-ea"/>
                    <a:sym typeface="+mn-lt"/>
                  </a:rPr>
                  <a:t>单击添加小标题</a:t>
                </a:r>
                <a:endParaRPr lang="en-US" dirty="0">
                  <a:solidFill>
                    <a:srgbClr val="FFFFFF"/>
                  </a:solidFill>
                  <a:cs typeface="+mn-ea"/>
                  <a:sym typeface="+mn-lt"/>
                </a:endParaRPr>
              </a:p>
            </p:txBody>
          </p:sp>
        </p:grpSp>
      </p:grpSp>
      <p:sp>
        <p:nvSpPr>
          <p:cNvPr id="89" name="标题 1"/>
          <p:cNvSpPr>
            <a:spLocks noGrp="1"/>
          </p:cNvSpPr>
          <p:nvPr>
            <p:ph type="title" hasCustomPrompt="1"/>
          </p:nvPr>
        </p:nvSpPr>
        <p:spPr>
          <a:xfrm>
            <a:off x="660400" y="128587"/>
            <a:ext cx="10858500" cy="900112"/>
          </a:xfrm>
        </p:spPr>
        <p:txBody>
          <a:bodyPr lIns="91440" tIns="45720" rIns="91440" bIns="45720">
            <a:normAutofit/>
          </a:bodyPr>
          <a:lstStyle>
            <a:lvl1pPr>
              <a:defRPr/>
            </a:lvl1pPr>
          </a:lstStyle>
          <a:p>
            <a:pPr lvl="0"/>
            <a:r>
              <a:rPr lang="zh-CN" altLang="en-US">
                <a:sym typeface="+mn-lt"/>
              </a:rPr>
              <a:t>单击此处添加标题</a:t>
            </a:r>
            <a:endParaRPr lang="en-US" dirty="0">
              <a:sym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标题 1"/>
          <p:cNvSpPr>
            <a:spLocks noGrp="1"/>
          </p:cNvSpPr>
          <p:nvPr>
            <p:ph type="title" hasCustomPrompt="1"/>
          </p:nvPr>
        </p:nvSpPr>
        <p:spPr>
          <a:xfrm>
            <a:off x="660400" y="128587"/>
            <a:ext cx="10858500" cy="900112"/>
          </a:xfrm>
        </p:spPr>
        <p:txBody>
          <a:bodyPr lIns="91440" tIns="45720" rIns="91440" bIns="45720">
            <a:normAutofit/>
          </a:bodyPr>
          <a:lstStyle>
            <a:lvl1pPr>
              <a:defRPr/>
            </a:lvl1pPr>
          </a:lstStyle>
          <a:p>
            <a:pPr lvl="0"/>
            <a:r>
              <a:rPr lang="zh-CN" altLang="en-US">
                <a:sym typeface="+mn-lt"/>
              </a:rPr>
              <a:t>单击此处添加标题</a:t>
            </a:r>
            <a:endParaRPr lang="en-US" dirty="0">
              <a:sym typeface="+mn-lt"/>
            </a:endParaRPr>
          </a:p>
        </p:txBody>
      </p:sp>
      <p:grpSp>
        <p:nvGrpSpPr>
          <p:cNvPr id="55" name="组合 54">
            <a:extLst>
              <a:ext uri="{FF2B5EF4-FFF2-40B4-BE49-F238E27FC236}">
                <a16:creationId xmlns:a16="http://schemas.microsoft.com/office/drawing/2014/main" id="{EFB17751-0284-8B0F-4C66-22B2939134EF}"/>
              </a:ext>
            </a:extLst>
          </p:cNvPr>
          <p:cNvGrpSpPr/>
          <p:nvPr/>
        </p:nvGrpSpPr>
        <p:grpSpPr>
          <a:xfrm>
            <a:off x="221190" y="1130300"/>
            <a:ext cx="11970810" cy="5727700"/>
            <a:chOff x="221190" y="1130300"/>
            <a:chExt cx="11970810" cy="5727700"/>
          </a:xfrm>
        </p:grpSpPr>
        <p:pic>
          <p:nvPicPr>
            <p:cNvPr id="3" name="图片 2">
              <a:extLst>
                <a:ext uri="{FF2B5EF4-FFF2-40B4-BE49-F238E27FC236}">
                  <a16:creationId xmlns:a16="http://schemas.microsoft.com/office/drawing/2014/main" id="{6BF9664F-9987-BE11-677F-B00B8D4C0248}"/>
                </a:ext>
              </a:extLst>
            </p:cNvPr>
            <p:cNvPicPr>
              <a:picLocks noChangeAspect="1"/>
            </p:cNvPicPr>
            <p:nvPr/>
          </p:nvPicPr>
          <p:blipFill>
            <a:blip r:embed="rId4">
              <a:extLst>
                <a:ext uri="{28A0092B-C50C-407E-A947-70E740481C1C}">
                  <a14:useLocalDpi xmlns:a14="http://schemas.microsoft.com/office/drawing/2010/main" val="0"/>
                </a:ext>
              </a:extLst>
            </a:blip>
            <a:srcRect l="6686" t="30875" r="10765" b="34660"/>
            <a:stretch>
              <a:fillRect/>
            </a:stretch>
          </p:blipFill>
          <p:spPr>
            <a:xfrm>
              <a:off x="221190" y="4045214"/>
              <a:ext cx="11970810" cy="2812786"/>
            </a:xfrm>
            <a:custGeom>
              <a:avLst/>
              <a:gdLst>
                <a:gd name="csX0" fmla="*/ 0 w 11970810"/>
                <a:gd name="csY0" fmla="*/ 0 h 2812786"/>
                <a:gd name="csX1" fmla="*/ 11970810 w 11970810"/>
                <a:gd name="csY1" fmla="*/ 0 h 2812786"/>
                <a:gd name="csX2" fmla="*/ 11970810 w 11970810"/>
                <a:gd name="csY2" fmla="*/ 2812786 h 2812786"/>
                <a:gd name="csX3" fmla="*/ 0 w 11970810"/>
                <a:gd name="csY3" fmla="*/ 2812786 h 2812786"/>
              </a:gdLst>
              <a:ahLst/>
              <a:cxnLst>
                <a:cxn ang="0">
                  <a:pos x="csX0" y="csY0"/>
                </a:cxn>
                <a:cxn ang="0">
                  <a:pos x="csX1" y="csY1"/>
                </a:cxn>
                <a:cxn ang="0">
                  <a:pos x="csX2" y="csY2"/>
                </a:cxn>
                <a:cxn ang="0">
                  <a:pos x="csX3" y="csY3"/>
                </a:cxn>
              </a:cxnLst>
              <a:rect l="l" t="t" r="r" b="b"/>
              <a:pathLst>
                <a:path w="11970810" h="2812786">
                  <a:moveTo>
                    <a:pt x="0" y="0"/>
                  </a:moveTo>
                  <a:lnTo>
                    <a:pt x="11970810" y="0"/>
                  </a:lnTo>
                  <a:lnTo>
                    <a:pt x="11970810" y="2812786"/>
                  </a:lnTo>
                  <a:lnTo>
                    <a:pt x="0" y="2812786"/>
                  </a:lnTo>
                  <a:close/>
                </a:path>
              </a:pathLst>
            </a:custGeom>
          </p:spPr>
        </p:pic>
        <p:sp>
          <p:nvSpPr>
            <p:cNvPr id="4" name="Title">
              <a:extLst>
                <a:ext uri="{FF2B5EF4-FFF2-40B4-BE49-F238E27FC236}">
                  <a16:creationId xmlns:a16="http://schemas.microsoft.com/office/drawing/2014/main" id="{7FBF0442-1761-E296-2EE5-55F1E9F7D00E}"/>
                </a:ext>
              </a:extLst>
            </p:cNvPr>
            <p:cNvSpPr txBox="1"/>
            <p:nvPr/>
          </p:nvSpPr>
          <p:spPr>
            <a:xfrm>
              <a:off x="660400" y="1130300"/>
              <a:ext cx="10858500" cy="796926"/>
            </a:xfrm>
            <a:prstGeom prst="rect">
              <a:avLst/>
            </a:prstGeom>
            <a:noFill/>
          </p:spPr>
          <p:txBody>
            <a:bodyPr vert="horz" wrap="square" lIns="91440" tIns="45720" rIns="91440" bIns="45720" rtlCol="0" anchor="ctr" anchorCtr="1">
              <a:normAutofit/>
            </a:bodyPr>
            <a:lstStyle/>
            <a:p>
              <a:pPr algn="ctr"/>
              <a:r>
                <a:rPr lang="zh-CN" altLang="en-US" sz="2400" b="1" dirty="0">
                  <a:cs typeface="+mn-ea"/>
                  <a:sym typeface="+mn-lt"/>
                </a:rPr>
                <a:t>单击此处添加长一点的副标题</a:t>
              </a:r>
              <a:endParaRPr lang="en-US" sz="2400" dirty="0">
                <a:cs typeface="+mn-ea"/>
                <a:sym typeface="+mn-lt"/>
              </a:endParaRPr>
            </a:p>
          </p:txBody>
        </p:sp>
        <p:cxnSp>
          <p:nvCxnSpPr>
            <p:cNvPr id="5" name="直接连接符 4">
              <a:extLst>
                <a:ext uri="{FF2B5EF4-FFF2-40B4-BE49-F238E27FC236}">
                  <a16:creationId xmlns:a16="http://schemas.microsoft.com/office/drawing/2014/main" id="{B94460A2-0DB2-9353-ED78-15691A34F0CC}"/>
                </a:ext>
              </a:extLst>
            </p:cNvPr>
            <p:cNvCxnSpPr>
              <a:cxnSpLocks/>
            </p:cNvCxnSpPr>
            <p:nvPr/>
          </p:nvCxnSpPr>
          <p:spPr>
            <a:xfrm>
              <a:off x="1903550" y="5143500"/>
              <a:ext cx="0" cy="639326"/>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椭圆 5">
              <a:extLst>
                <a:ext uri="{FF2B5EF4-FFF2-40B4-BE49-F238E27FC236}">
                  <a16:creationId xmlns:a16="http://schemas.microsoft.com/office/drawing/2014/main" id="{722ACFA6-3E0A-7DDB-0FEA-B3A3100EA25A}"/>
                </a:ext>
              </a:extLst>
            </p:cNvPr>
            <p:cNvSpPr/>
            <p:nvPr/>
          </p:nvSpPr>
          <p:spPr>
            <a:xfrm>
              <a:off x="1851321" y="5730597"/>
              <a:ext cx="104458" cy="10445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25000" lnSpcReduction="20000"/>
            </a:bodyPr>
            <a:lstStyle/>
            <a:p>
              <a:pPr algn="ctr"/>
              <a:endParaRPr lang="zh-CN" altLang="en-US">
                <a:cs typeface="+mn-ea"/>
                <a:sym typeface="+mn-lt"/>
              </a:endParaRPr>
            </a:p>
          </p:txBody>
        </p:sp>
        <p:cxnSp>
          <p:nvCxnSpPr>
            <p:cNvPr id="7" name="直接连接符 6">
              <a:extLst>
                <a:ext uri="{FF2B5EF4-FFF2-40B4-BE49-F238E27FC236}">
                  <a16:creationId xmlns:a16="http://schemas.microsoft.com/office/drawing/2014/main" id="{A88511DD-FC80-8BE6-A217-3897D84D61A1}"/>
                </a:ext>
              </a:extLst>
            </p:cNvPr>
            <p:cNvCxnSpPr>
              <a:cxnSpLocks/>
            </p:cNvCxnSpPr>
            <p:nvPr/>
          </p:nvCxnSpPr>
          <p:spPr>
            <a:xfrm>
              <a:off x="4694283" y="3505200"/>
              <a:ext cx="0" cy="1087438"/>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椭圆 7">
              <a:extLst>
                <a:ext uri="{FF2B5EF4-FFF2-40B4-BE49-F238E27FC236}">
                  <a16:creationId xmlns:a16="http://schemas.microsoft.com/office/drawing/2014/main" id="{3D1A71A3-60CA-9F65-585A-BECF342A9310}"/>
                </a:ext>
              </a:extLst>
            </p:cNvPr>
            <p:cNvSpPr/>
            <p:nvPr/>
          </p:nvSpPr>
          <p:spPr>
            <a:xfrm>
              <a:off x="4642054" y="4540409"/>
              <a:ext cx="104458" cy="10445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25000" lnSpcReduction="20000"/>
            </a:bodyPr>
            <a:lstStyle/>
            <a:p>
              <a:pPr algn="ctr"/>
              <a:endParaRPr lang="zh-CN" altLang="en-US">
                <a:cs typeface="+mn-ea"/>
                <a:sym typeface="+mn-lt"/>
              </a:endParaRPr>
            </a:p>
          </p:txBody>
        </p:sp>
        <p:cxnSp>
          <p:nvCxnSpPr>
            <p:cNvPr id="9" name="直接连接符 8">
              <a:extLst>
                <a:ext uri="{FF2B5EF4-FFF2-40B4-BE49-F238E27FC236}">
                  <a16:creationId xmlns:a16="http://schemas.microsoft.com/office/drawing/2014/main" id="{8312B160-1AA6-B642-0905-A0DB6E91D21E}"/>
                </a:ext>
              </a:extLst>
            </p:cNvPr>
            <p:cNvCxnSpPr>
              <a:cxnSpLocks/>
            </p:cNvCxnSpPr>
            <p:nvPr/>
          </p:nvCxnSpPr>
          <p:spPr>
            <a:xfrm>
              <a:off x="7485016" y="3505200"/>
              <a:ext cx="0" cy="88741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椭圆 9">
              <a:extLst>
                <a:ext uri="{FF2B5EF4-FFF2-40B4-BE49-F238E27FC236}">
                  <a16:creationId xmlns:a16="http://schemas.microsoft.com/office/drawing/2014/main" id="{07AACD94-E848-93CF-8AA4-D6E7D817DCD7}"/>
                </a:ext>
              </a:extLst>
            </p:cNvPr>
            <p:cNvSpPr/>
            <p:nvPr/>
          </p:nvSpPr>
          <p:spPr>
            <a:xfrm>
              <a:off x="7432787" y="4340384"/>
              <a:ext cx="104458" cy="10445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25000" lnSpcReduction="20000"/>
            </a:bodyPr>
            <a:lstStyle/>
            <a:p>
              <a:pPr algn="ctr"/>
              <a:endParaRPr lang="zh-CN" altLang="en-US">
                <a:cs typeface="+mn-ea"/>
                <a:sym typeface="+mn-lt"/>
              </a:endParaRPr>
            </a:p>
          </p:txBody>
        </p:sp>
        <p:cxnSp>
          <p:nvCxnSpPr>
            <p:cNvPr id="12" name="直接连接符 11">
              <a:extLst>
                <a:ext uri="{FF2B5EF4-FFF2-40B4-BE49-F238E27FC236}">
                  <a16:creationId xmlns:a16="http://schemas.microsoft.com/office/drawing/2014/main" id="{471D12E2-3314-48C0-B029-C88CD70DE738}"/>
                </a:ext>
              </a:extLst>
            </p:cNvPr>
            <p:cNvCxnSpPr>
              <a:cxnSpLocks/>
              <a:stCxn id="20" idx="2"/>
            </p:cNvCxnSpPr>
            <p:nvPr/>
          </p:nvCxnSpPr>
          <p:spPr>
            <a:xfrm>
              <a:off x="10275750" y="5096404"/>
              <a:ext cx="0" cy="274109"/>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椭圆 12">
              <a:extLst>
                <a:ext uri="{FF2B5EF4-FFF2-40B4-BE49-F238E27FC236}">
                  <a16:creationId xmlns:a16="http://schemas.microsoft.com/office/drawing/2014/main" id="{60C9D34C-DA52-3C7F-02D8-8C6F1D7B768A}"/>
                </a:ext>
              </a:extLst>
            </p:cNvPr>
            <p:cNvSpPr/>
            <p:nvPr/>
          </p:nvSpPr>
          <p:spPr>
            <a:xfrm>
              <a:off x="10223521" y="5318284"/>
              <a:ext cx="104458" cy="10445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25000" lnSpcReduction="20000"/>
            </a:bodyPr>
            <a:lstStyle/>
            <a:p>
              <a:pPr algn="ctr"/>
              <a:endParaRPr lang="zh-CN" altLang="en-US">
                <a:cs typeface="+mn-ea"/>
                <a:sym typeface="+mn-lt"/>
              </a:endParaRPr>
            </a:p>
          </p:txBody>
        </p:sp>
        <p:grpSp>
          <p:nvGrpSpPr>
            <p:cNvPr id="47" name="组合 46">
              <a:extLst>
                <a:ext uri="{FF2B5EF4-FFF2-40B4-BE49-F238E27FC236}">
                  <a16:creationId xmlns:a16="http://schemas.microsoft.com/office/drawing/2014/main" id="{901AF7B2-7EB3-7132-9A4D-7248793A3E57}"/>
                </a:ext>
              </a:extLst>
            </p:cNvPr>
            <p:cNvGrpSpPr/>
            <p:nvPr/>
          </p:nvGrpSpPr>
          <p:grpSpPr>
            <a:xfrm>
              <a:off x="660400" y="3638550"/>
              <a:ext cx="2486300" cy="1457854"/>
              <a:chOff x="660400" y="3638550"/>
              <a:chExt cx="2486300" cy="1457854"/>
            </a:xfrm>
          </p:grpSpPr>
          <p:sp>
            <p:nvSpPr>
              <p:cNvPr id="26" name="Text1">
                <a:extLst>
                  <a:ext uri="{FF2B5EF4-FFF2-40B4-BE49-F238E27FC236}">
                    <a16:creationId xmlns:a16="http://schemas.microsoft.com/office/drawing/2014/main" id="{AE3DFC30-03FF-9DC1-F642-10DBAFD2F552}"/>
                  </a:ext>
                </a:extLst>
              </p:cNvPr>
              <p:cNvSpPr txBox="1"/>
              <p:nvPr/>
            </p:nvSpPr>
            <p:spPr>
              <a:xfrm>
                <a:off x="660400" y="4351424"/>
                <a:ext cx="2486300" cy="744980"/>
              </a:xfrm>
              <a:prstGeom prst="rect">
                <a:avLst/>
              </a:prstGeom>
              <a:noFill/>
            </p:spPr>
            <p:txBody>
              <a:bodyPr wrap="square" lIns="91440" tIns="45720" rIns="91440" bIns="45720">
                <a:normAutofit/>
              </a:bodyPr>
              <a:lstStyle/>
              <a:p>
                <a:pPr algn="ctr" defTabSz="913765">
                  <a:lnSpc>
                    <a:spcPct val="120000"/>
                  </a:lnSpc>
                  <a:buSzPct val="25000"/>
                  <a:defRPr/>
                </a:pPr>
                <a:r>
                  <a:rPr lang="zh-CN" altLang="en-US" sz="1200" dirty="0">
                    <a:cs typeface="+mn-ea"/>
                    <a:sym typeface="+mn-lt"/>
                  </a:rPr>
                  <a:t>单击此处添加文本单击此处添加文本单击此处添加文本</a:t>
                </a:r>
                <a:endParaRPr lang="en-US" sz="1200" dirty="0">
                  <a:cs typeface="+mn-ea"/>
                  <a:sym typeface="+mn-lt"/>
                </a:endParaRPr>
              </a:p>
            </p:txBody>
          </p:sp>
          <p:sp>
            <p:nvSpPr>
              <p:cNvPr id="28" name="Bullet1">
                <a:extLst>
                  <a:ext uri="{FF2B5EF4-FFF2-40B4-BE49-F238E27FC236}">
                    <a16:creationId xmlns:a16="http://schemas.microsoft.com/office/drawing/2014/main" id="{5ECB9EB3-6B78-AA7E-013B-B7879713EC1F}"/>
                  </a:ext>
                </a:extLst>
              </p:cNvPr>
              <p:cNvSpPr txBox="1"/>
              <p:nvPr/>
            </p:nvSpPr>
            <p:spPr>
              <a:xfrm>
                <a:off x="660400" y="3638550"/>
                <a:ext cx="2486300" cy="645054"/>
              </a:xfrm>
              <a:prstGeom prst="rect">
                <a:avLst/>
              </a:prstGeom>
              <a:solidFill>
                <a:schemeClr val="accent1"/>
              </a:solidFill>
            </p:spPr>
            <p:txBody>
              <a:bodyPr wrap="square" lIns="91440" tIns="45720" rIns="91440" bIns="45720" rtlCol="0" anchor="ctr">
                <a:normAutofit/>
              </a:bodyPr>
              <a:lstStyle/>
              <a:p>
                <a:pPr lvl="0" algn="ctr" defTabSz="913765">
                  <a:buSzPct val="25000"/>
                  <a:defRPr/>
                </a:pPr>
                <a:r>
                  <a:rPr lang="zh-CN" altLang="en-US" b="1" dirty="0">
                    <a:solidFill>
                      <a:srgbClr val="FFFFFF"/>
                    </a:solidFill>
                    <a:cs typeface="+mn-ea"/>
                    <a:sym typeface="+mn-lt"/>
                  </a:rPr>
                  <a:t>单击添加小标题</a:t>
                </a:r>
                <a:endParaRPr lang="en-US" dirty="0">
                  <a:solidFill>
                    <a:srgbClr val="FFFFFF"/>
                  </a:solidFill>
                  <a:cs typeface="+mn-ea"/>
                  <a:sym typeface="+mn-lt"/>
                </a:endParaRPr>
              </a:p>
            </p:txBody>
          </p:sp>
        </p:grpSp>
        <p:grpSp>
          <p:nvGrpSpPr>
            <p:cNvPr id="48" name="组合 47">
              <a:extLst>
                <a:ext uri="{FF2B5EF4-FFF2-40B4-BE49-F238E27FC236}">
                  <a16:creationId xmlns:a16="http://schemas.microsoft.com/office/drawing/2014/main" id="{59250081-336F-C478-0B4C-34BBFC392E82}"/>
                </a:ext>
              </a:extLst>
            </p:cNvPr>
            <p:cNvGrpSpPr/>
            <p:nvPr/>
          </p:nvGrpSpPr>
          <p:grpSpPr>
            <a:xfrm>
              <a:off x="3451133" y="2017711"/>
              <a:ext cx="2486300" cy="1457854"/>
              <a:chOff x="3451133" y="2017711"/>
              <a:chExt cx="2486300" cy="1457854"/>
            </a:xfrm>
          </p:grpSpPr>
          <p:sp>
            <p:nvSpPr>
              <p:cNvPr id="35" name="Text2">
                <a:extLst>
                  <a:ext uri="{FF2B5EF4-FFF2-40B4-BE49-F238E27FC236}">
                    <a16:creationId xmlns:a16="http://schemas.microsoft.com/office/drawing/2014/main" id="{CED22DA5-48C0-EDEB-7F47-758CBD2AA374}"/>
                  </a:ext>
                </a:extLst>
              </p:cNvPr>
              <p:cNvSpPr txBox="1"/>
              <p:nvPr/>
            </p:nvSpPr>
            <p:spPr>
              <a:xfrm>
                <a:off x="3451133" y="2730585"/>
                <a:ext cx="2486300" cy="744980"/>
              </a:xfrm>
              <a:prstGeom prst="rect">
                <a:avLst/>
              </a:prstGeom>
              <a:noFill/>
            </p:spPr>
            <p:txBody>
              <a:bodyPr wrap="square" lIns="91440" tIns="45720" rIns="91440" bIns="45720">
                <a:normAutofit/>
              </a:bodyPr>
              <a:lstStyle/>
              <a:p>
                <a:pPr algn="ctr" defTabSz="913765">
                  <a:lnSpc>
                    <a:spcPct val="120000"/>
                  </a:lnSpc>
                  <a:buSzPct val="25000"/>
                  <a:defRPr/>
                </a:pPr>
                <a:r>
                  <a:rPr lang="zh-CN" altLang="en-US" sz="1200" dirty="0">
                    <a:cs typeface="+mn-ea"/>
                    <a:sym typeface="+mn-lt"/>
                  </a:rPr>
                  <a:t>单击此处添加文本单击此处添加文本单击此处添加文本</a:t>
                </a:r>
                <a:endParaRPr lang="en-US" sz="1200" dirty="0">
                  <a:cs typeface="+mn-ea"/>
                  <a:sym typeface="+mn-lt"/>
                </a:endParaRPr>
              </a:p>
            </p:txBody>
          </p:sp>
          <p:sp>
            <p:nvSpPr>
              <p:cNvPr id="36" name="Bullet2">
                <a:extLst>
                  <a:ext uri="{FF2B5EF4-FFF2-40B4-BE49-F238E27FC236}">
                    <a16:creationId xmlns:a16="http://schemas.microsoft.com/office/drawing/2014/main" id="{B8A213F1-B437-2249-D217-5E94F464738B}"/>
                  </a:ext>
                </a:extLst>
              </p:cNvPr>
              <p:cNvSpPr txBox="1"/>
              <p:nvPr/>
            </p:nvSpPr>
            <p:spPr>
              <a:xfrm>
                <a:off x="3451133" y="2017711"/>
                <a:ext cx="2486300" cy="645054"/>
              </a:xfrm>
              <a:prstGeom prst="rect">
                <a:avLst/>
              </a:prstGeom>
              <a:solidFill>
                <a:schemeClr val="accent1"/>
              </a:solidFill>
            </p:spPr>
            <p:txBody>
              <a:bodyPr wrap="square" lIns="91440" tIns="45720" rIns="91440" bIns="45720" rtlCol="0" anchor="ctr">
                <a:normAutofit/>
              </a:bodyPr>
              <a:lstStyle/>
              <a:p>
                <a:pPr lvl="0" algn="ctr" defTabSz="913765">
                  <a:buSzPct val="25000"/>
                  <a:defRPr/>
                </a:pPr>
                <a:r>
                  <a:rPr lang="zh-CN" altLang="en-US" b="1" dirty="0">
                    <a:solidFill>
                      <a:srgbClr val="FFFFFF"/>
                    </a:solidFill>
                    <a:cs typeface="+mn-ea"/>
                    <a:sym typeface="+mn-lt"/>
                  </a:rPr>
                  <a:t>单击添加小标题</a:t>
                </a:r>
                <a:endParaRPr lang="en-US" dirty="0">
                  <a:solidFill>
                    <a:srgbClr val="FFFFFF"/>
                  </a:solidFill>
                  <a:cs typeface="+mn-ea"/>
                  <a:sym typeface="+mn-lt"/>
                </a:endParaRPr>
              </a:p>
            </p:txBody>
          </p:sp>
        </p:grpSp>
        <p:grpSp>
          <p:nvGrpSpPr>
            <p:cNvPr id="49" name="组合 48">
              <a:extLst>
                <a:ext uri="{FF2B5EF4-FFF2-40B4-BE49-F238E27FC236}">
                  <a16:creationId xmlns:a16="http://schemas.microsoft.com/office/drawing/2014/main" id="{013BFA66-692D-296F-4BFE-944138486E27}"/>
                </a:ext>
              </a:extLst>
            </p:cNvPr>
            <p:cNvGrpSpPr/>
            <p:nvPr/>
          </p:nvGrpSpPr>
          <p:grpSpPr>
            <a:xfrm>
              <a:off x="6241866" y="2017711"/>
              <a:ext cx="2486300" cy="1457854"/>
              <a:chOff x="6241866" y="2017711"/>
              <a:chExt cx="2486300" cy="1457854"/>
            </a:xfrm>
          </p:grpSpPr>
          <p:sp>
            <p:nvSpPr>
              <p:cNvPr id="33" name="Text3">
                <a:extLst>
                  <a:ext uri="{FF2B5EF4-FFF2-40B4-BE49-F238E27FC236}">
                    <a16:creationId xmlns:a16="http://schemas.microsoft.com/office/drawing/2014/main" id="{725AB325-F8FA-336C-64D9-1377D2B514AE}"/>
                  </a:ext>
                </a:extLst>
              </p:cNvPr>
              <p:cNvSpPr txBox="1"/>
              <p:nvPr/>
            </p:nvSpPr>
            <p:spPr>
              <a:xfrm>
                <a:off x="6241866" y="2730585"/>
                <a:ext cx="2486300" cy="744980"/>
              </a:xfrm>
              <a:prstGeom prst="rect">
                <a:avLst/>
              </a:prstGeom>
              <a:noFill/>
            </p:spPr>
            <p:txBody>
              <a:bodyPr wrap="square" lIns="91440" tIns="45720" rIns="91440" bIns="45720">
                <a:normAutofit/>
              </a:bodyPr>
              <a:lstStyle/>
              <a:p>
                <a:pPr algn="ctr" defTabSz="913765">
                  <a:lnSpc>
                    <a:spcPct val="120000"/>
                  </a:lnSpc>
                  <a:buSzPct val="25000"/>
                  <a:defRPr/>
                </a:pPr>
                <a:r>
                  <a:rPr lang="zh-CN" altLang="en-US" sz="1200" dirty="0">
                    <a:cs typeface="+mn-ea"/>
                    <a:sym typeface="+mn-lt"/>
                  </a:rPr>
                  <a:t>单击此处添加文本单击此处添加文本单击此处添加文本</a:t>
                </a:r>
                <a:endParaRPr lang="en-US" sz="1200" dirty="0">
                  <a:cs typeface="+mn-ea"/>
                  <a:sym typeface="+mn-lt"/>
                </a:endParaRPr>
              </a:p>
            </p:txBody>
          </p:sp>
          <p:sp>
            <p:nvSpPr>
              <p:cNvPr id="34" name="Bullet3">
                <a:extLst>
                  <a:ext uri="{FF2B5EF4-FFF2-40B4-BE49-F238E27FC236}">
                    <a16:creationId xmlns:a16="http://schemas.microsoft.com/office/drawing/2014/main" id="{DEFF29B6-9BDF-169A-945F-D3546209503E}"/>
                  </a:ext>
                </a:extLst>
              </p:cNvPr>
              <p:cNvSpPr txBox="1"/>
              <p:nvPr/>
            </p:nvSpPr>
            <p:spPr>
              <a:xfrm>
                <a:off x="6241866" y="2017711"/>
                <a:ext cx="2486300" cy="645054"/>
              </a:xfrm>
              <a:prstGeom prst="rect">
                <a:avLst/>
              </a:prstGeom>
              <a:solidFill>
                <a:schemeClr val="accent1"/>
              </a:solidFill>
            </p:spPr>
            <p:txBody>
              <a:bodyPr wrap="square" lIns="91440" tIns="45720" rIns="91440" bIns="45720" rtlCol="0" anchor="ctr">
                <a:normAutofit/>
              </a:bodyPr>
              <a:lstStyle/>
              <a:p>
                <a:pPr lvl="0" algn="ctr" defTabSz="913765">
                  <a:buSzPct val="25000"/>
                  <a:defRPr/>
                </a:pPr>
                <a:r>
                  <a:rPr lang="zh-CN" altLang="en-US" b="1" dirty="0">
                    <a:solidFill>
                      <a:srgbClr val="FFFFFF"/>
                    </a:solidFill>
                    <a:cs typeface="+mn-ea"/>
                    <a:sym typeface="+mn-lt"/>
                  </a:rPr>
                  <a:t>单击添加小标题</a:t>
                </a:r>
                <a:endParaRPr lang="en-US" dirty="0">
                  <a:solidFill>
                    <a:srgbClr val="FFFFFF"/>
                  </a:solidFill>
                  <a:cs typeface="+mn-ea"/>
                  <a:sym typeface="+mn-lt"/>
                </a:endParaRPr>
              </a:p>
            </p:txBody>
          </p:sp>
        </p:grpSp>
        <p:grpSp>
          <p:nvGrpSpPr>
            <p:cNvPr id="53" name="组合 52">
              <a:extLst>
                <a:ext uri="{FF2B5EF4-FFF2-40B4-BE49-F238E27FC236}">
                  <a16:creationId xmlns:a16="http://schemas.microsoft.com/office/drawing/2014/main" id="{A8B5E6BF-B10C-49EB-844E-28E3EE8BC91D}"/>
                </a:ext>
              </a:extLst>
            </p:cNvPr>
            <p:cNvGrpSpPr/>
            <p:nvPr/>
          </p:nvGrpSpPr>
          <p:grpSpPr>
            <a:xfrm>
              <a:off x="9032600" y="3638550"/>
              <a:ext cx="2486300" cy="1457854"/>
              <a:chOff x="9032600" y="3638550"/>
              <a:chExt cx="2486300" cy="1457854"/>
            </a:xfrm>
          </p:grpSpPr>
          <p:sp>
            <p:nvSpPr>
              <p:cNvPr id="20" name="Text4">
                <a:extLst>
                  <a:ext uri="{FF2B5EF4-FFF2-40B4-BE49-F238E27FC236}">
                    <a16:creationId xmlns:a16="http://schemas.microsoft.com/office/drawing/2014/main" id="{5CA9F74E-8DAC-D38C-1EE4-C8E032A196E2}"/>
                  </a:ext>
                </a:extLst>
              </p:cNvPr>
              <p:cNvSpPr txBox="1"/>
              <p:nvPr/>
            </p:nvSpPr>
            <p:spPr>
              <a:xfrm>
                <a:off x="9032600" y="4351424"/>
                <a:ext cx="2486300" cy="744980"/>
              </a:xfrm>
              <a:prstGeom prst="rect">
                <a:avLst/>
              </a:prstGeom>
              <a:noFill/>
            </p:spPr>
            <p:txBody>
              <a:bodyPr wrap="square" lIns="91440" tIns="45720" rIns="91440" bIns="45720">
                <a:normAutofit/>
              </a:bodyPr>
              <a:lstStyle/>
              <a:p>
                <a:pPr algn="ctr" defTabSz="913765">
                  <a:lnSpc>
                    <a:spcPct val="120000"/>
                  </a:lnSpc>
                  <a:buSzPct val="25000"/>
                  <a:defRPr/>
                </a:pPr>
                <a:r>
                  <a:rPr lang="zh-CN" altLang="en-US" sz="1200" dirty="0">
                    <a:cs typeface="+mn-ea"/>
                    <a:sym typeface="+mn-lt"/>
                  </a:rPr>
                  <a:t>单击此处添加文本单击此处添加文本单击此处添加文本</a:t>
                </a:r>
                <a:endParaRPr lang="en-US" sz="1200" dirty="0">
                  <a:cs typeface="+mn-ea"/>
                  <a:sym typeface="+mn-lt"/>
                </a:endParaRPr>
              </a:p>
            </p:txBody>
          </p:sp>
          <p:sp>
            <p:nvSpPr>
              <p:cNvPr id="23" name="Bullet4">
                <a:extLst>
                  <a:ext uri="{FF2B5EF4-FFF2-40B4-BE49-F238E27FC236}">
                    <a16:creationId xmlns:a16="http://schemas.microsoft.com/office/drawing/2014/main" id="{D8A8A5BC-D0DA-921B-95BA-E0230AD0B241}"/>
                  </a:ext>
                </a:extLst>
              </p:cNvPr>
              <p:cNvSpPr txBox="1"/>
              <p:nvPr/>
            </p:nvSpPr>
            <p:spPr>
              <a:xfrm>
                <a:off x="9032600" y="3638550"/>
                <a:ext cx="2486300" cy="645054"/>
              </a:xfrm>
              <a:prstGeom prst="rect">
                <a:avLst/>
              </a:prstGeom>
              <a:solidFill>
                <a:schemeClr val="accent1"/>
              </a:solidFill>
            </p:spPr>
            <p:txBody>
              <a:bodyPr wrap="square" lIns="91440" tIns="45720" rIns="91440" bIns="45720" rtlCol="0" anchor="ctr">
                <a:normAutofit/>
              </a:bodyPr>
              <a:lstStyle/>
              <a:p>
                <a:pPr lvl="0" algn="ctr" defTabSz="913765">
                  <a:buSzPct val="25000"/>
                  <a:defRPr/>
                </a:pPr>
                <a:r>
                  <a:rPr lang="zh-CN" altLang="en-US" b="1" dirty="0">
                    <a:solidFill>
                      <a:srgbClr val="FFFFFF"/>
                    </a:solidFill>
                    <a:cs typeface="+mn-ea"/>
                    <a:sym typeface="+mn-lt"/>
                  </a:rPr>
                  <a:t>单击添加小标题</a:t>
                </a:r>
                <a:endParaRPr lang="en-US" dirty="0">
                  <a:solidFill>
                    <a:srgbClr val="FFFFFF"/>
                  </a:solidFill>
                  <a:cs typeface="+mn-ea"/>
                  <a:sym typeface="+mn-lt"/>
                </a:endParaRPr>
              </a:p>
            </p:txBody>
          </p:sp>
        </p:grpSp>
      </p:grpSp>
    </p:spTree>
    <p:extLst>
      <p:ext uri="{BB962C8B-B14F-4D97-AF65-F5344CB8AC3E}">
        <p14:creationId xmlns:p14="http://schemas.microsoft.com/office/powerpoint/2010/main" val="596241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BA323-9659-E511-9D4C-4BAE1B521DE8}"/>
            </a:ext>
          </a:extLst>
        </p:cNvPr>
        <p:cNvGrpSpPr/>
        <p:nvPr/>
      </p:nvGrpSpPr>
      <p:grpSpPr>
        <a:xfrm>
          <a:off x="0" y="0"/>
          <a:ext cx="0" cy="0"/>
          <a:chOff x="0" y="0"/>
          <a:chExt cx="0" cy="0"/>
        </a:xfrm>
      </p:grpSpPr>
      <p:grpSp>
        <p:nvGrpSpPr>
          <p:cNvPr id="13" name="组合 12">
            <a:extLst>
              <a:ext uri="{FF2B5EF4-FFF2-40B4-BE49-F238E27FC236}">
                <a16:creationId xmlns:a16="http://schemas.microsoft.com/office/drawing/2014/main" id="{7D3015F3-5C9F-F90A-7C7B-327B51BA43B6}"/>
              </a:ext>
            </a:extLst>
          </p:cNvPr>
          <p:cNvGrpSpPr/>
          <p:nvPr/>
        </p:nvGrpSpPr>
        <p:grpSpPr>
          <a:xfrm>
            <a:off x="660400" y="1130300"/>
            <a:ext cx="10858500" cy="5003799"/>
            <a:chOff x="660400" y="1130300"/>
            <a:chExt cx="10858500" cy="5003799"/>
          </a:xfrm>
        </p:grpSpPr>
        <p:sp>
          <p:nvSpPr>
            <p:cNvPr id="14" name="矩形 13">
              <a:extLst>
                <a:ext uri="{FF2B5EF4-FFF2-40B4-BE49-F238E27FC236}">
                  <a16:creationId xmlns:a16="http://schemas.microsoft.com/office/drawing/2014/main" id="{40AF4BE9-64E6-D8BC-5DE6-9CFF8E38888C}"/>
                </a:ext>
              </a:extLst>
            </p:cNvPr>
            <p:cNvSpPr/>
            <p:nvPr/>
          </p:nvSpPr>
          <p:spPr>
            <a:xfrm>
              <a:off x="8417737" y="2177646"/>
              <a:ext cx="3101161" cy="3951936"/>
            </a:xfrm>
            <a:prstGeom prst="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b="1" dirty="0">
                <a:solidFill>
                  <a:srgbClr val="FFFFFF"/>
                </a:solidFill>
                <a:cs typeface="+mn-ea"/>
                <a:sym typeface="+mn-lt"/>
              </a:endParaRPr>
            </a:p>
          </p:txBody>
        </p:sp>
        <p:sp>
          <p:nvSpPr>
            <p:cNvPr id="15" name="矩形 14">
              <a:extLst>
                <a:ext uri="{FF2B5EF4-FFF2-40B4-BE49-F238E27FC236}">
                  <a16:creationId xmlns:a16="http://schemas.microsoft.com/office/drawing/2014/main" id="{372B4D6A-3D34-DAFC-BAB9-EE5B3B6F639F}"/>
                </a:ext>
              </a:extLst>
            </p:cNvPr>
            <p:cNvSpPr/>
            <p:nvPr/>
          </p:nvSpPr>
          <p:spPr>
            <a:xfrm>
              <a:off x="4085231" y="2177646"/>
              <a:ext cx="3101160" cy="3951936"/>
            </a:xfrm>
            <a:prstGeom prst="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b="1" dirty="0">
                <a:solidFill>
                  <a:srgbClr val="FFFFFF"/>
                </a:solidFill>
                <a:cs typeface="+mn-ea"/>
                <a:sym typeface="+mn-lt"/>
              </a:endParaRPr>
            </a:p>
          </p:txBody>
        </p:sp>
        <p:sp>
          <p:nvSpPr>
            <p:cNvPr id="16" name="矩形 15">
              <a:extLst>
                <a:ext uri="{FF2B5EF4-FFF2-40B4-BE49-F238E27FC236}">
                  <a16:creationId xmlns:a16="http://schemas.microsoft.com/office/drawing/2014/main" id="{3E9D2713-8830-662E-FFB1-91E36E454D9B}"/>
                </a:ext>
              </a:extLst>
            </p:cNvPr>
            <p:cNvSpPr/>
            <p:nvPr/>
          </p:nvSpPr>
          <p:spPr>
            <a:xfrm>
              <a:off x="7463133" y="3984825"/>
              <a:ext cx="677862" cy="30597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92500" lnSpcReduction="20000"/>
            </a:bodyPr>
            <a:lstStyle/>
            <a:p>
              <a:pPr algn="ctr"/>
              <a:endParaRPr lang="zh-CN" altLang="en-US" dirty="0">
                <a:cs typeface="+mn-ea"/>
                <a:sym typeface="+mn-lt"/>
              </a:endParaRPr>
            </a:p>
          </p:txBody>
        </p:sp>
        <p:sp>
          <p:nvSpPr>
            <p:cNvPr id="17" name="right-arrow_141988">
              <a:extLst>
                <a:ext uri="{FF2B5EF4-FFF2-40B4-BE49-F238E27FC236}">
                  <a16:creationId xmlns:a16="http://schemas.microsoft.com/office/drawing/2014/main" id="{0F786555-9A9D-5237-2DE6-7F08EF21EE02}"/>
                </a:ext>
              </a:extLst>
            </p:cNvPr>
            <p:cNvSpPr/>
            <p:nvPr/>
          </p:nvSpPr>
          <p:spPr>
            <a:xfrm>
              <a:off x="7669485" y="4059359"/>
              <a:ext cx="302026" cy="156906"/>
            </a:xfrm>
            <a:custGeom>
              <a:avLst/>
              <a:gdLst>
                <a:gd name="T0" fmla="*/ 4608 w 6350"/>
                <a:gd name="T1" fmla="*/ 0 h 3483"/>
                <a:gd name="T2" fmla="*/ 4325 w 6350"/>
                <a:gd name="T3" fmla="*/ 283 h 3483"/>
                <a:gd name="T4" fmla="*/ 5584 w 6350"/>
                <a:gd name="T5" fmla="*/ 1542 h 3483"/>
                <a:gd name="T6" fmla="*/ 0 w 6350"/>
                <a:gd name="T7" fmla="*/ 1542 h 3483"/>
                <a:gd name="T8" fmla="*/ 0 w 6350"/>
                <a:gd name="T9" fmla="*/ 1942 h 3483"/>
                <a:gd name="T10" fmla="*/ 5584 w 6350"/>
                <a:gd name="T11" fmla="*/ 1942 h 3483"/>
                <a:gd name="T12" fmla="*/ 4325 w 6350"/>
                <a:gd name="T13" fmla="*/ 3200 h 3483"/>
                <a:gd name="T14" fmla="*/ 4608 w 6350"/>
                <a:gd name="T15" fmla="*/ 3483 h 3483"/>
                <a:gd name="T16" fmla="*/ 6350 w 6350"/>
                <a:gd name="T17" fmla="*/ 1742 h 3483"/>
                <a:gd name="T18" fmla="*/ 4608 w 6350"/>
                <a:gd name="T19" fmla="*/ 0 h 3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50" h="3483">
                  <a:moveTo>
                    <a:pt x="4608" y="0"/>
                  </a:moveTo>
                  <a:lnTo>
                    <a:pt x="4325" y="283"/>
                  </a:lnTo>
                  <a:lnTo>
                    <a:pt x="5584" y="1542"/>
                  </a:lnTo>
                  <a:lnTo>
                    <a:pt x="0" y="1542"/>
                  </a:lnTo>
                  <a:lnTo>
                    <a:pt x="0" y="1942"/>
                  </a:lnTo>
                  <a:lnTo>
                    <a:pt x="5584" y="1942"/>
                  </a:lnTo>
                  <a:lnTo>
                    <a:pt x="4325" y="3200"/>
                  </a:lnTo>
                  <a:lnTo>
                    <a:pt x="4608" y="3483"/>
                  </a:lnTo>
                  <a:lnTo>
                    <a:pt x="6350" y="1742"/>
                  </a:lnTo>
                  <a:lnTo>
                    <a:pt x="4608"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fontScale="25000" lnSpcReduction="20000"/>
            </a:bodyPr>
            <a:lstStyle/>
            <a:p>
              <a:pPr algn="ctr"/>
              <a:endParaRPr lang="en-US">
                <a:cs typeface="+mn-ea"/>
                <a:sym typeface="+mn-lt"/>
              </a:endParaRPr>
            </a:p>
          </p:txBody>
        </p:sp>
        <p:sp>
          <p:nvSpPr>
            <p:cNvPr id="18" name="Title">
              <a:extLst>
                <a:ext uri="{FF2B5EF4-FFF2-40B4-BE49-F238E27FC236}">
                  <a16:creationId xmlns:a16="http://schemas.microsoft.com/office/drawing/2014/main" id="{D7098983-A6D4-DD68-94CC-EFAB9D0B1BFB}"/>
                </a:ext>
              </a:extLst>
            </p:cNvPr>
            <p:cNvSpPr txBox="1"/>
            <p:nvPr/>
          </p:nvSpPr>
          <p:spPr>
            <a:xfrm>
              <a:off x="660400" y="1130300"/>
              <a:ext cx="10858500" cy="848857"/>
            </a:xfrm>
            <a:prstGeom prst="rect">
              <a:avLst/>
            </a:prstGeom>
            <a:noFill/>
            <a:ln>
              <a:noFill/>
            </a:ln>
          </p:spPr>
          <p:txBody>
            <a:bodyPr wrap="square" lIns="91440" tIns="45720" rIns="91440" bIns="45720" anchor="ctr" anchorCtr="0">
              <a:normAutofit/>
            </a:bodyPr>
            <a:lstStyle/>
            <a:p>
              <a:r>
                <a:rPr lang="zh-CN" altLang="en-US" sz="2400" b="1" dirty="0">
                  <a:cs typeface="+mn-ea"/>
                  <a:sym typeface="+mn-lt"/>
                </a:rPr>
                <a:t>单击此处添加长一点的副标题</a:t>
              </a:r>
              <a:endParaRPr lang="en-US" sz="2400" dirty="0">
                <a:cs typeface="+mn-ea"/>
                <a:sym typeface="+mn-lt"/>
              </a:endParaRPr>
            </a:p>
          </p:txBody>
        </p:sp>
        <p:cxnSp>
          <p:nvCxnSpPr>
            <p:cNvPr id="19" name="直接连接符 18">
              <a:extLst>
                <a:ext uri="{FF2B5EF4-FFF2-40B4-BE49-F238E27FC236}">
                  <a16:creationId xmlns:a16="http://schemas.microsoft.com/office/drawing/2014/main" id="{5FF34410-8BB6-83AC-7521-A2C184F27B87}"/>
                </a:ext>
              </a:extLst>
            </p:cNvPr>
            <p:cNvCxnSpPr>
              <a:cxnSpLocks/>
            </p:cNvCxnSpPr>
            <p:nvPr/>
          </p:nvCxnSpPr>
          <p:spPr>
            <a:xfrm>
              <a:off x="4411811" y="4127754"/>
              <a:ext cx="2448000" cy="0"/>
            </a:xfrm>
            <a:prstGeom prst="line">
              <a:avLst/>
            </a:prstGeom>
            <a:ln w="12700">
              <a:solidFill>
                <a:srgbClr val="FFFFFF">
                  <a:alpha val="50000"/>
                </a:srgb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83E3C454-B60E-12F3-759C-9B542A1056DD}"/>
                </a:ext>
              </a:extLst>
            </p:cNvPr>
            <p:cNvCxnSpPr>
              <a:cxnSpLocks/>
            </p:cNvCxnSpPr>
            <p:nvPr/>
          </p:nvCxnSpPr>
          <p:spPr>
            <a:xfrm>
              <a:off x="8744317" y="4127754"/>
              <a:ext cx="2448000" cy="0"/>
            </a:xfrm>
            <a:prstGeom prst="line">
              <a:avLst/>
            </a:prstGeom>
            <a:ln w="12700">
              <a:solidFill>
                <a:srgbClr val="FFFFFF">
                  <a:alpha val="50000"/>
                </a:srgbClr>
              </a:solidFill>
            </a:ln>
          </p:spPr>
          <p:style>
            <a:lnRef idx="1">
              <a:schemeClr val="accent1"/>
            </a:lnRef>
            <a:fillRef idx="0">
              <a:schemeClr val="accent1"/>
            </a:fillRef>
            <a:effectRef idx="0">
              <a:schemeClr val="accent1"/>
            </a:effectRef>
            <a:fontRef idx="minor">
              <a:schemeClr val="tx1"/>
            </a:fontRef>
          </p:style>
        </p:cxnSp>
        <p:sp>
          <p:nvSpPr>
            <p:cNvPr id="21" name="PictureMisc1">
              <a:extLst>
                <a:ext uri="{FF2B5EF4-FFF2-40B4-BE49-F238E27FC236}">
                  <a16:creationId xmlns:a16="http://schemas.microsoft.com/office/drawing/2014/main" id="{49F529D3-257D-5F73-475E-618188083B7D}"/>
                </a:ext>
              </a:extLst>
            </p:cNvPr>
            <p:cNvSpPr>
              <a:spLocks/>
            </p:cNvSpPr>
            <p:nvPr/>
          </p:nvSpPr>
          <p:spPr>
            <a:xfrm>
              <a:off x="660400" y="2177646"/>
              <a:ext cx="3053679" cy="3956453"/>
            </a:xfrm>
            <a:prstGeom prst="rect">
              <a:avLst/>
            </a:prstGeom>
            <a:blipFill>
              <a:blip r:embed="rId4"/>
              <a:srcRect/>
              <a:stretch>
                <a:fillRect l="-5828" t="-9942" r="-5828" b="-5064"/>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solidFill>
                  <a:schemeClr val="lt1"/>
                </a:solidFill>
                <a:cs typeface="+mn-ea"/>
                <a:sym typeface="+mn-lt"/>
              </a:endParaRPr>
            </a:p>
          </p:txBody>
        </p:sp>
        <p:grpSp>
          <p:nvGrpSpPr>
            <p:cNvPr id="22" name="组合 21">
              <a:extLst>
                <a:ext uri="{FF2B5EF4-FFF2-40B4-BE49-F238E27FC236}">
                  <a16:creationId xmlns:a16="http://schemas.microsoft.com/office/drawing/2014/main" id="{53D890A7-2FCF-FC62-CD20-09E131CF6D71}"/>
                </a:ext>
              </a:extLst>
            </p:cNvPr>
            <p:cNvGrpSpPr/>
            <p:nvPr/>
          </p:nvGrpSpPr>
          <p:grpSpPr>
            <a:xfrm>
              <a:off x="4335863" y="2442463"/>
              <a:ext cx="2599895" cy="1468113"/>
              <a:chOff x="4335863" y="2442463"/>
              <a:chExt cx="2599895" cy="1468113"/>
            </a:xfrm>
          </p:grpSpPr>
          <p:sp>
            <p:nvSpPr>
              <p:cNvPr id="39" name="Text1">
                <a:extLst>
                  <a:ext uri="{FF2B5EF4-FFF2-40B4-BE49-F238E27FC236}">
                    <a16:creationId xmlns:a16="http://schemas.microsoft.com/office/drawing/2014/main" id="{4E3DE70F-EEFB-064C-7FE6-0561DB763CAB}"/>
                  </a:ext>
                </a:extLst>
              </p:cNvPr>
              <p:cNvSpPr/>
              <p:nvPr/>
            </p:nvSpPr>
            <p:spPr bwMode="auto">
              <a:xfrm>
                <a:off x="4335863" y="3038273"/>
                <a:ext cx="2599895" cy="872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20000"/>
                  </a:lnSpc>
                </a:pPr>
                <a:r>
                  <a:rPr lang="zh-CN" altLang="en-US" sz="1200" dirty="0">
                    <a:solidFill>
                      <a:srgbClr val="FFFFFF"/>
                    </a:solidFill>
                    <a:cs typeface="+mn-ea"/>
                    <a:sym typeface="+mn-lt"/>
                  </a:rPr>
                  <a:t>单击此处添加文本单击此处添加文本单击此处添加文本单击此处添加文本</a:t>
                </a:r>
                <a:endParaRPr lang="en-US" sz="1200" dirty="0">
                  <a:solidFill>
                    <a:srgbClr val="FFFFFF"/>
                  </a:solidFill>
                  <a:cs typeface="+mn-ea"/>
                  <a:sym typeface="+mn-lt"/>
                </a:endParaRPr>
              </a:p>
            </p:txBody>
          </p:sp>
          <p:sp>
            <p:nvSpPr>
              <p:cNvPr id="40" name="Bullet1">
                <a:extLst>
                  <a:ext uri="{FF2B5EF4-FFF2-40B4-BE49-F238E27FC236}">
                    <a16:creationId xmlns:a16="http://schemas.microsoft.com/office/drawing/2014/main" id="{9D345894-328C-5D9D-DA63-76CFA3357EB8}"/>
                  </a:ext>
                </a:extLst>
              </p:cNvPr>
              <p:cNvSpPr/>
              <p:nvPr/>
            </p:nvSpPr>
            <p:spPr bwMode="auto">
              <a:xfrm>
                <a:off x="4335863" y="2442463"/>
                <a:ext cx="2599895" cy="59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r>
                  <a:rPr lang="zh-CN" altLang="en-US" b="1" dirty="0">
                    <a:solidFill>
                      <a:srgbClr val="FFFFFF"/>
                    </a:solidFill>
                    <a:cs typeface="+mn-ea"/>
                    <a:sym typeface="+mn-lt"/>
                  </a:rPr>
                  <a:t>单击添加小标题</a:t>
                </a:r>
                <a:endParaRPr lang="en-US" dirty="0">
                  <a:solidFill>
                    <a:srgbClr val="FFFFFF"/>
                  </a:solidFill>
                  <a:cs typeface="+mn-ea"/>
                  <a:sym typeface="+mn-lt"/>
                </a:endParaRPr>
              </a:p>
            </p:txBody>
          </p:sp>
        </p:grpSp>
        <p:grpSp>
          <p:nvGrpSpPr>
            <p:cNvPr id="23" name="组合 22">
              <a:extLst>
                <a:ext uri="{FF2B5EF4-FFF2-40B4-BE49-F238E27FC236}">
                  <a16:creationId xmlns:a16="http://schemas.microsoft.com/office/drawing/2014/main" id="{EF4D5429-43B1-FE4C-9671-F9C180D7E77E}"/>
                </a:ext>
              </a:extLst>
            </p:cNvPr>
            <p:cNvGrpSpPr/>
            <p:nvPr/>
          </p:nvGrpSpPr>
          <p:grpSpPr>
            <a:xfrm>
              <a:off x="8668369" y="2442463"/>
              <a:ext cx="2599895" cy="1468113"/>
              <a:chOff x="8668369" y="2442463"/>
              <a:chExt cx="2599895" cy="1468113"/>
            </a:xfrm>
          </p:grpSpPr>
          <p:sp>
            <p:nvSpPr>
              <p:cNvPr id="37" name="Text2">
                <a:extLst>
                  <a:ext uri="{FF2B5EF4-FFF2-40B4-BE49-F238E27FC236}">
                    <a16:creationId xmlns:a16="http://schemas.microsoft.com/office/drawing/2014/main" id="{976FC6D0-9A0D-A83C-5874-4C374026BD52}"/>
                  </a:ext>
                </a:extLst>
              </p:cNvPr>
              <p:cNvSpPr/>
              <p:nvPr/>
            </p:nvSpPr>
            <p:spPr bwMode="auto">
              <a:xfrm>
                <a:off x="8668369" y="3038273"/>
                <a:ext cx="2599895" cy="872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20000"/>
                  </a:lnSpc>
                </a:pPr>
                <a:r>
                  <a:rPr lang="zh-CN" altLang="en-US" sz="1200">
                    <a:solidFill>
                      <a:srgbClr val="FFFFFF"/>
                    </a:solidFill>
                    <a:cs typeface="+mn-ea"/>
                    <a:sym typeface="+mn-lt"/>
                  </a:rPr>
                  <a:t>单击此处添加文本单击此处添加文本单击此处添加文本单击此处添加文本</a:t>
                </a:r>
                <a:endParaRPr lang="en-US" sz="1200" dirty="0">
                  <a:solidFill>
                    <a:srgbClr val="FFFFFF"/>
                  </a:solidFill>
                  <a:cs typeface="+mn-ea"/>
                  <a:sym typeface="+mn-lt"/>
                </a:endParaRPr>
              </a:p>
            </p:txBody>
          </p:sp>
          <p:sp>
            <p:nvSpPr>
              <p:cNvPr id="38" name="Bullet2">
                <a:extLst>
                  <a:ext uri="{FF2B5EF4-FFF2-40B4-BE49-F238E27FC236}">
                    <a16:creationId xmlns:a16="http://schemas.microsoft.com/office/drawing/2014/main" id="{3F979075-48CC-4E3F-48BC-965A1A6F704D}"/>
                  </a:ext>
                </a:extLst>
              </p:cNvPr>
              <p:cNvSpPr/>
              <p:nvPr/>
            </p:nvSpPr>
            <p:spPr bwMode="auto">
              <a:xfrm>
                <a:off x="8668369" y="2442463"/>
                <a:ext cx="2599895" cy="59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r>
                  <a:rPr lang="zh-CN" altLang="en-US" b="1">
                    <a:solidFill>
                      <a:srgbClr val="FFFFFF"/>
                    </a:solidFill>
                    <a:cs typeface="+mn-ea"/>
                    <a:sym typeface="+mn-lt"/>
                  </a:rPr>
                  <a:t>单击添加小标题</a:t>
                </a:r>
                <a:endParaRPr lang="en-US" dirty="0">
                  <a:solidFill>
                    <a:srgbClr val="FFFFFF"/>
                  </a:solidFill>
                  <a:cs typeface="+mn-ea"/>
                  <a:sym typeface="+mn-lt"/>
                </a:endParaRPr>
              </a:p>
            </p:txBody>
          </p:sp>
        </p:grpSp>
        <p:grpSp>
          <p:nvGrpSpPr>
            <p:cNvPr id="24" name="组合 23">
              <a:extLst>
                <a:ext uri="{FF2B5EF4-FFF2-40B4-BE49-F238E27FC236}">
                  <a16:creationId xmlns:a16="http://schemas.microsoft.com/office/drawing/2014/main" id="{212100AD-F4BB-E4AB-1855-34AA895A324F}"/>
                </a:ext>
              </a:extLst>
            </p:cNvPr>
            <p:cNvGrpSpPr/>
            <p:nvPr/>
          </p:nvGrpSpPr>
          <p:grpSpPr>
            <a:xfrm>
              <a:off x="4335863" y="4373882"/>
              <a:ext cx="2599896" cy="1468113"/>
              <a:chOff x="4335863" y="4373882"/>
              <a:chExt cx="2599896" cy="1468113"/>
            </a:xfrm>
          </p:grpSpPr>
          <p:sp>
            <p:nvSpPr>
              <p:cNvPr id="34" name="Text3">
                <a:extLst>
                  <a:ext uri="{FF2B5EF4-FFF2-40B4-BE49-F238E27FC236}">
                    <a16:creationId xmlns:a16="http://schemas.microsoft.com/office/drawing/2014/main" id="{53165FAD-21FF-7C6C-11A8-A7315EA04B70}"/>
                  </a:ext>
                </a:extLst>
              </p:cNvPr>
              <p:cNvSpPr/>
              <p:nvPr/>
            </p:nvSpPr>
            <p:spPr bwMode="auto">
              <a:xfrm>
                <a:off x="4335864" y="4969692"/>
                <a:ext cx="2599895" cy="872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20000"/>
                  </a:lnSpc>
                </a:pPr>
                <a:r>
                  <a:rPr lang="zh-CN" altLang="en-US" sz="1200" dirty="0">
                    <a:solidFill>
                      <a:srgbClr val="FFFFFF"/>
                    </a:solidFill>
                    <a:cs typeface="+mn-ea"/>
                    <a:sym typeface="+mn-lt"/>
                  </a:rPr>
                  <a:t>单击此处添加文本单击此处添加文本单击此处添加文本单击此处添加文本</a:t>
                </a:r>
                <a:endParaRPr lang="en-US" sz="1200" dirty="0">
                  <a:solidFill>
                    <a:srgbClr val="FFFFFF"/>
                  </a:solidFill>
                  <a:cs typeface="+mn-ea"/>
                  <a:sym typeface="+mn-lt"/>
                </a:endParaRPr>
              </a:p>
            </p:txBody>
          </p:sp>
          <p:sp>
            <p:nvSpPr>
              <p:cNvPr id="35" name="Bullet3">
                <a:extLst>
                  <a:ext uri="{FF2B5EF4-FFF2-40B4-BE49-F238E27FC236}">
                    <a16:creationId xmlns:a16="http://schemas.microsoft.com/office/drawing/2014/main" id="{4994F378-8C31-808E-E928-0F0BB2074C75}"/>
                  </a:ext>
                </a:extLst>
              </p:cNvPr>
              <p:cNvSpPr/>
              <p:nvPr/>
            </p:nvSpPr>
            <p:spPr bwMode="auto">
              <a:xfrm>
                <a:off x="4335863" y="4373882"/>
                <a:ext cx="2599895" cy="59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r>
                  <a:rPr lang="zh-CN" altLang="en-US" b="1">
                    <a:solidFill>
                      <a:srgbClr val="FFFFFF"/>
                    </a:solidFill>
                    <a:cs typeface="+mn-ea"/>
                    <a:sym typeface="+mn-lt"/>
                  </a:rPr>
                  <a:t>单击添加小标题</a:t>
                </a:r>
                <a:endParaRPr lang="en-US" dirty="0">
                  <a:solidFill>
                    <a:srgbClr val="FFFFFF"/>
                  </a:solidFill>
                  <a:cs typeface="+mn-ea"/>
                  <a:sym typeface="+mn-lt"/>
                </a:endParaRPr>
              </a:p>
            </p:txBody>
          </p:sp>
        </p:grpSp>
        <p:grpSp>
          <p:nvGrpSpPr>
            <p:cNvPr id="26" name="组合 25">
              <a:extLst>
                <a:ext uri="{FF2B5EF4-FFF2-40B4-BE49-F238E27FC236}">
                  <a16:creationId xmlns:a16="http://schemas.microsoft.com/office/drawing/2014/main" id="{D7BDC19B-A2B1-1A57-E82C-4E8A9807CCDE}"/>
                </a:ext>
              </a:extLst>
            </p:cNvPr>
            <p:cNvGrpSpPr/>
            <p:nvPr/>
          </p:nvGrpSpPr>
          <p:grpSpPr>
            <a:xfrm>
              <a:off x="8668369" y="4373882"/>
              <a:ext cx="2599897" cy="1468113"/>
              <a:chOff x="8668369" y="4373882"/>
              <a:chExt cx="2599897" cy="1468113"/>
            </a:xfrm>
          </p:grpSpPr>
          <p:sp>
            <p:nvSpPr>
              <p:cNvPr id="27" name="Text4">
                <a:extLst>
                  <a:ext uri="{FF2B5EF4-FFF2-40B4-BE49-F238E27FC236}">
                    <a16:creationId xmlns:a16="http://schemas.microsoft.com/office/drawing/2014/main" id="{A887FD58-5540-4BAD-CC25-D89D8ABECD2F}"/>
                  </a:ext>
                </a:extLst>
              </p:cNvPr>
              <p:cNvSpPr/>
              <p:nvPr/>
            </p:nvSpPr>
            <p:spPr bwMode="auto">
              <a:xfrm>
                <a:off x="8668370" y="4969692"/>
                <a:ext cx="2599896" cy="872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20000"/>
                  </a:lnSpc>
                </a:pPr>
                <a:r>
                  <a:rPr lang="zh-CN" altLang="en-US" sz="1200" dirty="0">
                    <a:solidFill>
                      <a:srgbClr val="FFFFFF"/>
                    </a:solidFill>
                    <a:cs typeface="+mn-ea"/>
                    <a:sym typeface="+mn-lt"/>
                  </a:rPr>
                  <a:t>单击此处添加文本单击此处添加文本单击此处添加文本单击此处添加文本</a:t>
                </a:r>
                <a:endParaRPr lang="en-US" sz="1200" dirty="0">
                  <a:solidFill>
                    <a:srgbClr val="FFFFFF"/>
                  </a:solidFill>
                  <a:cs typeface="+mn-ea"/>
                  <a:sym typeface="+mn-lt"/>
                </a:endParaRPr>
              </a:p>
            </p:txBody>
          </p:sp>
          <p:sp>
            <p:nvSpPr>
              <p:cNvPr id="30" name="Bullet4">
                <a:extLst>
                  <a:ext uri="{FF2B5EF4-FFF2-40B4-BE49-F238E27FC236}">
                    <a16:creationId xmlns:a16="http://schemas.microsoft.com/office/drawing/2014/main" id="{308FAFED-2DE6-63B8-CE45-2DC866D06C38}"/>
                  </a:ext>
                </a:extLst>
              </p:cNvPr>
              <p:cNvSpPr/>
              <p:nvPr/>
            </p:nvSpPr>
            <p:spPr bwMode="auto">
              <a:xfrm>
                <a:off x="8668369" y="4373882"/>
                <a:ext cx="2599896" cy="59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r>
                  <a:rPr lang="zh-CN" altLang="en-US" b="1" dirty="0">
                    <a:solidFill>
                      <a:srgbClr val="FFFFFF"/>
                    </a:solidFill>
                    <a:cs typeface="+mn-ea"/>
                    <a:sym typeface="+mn-lt"/>
                  </a:rPr>
                  <a:t>单击添加小标题</a:t>
                </a:r>
                <a:endParaRPr lang="en-US" dirty="0">
                  <a:solidFill>
                    <a:srgbClr val="FFFFFF"/>
                  </a:solidFill>
                  <a:cs typeface="+mn-ea"/>
                  <a:sym typeface="+mn-lt"/>
                </a:endParaRPr>
              </a:p>
            </p:txBody>
          </p:sp>
        </p:grpSp>
      </p:grpSp>
      <p:sp>
        <p:nvSpPr>
          <p:cNvPr id="25" name="标题 1"/>
          <p:cNvSpPr>
            <a:spLocks noGrp="1"/>
          </p:cNvSpPr>
          <p:nvPr>
            <p:ph type="title" hasCustomPrompt="1"/>
          </p:nvPr>
        </p:nvSpPr>
        <p:spPr>
          <a:xfrm>
            <a:off x="660400" y="128587"/>
            <a:ext cx="10858500" cy="900112"/>
          </a:xfrm>
        </p:spPr>
        <p:txBody>
          <a:bodyPr lIns="91440" tIns="45720" rIns="91440" bIns="45720">
            <a:normAutofit/>
          </a:bodyPr>
          <a:lstStyle>
            <a:lvl1pPr>
              <a:defRPr/>
            </a:lvl1pPr>
          </a:lstStyle>
          <a:p>
            <a:pPr lvl="0"/>
            <a:r>
              <a:rPr lang="zh-CN" altLang="en-US">
                <a:sym typeface="+mn-lt"/>
              </a:rPr>
              <a:t>单击此处添加标题</a:t>
            </a:r>
            <a:endParaRPr lang="en-US" dirty="0">
              <a:sym typeface="+mn-lt"/>
            </a:endParaRPr>
          </a:p>
        </p:txBody>
      </p:sp>
    </p:spTree>
    <p:extLst>
      <p:ext uri="{BB962C8B-B14F-4D97-AF65-F5344CB8AC3E}">
        <p14:creationId xmlns:p14="http://schemas.microsoft.com/office/powerpoint/2010/main" val="4129033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DAEC6-616E-942B-96E3-CA71B20C3DC2}"/>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6F61EDED-B1F3-D2C3-B7FE-9254CA1665D2}"/>
              </a:ext>
            </a:extLst>
          </p:cNvPr>
          <p:cNvGrpSpPr/>
          <p:nvPr/>
        </p:nvGrpSpPr>
        <p:grpSpPr>
          <a:xfrm>
            <a:off x="0" y="1130300"/>
            <a:ext cx="12192000" cy="5727701"/>
            <a:chOff x="0" y="1130300"/>
            <a:chExt cx="12192000" cy="5727701"/>
          </a:xfrm>
        </p:grpSpPr>
        <p:sp>
          <p:nvSpPr>
            <p:cNvPr id="7" name="任意多边形: 形状 6">
              <a:extLst>
                <a:ext uri="{FF2B5EF4-FFF2-40B4-BE49-F238E27FC236}">
                  <a16:creationId xmlns:a16="http://schemas.microsoft.com/office/drawing/2014/main" id="{CA470A9F-2AA7-E0E8-BF2E-5E4D44223EDD}"/>
                </a:ext>
              </a:extLst>
            </p:cNvPr>
            <p:cNvSpPr/>
            <p:nvPr/>
          </p:nvSpPr>
          <p:spPr>
            <a:xfrm>
              <a:off x="0" y="1130300"/>
              <a:ext cx="12192000" cy="5727701"/>
            </a:xfrm>
            <a:custGeom>
              <a:avLst/>
              <a:gdLst>
                <a:gd name="csX0" fmla="*/ 0 w 12192000"/>
                <a:gd name="csY0" fmla="*/ 0 h 5727701"/>
                <a:gd name="csX1" fmla="*/ 12192000 w 12192000"/>
                <a:gd name="csY1" fmla="*/ 0 h 5727701"/>
                <a:gd name="csX2" fmla="*/ 12192000 w 12192000"/>
                <a:gd name="csY2" fmla="*/ 5727701 h 5727701"/>
                <a:gd name="csX3" fmla="*/ 0 w 12192000"/>
                <a:gd name="csY3" fmla="*/ 5727701 h 5727701"/>
              </a:gdLst>
              <a:ahLst/>
              <a:cxnLst>
                <a:cxn ang="0">
                  <a:pos x="csX0" y="csY0"/>
                </a:cxn>
                <a:cxn ang="0">
                  <a:pos x="csX1" y="csY1"/>
                </a:cxn>
                <a:cxn ang="0">
                  <a:pos x="csX2" y="csY2"/>
                </a:cxn>
                <a:cxn ang="0">
                  <a:pos x="csX3" y="csY3"/>
                </a:cxn>
              </a:cxnLst>
              <a:rect l="l" t="t" r="r" b="b"/>
              <a:pathLst>
                <a:path w="12192000" h="5727701">
                  <a:moveTo>
                    <a:pt x="0" y="0"/>
                  </a:moveTo>
                  <a:lnTo>
                    <a:pt x="12192000" y="0"/>
                  </a:lnTo>
                  <a:lnTo>
                    <a:pt x="12192000" y="5727701"/>
                  </a:lnTo>
                  <a:lnTo>
                    <a:pt x="0" y="572770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cs typeface="+mn-ea"/>
                <a:sym typeface="+mn-lt"/>
              </a:endParaRPr>
            </a:p>
          </p:txBody>
        </p:sp>
        <p:sp>
          <p:nvSpPr>
            <p:cNvPr id="8" name="Title">
              <a:extLst>
                <a:ext uri="{FF2B5EF4-FFF2-40B4-BE49-F238E27FC236}">
                  <a16:creationId xmlns:a16="http://schemas.microsoft.com/office/drawing/2014/main" id="{309A8B10-E933-6FD0-6653-D947AD2F6F56}"/>
                </a:ext>
              </a:extLst>
            </p:cNvPr>
            <p:cNvSpPr txBox="1"/>
            <p:nvPr/>
          </p:nvSpPr>
          <p:spPr>
            <a:xfrm>
              <a:off x="660400" y="1289050"/>
              <a:ext cx="10858500" cy="685800"/>
            </a:xfrm>
            <a:prstGeom prst="rect">
              <a:avLst/>
            </a:prstGeom>
            <a:noFill/>
          </p:spPr>
          <p:txBody>
            <a:bodyPr vert="horz" wrap="square" lIns="91440" tIns="45720" rIns="91440" bIns="45720" rtlCol="0" anchor="ctr" anchorCtr="1">
              <a:normAutofit/>
            </a:bodyPr>
            <a:lstStyle/>
            <a:p>
              <a:pPr algn="ctr"/>
              <a:r>
                <a:rPr lang="zh-CN" altLang="en-US" sz="2400" b="1" dirty="0">
                  <a:solidFill>
                    <a:srgbClr val="FDFCFC"/>
                  </a:solidFill>
                  <a:cs typeface="+mn-ea"/>
                  <a:sym typeface="+mn-lt"/>
                </a:rPr>
                <a:t>单击此处添加长一点的副标题</a:t>
              </a:r>
              <a:endParaRPr lang="en-US" sz="2400" dirty="0">
                <a:solidFill>
                  <a:srgbClr val="FDFCFC"/>
                </a:solidFill>
                <a:cs typeface="+mn-ea"/>
                <a:sym typeface="+mn-lt"/>
              </a:endParaRPr>
            </a:p>
          </p:txBody>
        </p:sp>
        <p:cxnSp>
          <p:nvCxnSpPr>
            <p:cNvPr id="9" name="直接连接符 8">
              <a:extLst>
                <a:ext uri="{FF2B5EF4-FFF2-40B4-BE49-F238E27FC236}">
                  <a16:creationId xmlns:a16="http://schemas.microsoft.com/office/drawing/2014/main" id="{430AD49C-4366-3176-9D54-7655382D548B}"/>
                </a:ext>
              </a:extLst>
            </p:cNvPr>
            <p:cNvCxnSpPr/>
            <p:nvPr/>
          </p:nvCxnSpPr>
          <p:spPr>
            <a:xfrm>
              <a:off x="7454900" y="5375275"/>
              <a:ext cx="361950" cy="0"/>
            </a:xfrm>
            <a:prstGeom prst="line">
              <a:avLst/>
            </a:prstGeom>
            <a:ln w="15875">
              <a:solidFill>
                <a:srgbClr val="FDFCFC"/>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01FB0949-3CAD-A8C3-091F-7AB2578EF172}"/>
                </a:ext>
              </a:extLst>
            </p:cNvPr>
            <p:cNvCxnSpPr/>
            <p:nvPr/>
          </p:nvCxnSpPr>
          <p:spPr>
            <a:xfrm>
              <a:off x="7454900" y="3588870"/>
              <a:ext cx="361950" cy="0"/>
            </a:xfrm>
            <a:prstGeom prst="line">
              <a:avLst/>
            </a:prstGeom>
            <a:ln w="15875">
              <a:solidFill>
                <a:srgbClr val="FDFCFC"/>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12CAF084-CA34-45BD-3248-1C9C16EB06F6}"/>
                </a:ext>
              </a:extLst>
            </p:cNvPr>
            <p:cNvCxnSpPr/>
            <p:nvPr/>
          </p:nvCxnSpPr>
          <p:spPr>
            <a:xfrm>
              <a:off x="4356100" y="2695669"/>
              <a:ext cx="361950" cy="0"/>
            </a:xfrm>
            <a:prstGeom prst="line">
              <a:avLst/>
            </a:prstGeom>
            <a:ln w="15875">
              <a:solidFill>
                <a:srgbClr val="FDFCFC"/>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A953CED0-933D-F1B1-5D56-4EE5D099A149}"/>
                </a:ext>
              </a:extLst>
            </p:cNvPr>
            <p:cNvCxnSpPr/>
            <p:nvPr/>
          </p:nvCxnSpPr>
          <p:spPr>
            <a:xfrm>
              <a:off x="4356100" y="4482072"/>
              <a:ext cx="361950" cy="0"/>
            </a:xfrm>
            <a:prstGeom prst="line">
              <a:avLst/>
            </a:prstGeom>
            <a:ln w="15875">
              <a:solidFill>
                <a:srgbClr val="FDFCFC"/>
              </a:solidFill>
            </a:ln>
          </p:spPr>
          <p:style>
            <a:lnRef idx="1">
              <a:schemeClr val="accent1"/>
            </a:lnRef>
            <a:fillRef idx="0">
              <a:schemeClr val="accent1"/>
            </a:fillRef>
            <a:effectRef idx="0">
              <a:schemeClr val="accent1"/>
            </a:effectRef>
            <a:fontRef idx="minor">
              <a:schemeClr val="tx1"/>
            </a:fontRef>
          </p:style>
        </p:cxnSp>
        <p:pic>
          <p:nvPicPr>
            <p:cNvPr id="27" name="图片 26">
              <a:extLst>
                <a:ext uri="{FF2B5EF4-FFF2-40B4-BE49-F238E27FC236}">
                  <a16:creationId xmlns:a16="http://schemas.microsoft.com/office/drawing/2014/main" id="{19497462-D41F-8DD3-F476-6F89F722F4E1}"/>
                </a:ext>
              </a:extLst>
            </p:cNvPr>
            <p:cNvPicPr>
              <a:picLocks noChangeAspect="1"/>
            </p:cNvPicPr>
            <p:nvPr/>
          </p:nvPicPr>
          <p:blipFill>
            <a:blip r:embed="rId4">
              <a:extLst>
                <a:ext uri="{28A0092B-C50C-407E-A947-70E740481C1C}">
                  <a14:useLocalDpi xmlns:a14="http://schemas.microsoft.com/office/drawing/2010/main" val="0"/>
                </a:ext>
              </a:extLst>
            </a:blip>
            <a:srcRect l="42456" t="15479" r="7403" b="24058"/>
            <a:stretch>
              <a:fillRect/>
            </a:stretch>
          </p:blipFill>
          <p:spPr>
            <a:xfrm>
              <a:off x="1" y="4883151"/>
              <a:ext cx="2909935" cy="1974849"/>
            </a:xfrm>
            <a:custGeom>
              <a:avLst/>
              <a:gdLst>
                <a:gd name="csX0" fmla="*/ 0 w 2909935"/>
                <a:gd name="csY0" fmla="*/ 0 h 1974849"/>
                <a:gd name="csX1" fmla="*/ 2909935 w 2909935"/>
                <a:gd name="csY1" fmla="*/ 0 h 1974849"/>
                <a:gd name="csX2" fmla="*/ 2909935 w 2909935"/>
                <a:gd name="csY2" fmla="*/ 1974849 h 1974849"/>
                <a:gd name="csX3" fmla="*/ 0 w 2909935"/>
                <a:gd name="csY3" fmla="*/ 1974849 h 1974849"/>
              </a:gdLst>
              <a:ahLst/>
              <a:cxnLst>
                <a:cxn ang="0">
                  <a:pos x="csX0" y="csY0"/>
                </a:cxn>
                <a:cxn ang="0">
                  <a:pos x="csX1" y="csY1"/>
                </a:cxn>
                <a:cxn ang="0">
                  <a:pos x="csX2" y="csY2"/>
                </a:cxn>
                <a:cxn ang="0">
                  <a:pos x="csX3" y="csY3"/>
                </a:cxn>
              </a:cxnLst>
              <a:rect l="l" t="t" r="r" b="b"/>
              <a:pathLst>
                <a:path w="2909935" h="1974849">
                  <a:moveTo>
                    <a:pt x="0" y="0"/>
                  </a:moveTo>
                  <a:lnTo>
                    <a:pt x="2909935" y="0"/>
                  </a:lnTo>
                  <a:lnTo>
                    <a:pt x="2909935" y="1974849"/>
                  </a:lnTo>
                  <a:lnTo>
                    <a:pt x="0" y="1974849"/>
                  </a:lnTo>
                  <a:close/>
                </a:path>
              </a:pathLst>
            </a:custGeom>
          </p:spPr>
        </p:pic>
        <p:grpSp>
          <p:nvGrpSpPr>
            <p:cNvPr id="28" name="组合 27">
              <a:extLst>
                <a:ext uri="{FF2B5EF4-FFF2-40B4-BE49-F238E27FC236}">
                  <a16:creationId xmlns:a16="http://schemas.microsoft.com/office/drawing/2014/main" id="{FA70759D-AC2A-22E9-0203-26FF4BD64AEA}"/>
                </a:ext>
              </a:extLst>
            </p:cNvPr>
            <p:cNvGrpSpPr/>
            <p:nvPr/>
          </p:nvGrpSpPr>
          <p:grpSpPr>
            <a:xfrm>
              <a:off x="660401" y="2116772"/>
              <a:ext cx="5707877" cy="1337721"/>
              <a:chOff x="660401" y="2116772"/>
              <a:chExt cx="5707877" cy="1337721"/>
            </a:xfrm>
          </p:grpSpPr>
          <p:sp>
            <p:nvSpPr>
              <p:cNvPr id="44" name="Number1">
                <a:extLst>
                  <a:ext uri="{FF2B5EF4-FFF2-40B4-BE49-F238E27FC236}">
                    <a16:creationId xmlns:a16="http://schemas.microsoft.com/office/drawing/2014/main" id="{3AF34806-0C51-E336-BBF3-3A697689ACD7}"/>
                  </a:ext>
                </a:extLst>
              </p:cNvPr>
              <p:cNvSpPr/>
              <p:nvPr/>
            </p:nvSpPr>
            <p:spPr>
              <a:xfrm>
                <a:off x="5146178" y="2174588"/>
                <a:ext cx="1222100" cy="1222088"/>
              </a:xfrm>
              <a:prstGeom prst="rect">
                <a:avLst/>
              </a:prstGeom>
              <a:solidFill>
                <a:srgbClr val="FDFCFC">
                  <a:alpha val="95000"/>
                </a:srgbClr>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r>
                  <a:rPr lang="en-US" altLang="zh-CN" sz="2400" b="1">
                    <a:solidFill>
                      <a:srgbClr val="000000"/>
                    </a:solidFill>
                    <a:cs typeface="+mn-ea"/>
                    <a:sym typeface="+mn-lt"/>
                  </a:rPr>
                  <a:t>01</a:t>
                </a:r>
                <a:endParaRPr lang="zh-CN" altLang="en-US" sz="2400" b="1" dirty="0">
                  <a:solidFill>
                    <a:srgbClr val="000000"/>
                  </a:solidFill>
                  <a:cs typeface="+mn-ea"/>
                  <a:sym typeface="+mn-lt"/>
                </a:endParaRPr>
              </a:p>
            </p:txBody>
          </p:sp>
          <p:sp>
            <p:nvSpPr>
              <p:cNvPr id="45" name="Text1">
                <a:extLst>
                  <a:ext uri="{FF2B5EF4-FFF2-40B4-BE49-F238E27FC236}">
                    <a16:creationId xmlns:a16="http://schemas.microsoft.com/office/drawing/2014/main" id="{98D49289-C7D3-3B6D-8511-CA893ED73E5C}"/>
                  </a:ext>
                </a:extLst>
              </p:cNvPr>
              <p:cNvSpPr/>
              <p:nvPr/>
            </p:nvSpPr>
            <p:spPr>
              <a:xfrm>
                <a:off x="660401" y="2768693"/>
                <a:ext cx="4156661" cy="685800"/>
              </a:xfrm>
              <a:prstGeom prst="rect">
                <a:avLst/>
              </a:prstGeom>
              <a:noFill/>
              <a:ln>
                <a:noFill/>
              </a:ln>
            </p:spPr>
            <p:txBody>
              <a:bodyPr wrap="square" lIns="91440" tIns="45720" rIns="91440" bIns="45720" anchor="t">
                <a:normAutofit/>
              </a:bodyPr>
              <a:lstStyle/>
              <a:p>
                <a:pPr algn="r">
                  <a:lnSpc>
                    <a:spcPct val="120000"/>
                  </a:lnSpc>
                </a:pPr>
                <a:r>
                  <a:rPr lang="zh-CN" altLang="en-US" sz="1200" dirty="0">
                    <a:solidFill>
                      <a:srgbClr val="FDFCFC"/>
                    </a:solidFill>
                    <a:cs typeface="+mn-ea"/>
                    <a:sym typeface="+mn-lt"/>
                  </a:rPr>
                  <a:t>单击此处添加文本单击此处添加文本单击此处添加文本单击此处添加文本</a:t>
                </a:r>
                <a:endParaRPr lang="en-US" sz="1200" dirty="0">
                  <a:solidFill>
                    <a:srgbClr val="FDFCFC"/>
                  </a:solidFill>
                  <a:cs typeface="+mn-ea"/>
                  <a:sym typeface="+mn-lt"/>
                </a:endParaRPr>
              </a:p>
            </p:txBody>
          </p:sp>
          <p:sp>
            <p:nvSpPr>
              <p:cNvPr id="46" name="Bullet1">
                <a:extLst>
                  <a:ext uri="{FF2B5EF4-FFF2-40B4-BE49-F238E27FC236}">
                    <a16:creationId xmlns:a16="http://schemas.microsoft.com/office/drawing/2014/main" id="{6E51F4AB-A29A-5A8A-395C-2DF92110DF91}"/>
                  </a:ext>
                </a:extLst>
              </p:cNvPr>
              <p:cNvSpPr txBox="1"/>
              <p:nvPr/>
            </p:nvSpPr>
            <p:spPr>
              <a:xfrm>
                <a:off x="660401" y="2116772"/>
                <a:ext cx="4156661" cy="505872"/>
              </a:xfrm>
              <a:prstGeom prst="rect">
                <a:avLst/>
              </a:prstGeom>
            </p:spPr>
            <p:txBody>
              <a:bodyPr wrap="square" lIns="91440" tIns="45720" rIns="91440" bIns="45720" anchor="b" anchorCtr="0">
                <a:normAutofit/>
              </a:bodyPr>
              <a:lstStyle/>
              <a:p>
                <a:pPr algn="r"/>
                <a:r>
                  <a:rPr lang="zh-CN" altLang="en-US" b="1" dirty="0">
                    <a:solidFill>
                      <a:srgbClr val="FDFCFC"/>
                    </a:solidFill>
                    <a:cs typeface="+mn-ea"/>
                    <a:sym typeface="+mn-lt"/>
                  </a:rPr>
                  <a:t>单击添加小标题</a:t>
                </a:r>
                <a:endParaRPr lang="en-US" dirty="0">
                  <a:solidFill>
                    <a:srgbClr val="FDFCFC"/>
                  </a:solidFill>
                  <a:cs typeface="+mn-ea"/>
                  <a:sym typeface="+mn-lt"/>
                </a:endParaRPr>
              </a:p>
            </p:txBody>
          </p:sp>
        </p:grpSp>
        <p:grpSp>
          <p:nvGrpSpPr>
            <p:cNvPr id="29" name="组合 28">
              <a:extLst>
                <a:ext uri="{FF2B5EF4-FFF2-40B4-BE49-F238E27FC236}">
                  <a16:creationId xmlns:a16="http://schemas.microsoft.com/office/drawing/2014/main" id="{D82846A7-F2B7-8756-A164-5A34023771C2}"/>
                </a:ext>
              </a:extLst>
            </p:cNvPr>
            <p:cNvGrpSpPr/>
            <p:nvPr/>
          </p:nvGrpSpPr>
          <p:grpSpPr>
            <a:xfrm>
              <a:off x="5877688" y="3009974"/>
              <a:ext cx="5641211" cy="1337721"/>
              <a:chOff x="5877688" y="3009974"/>
              <a:chExt cx="5641211" cy="1337721"/>
            </a:xfrm>
          </p:grpSpPr>
          <p:sp>
            <p:nvSpPr>
              <p:cNvPr id="39" name="Number2">
                <a:extLst>
                  <a:ext uri="{FF2B5EF4-FFF2-40B4-BE49-F238E27FC236}">
                    <a16:creationId xmlns:a16="http://schemas.microsoft.com/office/drawing/2014/main" id="{BD73B6E4-E60B-6A9F-3E08-CFB3AF2DB2C1}"/>
                  </a:ext>
                </a:extLst>
              </p:cNvPr>
              <p:cNvSpPr/>
              <p:nvPr/>
            </p:nvSpPr>
            <p:spPr>
              <a:xfrm>
                <a:off x="5877688" y="3067790"/>
                <a:ext cx="1222100" cy="1222088"/>
              </a:xfrm>
              <a:prstGeom prst="rect">
                <a:avLst/>
              </a:prstGeom>
              <a:solidFill>
                <a:srgbClr val="FDFCFC">
                  <a:alpha val="60000"/>
                </a:srgbClr>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r>
                  <a:rPr lang="en-US" altLang="zh-CN" sz="2400" b="1">
                    <a:solidFill>
                      <a:srgbClr val="000000"/>
                    </a:solidFill>
                    <a:cs typeface="+mn-ea"/>
                    <a:sym typeface="+mn-lt"/>
                  </a:rPr>
                  <a:t>02</a:t>
                </a:r>
                <a:endParaRPr lang="zh-CN" altLang="en-US" sz="2400" b="1" dirty="0">
                  <a:solidFill>
                    <a:srgbClr val="000000"/>
                  </a:solidFill>
                  <a:cs typeface="+mn-ea"/>
                  <a:sym typeface="+mn-lt"/>
                </a:endParaRPr>
              </a:p>
            </p:txBody>
          </p:sp>
          <p:sp>
            <p:nvSpPr>
              <p:cNvPr id="42" name="Text2">
                <a:extLst>
                  <a:ext uri="{FF2B5EF4-FFF2-40B4-BE49-F238E27FC236}">
                    <a16:creationId xmlns:a16="http://schemas.microsoft.com/office/drawing/2014/main" id="{9E706E0D-1468-AB47-4BD8-9631DA1E61EB}"/>
                  </a:ext>
                </a:extLst>
              </p:cNvPr>
              <p:cNvSpPr/>
              <p:nvPr/>
            </p:nvSpPr>
            <p:spPr>
              <a:xfrm>
                <a:off x="7362238" y="3661895"/>
                <a:ext cx="4156661" cy="685800"/>
              </a:xfrm>
              <a:prstGeom prst="rect">
                <a:avLst/>
              </a:prstGeom>
              <a:noFill/>
              <a:ln>
                <a:noFill/>
              </a:ln>
            </p:spPr>
            <p:txBody>
              <a:bodyPr wrap="square" lIns="91440" tIns="45720" rIns="91440" bIns="45720" anchor="t">
                <a:normAutofit/>
              </a:bodyPr>
              <a:lstStyle/>
              <a:p>
                <a:pPr>
                  <a:lnSpc>
                    <a:spcPct val="120000"/>
                  </a:lnSpc>
                </a:pPr>
                <a:r>
                  <a:rPr lang="zh-CN" altLang="en-US" sz="1200" dirty="0">
                    <a:solidFill>
                      <a:srgbClr val="FDFCFC"/>
                    </a:solidFill>
                    <a:cs typeface="+mn-ea"/>
                    <a:sym typeface="+mn-lt"/>
                  </a:rPr>
                  <a:t>单击此处添加文本单击此处添加文本单击此处添加文本单击此处添加文本</a:t>
                </a:r>
                <a:endParaRPr lang="en-US" sz="1200" dirty="0">
                  <a:solidFill>
                    <a:srgbClr val="FDFCFC"/>
                  </a:solidFill>
                  <a:cs typeface="+mn-ea"/>
                  <a:sym typeface="+mn-lt"/>
                </a:endParaRPr>
              </a:p>
            </p:txBody>
          </p:sp>
          <p:sp>
            <p:nvSpPr>
              <p:cNvPr id="43" name="Bullet2">
                <a:extLst>
                  <a:ext uri="{FF2B5EF4-FFF2-40B4-BE49-F238E27FC236}">
                    <a16:creationId xmlns:a16="http://schemas.microsoft.com/office/drawing/2014/main" id="{FAD81A5B-0265-9EF6-F524-7299FB59F7CF}"/>
                  </a:ext>
                </a:extLst>
              </p:cNvPr>
              <p:cNvSpPr txBox="1"/>
              <p:nvPr/>
            </p:nvSpPr>
            <p:spPr>
              <a:xfrm>
                <a:off x="7362238" y="3009974"/>
                <a:ext cx="4156661" cy="505872"/>
              </a:xfrm>
              <a:prstGeom prst="rect">
                <a:avLst/>
              </a:prstGeom>
            </p:spPr>
            <p:txBody>
              <a:bodyPr wrap="square" lIns="91440" tIns="45720" rIns="91440" bIns="45720" anchor="b" anchorCtr="0">
                <a:normAutofit/>
              </a:bodyPr>
              <a:lstStyle/>
              <a:p>
                <a:r>
                  <a:rPr lang="zh-CN" altLang="en-US" b="1">
                    <a:solidFill>
                      <a:srgbClr val="FDFCFC"/>
                    </a:solidFill>
                    <a:cs typeface="+mn-ea"/>
                    <a:sym typeface="+mn-lt"/>
                  </a:rPr>
                  <a:t>单击添加小标题</a:t>
                </a:r>
                <a:endParaRPr lang="en-US" dirty="0">
                  <a:solidFill>
                    <a:srgbClr val="FDFCFC"/>
                  </a:solidFill>
                  <a:cs typeface="+mn-ea"/>
                  <a:sym typeface="+mn-lt"/>
                </a:endParaRPr>
              </a:p>
            </p:txBody>
          </p:sp>
        </p:grpSp>
        <p:grpSp>
          <p:nvGrpSpPr>
            <p:cNvPr id="30" name="组合 29">
              <a:extLst>
                <a:ext uri="{FF2B5EF4-FFF2-40B4-BE49-F238E27FC236}">
                  <a16:creationId xmlns:a16="http://schemas.microsoft.com/office/drawing/2014/main" id="{F55D65D0-C5FE-90D7-B452-A3C985417B42}"/>
                </a:ext>
              </a:extLst>
            </p:cNvPr>
            <p:cNvGrpSpPr/>
            <p:nvPr/>
          </p:nvGrpSpPr>
          <p:grpSpPr>
            <a:xfrm>
              <a:off x="660401" y="3903176"/>
              <a:ext cx="5707877" cy="1337721"/>
              <a:chOff x="660401" y="3903176"/>
              <a:chExt cx="5707877" cy="1337721"/>
            </a:xfrm>
          </p:grpSpPr>
          <p:sp>
            <p:nvSpPr>
              <p:cNvPr id="35" name="Number3">
                <a:extLst>
                  <a:ext uri="{FF2B5EF4-FFF2-40B4-BE49-F238E27FC236}">
                    <a16:creationId xmlns:a16="http://schemas.microsoft.com/office/drawing/2014/main" id="{ECFD4ED9-F91C-4771-0E04-BDE9C8D60422}"/>
                  </a:ext>
                </a:extLst>
              </p:cNvPr>
              <p:cNvSpPr/>
              <p:nvPr/>
            </p:nvSpPr>
            <p:spPr>
              <a:xfrm>
                <a:off x="5146178" y="3960992"/>
                <a:ext cx="1222100" cy="1222088"/>
              </a:xfrm>
              <a:prstGeom prst="rect">
                <a:avLst/>
              </a:prstGeom>
              <a:solidFill>
                <a:srgbClr val="FDFCFC">
                  <a:alpha val="95000"/>
                </a:srgbClr>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en-US" altLang="zh-CN" sz="2400" b="1">
                    <a:solidFill>
                      <a:srgbClr val="000000"/>
                    </a:solidFill>
                    <a:cs typeface="+mn-ea"/>
                    <a:sym typeface="+mn-lt"/>
                  </a:rPr>
                  <a:t>03</a:t>
                </a:r>
                <a:endParaRPr lang="zh-CN" altLang="en-US" sz="2400" b="1" dirty="0">
                  <a:solidFill>
                    <a:srgbClr val="000000"/>
                  </a:solidFill>
                  <a:cs typeface="+mn-ea"/>
                  <a:sym typeface="+mn-lt"/>
                </a:endParaRPr>
              </a:p>
            </p:txBody>
          </p:sp>
          <p:sp>
            <p:nvSpPr>
              <p:cNvPr id="37" name="Text3">
                <a:extLst>
                  <a:ext uri="{FF2B5EF4-FFF2-40B4-BE49-F238E27FC236}">
                    <a16:creationId xmlns:a16="http://schemas.microsoft.com/office/drawing/2014/main" id="{A7A6ABB9-D309-BB5D-BD30-341AD5E510B2}"/>
                  </a:ext>
                </a:extLst>
              </p:cNvPr>
              <p:cNvSpPr/>
              <p:nvPr/>
            </p:nvSpPr>
            <p:spPr>
              <a:xfrm>
                <a:off x="660401" y="4555097"/>
                <a:ext cx="4156661" cy="685800"/>
              </a:xfrm>
              <a:prstGeom prst="rect">
                <a:avLst/>
              </a:prstGeom>
              <a:noFill/>
              <a:ln>
                <a:noFill/>
              </a:ln>
            </p:spPr>
            <p:txBody>
              <a:bodyPr wrap="square" lIns="91440" tIns="45720" rIns="91440" bIns="45720" anchor="t">
                <a:normAutofit/>
              </a:bodyPr>
              <a:lstStyle/>
              <a:p>
                <a:pPr algn="r">
                  <a:lnSpc>
                    <a:spcPct val="120000"/>
                  </a:lnSpc>
                </a:pPr>
                <a:r>
                  <a:rPr lang="zh-CN" altLang="en-US" sz="1200" dirty="0">
                    <a:solidFill>
                      <a:srgbClr val="FDFCFC"/>
                    </a:solidFill>
                    <a:cs typeface="+mn-ea"/>
                    <a:sym typeface="+mn-lt"/>
                  </a:rPr>
                  <a:t>单击此处添加文本单击此处添加文本单击此处添加文本单击此处添加文本</a:t>
                </a:r>
                <a:endParaRPr lang="en-US" sz="1200" dirty="0">
                  <a:solidFill>
                    <a:srgbClr val="FDFCFC"/>
                  </a:solidFill>
                  <a:cs typeface="+mn-ea"/>
                  <a:sym typeface="+mn-lt"/>
                </a:endParaRPr>
              </a:p>
            </p:txBody>
          </p:sp>
          <p:sp>
            <p:nvSpPr>
              <p:cNvPr id="38" name="Bullet3">
                <a:extLst>
                  <a:ext uri="{FF2B5EF4-FFF2-40B4-BE49-F238E27FC236}">
                    <a16:creationId xmlns:a16="http://schemas.microsoft.com/office/drawing/2014/main" id="{57DDDF4A-A9EE-1ED2-D58E-3F34C0E51C49}"/>
                  </a:ext>
                </a:extLst>
              </p:cNvPr>
              <p:cNvSpPr txBox="1"/>
              <p:nvPr/>
            </p:nvSpPr>
            <p:spPr>
              <a:xfrm>
                <a:off x="660401" y="3903176"/>
                <a:ext cx="4156661" cy="505872"/>
              </a:xfrm>
              <a:prstGeom prst="rect">
                <a:avLst/>
              </a:prstGeom>
            </p:spPr>
            <p:txBody>
              <a:bodyPr wrap="square" lIns="91440" tIns="45720" rIns="91440" bIns="45720" anchor="b" anchorCtr="0">
                <a:normAutofit/>
              </a:bodyPr>
              <a:lstStyle/>
              <a:p>
                <a:pPr algn="r"/>
                <a:r>
                  <a:rPr lang="zh-CN" altLang="en-US" b="1">
                    <a:solidFill>
                      <a:srgbClr val="FDFCFC"/>
                    </a:solidFill>
                    <a:cs typeface="+mn-ea"/>
                    <a:sym typeface="+mn-lt"/>
                  </a:rPr>
                  <a:t>单击添加小标题</a:t>
                </a:r>
                <a:endParaRPr lang="en-US" dirty="0">
                  <a:solidFill>
                    <a:srgbClr val="FDFCFC"/>
                  </a:solidFill>
                  <a:cs typeface="+mn-ea"/>
                  <a:sym typeface="+mn-lt"/>
                </a:endParaRPr>
              </a:p>
            </p:txBody>
          </p:sp>
        </p:grpSp>
        <p:grpSp>
          <p:nvGrpSpPr>
            <p:cNvPr id="31" name="组合 30">
              <a:extLst>
                <a:ext uri="{FF2B5EF4-FFF2-40B4-BE49-F238E27FC236}">
                  <a16:creationId xmlns:a16="http://schemas.microsoft.com/office/drawing/2014/main" id="{1936A0C9-157F-DEAF-6602-44918E48451E}"/>
                </a:ext>
              </a:extLst>
            </p:cNvPr>
            <p:cNvGrpSpPr/>
            <p:nvPr/>
          </p:nvGrpSpPr>
          <p:grpSpPr>
            <a:xfrm>
              <a:off x="5877688" y="4796379"/>
              <a:ext cx="5641211" cy="1337721"/>
              <a:chOff x="5877688" y="4796379"/>
              <a:chExt cx="5641211" cy="1337721"/>
            </a:xfrm>
          </p:grpSpPr>
          <p:sp>
            <p:nvSpPr>
              <p:cNvPr id="32" name="Number4">
                <a:extLst>
                  <a:ext uri="{FF2B5EF4-FFF2-40B4-BE49-F238E27FC236}">
                    <a16:creationId xmlns:a16="http://schemas.microsoft.com/office/drawing/2014/main" id="{7EE0D6C0-8E37-6650-7D78-7809A4650A44}"/>
                  </a:ext>
                </a:extLst>
              </p:cNvPr>
              <p:cNvSpPr/>
              <p:nvPr/>
            </p:nvSpPr>
            <p:spPr>
              <a:xfrm>
                <a:off x="5877688" y="4854195"/>
                <a:ext cx="1222100" cy="1222088"/>
              </a:xfrm>
              <a:prstGeom prst="rect">
                <a:avLst/>
              </a:prstGeom>
              <a:solidFill>
                <a:srgbClr val="FDFCFC">
                  <a:alpha val="60000"/>
                </a:srgbClr>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en-US" altLang="zh-CN" sz="2400" b="1">
                    <a:solidFill>
                      <a:srgbClr val="000000"/>
                    </a:solidFill>
                    <a:cs typeface="+mn-ea"/>
                    <a:sym typeface="+mn-lt"/>
                  </a:rPr>
                  <a:t>04</a:t>
                </a:r>
                <a:endParaRPr lang="zh-CN" altLang="en-US" sz="2400" b="1" dirty="0">
                  <a:solidFill>
                    <a:srgbClr val="000000"/>
                  </a:solidFill>
                  <a:cs typeface="+mn-ea"/>
                  <a:sym typeface="+mn-lt"/>
                </a:endParaRPr>
              </a:p>
            </p:txBody>
          </p:sp>
          <p:sp>
            <p:nvSpPr>
              <p:cNvPr id="33" name="Text4">
                <a:extLst>
                  <a:ext uri="{FF2B5EF4-FFF2-40B4-BE49-F238E27FC236}">
                    <a16:creationId xmlns:a16="http://schemas.microsoft.com/office/drawing/2014/main" id="{4ADE0CD4-23AB-EF48-05F3-BFF01DB7508A}"/>
                  </a:ext>
                </a:extLst>
              </p:cNvPr>
              <p:cNvSpPr/>
              <p:nvPr/>
            </p:nvSpPr>
            <p:spPr>
              <a:xfrm>
                <a:off x="7362238" y="5448300"/>
                <a:ext cx="4156661" cy="685800"/>
              </a:xfrm>
              <a:prstGeom prst="rect">
                <a:avLst/>
              </a:prstGeom>
              <a:noFill/>
              <a:ln>
                <a:noFill/>
              </a:ln>
            </p:spPr>
            <p:txBody>
              <a:bodyPr wrap="square" lIns="91440" tIns="45720" rIns="91440" bIns="45720" anchor="t">
                <a:normAutofit/>
              </a:bodyPr>
              <a:lstStyle/>
              <a:p>
                <a:pPr>
                  <a:lnSpc>
                    <a:spcPct val="120000"/>
                  </a:lnSpc>
                </a:pPr>
                <a:r>
                  <a:rPr lang="zh-CN" altLang="en-US" sz="1200" dirty="0">
                    <a:solidFill>
                      <a:srgbClr val="FDFCFC"/>
                    </a:solidFill>
                    <a:cs typeface="+mn-ea"/>
                    <a:sym typeface="+mn-lt"/>
                  </a:rPr>
                  <a:t>单击此处添加文本单击此处添加文本单击此处添加文本单击此处添加文本</a:t>
                </a:r>
                <a:endParaRPr lang="en-US" sz="1200" dirty="0">
                  <a:solidFill>
                    <a:srgbClr val="FDFCFC"/>
                  </a:solidFill>
                  <a:cs typeface="+mn-ea"/>
                  <a:sym typeface="+mn-lt"/>
                </a:endParaRPr>
              </a:p>
            </p:txBody>
          </p:sp>
          <p:sp>
            <p:nvSpPr>
              <p:cNvPr id="34" name="Bullet4">
                <a:extLst>
                  <a:ext uri="{FF2B5EF4-FFF2-40B4-BE49-F238E27FC236}">
                    <a16:creationId xmlns:a16="http://schemas.microsoft.com/office/drawing/2014/main" id="{827C2815-8D7D-FE0F-B5B0-51F18078D633}"/>
                  </a:ext>
                </a:extLst>
              </p:cNvPr>
              <p:cNvSpPr txBox="1"/>
              <p:nvPr/>
            </p:nvSpPr>
            <p:spPr>
              <a:xfrm>
                <a:off x="7362238" y="4796379"/>
                <a:ext cx="4156661" cy="505872"/>
              </a:xfrm>
              <a:prstGeom prst="rect">
                <a:avLst/>
              </a:prstGeom>
            </p:spPr>
            <p:txBody>
              <a:bodyPr wrap="square" lIns="91440" tIns="45720" rIns="91440" bIns="45720" anchor="b" anchorCtr="0">
                <a:normAutofit/>
              </a:bodyPr>
              <a:lstStyle/>
              <a:p>
                <a:r>
                  <a:rPr lang="zh-CN" altLang="en-US" b="1" dirty="0">
                    <a:solidFill>
                      <a:srgbClr val="FDFCFC"/>
                    </a:solidFill>
                    <a:cs typeface="+mn-ea"/>
                    <a:sym typeface="+mn-lt"/>
                  </a:rPr>
                  <a:t>单击添加小标题</a:t>
                </a:r>
                <a:endParaRPr lang="en-US" dirty="0">
                  <a:solidFill>
                    <a:srgbClr val="FDFCFC"/>
                  </a:solidFill>
                  <a:cs typeface="+mn-ea"/>
                  <a:sym typeface="+mn-lt"/>
                </a:endParaRPr>
              </a:p>
            </p:txBody>
          </p:sp>
        </p:grpSp>
      </p:grpSp>
      <p:sp>
        <p:nvSpPr>
          <p:cNvPr id="41" name="标题 1"/>
          <p:cNvSpPr>
            <a:spLocks noGrp="1"/>
          </p:cNvSpPr>
          <p:nvPr>
            <p:ph type="title" hasCustomPrompt="1"/>
          </p:nvPr>
        </p:nvSpPr>
        <p:spPr>
          <a:xfrm>
            <a:off x="660400" y="128587"/>
            <a:ext cx="10858500" cy="900112"/>
          </a:xfrm>
        </p:spPr>
        <p:txBody>
          <a:bodyPr lIns="91440" tIns="45720" rIns="91440" bIns="45720">
            <a:normAutofit/>
          </a:bodyPr>
          <a:lstStyle>
            <a:lvl1pPr>
              <a:defRPr/>
            </a:lvl1pPr>
          </a:lstStyle>
          <a:p>
            <a:pPr lvl="0"/>
            <a:r>
              <a:rPr lang="zh-CN" altLang="en-US">
                <a:sym typeface="+mn-lt"/>
              </a:rPr>
              <a:t>单击此处添加标题</a:t>
            </a:r>
            <a:endParaRPr lang="en-US" dirty="0">
              <a:sym typeface="+mn-lt"/>
            </a:endParaRPr>
          </a:p>
        </p:txBody>
      </p:sp>
    </p:spTree>
    <p:extLst>
      <p:ext uri="{BB962C8B-B14F-4D97-AF65-F5344CB8AC3E}">
        <p14:creationId xmlns:p14="http://schemas.microsoft.com/office/powerpoint/2010/main" val="1546258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660399" y="1130300"/>
            <a:ext cx="4654551" cy="2251982"/>
          </a:xfrm>
        </p:spPr>
        <p:txBody>
          <a:bodyPr lIns="91440" tIns="45720" rIns="91440" bIns="45720">
            <a:normAutofit/>
          </a:bodyPr>
          <a:lstStyle/>
          <a:p>
            <a:r>
              <a:rPr lang="zh-CN" altLang="en-US" dirty="0">
                <a:sym typeface="+mn-lt"/>
              </a:rPr>
              <a:t>THANK YOU</a:t>
            </a:r>
            <a:endParaRPr lang="en-US" dirty="0">
              <a:sym typeface="+mn-lt"/>
            </a:endParaRPr>
          </a:p>
        </p:txBody>
      </p:sp>
      <p:sp>
        <p:nvSpPr>
          <p:cNvPr id="4" name="文本占位符 3"/>
          <p:cNvSpPr>
            <a:spLocks noGrp="1"/>
          </p:cNvSpPr>
          <p:nvPr>
            <p:ph type="body" sz="quarter" idx="13" hasCustomPrompt="1"/>
          </p:nvPr>
        </p:nvSpPr>
        <p:spPr>
          <a:xfrm>
            <a:off x="1181100" y="4556900"/>
            <a:ext cx="2239434" cy="340499"/>
          </a:xfrm>
        </p:spPr>
        <p:txBody>
          <a:bodyPr lIns="91440" tIns="45720" rIns="91440" bIns="45720">
            <a:normAutofit/>
          </a:bodyPr>
          <a:lstStyle/>
          <a:p>
            <a:r>
              <a:rPr lang="zh-CN" altLang="en-US" dirty="0">
                <a:sym typeface="+mn-lt"/>
              </a:rPr>
              <a:t>Presenter name</a:t>
            </a:r>
            <a:endParaRPr lang="en-US" dirty="0">
              <a:sym typeface="+mn-lt"/>
            </a:endParaRPr>
          </a:p>
        </p:txBody>
      </p:sp>
      <p:sp>
        <p:nvSpPr>
          <p:cNvPr id="7" name="文本占位符 6"/>
          <p:cNvSpPr>
            <a:spLocks noGrp="1"/>
          </p:cNvSpPr>
          <p:nvPr>
            <p:ph type="body" sz="quarter" idx="14" hasCustomPrompt="1"/>
          </p:nvPr>
        </p:nvSpPr>
        <p:spPr>
          <a:xfrm>
            <a:off x="1181100" y="4982884"/>
            <a:ext cx="2239434" cy="340499"/>
          </a:xfrm>
        </p:spPr>
        <p:txBody>
          <a:bodyPr lIns="91440" tIns="45720" rIns="91440" bIns="45720">
            <a:normAutofit/>
          </a:bodyPr>
          <a:lstStyle/>
          <a:p>
            <a:r>
              <a:rPr lang="zh-CN" altLang="en-US" dirty="0">
                <a:sym typeface="+mn-lt"/>
              </a:rPr>
              <a:t>20XX.XX.XX</a:t>
            </a:r>
            <a:endParaRPr lang="en-US" dirty="0">
              <a:sym typeface="+mn-lt"/>
            </a:endParaRPr>
          </a:p>
        </p:txBody>
      </p:sp>
    </p:spTree>
  </p:cSld>
  <p:clrMapOvr>
    <a:masterClrMapping/>
  </p:clrMapOvr>
</p:sld>
</file>

<file path=ppt/slides/slide12.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9" name="组合 58">
            <a:extLst>
              <a:ext uri="{FF2B5EF4-FFF2-40B4-BE49-F238E27FC236}">
                <a16:creationId xmlns:a16="http://schemas.microsoft.com/office/drawing/2014/main" id="{8D24E74A-4CE9-4D4F-AB1A-F910DC2C9174}"/>
              </a:ext>
            </a:extLst>
          </p:cNvPr>
          <p:cNvGrpSpPr/>
          <p:nvPr/>
        </p:nvGrpSpPr>
        <p:grpSpPr>
          <a:xfrm>
            <a:off x="5258601" y="0"/>
            <a:ext cx="6939359" cy="6858000"/>
            <a:chOff x="5252643" y="0"/>
            <a:chExt cx="6939358" cy="6858000"/>
          </a:xfrm>
          <a:solidFill>
            <a:schemeClr val="tx2">
              <a:alpha val="20000"/>
            </a:schemeClr>
          </a:solidFill>
        </p:grpSpPr>
        <p:sp>
          <p:nvSpPr>
            <p:cNvPr id="60" name="任意多边形: 形状 59">
              <a:extLst>
                <a:ext uri="{FF2B5EF4-FFF2-40B4-BE49-F238E27FC236}">
                  <a16:creationId xmlns:a16="http://schemas.microsoft.com/office/drawing/2014/main" id="{5B0E59EE-36DB-408E-B429-71C48992586F}"/>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任意多边形: 形状 60">
              <a:extLst>
                <a:ext uri="{FF2B5EF4-FFF2-40B4-BE49-F238E27FC236}">
                  <a16:creationId xmlns:a16="http://schemas.microsoft.com/office/drawing/2014/main" id="{E2EF584E-2264-4AC3-9BF3-AA5E54DE8D11}"/>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任意多边形: 形状 61">
              <a:extLst>
                <a:ext uri="{FF2B5EF4-FFF2-40B4-BE49-F238E27FC236}">
                  <a16:creationId xmlns:a16="http://schemas.microsoft.com/office/drawing/2014/main" id="{5FEF2384-F66D-4626-BB03-F5AD7219248E}"/>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7" name="矩形 189">
            <a:extLst>
              <a:ext uri="{FF2B5EF4-FFF2-40B4-BE49-F238E27FC236}">
                <a16:creationId xmlns:a16="http://schemas.microsoft.com/office/drawing/2014/main" id="{63B72852-A360-4EF8-A2F9-3A064EA5CCA7}"/>
              </a:ext>
            </a:extLst>
          </p:cNvPr>
          <p:cNvSpPr/>
          <p:nvPr/>
        </p:nvSpPr>
        <p:spPr>
          <a:xfrm>
            <a:off x="662896" y="2301813"/>
            <a:ext cx="2890520" cy="375552"/>
          </a:xfrm>
          <a:prstGeom prst="rect">
            <a:avLst/>
          </a:prstGeom>
          <a:noFill/>
          <a:ln>
            <a:noFill/>
          </a:ln>
        </p:spPr>
        <p:txBody>
          <a:bodyPr wrap="square" anchor="ctr">
            <a:spAutoFit/>
          </a:bodyPr>
          <a:lstStyle/>
          <a:p>
            <a:pPr defTabSz="914332">
              <a:lnSpc>
                <a:spcPct val="150000"/>
              </a:lnSpc>
              <a:defRPr/>
            </a:pPr>
            <a:r>
              <a:rPr lang="en-US" altLang="zh-CN" sz="14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4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4" name="组合 13">
            <a:extLst>
              <a:ext uri="{FF2B5EF4-FFF2-40B4-BE49-F238E27FC236}">
                <a16:creationId xmlns:a16="http://schemas.microsoft.com/office/drawing/2014/main" id="{D6757B43-6712-4BAE-8670-B715B10BFA4C}"/>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A540713F-FC29-4BB1-A3F5-C1360CCAFA2B}"/>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B52E13E3-2F81-47A6-9CF9-D29EFF6EC715}"/>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2802B983-0393-404D-8EF6-C2BC0F6D1A21}"/>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C1218BD-82A2-4F82-84D5-EBFDB414ABDB}"/>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8" name="矩形 190">
            <a:extLst>
              <a:ext uri="{FF2B5EF4-FFF2-40B4-BE49-F238E27FC236}">
                <a16:creationId xmlns:a16="http://schemas.microsoft.com/office/drawing/2014/main" id="{F754BA71-8184-4828-95E4-4301AEC6A769}"/>
              </a:ext>
            </a:extLst>
          </p:cNvPr>
          <p:cNvSpPr>
            <a:spLocks/>
          </p:cNvSpPr>
          <p:nvPr/>
        </p:nvSpPr>
        <p:spPr>
          <a:xfrm>
            <a:off x="637768" y="1990359"/>
            <a:ext cx="8015025" cy="370375"/>
          </a:xfrm>
          <a:prstGeom prst="rect">
            <a:avLst/>
          </a:prstGeom>
          <a:noFill/>
          <a:ln>
            <a:noFill/>
          </a:ln>
        </p:spPr>
        <p:txBody>
          <a:bodyPr wrap="square" anchor="t">
            <a:noAutofit/>
          </a:bodyPr>
          <a:lstStyle/>
          <a:p>
            <a:pPr defTabSz="914332">
              <a:lnSpc>
                <a:spcPct val="120000"/>
              </a:lnSpc>
              <a:defRPr/>
            </a:pPr>
            <a:r>
              <a:rPr lang="zh-CN" altLang="en-US" sz="1400" dirty="0">
                <a:latin typeface="Arial" panose="020B0604020202020204" pitchFamily="34" charset="0"/>
                <a:ea typeface="微软雅黑" panose="020B0503020204020204" pitchFamily="34" charset="-122"/>
                <a:sym typeface="Arial" panose="020B0604020202020204" pitchFamily="34" charset="0"/>
              </a:rPr>
              <a:t>欢迎关注</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官方渠道，通过</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小红书、微博、抖音等官方渠道了解更多产品资讯及活动信息。</a:t>
            </a:r>
          </a:p>
          <a:p>
            <a:pPr defTabSz="914332">
              <a:lnSpc>
                <a:spcPct val="120000"/>
              </a:lnSpc>
              <a:defRPr/>
            </a:pP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90">
            <a:extLst>
              <a:ext uri="{FF2B5EF4-FFF2-40B4-BE49-F238E27FC236}">
                <a16:creationId xmlns:a16="http://schemas.microsoft.com/office/drawing/2014/main" id="{F6CD38CE-FC32-B793-7C2A-F7EF662A7A51}"/>
              </a:ext>
            </a:extLst>
          </p:cNvPr>
          <p:cNvSpPr/>
          <p:nvPr/>
        </p:nvSpPr>
        <p:spPr>
          <a:xfrm>
            <a:off x="660400" y="5478694"/>
            <a:ext cx="4710695" cy="613373"/>
          </a:xfrm>
          <a:prstGeom prst="rect">
            <a:avLst/>
          </a:prstGeom>
          <a:noFill/>
          <a:ln>
            <a:noFill/>
          </a:ln>
        </p:spPr>
        <p:txBody>
          <a:bodyPr wrap="square" anchor="t">
            <a:spAutoFit/>
          </a:bodyPr>
          <a:lstStyle/>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抖音、视频号每周直播，带你从小白进阶</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高手！</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插件不会用，</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页面不会设计？ </a:t>
            </a:r>
            <a:r>
              <a:rPr lang="en-US" altLang="zh-CN" sz="1200" dirty="0">
                <a:latin typeface="Arial" panose="020B0604020202020204" pitchFamily="34" charset="0"/>
                <a:ea typeface="微软雅黑" panose="020B0503020204020204" pitchFamily="34" charset="-122"/>
                <a:sym typeface="Arial" panose="020B0604020202020204" pitchFamily="34" charset="0"/>
              </a:rPr>
              <a:t>—— </a:t>
            </a:r>
            <a:r>
              <a:rPr lang="zh-CN" altLang="en-US" sz="1200" dirty="0">
                <a:latin typeface="Arial" panose="020B0604020202020204" pitchFamily="34" charset="0"/>
                <a:ea typeface="微软雅黑" panose="020B0503020204020204" pitchFamily="34" charset="-122"/>
                <a:sym typeface="Arial" panose="020B0604020202020204" pitchFamily="34" charset="0"/>
              </a:rPr>
              <a:t>那就来</a:t>
            </a:r>
            <a:r>
              <a:rPr lang="en-US" altLang="zh-CN" sz="1200"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dirty="0">
                <a:latin typeface="Arial" panose="020B0604020202020204" pitchFamily="34" charset="0"/>
                <a:ea typeface="微软雅黑" panose="020B0503020204020204" pitchFamily="34" charset="-122"/>
                <a:sym typeface="Arial" panose="020B0604020202020204" pitchFamily="34" charset="0"/>
              </a:rPr>
              <a:t>官方直播间。</a:t>
            </a:r>
          </a:p>
        </p:txBody>
      </p:sp>
      <p:sp>
        <p:nvSpPr>
          <p:cNvPr id="5" name="矩形 190">
            <a:hlinkClick r:id="rId4"/>
            <a:extLst>
              <a:ext uri="{FF2B5EF4-FFF2-40B4-BE49-F238E27FC236}">
                <a16:creationId xmlns:a16="http://schemas.microsoft.com/office/drawing/2014/main" id="{FE57F7A2-24A5-5A1E-982E-795C9546819B}"/>
              </a:ext>
            </a:extLst>
          </p:cNvPr>
          <p:cNvSpPr/>
          <p:nvPr/>
        </p:nvSpPr>
        <p:spPr>
          <a:xfrm>
            <a:off x="2621897"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微博</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11" name="矩形 190">
            <a:hlinkClick r:id="rId5"/>
            <a:extLst>
              <a:ext uri="{FF2B5EF4-FFF2-40B4-BE49-F238E27FC236}">
                <a16:creationId xmlns:a16="http://schemas.microsoft.com/office/drawing/2014/main" id="{37D005C4-EDE6-B355-1311-5813EB22500E}"/>
              </a:ext>
            </a:extLst>
          </p:cNvPr>
          <p:cNvSpPr/>
          <p:nvPr/>
        </p:nvSpPr>
        <p:spPr>
          <a:xfrm>
            <a:off x="6477894"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今日头条</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hlinkClick r:id="rId6"/>
            <a:extLst>
              <a:ext uri="{FF2B5EF4-FFF2-40B4-BE49-F238E27FC236}">
                <a16:creationId xmlns:a16="http://schemas.microsoft.com/office/drawing/2014/main" id="{3A868ED5-BC74-DD2F-DEC9-29A1627F6A2B}"/>
              </a:ext>
            </a:extLst>
          </p:cNvPr>
          <p:cNvSpPr/>
          <p:nvPr/>
        </p:nvSpPr>
        <p:spPr>
          <a:xfrm>
            <a:off x="4549896"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抖音</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3" name="矩形 190">
            <a:hlinkClick r:id="rId7"/>
            <a:extLst>
              <a:ext uri="{FF2B5EF4-FFF2-40B4-BE49-F238E27FC236}">
                <a16:creationId xmlns:a16="http://schemas.microsoft.com/office/drawing/2014/main" id="{E535A71A-1CC2-0C48-391C-0B15D364B466}"/>
              </a:ext>
            </a:extLst>
          </p:cNvPr>
          <p:cNvSpPr/>
          <p:nvPr/>
        </p:nvSpPr>
        <p:spPr>
          <a:xfrm>
            <a:off x="693898"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小红书</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grpSp>
        <p:nvGrpSpPr>
          <p:cNvPr id="35" name="组合 34">
            <a:extLst>
              <a:ext uri="{FF2B5EF4-FFF2-40B4-BE49-F238E27FC236}">
                <a16:creationId xmlns:a16="http://schemas.microsoft.com/office/drawing/2014/main" id="{B383A3BE-9AE6-DC13-77D6-D4415A95C8D8}"/>
              </a:ext>
            </a:extLst>
          </p:cNvPr>
          <p:cNvGrpSpPr/>
          <p:nvPr/>
        </p:nvGrpSpPr>
        <p:grpSpPr>
          <a:xfrm>
            <a:off x="2567653" y="3254342"/>
            <a:ext cx="1368001" cy="1368000"/>
            <a:chOff x="2739339" y="3229459"/>
            <a:chExt cx="1509223" cy="1509222"/>
          </a:xfrm>
        </p:grpSpPr>
        <p:sp>
          <p:nvSpPr>
            <p:cNvPr id="31" name="矩形: 圆角 30">
              <a:extLst>
                <a:ext uri="{FF2B5EF4-FFF2-40B4-BE49-F238E27FC236}">
                  <a16:creationId xmlns:a16="http://schemas.microsoft.com/office/drawing/2014/main" id="{BD946598-62CE-BC2A-E787-8C4868E8DF45}"/>
                </a:ext>
              </a:extLst>
            </p:cNvPr>
            <p:cNvSpPr/>
            <p:nvPr/>
          </p:nvSpPr>
          <p:spPr>
            <a:xfrm>
              <a:off x="2739339" y="3229459"/>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a:extLst>
                <a:ext uri="{FF2B5EF4-FFF2-40B4-BE49-F238E27FC236}">
                  <a16:creationId xmlns:a16="http://schemas.microsoft.com/office/drawing/2014/main" id="{1CE37304-ACA3-F579-875F-25F9F81CD7B4}"/>
                </a:ext>
              </a:extLst>
            </p:cNvPr>
            <p:cNvGrpSpPr/>
            <p:nvPr/>
          </p:nvGrpSpPr>
          <p:grpSpPr>
            <a:xfrm>
              <a:off x="2802496" y="3294739"/>
              <a:ext cx="1389534" cy="1389535"/>
              <a:chOff x="2878177" y="3312010"/>
              <a:chExt cx="1389534" cy="1389535"/>
            </a:xfrm>
          </p:grpSpPr>
          <p:pic>
            <p:nvPicPr>
              <p:cNvPr id="1028" name="Picture 4">
                <a:extLst>
                  <a:ext uri="{FF2B5EF4-FFF2-40B4-BE49-F238E27FC236}">
                    <a16:creationId xmlns:a16="http://schemas.microsoft.com/office/drawing/2014/main" id="{91044262-320B-75C3-C123-09C6DA2F963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78177" y="3312010"/>
                <a:ext cx="1389534" cy="1389535"/>
              </a:xfrm>
              <a:prstGeom prst="rect">
                <a:avLst/>
              </a:prstGeom>
              <a:noFill/>
              <a:extLst>
                <a:ext uri="{909E8E84-426E-40DD-AFC4-6F175D3DCCD1}">
                  <a14:hiddenFill xmlns:a14="http://schemas.microsoft.com/office/drawing/2010/main">
                    <a:solidFill>
                      <a:srgbClr val="FFFFFF"/>
                    </a:solidFill>
                  </a14:hiddenFill>
                </a:ext>
              </a:extLst>
            </p:spPr>
          </p:pic>
          <p:grpSp>
            <p:nvGrpSpPr>
              <p:cNvPr id="6" name="组合 5">
                <a:extLst>
                  <a:ext uri="{FF2B5EF4-FFF2-40B4-BE49-F238E27FC236}">
                    <a16:creationId xmlns:a16="http://schemas.microsoft.com/office/drawing/2014/main" id="{E119DACB-B049-0B56-5447-59DCBED0DB21}"/>
                  </a:ext>
                </a:extLst>
              </p:cNvPr>
              <p:cNvGrpSpPr/>
              <p:nvPr/>
            </p:nvGrpSpPr>
            <p:grpSpPr>
              <a:xfrm>
                <a:off x="3425344" y="3859736"/>
                <a:ext cx="295200" cy="294083"/>
                <a:chOff x="3415340" y="3859736"/>
                <a:chExt cx="295200" cy="294083"/>
              </a:xfrm>
            </p:grpSpPr>
            <p:sp>
              <p:nvSpPr>
                <p:cNvPr id="43" name="矩形: 圆角 42">
                  <a:extLst>
                    <a:ext uri="{FF2B5EF4-FFF2-40B4-BE49-F238E27FC236}">
                      <a16:creationId xmlns:a16="http://schemas.microsoft.com/office/drawing/2014/main" id="{31DC748E-87B9-1FFE-1DF6-243607BBEC87}"/>
                    </a:ext>
                  </a:extLst>
                </p:cNvPr>
                <p:cNvSpPr/>
                <p:nvPr/>
              </p:nvSpPr>
              <p:spPr>
                <a:xfrm>
                  <a:off x="3415340" y="3859736"/>
                  <a:ext cx="295200" cy="294083"/>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9" name="组合 18">
                  <a:extLst>
                    <a:ext uri="{FF2B5EF4-FFF2-40B4-BE49-F238E27FC236}">
                      <a16:creationId xmlns:a16="http://schemas.microsoft.com/office/drawing/2014/main" id="{FEFCB14B-B9B9-7B0B-207B-13F14530A7AB}"/>
                    </a:ext>
                  </a:extLst>
                </p:cNvPr>
                <p:cNvGrpSpPr/>
                <p:nvPr/>
              </p:nvGrpSpPr>
              <p:grpSpPr>
                <a:xfrm>
                  <a:off x="3427370" y="3896955"/>
                  <a:ext cx="271140" cy="219645"/>
                  <a:chOff x="2062162" y="2200292"/>
                  <a:chExt cx="3033693" cy="2457527"/>
                </a:xfrm>
              </p:grpSpPr>
              <p:sp>
                <p:nvSpPr>
                  <p:cNvPr id="38" name="任意多边形 538">
                    <a:extLst>
                      <a:ext uri="{FF2B5EF4-FFF2-40B4-BE49-F238E27FC236}">
                        <a16:creationId xmlns:a16="http://schemas.microsoft.com/office/drawing/2014/main" id="{60FCD814-95F1-09B3-D634-AB372830E867}"/>
                      </a:ext>
                    </a:extLst>
                  </p:cNvPr>
                  <p:cNvSpPr/>
                  <p:nvPr/>
                </p:nvSpPr>
                <p:spPr>
                  <a:xfrm>
                    <a:off x="2285237" y="3250596"/>
                    <a:ext cx="2054828" cy="1279588"/>
                  </a:xfrm>
                  <a:custGeom>
                    <a:avLst/>
                    <a:gdLst>
                      <a:gd name="connsiteX0" fmla="*/ 0 w 2054828"/>
                      <a:gd name="connsiteY0" fmla="*/ 639794 h 1279588"/>
                      <a:gd name="connsiteX1" fmla="*/ 1027462 w 2054828"/>
                      <a:gd name="connsiteY1" fmla="*/ 1279589 h 1279588"/>
                      <a:gd name="connsiteX2" fmla="*/ 2054828 w 2054828"/>
                      <a:gd name="connsiteY2" fmla="*/ 639794 h 1279588"/>
                      <a:gd name="connsiteX3" fmla="*/ 1027462 w 2054828"/>
                      <a:gd name="connsiteY3" fmla="*/ 0 h 1279588"/>
                      <a:gd name="connsiteX4" fmla="*/ 0 w 2054828"/>
                      <a:gd name="connsiteY4" fmla="*/ 639794 h 1279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4828" h="1279588">
                        <a:moveTo>
                          <a:pt x="0" y="639794"/>
                        </a:moveTo>
                        <a:cubicBezTo>
                          <a:pt x="0" y="993077"/>
                          <a:pt x="459962" y="1279589"/>
                          <a:pt x="1027462" y="1279589"/>
                        </a:cubicBezTo>
                        <a:cubicBezTo>
                          <a:pt x="1594866" y="1279589"/>
                          <a:pt x="2054828" y="993077"/>
                          <a:pt x="2054828" y="639794"/>
                        </a:cubicBezTo>
                        <a:cubicBezTo>
                          <a:pt x="2054828" y="286417"/>
                          <a:pt x="1594866" y="0"/>
                          <a:pt x="1027462" y="0"/>
                        </a:cubicBezTo>
                        <a:cubicBezTo>
                          <a:pt x="459962" y="0"/>
                          <a:pt x="0" y="286417"/>
                          <a:pt x="0" y="639794"/>
                        </a:cubicBezTo>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39" name="任意多边形 539">
                    <a:extLst>
                      <a:ext uri="{FF2B5EF4-FFF2-40B4-BE49-F238E27FC236}">
                        <a16:creationId xmlns:a16="http://schemas.microsoft.com/office/drawing/2014/main" id="{C211156A-F263-1023-1064-44039BC6F3C7}"/>
                      </a:ext>
                    </a:extLst>
                  </p:cNvPr>
                  <p:cNvSpPr/>
                  <p:nvPr/>
                </p:nvSpPr>
                <p:spPr>
                  <a:xfrm>
                    <a:off x="2062162" y="2547155"/>
                    <a:ext cx="2646616" cy="2110664"/>
                  </a:xfrm>
                  <a:custGeom>
                    <a:avLst/>
                    <a:gdLst>
                      <a:gd name="connsiteX0" fmla="*/ 2278952 w 2646616"/>
                      <a:gd name="connsiteY0" fmla="*/ 836315 h 2110664"/>
                      <a:gd name="connsiteX1" fmla="*/ 2229326 w 2646616"/>
                      <a:gd name="connsiteY1" fmla="*/ 758686 h 2110664"/>
                      <a:gd name="connsiteX2" fmla="*/ 2230279 w 2646616"/>
                      <a:gd name="connsiteY2" fmla="*/ 456648 h 2110664"/>
                      <a:gd name="connsiteX3" fmla="*/ 1553528 w 2646616"/>
                      <a:gd name="connsiteY3" fmla="*/ 452838 h 2110664"/>
                      <a:gd name="connsiteX4" fmla="*/ 1481328 w 2646616"/>
                      <a:gd name="connsiteY4" fmla="*/ 418358 h 2110664"/>
                      <a:gd name="connsiteX5" fmla="*/ 1447800 w 2646616"/>
                      <a:gd name="connsiteY5" fmla="*/ 63837 h 2110664"/>
                      <a:gd name="connsiteX6" fmla="*/ 452533 w 2646616"/>
                      <a:gd name="connsiteY6" fmla="*/ 452171 h 2110664"/>
                      <a:gd name="connsiteX7" fmla="*/ 0 w 2646616"/>
                      <a:gd name="connsiteY7" fmla="*/ 1303992 h 2110664"/>
                      <a:gd name="connsiteX8" fmla="*/ 1272731 w 2646616"/>
                      <a:gd name="connsiteY8" fmla="*/ 2110665 h 2110664"/>
                      <a:gd name="connsiteX9" fmla="*/ 2646616 w 2646616"/>
                      <a:gd name="connsiteY9" fmla="*/ 1250652 h 2110664"/>
                      <a:gd name="connsiteX10" fmla="*/ 2278952 w 2646616"/>
                      <a:gd name="connsiteY10" fmla="*/ 836315 h 2110664"/>
                      <a:gd name="connsiteX11" fmla="*/ 1274445 w 2646616"/>
                      <a:gd name="connsiteY11" fmla="*/ 1930833 h 2110664"/>
                      <a:gd name="connsiteX12" fmla="*/ 306038 w 2646616"/>
                      <a:gd name="connsiteY12" fmla="*/ 1423626 h 2110664"/>
                      <a:gd name="connsiteX13" fmla="*/ 1156430 w 2646616"/>
                      <a:gd name="connsiteY13" fmla="*/ 736778 h 2110664"/>
                      <a:gd name="connsiteX14" fmla="*/ 2124837 w 2646616"/>
                      <a:gd name="connsiteY14" fmla="*/ 1243699 h 2110664"/>
                      <a:gd name="connsiteX15" fmla="*/ 1274445 w 2646616"/>
                      <a:gd name="connsiteY15" fmla="*/ 1930833 h 2110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46616" h="2110664">
                        <a:moveTo>
                          <a:pt x="2278952" y="836315"/>
                        </a:moveTo>
                        <a:cubicBezTo>
                          <a:pt x="2236184" y="823456"/>
                          <a:pt x="2206943" y="814788"/>
                          <a:pt x="2229326" y="758686"/>
                        </a:cubicBezTo>
                        <a:cubicBezTo>
                          <a:pt x="2277809" y="636861"/>
                          <a:pt x="2282762" y="531705"/>
                          <a:pt x="2230279" y="456648"/>
                        </a:cubicBezTo>
                        <a:cubicBezTo>
                          <a:pt x="2131790" y="315964"/>
                          <a:pt x="1862328" y="323584"/>
                          <a:pt x="1553528" y="452838"/>
                        </a:cubicBezTo>
                        <a:cubicBezTo>
                          <a:pt x="1553528" y="452648"/>
                          <a:pt x="1456563" y="495320"/>
                          <a:pt x="1481328" y="418358"/>
                        </a:cubicBezTo>
                        <a:cubicBezTo>
                          <a:pt x="1528858" y="265672"/>
                          <a:pt x="1521714" y="137656"/>
                          <a:pt x="1447800" y="63837"/>
                        </a:cubicBezTo>
                        <a:cubicBezTo>
                          <a:pt x="1280255" y="-103803"/>
                          <a:pt x="834581" y="70124"/>
                          <a:pt x="452533" y="452171"/>
                        </a:cubicBezTo>
                        <a:cubicBezTo>
                          <a:pt x="166211" y="738398"/>
                          <a:pt x="0" y="1041674"/>
                          <a:pt x="0" y="1303992"/>
                        </a:cubicBezTo>
                        <a:cubicBezTo>
                          <a:pt x="0" y="1805674"/>
                          <a:pt x="643319" y="2110665"/>
                          <a:pt x="1272731" y="2110665"/>
                        </a:cubicBezTo>
                        <a:cubicBezTo>
                          <a:pt x="2097786" y="2110665"/>
                          <a:pt x="2646616" y="1631271"/>
                          <a:pt x="2646616" y="1250652"/>
                        </a:cubicBezTo>
                        <a:cubicBezTo>
                          <a:pt x="2646616" y="1020719"/>
                          <a:pt x="2452973" y="890226"/>
                          <a:pt x="2278952" y="836315"/>
                        </a:cubicBezTo>
                        <a:close/>
                        <a:moveTo>
                          <a:pt x="1274445" y="1930833"/>
                        </a:moveTo>
                        <a:cubicBezTo>
                          <a:pt x="772192" y="1980363"/>
                          <a:pt x="338709" y="1753382"/>
                          <a:pt x="306038" y="1423626"/>
                        </a:cubicBezTo>
                        <a:cubicBezTo>
                          <a:pt x="273463" y="1093966"/>
                          <a:pt x="654272" y="786499"/>
                          <a:pt x="1156430" y="736778"/>
                        </a:cubicBezTo>
                        <a:cubicBezTo>
                          <a:pt x="1658684" y="687153"/>
                          <a:pt x="2092262" y="914134"/>
                          <a:pt x="2124837" y="1243699"/>
                        </a:cubicBezTo>
                        <a:cubicBezTo>
                          <a:pt x="2157317" y="1573645"/>
                          <a:pt x="1776698" y="1881112"/>
                          <a:pt x="1274445" y="1930833"/>
                        </a:cubicBezTo>
                        <a:close/>
                      </a:path>
                    </a:pathLst>
                  </a:custGeom>
                  <a:solidFill>
                    <a:srgbClr val="D52B2A"/>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0" name="任意多边形 540">
                    <a:extLst>
                      <a:ext uri="{FF2B5EF4-FFF2-40B4-BE49-F238E27FC236}">
                        <a16:creationId xmlns:a16="http://schemas.microsoft.com/office/drawing/2014/main" id="{2BF6317C-3C4E-D672-8A71-1CAC3C637089}"/>
                      </a:ext>
                    </a:extLst>
                  </p:cNvPr>
                  <p:cNvSpPr/>
                  <p:nvPr/>
                </p:nvSpPr>
                <p:spPr>
                  <a:xfrm>
                    <a:off x="4032574" y="2200292"/>
                    <a:ext cx="1063281" cy="1131222"/>
                  </a:xfrm>
                  <a:custGeom>
                    <a:avLst/>
                    <a:gdLst>
                      <a:gd name="connsiteX0" fmla="*/ 856417 w 1063281"/>
                      <a:gd name="connsiteY0" fmla="*/ 265064 h 1131222"/>
                      <a:gd name="connsiteX1" fmla="*/ 92036 w 1063281"/>
                      <a:gd name="connsiteY1" fmla="*/ 17604 h 1131222"/>
                      <a:gd name="connsiteX2" fmla="*/ 91941 w 1063281"/>
                      <a:gd name="connsiteY2" fmla="*/ 17604 h 1131222"/>
                      <a:gd name="connsiteX3" fmla="*/ 2596 w 1063281"/>
                      <a:gd name="connsiteY3" fmla="*/ 155431 h 1131222"/>
                      <a:gd name="connsiteX4" fmla="*/ 140518 w 1063281"/>
                      <a:gd name="connsiteY4" fmla="*/ 244871 h 1131222"/>
                      <a:gd name="connsiteX5" fmla="*/ 684015 w 1063281"/>
                      <a:gd name="connsiteY5" fmla="*/ 420797 h 1131222"/>
                      <a:gd name="connsiteX6" fmla="*/ 803363 w 1063281"/>
                      <a:gd name="connsiteY6" fmla="*/ 979343 h 1131222"/>
                      <a:gd name="connsiteX7" fmla="*/ 803363 w 1063281"/>
                      <a:gd name="connsiteY7" fmla="*/ 979343 h 1131222"/>
                      <a:gd name="connsiteX8" fmla="*/ 878229 w 1063281"/>
                      <a:gd name="connsiteY8" fmla="*/ 1125552 h 1131222"/>
                      <a:gd name="connsiteX9" fmla="*/ 1024438 w 1063281"/>
                      <a:gd name="connsiteY9" fmla="*/ 1050971 h 1131222"/>
                      <a:gd name="connsiteX10" fmla="*/ 1024438 w 1063281"/>
                      <a:gd name="connsiteY10" fmla="*/ 1050495 h 1131222"/>
                      <a:gd name="connsiteX11" fmla="*/ 856417 w 1063281"/>
                      <a:gd name="connsiteY11" fmla="*/ 265064 h 1131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3281" h="1131222">
                        <a:moveTo>
                          <a:pt x="856417" y="265064"/>
                        </a:moveTo>
                        <a:cubicBezTo>
                          <a:pt x="657154" y="44179"/>
                          <a:pt x="363308" y="-40022"/>
                          <a:pt x="92036" y="17604"/>
                        </a:cubicBezTo>
                        <a:lnTo>
                          <a:pt x="91941" y="17604"/>
                        </a:lnTo>
                        <a:cubicBezTo>
                          <a:pt x="29171" y="31034"/>
                          <a:pt x="-10834" y="92756"/>
                          <a:pt x="2596" y="155431"/>
                        </a:cubicBezTo>
                        <a:cubicBezTo>
                          <a:pt x="15931" y="218105"/>
                          <a:pt x="77748" y="258206"/>
                          <a:pt x="140518" y="244871"/>
                        </a:cubicBezTo>
                        <a:cubicBezTo>
                          <a:pt x="333495" y="203913"/>
                          <a:pt x="542378" y="263825"/>
                          <a:pt x="684015" y="420797"/>
                        </a:cubicBezTo>
                        <a:cubicBezTo>
                          <a:pt x="825556" y="577674"/>
                          <a:pt x="863942" y="791701"/>
                          <a:pt x="803363" y="979343"/>
                        </a:cubicBezTo>
                        <a:lnTo>
                          <a:pt x="803363" y="979343"/>
                        </a:lnTo>
                        <a:cubicBezTo>
                          <a:pt x="783646" y="1040494"/>
                          <a:pt x="817079" y="1105835"/>
                          <a:pt x="878229" y="1125552"/>
                        </a:cubicBezTo>
                        <a:cubicBezTo>
                          <a:pt x="939189" y="1145269"/>
                          <a:pt x="1004721" y="1111931"/>
                          <a:pt x="1024438" y="1050971"/>
                        </a:cubicBezTo>
                        <a:cubicBezTo>
                          <a:pt x="1024438" y="1050876"/>
                          <a:pt x="1024438" y="1050590"/>
                          <a:pt x="1024438" y="1050495"/>
                        </a:cubicBezTo>
                        <a:cubicBezTo>
                          <a:pt x="1109401" y="786557"/>
                          <a:pt x="1055680" y="485758"/>
                          <a:pt x="856417" y="26506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1" name="任意多边形 541">
                    <a:extLst>
                      <a:ext uri="{FF2B5EF4-FFF2-40B4-BE49-F238E27FC236}">
                        <a16:creationId xmlns:a16="http://schemas.microsoft.com/office/drawing/2014/main" id="{6A12430C-F657-41EF-B67C-5576494E5733}"/>
                      </a:ext>
                    </a:extLst>
                  </p:cNvPr>
                  <p:cNvSpPr/>
                  <p:nvPr/>
                </p:nvSpPr>
                <p:spPr>
                  <a:xfrm>
                    <a:off x="4131596" y="2612531"/>
                    <a:ext cx="552131" cy="580885"/>
                  </a:xfrm>
                  <a:custGeom>
                    <a:avLst/>
                    <a:gdLst>
                      <a:gd name="connsiteX0" fmla="*/ 451452 w 552131"/>
                      <a:gd name="connsiteY0" fmla="*/ 128954 h 580885"/>
                      <a:gd name="connsiteX1" fmla="*/ 79120 w 552131"/>
                      <a:gd name="connsiteY1" fmla="*/ 8653 h 580885"/>
                      <a:gd name="connsiteX2" fmla="*/ 2253 w 552131"/>
                      <a:gd name="connsiteY2" fmla="*/ 127430 h 580885"/>
                      <a:gd name="connsiteX3" fmla="*/ 120839 w 552131"/>
                      <a:gd name="connsiteY3" fmla="*/ 204106 h 580885"/>
                      <a:gd name="connsiteX4" fmla="*/ 120839 w 552131"/>
                      <a:gd name="connsiteY4" fmla="*/ 204201 h 580885"/>
                      <a:gd name="connsiteX5" fmla="*/ 302958 w 552131"/>
                      <a:gd name="connsiteY5" fmla="*/ 262970 h 580885"/>
                      <a:gd name="connsiteX6" fmla="*/ 342772 w 552131"/>
                      <a:gd name="connsiteY6" fmla="*/ 450137 h 580885"/>
                      <a:gd name="connsiteX7" fmla="*/ 342867 w 552131"/>
                      <a:gd name="connsiteY7" fmla="*/ 450137 h 580885"/>
                      <a:gd name="connsiteX8" fmla="*/ 407161 w 552131"/>
                      <a:gd name="connsiteY8" fmla="*/ 576057 h 580885"/>
                      <a:gd name="connsiteX9" fmla="*/ 533082 w 552131"/>
                      <a:gd name="connsiteY9" fmla="*/ 511573 h 580885"/>
                      <a:gd name="connsiteX10" fmla="*/ 451452 w 552131"/>
                      <a:gd name="connsiteY10" fmla="*/ 128954 h 580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2131" h="580885">
                        <a:moveTo>
                          <a:pt x="451452" y="128954"/>
                        </a:moveTo>
                        <a:cubicBezTo>
                          <a:pt x="354488" y="21321"/>
                          <a:pt x="211327" y="-19541"/>
                          <a:pt x="79120" y="8653"/>
                        </a:cubicBezTo>
                        <a:cubicBezTo>
                          <a:pt x="25113" y="20178"/>
                          <a:pt x="-9367" y="73328"/>
                          <a:pt x="2253" y="127430"/>
                        </a:cubicBezTo>
                        <a:cubicBezTo>
                          <a:pt x="13779" y="181246"/>
                          <a:pt x="66928" y="215917"/>
                          <a:pt x="120839" y="204106"/>
                        </a:cubicBezTo>
                        <a:lnTo>
                          <a:pt x="120839" y="204201"/>
                        </a:lnTo>
                        <a:cubicBezTo>
                          <a:pt x="185419" y="190580"/>
                          <a:pt x="255523" y="210487"/>
                          <a:pt x="302958" y="262970"/>
                        </a:cubicBezTo>
                        <a:cubicBezTo>
                          <a:pt x="350392" y="315548"/>
                          <a:pt x="363155" y="387272"/>
                          <a:pt x="342772" y="450137"/>
                        </a:cubicBezTo>
                        <a:lnTo>
                          <a:pt x="342867" y="450137"/>
                        </a:lnTo>
                        <a:cubicBezTo>
                          <a:pt x="325913" y="502619"/>
                          <a:pt x="354678" y="559103"/>
                          <a:pt x="407161" y="576057"/>
                        </a:cubicBezTo>
                        <a:cubicBezTo>
                          <a:pt x="459739" y="592916"/>
                          <a:pt x="516127" y="564246"/>
                          <a:pt x="533082" y="511573"/>
                        </a:cubicBezTo>
                        <a:cubicBezTo>
                          <a:pt x="574610" y="383081"/>
                          <a:pt x="548607" y="236491"/>
                          <a:pt x="451452" y="12895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2" name="任意多边形 542">
                    <a:extLst>
                      <a:ext uri="{FF2B5EF4-FFF2-40B4-BE49-F238E27FC236}">
                        <a16:creationId xmlns:a16="http://schemas.microsoft.com/office/drawing/2014/main" id="{9A7AA684-C16D-0062-B912-DC566C41FAAD}"/>
                      </a:ext>
                    </a:extLst>
                  </p:cNvPr>
                  <p:cNvSpPr/>
                  <p:nvPr/>
                </p:nvSpPr>
                <p:spPr>
                  <a:xfrm>
                    <a:off x="2732248" y="3521291"/>
                    <a:ext cx="961899" cy="839749"/>
                  </a:xfrm>
                  <a:custGeom>
                    <a:avLst/>
                    <a:gdLst>
                      <a:gd name="connsiteX0" fmla="*/ 654460 w 961899"/>
                      <a:gd name="connsiteY0" fmla="*/ 16484 h 839749"/>
                      <a:gd name="connsiteX1" fmla="*/ 41526 w 961899"/>
                      <a:gd name="connsiteY1" fmla="*/ 283946 h 839749"/>
                      <a:gd name="connsiteX2" fmla="*/ 279461 w 961899"/>
                      <a:gd name="connsiteY2" fmla="*/ 815060 h 839749"/>
                      <a:gd name="connsiteX3" fmla="*/ 926875 w 961899"/>
                      <a:gd name="connsiteY3" fmla="*/ 540264 h 839749"/>
                      <a:gd name="connsiteX4" fmla="*/ 654460 w 961899"/>
                      <a:gd name="connsiteY4" fmla="*/ 16484 h 839749"/>
                      <a:gd name="connsiteX5" fmla="*/ 472056 w 961899"/>
                      <a:gd name="connsiteY5" fmla="*/ 564934 h 839749"/>
                      <a:gd name="connsiteX6" fmla="*/ 241075 w 961899"/>
                      <a:gd name="connsiteY6" fmla="*/ 640658 h 839749"/>
                      <a:gd name="connsiteX7" fmla="*/ 189640 w 961899"/>
                      <a:gd name="connsiteY7" fmla="*/ 439871 h 839749"/>
                      <a:gd name="connsiteX8" fmla="*/ 415954 w 961899"/>
                      <a:gd name="connsiteY8" fmla="*/ 363671 h 839749"/>
                      <a:gd name="connsiteX9" fmla="*/ 472056 w 961899"/>
                      <a:gd name="connsiteY9" fmla="*/ 564934 h 839749"/>
                      <a:gd name="connsiteX10" fmla="*/ 632076 w 961899"/>
                      <a:gd name="connsiteY10" fmla="*/ 359575 h 839749"/>
                      <a:gd name="connsiteX11" fmla="*/ 545303 w 961899"/>
                      <a:gd name="connsiteY11" fmla="*/ 391484 h 839749"/>
                      <a:gd name="connsiteX12" fmla="*/ 523015 w 961899"/>
                      <a:gd name="connsiteY12" fmla="*/ 316046 h 839749"/>
                      <a:gd name="connsiteX13" fmla="*/ 607692 w 961899"/>
                      <a:gd name="connsiteY13" fmla="*/ 284232 h 839749"/>
                      <a:gd name="connsiteX14" fmla="*/ 632076 w 961899"/>
                      <a:gd name="connsiteY14" fmla="*/ 359575 h 839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61899" h="839749">
                        <a:moveTo>
                          <a:pt x="654460" y="16484"/>
                        </a:moveTo>
                        <a:cubicBezTo>
                          <a:pt x="415478" y="-45714"/>
                          <a:pt x="145349" y="73444"/>
                          <a:pt x="41526" y="283946"/>
                        </a:cubicBezTo>
                        <a:cubicBezTo>
                          <a:pt x="-64201" y="498735"/>
                          <a:pt x="38002" y="737146"/>
                          <a:pt x="279461" y="815060"/>
                        </a:cubicBezTo>
                        <a:cubicBezTo>
                          <a:pt x="529587" y="895737"/>
                          <a:pt x="824386" y="772103"/>
                          <a:pt x="926875" y="540264"/>
                        </a:cubicBezTo>
                        <a:cubicBezTo>
                          <a:pt x="1028030" y="313664"/>
                          <a:pt x="901824" y="80397"/>
                          <a:pt x="654460" y="16484"/>
                        </a:cubicBezTo>
                        <a:close/>
                        <a:moveTo>
                          <a:pt x="472056" y="564934"/>
                        </a:moveTo>
                        <a:cubicBezTo>
                          <a:pt x="423479" y="642467"/>
                          <a:pt x="319466" y="676376"/>
                          <a:pt x="241075" y="640658"/>
                        </a:cubicBezTo>
                        <a:cubicBezTo>
                          <a:pt x="163827" y="605510"/>
                          <a:pt x="141062" y="515499"/>
                          <a:pt x="189640" y="439871"/>
                        </a:cubicBezTo>
                        <a:cubicBezTo>
                          <a:pt x="237646" y="364623"/>
                          <a:pt x="338135" y="331095"/>
                          <a:pt x="415954" y="363671"/>
                        </a:cubicBezTo>
                        <a:cubicBezTo>
                          <a:pt x="494630" y="397199"/>
                          <a:pt x="519681" y="486638"/>
                          <a:pt x="472056" y="564934"/>
                        </a:cubicBezTo>
                        <a:close/>
                        <a:moveTo>
                          <a:pt x="632076" y="359575"/>
                        </a:moveTo>
                        <a:cubicBezTo>
                          <a:pt x="614550" y="389579"/>
                          <a:pt x="575688" y="404057"/>
                          <a:pt x="545303" y="391484"/>
                        </a:cubicBezTo>
                        <a:cubicBezTo>
                          <a:pt x="515395" y="379196"/>
                          <a:pt x="506060" y="345573"/>
                          <a:pt x="523015" y="316046"/>
                        </a:cubicBezTo>
                        <a:cubicBezTo>
                          <a:pt x="540541" y="286709"/>
                          <a:pt x="577784" y="272326"/>
                          <a:pt x="607692" y="284232"/>
                        </a:cubicBezTo>
                        <a:cubicBezTo>
                          <a:pt x="637886" y="295281"/>
                          <a:pt x="648840" y="329285"/>
                          <a:pt x="632076" y="359575"/>
                        </a:cubicBezTo>
                        <a:close/>
                      </a:path>
                    </a:pathLst>
                  </a:custGeom>
                  <a:solidFill>
                    <a:srgbClr val="040000"/>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grpSp>
      <p:grpSp>
        <p:nvGrpSpPr>
          <p:cNvPr id="2" name="组合 1">
            <a:extLst>
              <a:ext uri="{FF2B5EF4-FFF2-40B4-BE49-F238E27FC236}">
                <a16:creationId xmlns:a16="http://schemas.microsoft.com/office/drawing/2014/main" id="{230BF9C2-4094-4E53-8F06-44C3D6154D74}"/>
              </a:ext>
            </a:extLst>
          </p:cNvPr>
          <p:cNvGrpSpPr/>
          <p:nvPr/>
        </p:nvGrpSpPr>
        <p:grpSpPr>
          <a:xfrm>
            <a:off x="6423649" y="3254342"/>
            <a:ext cx="1368000" cy="1368000"/>
            <a:chOff x="6425148" y="3254342"/>
            <a:chExt cx="1368000" cy="1368000"/>
          </a:xfrm>
        </p:grpSpPr>
        <p:sp>
          <p:nvSpPr>
            <p:cNvPr id="44" name="矩形: 圆角 43">
              <a:extLst>
                <a:ext uri="{FF2B5EF4-FFF2-40B4-BE49-F238E27FC236}">
                  <a16:creationId xmlns:a16="http://schemas.microsoft.com/office/drawing/2014/main" id="{FD6CE19C-3D96-2D88-E2BE-6DB3A16FEFEA}"/>
                </a:ext>
              </a:extLst>
            </p:cNvPr>
            <p:cNvSpPr/>
            <p:nvPr/>
          </p:nvSpPr>
          <p:spPr>
            <a:xfrm>
              <a:off x="6425148" y="3254342"/>
              <a:ext cx="1368000"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32" name="Picture 8">
              <a:hlinkClick r:id="rId9"/>
              <a:extLst>
                <a:ext uri="{FF2B5EF4-FFF2-40B4-BE49-F238E27FC236}">
                  <a16:creationId xmlns:a16="http://schemas.microsoft.com/office/drawing/2014/main" id="{A79B0CD7-506F-45B2-4B0F-72D4A514DD3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82386" y="3313512"/>
              <a:ext cx="1259513" cy="1259515"/>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组合 24">
              <a:extLst>
                <a:ext uri="{FF2B5EF4-FFF2-40B4-BE49-F238E27FC236}">
                  <a16:creationId xmlns:a16="http://schemas.microsoft.com/office/drawing/2014/main" id="{45275ADB-1441-0456-C0B0-F0DEFAE0548B}"/>
                </a:ext>
              </a:extLst>
            </p:cNvPr>
            <p:cNvGrpSpPr/>
            <p:nvPr/>
          </p:nvGrpSpPr>
          <p:grpSpPr>
            <a:xfrm>
              <a:off x="6978354" y="3809481"/>
              <a:ext cx="267577" cy="267577"/>
              <a:chOff x="7829470" y="3878223"/>
              <a:chExt cx="257036" cy="257015"/>
            </a:xfrm>
          </p:grpSpPr>
          <p:sp>
            <p:nvSpPr>
              <p:cNvPr id="21" name="任意多边形: 形状 20">
                <a:extLst>
                  <a:ext uri="{FF2B5EF4-FFF2-40B4-BE49-F238E27FC236}">
                    <a16:creationId xmlns:a16="http://schemas.microsoft.com/office/drawing/2014/main" id="{9CFFB2E8-8D6B-1C3D-612C-AD8F6DCB2A21}"/>
                  </a:ext>
                </a:extLst>
              </p:cNvPr>
              <p:cNvSpPr/>
              <p:nvPr/>
            </p:nvSpPr>
            <p:spPr>
              <a:xfrm>
                <a:off x="7829470" y="3878223"/>
                <a:ext cx="257036" cy="257015"/>
              </a:xfrm>
              <a:custGeom>
                <a:avLst/>
                <a:gdLst>
                  <a:gd name="connsiteX0" fmla="*/ 51374 w 257036"/>
                  <a:gd name="connsiteY0" fmla="*/ 75 h 257015"/>
                  <a:gd name="connsiteX1" fmla="*/ 205566 w 257036"/>
                  <a:gd name="connsiteY1" fmla="*/ 75 h 257015"/>
                  <a:gd name="connsiteX2" fmla="*/ 256988 w 257036"/>
                  <a:gd name="connsiteY2" fmla="*/ 51476 h 257015"/>
                  <a:gd name="connsiteX3" fmla="*/ 256988 w 257036"/>
                  <a:gd name="connsiteY3" fmla="*/ 205688 h 257015"/>
                  <a:gd name="connsiteX4" fmla="*/ 205566 w 257036"/>
                  <a:gd name="connsiteY4" fmla="*/ 257090 h 257015"/>
                  <a:gd name="connsiteX5" fmla="*/ 51374 w 257036"/>
                  <a:gd name="connsiteY5" fmla="*/ 257090 h 257015"/>
                  <a:gd name="connsiteX6" fmla="*/ -48 w 257036"/>
                  <a:gd name="connsiteY6" fmla="*/ 205688 h 257015"/>
                  <a:gd name="connsiteX7" fmla="*/ -48 w 257036"/>
                  <a:gd name="connsiteY7" fmla="*/ 51476 h 257015"/>
                  <a:gd name="connsiteX8" fmla="*/ 51374 w 257036"/>
                  <a:gd name="connsiteY8" fmla="*/ 75 h 25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036" h="257015">
                    <a:moveTo>
                      <a:pt x="51374" y="75"/>
                    </a:moveTo>
                    <a:lnTo>
                      <a:pt x="205566" y="75"/>
                    </a:lnTo>
                    <a:cubicBezTo>
                      <a:pt x="239847" y="75"/>
                      <a:pt x="256988" y="17209"/>
                      <a:pt x="256988" y="51476"/>
                    </a:cubicBezTo>
                    <a:lnTo>
                      <a:pt x="256988" y="205688"/>
                    </a:lnTo>
                    <a:cubicBezTo>
                      <a:pt x="256988" y="239956"/>
                      <a:pt x="239847" y="257090"/>
                      <a:pt x="205566" y="257090"/>
                    </a:cubicBezTo>
                    <a:lnTo>
                      <a:pt x="51374" y="257090"/>
                    </a:lnTo>
                    <a:cubicBezTo>
                      <a:pt x="17093" y="257090"/>
                      <a:pt x="-48" y="239956"/>
                      <a:pt x="-48" y="205688"/>
                    </a:cubicBezTo>
                    <a:lnTo>
                      <a:pt x="-48" y="51476"/>
                    </a:lnTo>
                    <a:cubicBezTo>
                      <a:pt x="-48" y="17206"/>
                      <a:pt x="17093" y="72"/>
                      <a:pt x="51374" y="75"/>
                    </a:cubicBezTo>
                    <a:close/>
                  </a:path>
                </a:pathLst>
              </a:custGeom>
              <a:solidFill>
                <a:srgbClr val="FFFFFF"/>
              </a:solidFill>
              <a:ln w="12700" cap="flat">
                <a:solidFill>
                  <a:schemeClr val="bg1"/>
                </a:solid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6A4F007D-B4D0-2DFA-D984-3A7E5E5E6758}"/>
                  </a:ext>
                </a:extLst>
              </p:cNvPr>
              <p:cNvSpPr/>
              <p:nvPr/>
            </p:nvSpPr>
            <p:spPr>
              <a:xfrm>
                <a:off x="7829470" y="3925346"/>
                <a:ext cx="257018" cy="169196"/>
              </a:xfrm>
              <a:custGeom>
                <a:avLst/>
                <a:gdLst>
                  <a:gd name="connsiteX0" fmla="*/ 256971 w 257018"/>
                  <a:gd name="connsiteY0" fmla="*/ 154287 h 169196"/>
                  <a:gd name="connsiteX1" fmla="*/ -48 w 257018"/>
                  <a:gd name="connsiteY1" fmla="*/ 169272 h 169196"/>
                  <a:gd name="connsiteX2" fmla="*/ -48 w 257018"/>
                  <a:gd name="connsiteY2" fmla="*/ 15060 h 169196"/>
                  <a:gd name="connsiteX3" fmla="*/ 256971 w 257018"/>
                  <a:gd name="connsiteY3" fmla="*/ 75 h 169196"/>
                </a:gdLst>
                <a:ahLst/>
                <a:cxnLst>
                  <a:cxn ang="0">
                    <a:pos x="connsiteX0" y="connsiteY0"/>
                  </a:cxn>
                  <a:cxn ang="0">
                    <a:pos x="connsiteX1" y="connsiteY1"/>
                  </a:cxn>
                  <a:cxn ang="0">
                    <a:pos x="connsiteX2" y="connsiteY2"/>
                  </a:cxn>
                  <a:cxn ang="0">
                    <a:pos x="connsiteX3" y="connsiteY3"/>
                  </a:cxn>
                </a:cxnLst>
                <a:rect l="l" t="t" r="r" b="b"/>
                <a:pathLst>
                  <a:path w="257018" h="169196">
                    <a:moveTo>
                      <a:pt x="256971" y="154287"/>
                    </a:moveTo>
                    <a:lnTo>
                      <a:pt x="-48" y="169272"/>
                    </a:lnTo>
                    <a:lnTo>
                      <a:pt x="-48" y="15060"/>
                    </a:lnTo>
                    <a:lnTo>
                      <a:pt x="256971" y="75"/>
                    </a:lnTo>
                    <a:close/>
                  </a:path>
                </a:pathLst>
              </a:custGeom>
              <a:solidFill>
                <a:srgbClr val="FF3434"/>
              </a:solidFill>
              <a:ln w="332"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6905C7DD-40CD-CFBE-BECC-D77EFB6CCE2A}"/>
                  </a:ext>
                </a:extLst>
              </p:cNvPr>
              <p:cNvSpPr/>
              <p:nvPr/>
            </p:nvSpPr>
            <p:spPr>
              <a:xfrm>
                <a:off x="7864168" y="3951696"/>
                <a:ext cx="196851" cy="111796"/>
              </a:xfrm>
              <a:custGeom>
                <a:avLst/>
                <a:gdLst>
                  <a:gd name="connsiteX0" fmla="*/ 15796 w 196851"/>
                  <a:gd name="connsiteY0" fmla="*/ 29627 h 111796"/>
                  <a:gd name="connsiteX1" fmla="*/ 1018 w 196851"/>
                  <a:gd name="connsiteY1" fmla="*/ 28343 h 111796"/>
                  <a:gd name="connsiteX2" fmla="*/ 348 w 196851"/>
                  <a:gd name="connsiteY2" fmla="*/ 27377 h 111796"/>
                  <a:gd name="connsiteX3" fmla="*/ 376 w 196851"/>
                  <a:gd name="connsiteY3" fmla="*/ 27263 h 111796"/>
                  <a:gd name="connsiteX4" fmla="*/ 376 w 196851"/>
                  <a:gd name="connsiteY4" fmla="*/ 12702 h 111796"/>
                  <a:gd name="connsiteX5" fmla="*/ 490 w 196851"/>
                  <a:gd name="connsiteY5" fmla="*/ 12485 h 111796"/>
                  <a:gd name="connsiteX6" fmla="*/ 594 w 196851"/>
                  <a:gd name="connsiteY6" fmla="*/ 12278 h 111796"/>
                  <a:gd name="connsiteX7" fmla="*/ 7013 w 196851"/>
                  <a:gd name="connsiteY7" fmla="*/ 12920 h 111796"/>
                  <a:gd name="connsiteX8" fmla="*/ 21532 w 196851"/>
                  <a:gd name="connsiteY8" fmla="*/ 14335 h 111796"/>
                  <a:gd name="connsiteX9" fmla="*/ 22654 w 196851"/>
                  <a:gd name="connsiteY9" fmla="*/ 14411 h 111796"/>
                  <a:gd name="connsiteX10" fmla="*/ 28521 w 196851"/>
                  <a:gd name="connsiteY10" fmla="*/ 14953 h 111796"/>
                  <a:gd name="connsiteX11" fmla="*/ 34405 w 196851"/>
                  <a:gd name="connsiteY11" fmla="*/ 15491 h 111796"/>
                  <a:gd name="connsiteX12" fmla="*/ 35485 w 196851"/>
                  <a:gd name="connsiteY12" fmla="*/ 16340 h 111796"/>
                  <a:gd name="connsiteX13" fmla="*/ 35485 w 196851"/>
                  <a:gd name="connsiteY13" fmla="*/ 30911 h 111796"/>
                  <a:gd name="connsiteX14" fmla="*/ 35268 w 196851"/>
                  <a:gd name="connsiteY14" fmla="*/ 31335 h 111796"/>
                  <a:gd name="connsiteX15" fmla="*/ 28200 w 196851"/>
                  <a:gd name="connsiteY15" fmla="*/ 30693 h 111796"/>
                  <a:gd name="connsiteX16" fmla="*/ 15776 w 196851"/>
                  <a:gd name="connsiteY16" fmla="*/ 29627 h 111796"/>
                  <a:gd name="connsiteX17" fmla="*/ 27158 w 196851"/>
                  <a:gd name="connsiteY17" fmla="*/ 41192 h 111796"/>
                  <a:gd name="connsiteX18" fmla="*/ 34226 w 196851"/>
                  <a:gd name="connsiteY18" fmla="*/ 41834 h 111796"/>
                  <a:gd name="connsiteX19" fmla="*/ 35292 w 196851"/>
                  <a:gd name="connsiteY19" fmla="*/ 42683 h 111796"/>
                  <a:gd name="connsiteX20" fmla="*/ 35292 w 196851"/>
                  <a:gd name="connsiteY20" fmla="*/ 57036 h 111796"/>
                  <a:gd name="connsiteX21" fmla="*/ 35188 w 196851"/>
                  <a:gd name="connsiteY21" fmla="*/ 57357 h 111796"/>
                  <a:gd name="connsiteX22" fmla="*/ 35071 w 196851"/>
                  <a:gd name="connsiteY22" fmla="*/ 57681 h 111796"/>
                  <a:gd name="connsiteX23" fmla="*/ -48 w 196851"/>
                  <a:gd name="connsiteY23" fmla="*/ 54468 h 111796"/>
                  <a:gd name="connsiteX24" fmla="*/ -48 w 196851"/>
                  <a:gd name="connsiteY24" fmla="*/ 38828 h 111796"/>
                  <a:gd name="connsiteX25" fmla="*/ 3586 w 196851"/>
                  <a:gd name="connsiteY25" fmla="*/ 39045 h 111796"/>
                  <a:gd name="connsiteX26" fmla="*/ 15372 w 196851"/>
                  <a:gd name="connsiteY26" fmla="*/ 40115 h 111796"/>
                  <a:gd name="connsiteX27" fmla="*/ 27158 w 196851"/>
                  <a:gd name="connsiteY27" fmla="*/ 41192 h 111796"/>
                  <a:gd name="connsiteX28" fmla="*/ 111973 w 196851"/>
                  <a:gd name="connsiteY28" fmla="*/ 86171 h 111796"/>
                  <a:gd name="connsiteX29" fmla="*/ 113464 w 196851"/>
                  <a:gd name="connsiteY29" fmla="*/ 85091 h 111796"/>
                  <a:gd name="connsiteX30" fmla="*/ 119676 w 196851"/>
                  <a:gd name="connsiteY30" fmla="*/ 84821 h 111796"/>
                  <a:gd name="connsiteX31" fmla="*/ 130803 w 196851"/>
                  <a:gd name="connsiteY31" fmla="*/ 84449 h 111796"/>
                  <a:gd name="connsiteX32" fmla="*/ 131448 w 196851"/>
                  <a:gd name="connsiteY32" fmla="*/ 84449 h 111796"/>
                  <a:gd name="connsiteX33" fmla="*/ 131024 w 196851"/>
                  <a:gd name="connsiteY33" fmla="*/ 85349 h 111796"/>
                  <a:gd name="connsiteX34" fmla="*/ 130803 w 196851"/>
                  <a:gd name="connsiteY34" fmla="*/ 85733 h 111796"/>
                  <a:gd name="connsiteX35" fmla="*/ 123852 w 196851"/>
                  <a:gd name="connsiteY35" fmla="*/ 97297 h 111796"/>
                  <a:gd name="connsiteX36" fmla="*/ 116888 w 196851"/>
                  <a:gd name="connsiteY36" fmla="*/ 108866 h 111796"/>
                  <a:gd name="connsiteX37" fmla="*/ 114959 w 196851"/>
                  <a:gd name="connsiteY37" fmla="*/ 109946 h 111796"/>
                  <a:gd name="connsiteX38" fmla="*/ 106710 w 196851"/>
                  <a:gd name="connsiteY38" fmla="*/ 110370 h 111796"/>
                  <a:gd name="connsiteX39" fmla="*/ 98472 w 196851"/>
                  <a:gd name="connsiteY39" fmla="*/ 110792 h 111796"/>
                  <a:gd name="connsiteX40" fmla="*/ 97192 w 196851"/>
                  <a:gd name="connsiteY40" fmla="*/ 110792 h 111796"/>
                  <a:gd name="connsiteX41" fmla="*/ 97620 w 196851"/>
                  <a:gd name="connsiteY41" fmla="*/ 109894 h 111796"/>
                  <a:gd name="connsiteX42" fmla="*/ 111973 w 196851"/>
                  <a:gd name="connsiteY42" fmla="*/ 86171 h 111796"/>
                  <a:gd name="connsiteX43" fmla="*/ 74062 w 196851"/>
                  <a:gd name="connsiteY43" fmla="*/ 87237 h 111796"/>
                  <a:gd name="connsiteX44" fmla="*/ 75553 w 196851"/>
                  <a:gd name="connsiteY44" fmla="*/ 88097 h 111796"/>
                  <a:gd name="connsiteX45" fmla="*/ 89907 w 196851"/>
                  <a:gd name="connsiteY45" fmla="*/ 109946 h 111796"/>
                  <a:gd name="connsiteX46" fmla="*/ 90166 w 196851"/>
                  <a:gd name="connsiteY46" fmla="*/ 110395 h 111796"/>
                  <a:gd name="connsiteX47" fmla="*/ 90331 w 196851"/>
                  <a:gd name="connsiteY47" fmla="*/ 110792 h 111796"/>
                  <a:gd name="connsiteX48" fmla="*/ 89689 w 196851"/>
                  <a:gd name="connsiteY48" fmla="*/ 110909 h 111796"/>
                  <a:gd name="connsiteX49" fmla="*/ 89047 w 196851"/>
                  <a:gd name="connsiteY49" fmla="*/ 111012 h 111796"/>
                  <a:gd name="connsiteX50" fmla="*/ 72340 w 196851"/>
                  <a:gd name="connsiteY50" fmla="*/ 111872 h 111796"/>
                  <a:gd name="connsiteX51" fmla="*/ 70849 w 196851"/>
                  <a:gd name="connsiteY51" fmla="*/ 111230 h 111796"/>
                  <a:gd name="connsiteX52" fmla="*/ 66635 w 196851"/>
                  <a:gd name="connsiteY52" fmla="*/ 104855 h 111796"/>
                  <a:gd name="connsiteX53" fmla="*/ 56282 w 196851"/>
                  <a:gd name="connsiteY53" fmla="*/ 88946 h 111796"/>
                  <a:gd name="connsiteX54" fmla="*/ 56023 w 196851"/>
                  <a:gd name="connsiteY54" fmla="*/ 88511 h 111796"/>
                  <a:gd name="connsiteX55" fmla="*/ 55857 w 196851"/>
                  <a:gd name="connsiteY55" fmla="*/ 88097 h 111796"/>
                  <a:gd name="connsiteX56" fmla="*/ 62070 w 196851"/>
                  <a:gd name="connsiteY56" fmla="*/ 87662 h 111796"/>
                  <a:gd name="connsiteX57" fmla="*/ 73483 w 196851"/>
                  <a:gd name="connsiteY57" fmla="*/ 87275 h 111796"/>
                  <a:gd name="connsiteX58" fmla="*/ 180724 w 196851"/>
                  <a:gd name="connsiteY58" fmla="*/ 81674 h 111796"/>
                  <a:gd name="connsiteX59" fmla="*/ 181791 w 196851"/>
                  <a:gd name="connsiteY59" fmla="*/ 82316 h 111796"/>
                  <a:gd name="connsiteX60" fmla="*/ 196351 w 196851"/>
                  <a:gd name="connsiteY60" fmla="*/ 104804 h 111796"/>
                  <a:gd name="connsiteX61" fmla="*/ 196568 w 196851"/>
                  <a:gd name="connsiteY61" fmla="*/ 105446 h 111796"/>
                  <a:gd name="connsiteX62" fmla="*/ 188217 w 196851"/>
                  <a:gd name="connsiteY62" fmla="*/ 105870 h 111796"/>
                  <a:gd name="connsiteX63" fmla="*/ 178578 w 196851"/>
                  <a:gd name="connsiteY63" fmla="*/ 106295 h 111796"/>
                  <a:gd name="connsiteX64" fmla="*/ 177076 w 196851"/>
                  <a:gd name="connsiteY64" fmla="*/ 105653 h 111796"/>
                  <a:gd name="connsiteX65" fmla="*/ 169801 w 196851"/>
                  <a:gd name="connsiteY65" fmla="*/ 94409 h 111796"/>
                  <a:gd name="connsiteX66" fmla="*/ 162516 w 196851"/>
                  <a:gd name="connsiteY66" fmla="*/ 83165 h 111796"/>
                  <a:gd name="connsiteX67" fmla="*/ 162516 w 196851"/>
                  <a:gd name="connsiteY67" fmla="*/ 83010 h 111796"/>
                  <a:gd name="connsiteX68" fmla="*/ 162298 w 196851"/>
                  <a:gd name="connsiteY68" fmla="*/ 82520 h 111796"/>
                  <a:gd name="connsiteX69" fmla="*/ 164814 w 196851"/>
                  <a:gd name="connsiteY69" fmla="*/ 82419 h 111796"/>
                  <a:gd name="connsiteX70" fmla="*/ 167013 w 196851"/>
                  <a:gd name="connsiteY70" fmla="*/ 82316 h 111796"/>
                  <a:gd name="connsiteX71" fmla="*/ 97206 w 196851"/>
                  <a:gd name="connsiteY71" fmla="*/ 60470 h 111796"/>
                  <a:gd name="connsiteX72" fmla="*/ 97206 w 196851"/>
                  <a:gd name="connsiteY72" fmla="*/ 57257 h 111796"/>
                  <a:gd name="connsiteX73" fmla="*/ 96567 w 196851"/>
                  <a:gd name="connsiteY73" fmla="*/ 47400 h 111796"/>
                  <a:gd name="connsiteX74" fmla="*/ 98055 w 196851"/>
                  <a:gd name="connsiteY74" fmla="*/ 45692 h 111796"/>
                  <a:gd name="connsiteX75" fmla="*/ 123117 w 196851"/>
                  <a:gd name="connsiteY75" fmla="*/ 39266 h 111796"/>
                  <a:gd name="connsiteX76" fmla="*/ 123669 w 196851"/>
                  <a:gd name="connsiteY76" fmla="*/ 39073 h 111796"/>
                  <a:gd name="connsiteX77" fmla="*/ 124180 w 196851"/>
                  <a:gd name="connsiteY77" fmla="*/ 38828 h 111796"/>
                  <a:gd name="connsiteX78" fmla="*/ 111549 w 196851"/>
                  <a:gd name="connsiteY78" fmla="*/ 31553 h 111796"/>
                  <a:gd name="connsiteX79" fmla="*/ 103363 w 196851"/>
                  <a:gd name="connsiteY79" fmla="*/ 26031 h 111796"/>
                  <a:gd name="connsiteX80" fmla="*/ 99342 w 196851"/>
                  <a:gd name="connsiteY80" fmla="*/ 23204 h 111796"/>
                  <a:gd name="connsiteX81" fmla="*/ 99984 w 196851"/>
                  <a:gd name="connsiteY81" fmla="*/ 22124 h 111796"/>
                  <a:gd name="connsiteX82" fmla="*/ 106731 w 196851"/>
                  <a:gd name="connsiteY82" fmla="*/ 11639 h 111796"/>
                  <a:gd name="connsiteX83" fmla="*/ 113478 w 196851"/>
                  <a:gd name="connsiteY83" fmla="*/ 1141 h 111796"/>
                  <a:gd name="connsiteX84" fmla="*/ 115842 w 196851"/>
                  <a:gd name="connsiteY84" fmla="*/ 278 h 111796"/>
                  <a:gd name="connsiteX85" fmla="*/ 122151 w 196851"/>
                  <a:gd name="connsiteY85" fmla="*/ 2849 h 111796"/>
                  <a:gd name="connsiteX86" fmla="*/ 128473 w 196851"/>
                  <a:gd name="connsiteY86" fmla="*/ 5420 h 111796"/>
                  <a:gd name="connsiteX87" fmla="*/ 130403 w 196851"/>
                  <a:gd name="connsiteY87" fmla="*/ 5855 h 111796"/>
                  <a:gd name="connsiteX88" fmla="*/ 145719 w 196851"/>
                  <a:gd name="connsiteY88" fmla="*/ 4996 h 111796"/>
                  <a:gd name="connsiteX89" fmla="*/ 161025 w 196851"/>
                  <a:gd name="connsiteY89" fmla="*/ 4133 h 111796"/>
                  <a:gd name="connsiteX90" fmla="*/ 169932 w 196851"/>
                  <a:gd name="connsiteY90" fmla="*/ 3698 h 111796"/>
                  <a:gd name="connsiteX91" fmla="*/ 178157 w 196851"/>
                  <a:gd name="connsiteY91" fmla="*/ 3284 h 111796"/>
                  <a:gd name="connsiteX92" fmla="*/ 189514 w 196851"/>
                  <a:gd name="connsiteY92" fmla="*/ 2642 h 111796"/>
                  <a:gd name="connsiteX93" fmla="*/ 191019 w 196851"/>
                  <a:gd name="connsiteY93" fmla="*/ 3930 h 111796"/>
                  <a:gd name="connsiteX94" fmla="*/ 191019 w 196851"/>
                  <a:gd name="connsiteY94" fmla="*/ 17617 h 111796"/>
                  <a:gd name="connsiteX95" fmla="*/ 190160 w 196851"/>
                  <a:gd name="connsiteY95" fmla="*/ 19763 h 111796"/>
                  <a:gd name="connsiteX96" fmla="*/ 169598 w 196851"/>
                  <a:gd name="connsiteY96" fmla="*/ 35183 h 111796"/>
                  <a:gd name="connsiteX97" fmla="*/ 168093 w 196851"/>
                  <a:gd name="connsiteY97" fmla="*/ 36046 h 111796"/>
                  <a:gd name="connsiteX98" fmla="*/ 173004 w 196851"/>
                  <a:gd name="connsiteY98" fmla="*/ 36919 h 111796"/>
                  <a:gd name="connsiteX99" fmla="*/ 176241 w 196851"/>
                  <a:gd name="connsiteY99" fmla="*/ 37537 h 111796"/>
                  <a:gd name="connsiteX100" fmla="*/ 178270 w 196851"/>
                  <a:gd name="connsiteY100" fmla="*/ 37806 h 111796"/>
                  <a:gd name="connsiteX101" fmla="*/ 195723 w 196851"/>
                  <a:gd name="connsiteY101" fmla="*/ 40326 h 111796"/>
                  <a:gd name="connsiteX102" fmla="*/ 196803 w 196851"/>
                  <a:gd name="connsiteY102" fmla="*/ 41185 h 111796"/>
                  <a:gd name="connsiteX103" fmla="*/ 196803 w 196851"/>
                  <a:gd name="connsiteY103" fmla="*/ 55103 h 111796"/>
                  <a:gd name="connsiteX104" fmla="*/ 196582 w 196851"/>
                  <a:gd name="connsiteY104" fmla="*/ 55321 h 111796"/>
                  <a:gd name="connsiteX105" fmla="*/ 193590 w 196851"/>
                  <a:gd name="connsiteY105" fmla="*/ 55103 h 111796"/>
                  <a:gd name="connsiteX106" fmla="*/ 158250 w 196851"/>
                  <a:gd name="connsiteY106" fmla="*/ 49102 h 111796"/>
                  <a:gd name="connsiteX107" fmla="*/ 152891 w 196851"/>
                  <a:gd name="connsiteY107" fmla="*/ 47721 h 111796"/>
                  <a:gd name="connsiteX108" fmla="*/ 147531 w 196851"/>
                  <a:gd name="connsiteY108" fmla="*/ 46341 h 111796"/>
                  <a:gd name="connsiteX109" fmla="*/ 145605 w 196851"/>
                  <a:gd name="connsiteY109" fmla="*/ 46548 h 111796"/>
                  <a:gd name="connsiteX110" fmla="*/ 98493 w 196851"/>
                  <a:gd name="connsiteY110" fmla="*/ 60260 h 111796"/>
                  <a:gd name="connsiteX111" fmla="*/ 97206 w 196851"/>
                  <a:gd name="connsiteY111" fmla="*/ 60480 h 111796"/>
                  <a:gd name="connsiteX112" fmla="*/ 123500 w 196851"/>
                  <a:gd name="connsiteY112" fmla="*/ 20412 h 111796"/>
                  <a:gd name="connsiteX113" fmla="*/ 123756 w 196851"/>
                  <a:gd name="connsiteY113" fmla="*/ 20619 h 111796"/>
                  <a:gd name="connsiteX114" fmla="*/ 146668 w 196851"/>
                  <a:gd name="connsiteY114" fmla="*/ 30462 h 111796"/>
                  <a:gd name="connsiteX115" fmla="*/ 148159 w 196851"/>
                  <a:gd name="connsiteY115" fmla="*/ 30255 h 111796"/>
                  <a:gd name="connsiteX116" fmla="*/ 151707 w 196851"/>
                  <a:gd name="connsiteY116" fmla="*/ 28495 h 111796"/>
                  <a:gd name="connsiteX117" fmla="*/ 162516 w 196851"/>
                  <a:gd name="connsiteY117" fmla="*/ 22973 h 111796"/>
                  <a:gd name="connsiteX118" fmla="*/ 170226 w 196851"/>
                  <a:gd name="connsiteY118" fmla="*/ 18259 h 111796"/>
                  <a:gd name="connsiteX119" fmla="*/ 170032 w 196851"/>
                  <a:gd name="connsiteY119" fmla="*/ 18024 h 111796"/>
                  <a:gd name="connsiteX120" fmla="*/ 170005 w 196851"/>
                  <a:gd name="connsiteY120" fmla="*/ 17834 h 111796"/>
                  <a:gd name="connsiteX121" fmla="*/ 125633 w 196851"/>
                  <a:gd name="connsiteY121" fmla="*/ 20057 h 111796"/>
                  <a:gd name="connsiteX122" fmla="*/ 123321 w 196851"/>
                  <a:gd name="connsiteY122" fmla="*/ 20185 h 111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96851" h="111796">
                    <a:moveTo>
                      <a:pt x="15796" y="29627"/>
                    </a:moveTo>
                    <a:lnTo>
                      <a:pt x="1018" y="28343"/>
                    </a:lnTo>
                    <a:cubicBezTo>
                      <a:pt x="566" y="28262"/>
                      <a:pt x="266" y="27829"/>
                      <a:pt x="348" y="27377"/>
                    </a:cubicBezTo>
                    <a:cubicBezTo>
                      <a:pt x="354" y="27338"/>
                      <a:pt x="364" y="27300"/>
                      <a:pt x="376" y="27263"/>
                    </a:cubicBezTo>
                    <a:lnTo>
                      <a:pt x="376" y="12702"/>
                    </a:lnTo>
                    <a:cubicBezTo>
                      <a:pt x="382" y="12617"/>
                      <a:pt x="423" y="12538"/>
                      <a:pt x="490" y="12485"/>
                    </a:cubicBezTo>
                    <a:cubicBezTo>
                      <a:pt x="554" y="12435"/>
                      <a:pt x="593" y="12359"/>
                      <a:pt x="594" y="12278"/>
                    </a:cubicBezTo>
                    <a:lnTo>
                      <a:pt x="7013" y="12920"/>
                    </a:lnTo>
                    <a:cubicBezTo>
                      <a:pt x="11793" y="13510"/>
                      <a:pt x="16742" y="13921"/>
                      <a:pt x="21532" y="14335"/>
                    </a:cubicBezTo>
                    <a:lnTo>
                      <a:pt x="22654" y="14411"/>
                    </a:lnTo>
                    <a:cubicBezTo>
                      <a:pt x="24580" y="14632"/>
                      <a:pt x="26561" y="14797"/>
                      <a:pt x="28521" y="14953"/>
                    </a:cubicBezTo>
                    <a:cubicBezTo>
                      <a:pt x="30481" y="15108"/>
                      <a:pt x="32479" y="15270"/>
                      <a:pt x="34405" y="15491"/>
                    </a:cubicBezTo>
                    <a:cubicBezTo>
                      <a:pt x="35047" y="15491"/>
                      <a:pt x="35485" y="15491"/>
                      <a:pt x="35485" y="16340"/>
                    </a:cubicBezTo>
                    <a:lnTo>
                      <a:pt x="35485" y="30911"/>
                    </a:lnTo>
                    <a:cubicBezTo>
                      <a:pt x="35367" y="31023"/>
                      <a:pt x="35290" y="31173"/>
                      <a:pt x="35268" y="31335"/>
                    </a:cubicBezTo>
                    <a:lnTo>
                      <a:pt x="28200" y="30693"/>
                    </a:lnTo>
                    <a:cubicBezTo>
                      <a:pt x="24124" y="30476"/>
                      <a:pt x="19845" y="30051"/>
                      <a:pt x="15776" y="29627"/>
                    </a:cubicBezTo>
                    <a:close/>
                    <a:moveTo>
                      <a:pt x="27158" y="41192"/>
                    </a:moveTo>
                    <a:lnTo>
                      <a:pt x="34226" y="41834"/>
                    </a:lnTo>
                    <a:cubicBezTo>
                      <a:pt x="34867" y="41834"/>
                      <a:pt x="35509" y="42041"/>
                      <a:pt x="35292" y="42683"/>
                    </a:cubicBezTo>
                    <a:lnTo>
                      <a:pt x="35292" y="57036"/>
                    </a:lnTo>
                    <a:cubicBezTo>
                      <a:pt x="35282" y="57150"/>
                      <a:pt x="35247" y="57259"/>
                      <a:pt x="35188" y="57357"/>
                    </a:cubicBezTo>
                    <a:cubicBezTo>
                      <a:pt x="35128" y="57456"/>
                      <a:pt x="35088" y="57567"/>
                      <a:pt x="35071" y="57681"/>
                    </a:cubicBezTo>
                    <a:cubicBezTo>
                      <a:pt x="23365" y="56619"/>
                      <a:pt x="11658" y="55548"/>
                      <a:pt x="-48" y="54468"/>
                    </a:cubicBezTo>
                    <a:lnTo>
                      <a:pt x="-48" y="38828"/>
                    </a:lnTo>
                    <a:cubicBezTo>
                      <a:pt x="1168" y="38792"/>
                      <a:pt x="2384" y="38865"/>
                      <a:pt x="3586" y="39045"/>
                    </a:cubicBezTo>
                    <a:cubicBezTo>
                      <a:pt x="7558" y="39370"/>
                      <a:pt x="11465" y="39735"/>
                      <a:pt x="15372" y="40115"/>
                    </a:cubicBezTo>
                    <a:cubicBezTo>
                      <a:pt x="19279" y="40495"/>
                      <a:pt x="23185" y="40871"/>
                      <a:pt x="27158" y="41192"/>
                    </a:cubicBezTo>
                    <a:close/>
                    <a:moveTo>
                      <a:pt x="111973" y="86171"/>
                    </a:moveTo>
                    <a:cubicBezTo>
                      <a:pt x="112177" y="85733"/>
                      <a:pt x="113040" y="85091"/>
                      <a:pt x="113464" y="85091"/>
                    </a:cubicBezTo>
                    <a:cubicBezTo>
                      <a:pt x="115570" y="85029"/>
                      <a:pt x="117640" y="84925"/>
                      <a:pt x="119676" y="84821"/>
                    </a:cubicBezTo>
                    <a:cubicBezTo>
                      <a:pt x="123473" y="84628"/>
                      <a:pt x="127193" y="84449"/>
                      <a:pt x="130803" y="84449"/>
                    </a:cubicBezTo>
                    <a:lnTo>
                      <a:pt x="131448" y="84449"/>
                    </a:lnTo>
                    <a:cubicBezTo>
                      <a:pt x="131353" y="84769"/>
                      <a:pt x="131210" y="85072"/>
                      <a:pt x="131024" y="85349"/>
                    </a:cubicBezTo>
                    <a:lnTo>
                      <a:pt x="130803" y="85733"/>
                    </a:lnTo>
                    <a:cubicBezTo>
                      <a:pt x="128453" y="89588"/>
                      <a:pt x="126154" y="93446"/>
                      <a:pt x="123852" y="97297"/>
                    </a:cubicBezTo>
                    <a:cubicBezTo>
                      <a:pt x="121550" y="101149"/>
                      <a:pt x="119238" y="105011"/>
                      <a:pt x="116888" y="108866"/>
                    </a:cubicBezTo>
                    <a:cubicBezTo>
                      <a:pt x="116478" y="109538"/>
                      <a:pt x="115746" y="109948"/>
                      <a:pt x="114959" y="109946"/>
                    </a:cubicBezTo>
                    <a:cubicBezTo>
                      <a:pt x="112170" y="110049"/>
                      <a:pt x="109437" y="110201"/>
                      <a:pt x="106710" y="110370"/>
                    </a:cubicBezTo>
                    <a:cubicBezTo>
                      <a:pt x="103984" y="110540"/>
                      <a:pt x="101247" y="110691"/>
                      <a:pt x="98472" y="110792"/>
                    </a:cubicBezTo>
                    <a:lnTo>
                      <a:pt x="97192" y="110792"/>
                    </a:lnTo>
                    <a:cubicBezTo>
                      <a:pt x="97291" y="110473"/>
                      <a:pt x="97435" y="110171"/>
                      <a:pt x="97620" y="109894"/>
                    </a:cubicBezTo>
                    <a:cubicBezTo>
                      <a:pt x="102353" y="101957"/>
                      <a:pt x="107137" y="94049"/>
                      <a:pt x="111973" y="86171"/>
                    </a:cubicBezTo>
                    <a:close/>
                    <a:moveTo>
                      <a:pt x="74062" y="87237"/>
                    </a:moveTo>
                    <a:cubicBezTo>
                      <a:pt x="74487" y="87237"/>
                      <a:pt x="75129" y="87662"/>
                      <a:pt x="75553" y="88097"/>
                    </a:cubicBezTo>
                    <a:cubicBezTo>
                      <a:pt x="80271" y="95372"/>
                      <a:pt x="84985" y="102657"/>
                      <a:pt x="89907" y="109946"/>
                    </a:cubicBezTo>
                    <a:cubicBezTo>
                      <a:pt x="90026" y="110074"/>
                      <a:pt x="90114" y="110228"/>
                      <a:pt x="90166" y="110395"/>
                    </a:cubicBezTo>
                    <a:lnTo>
                      <a:pt x="90331" y="110792"/>
                    </a:lnTo>
                    <a:cubicBezTo>
                      <a:pt x="90113" y="110806"/>
                      <a:pt x="89898" y="110846"/>
                      <a:pt x="89689" y="110909"/>
                    </a:cubicBezTo>
                    <a:cubicBezTo>
                      <a:pt x="89480" y="110969"/>
                      <a:pt x="89265" y="111004"/>
                      <a:pt x="89047" y="111012"/>
                    </a:cubicBezTo>
                    <a:cubicBezTo>
                      <a:pt x="83481" y="111437"/>
                      <a:pt x="77917" y="111654"/>
                      <a:pt x="72340" y="111872"/>
                    </a:cubicBezTo>
                    <a:cubicBezTo>
                      <a:pt x="71916" y="111872"/>
                      <a:pt x="71056" y="111654"/>
                      <a:pt x="70849" y="111230"/>
                    </a:cubicBezTo>
                    <a:lnTo>
                      <a:pt x="66635" y="104855"/>
                    </a:lnTo>
                    <a:cubicBezTo>
                      <a:pt x="63126" y="99561"/>
                      <a:pt x="59657" y="94319"/>
                      <a:pt x="56282" y="88946"/>
                    </a:cubicBezTo>
                    <a:cubicBezTo>
                      <a:pt x="56165" y="88821"/>
                      <a:pt x="56077" y="88673"/>
                      <a:pt x="56023" y="88511"/>
                    </a:cubicBezTo>
                    <a:cubicBezTo>
                      <a:pt x="55980" y="88368"/>
                      <a:pt x="55925" y="88229"/>
                      <a:pt x="55857" y="88097"/>
                    </a:cubicBezTo>
                    <a:cubicBezTo>
                      <a:pt x="58001" y="87879"/>
                      <a:pt x="60137" y="87662"/>
                      <a:pt x="62070" y="87662"/>
                    </a:cubicBezTo>
                    <a:cubicBezTo>
                      <a:pt x="65952" y="87662"/>
                      <a:pt x="69628" y="87469"/>
                      <a:pt x="73483" y="87275"/>
                    </a:cubicBezTo>
                    <a:close/>
                    <a:moveTo>
                      <a:pt x="180724" y="81674"/>
                    </a:moveTo>
                    <a:cubicBezTo>
                      <a:pt x="181149" y="81674"/>
                      <a:pt x="181573" y="82095"/>
                      <a:pt x="181791" y="82316"/>
                    </a:cubicBezTo>
                    <a:cubicBezTo>
                      <a:pt x="186712" y="89808"/>
                      <a:pt x="191647" y="97297"/>
                      <a:pt x="196351" y="104804"/>
                    </a:cubicBezTo>
                    <a:cubicBezTo>
                      <a:pt x="196323" y="105039"/>
                      <a:pt x="196403" y="105276"/>
                      <a:pt x="196568" y="105446"/>
                    </a:cubicBezTo>
                    <a:cubicBezTo>
                      <a:pt x="193782" y="105480"/>
                      <a:pt x="190998" y="105622"/>
                      <a:pt x="188217" y="105870"/>
                    </a:cubicBezTo>
                    <a:cubicBezTo>
                      <a:pt x="185004" y="106091"/>
                      <a:pt x="181791" y="106295"/>
                      <a:pt x="178578" y="106295"/>
                    </a:cubicBezTo>
                    <a:cubicBezTo>
                      <a:pt x="178157" y="106295"/>
                      <a:pt x="177294" y="106091"/>
                      <a:pt x="177076" y="105653"/>
                    </a:cubicBezTo>
                    <a:cubicBezTo>
                      <a:pt x="174624" y="101912"/>
                      <a:pt x="172199" y="98164"/>
                      <a:pt x="169801" y="94409"/>
                    </a:cubicBezTo>
                    <a:cubicBezTo>
                      <a:pt x="167385" y="90668"/>
                      <a:pt x="164970" y="86916"/>
                      <a:pt x="162516" y="83165"/>
                    </a:cubicBezTo>
                    <a:lnTo>
                      <a:pt x="162516" y="83010"/>
                    </a:lnTo>
                    <a:cubicBezTo>
                      <a:pt x="162464" y="82838"/>
                      <a:pt x="162391" y="82673"/>
                      <a:pt x="162298" y="82520"/>
                    </a:cubicBezTo>
                    <a:cubicBezTo>
                      <a:pt x="163196" y="82520"/>
                      <a:pt x="164024" y="82471"/>
                      <a:pt x="164814" y="82419"/>
                    </a:cubicBezTo>
                    <a:cubicBezTo>
                      <a:pt x="165560" y="82354"/>
                      <a:pt x="166295" y="82316"/>
                      <a:pt x="167013" y="82316"/>
                    </a:cubicBezTo>
                    <a:close/>
                    <a:moveTo>
                      <a:pt x="97206" y="60470"/>
                    </a:moveTo>
                    <a:lnTo>
                      <a:pt x="97206" y="57257"/>
                    </a:lnTo>
                    <a:cubicBezTo>
                      <a:pt x="97206" y="53827"/>
                      <a:pt x="97206" y="50393"/>
                      <a:pt x="96567" y="47400"/>
                    </a:cubicBezTo>
                    <a:cubicBezTo>
                      <a:pt x="96567" y="46331"/>
                      <a:pt x="96988" y="45896"/>
                      <a:pt x="98055" y="45692"/>
                    </a:cubicBezTo>
                    <a:lnTo>
                      <a:pt x="123117" y="39266"/>
                    </a:lnTo>
                    <a:cubicBezTo>
                      <a:pt x="123294" y="39183"/>
                      <a:pt x="123479" y="39118"/>
                      <a:pt x="123669" y="39073"/>
                    </a:cubicBezTo>
                    <a:cubicBezTo>
                      <a:pt x="123857" y="39032"/>
                      <a:pt x="124031" y="38949"/>
                      <a:pt x="124180" y="38828"/>
                    </a:cubicBezTo>
                    <a:cubicBezTo>
                      <a:pt x="119904" y="36478"/>
                      <a:pt x="115621" y="34124"/>
                      <a:pt x="111549" y="31553"/>
                    </a:cubicBezTo>
                    <a:cubicBezTo>
                      <a:pt x="108747" y="29825"/>
                      <a:pt x="106018" y="27984"/>
                      <a:pt x="103363" y="26031"/>
                    </a:cubicBezTo>
                    <a:cubicBezTo>
                      <a:pt x="102038" y="25082"/>
                      <a:pt x="100702" y="24129"/>
                      <a:pt x="99342" y="23204"/>
                    </a:cubicBezTo>
                    <a:cubicBezTo>
                      <a:pt x="99512" y="22820"/>
                      <a:pt x="99727" y="22457"/>
                      <a:pt x="99984" y="22124"/>
                    </a:cubicBezTo>
                    <a:cubicBezTo>
                      <a:pt x="102231" y="18590"/>
                      <a:pt x="104471" y="15122"/>
                      <a:pt x="106731" y="11639"/>
                    </a:cubicBezTo>
                    <a:cubicBezTo>
                      <a:pt x="108992" y="8157"/>
                      <a:pt x="111218" y="4675"/>
                      <a:pt x="113478" y="1141"/>
                    </a:cubicBezTo>
                    <a:cubicBezTo>
                      <a:pt x="114120" y="71"/>
                      <a:pt x="114555" y="-146"/>
                      <a:pt x="115842" y="278"/>
                    </a:cubicBezTo>
                    <a:lnTo>
                      <a:pt x="122151" y="2849"/>
                    </a:lnTo>
                    <a:cubicBezTo>
                      <a:pt x="124246" y="3709"/>
                      <a:pt x="126327" y="4575"/>
                      <a:pt x="128473" y="5420"/>
                    </a:cubicBezTo>
                    <a:cubicBezTo>
                      <a:pt x="129089" y="5668"/>
                      <a:pt x="129740" y="5815"/>
                      <a:pt x="130403" y="5855"/>
                    </a:cubicBezTo>
                    <a:cubicBezTo>
                      <a:pt x="135541" y="5534"/>
                      <a:pt x="140632" y="5265"/>
                      <a:pt x="145719" y="4996"/>
                    </a:cubicBezTo>
                    <a:cubicBezTo>
                      <a:pt x="150806" y="4727"/>
                      <a:pt x="155886" y="4454"/>
                      <a:pt x="161025" y="4133"/>
                    </a:cubicBezTo>
                    <a:cubicBezTo>
                      <a:pt x="164007" y="4030"/>
                      <a:pt x="166975" y="3864"/>
                      <a:pt x="169932" y="3698"/>
                    </a:cubicBezTo>
                    <a:cubicBezTo>
                      <a:pt x="172693" y="3543"/>
                      <a:pt x="175454" y="3388"/>
                      <a:pt x="178157" y="3284"/>
                    </a:cubicBezTo>
                    <a:lnTo>
                      <a:pt x="189514" y="2642"/>
                    </a:lnTo>
                    <a:cubicBezTo>
                      <a:pt x="190802" y="2425"/>
                      <a:pt x="191019" y="2849"/>
                      <a:pt x="191019" y="3930"/>
                    </a:cubicBezTo>
                    <a:lnTo>
                      <a:pt x="191019" y="17617"/>
                    </a:lnTo>
                    <a:cubicBezTo>
                      <a:pt x="191060" y="18424"/>
                      <a:pt x="190746" y="19208"/>
                      <a:pt x="190160" y="19763"/>
                    </a:cubicBezTo>
                    <a:cubicBezTo>
                      <a:pt x="183975" y="25740"/>
                      <a:pt x="177067" y="30920"/>
                      <a:pt x="169598" y="35183"/>
                    </a:cubicBezTo>
                    <a:cubicBezTo>
                      <a:pt x="169076" y="35435"/>
                      <a:pt x="168574" y="35723"/>
                      <a:pt x="168093" y="36046"/>
                    </a:cubicBezTo>
                    <a:cubicBezTo>
                      <a:pt x="169853" y="36301"/>
                      <a:pt x="171447" y="36612"/>
                      <a:pt x="173004" y="36919"/>
                    </a:cubicBezTo>
                    <a:cubicBezTo>
                      <a:pt x="174094" y="37150"/>
                      <a:pt x="175161" y="37358"/>
                      <a:pt x="176241" y="37537"/>
                    </a:cubicBezTo>
                    <a:lnTo>
                      <a:pt x="178270" y="37806"/>
                    </a:lnTo>
                    <a:cubicBezTo>
                      <a:pt x="184055" y="38576"/>
                      <a:pt x="189966" y="39363"/>
                      <a:pt x="195723" y="40326"/>
                    </a:cubicBezTo>
                    <a:cubicBezTo>
                      <a:pt x="196161" y="40326"/>
                      <a:pt x="196803" y="40967"/>
                      <a:pt x="196803" y="41185"/>
                    </a:cubicBezTo>
                    <a:lnTo>
                      <a:pt x="196803" y="55103"/>
                    </a:lnTo>
                    <a:lnTo>
                      <a:pt x="196582" y="55321"/>
                    </a:lnTo>
                    <a:cubicBezTo>
                      <a:pt x="195580" y="55357"/>
                      <a:pt x="194577" y="55284"/>
                      <a:pt x="193590" y="55103"/>
                    </a:cubicBezTo>
                    <a:cubicBezTo>
                      <a:pt x="181587" y="53599"/>
                      <a:pt x="169815" y="51890"/>
                      <a:pt x="158250" y="49102"/>
                    </a:cubicBezTo>
                    <a:cubicBezTo>
                      <a:pt x="156425" y="48677"/>
                      <a:pt x="154651" y="48201"/>
                      <a:pt x="152891" y="47721"/>
                    </a:cubicBezTo>
                    <a:cubicBezTo>
                      <a:pt x="151130" y="47242"/>
                      <a:pt x="149325" y="46762"/>
                      <a:pt x="147531" y="46341"/>
                    </a:cubicBezTo>
                    <a:cubicBezTo>
                      <a:pt x="146882" y="46307"/>
                      <a:pt x="146232" y="46377"/>
                      <a:pt x="145605" y="46548"/>
                    </a:cubicBezTo>
                    <a:cubicBezTo>
                      <a:pt x="130420" y="52332"/>
                      <a:pt x="114545" y="56622"/>
                      <a:pt x="98493" y="60260"/>
                    </a:cubicBezTo>
                    <a:cubicBezTo>
                      <a:pt x="98089" y="60439"/>
                      <a:pt x="97647" y="60515"/>
                      <a:pt x="97206" y="60480"/>
                    </a:cubicBezTo>
                    <a:close/>
                    <a:moveTo>
                      <a:pt x="123500" y="20412"/>
                    </a:moveTo>
                    <a:cubicBezTo>
                      <a:pt x="123562" y="20540"/>
                      <a:pt x="123614" y="20619"/>
                      <a:pt x="123756" y="20619"/>
                    </a:cubicBezTo>
                    <a:cubicBezTo>
                      <a:pt x="131036" y="24676"/>
                      <a:pt x="138714" y="27973"/>
                      <a:pt x="146668" y="30462"/>
                    </a:cubicBezTo>
                    <a:cubicBezTo>
                      <a:pt x="147096" y="30680"/>
                      <a:pt x="147738" y="30462"/>
                      <a:pt x="148159" y="30255"/>
                    </a:cubicBezTo>
                    <a:lnTo>
                      <a:pt x="151707" y="28495"/>
                    </a:lnTo>
                    <a:cubicBezTo>
                      <a:pt x="155306" y="26711"/>
                      <a:pt x="158982" y="24899"/>
                      <a:pt x="162516" y="22973"/>
                    </a:cubicBezTo>
                    <a:cubicBezTo>
                      <a:pt x="165087" y="21689"/>
                      <a:pt x="167655" y="19977"/>
                      <a:pt x="170226" y="18259"/>
                    </a:cubicBezTo>
                    <a:cubicBezTo>
                      <a:pt x="170098" y="18128"/>
                      <a:pt x="170046" y="18090"/>
                      <a:pt x="170032" y="18024"/>
                    </a:cubicBezTo>
                    <a:cubicBezTo>
                      <a:pt x="170007" y="17964"/>
                      <a:pt x="169997" y="17899"/>
                      <a:pt x="170005" y="17834"/>
                    </a:cubicBezTo>
                    <a:cubicBezTo>
                      <a:pt x="155165" y="18449"/>
                      <a:pt x="140477" y="19246"/>
                      <a:pt x="125633" y="20057"/>
                    </a:cubicBezTo>
                    <a:lnTo>
                      <a:pt x="123321" y="20185"/>
                    </a:lnTo>
                    <a:close/>
                  </a:path>
                </a:pathLst>
              </a:custGeom>
              <a:solidFill>
                <a:srgbClr val="FFFFFF"/>
              </a:solidFill>
              <a:ln w="332"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7CAC22E5-71FB-3BEF-9C6F-661E13EBE44C}"/>
                  </a:ext>
                </a:extLst>
              </p:cNvPr>
              <p:cNvSpPr/>
              <p:nvPr/>
            </p:nvSpPr>
            <p:spPr>
              <a:xfrm>
                <a:off x="7855415" y="3957473"/>
                <a:ext cx="205589" cy="110102"/>
              </a:xfrm>
              <a:custGeom>
                <a:avLst/>
                <a:gdLst>
                  <a:gd name="connsiteX0" fmla="*/ 95025 w 205589"/>
                  <a:gd name="connsiteY0" fmla="*/ 73961 h 110102"/>
                  <a:gd name="connsiteX1" fmla="*/ 91166 w 205589"/>
                  <a:gd name="connsiteY1" fmla="*/ 74168 h 110102"/>
                  <a:gd name="connsiteX2" fmla="*/ 69745 w 205589"/>
                  <a:gd name="connsiteY2" fmla="*/ 75245 h 110102"/>
                  <a:gd name="connsiteX3" fmla="*/ 61521 w 205589"/>
                  <a:gd name="connsiteY3" fmla="*/ 75631 h 110102"/>
                  <a:gd name="connsiteX4" fmla="*/ 60976 w 205589"/>
                  <a:gd name="connsiteY4" fmla="*/ 75686 h 110102"/>
                  <a:gd name="connsiteX5" fmla="*/ 59895 w 205589"/>
                  <a:gd name="connsiteY5" fmla="*/ 76328 h 110102"/>
                  <a:gd name="connsiteX6" fmla="*/ 35696 w 205589"/>
                  <a:gd name="connsiteY6" fmla="*/ 102902 h 110102"/>
                  <a:gd name="connsiteX7" fmla="*/ 29694 w 205589"/>
                  <a:gd name="connsiteY7" fmla="*/ 108248 h 110102"/>
                  <a:gd name="connsiteX8" fmla="*/ 29349 w 205589"/>
                  <a:gd name="connsiteY8" fmla="*/ 108428 h 110102"/>
                  <a:gd name="connsiteX9" fmla="*/ 28193 w 205589"/>
                  <a:gd name="connsiteY9" fmla="*/ 108890 h 110102"/>
                  <a:gd name="connsiteX10" fmla="*/ 5702 w 205589"/>
                  <a:gd name="connsiteY10" fmla="*/ 110177 h 110102"/>
                  <a:gd name="connsiteX11" fmla="*/ 3776 w 205589"/>
                  <a:gd name="connsiteY11" fmla="*/ 110177 h 110102"/>
                  <a:gd name="connsiteX12" fmla="*/ 13929 w 205589"/>
                  <a:gd name="connsiteY12" fmla="*/ 101284 h 110102"/>
                  <a:gd name="connsiteX13" fmla="*/ 39758 w 205589"/>
                  <a:gd name="connsiteY13" fmla="*/ 77201 h 110102"/>
                  <a:gd name="connsiteX14" fmla="*/ 36127 w 205589"/>
                  <a:gd name="connsiteY14" fmla="*/ 77201 h 110102"/>
                  <a:gd name="connsiteX15" fmla="*/ 5412 w 205589"/>
                  <a:gd name="connsiteY15" fmla="*/ 78910 h 110102"/>
                  <a:gd name="connsiteX16" fmla="*/ 798 w 205589"/>
                  <a:gd name="connsiteY16" fmla="*/ 79131 h 110102"/>
                  <a:gd name="connsiteX17" fmla="*/ -48 w 205589"/>
                  <a:gd name="connsiteY17" fmla="*/ 78268 h 110102"/>
                  <a:gd name="connsiteX18" fmla="*/ -48 w 205589"/>
                  <a:gd name="connsiteY18" fmla="*/ 65398 h 110102"/>
                  <a:gd name="connsiteX19" fmla="*/ 156 w 205589"/>
                  <a:gd name="connsiteY19" fmla="*/ 64970 h 110102"/>
                  <a:gd name="connsiteX20" fmla="*/ 3486 w 205589"/>
                  <a:gd name="connsiteY20" fmla="*/ 64753 h 110102"/>
                  <a:gd name="connsiteX21" fmla="*/ 6799 w 205589"/>
                  <a:gd name="connsiteY21" fmla="*/ 64536 h 110102"/>
                  <a:gd name="connsiteX22" fmla="*/ 17722 w 205589"/>
                  <a:gd name="connsiteY22" fmla="*/ 64008 h 110102"/>
                  <a:gd name="connsiteX23" fmla="*/ 28645 w 205589"/>
                  <a:gd name="connsiteY23" fmla="*/ 63469 h 110102"/>
                  <a:gd name="connsiteX24" fmla="*/ 48141 w 205589"/>
                  <a:gd name="connsiteY24" fmla="*/ 62403 h 110102"/>
                  <a:gd name="connsiteX25" fmla="*/ 50070 w 205589"/>
                  <a:gd name="connsiteY25" fmla="*/ 61116 h 110102"/>
                  <a:gd name="connsiteX26" fmla="*/ 53707 w 205589"/>
                  <a:gd name="connsiteY26" fmla="*/ 45903 h 110102"/>
                  <a:gd name="connsiteX27" fmla="*/ 55416 w 205589"/>
                  <a:gd name="connsiteY27" fmla="*/ 17206 h 110102"/>
                  <a:gd name="connsiteX28" fmla="*/ 55530 w 205589"/>
                  <a:gd name="connsiteY28" fmla="*/ 9714 h 110102"/>
                  <a:gd name="connsiteX29" fmla="*/ 55633 w 205589"/>
                  <a:gd name="connsiteY29" fmla="*/ 2208 h 110102"/>
                  <a:gd name="connsiteX30" fmla="*/ 57138 w 205589"/>
                  <a:gd name="connsiteY30" fmla="*/ 720 h 110102"/>
                  <a:gd name="connsiteX31" fmla="*/ 63664 w 205589"/>
                  <a:gd name="connsiteY31" fmla="*/ 396 h 110102"/>
                  <a:gd name="connsiteX32" fmla="*/ 70194 w 205589"/>
                  <a:gd name="connsiteY32" fmla="*/ 75 h 110102"/>
                  <a:gd name="connsiteX33" fmla="*/ 71505 w 205589"/>
                  <a:gd name="connsiteY33" fmla="*/ 254 h 110102"/>
                  <a:gd name="connsiteX34" fmla="*/ 71698 w 205589"/>
                  <a:gd name="connsiteY34" fmla="*/ 1566 h 110102"/>
                  <a:gd name="connsiteX35" fmla="*/ 70836 w 205589"/>
                  <a:gd name="connsiteY35" fmla="*/ 30276 h 110102"/>
                  <a:gd name="connsiteX36" fmla="*/ 67623 w 205589"/>
                  <a:gd name="connsiteY36" fmla="*/ 56619 h 110102"/>
                  <a:gd name="connsiteX37" fmla="*/ 66339 w 205589"/>
                  <a:gd name="connsiteY37" fmla="*/ 61323 h 110102"/>
                  <a:gd name="connsiteX38" fmla="*/ 82597 w 205589"/>
                  <a:gd name="connsiteY38" fmla="*/ 60474 h 110102"/>
                  <a:gd name="connsiteX39" fmla="*/ 98876 w 205589"/>
                  <a:gd name="connsiteY39" fmla="*/ 59614 h 110102"/>
                  <a:gd name="connsiteX40" fmla="*/ 98876 w 205589"/>
                  <a:gd name="connsiteY40" fmla="*/ 73764 h 110102"/>
                  <a:gd name="connsiteX41" fmla="*/ 95025 w 205589"/>
                  <a:gd name="connsiteY41" fmla="*/ 73981 h 110102"/>
                  <a:gd name="connsiteX42" fmla="*/ 205542 w 205589"/>
                  <a:gd name="connsiteY42" fmla="*/ 67100 h 110102"/>
                  <a:gd name="connsiteX43" fmla="*/ 204254 w 205589"/>
                  <a:gd name="connsiteY43" fmla="*/ 68384 h 110102"/>
                  <a:gd name="connsiteX44" fmla="*/ 188513 w 205589"/>
                  <a:gd name="connsiteY44" fmla="*/ 69143 h 110102"/>
                  <a:gd name="connsiteX45" fmla="*/ 172769 w 205589"/>
                  <a:gd name="connsiteY45" fmla="*/ 69888 h 110102"/>
                  <a:gd name="connsiteX46" fmla="*/ 168918 w 205589"/>
                  <a:gd name="connsiteY46" fmla="*/ 69988 h 110102"/>
                  <a:gd name="connsiteX47" fmla="*/ 165059 w 205589"/>
                  <a:gd name="connsiteY47" fmla="*/ 70106 h 110102"/>
                  <a:gd name="connsiteX48" fmla="*/ 163558 w 205589"/>
                  <a:gd name="connsiteY48" fmla="*/ 71597 h 110102"/>
                  <a:gd name="connsiteX49" fmla="*/ 163558 w 205589"/>
                  <a:gd name="connsiteY49" fmla="*/ 100086 h 110102"/>
                  <a:gd name="connsiteX50" fmla="*/ 163337 w 205589"/>
                  <a:gd name="connsiteY50" fmla="*/ 101591 h 110102"/>
                  <a:gd name="connsiteX51" fmla="*/ 161846 w 205589"/>
                  <a:gd name="connsiteY51" fmla="*/ 101794 h 110102"/>
                  <a:gd name="connsiteX52" fmla="*/ 150281 w 205589"/>
                  <a:gd name="connsiteY52" fmla="*/ 102440 h 110102"/>
                  <a:gd name="connsiteX53" fmla="*/ 147275 w 205589"/>
                  <a:gd name="connsiteY53" fmla="*/ 102440 h 110102"/>
                  <a:gd name="connsiteX54" fmla="*/ 147275 w 205589"/>
                  <a:gd name="connsiteY54" fmla="*/ 71172 h 110102"/>
                  <a:gd name="connsiteX55" fmla="*/ 125982 w 205589"/>
                  <a:gd name="connsiteY55" fmla="*/ 72277 h 110102"/>
                  <a:gd name="connsiteX56" fmla="*/ 105934 w 205589"/>
                  <a:gd name="connsiteY56" fmla="*/ 73312 h 110102"/>
                  <a:gd name="connsiteX57" fmla="*/ 105727 w 205589"/>
                  <a:gd name="connsiteY57" fmla="*/ 72246 h 110102"/>
                  <a:gd name="connsiteX58" fmla="*/ 105727 w 205589"/>
                  <a:gd name="connsiteY58" fmla="*/ 60256 h 110102"/>
                  <a:gd name="connsiteX59" fmla="*/ 107011 w 205589"/>
                  <a:gd name="connsiteY59" fmla="*/ 58969 h 110102"/>
                  <a:gd name="connsiteX60" fmla="*/ 115262 w 205589"/>
                  <a:gd name="connsiteY60" fmla="*/ 58548 h 110102"/>
                  <a:gd name="connsiteX61" fmla="*/ 123500 w 205589"/>
                  <a:gd name="connsiteY61" fmla="*/ 58110 h 110102"/>
                  <a:gd name="connsiteX62" fmla="*/ 131393 w 205589"/>
                  <a:gd name="connsiteY62" fmla="*/ 57685 h 110102"/>
                  <a:gd name="connsiteX63" fmla="*/ 147269 w 205589"/>
                  <a:gd name="connsiteY63" fmla="*/ 56826 h 110102"/>
                  <a:gd name="connsiteX64" fmla="*/ 147269 w 205589"/>
                  <a:gd name="connsiteY64" fmla="*/ 50838 h 110102"/>
                  <a:gd name="connsiteX65" fmla="*/ 147344 w 205589"/>
                  <a:gd name="connsiteY65" fmla="*/ 49247 h 110102"/>
                  <a:gd name="connsiteX66" fmla="*/ 149194 w 205589"/>
                  <a:gd name="connsiteY66" fmla="*/ 48902 h 110102"/>
                  <a:gd name="connsiteX67" fmla="*/ 162046 w 205589"/>
                  <a:gd name="connsiteY67" fmla="*/ 48260 h 110102"/>
                  <a:gd name="connsiteX68" fmla="*/ 163551 w 205589"/>
                  <a:gd name="connsiteY68" fmla="*/ 48284 h 110102"/>
                  <a:gd name="connsiteX69" fmla="*/ 163769 w 205589"/>
                  <a:gd name="connsiteY69" fmla="*/ 49751 h 110102"/>
                  <a:gd name="connsiteX70" fmla="*/ 163769 w 205589"/>
                  <a:gd name="connsiteY70" fmla="*/ 55117 h 110102"/>
                  <a:gd name="connsiteX71" fmla="*/ 164835 w 205589"/>
                  <a:gd name="connsiteY71" fmla="*/ 56184 h 110102"/>
                  <a:gd name="connsiteX72" fmla="*/ 174088 w 205589"/>
                  <a:gd name="connsiteY72" fmla="*/ 55670 h 110102"/>
                  <a:gd name="connsiteX73" fmla="*/ 183689 w 205589"/>
                  <a:gd name="connsiteY73" fmla="*/ 55117 h 110102"/>
                  <a:gd name="connsiteX74" fmla="*/ 193324 w 205589"/>
                  <a:gd name="connsiteY74" fmla="*/ 54693 h 110102"/>
                  <a:gd name="connsiteX75" fmla="*/ 204247 w 205589"/>
                  <a:gd name="connsiteY75" fmla="*/ 54051 h 110102"/>
                  <a:gd name="connsiteX76" fmla="*/ 205535 w 205589"/>
                  <a:gd name="connsiteY76" fmla="*/ 55335 h 110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05589" h="110102">
                    <a:moveTo>
                      <a:pt x="95025" y="73961"/>
                    </a:moveTo>
                    <a:cubicBezTo>
                      <a:pt x="93737" y="74013"/>
                      <a:pt x="92454" y="74064"/>
                      <a:pt x="91166" y="74168"/>
                    </a:cubicBezTo>
                    <a:cubicBezTo>
                      <a:pt x="83881" y="74603"/>
                      <a:pt x="76596" y="75027"/>
                      <a:pt x="69745" y="75245"/>
                    </a:cubicBezTo>
                    <a:cubicBezTo>
                      <a:pt x="66932" y="75245"/>
                      <a:pt x="64309" y="75428"/>
                      <a:pt x="61521" y="75631"/>
                    </a:cubicBezTo>
                    <a:lnTo>
                      <a:pt x="60976" y="75686"/>
                    </a:lnTo>
                    <a:cubicBezTo>
                      <a:pt x="60537" y="75686"/>
                      <a:pt x="60113" y="76111"/>
                      <a:pt x="59895" y="76328"/>
                    </a:cubicBezTo>
                    <a:cubicBezTo>
                      <a:pt x="53266" y="86609"/>
                      <a:pt x="44476" y="94744"/>
                      <a:pt x="35696" y="102902"/>
                    </a:cubicBezTo>
                    <a:cubicBezTo>
                      <a:pt x="33690" y="104679"/>
                      <a:pt x="31689" y="106460"/>
                      <a:pt x="29694" y="108248"/>
                    </a:cubicBezTo>
                    <a:lnTo>
                      <a:pt x="29349" y="108428"/>
                    </a:lnTo>
                    <a:cubicBezTo>
                      <a:pt x="29002" y="108664"/>
                      <a:pt x="28607" y="108822"/>
                      <a:pt x="28193" y="108890"/>
                    </a:cubicBezTo>
                    <a:lnTo>
                      <a:pt x="5702" y="110177"/>
                    </a:lnTo>
                    <a:lnTo>
                      <a:pt x="3776" y="110177"/>
                    </a:lnTo>
                    <a:cubicBezTo>
                      <a:pt x="7141" y="107171"/>
                      <a:pt x="10533" y="104228"/>
                      <a:pt x="13929" y="101284"/>
                    </a:cubicBezTo>
                    <a:cubicBezTo>
                      <a:pt x="22833" y="93574"/>
                      <a:pt x="31685" y="85888"/>
                      <a:pt x="39758" y="77201"/>
                    </a:cubicBezTo>
                    <a:lnTo>
                      <a:pt x="36127" y="77201"/>
                    </a:lnTo>
                    <a:cubicBezTo>
                      <a:pt x="25895" y="77919"/>
                      <a:pt x="15657" y="78489"/>
                      <a:pt x="5412" y="78910"/>
                    </a:cubicBezTo>
                    <a:cubicBezTo>
                      <a:pt x="3859" y="78962"/>
                      <a:pt x="2306" y="79013"/>
                      <a:pt x="798" y="79131"/>
                    </a:cubicBezTo>
                    <a:cubicBezTo>
                      <a:pt x="156" y="79131"/>
                      <a:pt x="-48" y="78910"/>
                      <a:pt x="-48" y="78268"/>
                    </a:cubicBezTo>
                    <a:lnTo>
                      <a:pt x="-48" y="65398"/>
                    </a:lnTo>
                    <a:cubicBezTo>
                      <a:pt x="62" y="65280"/>
                      <a:pt x="133" y="65131"/>
                      <a:pt x="156" y="64970"/>
                    </a:cubicBezTo>
                    <a:cubicBezTo>
                      <a:pt x="1236" y="64857"/>
                      <a:pt x="2354" y="64805"/>
                      <a:pt x="3486" y="64753"/>
                    </a:cubicBezTo>
                    <a:cubicBezTo>
                      <a:pt x="4618" y="64701"/>
                      <a:pt x="5733" y="64653"/>
                      <a:pt x="6799" y="64536"/>
                    </a:cubicBezTo>
                    <a:cubicBezTo>
                      <a:pt x="10437" y="64332"/>
                      <a:pt x="14088" y="64163"/>
                      <a:pt x="17722" y="64008"/>
                    </a:cubicBezTo>
                    <a:cubicBezTo>
                      <a:pt x="21356" y="63852"/>
                      <a:pt x="25007" y="63687"/>
                      <a:pt x="28645" y="63469"/>
                    </a:cubicBezTo>
                    <a:cubicBezTo>
                      <a:pt x="35071" y="63045"/>
                      <a:pt x="41715" y="62606"/>
                      <a:pt x="48141" y="62403"/>
                    </a:cubicBezTo>
                    <a:cubicBezTo>
                      <a:pt x="49207" y="62403"/>
                      <a:pt x="49632" y="61965"/>
                      <a:pt x="50070" y="61116"/>
                    </a:cubicBezTo>
                    <a:cubicBezTo>
                      <a:pt x="51805" y="56184"/>
                      <a:pt x="53024" y="51086"/>
                      <a:pt x="53707" y="45903"/>
                    </a:cubicBezTo>
                    <a:cubicBezTo>
                      <a:pt x="54991" y="36481"/>
                      <a:pt x="55209" y="26842"/>
                      <a:pt x="55416" y="17206"/>
                    </a:cubicBezTo>
                    <a:cubicBezTo>
                      <a:pt x="55416" y="14739"/>
                      <a:pt x="55478" y="12233"/>
                      <a:pt x="55530" y="9714"/>
                    </a:cubicBezTo>
                    <a:cubicBezTo>
                      <a:pt x="55581" y="7194"/>
                      <a:pt x="55633" y="4675"/>
                      <a:pt x="55633" y="2208"/>
                    </a:cubicBezTo>
                    <a:cubicBezTo>
                      <a:pt x="55633" y="1141"/>
                      <a:pt x="56058" y="720"/>
                      <a:pt x="57138" y="720"/>
                    </a:cubicBezTo>
                    <a:lnTo>
                      <a:pt x="63664" y="396"/>
                    </a:lnTo>
                    <a:lnTo>
                      <a:pt x="70194" y="75"/>
                    </a:lnTo>
                    <a:cubicBezTo>
                      <a:pt x="70953" y="75"/>
                      <a:pt x="71326" y="75"/>
                      <a:pt x="71505" y="254"/>
                    </a:cubicBezTo>
                    <a:cubicBezTo>
                      <a:pt x="71685" y="434"/>
                      <a:pt x="71698" y="820"/>
                      <a:pt x="71698" y="1566"/>
                    </a:cubicBezTo>
                    <a:cubicBezTo>
                      <a:pt x="71477" y="11205"/>
                      <a:pt x="71274" y="20637"/>
                      <a:pt x="70836" y="30276"/>
                    </a:cubicBezTo>
                    <a:cubicBezTo>
                      <a:pt x="70411" y="39052"/>
                      <a:pt x="69769" y="47829"/>
                      <a:pt x="67623" y="56619"/>
                    </a:cubicBezTo>
                    <a:cubicBezTo>
                      <a:pt x="67198" y="58110"/>
                      <a:pt x="66774" y="59614"/>
                      <a:pt x="66339" y="61323"/>
                    </a:cubicBezTo>
                    <a:cubicBezTo>
                      <a:pt x="71736" y="61005"/>
                      <a:pt x="77156" y="60722"/>
                      <a:pt x="82597" y="60474"/>
                    </a:cubicBezTo>
                    <a:cubicBezTo>
                      <a:pt x="87995" y="60204"/>
                      <a:pt x="93417" y="59935"/>
                      <a:pt x="98876" y="59614"/>
                    </a:cubicBezTo>
                    <a:lnTo>
                      <a:pt x="98876" y="73764"/>
                    </a:lnTo>
                    <a:cubicBezTo>
                      <a:pt x="97592" y="73868"/>
                      <a:pt x="96309" y="73916"/>
                      <a:pt x="95025" y="73981"/>
                    </a:cubicBezTo>
                    <a:close/>
                    <a:moveTo>
                      <a:pt x="205542" y="67100"/>
                    </a:moveTo>
                    <a:cubicBezTo>
                      <a:pt x="205542" y="68177"/>
                      <a:pt x="205103" y="68384"/>
                      <a:pt x="204254" y="68384"/>
                    </a:cubicBezTo>
                    <a:cubicBezTo>
                      <a:pt x="198998" y="68601"/>
                      <a:pt x="193756" y="68874"/>
                      <a:pt x="188513" y="69143"/>
                    </a:cubicBezTo>
                    <a:cubicBezTo>
                      <a:pt x="183271" y="69412"/>
                      <a:pt x="178015" y="69668"/>
                      <a:pt x="172769" y="69888"/>
                    </a:cubicBezTo>
                    <a:cubicBezTo>
                      <a:pt x="171485" y="69888"/>
                      <a:pt x="170202" y="69940"/>
                      <a:pt x="168918" y="69988"/>
                    </a:cubicBezTo>
                    <a:cubicBezTo>
                      <a:pt x="167634" y="70037"/>
                      <a:pt x="166347" y="70106"/>
                      <a:pt x="165059" y="70106"/>
                    </a:cubicBezTo>
                    <a:cubicBezTo>
                      <a:pt x="163983" y="70106"/>
                      <a:pt x="163558" y="70530"/>
                      <a:pt x="163558" y="71597"/>
                    </a:cubicBezTo>
                    <a:lnTo>
                      <a:pt x="163558" y="100086"/>
                    </a:lnTo>
                    <a:cubicBezTo>
                      <a:pt x="163558" y="100949"/>
                      <a:pt x="163558" y="101373"/>
                      <a:pt x="163337" y="101591"/>
                    </a:cubicBezTo>
                    <a:cubicBezTo>
                      <a:pt x="163116" y="101808"/>
                      <a:pt x="162695" y="101794"/>
                      <a:pt x="161846" y="101794"/>
                    </a:cubicBezTo>
                    <a:lnTo>
                      <a:pt x="150281" y="102440"/>
                    </a:lnTo>
                    <a:lnTo>
                      <a:pt x="147275" y="102440"/>
                    </a:lnTo>
                    <a:lnTo>
                      <a:pt x="147275" y="71172"/>
                    </a:lnTo>
                    <a:cubicBezTo>
                      <a:pt x="140128" y="71517"/>
                      <a:pt x="133050" y="71894"/>
                      <a:pt x="125982" y="72277"/>
                    </a:cubicBezTo>
                    <a:cubicBezTo>
                      <a:pt x="119286" y="72639"/>
                      <a:pt x="112615" y="72998"/>
                      <a:pt x="105934" y="73312"/>
                    </a:cubicBezTo>
                    <a:cubicBezTo>
                      <a:pt x="105783" y="72978"/>
                      <a:pt x="105712" y="72612"/>
                      <a:pt x="105727" y="72246"/>
                    </a:cubicBezTo>
                    <a:lnTo>
                      <a:pt x="105727" y="60256"/>
                    </a:lnTo>
                    <a:cubicBezTo>
                      <a:pt x="105727" y="59393"/>
                      <a:pt x="106151" y="58969"/>
                      <a:pt x="107011" y="58969"/>
                    </a:cubicBezTo>
                    <a:cubicBezTo>
                      <a:pt x="109803" y="58869"/>
                      <a:pt x="112533" y="58714"/>
                      <a:pt x="115262" y="58548"/>
                    </a:cubicBezTo>
                    <a:cubicBezTo>
                      <a:pt x="117992" y="58382"/>
                      <a:pt x="120726" y="58227"/>
                      <a:pt x="123500" y="58110"/>
                    </a:cubicBezTo>
                    <a:cubicBezTo>
                      <a:pt x="126147" y="57982"/>
                      <a:pt x="128770" y="57827"/>
                      <a:pt x="131393" y="57685"/>
                    </a:cubicBezTo>
                    <a:lnTo>
                      <a:pt x="147269" y="56826"/>
                    </a:lnTo>
                    <a:lnTo>
                      <a:pt x="147269" y="50838"/>
                    </a:lnTo>
                    <a:cubicBezTo>
                      <a:pt x="147269" y="49889"/>
                      <a:pt x="147165" y="49457"/>
                      <a:pt x="147344" y="49247"/>
                    </a:cubicBezTo>
                    <a:cubicBezTo>
                      <a:pt x="147524" y="49036"/>
                      <a:pt x="147986" y="49016"/>
                      <a:pt x="149194" y="48902"/>
                    </a:cubicBezTo>
                    <a:lnTo>
                      <a:pt x="162046" y="48260"/>
                    </a:lnTo>
                    <a:cubicBezTo>
                      <a:pt x="162909" y="48143"/>
                      <a:pt x="163330" y="48091"/>
                      <a:pt x="163551" y="48284"/>
                    </a:cubicBezTo>
                    <a:cubicBezTo>
                      <a:pt x="163772" y="48477"/>
                      <a:pt x="163769" y="48902"/>
                      <a:pt x="163769" y="49751"/>
                    </a:cubicBezTo>
                    <a:lnTo>
                      <a:pt x="163769" y="55117"/>
                    </a:lnTo>
                    <a:cubicBezTo>
                      <a:pt x="163769" y="55977"/>
                      <a:pt x="163976" y="56184"/>
                      <a:pt x="164835" y="56184"/>
                    </a:cubicBezTo>
                    <a:cubicBezTo>
                      <a:pt x="167941" y="55977"/>
                      <a:pt x="171047" y="55821"/>
                      <a:pt x="174088" y="55670"/>
                    </a:cubicBezTo>
                    <a:cubicBezTo>
                      <a:pt x="177301" y="55500"/>
                      <a:pt x="180500" y="55324"/>
                      <a:pt x="183689" y="55117"/>
                    </a:cubicBezTo>
                    <a:cubicBezTo>
                      <a:pt x="186902" y="55117"/>
                      <a:pt x="190111" y="54897"/>
                      <a:pt x="193324" y="54693"/>
                    </a:cubicBezTo>
                    <a:lnTo>
                      <a:pt x="204247" y="54051"/>
                    </a:lnTo>
                    <a:cubicBezTo>
                      <a:pt x="205314" y="54051"/>
                      <a:pt x="205535" y="54472"/>
                      <a:pt x="205535" y="55335"/>
                    </a:cubicBezTo>
                    <a:close/>
                  </a:path>
                </a:pathLst>
              </a:custGeom>
              <a:solidFill>
                <a:srgbClr val="FFFFFF"/>
              </a:solidFill>
              <a:ln w="332" cap="flat">
                <a:noFill/>
                <a:prstDash val="solid"/>
                <a:miter/>
              </a:ln>
            </p:spPr>
            <p:txBody>
              <a:bodyPr rtlCol="0" anchor="ctr"/>
              <a:lstStyle/>
              <a:p>
                <a:endParaRPr lang="zh-CN" altLang="en-US"/>
              </a:p>
            </p:txBody>
          </p:sp>
        </p:grpSp>
      </p:grpSp>
      <p:grpSp>
        <p:nvGrpSpPr>
          <p:cNvPr id="37" name="组合 36">
            <a:extLst>
              <a:ext uri="{FF2B5EF4-FFF2-40B4-BE49-F238E27FC236}">
                <a16:creationId xmlns:a16="http://schemas.microsoft.com/office/drawing/2014/main" id="{90549284-4DD9-6296-179A-00214DB79B27}"/>
              </a:ext>
            </a:extLst>
          </p:cNvPr>
          <p:cNvGrpSpPr/>
          <p:nvPr/>
        </p:nvGrpSpPr>
        <p:grpSpPr>
          <a:xfrm>
            <a:off x="4495651" y="3254342"/>
            <a:ext cx="1368000" cy="1368000"/>
            <a:chOff x="5050952" y="3219662"/>
            <a:chExt cx="1509223" cy="1509222"/>
          </a:xfrm>
        </p:grpSpPr>
        <p:sp>
          <p:nvSpPr>
            <p:cNvPr id="34" name="矩形: 圆角 33">
              <a:extLst>
                <a:ext uri="{FF2B5EF4-FFF2-40B4-BE49-F238E27FC236}">
                  <a16:creationId xmlns:a16="http://schemas.microsoft.com/office/drawing/2014/main" id="{A9B35EC6-336E-6B9A-DD1B-7D97CC384B60}"/>
                </a:ext>
              </a:extLst>
            </p:cNvPr>
            <p:cNvSpPr/>
            <p:nvPr/>
          </p:nvSpPr>
          <p:spPr>
            <a:xfrm>
              <a:off x="5050952" y="3219662"/>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a:extLst>
                <a:ext uri="{FF2B5EF4-FFF2-40B4-BE49-F238E27FC236}">
                  <a16:creationId xmlns:a16="http://schemas.microsoft.com/office/drawing/2014/main" id="{39D250B7-DD83-E1D2-4E5C-811B7244EDED}"/>
                </a:ext>
              </a:extLst>
            </p:cNvPr>
            <p:cNvGrpSpPr/>
            <p:nvPr/>
          </p:nvGrpSpPr>
          <p:grpSpPr>
            <a:xfrm>
              <a:off x="5114101" y="3284941"/>
              <a:ext cx="1389535" cy="1389536"/>
              <a:chOff x="5070027" y="3312010"/>
              <a:chExt cx="1389535" cy="1389536"/>
            </a:xfrm>
          </p:grpSpPr>
          <p:pic>
            <p:nvPicPr>
              <p:cNvPr id="1030" name="Picture 6">
                <a:extLst>
                  <a:ext uri="{FF2B5EF4-FFF2-40B4-BE49-F238E27FC236}">
                    <a16:creationId xmlns:a16="http://schemas.microsoft.com/office/drawing/2014/main" id="{C630B8D8-6416-B311-6D39-6261D48D7CB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70027" y="3312010"/>
                <a:ext cx="1389535" cy="1389536"/>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组合 12">
                <a:extLst>
                  <a:ext uri="{FF2B5EF4-FFF2-40B4-BE49-F238E27FC236}">
                    <a16:creationId xmlns:a16="http://schemas.microsoft.com/office/drawing/2014/main" id="{1BD4347D-9C84-AB27-CAC2-E70960D955FD}"/>
                  </a:ext>
                </a:extLst>
              </p:cNvPr>
              <p:cNvGrpSpPr/>
              <p:nvPr/>
            </p:nvGrpSpPr>
            <p:grpSpPr>
              <a:xfrm>
                <a:off x="5617194" y="3859178"/>
                <a:ext cx="295200" cy="295200"/>
                <a:chOff x="5638852" y="3880835"/>
                <a:chExt cx="295200" cy="295200"/>
              </a:xfrm>
            </p:grpSpPr>
            <p:sp>
              <p:nvSpPr>
                <p:cNvPr id="53" name="任意多边形: 形状 52">
                  <a:extLst>
                    <a:ext uri="{FF2B5EF4-FFF2-40B4-BE49-F238E27FC236}">
                      <a16:creationId xmlns:a16="http://schemas.microsoft.com/office/drawing/2014/main" id="{C73A9DAE-4636-3402-9D80-82A247E0BB6F}"/>
                    </a:ext>
                  </a:extLst>
                </p:cNvPr>
                <p:cNvSpPr/>
                <p:nvPr/>
              </p:nvSpPr>
              <p:spPr>
                <a:xfrm>
                  <a:off x="5638852" y="3880835"/>
                  <a:ext cx="295200" cy="295200"/>
                </a:xfrm>
                <a:custGeom>
                  <a:avLst/>
                  <a:gdLst>
                    <a:gd name="connsiteX0" fmla="*/ 292103 w 1622810"/>
                    <a:gd name="connsiteY0" fmla="*/ 111 h 1622810"/>
                    <a:gd name="connsiteX1" fmla="*/ 1330686 w 1622810"/>
                    <a:gd name="connsiteY1" fmla="*/ 111 h 1622810"/>
                    <a:gd name="connsiteX2" fmla="*/ 1622799 w 1622810"/>
                    <a:gd name="connsiteY2" fmla="*/ 292205 h 1622810"/>
                    <a:gd name="connsiteX3" fmla="*/ 1622799 w 1622810"/>
                    <a:gd name="connsiteY3" fmla="*/ 1330808 h 1622810"/>
                    <a:gd name="connsiteX4" fmla="*/ 1330686 w 1622810"/>
                    <a:gd name="connsiteY4" fmla="*/ 1622921 h 1622810"/>
                    <a:gd name="connsiteX5" fmla="*/ 292103 w 1622810"/>
                    <a:gd name="connsiteY5" fmla="*/ 1622921 h 1622810"/>
                    <a:gd name="connsiteX6" fmla="*/ -11 w 1622810"/>
                    <a:gd name="connsiteY6" fmla="*/ 1330808 h 1622810"/>
                    <a:gd name="connsiteX7" fmla="*/ -11 w 1622810"/>
                    <a:gd name="connsiteY7" fmla="*/ 292205 h 1622810"/>
                    <a:gd name="connsiteX8" fmla="*/ 292103 w 1622810"/>
                    <a:gd name="connsiteY8" fmla="*/ 111 h 1622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2810" h="1622810">
                      <a:moveTo>
                        <a:pt x="292103" y="111"/>
                      </a:moveTo>
                      <a:lnTo>
                        <a:pt x="1330686" y="111"/>
                      </a:lnTo>
                      <a:cubicBezTo>
                        <a:pt x="1525429" y="111"/>
                        <a:pt x="1622799" y="97476"/>
                        <a:pt x="1622799" y="292205"/>
                      </a:cubicBezTo>
                      <a:lnTo>
                        <a:pt x="1622799" y="1330808"/>
                      </a:lnTo>
                      <a:cubicBezTo>
                        <a:pt x="1622799" y="1525551"/>
                        <a:pt x="1525429" y="1622921"/>
                        <a:pt x="1330686" y="1622921"/>
                      </a:cubicBezTo>
                      <a:lnTo>
                        <a:pt x="292103" y="1622921"/>
                      </a:lnTo>
                      <a:cubicBezTo>
                        <a:pt x="97360" y="1622921"/>
                        <a:pt x="-11" y="1525551"/>
                        <a:pt x="-11" y="1330808"/>
                      </a:cubicBezTo>
                      <a:lnTo>
                        <a:pt x="-11" y="292205"/>
                      </a:lnTo>
                      <a:cubicBezTo>
                        <a:pt x="-11" y="97476"/>
                        <a:pt x="97360" y="111"/>
                        <a:pt x="292103" y="111"/>
                      </a:cubicBezTo>
                      <a:close/>
                    </a:path>
                  </a:pathLst>
                </a:custGeom>
                <a:solidFill>
                  <a:srgbClr val="111111"/>
                </a:solidFill>
                <a:ln w="12700" cap="flat">
                  <a:solidFill>
                    <a:srgbClr val="FFFFFF"/>
                  </a:solidFill>
                  <a:prstDash val="solid"/>
                  <a:miter/>
                </a:ln>
              </p:spPr>
              <p:txBody>
                <a:bodyPr rtlCol="0" anchor="ctr"/>
                <a:lstStyle/>
                <a:p>
                  <a:endParaRPr lang="zh-CN" altLang="en-US"/>
                </a:p>
              </p:txBody>
            </p:sp>
            <p:grpSp>
              <p:nvGrpSpPr>
                <p:cNvPr id="10" name="组合 9">
                  <a:extLst>
                    <a:ext uri="{FF2B5EF4-FFF2-40B4-BE49-F238E27FC236}">
                      <a16:creationId xmlns:a16="http://schemas.microsoft.com/office/drawing/2014/main" id="{E57A8968-DFBE-04AC-7EE6-E7B454498D74}"/>
                    </a:ext>
                  </a:extLst>
                </p:cNvPr>
                <p:cNvGrpSpPr/>
                <p:nvPr/>
              </p:nvGrpSpPr>
              <p:grpSpPr>
                <a:xfrm>
                  <a:off x="5705964" y="3927149"/>
                  <a:ext cx="160977" cy="202573"/>
                  <a:chOff x="5679421" y="3904200"/>
                  <a:chExt cx="160977" cy="202573"/>
                </a:xfrm>
              </p:grpSpPr>
              <p:sp>
                <p:nvSpPr>
                  <p:cNvPr id="54" name="任意多边形: 形状 53">
                    <a:extLst>
                      <a:ext uri="{FF2B5EF4-FFF2-40B4-BE49-F238E27FC236}">
                        <a16:creationId xmlns:a16="http://schemas.microsoft.com/office/drawing/2014/main" id="{2041520E-72A6-C128-C242-267D2AC8F1D0}"/>
                      </a:ext>
                    </a:extLst>
                  </p:cNvPr>
                  <p:cNvSpPr/>
                  <p:nvPr/>
                </p:nvSpPr>
                <p:spPr>
                  <a:xfrm>
                    <a:off x="5689100" y="3913883"/>
                    <a:ext cx="151298" cy="192890"/>
                  </a:xfrm>
                  <a:custGeom>
                    <a:avLst/>
                    <a:gdLst>
                      <a:gd name="connsiteX0" fmla="*/ -11 w 974755"/>
                      <a:gd name="connsiteY0" fmla="*/ 849927 h 1242721"/>
                      <a:gd name="connsiteX1" fmla="*/ 389804 w 974755"/>
                      <a:gd name="connsiteY1" fmla="*/ 460112 h 1242721"/>
                      <a:gd name="connsiteX2" fmla="*/ 389804 w 974755"/>
                      <a:gd name="connsiteY2" fmla="*/ 694005 h 1242721"/>
                      <a:gd name="connsiteX3" fmla="*/ 233882 w 974755"/>
                      <a:gd name="connsiteY3" fmla="*/ 849908 h 1242721"/>
                      <a:gd name="connsiteX4" fmla="*/ 366290 w 974755"/>
                      <a:gd name="connsiteY4" fmla="*/ 1008960 h 1242721"/>
                      <a:gd name="connsiteX5" fmla="*/ 514566 w 974755"/>
                      <a:gd name="connsiteY5" fmla="*/ 886615 h 1242721"/>
                      <a:gd name="connsiteX6" fmla="*/ 514566 w 974755"/>
                      <a:gd name="connsiteY6" fmla="*/ 111 h 1242721"/>
                      <a:gd name="connsiteX7" fmla="*/ 763792 w 974755"/>
                      <a:gd name="connsiteY7" fmla="*/ 111 h 1242721"/>
                      <a:gd name="connsiteX8" fmla="*/ 974745 w 974755"/>
                      <a:gd name="connsiteY8" fmla="*/ 210886 h 1242721"/>
                      <a:gd name="connsiteX9" fmla="*/ 974547 w 974755"/>
                      <a:gd name="connsiteY9" fmla="*/ 444344 h 1242721"/>
                      <a:gd name="connsiteX10" fmla="*/ 748518 w 974755"/>
                      <a:gd name="connsiteY10" fmla="*/ 382676 h 1242721"/>
                      <a:gd name="connsiteX11" fmla="*/ 748518 w 974755"/>
                      <a:gd name="connsiteY11" fmla="*/ 886615 h 1242721"/>
                      <a:gd name="connsiteX12" fmla="*/ 366369 w 974755"/>
                      <a:gd name="connsiteY12" fmla="*/ 1242833 h 1242721"/>
                      <a:gd name="connsiteX13" fmla="*/ 88 w 974755"/>
                      <a:gd name="connsiteY13" fmla="*/ 849927 h 1242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721">
                        <a:moveTo>
                          <a:pt x="-11" y="849927"/>
                        </a:moveTo>
                        <a:cubicBezTo>
                          <a:pt x="227" y="634754"/>
                          <a:pt x="174612" y="460370"/>
                          <a:pt x="389804" y="460112"/>
                        </a:cubicBezTo>
                        <a:lnTo>
                          <a:pt x="389804" y="694005"/>
                        </a:lnTo>
                        <a:cubicBezTo>
                          <a:pt x="303735" y="694092"/>
                          <a:pt x="233981" y="763838"/>
                          <a:pt x="233882" y="849908"/>
                        </a:cubicBezTo>
                        <a:cubicBezTo>
                          <a:pt x="233882" y="926531"/>
                          <a:pt x="275324" y="1008960"/>
                          <a:pt x="366290" y="1008960"/>
                        </a:cubicBezTo>
                        <a:cubicBezTo>
                          <a:pt x="372352" y="1008960"/>
                          <a:pt x="514566" y="1007553"/>
                          <a:pt x="514566" y="886615"/>
                        </a:cubicBezTo>
                        <a:lnTo>
                          <a:pt x="514566" y="111"/>
                        </a:lnTo>
                        <a:lnTo>
                          <a:pt x="763792" y="111"/>
                        </a:lnTo>
                        <a:cubicBezTo>
                          <a:pt x="764053" y="116480"/>
                          <a:pt x="858377" y="210724"/>
                          <a:pt x="974745" y="210886"/>
                        </a:cubicBezTo>
                        <a:lnTo>
                          <a:pt x="974547" y="444344"/>
                        </a:lnTo>
                        <a:cubicBezTo>
                          <a:pt x="894967" y="444958"/>
                          <a:pt x="816759" y="423621"/>
                          <a:pt x="748518" y="382676"/>
                        </a:cubicBezTo>
                        <a:lnTo>
                          <a:pt x="748518" y="886615"/>
                        </a:lnTo>
                        <a:cubicBezTo>
                          <a:pt x="748518" y="1117992"/>
                          <a:pt x="551630" y="1242833"/>
                          <a:pt x="366369" y="1242833"/>
                        </a:cubicBezTo>
                        <a:cubicBezTo>
                          <a:pt x="157575" y="1242833"/>
                          <a:pt x="88" y="1073935"/>
                          <a:pt x="88" y="849927"/>
                        </a:cubicBezTo>
                        <a:close/>
                      </a:path>
                    </a:pathLst>
                  </a:custGeom>
                  <a:solidFill>
                    <a:srgbClr val="FF4040"/>
                  </a:solidFill>
                  <a:ln w="1977" cap="flat">
                    <a:noFill/>
                    <a:prstDash val="solid"/>
                    <a:miter/>
                  </a:ln>
                </p:spPr>
                <p:txBody>
                  <a:bodyPr rtlCol="0" anchor="ctr"/>
                  <a:lstStyle/>
                  <a:p>
                    <a:endParaRPr lang="zh-CN" altLang="en-US"/>
                  </a:p>
                </p:txBody>
              </p:sp>
              <p:sp>
                <p:nvSpPr>
                  <p:cNvPr id="55" name="任意多边形: 形状 54">
                    <a:extLst>
                      <a:ext uri="{FF2B5EF4-FFF2-40B4-BE49-F238E27FC236}">
                        <a16:creationId xmlns:a16="http://schemas.microsoft.com/office/drawing/2014/main" id="{D276CF54-134A-E352-E39D-84B736282288}"/>
                      </a:ext>
                    </a:extLst>
                  </p:cNvPr>
                  <p:cNvSpPr/>
                  <p:nvPr/>
                </p:nvSpPr>
                <p:spPr>
                  <a:xfrm>
                    <a:off x="5679421" y="3904200"/>
                    <a:ext cx="151298" cy="192878"/>
                  </a:xfrm>
                  <a:custGeom>
                    <a:avLst/>
                    <a:gdLst>
                      <a:gd name="connsiteX0" fmla="*/ -11 w 974755"/>
                      <a:gd name="connsiteY0" fmla="*/ 849927 h 1242642"/>
                      <a:gd name="connsiteX1" fmla="*/ 389804 w 974755"/>
                      <a:gd name="connsiteY1" fmla="*/ 460112 h 1242642"/>
                      <a:gd name="connsiteX2" fmla="*/ 389804 w 974755"/>
                      <a:gd name="connsiteY2" fmla="*/ 694005 h 1242642"/>
                      <a:gd name="connsiteX3" fmla="*/ 233882 w 974755"/>
                      <a:gd name="connsiteY3" fmla="*/ 849927 h 1242642"/>
                      <a:gd name="connsiteX4" fmla="*/ 366290 w 974755"/>
                      <a:gd name="connsiteY4" fmla="*/ 1008960 h 1242642"/>
                      <a:gd name="connsiteX5" fmla="*/ 514546 w 974755"/>
                      <a:gd name="connsiteY5" fmla="*/ 886615 h 1242642"/>
                      <a:gd name="connsiteX6" fmla="*/ 514546 w 974755"/>
                      <a:gd name="connsiteY6" fmla="*/ 111 h 1242642"/>
                      <a:gd name="connsiteX7" fmla="*/ 763772 w 974755"/>
                      <a:gd name="connsiteY7" fmla="*/ 111 h 1242642"/>
                      <a:gd name="connsiteX8" fmla="*/ 974745 w 974755"/>
                      <a:gd name="connsiteY8" fmla="*/ 210886 h 1242642"/>
                      <a:gd name="connsiteX9" fmla="*/ 974547 w 974755"/>
                      <a:gd name="connsiteY9" fmla="*/ 444264 h 1242642"/>
                      <a:gd name="connsiteX10" fmla="*/ 748518 w 974755"/>
                      <a:gd name="connsiteY10" fmla="*/ 382597 h 1242642"/>
                      <a:gd name="connsiteX11" fmla="*/ 748518 w 974755"/>
                      <a:gd name="connsiteY11" fmla="*/ 886536 h 1242642"/>
                      <a:gd name="connsiteX12" fmla="*/ 366350 w 974755"/>
                      <a:gd name="connsiteY12" fmla="*/ 1242754 h 1242642"/>
                      <a:gd name="connsiteX13" fmla="*/ 88 w 974755"/>
                      <a:gd name="connsiteY13" fmla="*/ 849848 h 1242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642">
                        <a:moveTo>
                          <a:pt x="-11" y="849927"/>
                        </a:moveTo>
                        <a:cubicBezTo>
                          <a:pt x="227" y="634735"/>
                          <a:pt x="174671" y="460350"/>
                          <a:pt x="389804" y="460112"/>
                        </a:cubicBezTo>
                        <a:lnTo>
                          <a:pt x="389804" y="694005"/>
                        </a:lnTo>
                        <a:cubicBezTo>
                          <a:pt x="303731" y="694104"/>
                          <a:pt x="233981" y="763854"/>
                          <a:pt x="233882" y="849927"/>
                        </a:cubicBezTo>
                        <a:cubicBezTo>
                          <a:pt x="233882" y="926531"/>
                          <a:pt x="275324" y="1008960"/>
                          <a:pt x="366290" y="1008960"/>
                        </a:cubicBezTo>
                        <a:cubicBezTo>
                          <a:pt x="372352" y="1008960"/>
                          <a:pt x="514546" y="1007553"/>
                          <a:pt x="514546" y="886615"/>
                        </a:cubicBezTo>
                        <a:lnTo>
                          <a:pt x="514546" y="111"/>
                        </a:lnTo>
                        <a:lnTo>
                          <a:pt x="763772" y="111"/>
                        </a:lnTo>
                        <a:cubicBezTo>
                          <a:pt x="764067" y="116474"/>
                          <a:pt x="858381" y="210701"/>
                          <a:pt x="974745" y="210886"/>
                        </a:cubicBezTo>
                        <a:lnTo>
                          <a:pt x="974547" y="444264"/>
                        </a:lnTo>
                        <a:cubicBezTo>
                          <a:pt x="894967" y="444880"/>
                          <a:pt x="816759" y="423543"/>
                          <a:pt x="748518" y="382597"/>
                        </a:cubicBezTo>
                        <a:lnTo>
                          <a:pt x="748518" y="886536"/>
                        </a:lnTo>
                        <a:cubicBezTo>
                          <a:pt x="748518" y="1117913"/>
                          <a:pt x="551630" y="1242754"/>
                          <a:pt x="366350" y="1242754"/>
                        </a:cubicBezTo>
                        <a:cubicBezTo>
                          <a:pt x="157555" y="1242754"/>
                          <a:pt x="88" y="1073876"/>
                          <a:pt x="88" y="849848"/>
                        </a:cubicBezTo>
                        <a:close/>
                      </a:path>
                    </a:pathLst>
                  </a:custGeom>
                  <a:solidFill>
                    <a:srgbClr val="00F5FF"/>
                  </a:solidFill>
                  <a:ln w="1977" cap="flat">
                    <a:noFill/>
                    <a:prstDash val="solid"/>
                    <a:miter/>
                  </a:ln>
                </p:spPr>
                <p:txBody>
                  <a:bodyPr rtlCol="0" anchor="ctr"/>
                  <a:lstStyle/>
                  <a:p>
                    <a:endParaRPr lang="zh-CN" altLang="en-US"/>
                  </a:p>
                </p:txBody>
              </p:sp>
              <p:sp>
                <p:nvSpPr>
                  <p:cNvPr id="56" name="任意多边形: 形状 55">
                    <a:extLst>
                      <a:ext uri="{FF2B5EF4-FFF2-40B4-BE49-F238E27FC236}">
                        <a16:creationId xmlns:a16="http://schemas.microsoft.com/office/drawing/2014/main" id="{3C463A80-E8A3-BD9B-AE33-8B53F77616D2}"/>
                      </a:ext>
                    </a:extLst>
                  </p:cNvPr>
                  <p:cNvSpPr/>
                  <p:nvPr/>
                </p:nvSpPr>
                <p:spPr>
                  <a:xfrm>
                    <a:off x="5688676" y="3913797"/>
                    <a:ext cx="142094" cy="183326"/>
                  </a:xfrm>
                  <a:custGeom>
                    <a:avLst/>
                    <a:gdLst>
                      <a:gd name="connsiteX0" fmla="*/ 330195 w 915463"/>
                      <a:gd name="connsiteY0" fmla="*/ 465362 h 1181103"/>
                      <a:gd name="connsiteX1" fmla="*/ 85961 w 915463"/>
                      <a:gd name="connsiteY1" fmla="*/ 1107196 h 1181103"/>
                      <a:gd name="connsiteX2" fmla="*/ 689285 w 915463"/>
                      <a:gd name="connsiteY2" fmla="*/ 834852 h 1181103"/>
                      <a:gd name="connsiteX3" fmla="*/ 689008 w 915463"/>
                      <a:gd name="connsiteY3" fmla="*/ 321147 h 1181103"/>
                      <a:gd name="connsiteX4" fmla="*/ 915453 w 915463"/>
                      <a:gd name="connsiteY4" fmla="*/ 382438 h 1181103"/>
                      <a:gd name="connsiteX5" fmla="*/ 915453 w 915463"/>
                      <a:gd name="connsiteY5" fmla="*/ 201714 h 1181103"/>
                      <a:gd name="connsiteX6" fmla="*/ 800081 w 915463"/>
                      <a:gd name="connsiteY6" fmla="*/ 114829 h 1181103"/>
                      <a:gd name="connsiteX7" fmla="*/ 713394 w 915463"/>
                      <a:gd name="connsiteY7" fmla="*/ 111 h 1181103"/>
                      <a:gd name="connsiteX8" fmla="*/ 517396 w 915463"/>
                      <a:gd name="connsiteY8" fmla="*/ 111 h 1181103"/>
                      <a:gd name="connsiteX9" fmla="*/ 517179 w 915463"/>
                      <a:gd name="connsiteY9" fmla="*/ 889725 h 1181103"/>
                      <a:gd name="connsiteX10" fmla="*/ 256998 w 915463"/>
                      <a:gd name="connsiteY10" fmla="*/ 937684 h 1181103"/>
                      <a:gd name="connsiteX11" fmla="*/ 330393 w 915463"/>
                      <a:gd name="connsiteY11" fmla="*/ 632496 h 1181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5463" h="1181103">
                        <a:moveTo>
                          <a:pt x="330195" y="465362"/>
                        </a:moveTo>
                        <a:cubicBezTo>
                          <a:pt x="78493" y="497335"/>
                          <a:pt x="-120595" y="818252"/>
                          <a:pt x="85961" y="1107196"/>
                        </a:cubicBezTo>
                        <a:cubicBezTo>
                          <a:pt x="276768" y="1263257"/>
                          <a:pt x="678271" y="1172568"/>
                          <a:pt x="689285" y="834852"/>
                        </a:cubicBezTo>
                        <a:lnTo>
                          <a:pt x="689008" y="321147"/>
                        </a:lnTo>
                        <a:cubicBezTo>
                          <a:pt x="757649" y="361464"/>
                          <a:pt x="835847" y="382630"/>
                          <a:pt x="915453" y="382438"/>
                        </a:cubicBezTo>
                        <a:lnTo>
                          <a:pt x="915453" y="201714"/>
                        </a:lnTo>
                        <a:cubicBezTo>
                          <a:pt x="868656" y="185905"/>
                          <a:pt x="828201" y="155438"/>
                          <a:pt x="800081" y="114829"/>
                        </a:cubicBezTo>
                        <a:cubicBezTo>
                          <a:pt x="758837" y="87713"/>
                          <a:pt x="728217" y="47192"/>
                          <a:pt x="713394" y="111"/>
                        </a:cubicBezTo>
                        <a:lnTo>
                          <a:pt x="517396" y="111"/>
                        </a:lnTo>
                        <a:lnTo>
                          <a:pt x="517179" y="889725"/>
                        </a:lnTo>
                        <a:cubicBezTo>
                          <a:pt x="517000" y="1014090"/>
                          <a:pt x="309632" y="1058365"/>
                          <a:pt x="256998" y="937684"/>
                        </a:cubicBezTo>
                        <a:cubicBezTo>
                          <a:pt x="125145" y="874650"/>
                          <a:pt x="154958" y="635111"/>
                          <a:pt x="330393" y="632496"/>
                        </a:cubicBezTo>
                        <a:close/>
                      </a:path>
                    </a:pathLst>
                  </a:custGeom>
                  <a:solidFill>
                    <a:srgbClr val="FFFFFF"/>
                  </a:solidFill>
                  <a:ln w="1977" cap="flat">
                    <a:noFill/>
                    <a:prstDash val="solid"/>
                    <a:miter/>
                  </a:ln>
                </p:spPr>
                <p:txBody>
                  <a:bodyPr rtlCol="0" anchor="ctr"/>
                  <a:lstStyle/>
                  <a:p>
                    <a:endParaRPr lang="zh-CN" altLang="en-US"/>
                  </a:p>
                </p:txBody>
              </p:sp>
            </p:grpSp>
          </p:grpSp>
        </p:grpSp>
      </p:grpSp>
      <p:grpSp>
        <p:nvGrpSpPr>
          <p:cNvPr id="20" name="组合 19">
            <a:extLst>
              <a:ext uri="{FF2B5EF4-FFF2-40B4-BE49-F238E27FC236}">
                <a16:creationId xmlns:a16="http://schemas.microsoft.com/office/drawing/2014/main" id="{DD9EA821-F984-4669-EA0C-BE1806415DE3}"/>
              </a:ext>
            </a:extLst>
          </p:cNvPr>
          <p:cNvGrpSpPr/>
          <p:nvPr/>
        </p:nvGrpSpPr>
        <p:grpSpPr>
          <a:xfrm>
            <a:off x="639654" y="3254342"/>
            <a:ext cx="1368001" cy="1368000"/>
            <a:chOff x="645646" y="3254342"/>
            <a:chExt cx="1368001" cy="1368000"/>
          </a:xfrm>
        </p:grpSpPr>
        <p:sp>
          <p:nvSpPr>
            <p:cNvPr id="26" name="矩形: 圆角 25">
              <a:extLst>
                <a:ext uri="{FF2B5EF4-FFF2-40B4-BE49-F238E27FC236}">
                  <a16:creationId xmlns:a16="http://schemas.microsoft.com/office/drawing/2014/main" id="{E3A05637-B374-1042-609C-6B6857B12A76}"/>
                </a:ext>
              </a:extLst>
            </p:cNvPr>
            <p:cNvSpPr/>
            <p:nvPr/>
          </p:nvSpPr>
          <p:spPr>
            <a:xfrm>
              <a:off x="645646" y="3254342"/>
              <a:ext cx="1368001"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a:extLst>
                <a:ext uri="{FF2B5EF4-FFF2-40B4-BE49-F238E27FC236}">
                  <a16:creationId xmlns:a16="http://schemas.microsoft.com/office/drawing/2014/main" id="{E4162175-CEA8-54AC-1BF5-DCC85F38B8C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2894" y="3313513"/>
              <a:ext cx="1259512" cy="1259512"/>
            </a:xfrm>
            <a:prstGeom prst="rect">
              <a:avLst/>
            </a:prstGeom>
            <a:noFill/>
            <a:extLst>
              <a:ext uri="{909E8E84-426E-40DD-AFC4-6F175D3DCCD1}">
                <a14:hiddenFill xmlns:a14="http://schemas.microsoft.com/office/drawing/2010/main">
                  <a:solidFill>
                    <a:srgbClr val="FFFFFF"/>
                  </a:solidFill>
                </a14:hiddenFill>
              </a:ext>
            </a:extLst>
          </p:spPr>
        </p:pic>
        <p:pic>
          <p:nvPicPr>
            <p:cNvPr id="63" name="图片 62" descr="图形用户界面, 应用程序&#10;&#10;描述已自动生成">
              <a:extLst>
                <a:ext uri="{FF2B5EF4-FFF2-40B4-BE49-F238E27FC236}">
                  <a16:creationId xmlns:a16="http://schemas.microsoft.com/office/drawing/2014/main" id="{949BD465-CFA4-24C1-D1DF-B9F42E85D6AA}"/>
                </a:ext>
              </a:extLst>
            </p:cNvPr>
            <p:cNvPicPr>
              <a:picLocks noChangeAspect="1"/>
            </p:cNvPicPr>
            <p:nvPr/>
          </p:nvPicPr>
          <p:blipFill rotWithShape="1">
            <a:blip r:embed="rId13">
              <a:extLst>
                <a:ext uri="{28A0092B-C50C-407E-A947-70E740481C1C}">
                  <a14:useLocalDpi xmlns:a14="http://schemas.microsoft.com/office/drawing/2010/main" val="0"/>
                </a:ext>
              </a:extLst>
            </a:blip>
            <a:srcRect l="32153" t="31600" r="31817" b="31457"/>
            <a:stretch/>
          </p:blipFill>
          <p:spPr>
            <a:xfrm>
              <a:off x="1198861" y="3806090"/>
              <a:ext cx="267577" cy="274357"/>
            </a:xfrm>
            <a:prstGeom prst="rect">
              <a:avLst/>
            </a:prstGeom>
            <a:solidFill>
              <a:srgbClr val="FFFFFF"/>
            </a:solidFill>
            <a:ln>
              <a:solidFill>
                <a:srgbClr val="FFFFFF"/>
              </a:solidFill>
            </a:ln>
          </p:spPr>
        </p:pic>
      </p:grpSp>
      <p:grpSp>
        <p:nvGrpSpPr>
          <p:cNvPr id="1027" name="组合 1026">
            <a:extLst>
              <a:ext uri="{FF2B5EF4-FFF2-40B4-BE49-F238E27FC236}">
                <a16:creationId xmlns:a16="http://schemas.microsoft.com/office/drawing/2014/main" id="{57655527-BA24-D53F-DE51-917C7CA056F9}"/>
              </a:ext>
            </a:extLst>
          </p:cNvPr>
          <p:cNvGrpSpPr/>
          <p:nvPr/>
        </p:nvGrpSpPr>
        <p:grpSpPr>
          <a:xfrm>
            <a:off x="8351646" y="3254342"/>
            <a:ext cx="1368001" cy="1368000"/>
            <a:chOff x="9361300" y="3213004"/>
            <a:chExt cx="1509223" cy="1509222"/>
          </a:xfrm>
        </p:grpSpPr>
        <p:sp>
          <p:nvSpPr>
            <p:cNvPr id="58" name="矩形: 圆角 57">
              <a:extLst>
                <a:ext uri="{FF2B5EF4-FFF2-40B4-BE49-F238E27FC236}">
                  <a16:creationId xmlns:a16="http://schemas.microsoft.com/office/drawing/2014/main" id="{73FE04D0-A350-450C-509C-104CBD24D54C}"/>
                </a:ext>
              </a:extLst>
            </p:cNvPr>
            <p:cNvSpPr/>
            <p:nvPr/>
          </p:nvSpPr>
          <p:spPr>
            <a:xfrm>
              <a:off x="9361300" y="3213004"/>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25" name="组合 1024">
              <a:extLst>
                <a:ext uri="{FF2B5EF4-FFF2-40B4-BE49-F238E27FC236}">
                  <a16:creationId xmlns:a16="http://schemas.microsoft.com/office/drawing/2014/main" id="{ABAAB98A-71B9-93DF-CF2A-9596C011D744}"/>
                </a:ext>
              </a:extLst>
            </p:cNvPr>
            <p:cNvGrpSpPr/>
            <p:nvPr/>
          </p:nvGrpSpPr>
          <p:grpSpPr>
            <a:xfrm>
              <a:off x="9450123" y="3310337"/>
              <a:ext cx="1331575" cy="1314557"/>
              <a:chOff x="9454554" y="3310337"/>
              <a:chExt cx="1331575" cy="1314557"/>
            </a:xfrm>
          </p:grpSpPr>
          <p:pic>
            <p:nvPicPr>
              <p:cNvPr id="135" name="图片 134" descr="QR 代码&#10;&#10;描述已自动生成">
                <a:extLst>
                  <a:ext uri="{FF2B5EF4-FFF2-40B4-BE49-F238E27FC236}">
                    <a16:creationId xmlns:a16="http://schemas.microsoft.com/office/drawing/2014/main" id="{36C3624D-62BD-8533-DE90-A3FC9D1E4D5D}"/>
                  </a:ext>
                </a:extLst>
              </p:cNvPr>
              <p:cNvPicPr>
                <a:picLocks noChangeAspect="1"/>
              </p:cNvPicPr>
              <p:nvPr/>
            </p:nvPicPr>
            <p:blipFill rotWithShape="1">
              <a:blip r:embed="rId14">
                <a:extLst>
                  <a:ext uri="{28A0092B-C50C-407E-A947-70E740481C1C}">
                    <a14:useLocalDpi xmlns:a14="http://schemas.microsoft.com/office/drawing/2010/main" val="0"/>
                  </a:ext>
                </a:extLst>
              </a:blip>
              <a:srcRect l="15848" t="26200" r="15159" b="19595"/>
              <a:stretch/>
            </p:blipFill>
            <p:spPr>
              <a:xfrm>
                <a:off x="9454554" y="3310337"/>
                <a:ext cx="1331575" cy="1314557"/>
              </a:xfrm>
              <a:prstGeom prst="rect">
                <a:avLst/>
              </a:prstGeom>
            </p:spPr>
          </p:pic>
          <p:grpSp>
            <p:nvGrpSpPr>
              <p:cNvPr id="143" name="组合 142">
                <a:extLst>
                  <a:ext uri="{FF2B5EF4-FFF2-40B4-BE49-F238E27FC236}">
                    <a16:creationId xmlns:a16="http://schemas.microsoft.com/office/drawing/2014/main" id="{ED82649F-D61F-61F9-8FA0-367AC89C1099}"/>
                  </a:ext>
                </a:extLst>
              </p:cNvPr>
              <p:cNvGrpSpPr/>
              <p:nvPr/>
            </p:nvGrpSpPr>
            <p:grpSpPr>
              <a:xfrm>
                <a:off x="9959600" y="3820016"/>
                <a:ext cx="321483" cy="295200"/>
                <a:chOff x="9736169" y="3796703"/>
                <a:chExt cx="319521" cy="273735"/>
              </a:xfrm>
            </p:grpSpPr>
            <p:sp>
              <p:nvSpPr>
                <p:cNvPr id="137" name="矩形: 圆角 136">
                  <a:extLst>
                    <a:ext uri="{FF2B5EF4-FFF2-40B4-BE49-F238E27FC236}">
                      <a16:creationId xmlns:a16="http://schemas.microsoft.com/office/drawing/2014/main" id="{2C785318-74EA-0CAC-83B4-B040FD311C3B}"/>
                    </a:ext>
                  </a:extLst>
                </p:cNvPr>
                <p:cNvSpPr/>
                <p:nvPr/>
              </p:nvSpPr>
              <p:spPr>
                <a:xfrm>
                  <a:off x="9736169" y="3796703"/>
                  <a:ext cx="319521" cy="273735"/>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图形 45">
                  <a:extLst>
                    <a:ext uri="{FF2B5EF4-FFF2-40B4-BE49-F238E27FC236}">
                      <a16:creationId xmlns:a16="http://schemas.microsoft.com/office/drawing/2014/main" id="{C27A176A-8F8D-527D-1B2F-0EAF88C2A520}"/>
                    </a:ext>
                  </a:extLst>
                </p:cNvPr>
                <p:cNvSpPr/>
                <p:nvPr/>
              </p:nvSpPr>
              <p:spPr>
                <a:xfrm>
                  <a:off x="9794219" y="3844061"/>
                  <a:ext cx="203420" cy="179017"/>
                </a:xfrm>
                <a:custGeom>
                  <a:avLst/>
                  <a:gdLst>
                    <a:gd name="connsiteX0" fmla="*/ 41698 w 348174"/>
                    <a:gd name="connsiteY0" fmla="*/ 7060 h 306405"/>
                    <a:gd name="connsiteX1" fmla="*/ 119653 w 348174"/>
                    <a:gd name="connsiteY1" fmla="*/ 85014 h 306405"/>
                    <a:gd name="connsiteX2" fmla="*/ 181448 w 348174"/>
                    <a:gd name="connsiteY2" fmla="*/ 188894 h 306405"/>
                    <a:gd name="connsiteX3" fmla="*/ 231169 w 348174"/>
                    <a:gd name="connsiteY3" fmla="*/ 265428 h 306405"/>
                    <a:gd name="connsiteX4" fmla="*/ 274496 w 348174"/>
                    <a:gd name="connsiteY4" fmla="*/ 305915 h 306405"/>
                    <a:gd name="connsiteX5" fmla="*/ 340731 w 348174"/>
                    <a:gd name="connsiteY5" fmla="*/ 154090 h 306405"/>
                    <a:gd name="connsiteX6" fmla="*/ 344993 w 348174"/>
                    <a:gd name="connsiteY6" fmla="*/ 124968 h 306405"/>
                    <a:gd name="connsiteX7" fmla="*/ 328123 w 348174"/>
                    <a:gd name="connsiteY7" fmla="*/ 667 h 306405"/>
                    <a:gd name="connsiteX8" fmla="*/ 292609 w 348174"/>
                    <a:gd name="connsiteY8" fmla="*/ 14696 h 306405"/>
                    <a:gd name="connsiteX9" fmla="*/ 148597 w 348174"/>
                    <a:gd name="connsiteY9" fmla="*/ 220680 h 306405"/>
                    <a:gd name="connsiteX10" fmla="*/ 69400 w 348174"/>
                    <a:gd name="connsiteY10" fmla="*/ 302896 h 306405"/>
                    <a:gd name="connsiteX11" fmla="*/ 21278 w 348174"/>
                    <a:gd name="connsiteY11" fmla="*/ 221213 h 306405"/>
                    <a:gd name="connsiteX12" fmla="*/ 857 w 348174"/>
                    <a:gd name="connsiteY12" fmla="*/ 56248 h 306405"/>
                    <a:gd name="connsiteX13" fmla="*/ 18614 w 348174"/>
                    <a:gd name="connsiteY13" fmla="*/ -43 h 306405"/>
                    <a:gd name="connsiteX14" fmla="*/ 41698 w 348174"/>
                    <a:gd name="connsiteY14" fmla="*/ 7060 h 306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8174" h="306405">
                      <a:moveTo>
                        <a:pt x="41698" y="7060"/>
                      </a:moveTo>
                      <a:cubicBezTo>
                        <a:pt x="71184" y="29292"/>
                        <a:pt x="97423" y="55520"/>
                        <a:pt x="119653" y="85014"/>
                      </a:cubicBezTo>
                      <a:cubicBezTo>
                        <a:pt x="142562" y="118220"/>
                        <a:pt x="163206" y="152918"/>
                        <a:pt x="181448" y="188894"/>
                      </a:cubicBezTo>
                      <a:cubicBezTo>
                        <a:pt x="195759" y="215814"/>
                        <a:pt x="212396" y="241420"/>
                        <a:pt x="231169" y="265428"/>
                      </a:cubicBezTo>
                      <a:cubicBezTo>
                        <a:pt x="252833" y="292774"/>
                        <a:pt x="263842" y="306447"/>
                        <a:pt x="274496" y="305915"/>
                      </a:cubicBezTo>
                      <a:cubicBezTo>
                        <a:pt x="313385" y="303606"/>
                        <a:pt x="337357" y="172025"/>
                        <a:pt x="340731" y="154090"/>
                      </a:cubicBezTo>
                      <a:cubicBezTo>
                        <a:pt x="343217" y="139884"/>
                        <a:pt x="344460" y="129940"/>
                        <a:pt x="344993" y="124968"/>
                      </a:cubicBezTo>
                      <a:cubicBezTo>
                        <a:pt x="346413" y="111473"/>
                        <a:pt x="357245" y="12209"/>
                        <a:pt x="328123" y="667"/>
                      </a:cubicBezTo>
                      <a:cubicBezTo>
                        <a:pt x="317469" y="-3594"/>
                        <a:pt x="304329" y="5284"/>
                        <a:pt x="292609" y="14696"/>
                      </a:cubicBezTo>
                      <a:cubicBezTo>
                        <a:pt x="227440" y="66369"/>
                        <a:pt x="205598" y="132249"/>
                        <a:pt x="148597" y="220680"/>
                      </a:cubicBezTo>
                      <a:cubicBezTo>
                        <a:pt x="96568" y="301120"/>
                        <a:pt x="78634" y="304317"/>
                        <a:pt x="69400" y="302896"/>
                      </a:cubicBezTo>
                      <a:cubicBezTo>
                        <a:pt x="48624" y="299877"/>
                        <a:pt x="38147" y="269512"/>
                        <a:pt x="21278" y="221213"/>
                      </a:cubicBezTo>
                      <a:cubicBezTo>
                        <a:pt x="4239" y="167976"/>
                        <a:pt x="-2686" y="112023"/>
                        <a:pt x="857" y="56248"/>
                      </a:cubicBezTo>
                      <a:cubicBezTo>
                        <a:pt x="2810" y="23396"/>
                        <a:pt x="7604" y="2976"/>
                        <a:pt x="18614" y="-43"/>
                      </a:cubicBezTo>
                      <a:cubicBezTo>
                        <a:pt x="27008" y="-1588"/>
                        <a:pt x="35627" y="1058"/>
                        <a:pt x="41698" y="7060"/>
                      </a:cubicBezTo>
                      <a:close/>
                    </a:path>
                  </a:pathLst>
                </a:custGeom>
                <a:noFill/>
                <a:ln w="15875" cap="flat">
                  <a:solidFill>
                    <a:srgbClr val="F4A470"/>
                  </a:solidFill>
                  <a:prstDash val="solid"/>
                  <a:miter/>
                </a:ln>
              </p:spPr>
              <p:txBody>
                <a:bodyPr rtlCol="0" anchor="ctr"/>
                <a:lstStyle/>
                <a:p>
                  <a:endParaRPr lang="zh-CN" altLang="en-US" dirty="0"/>
                </a:p>
              </p:txBody>
            </p:sp>
          </p:grpSp>
        </p:grpSp>
      </p:grpSp>
      <p:sp>
        <p:nvSpPr>
          <p:cNvPr id="142" name="矩形 190">
            <a:extLst>
              <a:ext uri="{FF2B5EF4-FFF2-40B4-BE49-F238E27FC236}">
                <a16:creationId xmlns:a16="http://schemas.microsoft.com/office/drawing/2014/main" id="{2E6569E9-320F-390C-3205-EF77B9DBC45D}"/>
              </a:ext>
            </a:extLst>
          </p:cNvPr>
          <p:cNvSpPr/>
          <p:nvPr/>
        </p:nvSpPr>
        <p:spPr>
          <a:xfrm>
            <a:off x="8405890"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微信视频号</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287316794"/>
      </p:ext>
    </p:extLst>
  </p:cSld>
  <p:clrMapOvr>
    <a:masterClrMapping/>
  </p:clrMapOvr>
</p:sld>
</file>

<file path=ppt/slides/slide13.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BE95CA9-458F-B3CC-8303-14563A213154}"/>
              </a:ext>
            </a:extLst>
          </p:cNvPr>
          <p:cNvGrpSpPr/>
          <p:nvPr/>
        </p:nvGrpSpPr>
        <p:grpSpPr>
          <a:xfrm>
            <a:off x="5252647" y="0"/>
            <a:ext cx="6939359" cy="6858000"/>
            <a:chOff x="5252643" y="0"/>
            <a:chExt cx="6939358" cy="6858000"/>
          </a:xfrm>
          <a:solidFill>
            <a:schemeClr val="tx2">
              <a:alpha val="20000"/>
            </a:schemeClr>
          </a:solidFill>
        </p:grpSpPr>
        <p:sp>
          <p:nvSpPr>
            <p:cNvPr id="11" name="任意多边形: 形状 10">
              <a:extLst>
                <a:ext uri="{FF2B5EF4-FFF2-40B4-BE49-F238E27FC236}">
                  <a16:creationId xmlns:a16="http://schemas.microsoft.com/office/drawing/2014/main" id="{30DFF5BB-C0F5-38FE-12DA-6B156C73D714}"/>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2" name="任意多边形: 形状 11">
              <a:extLst>
                <a:ext uri="{FF2B5EF4-FFF2-40B4-BE49-F238E27FC236}">
                  <a16:creationId xmlns:a16="http://schemas.microsoft.com/office/drawing/2014/main" id="{C36B23CC-44CF-5A26-16A4-B517D7647186}"/>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3" name="任意多边形: 形状 12">
              <a:extLst>
                <a:ext uri="{FF2B5EF4-FFF2-40B4-BE49-F238E27FC236}">
                  <a16:creationId xmlns:a16="http://schemas.microsoft.com/office/drawing/2014/main" id="{D6312AB6-0552-36C2-2C80-B5E3E6F86949}"/>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2" name="矩形 189">
            <a:extLst>
              <a:ext uri="{FF2B5EF4-FFF2-40B4-BE49-F238E27FC236}">
                <a16:creationId xmlns:a16="http://schemas.microsoft.com/office/drawing/2014/main" id="{1DF5F10D-FA28-EF46-5024-681143D90CB4}"/>
              </a:ext>
            </a:extLst>
          </p:cNvPr>
          <p:cNvSpPr/>
          <p:nvPr/>
        </p:nvSpPr>
        <p:spPr>
          <a:xfrm>
            <a:off x="660400" y="4310626"/>
            <a:ext cx="2620128" cy="335156"/>
          </a:xfrm>
          <a:prstGeom prst="rect">
            <a:avLst/>
          </a:prstGeom>
          <a:noFill/>
          <a:ln>
            <a:noFill/>
          </a:ln>
        </p:spPr>
        <p:txBody>
          <a:bodyPr wrap="square" anchor="ctr">
            <a:spAutoFit/>
          </a:bodyPr>
          <a:lstStyle/>
          <a:p>
            <a:pPr defTabSz="914332">
              <a:lnSpc>
                <a:spcPct val="150000"/>
              </a:lnSpc>
              <a:defRPr/>
            </a:pPr>
            <a:r>
              <a:rPr lang="en-US" altLang="zh-CN" sz="12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2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4" name="组合 3">
            <a:extLst>
              <a:ext uri="{FF2B5EF4-FFF2-40B4-BE49-F238E27FC236}">
                <a16:creationId xmlns:a16="http://schemas.microsoft.com/office/drawing/2014/main" id="{589332AF-9241-F3C4-8C4F-05F9BE664A9B}"/>
              </a:ext>
            </a:extLst>
          </p:cNvPr>
          <p:cNvGrpSpPr/>
          <p:nvPr/>
        </p:nvGrpSpPr>
        <p:grpSpPr>
          <a:xfrm>
            <a:off x="3550920" y="1208291"/>
            <a:ext cx="7967981" cy="5027408"/>
            <a:chOff x="3898800" y="2171140"/>
            <a:chExt cx="7619676" cy="4778460"/>
          </a:xfrm>
        </p:grpSpPr>
        <p:sp>
          <p:nvSpPr>
            <p:cNvPr id="5" name="矩形 4">
              <a:extLst>
                <a:ext uri="{FF2B5EF4-FFF2-40B4-BE49-F238E27FC236}">
                  <a16:creationId xmlns:a16="http://schemas.microsoft.com/office/drawing/2014/main" id="{D13BBE83-7819-57D2-1F1E-8270C438199B}"/>
                </a:ext>
              </a:extLst>
            </p:cNvPr>
            <p:cNvSpPr/>
            <p:nvPr/>
          </p:nvSpPr>
          <p:spPr>
            <a:xfrm>
              <a:off x="3898800" y="2482990"/>
              <a:ext cx="7619676" cy="2025830"/>
            </a:xfrm>
            <a:prstGeom prst="rect">
              <a:avLst/>
            </a:prstGeom>
            <a:ln w="3175">
              <a:noFill/>
            </a:ln>
          </p:spPr>
          <p:txBody>
            <a:bodyPr wrap="square">
              <a:noAutofit/>
            </a:bodyPr>
            <a:lstStyle/>
            <a:p>
              <a:pPr>
                <a:lnSpc>
                  <a:spcPct val="150000"/>
                </a:lnSpc>
              </a:pPr>
              <a:r>
                <a:rPr lang="zh-CN" altLang="en-US" sz="700" dirty="0">
                  <a:latin typeface="Arial" panose="020B0604020202020204" pitchFamily="34" charset="0"/>
                  <a:ea typeface="微软雅黑" panose="020B0503020204020204" pitchFamily="34" charset="-122"/>
                  <a:sym typeface="Arial" panose="020B0604020202020204" pitchFamily="34" charset="0"/>
                </a:rPr>
                <a:t>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文件由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提供</a:t>
              </a:r>
              <a:br>
                <a:rPr lang="zh-CN" altLang="en-US" sz="700" dirty="0">
                  <a:latin typeface="Arial" panose="020B0604020202020204" pitchFamily="34" charset="0"/>
                  <a:ea typeface="微软雅黑" panose="020B0503020204020204" pitchFamily="34" charset="-122"/>
                  <a:sym typeface="Arial" panose="020B0604020202020204" pitchFamily="34" charset="0"/>
                </a:rPr>
              </a:b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尊重知识产权并注重保护用户及原始权利人享有的各项合法权利。</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zh-CN" altLang="en-US" sz="700" dirty="0">
                  <a:latin typeface="Arial" panose="020B0604020202020204" pitchFamily="34" charset="0"/>
                  <a:ea typeface="微软雅黑" panose="020B0503020204020204" pitchFamily="34" charset="-122"/>
                  <a:sym typeface="Arial" panose="020B0604020202020204" pitchFamily="34" charset="0"/>
                </a:rPr>
                <a:t>郑重提醒您：</a:t>
              </a:r>
              <a:br>
                <a:rPr lang="zh-CN" altLang="en-US" sz="700" dirty="0">
                  <a:latin typeface="Arial" panose="020B0604020202020204" pitchFamily="34" charset="0"/>
                  <a:ea typeface="微软雅黑" panose="020B0503020204020204" pitchFamily="34" charset="-122"/>
                  <a:sym typeface="Arial" panose="020B0604020202020204" pitchFamily="34" charset="0"/>
                </a:rPr>
              </a:br>
              <a:r>
                <a:rPr lang="zh-CN" altLang="en-US" sz="700" dirty="0">
                  <a:latin typeface="Arial" panose="020B0604020202020204" pitchFamily="34" charset="0"/>
                  <a:ea typeface="微软雅黑" panose="020B0503020204020204" pitchFamily="34" charset="-122"/>
                  <a:sym typeface="Arial" panose="020B0604020202020204" pitchFamily="34" charset="0"/>
                </a:rPr>
                <a:t>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文件中提供的任何信息内容（包括但不限于设计、版式、图形、图标、字体等元素）的所有权、知识产权或其他合法权利归其原始权利人或权利受让人所有，您免费</a:t>
              </a:r>
              <a:r>
                <a:rPr lang="en-US" altLang="zh-CN" sz="700" dirty="0">
                  <a:latin typeface="Arial" panose="020B0604020202020204" pitchFamily="34" charset="0"/>
                  <a:ea typeface="微软雅黑" panose="020B0503020204020204" pitchFamily="34" charset="-122"/>
                  <a:sym typeface="Arial" panose="020B0604020202020204" pitchFamily="34" charset="0"/>
                </a:rPr>
                <a:t>/</a:t>
              </a:r>
              <a:r>
                <a:rPr lang="zh-CN" altLang="en-US" sz="700" dirty="0">
                  <a:latin typeface="Arial" panose="020B0604020202020204" pitchFamily="34" charset="0"/>
                  <a:ea typeface="微软雅黑" panose="020B0503020204020204" pitchFamily="34" charset="-122"/>
                  <a:sym typeface="Arial" panose="020B0604020202020204" pitchFamily="34" charset="0"/>
                </a:rPr>
                <a:t>付费获得的是信息内容的使用权，您应用于非商业用途。您的使用行为应当遵循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官方网站（ </a:t>
              </a:r>
              <a:r>
                <a:rPr lang="en-US" altLang="zh-CN" sz="700" dirty="0">
                  <a:latin typeface="Arial" panose="020B0604020202020204" pitchFamily="34" charset="0"/>
                  <a:ea typeface="微软雅黑" panose="020B0503020204020204" pitchFamily="34" charset="-122"/>
                  <a:sym typeface="Arial" panose="020B0604020202020204" pitchFamily="34" charset="0"/>
                  <a:hlinkClick r:id="rId4"/>
                </a:rPr>
                <a:t>https://www.islide.cc </a:t>
              </a:r>
              <a:r>
                <a:rPr lang="zh-CN" altLang="en-US" sz="700" dirty="0">
                  <a:latin typeface="Arial" panose="020B0604020202020204" pitchFamily="34" charset="0"/>
                  <a:ea typeface="微软雅黑" panose="020B0503020204020204" pitchFamily="34" charset="-122"/>
                  <a:sym typeface="Arial" panose="020B0604020202020204" pitchFamily="34" charset="0"/>
                </a:rPr>
                <a:t>）的“版权声明”、“用户协议”“会员协议”等条款的约束。</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iSlide </a:t>
              </a:r>
              <a:r>
                <a:rPr lang="zh-CN" altLang="en-US" sz="800" b="1" dirty="0">
                  <a:latin typeface="Arial" panose="020B0604020202020204" pitchFamily="34" charset="0"/>
                  <a:ea typeface="微软雅黑" panose="020B0503020204020204" pitchFamily="34" charset="-122"/>
                  <a:sym typeface="Arial" panose="020B0604020202020204" pitchFamily="34" charset="0"/>
                </a:rPr>
                <a:t>郑重提醒您：</a:t>
              </a:r>
              <a:endParaRPr lang="en-US" altLang="zh-CN" sz="800" b="1"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您不可对免费</a:t>
              </a:r>
              <a:r>
                <a:rPr lang="en-US" altLang="zh-CN" sz="700" dirty="0">
                  <a:latin typeface="Arial" panose="020B0604020202020204" pitchFamily="34" charset="0"/>
                  <a:ea typeface="微软雅黑" panose="020B0503020204020204" pitchFamily="34" charset="-122"/>
                  <a:sym typeface="Arial" panose="020B0604020202020204" pitchFamily="34" charset="0"/>
                </a:rPr>
                <a:t>/</a:t>
              </a:r>
              <a:r>
                <a:rPr lang="zh-CN" altLang="en-US" sz="700" dirty="0">
                  <a:latin typeface="Arial" panose="020B0604020202020204" pitchFamily="34" charset="0"/>
                  <a:ea typeface="微软雅黑" panose="020B0503020204020204" pitchFamily="34" charset="-122"/>
                  <a:sym typeface="Arial" panose="020B0604020202020204" pitchFamily="34" charset="0"/>
                </a:rPr>
                <a:t>付费获得而使用的</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文件主张所有权或知识产权。</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您不可将信息内容的全部或部分用于出售、出租、出借、发布等方式供他人使用。</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您对</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文件自行添加或修改的原创内容，其相关权利归您所有，但您不得主张关于本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文件本身的权利，亦不得将创作的衍生文件进行出售、出租、出借、发布等方式供他人使用。</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您不可在接入互联网或移动互联网的任何网站、平台、应用或程序上以任何方式为他人提供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工具 </a:t>
              </a:r>
              <a:r>
                <a:rPr lang="en-US" altLang="zh-CN" sz="700" dirty="0">
                  <a:latin typeface="Arial" panose="020B0604020202020204" pitchFamily="34" charset="0"/>
                  <a:ea typeface="微软雅黑" panose="020B0503020204020204" pitchFamily="34" charset="-122"/>
                  <a:sym typeface="Arial" panose="020B0604020202020204" pitchFamily="34" charset="0"/>
                </a:rPr>
                <a:t>/ </a:t>
              </a:r>
              <a:r>
                <a:rPr lang="zh-CN" altLang="en-US" sz="700" dirty="0">
                  <a:latin typeface="Arial" panose="020B0604020202020204" pitchFamily="34" charset="0"/>
                  <a:ea typeface="微软雅黑" panose="020B0503020204020204" pitchFamily="34" charset="-122"/>
                  <a:sym typeface="Arial" panose="020B0604020202020204" pitchFamily="34" charset="0"/>
                </a:rPr>
                <a:t>平台中的资源内容下载。</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您违反本提示或相关协议或违反相关法律法规所引发的任何纠纷、索赔、损失或法律责任，均由您自行承担。如因此给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或任何原始权利人、权利受让人造成损失的，您应承担相应赔偿责任。</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p:txBody>
        </p:sp>
        <p:sp>
          <p:nvSpPr>
            <p:cNvPr id="6" name="矩形 5">
              <a:extLst>
                <a:ext uri="{FF2B5EF4-FFF2-40B4-BE49-F238E27FC236}">
                  <a16:creationId xmlns:a16="http://schemas.microsoft.com/office/drawing/2014/main" id="{53F3BAB7-D034-9082-BA74-8DBA71D54D3C}"/>
                </a:ext>
              </a:extLst>
            </p:cNvPr>
            <p:cNvSpPr/>
            <p:nvPr/>
          </p:nvSpPr>
          <p:spPr>
            <a:xfrm>
              <a:off x="3898800" y="2171140"/>
              <a:ext cx="7619676" cy="292536"/>
            </a:xfrm>
            <a:prstGeom prst="rect">
              <a:avLst/>
            </a:prstGeom>
          </p:spPr>
          <p:txBody>
            <a:bodyPr wrap="none">
              <a:spAutoFit/>
            </a:bodyPr>
            <a:lstStyle/>
            <a:p>
              <a:r>
                <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重要提示 </a:t>
              </a:r>
              <a:r>
                <a:rPr lang="en-US" altLang="zh-CN"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IMPORTANT NOTE:</a:t>
              </a:r>
              <a:endPar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矩形 18">
              <a:extLst>
                <a:ext uri="{FF2B5EF4-FFF2-40B4-BE49-F238E27FC236}">
                  <a16:creationId xmlns:a16="http://schemas.microsoft.com/office/drawing/2014/main" id="{69A3C81C-6B0E-8F93-0B84-1AC3A5076E59}"/>
                </a:ext>
              </a:extLst>
            </p:cNvPr>
            <p:cNvSpPr/>
            <p:nvPr/>
          </p:nvSpPr>
          <p:spPr>
            <a:xfrm>
              <a:off x="3898800" y="4581837"/>
              <a:ext cx="7619676" cy="2367763"/>
            </a:xfrm>
            <a:prstGeom prst="rect">
              <a:avLst/>
            </a:prstGeom>
            <a:ln w="3175">
              <a:noFill/>
            </a:ln>
          </p:spPr>
          <p:txBody>
            <a:bodyPr wrap="square">
              <a:noAutofit/>
            </a:bodyPr>
            <a:lstStyle/>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IMPORTANT NOTE</a:t>
              </a:r>
              <a:r>
                <a:rPr lang="zh-CN" altLang="en-US" sz="800" b="1" dirty="0">
                  <a:latin typeface="Arial" panose="020B0604020202020204" pitchFamily="34" charset="0"/>
                  <a:ea typeface="微软雅黑" panose="020B0503020204020204" pitchFamily="34" charset="-122"/>
                  <a:sym typeface="Arial" panose="020B0604020202020204" pitchFamily="34" charset="0"/>
                </a:rPr>
                <a:t>：</a:t>
              </a:r>
              <a:endParaRPr lang="en-US" altLang="zh-CN" sz="800" b="1"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700" dirty="0">
                  <a:latin typeface="Arial" panose="020B0604020202020204" pitchFamily="34" charset="0"/>
                  <a:ea typeface="微软雅黑" panose="020B0503020204020204" pitchFamily="34" charset="-122"/>
                  <a:sym typeface="Arial" panose="020B0604020202020204" pitchFamily="34" charset="0"/>
                </a:rPr>
                <a:t>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is provided by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iSlide.iSlide</a:t>
              </a:r>
              <a:r>
                <a:rPr lang="en-US" altLang="zh-CN" sz="700" dirty="0">
                  <a:latin typeface="Arial" panose="020B0604020202020204" pitchFamily="34" charset="0"/>
                  <a:ea typeface="微软雅黑" panose="020B0503020204020204" pitchFamily="34" charset="-122"/>
                  <a:sym typeface="Arial" panose="020B0604020202020204" pitchFamily="34" charset="0"/>
                </a:rPr>
                <a:t> respects intellectual property rights and is committed to protecting the lawful rights and interests of users and original rights </a:t>
              </a:r>
              <a:r>
                <a:rPr lang="en-US" altLang="zh-CN" sz="700" dirty="0" err="1">
                  <a:latin typeface="Arial" panose="020B0604020202020204" pitchFamily="34" charset="0"/>
                  <a:ea typeface="微软雅黑" panose="020B0503020204020204" pitchFamily="34" charset="-122"/>
                  <a:sym typeface="Arial" panose="020B0604020202020204" pitchFamily="34" charset="0"/>
                </a:rPr>
                <a:t>holders.All</a:t>
              </a:r>
              <a:r>
                <a:rPr lang="en-US" altLang="zh-CN" sz="700" dirty="0">
                  <a:latin typeface="Arial" panose="020B0604020202020204" pitchFamily="34" charset="0"/>
                  <a:ea typeface="微软雅黑" panose="020B0503020204020204" pitchFamily="34" charset="-122"/>
                  <a:sym typeface="Arial" panose="020B0604020202020204" pitchFamily="34" charset="0"/>
                </a:rPr>
                <a:t> content contained in 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 including but not limited to design, layout, graphics, icons, fonts, and other elements — is the property of the original rights holders or their assignees. By obtaining this file (whether for free or via purchase), you are granted the right to use the content, solely for non-commercial purposes. Your use of this file is subject to the terms outlined in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iSlide’s</a:t>
              </a:r>
              <a:r>
                <a:rPr lang="en-US" altLang="zh-CN" sz="700" dirty="0">
                  <a:latin typeface="Arial" panose="020B0604020202020204" pitchFamily="34" charset="0"/>
                  <a:ea typeface="微软雅黑" panose="020B0503020204020204" pitchFamily="34" charset="-122"/>
                  <a:sym typeface="Arial" panose="020B0604020202020204" pitchFamily="34" charset="0"/>
                </a:rPr>
                <a:t> official website statements, including the Copyright Notice, User Agreement, and Membership Agreement (</a:t>
              </a:r>
              <a:r>
                <a:rPr lang="en-US" altLang="zh-CN" sz="700" dirty="0">
                  <a:latin typeface="Arial" panose="020B0604020202020204" pitchFamily="34" charset="0"/>
                  <a:ea typeface="微软雅黑" panose="020B0503020204020204" pitchFamily="34" charset="-122"/>
                  <a:sym typeface="Arial" panose="020B0604020202020204" pitchFamily="34" charset="0"/>
                  <a:hlinkClick r:id="rId4"/>
                </a:rPr>
                <a:t>https://www.islide.cc </a:t>
              </a:r>
              <a:r>
                <a:rPr lang="en-US" altLang="zh-CN" sz="700" dirty="0">
                  <a:latin typeface="Arial" panose="020B0604020202020204" pitchFamily="34" charset="0"/>
                  <a:ea typeface="微软雅黑" panose="020B0503020204020204" pitchFamily="34" charset="-122"/>
                  <a:sym typeface="Arial" panose="020B0604020202020204" pitchFamily="34" charset="0"/>
                </a:rPr>
                <a:t>).</a:t>
              </a:r>
            </a:p>
            <a:p>
              <a:pPr>
                <a:lnSpc>
                  <a:spcPct val="150000"/>
                </a:lnSpc>
              </a:pP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iSlide hereby reminds you:</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claim ownership or intellectual property rights over any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acquired (free or paid) from iSlide.</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sell, rent, lend, or distribute this file, in whole or in part, to any third party.</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Any original content you add or modify within 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belongs to you. However, you may not claim rights over the base file itself or commercially distribute any derivative works created from it.</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provide access to download or obtain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iSlide’s</a:t>
              </a:r>
              <a:r>
                <a:rPr lang="en-US" altLang="zh-CN" sz="700" dirty="0">
                  <a:latin typeface="Arial" panose="020B0604020202020204" pitchFamily="34" charset="0"/>
                  <a:ea typeface="微软雅黑" panose="020B0503020204020204" pitchFamily="34" charset="-122"/>
                  <a:sym typeface="Arial" panose="020B0604020202020204" pitchFamily="34" charset="0"/>
                </a:rPr>
                <a:t> content resources on any internet or mobile platform, application, or website.</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Any disputes, claims, losses, or legal liabilities arising from violation of this notice, relevant agreements, or applicable laws and regulations shall be solely borne by you. If your actions result in losses to iSlide or any original rights holder or assignee, you shall be held liable for corresponding compensation.</a:t>
              </a:r>
            </a:p>
          </p:txBody>
        </p:sp>
      </p:grpSp>
      <p:pic>
        <p:nvPicPr>
          <p:cNvPr id="7" name="图片 6">
            <a:extLst>
              <a:ext uri="{FF2B5EF4-FFF2-40B4-BE49-F238E27FC236}">
                <a16:creationId xmlns:a16="http://schemas.microsoft.com/office/drawing/2014/main" id="{42107D6E-414B-6410-6F6E-BC9A105C44C9}"/>
              </a:ext>
            </a:extLst>
          </p:cNvPr>
          <p:cNvPicPr>
            <a:picLocks/>
          </p:cNvPicPr>
          <p:nvPr/>
        </p:nvPicPr>
        <p:blipFill>
          <a:blip r:embed="rId5">
            <a:extLst>
              <a:ext uri="{28A0092B-C50C-407E-A947-70E740481C1C}">
                <a14:useLocalDpi xmlns:a14="http://schemas.microsoft.com/office/drawing/2010/main" val="0"/>
              </a:ext>
            </a:extLst>
          </a:blip>
          <a:srcRect/>
          <a:stretch/>
        </p:blipFill>
        <p:spPr>
          <a:xfrm>
            <a:off x="660400" y="5031395"/>
            <a:ext cx="1048192" cy="1048192"/>
          </a:xfrm>
          <a:prstGeom prst="rect">
            <a:avLst/>
          </a:prstGeom>
        </p:spPr>
      </p:pic>
      <p:grpSp>
        <p:nvGrpSpPr>
          <p:cNvPr id="20" name="组合 19">
            <a:extLst>
              <a:ext uri="{FF2B5EF4-FFF2-40B4-BE49-F238E27FC236}">
                <a16:creationId xmlns:a16="http://schemas.microsoft.com/office/drawing/2014/main" id="{1D5D3C75-2090-058E-6C6D-78603FF65CFD}"/>
              </a:ext>
            </a:extLst>
          </p:cNvPr>
          <p:cNvGrpSpPr/>
          <p:nvPr/>
        </p:nvGrpSpPr>
        <p:grpSpPr>
          <a:xfrm>
            <a:off x="660400" y="2513431"/>
            <a:ext cx="2620129" cy="1615994"/>
            <a:chOff x="660400" y="2513431"/>
            <a:chExt cx="2620129" cy="1615994"/>
          </a:xfrm>
        </p:grpSpPr>
        <p:sp>
          <p:nvSpPr>
            <p:cNvPr id="3" name="矩形 190">
              <a:extLst>
                <a:ext uri="{FF2B5EF4-FFF2-40B4-BE49-F238E27FC236}">
                  <a16:creationId xmlns:a16="http://schemas.microsoft.com/office/drawing/2014/main" id="{8BD58EB1-E9DD-1914-42DA-A386E06FC943}"/>
                </a:ext>
              </a:extLst>
            </p:cNvPr>
            <p:cNvSpPr>
              <a:spLocks/>
            </p:cNvSpPr>
            <p:nvPr/>
          </p:nvSpPr>
          <p:spPr>
            <a:xfrm>
              <a:off x="660400" y="2513431"/>
              <a:ext cx="2620129" cy="244169"/>
            </a:xfrm>
            <a:prstGeom prst="rect">
              <a:avLst/>
            </a:prstGeom>
            <a:noFill/>
            <a:ln>
              <a:noFill/>
            </a:ln>
          </p:spPr>
          <p:txBody>
            <a:bodyPr wrap="square" anchor="t">
              <a:normAutofit/>
            </a:bodyPr>
            <a:lstStyle/>
            <a:p>
              <a:pPr defTabSz="914332">
                <a:lnSpc>
                  <a:spcPct val="120000"/>
                </a:lnSpc>
                <a:defRPr/>
              </a:pPr>
              <a:r>
                <a:rPr lang="zh-CN" altLang="en-US" sz="900" dirty="0">
                  <a:latin typeface="Arial" panose="020B0604020202020204" pitchFamily="34" charset="0"/>
                  <a:ea typeface="微软雅黑" panose="020B0503020204020204" pitchFamily="34" charset="-122"/>
                  <a:sym typeface="Arial" panose="020B0604020202020204" pitchFamily="34" charset="0"/>
                </a:rPr>
                <a:t>海量</a:t>
              </a:r>
              <a:r>
                <a:rPr lang="en-US" altLang="zh-CN" sz="900" dirty="0">
                  <a:latin typeface="Arial" panose="020B0604020202020204" pitchFamily="34" charset="0"/>
                  <a:ea typeface="微软雅黑" panose="020B0503020204020204" pitchFamily="34" charset="-122"/>
                  <a:sym typeface="Arial" panose="020B0604020202020204" pitchFamily="34" charset="0"/>
                </a:rPr>
                <a:t>PPT</a:t>
              </a:r>
              <a:r>
                <a:rPr lang="zh-CN" altLang="en-US" sz="900" dirty="0">
                  <a:latin typeface="Arial" panose="020B0604020202020204" pitchFamily="34" charset="0"/>
                  <a:ea typeface="微软雅黑" panose="020B0503020204020204" pitchFamily="34" charset="-122"/>
                  <a:sym typeface="Arial" panose="020B0604020202020204" pitchFamily="34" charset="0"/>
                </a:rPr>
                <a:t>资源 </a:t>
              </a:r>
              <a:r>
                <a:rPr lang="en-US" altLang="zh-CN" sz="900" dirty="0">
                  <a:latin typeface="Arial" panose="020B0604020202020204" pitchFamily="34" charset="0"/>
                  <a:ea typeface="微软雅黑" panose="020B0503020204020204" pitchFamily="34" charset="-122"/>
                  <a:sym typeface="Arial" panose="020B0604020202020204" pitchFamily="34" charset="0"/>
                </a:rPr>
                <a:t>+ </a:t>
              </a:r>
              <a:r>
                <a:rPr lang="zh-CN" altLang="en-US" sz="900" dirty="0">
                  <a:latin typeface="Arial" panose="020B0604020202020204" pitchFamily="34" charset="0"/>
                  <a:ea typeface="微软雅黑" panose="020B0503020204020204" pitchFamily="34" charset="-122"/>
                  <a:sym typeface="Arial" panose="020B0604020202020204" pitchFamily="34" charset="0"/>
                </a:rPr>
                <a:t>一键优化排版 </a:t>
              </a:r>
              <a:r>
                <a:rPr lang="en-US" altLang="zh-CN" sz="900" dirty="0">
                  <a:latin typeface="Arial" panose="020B0604020202020204" pitchFamily="34" charset="0"/>
                  <a:ea typeface="微软雅黑" panose="020B0503020204020204" pitchFamily="34" charset="-122"/>
                  <a:sym typeface="Arial" panose="020B0604020202020204" pitchFamily="34" charset="0"/>
                </a:rPr>
                <a:t>+ AI</a:t>
              </a:r>
              <a:r>
                <a:rPr lang="zh-CN" altLang="en-US" sz="900" dirty="0">
                  <a:latin typeface="Arial" panose="020B0604020202020204" pitchFamily="34" charset="0"/>
                  <a:ea typeface="微软雅黑" panose="020B0503020204020204" pitchFamily="34" charset="-122"/>
                  <a:sym typeface="Arial" panose="020B0604020202020204" pitchFamily="34" charset="0"/>
                </a:rPr>
                <a:t>智能生成</a:t>
              </a:r>
              <a:r>
                <a:rPr lang="en-US" altLang="zh-CN" sz="900" dirty="0">
                  <a:latin typeface="Arial" panose="020B0604020202020204" pitchFamily="34" charset="0"/>
                  <a:ea typeface="微软雅黑" panose="020B0503020204020204" pitchFamily="34" charset="-122"/>
                  <a:sym typeface="Arial" panose="020B0604020202020204" pitchFamily="34" charset="0"/>
                </a:rPr>
                <a:t>PPT</a:t>
              </a:r>
            </a:p>
          </p:txBody>
        </p:sp>
        <p:sp>
          <p:nvSpPr>
            <p:cNvPr id="8" name="矩形 190">
              <a:extLst>
                <a:ext uri="{FF2B5EF4-FFF2-40B4-BE49-F238E27FC236}">
                  <a16:creationId xmlns:a16="http://schemas.microsoft.com/office/drawing/2014/main" id="{6307B696-98F5-3DE8-A9C9-EB3731B4DF01}"/>
                </a:ext>
              </a:extLst>
            </p:cNvPr>
            <p:cNvSpPr>
              <a:spLocks/>
            </p:cNvSpPr>
            <p:nvPr/>
          </p:nvSpPr>
          <p:spPr>
            <a:xfrm>
              <a:off x="660400" y="2807122"/>
              <a:ext cx="2620129" cy="294824"/>
            </a:xfrm>
            <a:prstGeom prst="rect">
              <a:avLst/>
            </a:prstGeom>
            <a:noFill/>
            <a:ln>
              <a:noFill/>
            </a:ln>
          </p:spPr>
          <p:txBody>
            <a:bodyPr wrap="square" anchor="t">
              <a:spAutoFit/>
            </a:bodyPr>
            <a:lstStyle/>
            <a:p>
              <a:pPr defTabSz="914332">
                <a:lnSpc>
                  <a:spcPct val="120000"/>
                </a:lnSpc>
                <a:defRPr/>
              </a:pPr>
              <a:r>
                <a:rPr lang="en-US" altLang="zh-CN" sz="1200" b="1"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b="1" dirty="0">
                  <a:latin typeface="Arial" panose="020B0604020202020204" pitchFamily="34" charset="0"/>
                  <a:ea typeface="微软雅黑" panose="020B0503020204020204" pitchFamily="34" charset="-122"/>
                  <a:sym typeface="Arial" panose="020B0604020202020204" pitchFamily="34" charset="0"/>
                </a:rPr>
                <a:t>，让 </a:t>
              </a:r>
              <a:r>
                <a:rPr lang="en-US" altLang="zh-CN" sz="1200" b="1" dirty="0">
                  <a:latin typeface="Arial" panose="020B0604020202020204" pitchFamily="34" charset="0"/>
                  <a:ea typeface="微软雅黑" panose="020B0503020204020204" pitchFamily="34" charset="-122"/>
                  <a:sym typeface="Arial" panose="020B0604020202020204" pitchFamily="34" charset="0"/>
                </a:rPr>
                <a:t>PPT </a:t>
              </a:r>
              <a:r>
                <a:rPr lang="zh-CN" altLang="en-US" sz="1200" b="1" dirty="0">
                  <a:latin typeface="Arial" panose="020B0604020202020204" pitchFamily="34" charset="0"/>
                  <a:ea typeface="微软雅黑" panose="020B0503020204020204" pitchFamily="34" charset="-122"/>
                  <a:sym typeface="Arial" panose="020B0604020202020204" pitchFamily="34" charset="0"/>
                </a:rPr>
                <a:t>设计简单起来！</a:t>
              </a:r>
              <a:endParaRPr lang="en-US" altLang="zh-CN" sz="900" b="1"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extLst>
                <a:ext uri="{FF2B5EF4-FFF2-40B4-BE49-F238E27FC236}">
                  <a16:creationId xmlns:a16="http://schemas.microsoft.com/office/drawing/2014/main" id="{20B32F7E-7C3A-5D94-853E-297AB8D2E0F4}"/>
                </a:ext>
              </a:extLst>
            </p:cNvPr>
            <p:cNvSpPr>
              <a:spLocks/>
            </p:cNvSpPr>
            <p:nvPr/>
          </p:nvSpPr>
          <p:spPr>
            <a:xfrm>
              <a:off x="660400" y="3206095"/>
              <a:ext cx="2620128" cy="923330"/>
            </a:xfrm>
            <a:prstGeom prst="rect">
              <a:avLst/>
            </a:prstGeom>
            <a:noFill/>
            <a:ln>
              <a:noFill/>
            </a:ln>
          </p:spPr>
          <p:txBody>
            <a:bodyPr wrap="square" anchor="t">
              <a:spAutoFit/>
            </a:bodyPr>
            <a:lstStyle/>
            <a:p>
              <a:pPr defTabSz="914332">
                <a:defRPr/>
              </a:pPr>
              <a:r>
                <a:rPr lang="en-US" altLang="zh-CN" sz="900" dirty="0">
                  <a:latin typeface="Arial" panose="020B0604020202020204" pitchFamily="34" charset="0"/>
                  <a:ea typeface="微软雅黑" panose="020B0503020204020204" pitchFamily="34" charset="-122"/>
                  <a:sym typeface="Arial" panose="020B0604020202020204" pitchFamily="34" charset="0"/>
                </a:rPr>
                <a:t>Access thousands of presentation resources + one-click layout optimization + AI-powered slide generation.</a:t>
              </a:r>
            </a:p>
            <a:p>
              <a:pPr defTabSz="914332">
                <a:defRPr/>
              </a:pP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defTabSz="914332">
                <a:defRPr/>
              </a:pPr>
              <a:r>
                <a:rPr lang="en-US" altLang="zh-CN" sz="900" dirty="0">
                  <a:latin typeface="Arial" panose="020B0604020202020204" pitchFamily="34" charset="0"/>
                  <a:ea typeface="微软雅黑" panose="020B0503020204020204" pitchFamily="34" charset="-122"/>
                  <a:sym typeface="Arial" panose="020B0604020202020204" pitchFamily="34" charset="0"/>
                </a:rPr>
                <a:t>With iSlide, creating beautiful presentations has never been easier!</a:t>
              </a:r>
              <a:endParaRPr lang="zh-CN" altLang="en-US" sz="900"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4" name="组合 13">
            <a:extLst>
              <a:ext uri="{FF2B5EF4-FFF2-40B4-BE49-F238E27FC236}">
                <a16:creationId xmlns:a16="http://schemas.microsoft.com/office/drawing/2014/main" id="{EC05B91A-374B-5337-A07A-D0D5911BB8C7}"/>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E85D6916-7357-35DA-25B5-DC99E38927E3}"/>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F1744EC7-D7E5-E176-9BA3-B1BB466AD93D}"/>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BC56B6A7-94F1-DAD9-EA03-62CFD3334A1C}"/>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2CD737D-FE38-2624-8EED-6C59EF9C7EF5}"/>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Tree>
    <p:extLst>
      <p:ext uri="{BB962C8B-B14F-4D97-AF65-F5344CB8AC3E}">
        <p14:creationId xmlns:p14="http://schemas.microsoft.com/office/powerpoint/2010/main" val="39079551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heme/theme1.xml><?xml version="1.0" encoding="utf-8"?>
<a:theme xmlns:thm15="http://schemas.microsoft.com/office/thememl/2012/main" xmlns:a="http://schemas.openxmlformats.org/drawingml/2006/main" name="Designed by iSlide">
  <a:themeElements>
    <a:clrScheme name="自定义 32">
      <a:dk1>
        <a:srgbClr val="000000"/>
      </a:dk1>
      <a:lt1>
        <a:srgbClr val="FFFFFF"/>
      </a:lt1>
      <a:dk2>
        <a:srgbClr val="778495"/>
      </a:dk2>
      <a:lt2>
        <a:srgbClr val="F0F0F0"/>
      </a:lt2>
      <a:accent1>
        <a:srgbClr val="B38D76"/>
      </a:accent1>
      <a:accent2>
        <a:srgbClr val="9F8F87"/>
      </a:accent2>
      <a:accent3>
        <a:srgbClr val="9A7057"/>
      </a:accent3>
      <a:accent4>
        <a:srgbClr val="9EAAAE"/>
      </a:accent4>
      <a:accent5>
        <a:srgbClr val="9397AF"/>
      </a:accent5>
      <a:accent6>
        <a:srgbClr val="8A8786"/>
      </a:accent6>
      <a:hlink>
        <a:srgbClr val="A174F2"/>
      </a:hlink>
      <a:folHlink>
        <a:srgbClr val="BFBFBF"/>
      </a:folHlink>
    </a:clrScheme>
    <a:fontScheme name="be3126f2-5336-4252-8683-29fb0099b2af">
      <a:majorFont>
        <a:latin typeface="Arial"/>
        <a:ea typeface="微软雅黑"/>
        <a:cs typeface=""/>
      </a:majorFont>
      <a:minorFont>
        <a:latin typeface="Arial"/>
        <a:ea typeface="微软雅黑"/>
        <a:cs typeface=""/>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Slid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自定义 32">
    <a:dk1>
      <a:srgbClr val="000000"/>
    </a:dk1>
    <a:lt1>
      <a:srgbClr val="FFFFFF"/>
    </a:lt1>
    <a:dk2>
      <a:srgbClr val="778495"/>
    </a:dk2>
    <a:lt2>
      <a:srgbClr val="F0F0F0"/>
    </a:lt2>
    <a:accent1>
      <a:srgbClr val="B38D76"/>
    </a:accent1>
    <a:accent2>
      <a:srgbClr val="9F8F87"/>
    </a:accent2>
    <a:accent3>
      <a:srgbClr val="9A7057"/>
    </a:accent3>
    <a:accent4>
      <a:srgbClr val="9EAAAE"/>
    </a:accent4>
    <a:accent5>
      <a:srgbClr val="9397AF"/>
    </a:accent5>
    <a:accent6>
      <a:srgbClr val="8A8786"/>
    </a:accent6>
    <a:hlink>
      <a:srgbClr val="A174F2"/>
    </a:hlink>
    <a:folHlink>
      <a:srgbClr val="BFBFBF"/>
    </a:folHlink>
  </a:clrScheme>
</a:themeOverride>
</file>

<file path=ppt/theme/themeOverride2.xml><?xml version="1.0" encoding="utf-8"?>
<a:themeOverride xmlns:a="http://schemas.openxmlformats.org/drawingml/2006/main">
  <a:clrScheme name="自定义 32">
    <a:dk1>
      <a:srgbClr val="000000"/>
    </a:dk1>
    <a:lt1>
      <a:srgbClr val="FFFFFF"/>
    </a:lt1>
    <a:dk2>
      <a:srgbClr val="778495"/>
    </a:dk2>
    <a:lt2>
      <a:srgbClr val="F0F0F0"/>
    </a:lt2>
    <a:accent1>
      <a:srgbClr val="B38D76"/>
    </a:accent1>
    <a:accent2>
      <a:srgbClr val="9F8F87"/>
    </a:accent2>
    <a:accent3>
      <a:srgbClr val="9A7057"/>
    </a:accent3>
    <a:accent4>
      <a:srgbClr val="9EAAAE"/>
    </a:accent4>
    <a:accent5>
      <a:srgbClr val="9397AF"/>
    </a:accent5>
    <a:accent6>
      <a:srgbClr val="8A8786"/>
    </a:accent6>
    <a:hlink>
      <a:srgbClr val="A174F2"/>
    </a:hlink>
    <a:folHlink>
      <a:srgbClr val="BFBFBF"/>
    </a:folHlink>
  </a:clrScheme>
</a:themeOverride>
</file>

<file path=ppt/theme/themeOverride3.xml><?xml version="1.0" encoding="utf-8"?>
<a:themeOverride xmlns:a="http://schemas.openxmlformats.org/drawingml/2006/main">
  <a:clrScheme name="自定义 32">
    <a:dk1>
      <a:srgbClr val="000000"/>
    </a:dk1>
    <a:lt1>
      <a:srgbClr val="FFFFFF"/>
    </a:lt1>
    <a:dk2>
      <a:srgbClr val="778495"/>
    </a:dk2>
    <a:lt2>
      <a:srgbClr val="F0F0F0"/>
    </a:lt2>
    <a:accent1>
      <a:srgbClr val="B38D76"/>
    </a:accent1>
    <a:accent2>
      <a:srgbClr val="9F8F87"/>
    </a:accent2>
    <a:accent3>
      <a:srgbClr val="9A7057"/>
    </a:accent3>
    <a:accent4>
      <a:srgbClr val="9EAAAE"/>
    </a:accent4>
    <a:accent5>
      <a:srgbClr val="9397AF"/>
    </a:accent5>
    <a:accent6>
      <a:srgbClr val="8A8786"/>
    </a:accent6>
    <a:hlink>
      <a:srgbClr val="A174F2"/>
    </a:hlink>
    <a:folHlink>
      <a:srgbClr val="BFBFBF"/>
    </a:folHlink>
  </a:clrScheme>
</a:themeOverride>
</file>

<file path=ppt/theme/themeOverride4.xml><?xml version="1.0" encoding="utf-8"?>
<a:themeOverride xmlns:a="http://schemas.openxmlformats.org/drawingml/2006/main">
  <a:clrScheme name="自定义 32">
    <a:dk1>
      <a:srgbClr val="000000"/>
    </a:dk1>
    <a:lt1>
      <a:srgbClr val="FFFFFF"/>
    </a:lt1>
    <a:dk2>
      <a:srgbClr val="778495"/>
    </a:dk2>
    <a:lt2>
      <a:srgbClr val="F0F0F0"/>
    </a:lt2>
    <a:accent1>
      <a:srgbClr val="B38D76"/>
    </a:accent1>
    <a:accent2>
      <a:srgbClr val="9F8F87"/>
    </a:accent2>
    <a:accent3>
      <a:srgbClr val="9A7057"/>
    </a:accent3>
    <a:accent4>
      <a:srgbClr val="9EAAAE"/>
    </a:accent4>
    <a:accent5>
      <a:srgbClr val="9397AF"/>
    </a:accent5>
    <a:accent6>
      <a:srgbClr val="8A8786"/>
    </a:accent6>
    <a:hlink>
      <a:srgbClr val="A174F2"/>
    </a:hlink>
    <a:folHlink>
      <a:srgbClr val="BFBFBF"/>
    </a:folHlink>
  </a:clrScheme>
</a:themeOverride>
</file>

<file path=ppt/theme/themeOverride5.xml><?xml version="1.0" encoding="utf-8"?>
<a:themeOverride xmlns:a="http://schemas.openxmlformats.org/drawingml/2006/main">
  <a:clrScheme name="自定义 32">
    <a:dk1>
      <a:srgbClr val="000000"/>
    </a:dk1>
    <a:lt1>
      <a:srgbClr val="FFFFFF"/>
    </a:lt1>
    <a:dk2>
      <a:srgbClr val="778495"/>
    </a:dk2>
    <a:lt2>
      <a:srgbClr val="F0F0F0"/>
    </a:lt2>
    <a:accent1>
      <a:srgbClr val="B38D76"/>
    </a:accent1>
    <a:accent2>
      <a:srgbClr val="9F8F87"/>
    </a:accent2>
    <a:accent3>
      <a:srgbClr val="9A7057"/>
    </a:accent3>
    <a:accent4>
      <a:srgbClr val="9EAAAE"/>
    </a:accent4>
    <a:accent5>
      <a:srgbClr val="9397AF"/>
    </a:accent5>
    <a:accent6>
      <a:srgbClr val="8A8786"/>
    </a:accent6>
    <a:hlink>
      <a:srgbClr val="A174F2"/>
    </a:hlink>
    <a:folHlink>
      <a:srgbClr val="BFBFBF"/>
    </a:folHlink>
  </a:clrScheme>
</a:themeOverride>
</file>

<file path=ppt/theme/themeOverride6.xml><?xml version="1.0" encoding="utf-8"?>
<a:themeOverride xmlns:a="http://schemas.openxmlformats.org/drawingml/2006/main">
  <a:clrScheme name="自定义 32">
    <a:dk1>
      <a:srgbClr val="000000"/>
    </a:dk1>
    <a:lt1>
      <a:srgbClr val="FFFFFF"/>
    </a:lt1>
    <a:dk2>
      <a:srgbClr val="778495"/>
    </a:dk2>
    <a:lt2>
      <a:srgbClr val="F0F0F0"/>
    </a:lt2>
    <a:accent1>
      <a:srgbClr val="B38D76"/>
    </a:accent1>
    <a:accent2>
      <a:srgbClr val="9F8F87"/>
    </a:accent2>
    <a:accent3>
      <a:srgbClr val="9A7057"/>
    </a:accent3>
    <a:accent4>
      <a:srgbClr val="9EAAAE"/>
    </a:accent4>
    <a:accent5>
      <a:srgbClr val="9397AF"/>
    </a:accent5>
    <a:accent6>
      <a:srgbClr val="8A8786"/>
    </a:accent6>
    <a:hlink>
      <a:srgbClr val="A174F2"/>
    </a:hlink>
    <a:folHlink>
      <a:srgbClr val="BFBFBF"/>
    </a:folHlink>
  </a:clrScheme>
</a:themeOverride>
</file>

<file path=ppt/theme/themeOverride7.xml><?xml version="1.0" encoding="utf-8"?>
<a:themeOverride xmlns:a="http://schemas.openxmlformats.org/drawingml/2006/main">
  <a:clrScheme name="自定义 32">
    <a:dk1>
      <a:srgbClr val="000000"/>
    </a:dk1>
    <a:lt1>
      <a:srgbClr val="FFFFFF"/>
    </a:lt1>
    <a:dk2>
      <a:srgbClr val="778495"/>
    </a:dk2>
    <a:lt2>
      <a:srgbClr val="F0F0F0"/>
    </a:lt2>
    <a:accent1>
      <a:srgbClr val="B38D76"/>
    </a:accent1>
    <a:accent2>
      <a:srgbClr val="9F8F87"/>
    </a:accent2>
    <a:accent3>
      <a:srgbClr val="9A7057"/>
    </a:accent3>
    <a:accent4>
      <a:srgbClr val="9EAAAE"/>
    </a:accent4>
    <a:accent5>
      <a:srgbClr val="9397AF"/>
    </a:accent5>
    <a:accent6>
      <a:srgbClr val="8A8786"/>
    </a:accent6>
    <a:hlink>
      <a:srgbClr val="A174F2"/>
    </a:hlink>
    <a:folHlink>
      <a:srgbClr val="BFBFBF"/>
    </a:folHlink>
  </a:clrScheme>
</a:themeOverride>
</file>

<file path=ppt/theme/themeOverride8.xml><?xml version="1.0" encoding="utf-8"?>
<a:themeOverride xmlns:a="http://schemas.openxmlformats.org/drawingml/2006/main">
  <a:clrScheme name="自定义 32">
    <a:dk1>
      <a:srgbClr val="000000"/>
    </a:dk1>
    <a:lt1>
      <a:srgbClr val="FFFFFF"/>
    </a:lt1>
    <a:dk2>
      <a:srgbClr val="778495"/>
    </a:dk2>
    <a:lt2>
      <a:srgbClr val="F0F0F0"/>
    </a:lt2>
    <a:accent1>
      <a:srgbClr val="B38D76"/>
    </a:accent1>
    <a:accent2>
      <a:srgbClr val="9F8F87"/>
    </a:accent2>
    <a:accent3>
      <a:srgbClr val="9A7057"/>
    </a:accent3>
    <a:accent4>
      <a:srgbClr val="9EAAAE"/>
    </a:accent4>
    <a:accent5>
      <a:srgbClr val="9397AF"/>
    </a:accent5>
    <a:accent6>
      <a:srgbClr val="8A8786"/>
    </a:accent6>
    <a:hlink>
      <a:srgbClr val="A174F2"/>
    </a:hlink>
    <a:folHlink>
      <a:srgbClr val="BFBFBF"/>
    </a:folHlink>
  </a:clrScheme>
</a:themeOverride>
</file>

<file path=ppt/theme/themeOverride9.xml><?xml version="1.0" encoding="utf-8"?>
<a:themeOverride xmlns:a="http://schemas.openxmlformats.org/drawingml/2006/main">
  <a:clrScheme name="自定义 32">
    <a:dk1>
      <a:srgbClr val="000000"/>
    </a:dk1>
    <a:lt1>
      <a:srgbClr val="FFFFFF"/>
    </a:lt1>
    <a:dk2>
      <a:srgbClr val="778495"/>
    </a:dk2>
    <a:lt2>
      <a:srgbClr val="F0F0F0"/>
    </a:lt2>
    <a:accent1>
      <a:srgbClr val="B38D76"/>
    </a:accent1>
    <a:accent2>
      <a:srgbClr val="9F8F87"/>
    </a:accent2>
    <a:accent3>
      <a:srgbClr val="9A7057"/>
    </a:accent3>
    <a:accent4>
      <a:srgbClr val="9EAAAE"/>
    </a:accent4>
    <a:accent5>
      <a:srgbClr val="9397AF"/>
    </a:accent5>
    <a:accent6>
      <a:srgbClr val="8A8786"/>
    </a:accent6>
    <a:hlink>
      <a:srgbClr val="A174F2"/>
    </a:hlink>
    <a:folHlink>
      <a:srgbClr val="BFBFBF"/>
    </a:folHlink>
  </a:clrScheme>
</a:themeOverride>
</file>

<file path=ppt/theme/themeOverride10.xml><?xml version="1.0" encoding="utf-8"?>
<a:themeOverride xmlns:a="http://schemas.openxmlformats.org/drawingml/2006/main">
  <a:clrScheme name="自定义 32">
    <a:dk1>
      <a:srgbClr val="000000"/>
    </a:dk1>
    <a:lt1>
      <a:srgbClr val="FFFFFF"/>
    </a:lt1>
    <a:dk2>
      <a:srgbClr val="778495"/>
    </a:dk2>
    <a:lt2>
      <a:srgbClr val="F0F0F0"/>
    </a:lt2>
    <a:accent1>
      <a:srgbClr val="B38D76"/>
    </a:accent1>
    <a:accent2>
      <a:srgbClr val="9F8F87"/>
    </a:accent2>
    <a:accent3>
      <a:srgbClr val="9A7057"/>
    </a:accent3>
    <a:accent4>
      <a:srgbClr val="9EAAAE"/>
    </a:accent4>
    <a:accent5>
      <a:srgbClr val="9397AF"/>
    </a:accent5>
    <a:accent6>
      <a:srgbClr val="8A8786"/>
    </a:accent6>
    <a:hlink>
      <a:srgbClr val="A174F2"/>
    </a:hlink>
    <a:folHlink>
      <a:srgbClr val="BFBFBF"/>
    </a:folHlink>
  </a:clrScheme>
</a:themeOverride>
</file>

<file path=ppt/theme/themeOverride11.xml><?xml version="1.0" encoding="utf-8"?>
<a:themeOverride xmlns:a="http://schemas.openxmlformats.org/drawingml/2006/main">
  <a:clrScheme name="自定义 32">
    <a:dk1>
      <a:srgbClr val="000000"/>
    </a:dk1>
    <a:lt1>
      <a:srgbClr val="FFFFFF"/>
    </a:lt1>
    <a:dk2>
      <a:srgbClr val="778495"/>
    </a:dk2>
    <a:lt2>
      <a:srgbClr val="F0F0F0"/>
    </a:lt2>
    <a:accent1>
      <a:srgbClr val="B38D76"/>
    </a:accent1>
    <a:accent2>
      <a:srgbClr val="9F8F87"/>
    </a:accent2>
    <a:accent3>
      <a:srgbClr val="9A7057"/>
    </a:accent3>
    <a:accent4>
      <a:srgbClr val="9EAAAE"/>
    </a:accent4>
    <a:accent5>
      <a:srgbClr val="9397AF"/>
    </a:accent5>
    <a:accent6>
      <a:srgbClr val="8A8786"/>
    </a:accent6>
    <a:hlink>
      <a:srgbClr val="A174F2"/>
    </a:hlink>
    <a:folHlink>
      <a:srgbClr val="BFBFBF"/>
    </a:folHlink>
  </a:clrScheme>
</a:themeOverride>
</file>

<file path=docProps/app.xml><?xml version="1.0" encoding="utf-8"?>
<Properties xmlns="http://schemas.openxmlformats.org/officeDocument/2006/extended-properties" xmlns:vt="http://schemas.openxmlformats.org/officeDocument/2006/docPropsVTypes">
  <Template>iSlide Presentation Template</Template>
  <TotalTime>786</TotalTime>
  <Words>602</Words>
  <Application>Microsoft Office PowerPoint</Application>
  <PresentationFormat>宽屏</PresentationFormat>
  <Paragraphs>108</Paragraphs>
  <Slides>11</Slides>
  <Notes>11</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11</vt:i4>
      </vt:variant>
    </vt:vector>
  </HeadingPairs>
  <TitlesOfParts>
    <vt:vector size="14" baseType="lpstr">
      <vt:lpstr>等线</vt:lpstr>
      <vt:lpstr>Arial</vt:lpstr>
      <vt:lpstr>Designed by iSlide</vt:lpstr>
      <vt:lpstr>创新创业大赛 商业计划书</vt:lpstr>
      <vt:lpstr>目录</vt:lpstr>
      <vt:lpstr>项目概述</vt:lpstr>
      <vt:lpstr>单击此处添加标题</vt:lpstr>
      <vt:lpstr>单击此处添加标题</vt:lpstr>
      <vt:lpstr>单击此处添加标题</vt:lpstr>
      <vt:lpstr>单击此处添加标题</vt:lpstr>
      <vt:lpstr>单击此处添加标题</vt:lpstr>
      <vt:lpstr>单击此处添加标题</vt:lpstr>
      <vt:lpstr>单击此处添加标题</vt:lpstr>
      <vt:lpstr>THANK YOU</vt:lpstr>
    </vt:vector>
  </TitlesOfParts>
  <Manager>iSlide</Manager>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iSlide</dc:creator>
  <cp:lastModifiedBy>hemiaomiao-mc</cp:lastModifiedBy>
  <cp:revision>177</cp:revision>
  <cp:lastPrinted>2025-05-23T00:00:00Z</cp:lastPrinted>
  <dcterms:created xsi:type="dcterms:W3CDTF">2025-05-23T00:00:00Z</dcterms:created>
  <dcterms:modified xsi:type="dcterms:W3CDTF">2026-06-29T08:32:29Z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8da5d54c-8099-496d-baf7-4f02a6040b7d</vt:lpwstr>
  </property>
</Properties>
</file>