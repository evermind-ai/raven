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4" r:id="rId3"/>
    <p:sldId id="265" r:id="rId4"/>
    <p:sldId id="270" r:id="rId5"/>
    <p:sldId id="314" r:id="rId6"/>
    <p:sldId id="315" r:id="rId7"/>
    <p:sldId id="319" r:id="rId8"/>
    <p:sldId id="321" r:id="rId9"/>
    <p:sldId id="322" r:id="rId10"/>
    <p:sldId id="324" r:id="rId11"/>
    <p:sldId id="303" r:id="rId12"/>
    <p:sldId id="325" r:id="Re3e47e3abd5743f0"/>
    <p:sldId id="326" r:id="R65f46f3113564598"/>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0F0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7" autoAdjust="0"/>
    <p:restoredTop sz="89617" autoAdjust="0"/>
  </p:normalViewPr>
  <p:slideViewPr>
    <p:cSldViewPr snapToGrid="0" showGuides="1">
      <p:cViewPr>
        <p:scale>
          <a:sx n="110" d="100"/>
          <a:sy n="110" d="100"/>
        </p:scale>
        <p:origin x="1460" y="72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55" d="100"/>
        <a:sy n="155" d="100"/>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notesMaster" Target="notesMasters/notesMaster1.xml" Id="rId13" /><Relationship Type="http://schemas.openxmlformats.org/officeDocument/2006/relationships/tableStyles" Target="tableStyles.xml" Id="rId18"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theme" Target="theme/theme1.xml" Id="rId17" /><Relationship Type="http://schemas.openxmlformats.org/officeDocument/2006/relationships/slide" Target="slides/slide1.xml" Id="rId2" /><Relationship Type="http://schemas.openxmlformats.org/officeDocument/2006/relationships/viewProps" Target="viewProps.xml" Id="rId16"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4.xml" Id="rId5" /><Relationship Type="http://schemas.openxmlformats.org/officeDocument/2006/relationships/presProps" Target="presProps.xml" Id="rId15" /><Relationship Type="http://schemas.openxmlformats.org/officeDocument/2006/relationships/slide" Target="slides/slide9.xml" Id="rId10"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tags" Target="tags/tag1.xml" Id="rId14" /><Relationship Type="http://schemas.openxmlformats.org/officeDocument/2006/relationships/slide" Target="/ppt/slides/slide12.xml" Id="Re3e47e3abd5743f0" /><Relationship Type="http://schemas.openxmlformats.org/officeDocument/2006/relationships/slide" Target="/ppt/slides/slide13.xml" Id="R65f46f3113564598"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8048B3-46FA-4FD1-A53D-AFB8E6B7F4D7}" type="datetimeFigureOut">
              <a:rPr lang="zh-CN" altLang="en-US" smtClean="0"/>
              <a:t>2026/6/25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8047EA-ABF0-461B-A18B-DD0F0065E5B6}" type="slidenum">
              <a:rPr lang="zh-CN" altLang="en-US" smtClean="0"/>
              <a:t>‹#›</a:t>
            </a:fld>
            <a:endParaRPr lang="zh-CN" altLang="en-US"/>
          </a:p>
        </p:txBody>
      </p:sp>
    </p:spTree>
    <p:extLst>
      <p:ext uri="{BB962C8B-B14F-4D97-AF65-F5344CB8AC3E}">
        <p14:creationId xmlns:p14="http://schemas.microsoft.com/office/powerpoint/2010/main" val="2740564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08047EA-ABF0-461B-A18B-DD0F0065E5B6}" type="slidenum">
              <a:rPr lang="zh-CN" altLang="en-US" smtClean="0"/>
              <a:t>1</a:t>
            </a:fld>
            <a:endParaRPr lang="zh-CN" altLang="en-US"/>
          </a:p>
        </p:txBody>
      </p:sp>
    </p:spTree>
    <p:extLst>
      <p:ext uri="{BB962C8B-B14F-4D97-AF65-F5344CB8AC3E}">
        <p14:creationId xmlns:p14="http://schemas.microsoft.com/office/powerpoint/2010/main" val="2411422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08047EA-ABF0-461B-A18B-DD0F0065E5B6}" type="slidenum">
              <a:rPr lang="zh-CN" altLang="en-US" smtClean="0"/>
              <a:t>3</a:t>
            </a:fld>
            <a:endParaRPr lang="zh-CN" altLang="en-US"/>
          </a:p>
        </p:txBody>
      </p:sp>
    </p:spTree>
    <p:extLst>
      <p:ext uri="{BB962C8B-B14F-4D97-AF65-F5344CB8AC3E}">
        <p14:creationId xmlns:p14="http://schemas.microsoft.com/office/powerpoint/2010/main" val="2115906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53792-4D91-563F-65BE-9D0629D601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7A2FD-CCDE-08DB-FDF6-930AEA0BE316}"/>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449652AD-ABEE-E538-2A4B-9CB0E758984E}"/>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1630675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E9A1D-4A0F-1821-A1F2-916B8E81D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B34C2-94C5-8664-234F-5AA3A7CD851D}"/>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4B8A0A97-E3FD-72FB-9977-0367A7881F1D}"/>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1784471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AABD1-514C-5B4D-5A9F-EC7E1F74E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BCD8C6-DCDE-807A-7948-AE2EA4A86280}"/>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ACADFDF0-6677-D3E9-0563-1E61018ED6F0}"/>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35764459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124CD-A47C-824B-14C7-101B7ECD3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2165F-F9E7-10CA-72FD-562CD6593BDB}"/>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4849FB7F-FFAB-345B-7174-F45B236CFFD6}"/>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836379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BEF11-0781-F12F-DB20-DD481066D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F2BD1C-FE42-8EA1-5119-70568EBFBE4A}"/>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6787044C-A513-BE25-241C-F3A1AB7011F7}"/>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28973018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80929-044A-E874-C980-0EC08D5B18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AF699F-CB2E-4C49-E71A-D02B0F0B0767}"/>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BF7FB552-5EBF-5CE3-242B-5048070F2A65}"/>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1877227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08047EA-ABF0-461B-A18B-DD0F0065E5B6}" type="slidenum">
              <a:rPr lang="zh-CN" altLang="en-US" smtClean="0"/>
              <a:t>11</a:t>
            </a:fld>
            <a:endParaRPr lang="zh-CN" altLang="en-US"/>
          </a:p>
        </p:txBody>
      </p:sp>
    </p:spTree>
    <p:extLst>
      <p:ext uri="{BB962C8B-B14F-4D97-AF65-F5344CB8AC3E}">
        <p14:creationId xmlns:p14="http://schemas.microsoft.com/office/powerpoint/2010/main" val="295407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Title Slide" preserve="1" userDrawn="1">
  <p:cSld name="Title Slide">
    <p:spTree>
      <p:nvGrpSpPr>
        <p:cNvPr id="1" name=""/>
        <p:cNvGrpSpPr/>
        <p:nvPr/>
      </p:nvGrpSpPr>
      <p:grpSpPr>
        <a:xfrm>
          <a:off x="0" y="0"/>
          <a:ext cx="0" cy="0"/>
          <a:chOff x="0" y="0"/>
          <a:chExt cx="0" cy="0"/>
        </a:xfrm>
      </p:grpSpPr>
      <p:grpSp>
        <p:nvGrpSpPr>
          <p:cNvPr id="64" name="组合 63">
            <a:extLst>
              <a:ext uri="{FF2B5EF4-FFF2-40B4-BE49-F238E27FC236}">
                <a16:creationId xmlns:a16="http://schemas.microsoft.com/office/drawing/2014/main" id="{18DCE8F9-1D65-E438-9E48-8D86D4834164}"/>
              </a:ext>
            </a:extLst>
          </p:cNvPr>
          <p:cNvGrpSpPr/>
          <p:nvPr userDrawn="1"/>
        </p:nvGrpSpPr>
        <p:grpSpPr>
          <a:xfrm>
            <a:off x="-1" y="0"/>
            <a:ext cx="12192001" cy="6858001"/>
            <a:chOff x="-1" y="0"/>
            <a:chExt cx="12192001" cy="6858001"/>
          </a:xfrm>
        </p:grpSpPr>
        <p:sp>
          <p:nvSpPr>
            <p:cNvPr id="62" name="矩形: 单圆角 61">
              <a:extLst>
                <a:ext uri="{FF2B5EF4-FFF2-40B4-BE49-F238E27FC236}">
                  <a16:creationId xmlns:a16="http://schemas.microsoft.com/office/drawing/2014/main" id="{3A6EE9FA-7CA1-4E92-A49E-2C5EDEF6CA86}"/>
                </a:ext>
              </a:extLst>
            </p:cNvPr>
            <p:cNvSpPr/>
            <p:nvPr userDrawn="1"/>
          </p:nvSpPr>
          <p:spPr>
            <a:xfrm flipV="1">
              <a:off x="2913523" y="0"/>
              <a:ext cx="9278477" cy="5010149"/>
            </a:xfrm>
            <a:prstGeom prst="round1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2" name="矩形: 单圆角 31">
              <a:extLst>
                <a:ext uri="{FF2B5EF4-FFF2-40B4-BE49-F238E27FC236}">
                  <a16:creationId xmlns:a16="http://schemas.microsoft.com/office/drawing/2014/main" id="{6A9DC916-BFB0-47BC-CD8C-E8AC3A30178F}"/>
                </a:ext>
              </a:extLst>
            </p:cNvPr>
            <p:cNvSpPr/>
            <p:nvPr userDrawn="1"/>
          </p:nvSpPr>
          <p:spPr>
            <a:xfrm flipV="1">
              <a:off x="-1" y="0"/>
              <a:ext cx="9278477" cy="5652000"/>
            </a:xfrm>
            <a:prstGeom prst="round1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a:extLst>
                <a:ext uri="{FF2B5EF4-FFF2-40B4-BE49-F238E27FC236}">
                  <a16:creationId xmlns:a16="http://schemas.microsoft.com/office/drawing/2014/main" id="{E8E1EBFD-1B86-F361-1FE8-FCDAF5D1E5E3}"/>
                </a:ext>
              </a:extLst>
            </p:cNvPr>
            <p:cNvPicPr>
              <a:picLocks noChangeAspect="1"/>
            </p:cNvPicPr>
            <p:nvPr userDrawn="1"/>
          </p:nvPicPr>
          <p:blipFill>
            <a:blip r:embed="rId2">
              <a:extLst>
                <a:ext uri="{28A0092B-C50C-407E-A947-70E740481C1C}">
                  <a14:useLocalDpi xmlns:a14="http://schemas.microsoft.com/office/drawing/2010/main" val="0"/>
                </a:ext>
              </a:extLst>
            </a:blip>
            <a:srcRect b="30000"/>
            <a:stretch>
              <a:fillRect/>
            </a:stretch>
          </p:blipFill>
          <p:spPr>
            <a:xfrm>
              <a:off x="7285130" y="2226080"/>
              <a:ext cx="4577997" cy="4631921"/>
            </a:xfrm>
            <a:custGeom>
              <a:avLst/>
              <a:gdLst>
                <a:gd name="csX0" fmla="*/ 0 w 4744711"/>
                <a:gd name="csY0" fmla="*/ 0 h 4800599"/>
                <a:gd name="csX1" fmla="*/ 4744711 w 4744711"/>
                <a:gd name="csY1" fmla="*/ 0 h 4800599"/>
                <a:gd name="csX2" fmla="*/ 4744711 w 4744711"/>
                <a:gd name="csY2" fmla="*/ 4800599 h 4800599"/>
                <a:gd name="csX3" fmla="*/ 0 w 4744711"/>
                <a:gd name="csY3" fmla="*/ 4800599 h 4800599"/>
              </a:gdLst>
              <a:ahLst/>
              <a:cxnLst>
                <a:cxn ang="0">
                  <a:pos x="csX0" y="csY0"/>
                </a:cxn>
                <a:cxn ang="0">
                  <a:pos x="csX1" y="csY1"/>
                </a:cxn>
                <a:cxn ang="0">
                  <a:pos x="csX2" y="csY2"/>
                </a:cxn>
                <a:cxn ang="0">
                  <a:pos x="csX3" y="csY3"/>
                </a:cxn>
              </a:cxnLst>
              <a:rect l="l" t="t" r="r" b="b"/>
              <a:pathLst>
                <a:path w="4744711" h="4800599">
                  <a:moveTo>
                    <a:pt x="0" y="0"/>
                  </a:moveTo>
                  <a:lnTo>
                    <a:pt x="4744711" y="0"/>
                  </a:lnTo>
                  <a:lnTo>
                    <a:pt x="4744711" y="4800599"/>
                  </a:lnTo>
                  <a:lnTo>
                    <a:pt x="0" y="4800599"/>
                  </a:lnTo>
                  <a:close/>
                </a:path>
              </a:pathLst>
            </a:custGeom>
          </p:spPr>
        </p:pic>
        <p:sp>
          <p:nvSpPr>
            <p:cNvPr id="45" name="任意多边形: 形状 44">
              <a:extLst>
                <a:ext uri="{FF2B5EF4-FFF2-40B4-BE49-F238E27FC236}">
                  <a16:creationId xmlns:a16="http://schemas.microsoft.com/office/drawing/2014/main" id="{2216FBE6-3283-AC1B-870D-9B8DE4E3DC6E}"/>
                </a:ext>
              </a:extLst>
            </p:cNvPr>
            <p:cNvSpPr>
              <a:spLocks noChangeArrowheads="1"/>
            </p:cNvSpPr>
            <p:nvPr userDrawn="1"/>
          </p:nvSpPr>
          <p:spPr bwMode="auto">
            <a:xfrm rot="5400000" flipH="1">
              <a:off x="10486326" y="1481514"/>
              <a:ext cx="1747103" cy="318045"/>
            </a:xfrm>
            <a:custGeom>
              <a:avLst/>
              <a:gdLst>
                <a:gd name="connsiteX0" fmla="*/ 4435475 w 4525963"/>
                <a:gd name="connsiteY0" fmla="*/ 639763 h 823913"/>
                <a:gd name="connsiteX1" fmla="*/ 4525963 w 4525963"/>
                <a:gd name="connsiteY1" fmla="*/ 731838 h 823913"/>
                <a:gd name="connsiteX2" fmla="*/ 4435475 w 4525963"/>
                <a:gd name="connsiteY2" fmla="*/ 823913 h 823913"/>
                <a:gd name="connsiteX3" fmla="*/ 4344987 w 4525963"/>
                <a:gd name="connsiteY3" fmla="*/ 731838 h 823913"/>
                <a:gd name="connsiteX4" fmla="*/ 4435475 w 4525963"/>
                <a:gd name="connsiteY4" fmla="*/ 639763 h 823913"/>
                <a:gd name="connsiteX5" fmla="*/ 3709988 w 4525963"/>
                <a:gd name="connsiteY5" fmla="*/ 639763 h 823913"/>
                <a:gd name="connsiteX6" fmla="*/ 3800476 w 4525963"/>
                <a:gd name="connsiteY6" fmla="*/ 731838 h 823913"/>
                <a:gd name="connsiteX7" fmla="*/ 3709988 w 4525963"/>
                <a:gd name="connsiteY7" fmla="*/ 823913 h 823913"/>
                <a:gd name="connsiteX8" fmla="*/ 3619500 w 4525963"/>
                <a:gd name="connsiteY8" fmla="*/ 731838 h 823913"/>
                <a:gd name="connsiteX9" fmla="*/ 3709988 w 4525963"/>
                <a:gd name="connsiteY9" fmla="*/ 639763 h 823913"/>
                <a:gd name="connsiteX10" fmla="*/ 2986088 w 4525963"/>
                <a:gd name="connsiteY10" fmla="*/ 639763 h 823913"/>
                <a:gd name="connsiteX11" fmla="*/ 3076576 w 4525963"/>
                <a:gd name="connsiteY11" fmla="*/ 731838 h 823913"/>
                <a:gd name="connsiteX12" fmla="*/ 2986088 w 4525963"/>
                <a:gd name="connsiteY12" fmla="*/ 823913 h 823913"/>
                <a:gd name="connsiteX13" fmla="*/ 2895600 w 4525963"/>
                <a:gd name="connsiteY13" fmla="*/ 731838 h 823913"/>
                <a:gd name="connsiteX14" fmla="*/ 2986088 w 4525963"/>
                <a:gd name="connsiteY14" fmla="*/ 639763 h 823913"/>
                <a:gd name="connsiteX15" fmla="*/ 2262188 w 4525963"/>
                <a:gd name="connsiteY15" fmla="*/ 639763 h 823913"/>
                <a:gd name="connsiteX16" fmla="*/ 2352676 w 4525963"/>
                <a:gd name="connsiteY16" fmla="*/ 731838 h 823913"/>
                <a:gd name="connsiteX17" fmla="*/ 2262188 w 4525963"/>
                <a:gd name="connsiteY17" fmla="*/ 823913 h 823913"/>
                <a:gd name="connsiteX18" fmla="*/ 2171700 w 4525963"/>
                <a:gd name="connsiteY18" fmla="*/ 731838 h 823913"/>
                <a:gd name="connsiteX19" fmla="*/ 2262188 w 4525963"/>
                <a:gd name="connsiteY19" fmla="*/ 639763 h 823913"/>
                <a:gd name="connsiteX20" fmla="*/ 1538288 w 4525963"/>
                <a:gd name="connsiteY20" fmla="*/ 639763 h 823913"/>
                <a:gd name="connsiteX21" fmla="*/ 1628776 w 4525963"/>
                <a:gd name="connsiteY21" fmla="*/ 731838 h 823913"/>
                <a:gd name="connsiteX22" fmla="*/ 1538288 w 4525963"/>
                <a:gd name="connsiteY22" fmla="*/ 823913 h 823913"/>
                <a:gd name="connsiteX23" fmla="*/ 1447800 w 4525963"/>
                <a:gd name="connsiteY23" fmla="*/ 731838 h 823913"/>
                <a:gd name="connsiteX24" fmla="*/ 1538288 w 4525963"/>
                <a:gd name="connsiteY24" fmla="*/ 639763 h 823913"/>
                <a:gd name="connsiteX25" fmla="*/ 814388 w 4525963"/>
                <a:gd name="connsiteY25" fmla="*/ 639763 h 823913"/>
                <a:gd name="connsiteX26" fmla="*/ 904876 w 4525963"/>
                <a:gd name="connsiteY26" fmla="*/ 731838 h 823913"/>
                <a:gd name="connsiteX27" fmla="*/ 814388 w 4525963"/>
                <a:gd name="connsiteY27" fmla="*/ 823913 h 823913"/>
                <a:gd name="connsiteX28" fmla="*/ 723900 w 4525963"/>
                <a:gd name="connsiteY28" fmla="*/ 731838 h 823913"/>
                <a:gd name="connsiteX29" fmla="*/ 814388 w 4525963"/>
                <a:gd name="connsiteY29" fmla="*/ 639763 h 823913"/>
                <a:gd name="connsiteX30" fmla="*/ 90488 w 4525963"/>
                <a:gd name="connsiteY30" fmla="*/ 639763 h 823913"/>
                <a:gd name="connsiteX31" fmla="*/ 180976 w 4525963"/>
                <a:gd name="connsiteY31" fmla="*/ 731838 h 823913"/>
                <a:gd name="connsiteX32" fmla="*/ 90488 w 4525963"/>
                <a:gd name="connsiteY32" fmla="*/ 823913 h 823913"/>
                <a:gd name="connsiteX33" fmla="*/ 0 w 4525963"/>
                <a:gd name="connsiteY33" fmla="*/ 731838 h 823913"/>
                <a:gd name="connsiteX34" fmla="*/ 90488 w 4525963"/>
                <a:gd name="connsiteY34" fmla="*/ 639763 h 823913"/>
                <a:gd name="connsiteX35" fmla="*/ 4435475 w 4525963"/>
                <a:gd name="connsiteY35" fmla="*/ 0 h 823913"/>
                <a:gd name="connsiteX36" fmla="*/ 4525963 w 4525963"/>
                <a:gd name="connsiteY36" fmla="*/ 91282 h 823913"/>
                <a:gd name="connsiteX37" fmla="*/ 4435475 w 4525963"/>
                <a:gd name="connsiteY37" fmla="*/ 182564 h 823913"/>
                <a:gd name="connsiteX38" fmla="*/ 4344987 w 4525963"/>
                <a:gd name="connsiteY38" fmla="*/ 91282 h 823913"/>
                <a:gd name="connsiteX39" fmla="*/ 4435475 w 4525963"/>
                <a:gd name="connsiteY39" fmla="*/ 0 h 823913"/>
                <a:gd name="connsiteX40" fmla="*/ 3709988 w 4525963"/>
                <a:gd name="connsiteY40" fmla="*/ 0 h 823913"/>
                <a:gd name="connsiteX41" fmla="*/ 3800476 w 4525963"/>
                <a:gd name="connsiteY41" fmla="*/ 91282 h 823913"/>
                <a:gd name="connsiteX42" fmla="*/ 3709988 w 4525963"/>
                <a:gd name="connsiteY42" fmla="*/ 182564 h 823913"/>
                <a:gd name="connsiteX43" fmla="*/ 3619500 w 4525963"/>
                <a:gd name="connsiteY43" fmla="*/ 91282 h 823913"/>
                <a:gd name="connsiteX44" fmla="*/ 3709988 w 4525963"/>
                <a:gd name="connsiteY44" fmla="*/ 0 h 823913"/>
                <a:gd name="connsiteX45" fmla="*/ 2986088 w 4525963"/>
                <a:gd name="connsiteY45" fmla="*/ 0 h 823913"/>
                <a:gd name="connsiteX46" fmla="*/ 3076576 w 4525963"/>
                <a:gd name="connsiteY46" fmla="*/ 91282 h 823913"/>
                <a:gd name="connsiteX47" fmla="*/ 2986088 w 4525963"/>
                <a:gd name="connsiteY47" fmla="*/ 182564 h 823913"/>
                <a:gd name="connsiteX48" fmla="*/ 2895600 w 4525963"/>
                <a:gd name="connsiteY48" fmla="*/ 91282 h 823913"/>
                <a:gd name="connsiteX49" fmla="*/ 2986088 w 4525963"/>
                <a:gd name="connsiteY49" fmla="*/ 0 h 823913"/>
                <a:gd name="connsiteX50" fmla="*/ 2262188 w 4525963"/>
                <a:gd name="connsiteY50" fmla="*/ 0 h 823913"/>
                <a:gd name="connsiteX51" fmla="*/ 2352676 w 4525963"/>
                <a:gd name="connsiteY51" fmla="*/ 91282 h 823913"/>
                <a:gd name="connsiteX52" fmla="*/ 2262188 w 4525963"/>
                <a:gd name="connsiteY52" fmla="*/ 182564 h 823913"/>
                <a:gd name="connsiteX53" fmla="*/ 2171700 w 4525963"/>
                <a:gd name="connsiteY53" fmla="*/ 91282 h 823913"/>
                <a:gd name="connsiteX54" fmla="*/ 2262188 w 4525963"/>
                <a:gd name="connsiteY54" fmla="*/ 0 h 823913"/>
                <a:gd name="connsiteX55" fmla="*/ 1538288 w 4525963"/>
                <a:gd name="connsiteY55" fmla="*/ 0 h 823913"/>
                <a:gd name="connsiteX56" fmla="*/ 1628776 w 4525963"/>
                <a:gd name="connsiteY56" fmla="*/ 91282 h 823913"/>
                <a:gd name="connsiteX57" fmla="*/ 1538288 w 4525963"/>
                <a:gd name="connsiteY57" fmla="*/ 182564 h 823913"/>
                <a:gd name="connsiteX58" fmla="*/ 1447800 w 4525963"/>
                <a:gd name="connsiteY58" fmla="*/ 91282 h 823913"/>
                <a:gd name="connsiteX59" fmla="*/ 1538288 w 4525963"/>
                <a:gd name="connsiteY59" fmla="*/ 0 h 823913"/>
                <a:gd name="connsiteX60" fmla="*/ 814388 w 4525963"/>
                <a:gd name="connsiteY60" fmla="*/ 0 h 823913"/>
                <a:gd name="connsiteX61" fmla="*/ 904876 w 4525963"/>
                <a:gd name="connsiteY61" fmla="*/ 91282 h 823913"/>
                <a:gd name="connsiteX62" fmla="*/ 814388 w 4525963"/>
                <a:gd name="connsiteY62" fmla="*/ 182564 h 823913"/>
                <a:gd name="connsiteX63" fmla="*/ 723900 w 4525963"/>
                <a:gd name="connsiteY63" fmla="*/ 91282 h 823913"/>
                <a:gd name="connsiteX64" fmla="*/ 814388 w 4525963"/>
                <a:gd name="connsiteY64" fmla="*/ 0 h 823913"/>
                <a:gd name="connsiteX65" fmla="*/ 90488 w 4525963"/>
                <a:gd name="connsiteY65" fmla="*/ 0 h 823913"/>
                <a:gd name="connsiteX66" fmla="*/ 180976 w 4525963"/>
                <a:gd name="connsiteY66" fmla="*/ 91282 h 823913"/>
                <a:gd name="connsiteX67" fmla="*/ 90488 w 4525963"/>
                <a:gd name="connsiteY67" fmla="*/ 182564 h 823913"/>
                <a:gd name="connsiteX68" fmla="*/ 0 w 4525963"/>
                <a:gd name="connsiteY68" fmla="*/ 91282 h 823913"/>
                <a:gd name="connsiteX69" fmla="*/ 90488 w 4525963"/>
                <a:gd name="connsiteY69" fmla="*/ 0 h 82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525963" h="823913">
                  <a:moveTo>
                    <a:pt x="4435475" y="639763"/>
                  </a:moveTo>
                  <a:cubicBezTo>
                    <a:pt x="4485450" y="639763"/>
                    <a:pt x="4525963" y="680986"/>
                    <a:pt x="4525963" y="731838"/>
                  </a:cubicBezTo>
                  <a:cubicBezTo>
                    <a:pt x="4525963" y="782690"/>
                    <a:pt x="4485450" y="823913"/>
                    <a:pt x="4435475" y="823913"/>
                  </a:cubicBezTo>
                  <a:cubicBezTo>
                    <a:pt x="4385500" y="823913"/>
                    <a:pt x="4344987" y="782690"/>
                    <a:pt x="4344987" y="731838"/>
                  </a:cubicBezTo>
                  <a:cubicBezTo>
                    <a:pt x="4344987" y="680986"/>
                    <a:pt x="4385500" y="639763"/>
                    <a:pt x="4435475" y="639763"/>
                  </a:cubicBezTo>
                  <a:close/>
                  <a:moveTo>
                    <a:pt x="3709988" y="639763"/>
                  </a:moveTo>
                  <a:cubicBezTo>
                    <a:pt x="3759963" y="639763"/>
                    <a:pt x="3800476" y="680986"/>
                    <a:pt x="3800476" y="731838"/>
                  </a:cubicBezTo>
                  <a:cubicBezTo>
                    <a:pt x="3800476" y="782690"/>
                    <a:pt x="3759963" y="823913"/>
                    <a:pt x="3709988" y="823913"/>
                  </a:cubicBezTo>
                  <a:cubicBezTo>
                    <a:pt x="3660013" y="823913"/>
                    <a:pt x="3619500" y="782690"/>
                    <a:pt x="3619500" y="731838"/>
                  </a:cubicBezTo>
                  <a:cubicBezTo>
                    <a:pt x="3619500" y="680986"/>
                    <a:pt x="3660013" y="639763"/>
                    <a:pt x="3709988" y="639763"/>
                  </a:cubicBezTo>
                  <a:close/>
                  <a:moveTo>
                    <a:pt x="2986088" y="639763"/>
                  </a:moveTo>
                  <a:cubicBezTo>
                    <a:pt x="3036063" y="639763"/>
                    <a:pt x="3076576" y="680986"/>
                    <a:pt x="3076576" y="731838"/>
                  </a:cubicBezTo>
                  <a:cubicBezTo>
                    <a:pt x="3076576" y="782690"/>
                    <a:pt x="3036063" y="823913"/>
                    <a:pt x="2986088" y="823913"/>
                  </a:cubicBezTo>
                  <a:cubicBezTo>
                    <a:pt x="2936113" y="823913"/>
                    <a:pt x="2895600" y="782690"/>
                    <a:pt x="2895600" y="731838"/>
                  </a:cubicBezTo>
                  <a:cubicBezTo>
                    <a:pt x="2895600" y="680986"/>
                    <a:pt x="2936113" y="639763"/>
                    <a:pt x="2986088" y="639763"/>
                  </a:cubicBezTo>
                  <a:close/>
                  <a:moveTo>
                    <a:pt x="2262188" y="639763"/>
                  </a:moveTo>
                  <a:cubicBezTo>
                    <a:pt x="2312163" y="639763"/>
                    <a:pt x="2352676" y="680986"/>
                    <a:pt x="2352676" y="731838"/>
                  </a:cubicBezTo>
                  <a:cubicBezTo>
                    <a:pt x="2352676" y="782690"/>
                    <a:pt x="2312163" y="823913"/>
                    <a:pt x="2262188" y="823913"/>
                  </a:cubicBezTo>
                  <a:cubicBezTo>
                    <a:pt x="2212213" y="823913"/>
                    <a:pt x="2171700" y="782690"/>
                    <a:pt x="2171700" y="731838"/>
                  </a:cubicBezTo>
                  <a:cubicBezTo>
                    <a:pt x="2171700" y="680986"/>
                    <a:pt x="2212213" y="639763"/>
                    <a:pt x="2262188" y="639763"/>
                  </a:cubicBezTo>
                  <a:close/>
                  <a:moveTo>
                    <a:pt x="1538288" y="639763"/>
                  </a:moveTo>
                  <a:cubicBezTo>
                    <a:pt x="1588263" y="639763"/>
                    <a:pt x="1628776" y="680986"/>
                    <a:pt x="1628776" y="731838"/>
                  </a:cubicBezTo>
                  <a:cubicBezTo>
                    <a:pt x="1628776" y="782690"/>
                    <a:pt x="1588263" y="823913"/>
                    <a:pt x="1538288" y="823913"/>
                  </a:cubicBezTo>
                  <a:cubicBezTo>
                    <a:pt x="1488313" y="823913"/>
                    <a:pt x="1447800" y="782690"/>
                    <a:pt x="1447800" y="731838"/>
                  </a:cubicBezTo>
                  <a:cubicBezTo>
                    <a:pt x="1447800" y="680986"/>
                    <a:pt x="1488313" y="639763"/>
                    <a:pt x="1538288" y="639763"/>
                  </a:cubicBezTo>
                  <a:close/>
                  <a:moveTo>
                    <a:pt x="814388" y="639763"/>
                  </a:moveTo>
                  <a:cubicBezTo>
                    <a:pt x="864363" y="639763"/>
                    <a:pt x="904876" y="680986"/>
                    <a:pt x="904876" y="731838"/>
                  </a:cubicBezTo>
                  <a:cubicBezTo>
                    <a:pt x="904876" y="782690"/>
                    <a:pt x="864363" y="823913"/>
                    <a:pt x="814388" y="823913"/>
                  </a:cubicBezTo>
                  <a:cubicBezTo>
                    <a:pt x="764413" y="823913"/>
                    <a:pt x="723900" y="782690"/>
                    <a:pt x="723900" y="731838"/>
                  </a:cubicBezTo>
                  <a:cubicBezTo>
                    <a:pt x="723900" y="680986"/>
                    <a:pt x="764413" y="639763"/>
                    <a:pt x="814388" y="639763"/>
                  </a:cubicBezTo>
                  <a:close/>
                  <a:moveTo>
                    <a:pt x="90488" y="639763"/>
                  </a:moveTo>
                  <a:cubicBezTo>
                    <a:pt x="140463" y="639763"/>
                    <a:pt x="180976" y="680986"/>
                    <a:pt x="180976" y="731838"/>
                  </a:cubicBezTo>
                  <a:cubicBezTo>
                    <a:pt x="180976" y="782690"/>
                    <a:pt x="140463" y="823913"/>
                    <a:pt x="90488" y="823913"/>
                  </a:cubicBezTo>
                  <a:cubicBezTo>
                    <a:pt x="40513" y="823913"/>
                    <a:pt x="0" y="782690"/>
                    <a:pt x="0" y="731838"/>
                  </a:cubicBezTo>
                  <a:cubicBezTo>
                    <a:pt x="0" y="680986"/>
                    <a:pt x="40513" y="639763"/>
                    <a:pt x="90488" y="639763"/>
                  </a:cubicBezTo>
                  <a:close/>
                  <a:moveTo>
                    <a:pt x="4435475" y="0"/>
                  </a:moveTo>
                  <a:cubicBezTo>
                    <a:pt x="4485450" y="0"/>
                    <a:pt x="4525963" y="40868"/>
                    <a:pt x="4525963" y="91282"/>
                  </a:cubicBezTo>
                  <a:cubicBezTo>
                    <a:pt x="4525963" y="141696"/>
                    <a:pt x="4485450" y="182564"/>
                    <a:pt x="4435475" y="182564"/>
                  </a:cubicBezTo>
                  <a:cubicBezTo>
                    <a:pt x="4385500" y="182564"/>
                    <a:pt x="4344987" y="141696"/>
                    <a:pt x="4344987" y="91282"/>
                  </a:cubicBezTo>
                  <a:cubicBezTo>
                    <a:pt x="4344987" y="40868"/>
                    <a:pt x="4385500" y="0"/>
                    <a:pt x="4435475" y="0"/>
                  </a:cubicBezTo>
                  <a:close/>
                  <a:moveTo>
                    <a:pt x="3709988" y="0"/>
                  </a:moveTo>
                  <a:cubicBezTo>
                    <a:pt x="3759963" y="0"/>
                    <a:pt x="3800476" y="40868"/>
                    <a:pt x="3800476" y="91282"/>
                  </a:cubicBezTo>
                  <a:cubicBezTo>
                    <a:pt x="3800476" y="141696"/>
                    <a:pt x="3759963" y="182564"/>
                    <a:pt x="3709988" y="182564"/>
                  </a:cubicBezTo>
                  <a:cubicBezTo>
                    <a:pt x="3660013" y="182564"/>
                    <a:pt x="3619500" y="141696"/>
                    <a:pt x="3619500" y="91282"/>
                  </a:cubicBezTo>
                  <a:cubicBezTo>
                    <a:pt x="3619500" y="40868"/>
                    <a:pt x="3660013" y="0"/>
                    <a:pt x="3709988" y="0"/>
                  </a:cubicBezTo>
                  <a:close/>
                  <a:moveTo>
                    <a:pt x="2986088" y="0"/>
                  </a:moveTo>
                  <a:cubicBezTo>
                    <a:pt x="3036063" y="0"/>
                    <a:pt x="3076576" y="40868"/>
                    <a:pt x="3076576" y="91282"/>
                  </a:cubicBezTo>
                  <a:cubicBezTo>
                    <a:pt x="3076576" y="141696"/>
                    <a:pt x="3036063" y="182564"/>
                    <a:pt x="2986088" y="182564"/>
                  </a:cubicBezTo>
                  <a:cubicBezTo>
                    <a:pt x="2936113" y="182564"/>
                    <a:pt x="2895600" y="141696"/>
                    <a:pt x="2895600" y="91282"/>
                  </a:cubicBezTo>
                  <a:cubicBezTo>
                    <a:pt x="2895600" y="40868"/>
                    <a:pt x="2936113" y="0"/>
                    <a:pt x="2986088" y="0"/>
                  </a:cubicBezTo>
                  <a:close/>
                  <a:moveTo>
                    <a:pt x="2262188" y="0"/>
                  </a:moveTo>
                  <a:cubicBezTo>
                    <a:pt x="2312163" y="0"/>
                    <a:pt x="2352676" y="40868"/>
                    <a:pt x="2352676" y="91282"/>
                  </a:cubicBezTo>
                  <a:cubicBezTo>
                    <a:pt x="2352676" y="141696"/>
                    <a:pt x="2312163" y="182564"/>
                    <a:pt x="2262188" y="182564"/>
                  </a:cubicBezTo>
                  <a:cubicBezTo>
                    <a:pt x="2212213" y="182564"/>
                    <a:pt x="2171700" y="141696"/>
                    <a:pt x="2171700" y="91282"/>
                  </a:cubicBezTo>
                  <a:cubicBezTo>
                    <a:pt x="2171700" y="40868"/>
                    <a:pt x="2212213" y="0"/>
                    <a:pt x="2262188" y="0"/>
                  </a:cubicBezTo>
                  <a:close/>
                  <a:moveTo>
                    <a:pt x="1538288" y="0"/>
                  </a:moveTo>
                  <a:cubicBezTo>
                    <a:pt x="1588263" y="0"/>
                    <a:pt x="1628776" y="40868"/>
                    <a:pt x="1628776" y="91282"/>
                  </a:cubicBezTo>
                  <a:cubicBezTo>
                    <a:pt x="1628776" y="141696"/>
                    <a:pt x="1588263" y="182564"/>
                    <a:pt x="1538288" y="182564"/>
                  </a:cubicBezTo>
                  <a:cubicBezTo>
                    <a:pt x="1488313" y="182564"/>
                    <a:pt x="1447800" y="141696"/>
                    <a:pt x="1447800" y="91282"/>
                  </a:cubicBezTo>
                  <a:cubicBezTo>
                    <a:pt x="1447800" y="40868"/>
                    <a:pt x="1488313" y="0"/>
                    <a:pt x="1538288" y="0"/>
                  </a:cubicBezTo>
                  <a:close/>
                  <a:moveTo>
                    <a:pt x="814388" y="0"/>
                  </a:moveTo>
                  <a:cubicBezTo>
                    <a:pt x="864363" y="0"/>
                    <a:pt x="904876" y="40868"/>
                    <a:pt x="904876" y="91282"/>
                  </a:cubicBezTo>
                  <a:cubicBezTo>
                    <a:pt x="904876" y="141696"/>
                    <a:pt x="864363" y="182564"/>
                    <a:pt x="814388" y="182564"/>
                  </a:cubicBezTo>
                  <a:cubicBezTo>
                    <a:pt x="764413" y="182564"/>
                    <a:pt x="723900" y="141696"/>
                    <a:pt x="723900" y="91282"/>
                  </a:cubicBezTo>
                  <a:cubicBezTo>
                    <a:pt x="723900" y="40868"/>
                    <a:pt x="764413" y="0"/>
                    <a:pt x="814388" y="0"/>
                  </a:cubicBezTo>
                  <a:close/>
                  <a:moveTo>
                    <a:pt x="90488" y="0"/>
                  </a:moveTo>
                  <a:cubicBezTo>
                    <a:pt x="140463" y="0"/>
                    <a:pt x="180976" y="40868"/>
                    <a:pt x="180976" y="91282"/>
                  </a:cubicBezTo>
                  <a:cubicBezTo>
                    <a:pt x="180976" y="141696"/>
                    <a:pt x="140463" y="182564"/>
                    <a:pt x="90488" y="182564"/>
                  </a:cubicBezTo>
                  <a:cubicBezTo>
                    <a:pt x="40513" y="182564"/>
                    <a:pt x="0" y="141696"/>
                    <a:pt x="0" y="91282"/>
                  </a:cubicBezTo>
                  <a:cubicBezTo>
                    <a:pt x="0" y="40868"/>
                    <a:pt x="40513" y="0"/>
                    <a:pt x="90488"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grpSp>
          <p:nvGrpSpPr>
            <p:cNvPr id="63" name="组合 62">
              <a:extLst>
                <a:ext uri="{FF2B5EF4-FFF2-40B4-BE49-F238E27FC236}">
                  <a16:creationId xmlns:a16="http://schemas.microsoft.com/office/drawing/2014/main" id="{5D47E880-51E2-D26F-863C-47DB757F3ECA}"/>
                </a:ext>
              </a:extLst>
            </p:cNvPr>
            <p:cNvGrpSpPr/>
            <p:nvPr userDrawn="1"/>
          </p:nvGrpSpPr>
          <p:grpSpPr>
            <a:xfrm>
              <a:off x="-1" y="0"/>
              <a:ext cx="9652800" cy="1677962"/>
              <a:chOff x="-1" y="0"/>
              <a:chExt cx="9652800" cy="1677962"/>
            </a:xfrm>
          </p:grpSpPr>
          <p:cxnSp>
            <p:nvCxnSpPr>
              <p:cNvPr id="33" name="直接连接符 32">
                <a:extLst>
                  <a:ext uri="{FF2B5EF4-FFF2-40B4-BE49-F238E27FC236}">
                    <a16:creationId xmlns:a16="http://schemas.microsoft.com/office/drawing/2014/main" id="{20D32F24-E0E3-F3BB-70A4-CCCA63E442C2}"/>
                  </a:ext>
                </a:extLst>
              </p:cNvPr>
              <p:cNvCxnSpPr>
                <a:cxnSpLocks/>
              </p:cNvCxnSpPr>
              <p:nvPr userDrawn="1"/>
            </p:nvCxnSpPr>
            <p:spPr>
              <a:xfrm>
                <a:off x="1835150" y="959452"/>
                <a:ext cx="6934200" cy="0"/>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pic>
            <p:nvPicPr>
              <p:cNvPr id="51" name="图片 50">
                <a:extLst>
                  <a:ext uri="{FF2B5EF4-FFF2-40B4-BE49-F238E27FC236}">
                    <a16:creationId xmlns:a16="http://schemas.microsoft.com/office/drawing/2014/main" id="{281EF635-12C0-89F6-651B-D6BA53C7C42D}"/>
                  </a:ext>
                </a:extLst>
              </p:cNvPr>
              <p:cNvPicPr>
                <a:picLocks noChangeAspect="1"/>
              </p:cNvPicPr>
              <p:nvPr userDrawn="1"/>
            </p:nvPicPr>
            <p:blipFill>
              <a:blip r:embed="rId3">
                <a:extLst>
                  <a:ext uri="{28A0092B-C50C-407E-A947-70E740481C1C}">
                    <a14:useLocalDpi xmlns:a14="http://schemas.microsoft.com/office/drawing/2010/main" val="0"/>
                  </a:ext>
                </a:extLst>
              </a:blip>
              <a:srcRect l="62290" t="52812" b="25969"/>
              <a:stretch>
                <a:fillRect/>
              </a:stretch>
            </p:blipFill>
            <p:spPr>
              <a:xfrm>
                <a:off x="-1" y="0"/>
                <a:ext cx="1664271" cy="1677962"/>
              </a:xfrm>
              <a:custGeom>
                <a:avLst/>
                <a:gdLst>
                  <a:gd name="csX0" fmla="*/ 0 w 1443292"/>
                  <a:gd name="csY0" fmla="*/ 0 h 1455165"/>
                  <a:gd name="csX1" fmla="*/ 1443292 w 1443292"/>
                  <a:gd name="csY1" fmla="*/ 0 h 1455165"/>
                  <a:gd name="csX2" fmla="*/ 1443292 w 1443292"/>
                  <a:gd name="csY2" fmla="*/ 1455165 h 1455165"/>
                  <a:gd name="csX3" fmla="*/ 0 w 1443292"/>
                  <a:gd name="csY3" fmla="*/ 1455165 h 1455165"/>
                </a:gdLst>
                <a:ahLst/>
                <a:cxnLst>
                  <a:cxn ang="0">
                    <a:pos x="csX0" y="csY0"/>
                  </a:cxn>
                  <a:cxn ang="0">
                    <a:pos x="csX1" y="csY1"/>
                  </a:cxn>
                  <a:cxn ang="0">
                    <a:pos x="csX2" y="csY2"/>
                  </a:cxn>
                  <a:cxn ang="0">
                    <a:pos x="csX3" y="csY3"/>
                  </a:cxn>
                </a:cxnLst>
                <a:rect l="l" t="t" r="r" b="b"/>
                <a:pathLst>
                  <a:path w="1443292" h="1455165">
                    <a:moveTo>
                      <a:pt x="0" y="0"/>
                    </a:moveTo>
                    <a:lnTo>
                      <a:pt x="1443292" y="0"/>
                    </a:lnTo>
                    <a:lnTo>
                      <a:pt x="1443292" y="1455165"/>
                    </a:lnTo>
                    <a:lnTo>
                      <a:pt x="0" y="1455165"/>
                    </a:lnTo>
                    <a:close/>
                  </a:path>
                </a:pathLst>
              </a:custGeom>
            </p:spPr>
          </p:pic>
          <p:grpSp>
            <p:nvGrpSpPr>
              <p:cNvPr id="53" name="组合 52">
                <a:extLst>
                  <a:ext uri="{FF2B5EF4-FFF2-40B4-BE49-F238E27FC236}">
                    <a16:creationId xmlns:a16="http://schemas.microsoft.com/office/drawing/2014/main" id="{B34FA3DC-D253-1044-6859-A9C41863CB73}"/>
                  </a:ext>
                </a:extLst>
              </p:cNvPr>
              <p:cNvGrpSpPr/>
              <p:nvPr userDrawn="1"/>
            </p:nvGrpSpPr>
            <p:grpSpPr>
              <a:xfrm>
                <a:off x="8888545" y="803481"/>
                <a:ext cx="764254" cy="311943"/>
                <a:chOff x="10735816" y="673102"/>
                <a:chExt cx="764254" cy="311943"/>
              </a:xfrm>
            </p:grpSpPr>
            <p:sp>
              <p:nvSpPr>
                <p:cNvPr id="54" name="椭圆 53">
                  <a:extLst>
                    <a:ext uri="{FF2B5EF4-FFF2-40B4-BE49-F238E27FC236}">
                      <a16:creationId xmlns:a16="http://schemas.microsoft.com/office/drawing/2014/main" id="{BB1BEB63-3400-6467-4643-3DC615062589}"/>
                    </a:ext>
                  </a:extLst>
                </p:cNvPr>
                <p:cNvSpPr/>
                <p:nvPr/>
              </p:nvSpPr>
              <p:spPr>
                <a:xfrm flipH="1">
                  <a:off x="10735816" y="673102"/>
                  <a:ext cx="311943" cy="311943"/>
                </a:xfrm>
                <a:prstGeom prst="ellips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cs typeface="+mn-ea"/>
                    <a:sym typeface="+mn-lt"/>
                  </a:endParaRPr>
                </a:p>
              </p:txBody>
            </p:sp>
            <p:sp>
              <p:nvSpPr>
                <p:cNvPr id="55" name="任意多边形: 形状 54">
                  <a:extLst>
                    <a:ext uri="{FF2B5EF4-FFF2-40B4-BE49-F238E27FC236}">
                      <a16:creationId xmlns:a16="http://schemas.microsoft.com/office/drawing/2014/main" id="{25F6286C-400D-56C9-3331-4E791682332B}"/>
                    </a:ext>
                  </a:extLst>
                </p:cNvPr>
                <p:cNvSpPr/>
                <p:nvPr/>
              </p:nvSpPr>
              <p:spPr>
                <a:xfrm rot="16200000">
                  <a:off x="10836184" y="802480"/>
                  <a:ext cx="111208" cy="53186"/>
                </a:xfrm>
                <a:custGeom>
                  <a:avLst/>
                  <a:gdLst>
                    <a:gd name="connsiteX0" fmla="*/ 0 w 109537"/>
                    <a:gd name="connsiteY0" fmla="*/ 50006 h 52387"/>
                    <a:gd name="connsiteX1" fmla="*/ 57150 w 109537"/>
                    <a:gd name="connsiteY1" fmla="*/ 0 h 52387"/>
                    <a:gd name="connsiteX2" fmla="*/ 109537 w 109537"/>
                    <a:gd name="connsiteY2" fmla="*/ 52387 h 52387"/>
                  </a:gdLst>
                  <a:ahLst/>
                  <a:cxnLst>
                    <a:cxn ang="0">
                      <a:pos x="connsiteX0" y="connsiteY0"/>
                    </a:cxn>
                    <a:cxn ang="0">
                      <a:pos x="connsiteX1" y="connsiteY1"/>
                    </a:cxn>
                    <a:cxn ang="0">
                      <a:pos x="connsiteX2" y="connsiteY2"/>
                    </a:cxn>
                  </a:cxnLst>
                  <a:rect l="l" t="t" r="r" b="b"/>
                  <a:pathLst>
                    <a:path w="109537" h="52387">
                      <a:moveTo>
                        <a:pt x="0" y="50006"/>
                      </a:moveTo>
                      <a:lnTo>
                        <a:pt x="57150" y="0"/>
                      </a:lnTo>
                      <a:lnTo>
                        <a:pt x="109537" y="52387"/>
                      </a:lnTo>
                    </a:path>
                  </a:pathLst>
                </a:custGeom>
                <a:noFill/>
                <a:ln w="2540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6" name="椭圆 55">
                  <a:extLst>
                    <a:ext uri="{FF2B5EF4-FFF2-40B4-BE49-F238E27FC236}">
                      <a16:creationId xmlns:a16="http://schemas.microsoft.com/office/drawing/2014/main" id="{1B6AC0EB-595D-C714-3056-5968714C350D}"/>
                    </a:ext>
                  </a:extLst>
                </p:cNvPr>
                <p:cNvSpPr/>
                <p:nvPr/>
              </p:nvSpPr>
              <p:spPr>
                <a:xfrm rot="10800000" flipH="1" flipV="1">
                  <a:off x="11188127" y="673102"/>
                  <a:ext cx="311943" cy="311943"/>
                </a:xfrm>
                <a:prstGeom prst="ellipse">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cs typeface="+mn-ea"/>
                    <a:sym typeface="+mn-lt"/>
                  </a:endParaRPr>
                </a:p>
              </p:txBody>
            </p:sp>
            <p:sp>
              <p:nvSpPr>
                <p:cNvPr id="57" name="任意多边形: 形状 56">
                  <a:extLst>
                    <a:ext uri="{FF2B5EF4-FFF2-40B4-BE49-F238E27FC236}">
                      <a16:creationId xmlns:a16="http://schemas.microsoft.com/office/drawing/2014/main" id="{4A628071-5041-6643-FB0D-2339CCCDD92E}"/>
                    </a:ext>
                  </a:extLst>
                </p:cNvPr>
                <p:cNvSpPr/>
                <p:nvPr/>
              </p:nvSpPr>
              <p:spPr>
                <a:xfrm rot="16200000" flipV="1">
                  <a:off x="11288494" y="802480"/>
                  <a:ext cx="111208" cy="53186"/>
                </a:xfrm>
                <a:custGeom>
                  <a:avLst/>
                  <a:gdLst>
                    <a:gd name="connsiteX0" fmla="*/ 0 w 109537"/>
                    <a:gd name="connsiteY0" fmla="*/ 50006 h 52387"/>
                    <a:gd name="connsiteX1" fmla="*/ 57150 w 109537"/>
                    <a:gd name="connsiteY1" fmla="*/ 0 h 52387"/>
                    <a:gd name="connsiteX2" fmla="*/ 109537 w 109537"/>
                    <a:gd name="connsiteY2" fmla="*/ 52387 h 52387"/>
                  </a:gdLst>
                  <a:ahLst/>
                  <a:cxnLst>
                    <a:cxn ang="0">
                      <a:pos x="connsiteX0" y="connsiteY0"/>
                    </a:cxn>
                    <a:cxn ang="0">
                      <a:pos x="connsiteX1" y="connsiteY1"/>
                    </a:cxn>
                    <a:cxn ang="0">
                      <a:pos x="connsiteX2" y="connsiteY2"/>
                    </a:cxn>
                  </a:cxnLst>
                  <a:rect l="l" t="t" r="r" b="b"/>
                  <a:pathLst>
                    <a:path w="109537" h="52387">
                      <a:moveTo>
                        <a:pt x="0" y="50006"/>
                      </a:moveTo>
                      <a:lnTo>
                        <a:pt x="57150" y="0"/>
                      </a:lnTo>
                      <a:lnTo>
                        <a:pt x="109537" y="52387"/>
                      </a:lnTo>
                    </a:path>
                  </a:pathLst>
                </a:custGeom>
                <a:no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grpSp>
          <p:nvGrpSpPr>
            <p:cNvPr id="26" name="组合 25">
              <a:extLst>
                <a:ext uri="{FF2B5EF4-FFF2-40B4-BE49-F238E27FC236}">
                  <a16:creationId xmlns:a16="http://schemas.microsoft.com/office/drawing/2014/main" id="{AF8C6E80-3A10-E7C4-5668-237C42D25C56}"/>
                </a:ext>
              </a:extLst>
            </p:cNvPr>
            <p:cNvGrpSpPr>
              <a:grpSpLocks noChangeAspect="1"/>
            </p:cNvGrpSpPr>
            <p:nvPr userDrawn="1"/>
          </p:nvGrpSpPr>
          <p:grpSpPr>
            <a:xfrm>
              <a:off x="734229" y="4025692"/>
              <a:ext cx="540000" cy="540000"/>
              <a:chOff x="734229" y="3959216"/>
              <a:chExt cx="648000" cy="648000"/>
            </a:xfrm>
          </p:grpSpPr>
          <p:sp>
            <p:nvSpPr>
              <p:cNvPr id="28" name="椭圆 27">
                <a:extLst>
                  <a:ext uri="{FF2B5EF4-FFF2-40B4-BE49-F238E27FC236}">
                    <a16:creationId xmlns:a16="http://schemas.microsoft.com/office/drawing/2014/main" id="{1AAF06F5-A70C-6F4C-26CD-93AE86D9CC8C}"/>
                  </a:ext>
                </a:extLst>
              </p:cNvPr>
              <p:cNvSpPr/>
              <p:nvPr userDrawn="1"/>
            </p:nvSpPr>
            <p:spPr>
              <a:xfrm>
                <a:off x="734229" y="3959216"/>
                <a:ext cx="648000" cy="648000"/>
              </a:xfrm>
              <a:prstGeom prst="ellipse">
                <a:avLst/>
              </a:prstGeom>
              <a:solidFill>
                <a:srgbClr val="FFFFFF"/>
              </a:solidFill>
              <a:ln w="25400">
                <a:noFill/>
              </a:ln>
              <a:effectLst>
                <a:outerShdw blurRad="254000" dist="127000" dir="54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iconfont-10739-5160056">
                <a:extLst>
                  <a:ext uri="{FF2B5EF4-FFF2-40B4-BE49-F238E27FC236}">
                    <a16:creationId xmlns:a16="http://schemas.microsoft.com/office/drawing/2014/main" id="{41C2C31E-5BBF-714B-C21C-5BAFA7D212ED}"/>
                  </a:ext>
                </a:extLst>
              </p:cNvPr>
              <p:cNvSpPr>
                <a:spLocks noChangeAspect="1"/>
              </p:cNvSpPr>
              <p:nvPr userDrawn="1"/>
            </p:nvSpPr>
            <p:spPr>
              <a:xfrm rot="5400000">
                <a:off x="991395" y="4214563"/>
                <a:ext cx="172800" cy="13730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4" name="08a17935-2d32-4bb3-a7f4-ac08d439c8fb">
            <a:extLst>
              <a:ext uri="{FF2B5EF4-FFF2-40B4-BE49-F238E27FC236}">
                <a16:creationId xmlns:a16="http://schemas.microsoft.com/office/drawing/2014/main" id="{4B9197B8-7A28-9CD2-D0F5-1E48D92271A4}"/>
              </a:ext>
            </a:extLst>
          </p:cNvPr>
          <p:cNvSpPr>
            <a:spLocks noGrp="1"/>
          </p:cNvSpPr>
          <p:nvPr userDrawn="1">
            <p:ph type="ctrTitle" hasCustomPrompt="1"/>
          </p:nvPr>
        </p:nvSpPr>
        <p:spPr>
          <a:xfrm>
            <a:off x="660400" y="1677962"/>
            <a:ext cx="6395636" cy="2179095"/>
          </a:xfrm>
          <a:prstGeom prst="rect">
            <a:avLst/>
          </a:prstGeom>
        </p:spPr>
        <p:txBody>
          <a:bodyPr wrap="square" anchor="b">
            <a:normAutofit/>
          </a:bodyPr>
          <a:lstStyle>
            <a:lvl1pPr algn="l">
              <a:lnSpc>
                <a:spcPct val="100000"/>
              </a:lnSpc>
              <a:defRPr sz="5400">
                <a:ln w="19050">
                  <a:noFill/>
                </a:ln>
                <a:solidFill>
                  <a:srgbClr val="FFFFFF"/>
                </a:solidFill>
              </a:defRPr>
            </a:lvl1pPr>
          </a:lstStyle>
          <a:p>
            <a:pPr lvl="0"/>
            <a:r>
              <a:rPr lang="zh-CN" altLang="en-US" dirty="0"/>
              <a:t>Click to add title</a:t>
            </a:r>
            <a:endParaRPr lang="en-US" dirty="0"/>
          </a:p>
        </p:txBody>
      </p:sp>
      <p:sp>
        <p:nvSpPr>
          <p:cNvPr id="35" name="副标题 8">
            <a:extLst>
              <a:ext uri="{FF2B5EF4-FFF2-40B4-BE49-F238E27FC236}">
                <a16:creationId xmlns:a16="http://schemas.microsoft.com/office/drawing/2014/main" id="{E71543EC-8619-200B-2AC5-CCA0995955D0}"/>
              </a:ext>
            </a:extLst>
          </p:cNvPr>
          <p:cNvSpPr>
            <a:spLocks noGrp="1"/>
          </p:cNvSpPr>
          <p:nvPr userDrawn="1">
            <p:ph type="subTitle" sz="quarter" idx="1" hasCustomPrompt="1"/>
          </p:nvPr>
        </p:nvSpPr>
        <p:spPr>
          <a:xfrm>
            <a:off x="1306840" y="3971692"/>
            <a:ext cx="5749196" cy="648000"/>
          </a:xfrm>
          <a:prstGeom prst="roundRect">
            <a:avLst>
              <a:gd name="adj" fmla="val 0"/>
            </a:avLst>
          </a:prstGeom>
          <a:noFill/>
          <a:ln>
            <a:noFill/>
          </a:ln>
        </p:spPr>
        <p:txBody>
          <a:bodyPr vert="horz" wrap="square" lIns="91440" tIns="45720" rIns="91440" bIns="45720" rtlCol="0" anchor="ctr" anchorCtr="0">
            <a:normAutofit/>
          </a:bodyPr>
          <a:lstStyle>
            <a:lvl1pPr marL="0" indent="0" algn="l">
              <a:lnSpc>
                <a:spcPct val="100000"/>
              </a:lnSpc>
              <a:buNone/>
              <a:defRPr lang="en-US" sz="2000" dirty="0">
                <a:solidFill>
                  <a:srgbClr val="FFFFFF"/>
                </a:solidFill>
                <a:latin typeface="+mj-lt"/>
              </a:defRPr>
            </a:lvl1pPr>
          </a:lstStyle>
          <a:p>
            <a:pPr lvl="0"/>
            <a:r>
              <a:rPr lang="zh-CN" altLang="en-US" dirty="0"/>
              <a:t>Click to add subtitle</a:t>
            </a:r>
            <a:endParaRPr lang="en-US" dirty="0"/>
          </a:p>
        </p:txBody>
      </p:sp>
      <p:sp>
        <p:nvSpPr>
          <p:cNvPr id="36" name="文本占位符 3">
            <a:extLst>
              <a:ext uri="{FF2B5EF4-FFF2-40B4-BE49-F238E27FC236}">
                <a16:creationId xmlns:a16="http://schemas.microsoft.com/office/drawing/2014/main" id="{F99DDBF8-5BA0-9BFF-F62D-C76E38DA32CF}"/>
              </a:ext>
            </a:extLst>
          </p:cNvPr>
          <p:cNvSpPr>
            <a:spLocks noGrp="1"/>
          </p:cNvSpPr>
          <p:nvPr userDrawn="1">
            <p:ph type="body" sz="quarter" idx="13" hasCustomPrompt="1"/>
          </p:nvPr>
        </p:nvSpPr>
        <p:spPr>
          <a:xfrm>
            <a:off x="660400" y="6019021"/>
            <a:ext cx="3150688" cy="324000"/>
          </a:xfrm>
          <a:prstGeom prst="rect">
            <a:avLst/>
          </a:prstGeom>
        </p:spPr>
        <p:txBody>
          <a:bodyPr wrap="square" lIns="90000" anchor="ctr">
            <a:normAutofit/>
          </a:bodyPr>
          <a:lstStyle>
            <a:lvl1pPr marL="0" indent="0" algn="l">
              <a:lnSpc>
                <a:spcPct val="130000"/>
              </a:lnSpc>
              <a:spcBef>
                <a:spcPts val="0"/>
              </a:spcBef>
              <a:buNone/>
              <a:defRPr sz="1400"/>
            </a:lvl1pPr>
          </a:lstStyle>
          <a:p>
            <a:pPr lvl="0"/>
            <a:r>
              <a:rPr lang="zh-CN" altLang="en-US" dirty="0"/>
              <a:t>Presenter name</a:t>
            </a:r>
            <a:endParaRPr lang="en-US" dirty="0"/>
          </a:p>
        </p:txBody>
      </p:sp>
      <p:sp>
        <p:nvSpPr>
          <p:cNvPr id="37" name="文本占位符 6">
            <a:extLst>
              <a:ext uri="{FF2B5EF4-FFF2-40B4-BE49-F238E27FC236}">
                <a16:creationId xmlns:a16="http://schemas.microsoft.com/office/drawing/2014/main" id="{072E749B-FBA9-B3BD-0FF4-8978424CC6F5}"/>
              </a:ext>
            </a:extLst>
          </p:cNvPr>
          <p:cNvSpPr>
            <a:spLocks noGrp="1"/>
          </p:cNvSpPr>
          <p:nvPr userDrawn="1">
            <p:ph type="body" sz="quarter" idx="14" hasCustomPrompt="1"/>
          </p:nvPr>
        </p:nvSpPr>
        <p:spPr>
          <a:xfrm>
            <a:off x="3905348" y="6019021"/>
            <a:ext cx="3150688" cy="324000"/>
          </a:xfrm>
          <a:prstGeom prst="rect">
            <a:avLst/>
          </a:prstGeom>
        </p:spPr>
        <p:txBody>
          <a:bodyPr wrap="none" anchor="ctr">
            <a:normAutofit/>
          </a:bodyPr>
          <a:lstStyle>
            <a:lvl1pPr marL="0" indent="0" algn="l">
              <a:lnSpc>
                <a:spcPct val="130000"/>
              </a:lnSpc>
              <a:spcBef>
                <a:spcPts val="0"/>
              </a:spcBef>
              <a:buNone/>
              <a:defRPr sz="1400"/>
            </a:lvl1pPr>
          </a:lstStyle>
          <a:p>
            <a:pPr lvl="0"/>
            <a:r>
              <a:rPr lang="zh-CN" altLang="en-US" dirty="0"/>
              <a:t>www.islide.cc</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zh-CN" altLang="en-US" dirty="0"/>
              <a:t>Click to add title</a:t>
            </a:r>
            <a:endParaRPr lang="en-US" dirty="0"/>
          </a:p>
        </p:txBody>
      </p:sp>
      <p:sp>
        <p:nvSpPr>
          <p:cNvPr id="3" name="内容占位符 2"/>
          <p:cNvSpPr>
            <a:spLocks noGrp="1"/>
          </p:cNvSpPr>
          <p:nvPr>
            <p:ph idx="1" hasCustomPrompt="1"/>
          </p:nvPr>
        </p:nvSpPr>
        <p:spPr/>
        <p:txBody>
          <a:bodyPr/>
          <a:lstStyle>
            <a:lvl1pPr>
              <a:defRPr/>
            </a:lvl1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33" name="组合 32">
            <a:extLst>
              <a:ext uri="{FF2B5EF4-FFF2-40B4-BE49-F238E27FC236}">
                <a16:creationId xmlns:a16="http://schemas.microsoft.com/office/drawing/2014/main" id="{D7A4F47B-52D1-24D8-3273-166AA70DD0FF}"/>
              </a:ext>
            </a:extLst>
          </p:cNvPr>
          <p:cNvGrpSpPr/>
          <p:nvPr userDrawn="1"/>
        </p:nvGrpSpPr>
        <p:grpSpPr>
          <a:xfrm>
            <a:off x="0" y="0"/>
            <a:ext cx="12192000" cy="6858000"/>
            <a:chOff x="0" y="0"/>
            <a:chExt cx="12192000" cy="6858000"/>
          </a:xfrm>
        </p:grpSpPr>
        <p:sp>
          <p:nvSpPr>
            <p:cNvPr id="11" name="任意多边形: 形状 10">
              <a:extLst>
                <a:ext uri="{FF2B5EF4-FFF2-40B4-BE49-F238E27FC236}">
                  <a16:creationId xmlns:a16="http://schemas.microsoft.com/office/drawing/2014/main" id="{E5BB378D-BCC2-215E-D653-DDE162DDC3E9}"/>
                </a:ext>
              </a:extLst>
            </p:cNvPr>
            <p:cNvSpPr/>
            <p:nvPr/>
          </p:nvSpPr>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cs typeface="+mn-ea"/>
                <a:sym typeface="+mn-lt"/>
              </a:endParaRPr>
            </a:p>
          </p:txBody>
        </p:sp>
        <p:sp>
          <p:nvSpPr>
            <p:cNvPr id="12" name="矩形: 圆角 11">
              <a:extLst>
                <a:ext uri="{FF2B5EF4-FFF2-40B4-BE49-F238E27FC236}">
                  <a16:creationId xmlns:a16="http://schemas.microsoft.com/office/drawing/2014/main" id="{5771A59C-BD85-DE0E-4890-6FF233FC3536}"/>
                </a:ext>
              </a:extLst>
            </p:cNvPr>
            <p:cNvSpPr/>
            <p:nvPr/>
          </p:nvSpPr>
          <p:spPr>
            <a:xfrm>
              <a:off x="660400" y="768791"/>
              <a:ext cx="10858500" cy="5417636"/>
            </a:xfrm>
            <a:prstGeom prst="roundRect">
              <a:avLst>
                <a:gd name="adj" fmla="val 6642"/>
              </a:avLst>
            </a:prstGeom>
            <a:solidFill>
              <a:schemeClr val="bg1"/>
            </a:solid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pic>
          <p:nvPicPr>
            <p:cNvPr id="13" name="图片 12">
              <a:extLst>
                <a:ext uri="{FF2B5EF4-FFF2-40B4-BE49-F238E27FC236}">
                  <a16:creationId xmlns:a16="http://schemas.microsoft.com/office/drawing/2014/main" id="{08F93C60-B36A-D548-B6C2-C4B31657D4F4}"/>
                </a:ext>
              </a:extLst>
            </p:cNvPr>
            <p:cNvPicPr>
              <a:picLocks noChangeAspect="1"/>
            </p:cNvPicPr>
            <p:nvPr/>
          </p:nvPicPr>
          <p:blipFill>
            <a:blip r:embed="rId2">
              <a:extLst>
                <a:ext uri="{28A0092B-C50C-407E-A947-70E740481C1C}">
                  <a14:useLocalDpi xmlns:a14="http://schemas.microsoft.com/office/drawing/2010/main" val="0"/>
                </a:ext>
              </a:extLst>
            </a:blip>
            <a:srcRect l="24653" b="49176"/>
            <a:stretch>
              <a:fillRect/>
            </a:stretch>
          </p:blipFill>
          <p:spPr>
            <a:xfrm flipH="1">
              <a:off x="9801220" y="4102856"/>
              <a:ext cx="2390780" cy="2755144"/>
            </a:xfrm>
            <a:custGeom>
              <a:avLst/>
              <a:gdLst>
                <a:gd name="csX0" fmla="*/ 3024546 w 3024546"/>
                <a:gd name="csY0" fmla="*/ 0 h 3485498"/>
                <a:gd name="csX1" fmla="*/ 0 w 3024546"/>
                <a:gd name="csY1" fmla="*/ 0 h 3485498"/>
                <a:gd name="csX2" fmla="*/ 0 w 3024546"/>
                <a:gd name="csY2" fmla="*/ 3485498 h 3485498"/>
                <a:gd name="csX3" fmla="*/ 3024546 w 3024546"/>
                <a:gd name="csY3" fmla="*/ 3485498 h 3485498"/>
              </a:gdLst>
              <a:ahLst/>
              <a:cxnLst>
                <a:cxn ang="0">
                  <a:pos x="csX0" y="csY0"/>
                </a:cxn>
                <a:cxn ang="0">
                  <a:pos x="csX1" y="csY1"/>
                </a:cxn>
                <a:cxn ang="0">
                  <a:pos x="csX2" y="csY2"/>
                </a:cxn>
                <a:cxn ang="0">
                  <a:pos x="csX3" y="csY3"/>
                </a:cxn>
              </a:cxnLst>
              <a:rect l="l" t="t" r="r" b="b"/>
              <a:pathLst>
                <a:path w="3024546" h="3485498">
                  <a:moveTo>
                    <a:pt x="3024546" y="0"/>
                  </a:moveTo>
                  <a:lnTo>
                    <a:pt x="0" y="0"/>
                  </a:lnTo>
                  <a:lnTo>
                    <a:pt x="0" y="3485498"/>
                  </a:lnTo>
                  <a:lnTo>
                    <a:pt x="3024546" y="3485498"/>
                  </a:lnTo>
                  <a:close/>
                </a:path>
              </a:pathLst>
            </a:custGeom>
          </p:spPr>
        </p:pic>
        <p:pic>
          <p:nvPicPr>
            <p:cNvPr id="14" name="图片 13">
              <a:extLst>
                <a:ext uri="{FF2B5EF4-FFF2-40B4-BE49-F238E27FC236}">
                  <a16:creationId xmlns:a16="http://schemas.microsoft.com/office/drawing/2014/main" id="{593958DE-4B19-11C6-E838-CB3027A60123}"/>
                </a:ext>
              </a:extLst>
            </p:cNvPr>
            <p:cNvPicPr>
              <a:picLocks noChangeAspect="1"/>
            </p:cNvPicPr>
            <p:nvPr/>
          </p:nvPicPr>
          <p:blipFill>
            <a:blip r:embed="rId3"/>
            <a:stretch>
              <a:fillRect/>
            </a:stretch>
          </p:blipFill>
          <p:spPr>
            <a:xfrm>
              <a:off x="0" y="2346569"/>
              <a:ext cx="1670449" cy="4511431"/>
            </a:xfrm>
            <a:prstGeom prst="rect">
              <a:avLst/>
            </a:prstGeom>
          </p:spPr>
        </p:pic>
        <p:grpSp>
          <p:nvGrpSpPr>
            <p:cNvPr id="15" name="组合 14">
              <a:extLst>
                <a:ext uri="{FF2B5EF4-FFF2-40B4-BE49-F238E27FC236}">
                  <a16:creationId xmlns:a16="http://schemas.microsoft.com/office/drawing/2014/main" id="{C6773231-4D0B-1249-3FB8-7DD3E6A39779}"/>
                </a:ext>
              </a:extLst>
            </p:cNvPr>
            <p:cNvGrpSpPr/>
            <p:nvPr/>
          </p:nvGrpSpPr>
          <p:grpSpPr>
            <a:xfrm>
              <a:off x="10805447" y="356481"/>
              <a:ext cx="726154" cy="311943"/>
              <a:chOff x="10735816" y="673102"/>
              <a:chExt cx="726154" cy="311943"/>
            </a:xfrm>
          </p:grpSpPr>
          <p:sp>
            <p:nvSpPr>
              <p:cNvPr id="29" name="椭圆 28">
                <a:extLst>
                  <a:ext uri="{FF2B5EF4-FFF2-40B4-BE49-F238E27FC236}">
                    <a16:creationId xmlns:a16="http://schemas.microsoft.com/office/drawing/2014/main" id="{71A30EE5-03E2-1FFA-67FF-7BBB770B8617}"/>
                  </a:ext>
                </a:extLst>
              </p:cNvPr>
              <p:cNvSpPr/>
              <p:nvPr/>
            </p:nvSpPr>
            <p:spPr>
              <a:xfrm flipH="1">
                <a:off x="10735816" y="673102"/>
                <a:ext cx="311943" cy="311943"/>
              </a:xfrm>
              <a:prstGeom prst="ellipse">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fontScale="77500" lnSpcReduction="20000"/>
              </a:bodyPr>
              <a:lstStyle/>
              <a:p>
                <a:pPr algn="ctr"/>
                <a:endParaRPr lang="zh-CN" altLang="en-US" sz="1350" dirty="0">
                  <a:cs typeface="+mn-ea"/>
                  <a:sym typeface="+mn-lt"/>
                </a:endParaRPr>
              </a:p>
            </p:txBody>
          </p:sp>
          <p:sp>
            <p:nvSpPr>
              <p:cNvPr id="30" name="任意多边形: 形状 29">
                <a:extLst>
                  <a:ext uri="{FF2B5EF4-FFF2-40B4-BE49-F238E27FC236}">
                    <a16:creationId xmlns:a16="http://schemas.microsoft.com/office/drawing/2014/main" id="{9B25D173-23CA-8324-E496-93BB981A0187}"/>
                  </a:ext>
                </a:extLst>
              </p:cNvPr>
              <p:cNvSpPr/>
              <p:nvPr/>
            </p:nvSpPr>
            <p:spPr>
              <a:xfrm rot="16200000">
                <a:off x="10836184" y="802480"/>
                <a:ext cx="111208" cy="53186"/>
              </a:xfrm>
              <a:custGeom>
                <a:avLst/>
                <a:gdLst>
                  <a:gd name="connsiteX0" fmla="*/ 0 w 109537"/>
                  <a:gd name="connsiteY0" fmla="*/ 50006 h 52387"/>
                  <a:gd name="connsiteX1" fmla="*/ 57150 w 109537"/>
                  <a:gd name="connsiteY1" fmla="*/ 0 h 52387"/>
                  <a:gd name="connsiteX2" fmla="*/ 109537 w 109537"/>
                  <a:gd name="connsiteY2" fmla="*/ 52387 h 52387"/>
                </a:gdLst>
                <a:ahLst/>
                <a:cxnLst>
                  <a:cxn ang="0">
                    <a:pos x="connsiteX0" y="connsiteY0"/>
                  </a:cxn>
                  <a:cxn ang="0">
                    <a:pos x="connsiteX1" y="connsiteY1"/>
                  </a:cxn>
                  <a:cxn ang="0">
                    <a:pos x="connsiteX2" y="connsiteY2"/>
                  </a:cxn>
                </a:cxnLst>
                <a:rect l="l" t="t" r="r" b="b"/>
                <a:pathLst>
                  <a:path w="109537" h="52387">
                    <a:moveTo>
                      <a:pt x="0" y="50006"/>
                    </a:moveTo>
                    <a:lnTo>
                      <a:pt x="57150" y="0"/>
                    </a:lnTo>
                    <a:lnTo>
                      <a:pt x="109537" y="52387"/>
                    </a:lnTo>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31" name="椭圆 30">
                <a:extLst>
                  <a:ext uri="{FF2B5EF4-FFF2-40B4-BE49-F238E27FC236}">
                    <a16:creationId xmlns:a16="http://schemas.microsoft.com/office/drawing/2014/main" id="{51522262-3CD6-F75A-6348-53458F8ADEA3}"/>
                  </a:ext>
                </a:extLst>
              </p:cNvPr>
              <p:cNvSpPr/>
              <p:nvPr/>
            </p:nvSpPr>
            <p:spPr>
              <a:xfrm rot="10800000" flipH="1" flipV="1">
                <a:off x="11150027" y="673102"/>
                <a:ext cx="311943" cy="311943"/>
              </a:xfrm>
              <a:prstGeom prst="ellipse">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fontScale="77500" lnSpcReduction="20000"/>
              </a:bodyPr>
              <a:lstStyle/>
              <a:p>
                <a:pPr algn="ctr"/>
                <a:endParaRPr lang="zh-CN" altLang="en-US" sz="1350" dirty="0">
                  <a:cs typeface="+mn-ea"/>
                  <a:sym typeface="+mn-lt"/>
                </a:endParaRPr>
              </a:p>
            </p:txBody>
          </p:sp>
          <p:sp>
            <p:nvSpPr>
              <p:cNvPr id="32" name="任意多边形: 形状 31">
                <a:extLst>
                  <a:ext uri="{FF2B5EF4-FFF2-40B4-BE49-F238E27FC236}">
                    <a16:creationId xmlns:a16="http://schemas.microsoft.com/office/drawing/2014/main" id="{0DE7FDD5-40EE-D4E5-CFEF-A22A6DEAF14E}"/>
                  </a:ext>
                </a:extLst>
              </p:cNvPr>
              <p:cNvSpPr/>
              <p:nvPr/>
            </p:nvSpPr>
            <p:spPr>
              <a:xfrm rot="16200000" flipV="1">
                <a:off x="11250394" y="802480"/>
                <a:ext cx="111208" cy="53186"/>
              </a:xfrm>
              <a:custGeom>
                <a:avLst/>
                <a:gdLst>
                  <a:gd name="connsiteX0" fmla="*/ 0 w 109537"/>
                  <a:gd name="connsiteY0" fmla="*/ 50006 h 52387"/>
                  <a:gd name="connsiteX1" fmla="*/ 57150 w 109537"/>
                  <a:gd name="connsiteY1" fmla="*/ 0 h 52387"/>
                  <a:gd name="connsiteX2" fmla="*/ 109537 w 109537"/>
                  <a:gd name="connsiteY2" fmla="*/ 52387 h 52387"/>
                </a:gdLst>
                <a:ahLst/>
                <a:cxnLst>
                  <a:cxn ang="0">
                    <a:pos x="connsiteX0" y="connsiteY0"/>
                  </a:cxn>
                  <a:cxn ang="0">
                    <a:pos x="connsiteX1" y="connsiteY1"/>
                  </a:cxn>
                  <a:cxn ang="0">
                    <a:pos x="connsiteX2" y="connsiteY2"/>
                  </a:cxn>
                </a:cxnLst>
                <a:rect l="l" t="t" r="r" b="b"/>
                <a:pathLst>
                  <a:path w="109537" h="52387">
                    <a:moveTo>
                      <a:pt x="0" y="50006"/>
                    </a:moveTo>
                    <a:lnTo>
                      <a:pt x="57150" y="0"/>
                    </a:lnTo>
                    <a:lnTo>
                      <a:pt x="109537" y="52387"/>
                    </a:lnTo>
                  </a:path>
                </a:pathLst>
              </a:cu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dirty="0">
                  <a:cs typeface="+mn-ea"/>
                  <a:sym typeface="+mn-lt"/>
                </a:endParaRPr>
              </a:p>
            </p:txBody>
          </p:sp>
        </p:grpSp>
      </p:grpSp>
      <p:sp>
        <p:nvSpPr>
          <p:cNvPr id="2" name="标题 1"/>
          <p:cNvSpPr>
            <a:spLocks noGrp="1"/>
          </p:cNvSpPr>
          <p:nvPr>
            <p:ph type="title" hasCustomPrompt="1"/>
          </p:nvPr>
        </p:nvSpPr>
        <p:spPr>
          <a:xfrm>
            <a:off x="1006998" y="1130300"/>
            <a:ext cx="1775767" cy="1146921"/>
          </a:xfrm>
          <a:prstGeom prst="roundRect">
            <a:avLst>
              <a:gd name="adj" fmla="val 0"/>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3" name="内容占位符 2"/>
          <p:cNvSpPr>
            <a:spLocks noGrp="1"/>
          </p:cNvSpPr>
          <p:nvPr>
            <p:ph sz="quarter" idx="1" hasCustomPrompt="1"/>
          </p:nvPr>
        </p:nvSpPr>
        <p:spPr>
          <a:xfrm>
            <a:off x="3119671" y="1130300"/>
            <a:ext cx="7448016" cy="4717841"/>
          </a:xfrm>
        </p:spPr>
        <p:txBody>
          <a:bodyPr numCol="2"/>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p>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dirty="0"/>
          </a:p>
        </p:txBody>
      </p:sp>
      <p:grpSp>
        <p:nvGrpSpPr>
          <p:cNvPr id="10" name="组合 9">
            <a:extLst>
              <a:ext uri="{FF2B5EF4-FFF2-40B4-BE49-F238E27FC236}">
                <a16:creationId xmlns:a16="http://schemas.microsoft.com/office/drawing/2014/main" id="{54AA8541-433F-A5D4-A010-7B66914F2E4C}"/>
              </a:ext>
            </a:extLst>
          </p:cNvPr>
          <p:cNvGrpSpPr/>
          <p:nvPr userDrawn="1"/>
        </p:nvGrpSpPr>
        <p:grpSpPr>
          <a:xfrm>
            <a:off x="2199056" y="1130300"/>
            <a:ext cx="742459" cy="4717841"/>
            <a:chOff x="2199056" y="1130300"/>
            <a:chExt cx="742459" cy="4717841"/>
          </a:xfrm>
        </p:grpSpPr>
        <p:cxnSp>
          <p:nvCxnSpPr>
            <p:cNvPr id="7" name="直接连接符 6"/>
            <p:cNvCxnSpPr>
              <a:cxnSpLocks/>
            </p:cNvCxnSpPr>
            <p:nvPr/>
          </p:nvCxnSpPr>
          <p:spPr>
            <a:xfrm>
              <a:off x="2941515" y="1130300"/>
              <a:ext cx="0" cy="4717841"/>
            </a:xfrm>
            <a:prstGeom prst="line">
              <a:avLst/>
            </a:prstGeom>
            <a:solidFill>
              <a:srgbClr val="FFCC00"/>
            </a:solidFill>
            <a:ln w="12700" cap="flat" cmpd="sng" algn="ctr">
              <a:solidFill>
                <a:schemeClr val="accent1">
                  <a:alpha val="50000"/>
                </a:schemeClr>
              </a:solidFill>
              <a:prstDash val="solid"/>
              <a:round/>
              <a:headEnd type="none" w="med" len="med"/>
              <a:tailEnd type="none" w="med" len="med"/>
            </a:ln>
            <a:effectLst/>
          </p:spPr>
        </p:cxnSp>
        <p:sp>
          <p:nvSpPr>
            <p:cNvPr id="8" name="任意多边形: 形状 7"/>
            <p:cNvSpPr>
              <a:spLocks noChangeAspect="1"/>
            </p:cNvSpPr>
            <p:nvPr/>
          </p:nvSpPr>
          <p:spPr bwMode="auto">
            <a:xfrm>
              <a:off x="2199056" y="5255288"/>
              <a:ext cx="563614" cy="592853"/>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accent1">
                <a:alpha val="50000"/>
              </a:schemeClr>
            </a:solidFill>
            <a:ln>
              <a:noFill/>
            </a:ln>
          </p:spPr>
          <p:txBody>
            <a:bodyPr/>
            <a:lstStyle/>
            <a:p>
              <a:endParaRPr lang="zh-CN" altLang="en-US">
                <a:cs typeface="+mn-ea"/>
                <a:sym typeface="+mn-lt"/>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spTree>
      <p:nvGrpSpPr>
        <p:cNvPr id="1" name=""/>
        <p:cNvGrpSpPr/>
        <p:nvPr/>
      </p:nvGrpSpPr>
      <p:grpSpPr>
        <a:xfrm>
          <a:off x="0" y="0"/>
          <a:ext cx="0" cy="0"/>
          <a:chOff x="0" y="0"/>
          <a:chExt cx="0" cy="0"/>
        </a:xfrm>
      </p:grpSpPr>
      <p:grpSp>
        <p:nvGrpSpPr>
          <p:cNvPr id="47" name="组合 46">
            <a:extLst>
              <a:ext uri="{FF2B5EF4-FFF2-40B4-BE49-F238E27FC236}">
                <a16:creationId xmlns:a16="http://schemas.microsoft.com/office/drawing/2014/main" id="{6060B38A-AAF0-FA23-E119-31654937952B}"/>
              </a:ext>
            </a:extLst>
          </p:cNvPr>
          <p:cNvGrpSpPr/>
          <p:nvPr userDrawn="1"/>
        </p:nvGrpSpPr>
        <p:grpSpPr>
          <a:xfrm>
            <a:off x="0" y="0"/>
            <a:ext cx="12192000" cy="6858000"/>
            <a:chOff x="0" y="0"/>
            <a:chExt cx="12192000" cy="6858000"/>
          </a:xfrm>
        </p:grpSpPr>
        <p:sp>
          <p:nvSpPr>
            <p:cNvPr id="23" name="矩形: 单圆角 22">
              <a:extLst>
                <a:ext uri="{FF2B5EF4-FFF2-40B4-BE49-F238E27FC236}">
                  <a16:creationId xmlns:a16="http://schemas.microsoft.com/office/drawing/2014/main" id="{F5346B91-8D07-5AD3-3874-27DC9FF7ED37}"/>
                </a:ext>
              </a:extLst>
            </p:cNvPr>
            <p:cNvSpPr/>
            <p:nvPr userDrawn="1"/>
          </p:nvSpPr>
          <p:spPr>
            <a:xfrm flipH="1">
              <a:off x="0" y="2191344"/>
              <a:ext cx="12191999" cy="4666656"/>
            </a:xfrm>
            <a:prstGeom prst="round1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矩形: 单圆角 23">
              <a:extLst>
                <a:ext uri="{FF2B5EF4-FFF2-40B4-BE49-F238E27FC236}">
                  <a16:creationId xmlns:a16="http://schemas.microsoft.com/office/drawing/2014/main" id="{DA18CD64-3331-ED46-8F02-E03E42CBA9E5}"/>
                </a:ext>
              </a:extLst>
            </p:cNvPr>
            <p:cNvSpPr/>
            <p:nvPr userDrawn="1"/>
          </p:nvSpPr>
          <p:spPr>
            <a:xfrm flipH="1">
              <a:off x="2913523" y="1130300"/>
              <a:ext cx="9278477" cy="4521700"/>
            </a:xfrm>
            <a:prstGeom prst="round1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形状 26">
              <a:extLst>
                <a:ext uri="{FF2B5EF4-FFF2-40B4-BE49-F238E27FC236}">
                  <a16:creationId xmlns:a16="http://schemas.microsoft.com/office/drawing/2014/main" id="{6A08C446-F442-1ECE-2FA9-BA0BF7591EED}"/>
                </a:ext>
              </a:extLst>
            </p:cNvPr>
            <p:cNvSpPr>
              <a:spLocks noChangeArrowheads="1"/>
            </p:cNvSpPr>
            <p:nvPr userDrawn="1"/>
          </p:nvSpPr>
          <p:spPr bwMode="auto">
            <a:xfrm rot="5400000" flipH="1">
              <a:off x="-54129" y="1481514"/>
              <a:ext cx="1747103" cy="318045"/>
            </a:xfrm>
            <a:custGeom>
              <a:avLst/>
              <a:gdLst>
                <a:gd name="connsiteX0" fmla="*/ 4435475 w 4525963"/>
                <a:gd name="connsiteY0" fmla="*/ 639763 h 823913"/>
                <a:gd name="connsiteX1" fmla="*/ 4525963 w 4525963"/>
                <a:gd name="connsiteY1" fmla="*/ 731838 h 823913"/>
                <a:gd name="connsiteX2" fmla="*/ 4435475 w 4525963"/>
                <a:gd name="connsiteY2" fmla="*/ 823913 h 823913"/>
                <a:gd name="connsiteX3" fmla="*/ 4344987 w 4525963"/>
                <a:gd name="connsiteY3" fmla="*/ 731838 h 823913"/>
                <a:gd name="connsiteX4" fmla="*/ 4435475 w 4525963"/>
                <a:gd name="connsiteY4" fmla="*/ 639763 h 823913"/>
                <a:gd name="connsiteX5" fmla="*/ 3709988 w 4525963"/>
                <a:gd name="connsiteY5" fmla="*/ 639763 h 823913"/>
                <a:gd name="connsiteX6" fmla="*/ 3800476 w 4525963"/>
                <a:gd name="connsiteY6" fmla="*/ 731838 h 823913"/>
                <a:gd name="connsiteX7" fmla="*/ 3709988 w 4525963"/>
                <a:gd name="connsiteY7" fmla="*/ 823913 h 823913"/>
                <a:gd name="connsiteX8" fmla="*/ 3619500 w 4525963"/>
                <a:gd name="connsiteY8" fmla="*/ 731838 h 823913"/>
                <a:gd name="connsiteX9" fmla="*/ 3709988 w 4525963"/>
                <a:gd name="connsiteY9" fmla="*/ 639763 h 823913"/>
                <a:gd name="connsiteX10" fmla="*/ 2986088 w 4525963"/>
                <a:gd name="connsiteY10" fmla="*/ 639763 h 823913"/>
                <a:gd name="connsiteX11" fmla="*/ 3076576 w 4525963"/>
                <a:gd name="connsiteY11" fmla="*/ 731838 h 823913"/>
                <a:gd name="connsiteX12" fmla="*/ 2986088 w 4525963"/>
                <a:gd name="connsiteY12" fmla="*/ 823913 h 823913"/>
                <a:gd name="connsiteX13" fmla="*/ 2895600 w 4525963"/>
                <a:gd name="connsiteY13" fmla="*/ 731838 h 823913"/>
                <a:gd name="connsiteX14" fmla="*/ 2986088 w 4525963"/>
                <a:gd name="connsiteY14" fmla="*/ 639763 h 823913"/>
                <a:gd name="connsiteX15" fmla="*/ 2262188 w 4525963"/>
                <a:gd name="connsiteY15" fmla="*/ 639763 h 823913"/>
                <a:gd name="connsiteX16" fmla="*/ 2352676 w 4525963"/>
                <a:gd name="connsiteY16" fmla="*/ 731838 h 823913"/>
                <a:gd name="connsiteX17" fmla="*/ 2262188 w 4525963"/>
                <a:gd name="connsiteY17" fmla="*/ 823913 h 823913"/>
                <a:gd name="connsiteX18" fmla="*/ 2171700 w 4525963"/>
                <a:gd name="connsiteY18" fmla="*/ 731838 h 823913"/>
                <a:gd name="connsiteX19" fmla="*/ 2262188 w 4525963"/>
                <a:gd name="connsiteY19" fmla="*/ 639763 h 823913"/>
                <a:gd name="connsiteX20" fmla="*/ 1538288 w 4525963"/>
                <a:gd name="connsiteY20" fmla="*/ 639763 h 823913"/>
                <a:gd name="connsiteX21" fmla="*/ 1628776 w 4525963"/>
                <a:gd name="connsiteY21" fmla="*/ 731838 h 823913"/>
                <a:gd name="connsiteX22" fmla="*/ 1538288 w 4525963"/>
                <a:gd name="connsiteY22" fmla="*/ 823913 h 823913"/>
                <a:gd name="connsiteX23" fmla="*/ 1447800 w 4525963"/>
                <a:gd name="connsiteY23" fmla="*/ 731838 h 823913"/>
                <a:gd name="connsiteX24" fmla="*/ 1538288 w 4525963"/>
                <a:gd name="connsiteY24" fmla="*/ 639763 h 823913"/>
                <a:gd name="connsiteX25" fmla="*/ 814388 w 4525963"/>
                <a:gd name="connsiteY25" fmla="*/ 639763 h 823913"/>
                <a:gd name="connsiteX26" fmla="*/ 904876 w 4525963"/>
                <a:gd name="connsiteY26" fmla="*/ 731838 h 823913"/>
                <a:gd name="connsiteX27" fmla="*/ 814388 w 4525963"/>
                <a:gd name="connsiteY27" fmla="*/ 823913 h 823913"/>
                <a:gd name="connsiteX28" fmla="*/ 723900 w 4525963"/>
                <a:gd name="connsiteY28" fmla="*/ 731838 h 823913"/>
                <a:gd name="connsiteX29" fmla="*/ 814388 w 4525963"/>
                <a:gd name="connsiteY29" fmla="*/ 639763 h 823913"/>
                <a:gd name="connsiteX30" fmla="*/ 90488 w 4525963"/>
                <a:gd name="connsiteY30" fmla="*/ 639763 h 823913"/>
                <a:gd name="connsiteX31" fmla="*/ 180976 w 4525963"/>
                <a:gd name="connsiteY31" fmla="*/ 731838 h 823913"/>
                <a:gd name="connsiteX32" fmla="*/ 90488 w 4525963"/>
                <a:gd name="connsiteY32" fmla="*/ 823913 h 823913"/>
                <a:gd name="connsiteX33" fmla="*/ 0 w 4525963"/>
                <a:gd name="connsiteY33" fmla="*/ 731838 h 823913"/>
                <a:gd name="connsiteX34" fmla="*/ 90488 w 4525963"/>
                <a:gd name="connsiteY34" fmla="*/ 639763 h 823913"/>
                <a:gd name="connsiteX35" fmla="*/ 4435475 w 4525963"/>
                <a:gd name="connsiteY35" fmla="*/ 0 h 823913"/>
                <a:gd name="connsiteX36" fmla="*/ 4525963 w 4525963"/>
                <a:gd name="connsiteY36" fmla="*/ 91282 h 823913"/>
                <a:gd name="connsiteX37" fmla="*/ 4435475 w 4525963"/>
                <a:gd name="connsiteY37" fmla="*/ 182564 h 823913"/>
                <a:gd name="connsiteX38" fmla="*/ 4344987 w 4525963"/>
                <a:gd name="connsiteY38" fmla="*/ 91282 h 823913"/>
                <a:gd name="connsiteX39" fmla="*/ 4435475 w 4525963"/>
                <a:gd name="connsiteY39" fmla="*/ 0 h 823913"/>
                <a:gd name="connsiteX40" fmla="*/ 3709988 w 4525963"/>
                <a:gd name="connsiteY40" fmla="*/ 0 h 823913"/>
                <a:gd name="connsiteX41" fmla="*/ 3800476 w 4525963"/>
                <a:gd name="connsiteY41" fmla="*/ 91282 h 823913"/>
                <a:gd name="connsiteX42" fmla="*/ 3709988 w 4525963"/>
                <a:gd name="connsiteY42" fmla="*/ 182564 h 823913"/>
                <a:gd name="connsiteX43" fmla="*/ 3619500 w 4525963"/>
                <a:gd name="connsiteY43" fmla="*/ 91282 h 823913"/>
                <a:gd name="connsiteX44" fmla="*/ 3709988 w 4525963"/>
                <a:gd name="connsiteY44" fmla="*/ 0 h 823913"/>
                <a:gd name="connsiteX45" fmla="*/ 2986088 w 4525963"/>
                <a:gd name="connsiteY45" fmla="*/ 0 h 823913"/>
                <a:gd name="connsiteX46" fmla="*/ 3076576 w 4525963"/>
                <a:gd name="connsiteY46" fmla="*/ 91282 h 823913"/>
                <a:gd name="connsiteX47" fmla="*/ 2986088 w 4525963"/>
                <a:gd name="connsiteY47" fmla="*/ 182564 h 823913"/>
                <a:gd name="connsiteX48" fmla="*/ 2895600 w 4525963"/>
                <a:gd name="connsiteY48" fmla="*/ 91282 h 823913"/>
                <a:gd name="connsiteX49" fmla="*/ 2986088 w 4525963"/>
                <a:gd name="connsiteY49" fmla="*/ 0 h 823913"/>
                <a:gd name="connsiteX50" fmla="*/ 2262188 w 4525963"/>
                <a:gd name="connsiteY50" fmla="*/ 0 h 823913"/>
                <a:gd name="connsiteX51" fmla="*/ 2352676 w 4525963"/>
                <a:gd name="connsiteY51" fmla="*/ 91282 h 823913"/>
                <a:gd name="connsiteX52" fmla="*/ 2262188 w 4525963"/>
                <a:gd name="connsiteY52" fmla="*/ 182564 h 823913"/>
                <a:gd name="connsiteX53" fmla="*/ 2171700 w 4525963"/>
                <a:gd name="connsiteY53" fmla="*/ 91282 h 823913"/>
                <a:gd name="connsiteX54" fmla="*/ 2262188 w 4525963"/>
                <a:gd name="connsiteY54" fmla="*/ 0 h 823913"/>
                <a:gd name="connsiteX55" fmla="*/ 1538288 w 4525963"/>
                <a:gd name="connsiteY55" fmla="*/ 0 h 823913"/>
                <a:gd name="connsiteX56" fmla="*/ 1628776 w 4525963"/>
                <a:gd name="connsiteY56" fmla="*/ 91282 h 823913"/>
                <a:gd name="connsiteX57" fmla="*/ 1538288 w 4525963"/>
                <a:gd name="connsiteY57" fmla="*/ 182564 h 823913"/>
                <a:gd name="connsiteX58" fmla="*/ 1447800 w 4525963"/>
                <a:gd name="connsiteY58" fmla="*/ 91282 h 823913"/>
                <a:gd name="connsiteX59" fmla="*/ 1538288 w 4525963"/>
                <a:gd name="connsiteY59" fmla="*/ 0 h 823913"/>
                <a:gd name="connsiteX60" fmla="*/ 814388 w 4525963"/>
                <a:gd name="connsiteY60" fmla="*/ 0 h 823913"/>
                <a:gd name="connsiteX61" fmla="*/ 904876 w 4525963"/>
                <a:gd name="connsiteY61" fmla="*/ 91282 h 823913"/>
                <a:gd name="connsiteX62" fmla="*/ 814388 w 4525963"/>
                <a:gd name="connsiteY62" fmla="*/ 182564 h 823913"/>
                <a:gd name="connsiteX63" fmla="*/ 723900 w 4525963"/>
                <a:gd name="connsiteY63" fmla="*/ 91282 h 823913"/>
                <a:gd name="connsiteX64" fmla="*/ 814388 w 4525963"/>
                <a:gd name="connsiteY64" fmla="*/ 0 h 823913"/>
                <a:gd name="connsiteX65" fmla="*/ 90488 w 4525963"/>
                <a:gd name="connsiteY65" fmla="*/ 0 h 823913"/>
                <a:gd name="connsiteX66" fmla="*/ 180976 w 4525963"/>
                <a:gd name="connsiteY66" fmla="*/ 91282 h 823913"/>
                <a:gd name="connsiteX67" fmla="*/ 90488 w 4525963"/>
                <a:gd name="connsiteY67" fmla="*/ 182564 h 823913"/>
                <a:gd name="connsiteX68" fmla="*/ 0 w 4525963"/>
                <a:gd name="connsiteY68" fmla="*/ 91282 h 823913"/>
                <a:gd name="connsiteX69" fmla="*/ 90488 w 4525963"/>
                <a:gd name="connsiteY69" fmla="*/ 0 h 82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525963" h="823913">
                  <a:moveTo>
                    <a:pt x="4435475" y="639763"/>
                  </a:moveTo>
                  <a:cubicBezTo>
                    <a:pt x="4485450" y="639763"/>
                    <a:pt x="4525963" y="680986"/>
                    <a:pt x="4525963" y="731838"/>
                  </a:cubicBezTo>
                  <a:cubicBezTo>
                    <a:pt x="4525963" y="782690"/>
                    <a:pt x="4485450" y="823913"/>
                    <a:pt x="4435475" y="823913"/>
                  </a:cubicBezTo>
                  <a:cubicBezTo>
                    <a:pt x="4385500" y="823913"/>
                    <a:pt x="4344987" y="782690"/>
                    <a:pt x="4344987" y="731838"/>
                  </a:cubicBezTo>
                  <a:cubicBezTo>
                    <a:pt x="4344987" y="680986"/>
                    <a:pt x="4385500" y="639763"/>
                    <a:pt x="4435475" y="639763"/>
                  </a:cubicBezTo>
                  <a:close/>
                  <a:moveTo>
                    <a:pt x="3709988" y="639763"/>
                  </a:moveTo>
                  <a:cubicBezTo>
                    <a:pt x="3759963" y="639763"/>
                    <a:pt x="3800476" y="680986"/>
                    <a:pt x="3800476" y="731838"/>
                  </a:cubicBezTo>
                  <a:cubicBezTo>
                    <a:pt x="3800476" y="782690"/>
                    <a:pt x="3759963" y="823913"/>
                    <a:pt x="3709988" y="823913"/>
                  </a:cubicBezTo>
                  <a:cubicBezTo>
                    <a:pt x="3660013" y="823913"/>
                    <a:pt x="3619500" y="782690"/>
                    <a:pt x="3619500" y="731838"/>
                  </a:cubicBezTo>
                  <a:cubicBezTo>
                    <a:pt x="3619500" y="680986"/>
                    <a:pt x="3660013" y="639763"/>
                    <a:pt x="3709988" y="639763"/>
                  </a:cubicBezTo>
                  <a:close/>
                  <a:moveTo>
                    <a:pt x="2986088" y="639763"/>
                  </a:moveTo>
                  <a:cubicBezTo>
                    <a:pt x="3036063" y="639763"/>
                    <a:pt x="3076576" y="680986"/>
                    <a:pt x="3076576" y="731838"/>
                  </a:cubicBezTo>
                  <a:cubicBezTo>
                    <a:pt x="3076576" y="782690"/>
                    <a:pt x="3036063" y="823913"/>
                    <a:pt x="2986088" y="823913"/>
                  </a:cubicBezTo>
                  <a:cubicBezTo>
                    <a:pt x="2936113" y="823913"/>
                    <a:pt x="2895600" y="782690"/>
                    <a:pt x="2895600" y="731838"/>
                  </a:cubicBezTo>
                  <a:cubicBezTo>
                    <a:pt x="2895600" y="680986"/>
                    <a:pt x="2936113" y="639763"/>
                    <a:pt x="2986088" y="639763"/>
                  </a:cubicBezTo>
                  <a:close/>
                  <a:moveTo>
                    <a:pt x="2262188" y="639763"/>
                  </a:moveTo>
                  <a:cubicBezTo>
                    <a:pt x="2312163" y="639763"/>
                    <a:pt x="2352676" y="680986"/>
                    <a:pt x="2352676" y="731838"/>
                  </a:cubicBezTo>
                  <a:cubicBezTo>
                    <a:pt x="2352676" y="782690"/>
                    <a:pt x="2312163" y="823913"/>
                    <a:pt x="2262188" y="823913"/>
                  </a:cubicBezTo>
                  <a:cubicBezTo>
                    <a:pt x="2212213" y="823913"/>
                    <a:pt x="2171700" y="782690"/>
                    <a:pt x="2171700" y="731838"/>
                  </a:cubicBezTo>
                  <a:cubicBezTo>
                    <a:pt x="2171700" y="680986"/>
                    <a:pt x="2212213" y="639763"/>
                    <a:pt x="2262188" y="639763"/>
                  </a:cubicBezTo>
                  <a:close/>
                  <a:moveTo>
                    <a:pt x="1538288" y="639763"/>
                  </a:moveTo>
                  <a:cubicBezTo>
                    <a:pt x="1588263" y="639763"/>
                    <a:pt x="1628776" y="680986"/>
                    <a:pt x="1628776" y="731838"/>
                  </a:cubicBezTo>
                  <a:cubicBezTo>
                    <a:pt x="1628776" y="782690"/>
                    <a:pt x="1588263" y="823913"/>
                    <a:pt x="1538288" y="823913"/>
                  </a:cubicBezTo>
                  <a:cubicBezTo>
                    <a:pt x="1488313" y="823913"/>
                    <a:pt x="1447800" y="782690"/>
                    <a:pt x="1447800" y="731838"/>
                  </a:cubicBezTo>
                  <a:cubicBezTo>
                    <a:pt x="1447800" y="680986"/>
                    <a:pt x="1488313" y="639763"/>
                    <a:pt x="1538288" y="639763"/>
                  </a:cubicBezTo>
                  <a:close/>
                  <a:moveTo>
                    <a:pt x="814388" y="639763"/>
                  </a:moveTo>
                  <a:cubicBezTo>
                    <a:pt x="864363" y="639763"/>
                    <a:pt x="904876" y="680986"/>
                    <a:pt x="904876" y="731838"/>
                  </a:cubicBezTo>
                  <a:cubicBezTo>
                    <a:pt x="904876" y="782690"/>
                    <a:pt x="864363" y="823913"/>
                    <a:pt x="814388" y="823913"/>
                  </a:cubicBezTo>
                  <a:cubicBezTo>
                    <a:pt x="764413" y="823913"/>
                    <a:pt x="723900" y="782690"/>
                    <a:pt x="723900" y="731838"/>
                  </a:cubicBezTo>
                  <a:cubicBezTo>
                    <a:pt x="723900" y="680986"/>
                    <a:pt x="764413" y="639763"/>
                    <a:pt x="814388" y="639763"/>
                  </a:cubicBezTo>
                  <a:close/>
                  <a:moveTo>
                    <a:pt x="90488" y="639763"/>
                  </a:moveTo>
                  <a:cubicBezTo>
                    <a:pt x="140463" y="639763"/>
                    <a:pt x="180976" y="680986"/>
                    <a:pt x="180976" y="731838"/>
                  </a:cubicBezTo>
                  <a:cubicBezTo>
                    <a:pt x="180976" y="782690"/>
                    <a:pt x="140463" y="823913"/>
                    <a:pt x="90488" y="823913"/>
                  </a:cubicBezTo>
                  <a:cubicBezTo>
                    <a:pt x="40513" y="823913"/>
                    <a:pt x="0" y="782690"/>
                    <a:pt x="0" y="731838"/>
                  </a:cubicBezTo>
                  <a:cubicBezTo>
                    <a:pt x="0" y="680986"/>
                    <a:pt x="40513" y="639763"/>
                    <a:pt x="90488" y="639763"/>
                  </a:cubicBezTo>
                  <a:close/>
                  <a:moveTo>
                    <a:pt x="4435475" y="0"/>
                  </a:moveTo>
                  <a:cubicBezTo>
                    <a:pt x="4485450" y="0"/>
                    <a:pt x="4525963" y="40868"/>
                    <a:pt x="4525963" y="91282"/>
                  </a:cubicBezTo>
                  <a:cubicBezTo>
                    <a:pt x="4525963" y="141696"/>
                    <a:pt x="4485450" y="182564"/>
                    <a:pt x="4435475" y="182564"/>
                  </a:cubicBezTo>
                  <a:cubicBezTo>
                    <a:pt x="4385500" y="182564"/>
                    <a:pt x="4344987" y="141696"/>
                    <a:pt x="4344987" y="91282"/>
                  </a:cubicBezTo>
                  <a:cubicBezTo>
                    <a:pt x="4344987" y="40868"/>
                    <a:pt x="4385500" y="0"/>
                    <a:pt x="4435475" y="0"/>
                  </a:cubicBezTo>
                  <a:close/>
                  <a:moveTo>
                    <a:pt x="3709988" y="0"/>
                  </a:moveTo>
                  <a:cubicBezTo>
                    <a:pt x="3759963" y="0"/>
                    <a:pt x="3800476" y="40868"/>
                    <a:pt x="3800476" y="91282"/>
                  </a:cubicBezTo>
                  <a:cubicBezTo>
                    <a:pt x="3800476" y="141696"/>
                    <a:pt x="3759963" y="182564"/>
                    <a:pt x="3709988" y="182564"/>
                  </a:cubicBezTo>
                  <a:cubicBezTo>
                    <a:pt x="3660013" y="182564"/>
                    <a:pt x="3619500" y="141696"/>
                    <a:pt x="3619500" y="91282"/>
                  </a:cubicBezTo>
                  <a:cubicBezTo>
                    <a:pt x="3619500" y="40868"/>
                    <a:pt x="3660013" y="0"/>
                    <a:pt x="3709988" y="0"/>
                  </a:cubicBezTo>
                  <a:close/>
                  <a:moveTo>
                    <a:pt x="2986088" y="0"/>
                  </a:moveTo>
                  <a:cubicBezTo>
                    <a:pt x="3036063" y="0"/>
                    <a:pt x="3076576" y="40868"/>
                    <a:pt x="3076576" y="91282"/>
                  </a:cubicBezTo>
                  <a:cubicBezTo>
                    <a:pt x="3076576" y="141696"/>
                    <a:pt x="3036063" y="182564"/>
                    <a:pt x="2986088" y="182564"/>
                  </a:cubicBezTo>
                  <a:cubicBezTo>
                    <a:pt x="2936113" y="182564"/>
                    <a:pt x="2895600" y="141696"/>
                    <a:pt x="2895600" y="91282"/>
                  </a:cubicBezTo>
                  <a:cubicBezTo>
                    <a:pt x="2895600" y="40868"/>
                    <a:pt x="2936113" y="0"/>
                    <a:pt x="2986088" y="0"/>
                  </a:cubicBezTo>
                  <a:close/>
                  <a:moveTo>
                    <a:pt x="2262188" y="0"/>
                  </a:moveTo>
                  <a:cubicBezTo>
                    <a:pt x="2312163" y="0"/>
                    <a:pt x="2352676" y="40868"/>
                    <a:pt x="2352676" y="91282"/>
                  </a:cubicBezTo>
                  <a:cubicBezTo>
                    <a:pt x="2352676" y="141696"/>
                    <a:pt x="2312163" y="182564"/>
                    <a:pt x="2262188" y="182564"/>
                  </a:cubicBezTo>
                  <a:cubicBezTo>
                    <a:pt x="2212213" y="182564"/>
                    <a:pt x="2171700" y="141696"/>
                    <a:pt x="2171700" y="91282"/>
                  </a:cubicBezTo>
                  <a:cubicBezTo>
                    <a:pt x="2171700" y="40868"/>
                    <a:pt x="2212213" y="0"/>
                    <a:pt x="2262188" y="0"/>
                  </a:cubicBezTo>
                  <a:close/>
                  <a:moveTo>
                    <a:pt x="1538288" y="0"/>
                  </a:moveTo>
                  <a:cubicBezTo>
                    <a:pt x="1588263" y="0"/>
                    <a:pt x="1628776" y="40868"/>
                    <a:pt x="1628776" y="91282"/>
                  </a:cubicBezTo>
                  <a:cubicBezTo>
                    <a:pt x="1628776" y="141696"/>
                    <a:pt x="1588263" y="182564"/>
                    <a:pt x="1538288" y="182564"/>
                  </a:cubicBezTo>
                  <a:cubicBezTo>
                    <a:pt x="1488313" y="182564"/>
                    <a:pt x="1447800" y="141696"/>
                    <a:pt x="1447800" y="91282"/>
                  </a:cubicBezTo>
                  <a:cubicBezTo>
                    <a:pt x="1447800" y="40868"/>
                    <a:pt x="1488313" y="0"/>
                    <a:pt x="1538288" y="0"/>
                  </a:cubicBezTo>
                  <a:close/>
                  <a:moveTo>
                    <a:pt x="814388" y="0"/>
                  </a:moveTo>
                  <a:cubicBezTo>
                    <a:pt x="864363" y="0"/>
                    <a:pt x="904876" y="40868"/>
                    <a:pt x="904876" y="91282"/>
                  </a:cubicBezTo>
                  <a:cubicBezTo>
                    <a:pt x="904876" y="141696"/>
                    <a:pt x="864363" y="182564"/>
                    <a:pt x="814388" y="182564"/>
                  </a:cubicBezTo>
                  <a:cubicBezTo>
                    <a:pt x="764413" y="182564"/>
                    <a:pt x="723900" y="141696"/>
                    <a:pt x="723900" y="91282"/>
                  </a:cubicBezTo>
                  <a:cubicBezTo>
                    <a:pt x="723900" y="40868"/>
                    <a:pt x="764413" y="0"/>
                    <a:pt x="814388" y="0"/>
                  </a:cubicBezTo>
                  <a:close/>
                  <a:moveTo>
                    <a:pt x="90488" y="0"/>
                  </a:moveTo>
                  <a:cubicBezTo>
                    <a:pt x="140463" y="0"/>
                    <a:pt x="180976" y="40868"/>
                    <a:pt x="180976" y="91282"/>
                  </a:cubicBezTo>
                  <a:cubicBezTo>
                    <a:pt x="180976" y="141696"/>
                    <a:pt x="140463" y="182564"/>
                    <a:pt x="90488" y="182564"/>
                  </a:cubicBezTo>
                  <a:cubicBezTo>
                    <a:pt x="40513" y="182564"/>
                    <a:pt x="0" y="141696"/>
                    <a:pt x="0" y="91282"/>
                  </a:cubicBezTo>
                  <a:cubicBezTo>
                    <a:pt x="0" y="40868"/>
                    <a:pt x="40513" y="0"/>
                    <a:pt x="90488"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grpSp>
          <p:nvGrpSpPr>
            <p:cNvPr id="34" name="组合 33">
              <a:extLst>
                <a:ext uri="{FF2B5EF4-FFF2-40B4-BE49-F238E27FC236}">
                  <a16:creationId xmlns:a16="http://schemas.microsoft.com/office/drawing/2014/main" id="{6D9F70A5-39C5-EEF9-D438-7BC384A12224}"/>
                </a:ext>
              </a:extLst>
            </p:cNvPr>
            <p:cNvGrpSpPr/>
            <p:nvPr userDrawn="1"/>
          </p:nvGrpSpPr>
          <p:grpSpPr>
            <a:xfrm>
              <a:off x="10754646" y="5923757"/>
              <a:ext cx="764254" cy="311943"/>
              <a:chOff x="10735816" y="673102"/>
              <a:chExt cx="764254" cy="311943"/>
            </a:xfrm>
          </p:grpSpPr>
          <p:sp>
            <p:nvSpPr>
              <p:cNvPr id="35" name="椭圆 34">
                <a:extLst>
                  <a:ext uri="{FF2B5EF4-FFF2-40B4-BE49-F238E27FC236}">
                    <a16:creationId xmlns:a16="http://schemas.microsoft.com/office/drawing/2014/main" id="{AF92FF47-05C8-74C4-D558-7BA84F5DC150}"/>
                  </a:ext>
                </a:extLst>
              </p:cNvPr>
              <p:cNvSpPr/>
              <p:nvPr/>
            </p:nvSpPr>
            <p:spPr>
              <a:xfrm flipH="1">
                <a:off x="10735816" y="673102"/>
                <a:ext cx="311943" cy="311943"/>
              </a:xfrm>
              <a:prstGeom prst="ellips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cs typeface="+mn-ea"/>
                  <a:sym typeface="+mn-lt"/>
                </a:endParaRPr>
              </a:p>
            </p:txBody>
          </p:sp>
          <p:sp>
            <p:nvSpPr>
              <p:cNvPr id="36" name="任意多边形: 形状 35">
                <a:extLst>
                  <a:ext uri="{FF2B5EF4-FFF2-40B4-BE49-F238E27FC236}">
                    <a16:creationId xmlns:a16="http://schemas.microsoft.com/office/drawing/2014/main" id="{A576EB6E-3A54-6488-9322-C3F690FADF50}"/>
                  </a:ext>
                </a:extLst>
              </p:cNvPr>
              <p:cNvSpPr/>
              <p:nvPr/>
            </p:nvSpPr>
            <p:spPr>
              <a:xfrm rot="16200000">
                <a:off x="10836184" y="802480"/>
                <a:ext cx="111208" cy="53186"/>
              </a:xfrm>
              <a:custGeom>
                <a:avLst/>
                <a:gdLst>
                  <a:gd name="connsiteX0" fmla="*/ 0 w 109537"/>
                  <a:gd name="connsiteY0" fmla="*/ 50006 h 52387"/>
                  <a:gd name="connsiteX1" fmla="*/ 57150 w 109537"/>
                  <a:gd name="connsiteY1" fmla="*/ 0 h 52387"/>
                  <a:gd name="connsiteX2" fmla="*/ 109537 w 109537"/>
                  <a:gd name="connsiteY2" fmla="*/ 52387 h 52387"/>
                </a:gdLst>
                <a:ahLst/>
                <a:cxnLst>
                  <a:cxn ang="0">
                    <a:pos x="connsiteX0" y="connsiteY0"/>
                  </a:cxn>
                  <a:cxn ang="0">
                    <a:pos x="connsiteX1" y="connsiteY1"/>
                  </a:cxn>
                  <a:cxn ang="0">
                    <a:pos x="connsiteX2" y="connsiteY2"/>
                  </a:cxn>
                </a:cxnLst>
                <a:rect l="l" t="t" r="r" b="b"/>
                <a:pathLst>
                  <a:path w="109537" h="52387">
                    <a:moveTo>
                      <a:pt x="0" y="50006"/>
                    </a:moveTo>
                    <a:lnTo>
                      <a:pt x="57150" y="0"/>
                    </a:lnTo>
                    <a:lnTo>
                      <a:pt x="109537" y="52387"/>
                    </a:lnTo>
                  </a:path>
                </a:pathLst>
              </a:custGeom>
              <a:noFill/>
              <a:ln w="2540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7" name="椭圆 36">
                <a:extLst>
                  <a:ext uri="{FF2B5EF4-FFF2-40B4-BE49-F238E27FC236}">
                    <a16:creationId xmlns:a16="http://schemas.microsoft.com/office/drawing/2014/main" id="{1E5ED9B1-4136-A49E-5C74-8DE321F55607}"/>
                  </a:ext>
                </a:extLst>
              </p:cNvPr>
              <p:cNvSpPr/>
              <p:nvPr/>
            </p:nvSpPr>
            <p:spPr>
              <a:xfrm rot="10800000" flipH="1" flipV="1">
                <a:off x="11188127" y="673102"/>
                <a:ext cx="311943" cy="311943"/>
              </a:xfrm>
              <a:prstGeom prst="ellipse">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cs typeface="+mn-ea"/>
                  <a:sym typeface="+mn-lt"/>
                </a:endParaRPr>
              </a:p>
            </p:txBody>
          </p:sp>
          <p:sp>
            <p:nvSpPr>
              <p:cNvPr id="38" name="任意多边形: 形状 37">
                <a:extLst>
                  <a:ext uri="{FF2B5EF4-FFF2-40B4-BE49-F238E27FC236}">
                    <a16:creationId xmlns:a16="http://schemas.microsoft.com/office/drawing/2014/main" id="{346B082A-16A1-5598-B6E0-2E3293DAA864}"/>
                  </a:ext>
                </a:extLst>
              </p:cNvPr>
              <p:cNvSpPr/>
              <p:nvPr/>
            </p:nvSpPr>
            <p:spPr>
              <a:xfrm rot="16200000" flipV="1">
                <a:off x="11288494" y="802480"/>
                <a:ext cx="111208" cy="53186"/>
              </a:xfrm>
              <a:custGeom>
                <a:avLst/>
                <a:gdLst>
                  <a:gd name="connsiteX0" fmla="*/ 0 w 109537"/>
                  <a:gd name="connsiteY0" fmla="*/ 50006 h 52387"/>
                  <a:gd name="connsiteX1" fmla="*/ 57150 w 109537"/>
                  <a:gd name="connsiteY1" fmla="*/ 0 h 52387"/>
                  <a:gd name="connsiteX2" fmla="*/ 109537 w 109537"/>
                  <a:gd name="connsiteY2" fmla="*/ 52387 h 52387"/>
                </a:gdLst>
                <a:ahLst/>
                <a:cxnLst>
                  <a:cxn ang="0">
                    <a:pos x="connsiteX0" y="connsiteY0"/>
                  </a:cxn>
                  <a:cxn ang="0">
                    <a:pos x="connsiteX1" y="connsiteY1"/>
                  </a:cxn>
                  <a:cxn ang="0">
                    <a:pos x="connsiteX2" y="connsiteY2"/>
                  </a:cxn>
                </a:cxnLst>
                <a:rect l="l" t="t" r="r" b="b"/>
                <a:pathLst>
                  <a:path w="109537" h="52387">
                    <a:moveTo>
                      <a:pt x="0" y="50006"/>
                    </a:moveTo>
                    <a:lnTo>
                      <a:pt x="57150" y="0"/>
                    </a:lnTo>
                    <a:lnTo>
                      <a:pt x="109537" y="52387"/>
                    </a:lnTo>
                  </a:path>
                </a:pathLst>
              </a:custGeom>
              <a:no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40" name="图片 39">
              <a:extLst>
                <a:ext uri="{FF2B5EF4-FFF2-40B4-BE49-F238E27FC236}">
                  <a16:creationId xmlns:a16="http://schemas.microsoft.com/office/drawing/2014/main" id="{C8D280EE-FE79-492B-F907-ADC56193F213}"/>
                </a:ext>
              </a:extLst>
            </p:cNvPr>
            <p:cNvPicPr>
              <a:picLocks noChangeAspect="1"/>
            </p:cNvPicPr>
            <p:nvPr userDrawn="1"/>
          </p:nvPicPr>
          <p:blipFill>
            <a:blip r:embed="rId2">
              <a:extLst>
                <a:ext uri="{28A0092B-C50C-407E-A947-70E740481C1C}">
                  <a14:useLocalDpi xmlns:a14="http://schemas.microsoft.com/office/drawing/2010/main" val="0"/>
                </a:ext>
              </a:extLst>
            </a:blip>
            <a:srcRect l="62290" t="52812" b="25969"/>
            <a:stretch>
              <a:fillRect/>
            </a:stretch>
          </p:blipFill>
          <p:spPr>
            <a:xfrm flipH="1">
              <a:off x="10527729" y="0"/>
              <a:ext cx="1664271" cy="1677962"/>
            </a:xfrm>
            <a:custGeom>
              <a:avLst/>
              <a:gdLst>
                <a:gd name="csX0" fmla="*/ 0 w 1443292"/>
                <a:gd name="csY0" fmla="*/ 0 h 1455165"/>
                <a:gd name="csX1" fmla="*/ 1443292 w 1443292"/>
                <a:gd name="csY1" fmla="*/ 0 h 1455165"/>
                <a:gd name="csX2" fmla="*/ 1443292 w 1443292"/>
                <a:gd name="csY2" fmla="*/ 1455165 h 1455165"/>
                <a:gd name="csX3" fmla="*/ 0 w 1443292"/>
                <a:gd name="csY3" fmla="*/ 1455165 h 1455165"/>
              </a:gdLst>
              <a:ahLst/>
              <a:cxnLst>
                <a:cxn ang="0">
                  <a:pos x="csX0" y="csY0"/>
                </a:cxn>
                <a:cxn ang="0">
                  <a:pos x="csX1" y="csY1"/>
                </a:cxn>
                <a:cxn ang="0">
                  <a:pos x="csX2" y="csY2"/>
                </a:cxn>
                <a:cxn ang="0">
                  <a:pos x="csX3" y="csY3"/>
                </a:cxn>
              </a:cxnLst>
              <a:rect l="l" t="t" r="r" b="b"/>
              <a:pathLst>
                <a:path w="1443292" h="1455165">
                  <a:moveTo>
                    <a:pt x="0" y="0"/>
                  </a:moveTo>
                  <a:lnTo>
                    <a:pt x="1443292" y="0"/>
                  </a:lnTo>
                  <a:lnTo>
                    <a:pt x="1443292" y="1455165"/>
                  </a:lnTo>
                  <a:lnTo>
                    <a:pt x="0" y="1455165"/>
                  </a:lnTo>
                  <a:close/>
                </a:path>
              </a:pathLst>
            </a:custGeom>
          </p:spPr>
        </p:pic>
        <p:pic>
          <p:nvPicPr>
            <p:cNvPr id="46" name="图片 45">
              <a:extLst>
                <a:ext uri="{FF2B5EF4-FFF2-40B4-BE49-F238E27FC236}">
                  <a16:creationId xmlns:a16="http://schemas.microsoft.com/office/drawing/2014/main" id="{F6F70123-E5B0-F0D9-0EA1-D722B89BF5C4}"/>
                </a:ext>
              </a:extLst>
            </p:cNvPr>
            <p:cNvPicPr>
              <a:picLocks noChangeAspect="1"/>
            </p:cNvPicPr>
            <p:nvPr userDrawn="1"/>
          </p:nvPicPr>
          <p:blipFill>
            <a:blip r:embed="rId3">
              <a:extLst>
                <a:ext uri="{28A0092B-C50C-407E-A947-70E740481C1C}">
                  <a14:useLocalDpi xmlns:a14="http://schemas.microsoft.com/office/drawing/2010/main" val="0"/>
                </a:ext>
              </a:extLst>
            </a:blip>
            <a:srcRect b="14626"/>
            <a:stretch>
              <a:fillRect/>
            </a:stretch>
          </p:blipFill>
          <p:spPr>
            <a:xfrm>
              <a:off x="660400" y="1603029"/>
              <a:ext cx="3839073" cy="5254971"/>
            </a:xfrm>
            <a:custGeom>
              <a:avLst/>
              <a:gdLst>
                <a:gd name="csX0" fmla="*/ 0 w 3839073"/>
                <a:gd name="csY0" fmla="*/ 0 h 5254971"/>
                <a:gd name="csX1" fmla="*/ 3839073 w 3839073"/>
                <a:gd name="csY1" fmla="*/ 0 h 5254971"/>
                <a:gd name="csX2" fmla="*/ 3839073 w 3839073"/>
                <a:gd name="csY2" fmla="*/ 5254971 h 5254971"/>
                <a:gd name="csX3" fmla="*/ 0 w 3839073"/>
                <a:gd name="csY3" fmla="*/ 5254971 h 5254971"/>
              </a:gdLst>
              <a:ahLst/>
              <a:cxnLst>
                <a:cxn ang="0">
                  <a:pos x="csX0" y="csY0"/>
                </a:cxn>
                <a:cxn ang="0">
                  <a:pos x="csX1" y="csY1"/>
                </a:cxn>
                <a:cxn ang="0">
                  <a:pos x="csX2" y="csY2"/>
                </a:cxn>
                <a:cxn ang="0">
                  <a:pos x="csX3" y="csY3"/>
                </a:cxn>
              </a:cxnLst>
              <a:rect l="l" t="t" r="r" b="b"/>
              <a:pathLst>
                <a:path w="3839073" h="5254971">
                  <a:moveTo>
                    <a:pt x="0" y="0"/>
                  </a:moveTo>
                  <a:lnTo>
                    <a:pt x="3839073" y="0"/>
                  </a:lnTo>
                  <a:lnTo>
                    <a:pt x="3839073" y="5254971"/>
                  </a:lnTo>
                  <a:lnTo>
                    <a:pt x="0" y="5254971"/>
                  </a:lnTo>
                  <a:close/>
                </a:path>
              </a:pathLst>
            </a:custGeom>
          </p:spPr>
        </p:pic>
      </p:grpSp>
      <p:cxnSp>
        <p:nvCxnSpPr>
          <p:cNvPr id="32" name="直接连接符 31">
            <a:extLst>
              <a:ext uri="{FF2B5EF4-FFF2-40B4-BE49-F238E27FC236}">
                <a16:creationId xmlns:a16="http://schemas.microsoft.com/office/drawing/2014/main" id="{DF6B50E7-7619-C0E2-5B58-8A43F68E75B3}"/>
              </a:ext>
            </a:extLst>
          </p:cNvPr>
          <p:cNvCxnSpPr>
            <a:cxnSpLocks/>
          </p:cNvCxnSpPr>
          <p:nvPr userDrawn="1"/>
        </p:nvCxnSpPr>
        <p:spPr>
          <a:xfrm>
            <a:off x="1835150" y="959452"/>
            <a:ext cx="6934200" cy="0"/>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
        <p:nvSpPr>
          <p:cNvPr id="5" name="标题 4"/>
          <p:cNvSpPr>
            <a:spLocks noGrp="1"/>
          </p:cNvSpPr>
          <p:nvPr userDrawn="1">
            <p:ph type="title" hasCustomPrompt="1"/>
          </p:nvPr>
        </p:nvSpPr>
        <p:spPr>
          <a:xfrm>
            <a:off x="4953000" y="1663699"/>
            <a:ext cx="6565900" cy="1786539"/>
          </a:xfrm>
          <a:prstGeom prst="rect">
            <a:avLst/>
          </a:prstGeom>
        </p:spPr>
        <p:txBody>
          <a:bodyPr>
            <a:normAutofit/>
          </a:bodyPr>
          <a:lstStyle>
            <a:lvl1pPr algn="l">
              <a:lnSpc>
                <a:spcPct val="100000"/>
              </a:lnSpc>
              <a:defRPr sz="4000">
                <a:solidFill>
                  <a:schemeClr val="bg1"/>
                </a:solidFill>
              </a:defRPr>
            </a:lvl1pPr>
          </a:lstStyle>
          <a:p>
            <a:pPr lvl="0"/>
            <a:r>
              <a:rPr lang="zh-CN" altLang="en-US" dirty="0"/>
              <a:t>Click to add title</a:t>
            </a:r>
            <a:endParaRPr lang="en-US" dirty="0"/>
          </a:p>
        </p:txBody>
      </p:sp>
      <p:sp>
        <p:nvSpPr>
          <p:cNvPr id="25" name="文本占位符 24"/>
          <p:cNvSpPr>
            <a:spLocks noGrp="1"/>
          </p:cNvSpPr>
          <p:nvPr userDrawn="1">
            <p:ph type="body" sz="quarter" idx="1" hasCustomPrompt="1"/>
          </p:nvPr>
        </p:nvSpPr>
        <p:spPr>
          <a:xfrm>
            <a:off x="4953000" y="3524247"/>
            <a:ext cx="6565900" cy="1594064"/>
          </a:xfrm>
          <a:prstGeom prst="rect">
            <a:avLst/>
          </a:prstGeom>
        </p:spPr>
        <p:txBody>
          <a:bodyPr anchor="t">
            <a:normAutofit/>
          </a:bodyPr>
          <a:lstStyle>
            <a:lvl1pPr marL="0" indent="0" algn="l">
              <a:lnSpc>
                <a:spcPct val="120000"/>
              </a:lnSpc>
              <a:buFont typeface="+mj-lt"/>
              <a:buNone/>
              <a:defRPr sz="2000" b="0">
                <a:solidFill>
                  <a:schemeClr val="bg1"/>
                </a:solidFill>
                <a:latin typeface="+mn-lt"/>
              </a:defRPr>
            </a:lvl1pPr>
          </a:lstStyle>
          <a:p>
            <a:pPr lvl="0"/>
            <a:r>
              <a:rPr lang="zh-CN" altLang="en-US" dirty="0"/>
              <a:t>Click to add text</a:t>
            </a:r>
            <a:endParaRPr lang="en-US" dirty="0"/>
          </a:p>
        </p:txBody>
      </p:sp>
      <p:sp>
        <p:nvSpPr>
          <p:cNvPr id="4" name="日期占位符 3"/>
          <p:cNvSpPr>
            <a:spLocks noGrp="1"/>
          </p:cNvSpPr>
          <p:nvPr userDrawn="1">
            <p:ph type="dt" sz="half" idx="10"/>
          </p:nvPr>
        </p:nvSpPr>
        <p:spPr/>
        <p:txBody>
          <a:bodyPr/>
          <a:lstStyle/>
          <a:p>
            <a:fld id="{2A27A813-B2FD-42E1-9222-83B574E99074}" type="datetime1">
              <a:rPr lang="zh-CN" altLang="en-US" smtClean="0"/>
              <a:t>2026/6/25</a:t>
            </a:fld>
            <a:endParaRPr lang="en-US" altLang="zh-CN"/>
          </a:p>
        </p:txBody>
      </p:sp>
      <p:sp>
        <p:nvSpPr>
          <p:cNvPr id="6" name="页脚占位符 5"/>
          <p:cNvSpPr>
            <a:spLocks noGrp="1"/>
          </p:cNvSpPr>
          <p:nvPr userDrawn="1">
            <p:ph type="ftr" sz="quarter" idx="11"/>
          </p:nvPr>
        </p:nvSpPr>
        <p:spPr/>
        <p:txBody>
          <a:bodyPr/>
          <a:lstStyle/>
          <a:p>
            <a:r>
              <a:rPr lang="af-ZA" altLang="zh-CN"/>
              <a:t>iSlide</a:t>
            </a:r>
            <a:endParaRPr lang="zh-CN" altLang="en-US"/>
          </a:p>
        </p:txBody>
      </p:sp>
      <p:sp>
        <p:nvSpPr>
          <p:cNvPr id="8" name="灯片编号占位符 7"/>
          <p:cNvSpPr>
            <a:spLocks noGrp="1"/>
          </p:cNvSpPr>
          <p:nvPr userDrawn="1">
            <p:ph type="sldNum" sz="quarter" idx="12"/>
          </p:nvPr>
        </p:nvSpPr>
        <p:spPr/>
        <p:txBody>
          <a:bodyPr/>
          <a:lstStyle/>
          <a:p>
            <a:fld id="{7F65B630-C7FF-41C0-9923-C5E5E29EED81}" type="slidenum">
              <a:rPr lang="en-US" altLang="zh-CN" smtClean="0"/>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zh-CN" altLang="en-US" dirty="0"/>
              <a:t>Click to add title</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Closing" preserve="1" userDrawn="1">
  <p:cSld name="Closing">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0657FC07-EA15-92AC-2B25-80158C448656}"/>
              </a:ext>
            </a:extLst>
          </p:cNvPr>
          <p:cNvGrpSpPr/>
          <p:nvPr userDrawn="1"/>
        </p:nvGrpSpPr>
        <p:grpSpPr>
          <a:xfrm>
            <a:off x="-1" y="0"/>
            <a:ext cx="12192001" cy="6858001"/>
            <a:chOff x="-1" y="0"/>
            <a:chExt cx="12192001" cy="6858001"/>
          </a:xfrm>
        </p:grpSpPr>
        <p:sp>
          <p:nvSpPr>
            <p:cNvPr id="21" name="矩形: 单圆角 20">
              <a:extLst>
                <a:ext uri="{FF2B5EF4-FFF2-40B4-BE49-F238E27FC236}">
                  <a16:creationId xmlns:a16="http://schemas.microsoft.com/office/drawing/2014/main" id="{348F2CA4-9CC7-67C2-7E3F-CABDAAAFD318}"/>
                </a:ext>
              </a:extLst>
            </p:cNvPr>
            <p:cNvSpPr/>
            <p:nvPr userDrawn="1"/>
          </p:nvSpPr>
          <p:spPr>
            <a:xfrm flipV="1">
              <a:off x="2913523" y="0"/>
              <a:ext cx="9278477" cy="5010149"/>
            </a:xfrm>
            <a:prstGeom prst="round1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矩形: 单圆角 21">
              <a:extLst>
                <a:ext uri="{FF2B5EF4-FFF2-40B4-BE49-F238E27FC236}">
                  <a16:creationId xmlns:a16="http://schemas.microsoft.com/office/drawing/2014/main" id="{51A3A40E-D4A0-5370-B0E1-EA6870ACF97C}"/>
                </a:ext>
              </a:extLst>
            </p:cNvPr>
            <p:cNvSpPr/>
            <p:nvPr userDrawn="1"/>
          </p:nvSpPr>
          <p:spPr>
            <a:xfrm flipV="1">
              <a:off x="-1" y="0"/>
              <a:ext cx="9278477" cy="5652000"/>
            </a:xfrm>
            <a:prstGeom prst="round1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a:extLst>
                <a:ext uri="{FF2B5EF4-FFF2-40B4-BE49-F238E27FC236}">
                  <a16:creationId xmlns:a16="http://schemas.microsoft.com/office/drawing/2014/main" id="{CB78A47F-E294-B50B-97D8-55475D349A30}"/>
                </a:ext>
              </a:extLst>
            </p:cNvPr>
            <p:cNvPicPr>
              <a:picLocks noChangeAspect="1"/>
            </p:cNvPicPr>
            <p:nvPr userDrawn="1"/>
          </p:nvPicPr>
          <p:blipFill>
            <a:blip r:embed="rId2">
              <a:extLst>
                <a:ext uri="{28A0092B-C50C-407E-A947-70E740481C1C}">
                  <a14:useLocalDpi xmlns:a14="http://schemas.microsoft.com/office/drawing/2010/main" val="0"/>
                </a:ext>
              </a:extLst>
            </a:blip>
            <a:srcRect b="30000"/>
            <a:stretch>
              <a:fillRect/>
            </a:stretch>
          </p:blipFill>
          <p:spPr>
            <a:xfrm>
              <a:off x="7285130" y="2226080"/>
              <a:ext cx="4577997" cy="4631921"/>
            </a:xfrm>
            <a:custGeom>
              <a:avLst/>
              <a:gdLst>
                <a:gd name="csX0" fmla="*/ 0 w 4744711"/>
                <a:gd name="csY0" fmla="*/ 0 h 4800599"/>
                <a:gd name="csX1" fmla="*/ 4744711 w 4744711"/>
                <a:gd name="csY1" fmla="*/ 0 h 4800599"/>
                <a:gd name="csX2" fmla="*/ 4744711 w 4744711"/>
                <a:gd name="csY2" fmla="*/ 4800599 h 4800599"/>
                <a:gd name="csX3" fmla="*/ 0 w 4744711"/>
                <a:gd name="csY3" fmla="*/ 4800599 h 4800599"/>
              </a:gdLst>
              <a:ahLst/>
              <a:cxnLst>
                <a:cxn ang="0">
                  <a:pos x="csX0" y="csY0"/>
                </a:cxn>
                <a:cxn ang="0">
                  <a:pos x="csX1" y="csY1"/>
                </a:cxn>
                <a:cxn ang="0">
                  <a:pos x="csX2" y="csY2"/>
                </a:cxn>
                <a:cxn ang="0">
                  <a:pos x="csX3" y="csY3"/>
                </a:cxn>
              </a:cxnLst>
              <a:rect l="l" t="t" r="r" b="b"/>
              <a:pathLst>
                <a:path w="4744711" h="4800599">
                  <a:moveTo>
                    <a:pt x="0" y="0"/>
                  </a:moveTo>
                  <a:lnTo>
                    <a:pt x="4744711" y="0"/>
                  </a:lnTo>
                  <a:lnTo>
                    <a:pt x="4744711" y="4800599"/>
                  </a:lnTo>
                  <a:lnTo>
                    <a:pt x="0" y="4800599"/>
                  </a:lnTo>
                  <a:close/>
                </a:path>
              </a:pathLst>
            </a:custGeom>
          </p:spPr>
        </p:pic>
        <p:sp>
          <p:nvSpPr>
            <p:cNvPr id="24" name="任意多边形: 形状 23">
              <a:extLst>
                <a:ext uri="{FF2B5EF4-FFF2-40B4-BE49-F238E27FC236}">
                  <a16:creationId xmlns:a16="http://schemas.microsoft.com/office/drawing/2014/main" id="{1F19F1C8-0D3D-D81E-DB88-0E371E7B19EC}"/>
                </a:ext>
              </a:extLst>
            </p:cNvPr>
            <p:cNvSpPr>
              <a:spLocks noChangeArrowheads="1"/>
            </p:cNvSpPr>
            <p:nvPr userDrawn="1"/>
          </p:nvSpPr>
          <p:spPr bwMode="auto">
            <a:xfrm rot="5400000" flipH="1">
              <a:off x="10608872" y="1481514"/>
              <a:ext cx="1747103" cy="318045"/>
            </a:xfrm>
            <a:custGeom>
              <a:avLst/>
              <a:gdLst>
                <a:gd name="connsiteX0" fmla="*/ 4435475 w 4525963"/>
                <a:gd name="connsiteY0" fmla="*/ 639763 h 823913"/>
                <a:gd name="connsiteX1" fmla="*/ 4525963 w 4525963"/>
                <a:gd name="connsiteY1" fmla="*/ 731838 h 823913"/>
                <a:gd name="connsiteX2" fmla="*/ 4435475 w 4525963"/>
                <a:gd name="connsiteY2" fmla="*/ 823913 h 823913"/>
                <a:gd name="connsiteX3" fmla="*/ 4344987 w 4525963"/>
                <a:gd name="connsiteY3" fmla="*/ 731838 h 823913"/>
                <a:gd name="connsiteX4" fmla="*/ 4435475 w 4525963"/>
                <a:gd name="connsiteY4" fmla="*/ 639763 h 823913"/>
                <a:gd name="connsiteX5" fmla="*/ 3709988 w 4525963"/>
                <a:gd name="connsiteY5" fmla="*/ 639763 h 823913"/>
                <a:gd name="connsiteX6" fmla="*/ 3800476 w 4525963"/>
                <a:gd name="connsiteY6" fmla="*/ 731838 h 823913"/>
                <a:gd name="connsiteX7" fmla="*/ 3709988 w 4525963"/>
                <a:gd name="connsiteY7" fmla="*/ 823913 h 823913"/>
                <a:gd name="connsiteX8" fmla="*/ 3619500 w 4525963"/>
                <a:gd name="connsiteY8" fmla="*/ 731838 h 823913"/>
                <a:gd name="connsiteX9" fmla="*/ 3709988 w 4525963"/>
                <a:gd name="connsiteY9" fmla="*/ 639763 h 823913"/>
                <a:gd name="connsiteX10" fmla="*/ 2986088 w 4525963"/>
                <a:gd name="connsiteY10" fmla="*/ 639763 h 823913"/>
                <a:gd name="connsiteX11" fmla="*/ 3076576 w 4525963"/>
                <a:gd name="connsiteY11" fmla="*/ 731838 h 823913"/>
                <a:gd name="connsiteX12" fmla="*/ 2986088 w 4525963"/>
                <a:gd name="connsiteY12" fmla="*/ 823913 h 823913"/>
                <a:gd name="connsiteX13" fmla="*/ 2895600 w 4525963"/>
                <a:gd name="connsiteY13" fmla="*/ 731838 h 823913"/>
                <a:gd name="connsiteX14" fmla="*/ 2986088 w 4525963"/>
                <a:gd name="connsiteY14" fmla="*/ 639763 h 823913"/>
                <a:gd name="connsiteX15" fmla="*/ 2262188 w 4525963"/>
                <a:gd name="connsiteY15" fmla="*/ 639763 h 823913"/>
                <a:gd name="connsiteX16" fmla="*/ 2352676 w 4525963"/>
                <a:gd name="connsiteY16" fmla="*/ 731838 h 823913"/>
                <a:gd name="connsiteX17" fmla="*/ 2262188 w 4525963"/>
                <a:gd name="connsiteY17" fmla="*/ 823913 h 823913"/>
                <a:gd name="connsiteX18" fmla="*/ 2171700 w 4525963"/>
                <a:gd name="connsiteY18" fmla="*/ 731838 h 823913"/>
                <a:gd name="connsiteX19" fmla="*/ 2262188 w 4525963"/>
                <a:gd name="connsiteY19" fmla="*/ 639763 h 823913"/>
                <a:gd name="connsiteX20" fmla="*/ 1538288 w 4525963"/>
                <a:gd name="connsiteY20" fmla="*/ 639763 h 823913"/>
                <a:gd name="connsiteX21" fmla="*/ 1628776 w 4525963"/>
                <a:gd name="connsiteY21" fmla="*/ 731838 h 823913"/>
                <a:gd name="connsiteX22" fmla="*/ 1538288 w 4525963"/>
                <a:gd name="connsiteY22" fmla="*/ 823913 h 823913"/>
                <a:gd name="connsiteX23" fmla="*/ 1447800 w 4525963"/>
                <a:gd name="connsiteY23" fmla="*/ 731838 h 823913"/>
                <a:gd name="connsiteX24" fmla="*/ 1538288 w 4525963"/>
                <a:gd name="connsiteY24" fmla="*/ 639763 h 823913"/>
                <a:gd name="connsiteX25" fmla="*/ 814388 w 4525963"/>
                <a:gd name="connsiteY25" fmla="*/ 639763 h 823913"/>
                <a:gd name="connsiteX26" fmla="*/ 904876 w 4525963"/>
                <a:gd name="connsiteY26" fmla="*/ 731838 h 823913"/>
                <a:gd name="connsiteX27" fmla="*/ 814388 w 4525963"/>
                <a:gd name="connsiteY27" fmla="*/ 823913 h 823913"/>
                <a:gd name="connsiteX28" fmla="*/ 723900 w 4525963"/>
                <a:gd name="connsiteY28" fmla="*/ 731838 h 823913"/>
                <a:gd name="connsiteX29" fmla="*/ 814388 w 4525963"/>
                <a:gd name="connsiteY29" fmla="*/ 639763 h 823913"/>
                <a:gd name="connsiteX30" fmla="*/ 90488 w 4525963"/>
                <a:gd name="connsiteY30" fmla="*/ 639763 h 823913"/>
                <a:gd name="connsiteX31" fmla="*/ 180976 w 4525963"/>
                <a:gd name="connsiteY31" fmla="*/ 731838 h 823913"/>
                <a:gd name="connsiteX32" fmla="*/ 90488 w 4525963"/>
                <a:gd name="connsiteY32" fmla="*/ 823913 h 823913"/>
                <a:gd name="connsiteX33" fmla="*/ 0 w 4525963"/>
                <a:gd name="connsiteY33" fmla="*/ 731838 h 823913"/>
                <a:gd name="connsiteX34" fmla="*/ 90488 w 4525963"/>
                <a:gd name="connsiteY34" fmla="*/ 639763 h 823913"/>
                <a:gd name="connsiteX35" fmla="*/ 4435475 w 4525963"/>
                <a:gd name="connsiteY35" fmla="*/ 0 h 823913"/>
                <a:gd name="connsiteX36" fmla="*/ 4525963 w 4525963"/>
                <a:gd name="connsiteY36" fmla="*/ 91282 h 823913"/>
                <a:gd name="connsiteX37" fmla="*/ 4435475 w 4525963"/>
                <a:gd name="connsiteY37" fmla="*/ 182564 h 823913"/>
                <a:gd name="connsiteX38" fmla="*/ 4344987 w 4525963"/>
                <a:gd name="connsiteY38" fmla="*/ 91282 h 823913"/>
                <a:gd name="connsiteX39" fmla="*/ 4435475 w 4525963"/>
                <a:gd name="connsiteY39" fmla="*/ 0 h 823913"/>
                <a:gd name="connsiteX40" fmla="*/ 3709988 w 4525963"/>
                <a:gd name="connsiteY40" fmla="*/ 0 h 823913"/>
                <a:gd name="connsiteX41" fmla="*/ 3800476 w 4525963"/>
                <a:gd name="connsiteY41" fmla="*/ 91282 h 823913"/>
                <a:gd name="connsiteX42" fmla="*/ 3709988 w 4525963"/>
                <a:gd name="connsiteY42" fmla="*/ 182564 h 823913"/>
                <a:gd name="connsiteX43" fmla="*/ 3619500 w 4525963"/>
                <a:gd name="connsiteY43" fmla="*/ 91282 h 823913"/>
                <a:gd name="connsiteX44" fmla="*/ 3709988 w 4525963"/>
                <a:gd name="connsiteY44" fmla="*/ 0 h 823913"/>
                <a:gd name="connsiteX45" fmla="*/ 2986088 w 4525963"/>
                <a:gd name="connsiteY45" fmla="*/ 0 h 823913"/>
                <a:gd name="connsiteX46" fmla="*/ 3076576 w 4525963"/>
                <a:gd name="connsiteY46" fmla="*/ 91282 h 823913"/>
                <a:gd name="connsiteX47" fmla="*/ 2986088 w 4525963"/>
                <a:gd name="connsiteY47" fmla="*/ 182564 h 823913"/>
                <a:gd name="connsiteX48" fmla="*/ 2895600 w 4525963"/>
                <a:gd name="connsiteY48" fmla="*/ 91282 h 823913"/>
                <a:gd name="connsiteX49" fmla="*/ 2986088 w 4525963"/>
                <a:gd name="connsiteY49" fmla="*/ 0 h 823913"/>
                <a:gd name="connsiteX50" fmla="*/ 2262188 w 4525963"/>
                <a:gd name="connsiteY50" fmla="*/ 0 h 823913"/>
                <a:gd name="connsiteX51" fmla="*/ 2352676 w 4525963"/>
                <a:gd name="connsiteY51" fmla="*/ 91282 h 823913"/>
                <a:gd name="connsiteX52" fmla="*/ 2262188 w 4525963"/>
                <a:gd name="connsiteY52" fmla="*/ 182564 h 823913"/>
                <a:gd name="connsiteX53" fmla="*/ 2171700 w 4525963"/>
                <a:gd name="connsiteY53" fmla="*/ 91282 h 823913"/>
                <a:gd name="connsiteX54" fmla="*/ 2262188 w 4525963"/>
                <a:gd name="connsiteY54" fmla="*/ 0 h 823913"/>
                <a:gd name="connsiteX55" fmla="*/ 1538288 w 4525963"/>
                <a:gd name="connsiteY55" fmla="*/ 0 h 823913"/>
                <a:gd name="connsiteX56" fmla="*/ 1628776 w 4525963"/>
                <a:gd name="connsiteY56" fmla="*/ 91282 h 823913"/>
                <a:gd name="connsiteX57" fmla="*/ 1538288 w 4525963"/>
                <a:gd name="connsiteY57" fmla="*/ 182564 h 823913"/>
                <a:gd name="connsiteX58" fmla="*/ 1447800 w 4525963"/>
                <a:gd name="connsiteY58" fmla="*/ 91282 h 823913"/>
                <a:gd name="connsiteX59" fmla="*/ 1538288 w 4525963"/>
                <a:gd name="connsiteY59" fmla="*/ 0 h 823913"/>
                <a:gd name="connsiteX60" fmla="*/ 814388 w 4525963"/>
                <a:gd name="connsiteY60" fmla="*/ 0 h 823913"/>
                <a:gd name="connsiteX61" fmla="*/ 904876 w 4525963"/>
                <a:gd name="connsiteY61" fmla="*/ 91282 h 823913"/>
                <a:gd name="connsiteX62" fmla="*/ 814388 w 4525963"/>
                <a:gd name="connsiteY62" fmla="*/ 182564 h 823913"/>
                <a:gd name="connsiteX63" fmla="*/ 723900 w 4525963"/>
                <a:gd name="connsiteY63" fmla="*/ 91282 h 823913"/>
                <a:gd name="connsiteX64" fmla="*/ 814388 w 4525963"/>
                <a:gd name="connsiteY64" fmla="*/ 0 h 823913"/>
                <a:gd name="connsiteX65" fmla="*/ 90488 w 4525963"/>
                <a:gd name="connsiteY65" fmla="*/ 0 h 823913"/>
                <a:gd name="connsiteX66" fmla="*/ 180976 w 4525963"/>
                <a:gd name="connsiteY66" fmla="*/ 91282 h 823913"/>
                <a:gd name="connsiteX67" fmla="*/ 90488 w 4525963"/>
                <a:gd name="connsiteY67" fmla="*/ 182564 h 823913"/>
                <a:gd name="connsiteX68" fmla="*/ 0 w 4525963"/>
                <a:gd name="connsiteY68" fmla="*/ 91282 h 823913"/>
                <a:gd name="connsiteX69" fmla="*/ 90488 w 4525963"/>
                <a:gd name="connsiteY69" fmla="*/ 0 h 82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525963" h="823913">
                  <a:moveTo>
                    <a:pt x="4435475" y="639763"/>
                  </a:moveTo>
                  <a:cubicBezTo>
                    <a:pt x="4485450" y="639763"/>
                    <a:pt x="4525963" y="680986"/>
                    <a:pt x="4525963" y="731838"/>
                  </a:cubicBezTo>
                  <a:cubicBezTo>
                    <a:pt x="4525963" y="782690"/>
                    <a:pt x="4485450" y="823913"/>
                    <a:pt x="4435475" y="823913"/>
                  </a:cubicBezTo>
                  <a:cubicBezTo>
                    <a:pt x="4385500" y="823913"/>
                    <a:pt x="4344987" y="782690"/>
                    <a:pt x="4344987" y="731838"/>
                  </a:cubicBezTo>
                  <a:cubicBezTo>
                    <a:pt x="4344987" y="680986"/>
                    <a:pt x="4385500" y="639763"/>
                    <a:pt x="4435475" y="639763"/>
                  </a:cubicBezTo>
                  <a:close/>
                  <a:moveTo>
                    <a:pt x="3709988" y="639763"/>
                  </a:moveTo>
                  <a:cubicBezTo>
                    <a:pt x="3759963" y="639763"/>
                    <a:pt x="3800476" y="680986"/>
                    <a:pt x="3800476" y="731838"/>
                  </a:cubicBezTo>
                  <a:cubicBezTo>
                    <a:pt x="3800476" y="782690"/>
                    <a:pt x="3759963" y="823913"/>
                    <a:pt x="3709988" y="823913"/>
                  </a:cubicBezTo>
                  <a:cubicBezTo>
                    <a:pt x="3660013" y="823913"/>
                    <a:pt x="3619500" y="782690"/>
                    <a:pt x="3619500" y="731838"/>
                  </a:cubicBezTo>
                  <a:cubicBezTo>
                    <a:pt x="3619500" y="680986"/>
                    <a:pt x="3660013" y="639763"/>
                    <a:pt x="3709988" y="639763"/>
                  </a:cubicBezTo>
                  <a:close/>
                  <a:moveTo>
                    <a:pt x="2986088" y="639763"/>
                  </a:moveTo>
                  <a:cubicBezTo>
                    <a:pt x="3036063" y="639763"/>
                    <a:pt x="3076576" y="680986"/>
                    <a:pt x="3076576" y="731838"/>
                  </a:cubicBezTo>
                  <a:cubicBezTo>
                    <a:pt x="3076576" y="782690"/>
                    <a:pt x="3036063" y="823913"/>
                    <a:pt x="2986088" y="823913"/>
                  </a:cubicBezTo>
                  <a:cubicBezTo>
                    <a:pt x="2936113" y="823913"/>
                    <a:pt x="2895600" y="782690"/>
                    <a:pt x="2895600" y="731838"/>
                  </a:cubicBezTo>
                  <a:cubicBezTo>
                    <a:pt x="2895600" y="680986"/>
                    <a:pt x="2936113" y="639763"/>
                    <a:pt x="2986088" y="639763"/>
                  </a:cubicBezTo>
                  <a:close/>
                  <a:moveTo>
                    <a:pt x="2262188" y="639763"/>
                  </a:moveTo>
                  <a:cubicBezTo>
                    <a:pt x="2312163" y="639763"/>
                    <a:pt x="2352676" y="680986"/>
                    <a:pt x="2352676" y="731838"/>
                  </a:cubicBezTo>
                  <a:cubicBezTo>
                    <a:pt x="2352676" y="782690"/>
                    <a:pt x="2312163" y="823913"/>
                    <a:pt x="2262188" y="823913"/>
                  </a:cubicBezTo>
                  <a:cubicBezTo>
                    <a:pt x="2212213" y="823913"/>
                    <a:pt x="2171700" y="782690"/>
                    <a:pt x="2171700" y="731838"/>
                  </a:cubicBezTo>
                  <a:cubicBezTo>
                    <a:pt x="2171700" y="680986"/>
                    <a:pt x="2212213" y="639763"/>
                    <a:pt x="2262188" y="639763"/>
                  </a:cubicBezTo>
                  <a:close/>
                  <a:moveTo>
                    <a:pt x="1538288" y="639763"/>
                  </a:moveTo>
                  <a:cubicBezTo>
                    <a:pt x="1588263" y="639763"/>
                    <a:pt x="1628776" y="680986"/>
                    <a:pt x="1628776" y="731838"/>
                  </a:cubicBezTo>
                  <a:cubicBezTo>
                    <a:pt x="1628776" y="782690"/>
                    <a:pt x="1588263" y="823913"/>
                    <a:pt x="1538288" y="823913"/>
                  </a:cubicBezTo>
                  <a:cubicBezTo>
                    <a:pt x="1488313" y="823913"/>
                    <a:pt x="1447800" y="782690"/>
                    <a:pt x="1447800" y="731838"/>
                  </a:cubicBezTo>
                  <a:cubicBezTo>
                    <a:pt x="1447800" y="680986"/>
                    <a:pt x="1488313" y="639763"/>
                    <a:pt x="1538288" y="639763"/>
                  </a:cubicBezTo>
                  <a:close/>
                  <a:moveTo>
                    <a:pt x="814388" y="639763"/>
                  </a:moveTo>
                  <a:cubicBezTo>
                    <a:pt x="864363" y="639763"/>
                    <a:pt x="904876" y="680986"/>
                    <a:pt x="904876" y="731838"/>
                  </a:cubicBezTo>
                  <a:cubicBezTo>
                    <a:pt x="904876" y="782690"/>
                    <a:pt x="864363" y="823913"/>
                    <a:pt x="814388" y="823913"/>
                  </a:cubicBezTo>
                  <a:cubicBezTo>
                    <a:pt x="764413" y="823913"/>
                    <a:pt x="723900" y="782690"/>
                    <a:pt x="723900" y="731838"/>
                  </a:cubicBezTo>
                  <a:cubicBezTo>
                    <a:pt x="723900" y="680986"/>
                    <a:pt x="764413" y="639763"/>
                    <a:pt x="814388" y="639763"/>
                  </a:cubicBezTo>
                  <a:close/>
                  <a:moveTo>
                    <a:pt x="90488" y="639763"/>
                  </a:moveTo>
                  <a:cubicBezTo>
                    <a:pt x="140463" y="639763"/>
                    <a:pt x="180976" y="680986"/>
                    <a:pt x="180976" y="731838"/>
                  </a:cubicBezTo>
                  <a:cubicBezTo>
                    <a:pt x="180976" y="782690"/>
                    <a:pt x="140463" y="823913"/>
                    <a:pt x="90488" y="823913"/>
                  </a:cubicBezTo>
                  <a:cubicBezTo>
                    <a:pt x="40513" y="823913"/>
                    <a:pt x="0" y="782690"/>
                    <a:pt x="0" y="731838"/>
                  </a:cubicBezTo>
                  <a:cubicBezTo>
                    <a:pt x="0" y="680986"/>
                    <a:pt x="40513" y="639763"/>
                    <a:pt x="90488" y="639763"/>
                  </a:cubicBezTo>
                  <a:close/>
                  <a:moveTo>
                    <a:pt x="4435475" y="0"/>
                  </a:moveTo>
                  <a:cubicBezTo>
                    <a:pt x="4485450" y="0"/>
                    <a:pt x="4525963" y="40868"/>
                    <a:pt x="4525963" y="91282"/>
                  </a:cubicBezTo>
                  <a:cubicBezTo>
                    <a:pt x="4525963" y="141696"/>
                    <a:pt x="4485450" y="182564"/>
                    <a:pt x="4435475" y="182564"/>
                  </a:cubicBezTo>
                  <a:cubicBezTo>
                    <a:pt x="4385500" y="182564"/>
                    <a:pt x="4344987" y="141696"/>
                    <a:pt x="4344987" y="91282"/>
                  </a:cubicBezTo>
                  <a:cubicBezTo>
                    <a:pt x="4344987" y="40868"/>
                    <a:pt x="4385500" y="0"/>
                    <a:pt x="4435475" y="0"/>
                  </a:cubicBezTo>
                  <a:close/>
                  <a:moveTo>
                    <a:pt x="3709988" y="0"/>
                  </a:moveTo>
                  <a:cubicBezTo>
                    <a:pt x="3759963" y="0"/>
                    <a:pt x="3800476" y="40868"/>
                    <a:pt x="3800476" y="91282"/>
                  </a:cubicBezTo>
                  <a:cubicBezTo>
                    <a:pt x="3800476" y="141696"/>
                    <a:pt x="3759963" y="182564"/>
                    <a:pt x="3709988" y="182564"/>
                  </a:cubicBezTo>
                  <a:cubicBezTo>
                    <a:pt x="3660013" y="182564"/>
                    <a:pt x="3619500" y="141696"/>
                    <a:pt x="3619500" y="91282"/>
                  </a:cubicBezTo>
                  <a:cubicBezTo>
                    <a:pt x="3619500" y="40868"/>
                    <a:pt x="3660013" y="0"/>
                    <a:pt x="3709988" y="0"/>
                  </a:cubicBezTo>
                  <a:close/>
                  <a:moveTo>
                    <a:pt x="2986088" y="0"/>
                  </a:moveTo>
                  <a:cubicBezTo>
                    <a:pt x="3036063" y="0"/>
                    <a:pt x="3076576" y="40868"/>
                    <a:pt x="3076576" y="91282"/>
                  </a:cubicBezTo>
                  <a:cubicBezTo>
                    <a:pt x="3076576" y="141696"/>
                    <a:pt x="3036063" y="182564"/>
                    <a:pt x="2986088" y="182564"/>
                  </a:cubicBezTo>
                  <a:cubicBezTo>
                    <a:pt x="2936113" y="182564"/>
                    <a:pt x="2895600" y="141696"/>
                    <a:pt x="2895600" y="91282"/>
                  </a:cubicBezTo>
                  <a:cubicBezTo>
                    <a:pt x="2895600" y="40868"/>
                    <a:pt x="2936113" y="0"/>
                    <a:pt x="2986088" y="0"/>
                  </a:cubicBezTo>
                  <a:close/>
                  <a:moveTo>
                    <a:pt x="2262188" y="0"/>
                  </a:moveTo>
                  <a:cubicBezTo>
                    <a:pt x="2312163" y="0"/>
                    <a:pt x="2352676" y="40868"/>
                    <a:pt x="2352676" y="91282"/>
                  </a:cubicBezTo>
                  <a:cubicBezTo>
                    <a:pt x="2352676" y="141696"/>
                    <a:pt x="2312163" y="182564"/>
                    <a:pt x="2262188" y="182564"/>
                  </a:cubicBezTo>
                  <a:cubicBezTo>
                    <a:pt x="2212213" y="182564"/>
                    <a:pt x="2171700" y="141696"/>
                    <a:pt x="2171700" y="91282"/>
                  </a:cubicBezTo>
                  <a:cubicBezTo>
                    <a:pt x="2171700" y="40868"/>
                    <a:pt x="2212213" y="0"/>
                    <a:pt x="2262188" y="0"/>
                  </a:cubicBezTo>
                  <a:close/>
                  <a:moveTo>
                    <a:pt x="1538288" y="0"/>
                  </a:moveTo>
                  <a:cubicBezTo>
                    <a:pt x="1588263" y="0"/>
                    <a:pt x="1628776" y="40868"/>
                    <a:pt x="1628776" y="91282"/>
                  </a:cubicBezTo>
                  <a:cubicBezTo>
                    <a:pt x="1628776" y="141696"/>
                    <a:pt x="1588263" y="182564"/>
                    <a:pt x="1538288" y="182564"/>
                  </a:cubicBezTo>
                  <a:cubicBezTo>
                    <a:pt x="1488313" y="182564"/>
                    <a:pt x="1447800" y="141696"/>
                    <a:pt x="1447800" y="91282"/>
                  </a:cubicBezTo>
                  <a:cubicBezTo>
                    <a:pt x="1447800" y="40868"/>
                    <a:pt x="1488313" y="0"/>
                    <a:pt x="1538288" y="0"/>
                  </a:cubicBezTo>
                  <a:close/>
                  <a:moveTo>
                    <a:pt x="814388" y="0"/>
                  </a:moveTo>
                  <a:cubicBezTo>
                    <a:pt x="864363" y="0"/>
                    <a:pt x="904876" y="40868"/>
                    <a:pt x="904876" y="91282"/>
                  </a:cubicBezTo>
                  <a:cubicBezTo>
                    <a:pt x="904876" y="141696"/>
                    <a:pt x="864363" y="182564"/>
                    <a:pt x="814388" y="182564"/>
                  </a:cubicBezTo>
                  <a:cubicBezTo>
                    <a:pt x="764413" y="182564"/>
                    <a:pt x="723900" y="141696"/>
                    <a:pt x="723900" y="91282"/>
                  </a:cubicBezTo>
                  <a:cubicBezTo>
                    <a:pt x="723900" y="40868"/>
                    <a:pt x="764413" y="0"/>
                    <a:pt x="814388" y="0"/>
                  </a:cubicBezTo>
                  <a:close/>
                  <a:moveTo>
                    <a:pt x="90488" y="0"/>
                  </a:moveTo>
                  <a:cubicBezTo>
                    <a:pt x="140463" y="0"/>
                    <a:pt x="180976" y="40868"/>
                    <a:pt x="180976" y="91282"/>
                  </a:cubicBezTo>
                  <a:cubicBezTo>
                    <a:pt x="180976" y="141696"/>
                    <a:pt x="140463" y="182564"/>
                    <a:pt x="90488" y="182564"/>
                  </a:cubicBezTo>
                  <a:cubicBezTo>
                    <a:pt x="40513" y="182564"/>
                    <a:pt x="0" y="141696"/>
                    <a:pt x="0" y="91282"/>
                  </a:cubicBezTo>
                  <a:cubicBezTo>
                    <a:pt x="0" y="40868"/>
                    <a:pt x="40513" y="0"/>
                    <a:pt x="90488"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grpSp>
          <p:nvGrpSpPr>
            <p:cNvPr id="25" name="组合 24">
              <a:extLst>
                <a:ext uri="{FF2B5EF4-FFF2-40B4-BE49-F238E27FC236}">
                  <a16:creationId xmlns:a16="http://schemas.microsoft.com/office/drawing/2014/main" id="{A7A07B63-42DB-B756-EC0E-067E4CBED3B2}"/>
                </a:ext>
              </a:extLst>
            </p:cNvPr>
            <p:cNvGrpSpPr/>
            <p:nvPr userDrawn="1"/>
          </p:nvGrpSpPr>
          <p:grpSpPr>
            <a:xfrm>
              <a:off x="0" y="0"/>
              <a:ext cx="9652799" cy="1606962"/>
              <a:chOff x="0" y="0"/>
              <a:chExt cx="9652799" cy="1606962"/>
            </a:xfrm>
          </p:grpSpPr>
          <p:cxnSp>
            <p:nvCxnSpPr>
              <p:cNvPr id="29" name="直接连接符 28">
                <a:extLst>
                  <a:ext uri="{FF2B5EF4-FFF2-40B4-BE49-F238E27FC236}">
                    <a16:creationId xmlns:a16="http://schemas.microsoft.com/office/drawing/2014/main" id="{60F18B14-54B3-4B43-0146-AB435160FEC0}"/>
                  </a:ext>
                </a:extLst>
              </p:cNvPr>
              <p:cNvCxnSpPr>
                <a:cxnSpLocks/>
              </p:cNvCxnSpPr>
              <p:nvPr userDrawn="1"/>
            </p:nvCxnSpPr>
            <p:spPr>
              <a:xfrm>
                <a:off x="1835150" y="959452"/>
                <a:ext cx="6934200" cy="0"/>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pic>
            <p:nvPicPr>
              <p:cNvPr id="30" name="图片 29">
                <a:extLst>
                  <a:ext uri="{FF2B5EF4-FFF2-40B4-BE49-F238E27FC236}">
                    <a16:creationId xmlns:a16="http://schemas.microsoft.com/office/drawing/2014/main" id="{D56831D1-BABC-F22E-C942-B45CF77BD540}"/>
                  </a:ext>
                </a:extLst>
              </p:cNvPr>
              <p:cNvPicPr>
                <a:picLocks noChangeAspect="1"/>
              </p:cNvPicPr>
              <p:nvPr userDrawn="1"/>
            </p:nvPicPr>
            <p:blipFill>
              <a:blip r:embed="rId3">
                <a:extLst>
                  <a:ext uri="{28A0092B-C50C-407E-A947-70E740481C1C}">
                    <a14:useLocalDpi xmlns:a14="http://schemas.microsoft.com/office/drawing/2010/main" val="0"/>
                  </a:ext>
                </a:extLst>
              </a:blip>
              <a:srcRect l="62290" t="52812" b="25969"/>
              <a:stretch>
                <a:fillRect/>
              </a:stretch>
            </p:blipFill>
            <p:spPr>
              <a:xfrm>
                <a:off x="0" y="0"/>
                <a:ext cx="1593850" cy="1606962"/>
              </a:xfrm>
              <a:custGeom>
                <a:avLst/>
                <a:gdLst>
                  <a:gd name="csX0" fmla="*/ 0 w 1443292"/>
                  <a:gd name="csY0" fmla="*/ 0 h 1455165"/>
                  <a:gd name="csX1" fmla="*/ 1443292 w 1443292"/>
                  <a:gd name="csY1" fmla="*/ 0 h 1455165"/>
                  <a:gd name="csX2" fmla="*/ 1443292 w 1443292"/>
                  <a:gd name="csY2" fmla="*/ 1455165 h 1455165"/>
                  <a:gd name="csX3" fmla="*/ 0 w 1443292"/>
                  <a:gd name="csY3" fmla="*/ 1455165 h 1455165"/>
                </a:gdLst>
                <a:ahLst/>
                <a:cxnLst>
                  <a:cxn ang="0">
                    <a:pos x="csX0" y="csY0"/>
                  </a:cxn>
                  <a:cxn ang="0">
                    <a:pos x="csX1" y="csY1"/>
                  </a:cxn>
                  <a:cxn ang="0">
                    <a:pos x="csX2" y="csY2"/>
                  </a:cxn>
                  <a:cxn ang="0">
                    <a:pos x="csX3" y="csY3"/>
                  </a:cxn>
                </a:cxnLst>
                <a:rect l="l" t="t" r="r" b="b"/>
                <a:pathLst>
                  <a:path w="1443292" h="1455165">
                    <a:moveTo>
                      <a:pt x="0" y="0"/>
                    </a:moveTo>
                    <a:lnTo>
                      <a:pt x="1443292" y="0"/>
                    </a:lnTo>
                    <a:lnTo>
                      <a:pt x="1443292" y="1455165"/>
                    </a:lnTo>
                    <a:lnTo>
                      <a:pt x="0" y="1455165"/>
                    </a:lnTo>
                    <a:close/>
                  </a:path>
                </a:pathLst>
              </a:custGeom>
            </p:spPr>
          </p:pic>
          <p:grpSp>
            <p:nvGrpSpPr>
              <p:cNvPr id="31" name="组合 30">
                <a:extLst>
                  <a:ext uri="{FF2B5EF4-FFF2-40B4-BE49-F238E27FC236}">
                    <a16:creationId xmlns:a16="http://schemas.microsoft.com/office/drawing/2014/main" id="{AADD83AF-9A1A-64F0-46BC-264DE67FD49D}"/>
                  </a:ext>
                </a:extLst>
              </p:cNvPr>
              <p:cNvGrpSpPr/>
              <p:nvPr userDrawn="1"/>
            </p:nvGrpSpPr>
            <p:grpSpPr>
              <a:xfrm>
                <a:off x="8888545" y="803481"/>
                <a:ext cx="764254" cy="311943"/>
                <a:chOff x="10735816" y="673102"/>
                <a:chExt cx="764254" cy="311943"/>
              </a:xfrm>
            </p:grpSpPr>
            <p:sp>
              <p:nvSpPr>
                <p:cNvPr id="32" name="椭圆 31">
                  <a:extLst>
                    <a:ext uri="{FF2B5EF4-FFF2-40B4-BE49-F238E27FC236}">
                      <a16:creationId xmlns:a16="http://schemas.microsoft.com/office/drawing/2014/main" id="{3C1448CA-10E3-7E51-45E5-07193E4487BC}"/>
                    </a:ext>
                  </a:extLst>
                </p:cNvPr>
                <p:cNvSpPr/>
                <p:nvPr/>
              </p:nvSpPr>
              <p:spPr>
                <a:xfrm flipH="1">
                  <a:off x="10735816" y="673102"/>
                  <a:ext cx="311943" cy="311943"/>
                </a:xfrm>
                <a:prstGeom prst="ellips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cs typeface="+mn-ea"/>
                    <a:sym typeface="+mn-lt"/>
                  </a:endParaRPr>
                </a:p>
              </p:txBody>
            </p:sp>
            <p:sp>
              <p:nvSpPr>
                <p:cNvPr id="33" name="任意多边形: 形状 32">
                  <a:extLst>
                    <a:ext uri="{FF2B5EF4-FFF2-40B4-BE49-F238E27FC236}">
                      <a16:creationId xmlns:a16="http://schemas.microsoft.com/office/drawing/2014/main" id="{9D43BF7D-6DDB-3981-4033-A4D2BAA1B87F}"/>
                    </a:ext>
                  </a:extLst>
                </p:cNvPr>
                <p:cNvSpPr/>
                <p:nvPr/>
              </p:nvSpPr>
              <p:spPr>
                <a:xfrm rot="16200000">
                  <a:off x="10836184" y="802480"/>
                  <a:ext cx="111208" cy="53186"/>
                </a:xfrm>
                <a:custGeom>
                  <a:avLst/>
                  <a:gdLst>
                    <a:gd name="connsiteX0" fmla="*/ 0 w 109537"/>
                    <a:gd name="connsiteY0" fmla="*/ 50006 h 52387"/>
                    <a:gd name="connsiteX1" fmla="*/ 57150 w 109537"/>
                    <a:gd name="connsiteY1" fmla="*/ 0 h 52387"/>
                    <a:gd name="connsiteX2" fmla="*/ 109537 w 109537"/>
                    <a:gd name="connsiteY2" fmla="*/ 52387 h 52387"/>
                  </a:gdLst>
                  <a:ahLst/>
                  <a:cxnLst>
                    <a:cxn ang="0">
                      <a:pos x="connsiteX0" y="connsiteY0"/>
                    </a:cxn>
                    <a:cxn ang="0">
                      <a:pos x="connsiteX1" y="connsiteY1"/>
                    </a:cxn>
                    <a:cxn ang="0">
                      <a:pos x="connsiteX2" y="connsiteY2"/>
                    </a:cxn>
                  </a:cxnLst>
                  <a:rect l="l" t="t" r="r" b="b"/>
                  <a:pathLst>
                    <a:path w="109537" h="52387">
                      <a:moveTo>
                        <a:pt x="0" y="50006"/>
                      </a:moveTo>
                      <a:lnTo>
                        <a:pt x="57150" y="0"/>
                      </a:lnTo>
                      <a:lnTo>
                        <a:pt x="109537" y="52387"/>
                      </a:lnTo>
                    </a:path>
                  </a:pathLst>
                </a:custGeom>
                <a:noFill/>
                <a:ln w="2540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4" name="椭圆 33">
                  <a:extLst>
                    <a:ext uri="{FF2B5EF4-FFF2-40B4-BE49-F238E27FC236}">
                      <a16:creationId xmlns:a16="http://schemas.microsoft.com/office/drawing/2014/main" id="{A48ED625-C944-A0C0-8F00-EE083C15F838}"/>
                    </a:ext>
                  </a:extLst>
                </p:cNvPr>
                <p:cNvSpPr/>
                <p:nvPr/>
              </p:nvSpPr>
              <p:spPr>
                <a:xfrm rot="10800000" flipH="1" flipV="1">
                  <a:off x="11188127" y="673102"/>
                  <a:ext cx="311943" cy="311943"/>
                </a:xfrm>
                <a:prstGeom prst="ellipse">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cs typeface="+mn-ea"/>
                    <a:sym typeface="+mn-lt"/>
                  </a:endParaRPr>
                </a:p>
              </p:txBody>
            </p:sp>
            <p:sp>
              <p:nvSpPr>
                <p:cNvPr id="35" name="任意多边形: 形状 34">
                  <a:extLst>
                    <a:ext uri="{FF2B5EF4-FFF2-40B4-BE49-F238E27FC236}">
                      <a16:creationId xmlns:a16="http://schemas.microsoft.com/office/drawing/2014/main" id="{B354D7EA-A49D-B135-4689-A6DF9842DDFC}"/>
                    </a:ext>
                  </a:extLst>
                </p:cNvPr>
                <p:cNvSpPr/>
                <p:nvPr/>
              </p:nvSpPr>
              <p:spPr>
                <a:xfrm rot="16200000" flipV="1">
                  <a:off x="11288494" y="802480"/>
                  <a:ext cx="111208" cy="53186"/>
                </a:xfrm>
                <a:custGeom>
                  <a:avLst/>
                  <a:gdLst>
                    <a:gd name="connsiteX0" fmla="*/ 0 w 109537"/>
                    <a:gd name="connsiteY0" fmla="*/ 50006 h 52387"/>
                    <a:gd name="connsiteX1" fmla="*/ 57150 w 109537"/>
                    <a:gd name="connsiteY1" fmla="*/ 0 h 52387"/>
                    <a:gd name="connsiteX2" fmla="*/ 109537 w 109537"/>
                    <a:gd name="connsiteY2" fmla="*/ 52387 h 52387"/>
                  </a:gdLst>
                  <a:ahLst/>
                  <a:cxnLst>
                    <a:cxn ang="0">
                      <a:pos x="connsiteX0" y="connsiteY0"/>
                    </a:cxn>
                    <a:cxn ang="0">
                      <a:pos x="connsiteX1" y="connsiteY1"/>
                    </a:cxn>
                    <a:cxn ang="0">
                      <a:pos x="connsiteX2" y="connsiteY2"/>
                    </a:cxn>
                  </a:cxnLst>
                  <a:rect l="l" t="t" r="r" b="b"/>
                  <a:pathLst>
                    <a:path w="109537" h="52387">
                      <a:moveTo>
                        <a:pt x="0" y="50006"/>
                      </a:moveTo>
                      <a:lnTo>
                        <a:pt x="57150" y="0"/>
                      </a:lnTo>
                      <a:lnTo>
                        <a:pt x="109537" y="52387"/>
                      </a:lnTo>
                    </a:path>
                  </a:pathLst>
                </a:custGeom>
                <a:no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grpSp>
      <p:sp>
        <p:nvSpPr>
          <p:cNvPr id="17" name="08a17935-2d32-4bb3-a7f4-ac08d439c8fb">
            <a:extLst>
              <a:ext uri="{FF2B5EF4-FFF2-40B4-BE49-F238E27FC236}">
                <a16:creationId xmlns:a16="http://schemas.microsoft.com/office/drawing/2014/main" id="{61CAC417-1DC0-3514-8EB2-A48E1B6EDE91}"/>
              </a:ext>
            </a:extLst>
          </p:cNvPr>
          <p:cNvSpPr>
            <a:spLocks noGrp="1"/>
          </p:cNvSpPr>
          <p:nvPr>
            <p:ph type="ctrTitle" hasCustomPrompt="1"/>
          </p:nvPr>
        </p:nvSpPr>
        <p:spPr>
          <a:xfrm>
            <a:off x="660400" y="1677962"/>
            <a:ext cx="6395636" cy="2179095"/>
          </a:xfrm>
          <a:prstGeom prst="rect">
            <a:avLst/>
          </a:prstGeom>
        </p:spPr>
        <p:txBody>
          <a:bodyPr wrap="square" anchor="b">
            <a:normAutofit/>
          </a:bodyPr>
          <a:lstStyle>
            <a:lvl1pPr algn="l">
              <a:lnSpc>
                <a:spcPct val="100000"/>
              </a:lnSpc>
              <a:defRPr sz="5400">
                <a:ln w="19050">
                  <a:noFill/>
                </a:ln>
                <a:solidFill>
                  <a:srgbClr val="FFFFFF"/>
                </a:solidFill>
              </a:defRPr>
            </a:lvl1pPr>
          </a:lstStyle>
          <a:p>
            <a:pPr lvl="0"/>
            <a:r>
              <a:rPr lang="zh-CN" altLang="en-US" dirty="0"/>
              <a:t>Click to add title</a:t>
            </a:r>
            <a:endParaRPr lang="en-US" dirty="0"/>
          </a:p>
        </p:txBody>
      </p:sp>
      <p:sp>
        <p:nvSpPr>
          <p:cNvPr id="18" name="文本占位符 3">
            <a:extLst>
              <a:ext uri="{FF2B5EF4-FFF2-40B4-BE49-F238E27FC236}">
                <a16:creationId xmlns:a16="http://schemas.microsoft.com/office/drawing/2014/main" id="{DCF7069A-A1AB-F5ED-4B6A-C97EE70258C8}"/>
              </a:ext>
            </a:extLst>
          </p:cNvPr>
          <p:cNvSpPr>
            <a:spLocks noGrp="1"/>
          </p:cNvSpPr>
          <p:nvPr>
            <p:ph type="body" sz="quarter" idx="13" hasCustomPrompt="1"/>
          </p:nvPr>
        </p:nvSpPr>
        <p:spPr>
          <a:xfrm>
            <a:off x="660400" y="6019021"/>
            <a:ext cx="3150688" cy="324000"/>
          </a:xfrm>
          <a:prstGeom prst="rect">
            <a:avLst/>
          </a:prstGeom>
        </p:spPr>
        <p:txBody>
          <a:bodyPr wrap="square" lIns="90000" anchor="ctr">
            <a:normAutofit/>
          </a:bodyPr>
          <a:lstStyle>
            <a:lvl1pPr marL="0" indent="0" algn="l">
              <a:lnSpc>
                <a:spcPct val="130000"/>
              </a:lnSpc>
              <a:spcBef>
                <a:spcPts val="0"/>
              </a:spcBef>
              <a:buNone/>
              <a:defRPr sz="1400"/>
            </a:lvl1pPr>
          </a:lstStyle>
          <a:p>
            <a:pPr lvl="0"/>
            <a:r>
              <a:rPr lang="zh-CN" altLang="en-US" dirty="0"/>
              <a:t>Presenter name</a:t>
            </a:r>
            <a:endParaRPr lang="en-US" dirty="0"/>
          </a:p>
        </p:txBody>
      </p:sp>
      <p:sp>
        <p:nvSpPr>
          <p:cNvPr id="19" name="文本占位符 6">
            <a:extLst>
              <a:ext uri="{FF2B5EF4-FFF2-40B4-BE49-F238E27FC236}">
                <a16:creationId xmlns:a16="http://schemas.microsoft.com/office/drawing/2014/main" id="{A0E1B5FF-E9AA-8CA8-5461-FDE1650999CB}"/>
              </a:ext>
            </a:extLst>
          </p:cNvPr>
          <p:cNvSpPr>
            <a:spLocks noGrp="1"/>
          </p:cNvSpPr>
          <p:nvPr>
            <p:ph type="body" sz="quarter" idx="14" hasCustomPrompt="1"/>
          </p:nvPr>
        </p:nvSpPr>
        <p:spPr>
          <a:xfrm>
            <a:off x="3905348" y="6019021"/>
            <a:ext cx="3150688" cy="324000"/>
          </a:xfrm>
          <a:prstGeom prst="rect">
            <a:avLst/>
          </a:prstGeom>
        </p:spPr>
        <p:txBody>
          <a:bodyPr wrap="none" anchor="ctr">
            <a:normAutofit/>
          </a:bodyPr>
          <a:lstStyle>
            <a:lvl1pPr marL="0" indent="0" algn="l">
              <a:lnSpc>
                <a:spcPct val="130000"/>
              </a:lnSpc>
              <a:spcBef>
                <a:spcPts val="0"/>
              </a:spcBef>
              <a:buNone/>
              <a:defRPr sz="1400"/>
            </a:lvl1pPr>
          </a:lstStyle>
          <a:p>
            <a:pPr lvl="0"/>
            <a:r>
              <a:rPr lang="zh-CN" altLang="en-US" dirty="0"/>
              <a:t>www.islide.cc</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zh-CN" altLang="en-US" dirty="0"/>
              <a:t>Click to add title</a:t>
            </a:r>
            <a:endParaRPr 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&#65279;<?xml version="1.0" encoding="utf-8"?><Relationships xmlns="http://schemas.openxmlformats.org/package/2006/relationships"><Relationship Type="http://schemas.openxmlformats.org/officeDocument/2006/relationships/image" Target="/ppt/media/image28.png" Id="rId8" /><Relationship Type="http://schemas.openxmlformats.org/officeDocument/2006/relationships/image" Target="/ppt/media/image69.png" Id="rId13" /><Relationship Type="http://schemas.openxmlformats.org/officeDocument/2006/relationships/image" Target="/ppt/media/image510.png" Id="rId12" /><Relationship Type="http://schemas.openxmlformats.org/officeDocument/2006/relationships/image" Target="/ppt/media/image411.png" Id="rId11" /><Relationship Type="http://schemas.openxmlformats.org/officeDocument/2006/relationships/image" Target="/ppt/media/image312.png" Id="rId10" /><Relationship Type="http://schemas.openxmlformats.org/officeDocument/2006/relationships/image" Target="/ppt/media/image72.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6d29f846a5c54479" /></Relationships>
</file>

<file path=ppt/slides/_rels/slide13.xml.rels>&#65279;<?xml version="1.0" encoding="utf-8"?><Relationships xmlns="http://schemas.openxmlformats.org/package/2006/relationships"><Relationship Type="http://schemas.openxmlformats.org/officeDocument/2006/relationships/image" Target="/ppt/media/image113.png" Id="rId5" /><Relationship Type="http://schemas.openxmlformats.org/officeDocument/2006/relationships/hyperlink" Target="http://www.islide.cc/" TargetMode="External" Id="rId3" /><Relationship Type="http://schemas.openxmlformats.org/officeDocument/2006/relationships/hyperlink" Target="https://www.islide.cc/" TargetMode="External" Id="rId4" /><Relationship Type="http://schemas.openxmlformats.org/officeDocument/2006/relationships/slideLayout" Target="/ppt/slideLayouts/slideLayout6.xml" Id="R8479f8799d68452c"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400" y="1677962"/>
            <a:ext cx="6395636" cy="2179095"/>
          </a:xfrm>
        </p:spPr>
        <p:txBody>
          <a:bodyPr lIns="91440" tIns="45720" rIns="91440" bIns="45720">
            <a:normAutofit/>
          </a:bodyPr>
          <a:lstStyle/>
          <a:p>
            <a:r>
              <a:rPr lang="zh-CN" altLang="en-US" dirty="0">
                <a:latin typeface="+mn-lt"/>
                <a:ea typeface="+mn-ea"/>
                <a:cs typeface="+mn-ea"/>
                <a:sym typeface="+mn-lt"/>
              </a:rPr>
              <a:t>绿色小清新</a:t>
            </a:r>
            <a:br>
              <a:rPr lang="en-US" altLang="zh-CN" dirty="0">
                <a:latin typeface="+mn-lt"/>
                <a:ea typeface="+mn-ea"/>
                <a:cs typeface="+mn-ea"/>
                <a:sym typeface="+mn-lt"/>
              </a:rPr>
            </a:br>
            <a:r>
              <a:rPr lang="zh-CN" altLang="en-US" dirty="0">
                <a:latin typeface="+mn-lt"/>
                <a:ea typeface="+mn-ea"/>
                <a:cs typeface="+mn-ea"/>
                <a:sym typeface="+mn-lt"/>
              </a:rPr>
              <a:t>工作总结汇报模板</a:t>
            </a:r>
            <a:endParaRPr lang="en-US" dirty="0">
              <a:latin typeface="+mn-lt"/>
              <a:ea typeface="+mn-ea"/>
              <a:cs typeface="+mn-ea"/>
              <a:sym typeface="+mn-lt"/>
            </a:endParaRPr>
          </a:p>
        </p:txBody>
      </p:sp>
      <p:sp>
        <p:nvSpPr>
          <p:cNvPr id="9" name="副标题 8"/>
          <p:cNvSpPr>
            <a:spLocks noGrp="1"/>
          </p:cNvSpPr>
          <p:nvPr>
            <p:ph type="subTitle" sz="quarter" idx="1" hasCustomPrompt="1"/>
          </p:nvPr>
        </p:nvSpPr>
        <p:spPr>
          <a:xfrm>
            <a:off x="1306840" y="3971692"/>
            <a:ext cx="5749196" cy="648000"/>
          </a:xfrm>
        </p:spPr>
        <p:txBody>
          <a:bodyPr lIns="91440" tIns="45720" rIns="91440" bIns="45720">
            <a:normAutofit/>
          </a:bodyPr>
          <a:lstStyle/>
          <a:p>
            <a:r>
              <a:rPr lang="zh-CN" altLang="en-US" dirty="0">
                <a:latin typeface="+mn-lt"/>
                <a:cs typeface="+mn-ea"/>
                <a:sym typeface="+mn-lt"/>
              </a:rPr>
              <a:t>单击此处添加副标题文字</a:t>
            </a:r>
          </a:p>
        </p:txBody>
      </p:sp>
      <p:sp>
        <p:nvSpPr>
          <p:cNvPr id="4" name="文本占位符 3"/>
          <p:cNvSpPr>
            <a:spLocks noGrp="1"/>
          </p:cNvSpPr>
          <p:nvPr>
            <p:ph type="body" sz="quarter" idx="13" hasCustomPrompt="1"/>
          </p:nvPr>
        </p:nvSpPr>
        <p:spPr>
          <a:xfrm>
            <a:off x="660400" y="6019021"/>
            <a:ext cx="3150688" cy="324000"/>
          </a:xfrm>
        </p:spPr>
        <p:txBody>
          <a:bodyPr lIns="91440" tIns="45720" rIns="91440" bIns="45720">
            <a:normAutofit lnSpcReduction="10000"/>
          </a:bodyPr>
          <a:lstStyle/>
          <a:p>
            <a:r>
              <a:rPr lang="zh-CN" altLang="en-US" dirty="0">
                <a:cs typeface="+mn-ea"/>
                <a:sym typeface="+mn-lt"/>
              </a:rPr>
              <a:t>Presenter name</a:t>
            </a:r>
            <a:endParaRPr lang="en-US" dirty="0">
              <a:cs typeface="+mn-ea"/>
              <a:sym typeface="+mn-lt"/>
            </a:endParaRPr>
          </a:p>
        </p:txBody>
      </p:sp>
      <p:sp>
        <p:nvSpPr>
          <p:cNvPr id="7" name="文本占位符 6"/>
          <p:cNvSpPr>
            <a:spLocks noGrp="1"/>
          </p:cNvSpPr>
          <p:nvPr>
            <p:ph type="body" sz="quarter" idx="14" hasCustomPrompt="1"/>
          </p:nvPr>
        </p:nvSpPr>
        <p:spPr>
          <a:xfrm>
            <a:off x="3905348" y="6019021"/>
            <a:ext cx="3150688" cy="324000"/>
          </a:xfrm>
        </p:spPr>
        <p:txBody>
          <a:bodyPr lIns="91440" tIns="45720" rIns="91440" bIns="45720">
            <a:normAutofit lnSpcReduction="10000"/>
          </a:bodyPr>
          <a:lstStyle/>
          <a:p>
            <a:r>
              <a:rPr lang="zh-CN" altLang="en-US" dirty="0">
                <a:cs typeface="+mn-ea"/>
                <a:sym typeface="+mn-lt"/>
              </a:rPr>
              <a:t>20XX.XX.XX</a:t>
            </a:r>
            <a:endParaRPr lang="en-US" dirty="0">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FBD70-48FD-FB85-19FA-769113B10515}"/>
            </a:ext>
          </a:extLst>
        </p:cNvPr>
        <p:cNvGrpSpPr/>
        <p:nvPr/>
      </p:nvGrpSpPr>
      <p:grpSpPr>
        <a:xfrm>
          <a:off x="0" y="0"/>
          <a:ext cx="0" cy="0"/>
          <a:chOff x="0" y="0"/>
          <a:chExt cx="0" cy="0"/>
        </a:xfrm>
      </p:grpSpPr>
      <p:grpSp>
        <p:nvGrpSpPr>
          <p:cNvPr id="9" name="组合 8">
            <a:extLst>
              <a:ext uri="{FF2B5EF4-FFF2-40B4-BE49-F238E27FC236}">
                <a16:creationId xmlns:a16="http://schemas.microsoft.com/office/drawing/2014/main" id="{DCDE6F16-3AEC-4315-BF6E-EB2FBE49887F}"/>
              </a:ext>
            </a:extLst>
          </p:cNvPr>
          <p:cNvGrpSpPr/>
          <p:nvPr/>
        </p:nvGrpSpPr>
        <p:grpSpPr>
          <a:xfrm>
            <a:off x="0" y="0"/>
            <a:ext cx="12192000" cy="6858000"/>
            <a:chOff x="0" y="0"/>
            <a:chExt cx="12192000" cy="6858000"/>
          </a:xfrm>
        </p:grpSpPr>
        <p:sp>
          <p:nvSpPr>
            <p:cNvPr id="104" name="任意多边形: 形状 103">
              <a:extLst>
                <a:ext uri="{FF2B5EF4-FFF2-40B4-BE49-F238E27FC236}">
                  <a16:creationId xmlns:a16="http://schemas.microsoft.com/office/drawing/2014/main" id="{163D1B5A-AC85-BB12-E185-BC4A61CB036A}"/>
                </a:ext>
              </a:extLst>
            </p:cNvPr>
            <p:cNvSpPr/>
            <p:nvPr/>
          </p:nvSpPr>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cs typeface="+mn-ea"/>
                <a:sym typeface="+mn-lt"/>
              </a:endParaRPr>
            </a:p>
          </p:txBody>
        </p:sp>
        <p:sp>
          <p:nvSpPr>
            <p:cNvPr id="99" name="矩形: 圆角 98">
              <a:extLst>
                <a:ext uri="{FF2B5EF4-FFF2-40B4-BE49-F238E27FC236}">
                  <a16:creationId xmlns:a16="http://schemas.microsoft.com/office/drawing/2014/main" id="{28E63C59-C228-4FA4-F270-F473F34F4174}"/>
                </a:ext>
              </a:extLst>
            </p:cNvPr>
            <p:cNvSpPr/>
            <p:nvPr/>
          </p:nvSpPr>
          <p:spPr>
            <a:xfrm>
              <a:off x="660400" y="1831147"/>
              <a:ext cx="10858500" cy="4302953"/>
            </a:xfrm>
            <a:prstGeom prst="roundRect">
              <a:avLst>
                <a:gd name="adj" fmla="val 6642"/>
              </a:avLst>
            </a:prstGeom>
            <a:solidFill>
              <a:schemeClr val="bg1"/>
            </a:solid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pic>
          <p:nvPicPr>
            <p:cNvPr id="7" name="图片 6">
              <a:extLst>
                <a:ext uri="{FF2B5EF4-FFF2-40B4-BE49-F238E27FC236}">
                  <a16:creationId xmlns:a16="http://schemas.microsoft.com/office/drawing/2014/main" id="{79CE8532-DFA6-5265-B16B-752AE7474493}"/>
                </a:ext>
              </a:extLst>
            </p:cNvPr>
            <p:cNvPicPr>
              <a:picLocks noChangeAspect="1"/>
            </p:cNvPicPr>
            <p:nvPr/>
          </p:nvPicPr>
          <p:blipFill>
            <a:blip r:embed="rId3">
              <a:extLst>
                <a:ext uri="{28A0092B-C50C-407E-A947-70E740481C1C}">
                  <a14:useLocalDpi xmlns:a14="http://schemas.microsoft.com/office/drawing/2010/main" val="0"/>
                </a:ext>
              </a:extLst>
            </a:blip>
            <a:srcRect l="24653" b="49176"/>
            <a:stretch>
              <a:fillRect/>
            </a:stretch>
          </p:blipFill>
          <p:spPr>
            <a:xfrm flipH="1">
              <a:off x="9801220" y="4102856"/>
              <a:ext cx="2390780" cy="2755144"/>
            </a:xfrm>
            <a:custGeom>
              <a:avLst/>
              <a:gdLst>
                <a:gd name="csX0" fmla="*/ 3024546 w 3024546"/>
                <a:gd name="csY0" fmla="*/ 0 h 3485498"/>
                <a:gd name="csX1" fmla="*/ 0 w 3024546"/>
                <a:gd name="csY1" fmla="*/ 0 h 3485498"/>
                <a:gd name="csX2" fmla="*/ 0 w 3024546"/>
                <a:gd name="csY2" fmla="*/ 3485498 h 3485498"/>
                <a:gd name="csX3" fmla="*/ 3024546 w 3024546"/>
                <a:gd name="csY3" fmla="*/ 3485498 h 3485498"/>
              </a:gdLst>
              <a:ahLst/>
              <a:cxnLst>
                <a:cxn ang="0">
                  <a:pos x="csX0" y="csY0"/>
                </a:cxn>
                <a:cxn ang="0">
                  <a:pos x="csX1" y="csY1"/>
                </a:cxn>
                <a:cxn ang="0">
                  <a:pos x="csX2" y="csY2"/>
                </a:cxn>
                <a:cxn ang="0">
                  <a:pos x="csX3" y="csY3"/>
                </a:cxn>
              </a:cxnLst>
              <a:rect l="l" t="t" r="r" b="b"/>
              <a:pathLst>
                <a:path w="3024546" h="3485498">
                  <a:moveTo>
                    <a:pt x="3024546" y="0"/>
                  </a:moveTo>
                  <a:lnTo>
                    <a:pt x="0" y="0"/>
                  </a:lnTo>
                  <a:lnTo>
                    <a:pt x="0" y="3485498"/>
                  </a:lnTo>
                  <a:lnTo>
                    <a:pt x="3024546" y="3485498"/>
                  </a:lnTo>
                  <a:close/>
                </a:path>
              </a:pathLst>
            </a:custGeom>
          </p:spPr>
        </p:pic>
        <p:pic>
          <p:nvPicPr>
            <p:cNvPr id="3" name="图片 2">
              <a:extLst>
                <a:ext uri="{FF2B5EF4-FFF2-40B4-BE49-F238E27FC236}">
                  <a16:creationId xmlns:a16="http://schemas.microsoft.com/office/drawing/2014/main" id="{40F618F8-76AC-EBE9-BC45-D1CA33623721}"/>
                </a:ext>
              </a:extLst>
            </p:cNvPr>
            <p:cNvPicPr>
              <a:picLocks noChangeAspect="1"/>
            </p:cNvPicPr>
            <p:nvPr/>
          </p:nvPicPr>
          <p:blipFill>
            <a:blip r:embed="rId4"/>
            <a:stretch>
              <a:fillRect/>
            </a:stretch>
          </p:blipFill>
          <p:spPr>
            <a:xfrm>
              <a:off x="0" y="2346569"/>
              <a:ext cx="1670449" cy="4511431"/>
            </a:xfrm>
            <a:prstGeom prst="rect">
              <a:avLst/>
            </a:prstGeom>
          </p:spPr>
        </p:pic>
        <p:grpSp>
          <p:nvGrpSpPr>
            <p:cNvPr id="106" name="组合 105">
              <a:extLst>
                <a:ext uri="{FF2B5EF4-FFF2-40B4-BE49-F238E27FC236}">
                  <a16:creationId xmlns:a16="http://schemas.microsoft.com/office/drawing/2014/main" id="{4E2CA10D-E573-B063-ECDB-26A3121EB4B1}"/>
                </a:ext>
              </a:extLst>
            </p:cNvPr>
            <p:cNvGrpSpPr/>
            <p:nvPr/>
          </p:nvGrpSpPr>
          <p:grpSpPr>
            <a:xfrm>
              <a:off x="10805447" y="1274568"/>
              <a:ext cx="726154" cy="311943"/>
              <a:chOff x="10735816" y="673102"/>
              <a:chExt cx="726154" cy="311943"/>
            </a:xfrm>
          </p:grpSpPr>
          <p:sp>
            <p:nvSpPr>
              <p:cNvPr id="107" name="椭圆 106">
                <a:extLst>
                  <a:ext uri="{FF2B5EF4-FFF2-40B4-BE49-F238E27FC236}">
                    <a16:creationId xmlns:a16="http://schemas.microsoft.com/office/drawing/2014/main" id="{713BB538-2832-B291-5DDB-58D26F696CE1}"/>
                  </a:ext>
                </a:extLst>
              </p:cNvPr>
              <p:cNvSpPr/>
              <p:nvPr/>
            </p:nvSpPr>
            <p:spPr>
              <a:xfrm flipH="1">
                <a:off x="10735816" y="673102"/>
                <a:ext cx="311943" cy="311943"/>
              </a:xfrm>
              <a:prstGeom prst="ellipse">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fontScale="77500" lnSpcReduction="20000"/>
              </a:bodyPr>
              <a:lstStyle/>
              <a:p>
                <a:pPr algn="ctr"/>
                <a:endParaRPr lang="zh-CN" altLang="en-US" sz="1350" dirty="0">
                  <a:cs typeface="+mn-ea"/>
                  <a:sym typeface="+mn-lt"/>
                </a:endParaRPr>
              </a:p>
            </p:txBody>
          </p:sp>
          <p:sp>
            <p:nvSpPr>
              <p:cNvPr id="108" name="任意多边形: 形状 107">
                <a:extLst>
                  <a:ext uri="{FF2B5EF4-FFF2-40B4-BE49-F238E27FC236}">
                    <a16:creationId xmlns:a16="http://schemas.microsoft.com/office/drawing/2014/main" id="{C76E6C72-8E79-AD76-23E7-14C0BD651714}"/>
                  </a:ext>
                </a:extLst>
              </p:cNvPr>
              <p:cNvSpPr/>
              <p:nvPr/>
            </p:nvSpPr>
            <p:spPr>
              <a:xfrm rot="16200000">
                <a:off x="10836184" y="802480"/>
                <a:ext cx="111208" cy="53186"/>
              </a:xfrm>
              <a:custGeom>
                <a:avLst/>
                <a:gdLst>
                  <a:gd name="connsiteX0" fmla="*/ 0 w 109537"/>
                  <a:gd name="connsiteY0" fmla="*/ 50006 h 52387"/>
                  <a:gd name="connsiteX1" fmla="*/ 57150 w 109537"/>
                  <a:gd name="connsiteY1" fmla="*/ 0 h 52387"/>
                  <a:gd name="connsiteX2" fmla="*/ 109537 w 109537"/>
                  <a:gd name="connsiteY2" fmla="*/ 52387 h 52387"/>
                </a:gdLst>
                <a:ahLst/>
                <a:cxnLst>
                  <a:cxn ang="0">
                    <a:pos x="connsiteX0" y="connsiteY0"/>
                  </a:cxn>
                  <a:cxn ang="0">
                    <a:pos x="connsiteX1" y="connsiteY1"/>
                  </a:cxn>
                  <a:cxn ang="0">
                    <a:pos x="connsiteX2" y="connsiteY2"/>
                  </a:cxn>
                </a:cxnLst>
                <a:rect l="l" t="t" r="r" b="b"/>
                <a:pathLst>
                  <a:path w="109537" h="52387">
                    <a:moveTo>
                      <a:pt x="0" y="50006"/>
                    </a:moveTo>
                    <a:lnTo>
                      <a:pt x="57150" y="0"/>
                    </a:lnTo>
                    <a:lnTo>
                      <a:pt x="109537" y="52387"/>
                    </a:lnTo>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109" name="椭圆 108">
                <a:extLst>
                  <a:ext uri="{FF2B5EF4-FFF2-40B4-BE49-F238E27FC236}">
                    <a16:creationId xmlns:a16="http://schemas.microsoft.com/office/drawing/2014/main" id="{B05836C8-8E53-436A-4A7E-9A2E09D25D14}"/>
                  </a:ext>
                </a:extLst>
              </p:cNvPr>
              <p:cNvSpPr/>
              <p:nvPr/>
            </p:nvSpPr>
            <p:spPr>
              <a:xfrm rot="10800000" flipH="1" flipV="1">
                <a:off x="11150027" y="673102"/>
                <a:ext cx="311943" cy="311943"/>
              </a:xfrm>
              <a:prstGeom prst="ellipse">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fontScale="77500" lnSpcReduction="20000"/>
              </a:bodyPr>
              <a:lstStyle/>
              <a:p>
                <a:pPr algn="ctr"/>
                <a:endParaRPr lang="zh-CN" altLang="en-US" sz="1350" dirty="0">
                  <a:cs typeface="+mn-ea"/>
                  <a:sym typeface="+mn-lt"/>
                </a:endParaRPr>
              </a:p>
            </p:txBody>
          </p:sp>
          <p:sp>
            <p:nvSpPr>
              <p:cNvPr id="110" name="任意多边形: 形状 109">
                <a:extLst>
                  <a:ext uri="{FF2B5EF4-FFF2-40B4-BE49-F238E27FC236}">
                    <a16:creationId xmlns:a16="http://schemas.microsoft.com/office/drawing/2014/main" id="{A20BCF51-96AE-933D-831E-214785698BF0}"/>
                  </a:ext>
                </a:extLst>
              </p:cNvPr>
              <p:cNvSpPr/>
              <p:nvPr/>
            </p:nvSpPr>
            <p:spPr>
              <a:xfrm rot="16200000" flipV="1">
                <a:off x="11250394" y="802480"/>
                <a:ext cx="111208" cy="53186"/>
              </a:xfrm>
              <a:custGeom>
                <a:avLst/>
                <a:gdLst>
                  <a:gd name="connsiteX0" fmla="*/ 0 w 109537"/>
                  <a:gd name="connsiteY0" fmla="*/ 50006 h 52387"/>
                  <a:gd name="connsiteX1" fmla="*/ 57150 w 109537"/>
                  <a:gd name="connsiteY1" fmla="*/ 0 h 52387"/>
                  <a:gd name="connsiteX2" fmla="*/ 109537 w 109537"/>
                  <a:gd name="connsiteY2" fmla="*/ 52387 h 52387"/>
                </a:gdLst>
                <a:ahLst/>
                <a:cxnLst>
                  <a:cxn ang="0">
                    <a:pos x="connsiteX0" y="connsiteY0"/>
                  </a:cxn>
                  <a:cxn ang="0">
                    <a:pos x="connsiteX1" y="connsiteY1"/>
                  </a:cxn>
                  <a:cxn ang="0">
                    <a:pos x="connsiteX2" y="connsiteY2"/>
                  </a:cxn>
                </a:cxnLst>
                <a:rect l="l" t="t" r="r" b="b"/>
                <a:pathLst>
                  <a:path w="109537" h="52387">
                    <a:moveTo>
                      <a:pt x="0" y="50006"/>
                    </a:moveTo>
                    <a:lnTo>
                      <a:pt x="57150" y="0"/>
                    </a:lnTo>
                    <a:lnTo>
                      <a:pt x="109537" y="52387"/>
                    </a:lnTo>
                  </a:path>
                </a:pathLst>
              </a:cu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dirty="0">
                  <a:cs typeface="+mn-ea"/>
                  <a:sym typeface="+mn-lt"/>
                </a:endParaRPr>
              </a:p>
            </p:txBody>
          </p:sp>
        </p:grpSp>
        <p:sp>
          <p:nvSpPr>
            <p:cNvPr id="62" name="Title">
              <a:extLst>
                <a:ext uri="{FF2B5EF4-FFF2-40B4-BE49-F238E27FC236}">
                  <a16:creationId xmlns:a16="http://schemas.microsoft.com/office/drawing/2014/main" id="{D755CA4F-270E-7276-B5BF-B4A5C04457CB}"/>
                </a:ext>
              </a:extLst>
            </p:cNvPr>
            <p:cNvSpPr/>
            <p:nvPr/>
          </p:nvSpPr>
          <p:spPr>
            <a:xfrm>
              <a:off x="660399" y="900685"/>
              <a:ext cx="9898860" cy="830096"/>
            </a:xfrm>
            <a:prstGeom prst="rect">
              <a:avLst/>
            </a:prstGeom>
            <a:noFill/>
          </p:spPr>
          <p:txBody>
            <a:bodyPr wrap="square" lIns="91440" tIns="45720" rIns="91440" bIns="45720" anchor="t" anchorCtr="0">
              <a:normAutofit/>
            </a:bodyPr>
            <a:lstStyle/>
            <a:p>
              <a:r>
                <a:rPr lang="zh-CN" altLang="en-US" sz="4000" b="1" dirty="0">
                  <a:cs typeface="+mn-ea"/>
                  <a:sym typeface="+mn-lt"/>
                </a:rPr>
                <a:t>Agenda</a:t>
              </a:r>
              <a:endParaRPr lang="en-US" sz="3200" dirty="0">
                <a:cs typeface="+mn-ea"/>
                <a:sym typeface="+mn-lt"/>
              </a:endParaRPr>
            </a:p>
          </p:txBody>
        </p:sp>
        <p:grpSp>
          <p:nvGrpSpPr>
            <p:cNvPr id="63" name="组合 62">
              <a:extLst>
                <a:ext uri="{FF2B5EF4-FFF2-40B4-BE49-F238E27FC236}">
                  <a16:creationId xmlns:a16="http://schemas.microsoft.com/office/drawing/2014/main" id="{4CA250DA-CA3B-B0BE-B1E2-0A07084C1D36}"/>
                </a:ext>
              </a:extLst>
            </p:cNvPr>
            <p:cNvGrpSpPr/>
            <p:nvPr/>
          </p:nvGrpSpPr>
          <p:grpSpPr>
            <a:xfrm>
              <a:off x="1889920" y="2932487"/>
              <a:ext cx="4024310" cy="658178"/>
              <a:chOff x="660401" y="2265043"/>
              <a:chExt cx="4024310" cy="658178"/>
            </a:xfrm>
          </p:grpSpPr>
          <p:sp>
            <p:nvSpPr>
              <p:cNvPr id="97" name="Bullet1">
                <a:extLst>
                  <a:ext uri="{FF2B5EF4-FFF2-40B4-BE49-F238E27FC236}">
                    <a16:creationId xmlns:a16="http://schemas.microsoft.com/office/drawing/2014/main" id="{E674FBA8-1853-52EB-5245-910368B15E72}"/>
                  </a:ext>
                </a:extLst>
              </p:cNvPr>
              <p:cNvSpPr txBox="1">
                <a:spLocks/>
              </p:cNvSpPr>
              <p:nvPr/>
            </p:nvSpPr>
            <p:spPr>
              <a:xfrm>
                <a:off x="1318894" y="2265043"/>
                <a:ext cx="3365817" cy="658178"/>
              </a:xfrm>
              <a:prstGeom prst="rect">
                <a:avLst/>
              </a:prstGeom>
            </p:spPr>
            <p:txBody>
              <a:bodyPr vert="horz" wrap="square" lIns="91440" tIns="45720" rIns="91440" bIns="45720" rtlCol="0" anchor="ctr">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b="1" dirty="0">
                    <a:cs typeface="+mn-ea"/>
                    <a:sym typeface="+mn-lt"/>
                  </a:rPr>
                  <a:t>单击添加小标题</a:t>
                </a:r>
                <a:endParaRPr lang="en-US" dirty="0">
                  <a:cs typeface="+mn-ea"/>
                  <a:sym typeface="+mn-lt"/>
                </a:endParaRPr>
              </a:p>
            </p:txBody>
          </p:sp>
          <p:sp>
            <p:nvSpPr>
              <p:cNvPr id="98" name="Number1">
                <a:extLst>
                  <a:ext uri="{FF2B5EF4-FFF2-40B4-BE49-F238E27FC236}">
                    <a16:creationId xmlns:a16="http://schemas.microsoft.com/office/drawing/2014/main" id="{E02FE547-D777-56C5-3765-BBFE0E00ACAA}"/>
                  </a:ext>
                </a:extLst>
              </p:cNvPr>
              <p:cNvSpPr txBox="1">
                <a:spLocks noChangeAspect="1"/>
              </p:cNvSpPr>
              <p:nvPr/>
            </p:nvSpPr>
            <p:spPr>
              <a:xfrm>
                <a:off x="660401" y="2306132"/>
                <a:ext cx="575324" cy="576000"/>
              </a:xfrm>
              <a:prstGeom prst="ellipse">
                <a:avLst/>
              </a:prstGeom>
              <a:solidFill>
                <a:schemeClr val="accent1"/>
              </a:solidFill>
              <a:effectLst/>
            </p:spPr>
            <p:txBody>
              <a:bodyPr vert="horz" wrap="none" lIns="91440" tIns="45720" rIns="91440" bIns="45720" rtlCol="0" anchor="ctr">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1600" b="1" dirty="0">
                    <a:solidFill>
                      <a:srgbClr val="FFFFFF"/>
                    </a:solidFill>
                    <a:cs typeface="+mn-ea"/>
                    <a:sym typeface="+mn-lt"/>
                  </a:rPr>
                  <a:t>01</a:t>
                </a:r>
                <a:endParaRPr lang="en-US" sz="1600" b="1" dirty="0">
                  <a:solidFill>
                    <a:srgbClr val="FFFFFF"/>
                  </a:solidFill>
                  <a:cs typeface="+mn-ea"/>
                  <a:sym typeface="+mn-lt"/>
                </a:endParaRPr>
              </a:p>
            </p:txBody>
          </p:sp>
        </p:grpSp>
        <p:grpSp>
          <p:nvGrpSpPr>
            <p:cNvPr id="64" name="组合 63">
              <a:extLst>
                <a:ext uri="{FF2B5EF4-FFF2-40B4-BE49-F238E27FC236}">
                  <a16:creationId xmlns:a16="http://schemas.microsoft.com/office/drawing/2014/main" id="{0051E2AC-7915-FAE1-A178-ABD7C5775FBB}"/>
                </a:ext>
              </a:extLst>
            </p:cNvPr>
            <p:cNvGrpSpPr/>
            <p:nvPr/>
          </p:nvGrpSpPr>
          <p:grpSpPr>
            <a:xfrm>
              <a:off x="6265071" y="2932487"/>
              <a:ext cx="4024310" cy="658178"/>
              <a:chOff x="3829051" y="2265043"/>
              <a:chExt cx="4024310" cy="658178"/>
            </a:xfrm>
          </p:grpSpPr>
          <p:sp>
            <p:nvSpPr>
              <p:cNvPr id="95" name="Bullet2">
                <a:extLst>
                  <a:ext uri="{FF2B5EF4-FFF2-40B4-BE49-F238E27FC236}">
                    <a16:creationId xmlns:a16="http://schemas.microsoft.com/office/drawing/2014/main" id="{CC80CCF9-0AD9-5675-5DF9-C2B9C0514032}"/>
                  </a:ext>
                </a:extLst>
              </p:cNvPr>
              <p:cNvSpPr txBox="1">
                <a:spLocks/>
              </p:cNvSpPr>
              <p:nvPr/>
            </p:nvSpPr>
            <p:spPr>
              <a:xfrm>
                <a:off x="4487544" y="2265043"/>
                <a:ext cx="3365817" cy="658178"/>
              </a:xfrm>
              <a:prstGeom prst="rect">
                <a:avLst/>
              </a:prstGeom>
            </p:spPr>
            <p:txBody>
              <a:bodyPr vert="horz" wrap="square" lIns="91440" tIns="45720" rIns="91440" bIns="45720" rtlCol="0" anchor="ctr">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b="1" dirty="0">
                    <a:cs typeface="+mn-ea"/>
                    <a:sym typeface="+mn-lt"/>
                  </a:rPr>
                  <a:t>单击添加小标题</a:t>
                </a:r>
                <a:endParaRPr lang="en-US" dirty="0">
                  <a:cs typeface="+mn-ea"/>
                  <a:sym typeface="+mn-lt"/>
                </a:endParaRPr>
              </a:p>
            </p:txBody>
          </p:sp>
          <p:sp>
            <p:nvSpPr>
              <p:cNvPr id="96" name="Number2">
                <a:extLst>
                  <a:ext uri="{FF2B5EF4-FFF2-40B4-BE49-F238E27FC236}">
                    <a16:creationId xmlns:a16="http://schemas.microsoft.com/office/drawing/2014/main" id="{36DB7F5A-0036-2EFD-93E0-F5948014DD6B}"/>
                  </a:ext>
                </a:extLst>
              </p:cNvPr>
              <p:cNvSpPr txBox="1">
                <a:spLocks noChangeAspect="1"/>
              </p:cNvSpPr>
              <p:nvPr/>
            </p:nvSpPr>
            <p:spPr>
              <a:xfrm>
                <a:off x="3829051" y="2306132"/>
                <a:ext cx="575324" cy="576000"/>
              </a:xfrm>
              <a:prstGeom prst="ellipse">
                <a:avLst/>
              </a:prstGeom>
              <a:solidFill>
                <a:schemeClr val="accent1"/>
              </a:solidFill>
              <a:effectLst/>
            </p:spPr>
            <p:txBody>
              <a:bodyPr vert="horz" wrap="none" lIns="91440" tIns="45720" rIns="91440" bIns="45720" rtlCol="0" anchor="ctr">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1600" b="1" dirty="0">
                    <a:solidFill>
                      <a:srgbClr val="FFFFFF"/>
                    </a:solidFill>
                    <a:cs typeface="+mn-ea"/>
                    <a:sym typeface="+mn-lt"/>
                  </a:rPr>
                  <a:t>02</a:t>
                </a:r>
                <a:endParaRPr lang="en-US" sz="1600" b="1" dirty="0">
                  <a:solidFill>
                    <a:srgbClr val="FFFFFF"/>
                  </a:solidFill>
                  <a:cs typeface="+mn-ea"/>
                  <a:sym typeface="+mn-lt"/>
                </a:endParaRPr>
              </a:p>
            </p:txBody>
          </p:sp>
        </p:grpSp>
        <p:grpSp>
          <p:nvGrpSpPr>
            <p:cNvPr id="65" name="组合 64">
              <a:extLst>
                <a:ext uri="{FF2B5EF4-FFF2-40B4-BE49-F238E27FC236}">
                  <a16:creationId xmlns:a16="http://schemas.microsoft.com/office/drawing/2014/main" id="{ED1438B8-0233-8C13-5475-64C7F93DD7ED}"/>
                </a:ext>
              </a:extLst>
            </p:cNvPr>
            <p:cNvGrpSpPr/>
            <p:nvPr/>
          </p:nvGrpSpPr>
          <p:grpSpPr>
            <a:xfrm>
              <a:off x="1889920" y="4374581"/>
              <a:ext cx="4024310" cy="658178"/>
              <a:chOff x="660401" y="3743569"/>
              <a:chExt cx="4024310" cy="658178"/>
            </a:xfrm>
          </p:grpSpPr>
          <p:sp>
            <p:nvSpPr>
              <p:cNvPr id="93" name="Bullet3">
                <a:extLst>
                  <a:ext uri="{FF2B5EF4-FFF2-40B4-BE49-F238E27FC236}">
                    <a16:creationId xmlns:a16="http://schemas.microsoft.com/office/drawing/2014/main" id="{0BCEE81C-3CB0-E564-AAC3-3FB2D91BDC45}"/>
                  </a:ext>
                </a:extLst>
              </p:cNvPr>
              <p:cNvSpPr txBox="1">
                <a:spLocks/>
              </p:cNvSpPr>
              <p:nvPr/>
            </p:nvSpPr>
            <p:spPr>
              <a:xfrm>
                <a:off x="1318894" y="3743569"/>
                <a:ext cx="3365817" cy="658178"/>
              </a:xfrm>
              <a:prstGeom prst="rect">
                <a:avLst/>
              </a:prstGeom>
            </p:spPr>
            <p:txBody>
              <a:bodyPr vert="horz" wrap="square" lIns="91440" tIns="45720" rIns="91440" bIns="45720" rtlCol="0" anchor="ctr">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b="1" dirty="0">
                    <a:cs typeface="+mn-ea"/>
                    <a:sym typeface="+mn-lt"/>
                  </a:rPr>
                  <a:t>单击添加小标题</a:t>
                </a:r>
                <a:endParaRPr lang="en-US" dirty="0">
                  <a:cs typeface="+mn-ea"/>
                  <a:sym typeface="+mn-lt"/>
                </a:endParaRPr>
              </a:p>
            </p:txBody>
          </p:sp>
          <p:sp>
            <p:nvSpPr>
              <p:cNvPr id="94" name="Number3">
                <a:extLst>
                  <a:ext uri="{FF2B5EF4-FFF2-40B4-BE49-F238E27FC236}">
                    <a16:creationId xmlns:a16="http://schemas.microsoft.com/office/drawing/2014/main" id="{5AA2AF2D-257A-5E42-04AF-25E3967AE60E}"/>
                  </a:ext>
                </a:extLst>
              </p:cNvPr>
              <p:cNvSpPr txBox="1">
                <a:spLocks noChangeAspect="1"/>
              </p:cNvSpPr>
              <p:nvPr/>
            </p:nvSpPr>
            <p:spPr>
              <a:xfrm>
                <a:off x="660401" y="3784658"/>
                <a:ext cx="575324" cy="576000"/>
              </a:xfrm>
              <a:prstGeom prst="ellipse">
                <a:avLst/>
              </a:prstGeom>
              <a:solidFill>
                <a:schemeClr val="accent1"/>
              </a:solidFill>
              <a:effectLst/>
            </p:spPr>
            <p:txBody>
              <a:bodyPr vert="horz" wrap="none" lIns="91440" tIns="45720" rIns="91440" bIns="45720" rtlCol="0" anchor="ctr">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1600" b="1" dirty="0">
                    <a:solidFill>
                      <a:srgbClr val="FFFFFF"/>
                    </a:solidFill>
                    <a:cs typeface="+mn-ea"/>
                    <a:sym typeface="+mn-lt"/>
                  </a:rPr>
                  <a:t>03</a:t>
                </a:r>
                <a:endParaRPr lang="en-US" sz="1600" b="1" dirty="0">
                  <a:solidFill>
                    <a:srgbClr val="FFFFFF"/>
                  </a:solidFill>
                  <a:cs typeface="+mn-ea"/>
                  <a:sym typeface="+mn-lt"/>
                </a:endParaRPr>
              </a:p>
            </p:txBody>
          </p:sp>
        </p:grpSp>
        <p:grpSp>
          <p:nvGrpSpPr>
            <p:cNvPr id="66" name="组合 65">
              <a:extLst>
                <a:ext uri="{FF2B5EF4-FFF2-40B4-BE49-F238E27FC236}">
                  <a16:creationId xmlns:a16="http://schemas.microsoft.com/office/drawing/2014/main" id="{ECC4666E-28C6-7C91-CF51-509A1491AF31}"/>
                </a:ext>
              </a:extLst>
            </p:cNvPr>
            <p:cNvGrpSpPr/>
            <p:nvPr/>
          </p:nvGrpSpPr>
          <p:grpSpPr>
            <a:xfrm>
              <a:off x="6265071" y="4374581"/>
              <a:ext cx="4024310" cy="658178"/>
              <a:chOff x="3829051" y="3743569"/>
              <a:chExt cx="4024310" cy="658178"/>
            </a:xfrm>
          </p:grpSpPr>
          <p:sp>
            <p:nvSpPr>
              <p:cNvPr id="91" name="Bullet4">
                <a:extLst>
                  <a:ext uri="{FF2B5EF4-FFF2-40B4-BE49-F238E27FC236}">
                    <a16:creationId xmlns:a16="http://schemas.microsoft.com/office/drawing/2014/main" id="{FB411711-4B88-1238-9CE5-B55E7BD47443}"/>
                  </a:ext>
                </a:extLst>
              </p:cNvPr>
              <p:cNvSpPr txBox="1">
                <a:spLocks/>
              </p:cNvSpPr>
              <p:nvPr/>
            </p:nvSpPr>
            <p:spPr>
              <a:xfrm>
                <a:off x="4487544" y="3743569"/>
                <a:ext cx="3365817" cy="658178"/>
              </a:xfrm>
              <a:prstGeom prst="rect">
                <a:avLst/>
              </a:prstGeom>
            </p:spPr>
            <p:txBody>
              <a:bodyPr vert="horz" wrap="square" lIns="91440" tIns="45720" rIns="91440" bIns="45720" rtlCol="0" anchor="ctr">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b="1" dirty="0">
                    <a:cs typeface="+mn-ea"/>
                    <a:sym typeface="+mn-lt"/>
                  </a:rPr>
                  <a:t>单击添加小标题</a:t>
                </a:r>
                <a:endParaRPr lang="en-US" dirty="0">
                  <a:cs typeface="+mn-ea"/>
                  <a:sym typeface="+mn-lt"/>
                </a:endParaRPr>
              </a:p>
            </p:txBody>
          </p:sp>
          <p:sp>
            <p:nvSpPr>
              <p:cNvPr id="92" name="Number4">
                <a:extLst>
                  <a:ext uri="{FF2B5EF4-FFF2-40B4-BE49-F238E27FC236}">
                    <a16:creationId xmlns:a16="http://schemas.microsoft.com/office/drawing/2014/main" id="{D5557282-CFF1-8066-3673-4EFFE01A01C4}"/>
                  </a:ext>
                </a:extLst>
              </p:cNvPr>
              <p:cNvSpPr txBox="1">
                <a:spLocks noChangeAspect="1"/>
              </p:cNvSpPr>
              <p:nvPr/>
            </p:nvSpPr>
            <p:spPr>
              <a:xfrm>
                <a:off x="3829051" y="3784658"/>
                <a:ext cx="575324" cy="576000"/>
              </a:xfrm>
              <a:prstGeom prst="ellipse">
                <a:avLst/>
              </a:prstGeom>
              <a:solidFill>
                <a:schemeClr val="accent1"/>
              </a:solidFill>
              <a:effectLst/>
            </p:spPr>
            <p:txBody>
              <a:bodyPr vert="horz" wrap="none" lIns="91440" tIns="45720" rIns="91440" bIns="45720" rtlCol="0" anchor="ctr">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1600" b="1" dirty="0">
                    <a:solidFill>
                      <a:srgbClr val="FFFFFF"/>
                    </a:solidFill>
                    <a:cs typeface="+mn-ea"/>
                    <a:sym typeface="+mn-lt"/>
                  </a:rPr>
                  <a:t>04</a:t>
                </a:r>
                <a:endParaRPr lang="en-US" sz="1600" b="1" dirty="0">
                  <a:solidFill>
                    <a:srgbClr val="FFFFFF"/>
                  </a:solidFill>
                  <a:cs typeface="+mn-ea"/>
                  <a:sym typeface="+mn-lt"/>
                </a:endParaRPr>
              </a:p>
            </p:txBody>
          </p:sp>
        </p:grpSp>
      </p:grpSp>
    </p:spTree>
    <p:extLst>
      <p:ext uri="{BB962C8B-B14F-4D97-AF65-F5344CB8AC3E}">
        <p14:creationId xmlns:p14="http://schemas.microsoft.com/office/powerpoint/2010/main" val="863186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userDrawn="1">
            <p:ph type="title" hasCustomPrompt="1"/>
          </p:nvPr>
        </p:nvSpPr>
        <p:spPr>
          <a:xfrm>
            <a:off x="4953000" y="1663699"/>
            <a:ext cx="6565900" cy="1786539"/>
          </a:xfrm>
        </p:spPr>
        <p:txBody>
          <a:bodyPr lIns="91440" tIns="45720" rIns="91440" bIns="45720">
            <a:normAutofit/>
          </a:bodyPr>
          <a:lstStyle/>
          <a:p>
            <a:r>
              <a:rPr lang="zh-CN" altLang="en-US">
                <a:latin typeface="+mn-lt"/>
                <a:ea typeface="+mn-ea"/>
                <a:cs typeface="+mn-ea"/>
                <a:sym typeface="+mn-lt"/>
              </a:rPr>
              <a:t>单击此处添加页面标题</a:t>
            </a:r>
            <a:endParaRPr lang="en-US" dirty="0">
              <a:latin typeface="+mn-lt"/>
              <a:ea typeface="+mn-ea"/>
              <a:cs typeface="+mn-ea"/>
              <a:sym typeface="+mn-lt"/>
            </a:endParaRPr>
          </a:p>
        </p:txBody>
      </p:sp>
      <p:sp>
        <p:nvSpPr>
          <p:cNvPr id="25" name="文本占位符 24"/>
          <p:cNvSpPr>
            <a:spLocks noGrp="1"/>
          </p:cNvSpPr>
          <p:nvPr userDrawn="1">
            <p:ph type="body" sz="quarter" idx="1" hasCustomPrompt="1"/>
          </p:nvPr>
        </p:nvSpPr>
        <p:spPr>
          <a:xfrm>
            <a:off x="4953000" y="3524247"/>
            <a:ext cx="6565900" cy="1594064"/>
          </a:xfrm>
        </p:spPr>
        <p:txBody>
          <a:bodyPr lIns="91440" tIns="45720" rIns="91440" bIns="45720">
            <a:normAutofit/>
          </a:bodyPr>
          <a:lstStyle/>
          <a:p>
            <a:r>
              <a:rPr lang="zh-CN" altLang="en-US" dirty="0">
                <a:cs typeface="+mn-ea"/>
                <a:sym typeface="+mn-lt"/>
              </a:rPr>
              <a:t>单击此处添加章节页描述内容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F741B-235E-FA57-9495-029E989EE4A3}"/>
            </a:ext>
          </a:extLst>
        </p:cNvPr>
        <p:cNvGrpSpPr/>
        <p:nvPr/>
      </p:nvGrpSpPr>
      <p:grpSpPr>
        <a:xfrm>
          <a:off x="0" y="0"/>
          <a:ext cx="0" cy="0"/>
          <a:chOff x="0" y="0"/>
          <a:chExt cx="0" cy="0"/>
        </a:xfrm>
      </p:grpSpPr>
      <p:grpSp>
        <p:nvGrpSpPr>
          <p:cNvPr id="16" name="组合 15">
            <a:extLst>
              <a:ext uri="{FF2B5EF4-FFF2-40B4-BE49-F238E27FC236}">
                <a16:creationId xmlns:a16="http://schemas.microsoft.com/office/drawing/2014/main" id="{AFBFC969-CFF4-7804-D3CE-B3FBC2206FCF}"/>
              </a:ext>
            </a:extLst>
          </p:cNvPr>
          <p:cNvGrpSpPr/>
          <p:nvPr/>
        </p:nvGrpSpPr>
        <p:grpSpPr>
          <a:xfrm>
            <a:off x="660399" y="1130301"/>
            <a:ext cx="10858501" cy="5727699"/>
            <a:chOff x="660399" y="1130301"/>
            <a:chExt cx="10858501" cy="5727699"/>
          </a:xfrm>
        </p:grpSpPr>
        <p:sp>
          <p:nvSpPr>
            <p:cNvPr id="15" name="矩形: 圆顶角 14">
              <a:extLst>
                <a:ext uri="{FF2B5EF4-FFF2-40B4-BE49-F238E27FC236}">
                  <a16:creationId xmlns:a16="http://schemas.microsoft.com/office/drawing/2014/main" id="{67BC8CDC-CB91-FDBA-765B-C95DCEFBCD8D}"/>
                </a:ext>
              </a:extLst>
            </p:cNvPr>
            <p:cNvSpPr/>
            <p:nvPr/>
          </p:nvSpPr>
          <p:spPr>
            <a:xfrm>
              <a:off x="4551712" y="2572518"/>
              <a:ext cx="3088577" cy="4285482"/>
            </a:xfrm>
            <a:prstGeom prst="round2SameRect">
              <a:avLst>
                <a:gd name="adj1" fmla="val 50000"/>
                <a:gd name="adj2" fmla="val 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cs typeface="+mn-ea"/>
                <a:sym typeface="+mn-lt"/>
              </a:endParaRPr>
            </a:p>
          </p:txBody>
        </p:sp>
        <p:pic>
          <p:nvPicPr>
            <p:cNvPr id="11" name="图片 10">
              <a:extLst>
                <a:ext uri="{FF2B5EF4-FFF2-40B4-BE49-F238E27FC236}">
                  <a16:creationId xmlns:a16="http://schemas.microsoft.com/office/drawing/2014/main" id="{56AE91D7-012C-630A-3325-97A8AD4783CA}"/>
                </a:ext>
              </a:extLst>
            </p:cNvPr>
            <p:cNvPicPr>
              <a:picLocks noChangeAspect="1"/>
            </p:cNvPicPr>
            <p:nvPr/>
          </p:nvPicPr>
          <p:blipFill>
            <a:blip r:embed="rId3">
              <a:extLst>
                <a:ext uri="{28A0092B-C50C-407E-A947-70E740481C1C}">
                  <a14:useLocalDpi xmlns:a14="http://schemas.microsoft.com/office/drawing/2010/main" val="0"/>
                </a:ext>
              </a:extLst>
            </a:blip>
            <a:srcRect b="3459"/>
            <a:stretch>
              <a:fillRect/>
            </a:stretch>
          </p:blipFill>
          <p:spPr>
            <a:xfrm>
              <a:off x="4713770" y="2097799"/>
              <a:ext cx="2751760" cy="4760201"/>
            </a:xfrm>
            <a:custGeom>
              <a:avLst/>
              <a:gdLst>
                <a:gd name="csX0" fmla="*/ 0 w 2561543"/>
                <a:gd name="csY0" fmla="*/ 0 h 4431149"/>
                <a:gd name="csX1" fmla="*/ 2561543 w 2561543"/>
                <a:gd name="csY1" fmla="*/ 0 h 4431149"/>
                <a:gd name="csX2" fmla="*/ 2561543 w 2561543"/>
                <a:gd name="csY2" fmla="*/ 4431149 h 4431149"/>
                <a:gd name="csX3" fmla="*/ 0 w 2561543"/>
                <a:gd name="csY3" fmla="*/ 4431149 h 4431149"/>
              </a:gdLst>
              <a:ahLst/>
              <a:cxnLst>
                <a:cxn ang="0">
                  <a:pos x="csX0" y="csY0"/>
                </a:cxn>
                <a:cxn ang="0">
                  <a:pos x="csX1" y="csY1"/>
                </a:cxn>
                <a:cxn ang="0">
                  <a:pos x="csX2" y="csY2"/>
                </a:cxn>
                <a:cxn ang="0">
                  <a:pos x="csX3" y="csY3"/>
                </a:cxn>
              </a:cxnLst>
              <a:rect l="l" t="t" r="r" b="b"/>
              <a:pathLst>
                <a:path w="2561543" h="4431149">
                  <a:moveTo>
                    <a:pt x="0" y="0"/>
                  </a:moveTo>
                  <a:lnTo>
                    <a:pt x="2561543" y="0"/>
                  </a:lnTo>
                  <a:lnTo>
                    <a:pt x="2561543" y="4431149"/>
                  </a:lnTo>
                  <a:lnTo>
                    <a:pt x="0" y="4431149"/>
                  </a:lnTo>
                  <a:close/>
                </a:path>
              </a:pathLst>
            </a:custGeom>
          </p:spPr>
        </p:pic>
        <p:sp>
          <p:nvSpPr>
            <p:cNvPr id="3" name="Title">
              <a:extLst>
                <a:ext uri="{FF2B5EF4-FFF2-40B4-BE49-F238E27FC236}">
                  <a16:creationId xmlns:a16="http://schemas.microsoft.com/office/drawing/2014/main" id="{A532529F-DEF4-DB96-55AB-A7A395C35896}"/>
                </a:ext>
              </a:extLst>
            </p:cNvPr>
            <p:cNvSpPr txBox="1"/>
            <p:nvPr/>
          </p:nvSpPr>
          <p:spPr>
            <a:xfrm>
              <a:off x="660399" y="1130301"/>
              <a:ext cx="10858500" cy="575914"/>
            </a:xfrm>
            <a:prstGeom prst="rect">
              <a:avLst/>
            </a:prstGeom>
            <a:noFill/>
            <a:ln>
              <a:noFill/>
            </a:ln>
          </p:spPr>
          <p:txBody>
            <a:bodyPr wrap="square" lIns="91440" tIns="45720" rIns="91440" bIns="45720" anchor="ctr" anchorCtr="0">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effectLst/>
                  <a:uLnTx/>
                  <a:uFillTx/>
                  <a:cs typeface="+mn-ea"/>
                  <a:sym typeface="+mn-lt"/>
                </a:rPr>
                <a:t>单击此处添加长一点的副标题</a:t>
              </a:r>
              <a:endParaRPr lang="en-US" dirty="0">
                <a:cs typeface="+mn-ea"/>
                <a:sym typeface="+mn-lt"/>
              </a:endParaRPr>
            </a:p>
          </p:txBody>
        </p:sp>
        <p:grpSp>
          <p:nvGrpSpPr>
            <p:cNvPr id="352" name="组合 351">
              <a:extLst>
                <a:ext uri="{FF2B5EF4-FFF2-40B4-BE49-F238E27FC236}">
                  <a16:creationId xmlns:a16="http://schemas.microsoft.com/office/drawing/2014/main" id="{CB2997D7-6976-F372-1F8C-4FE57C173065}"/>
                </a:ext>
              </a:extLst>
            </p:cNvPr>
            <p:cNvGrpSpPr/>
            <p:nvPr/>
          </p:nvGrpSpPr>
          <p:grpSpPr>
            <a:xfrm>
              <a:off x="721360" y="1841071"/>
              <a:ext cx="3540635" cy="1331463"/>
              <a:chOff x="660400" y="1815438"/>
              <a:chExt cx="3540635" cy="1331463"/>
            </a:xfrm>
          </p:grpSpPr>
          <p:sp>
            <p:nvSpPr>
              <p:cNvPr id="349" name="Bullet1">
                <a:extLst>
                  <a:ext uri="{FF2B5EF4-FFF2-40B4-BE49-F238E27FC236}">
                    <a16:creationId xmlns:a16="http://schemas.microsoft.com/office/drawing/2014/main" id="{319823DD-3F36-E896-272D-34B052BAAEF1}"/>
                  </a:ext>
                </a:extLst>
              </p:cNvPr>
              <p:cNvSpPr>
                <a:spLocks/>
              </p:cNvSpPr>
              <p:nvPr/>
            </p:nvSpPr>
            <p:spPr>
              <a:xfrm>
                <a:off x="1249680" y="1815438"/>
                <a:ext cx="2951355" cy="404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cs typeface="+mn-ea"/>
                  <a:sym typeface="+mn-lt"/>
                </a:endParaRPr>
              </a:p>
            </p:txBody>
          </p:sp>
          <p:sp>
            <p:nvSpPr>
              <p:cNvPr id="350" name="Text1">
                <a:extLst>
                  <a:ext uri="{FF2B5EF4-FFF2-40B4-BE49-F238E27FC236}">
                    <a16:creationId xmlns:a16="http://schemas.microsoft.com/office/drawing/2014/main" id="{51E697DF-11BF-CF14-1814-37B7535DDDB0}"/>
                  </a:ext>
                </a:extLst>
              </p:cNvPr>
              <p:cNvSpPr/>
              <p:nvPr/>
            </p:nvSpPr>
            <p:spPr>
              <a:xfrm>
                <a:off x="1249680" y="2219470"/>
                <a:ext cx="2951355" cy="9274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cs typeface="+mn-ea"/>
                  <a:sym typeface="+mn-lt"/>
                </a:endParaRPr>
              </a:p>
            </p:txBody>
          </p:sp>
          <p:sp>
            <p:nvSpPr>
              <p:cNvPr id="351" name="Number1">
                <a:extLst>
                  <a:ext uri="{FF2B5EF4-FFF2-40B4-BE49-F238E27FC236}">
                    <a16:creationId xmlns:a16="http://schemas.microsoft.com/office/drawing/2014/main" id="{5835444E-A872-E5F0-1D1B-2F9B97105297}"/>
                  </a:ext>
                </a:extLst>
              </p:cNvPr>
              <p:cNvSpPr/>
              <p:nvPr/>
            </p:nvSpPr>
            <p:spPr>
              <a:xfrm>
                <a:off x="660400" y="1906353"/>
                <a:ext cx="589280" cy="58928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b="1" dirty="0">
                    <a:cs typeface="+mn-ea"/>
                    <a:sym typeface="+mn-lt"/>
                  </a:rPr>
                  <a:t>01</a:t>
                </a:r>
                <a:endParaRPr lang="zh-CN" altLang="en-US" b="1" dirty="0">
                  <a:cs typeface="+mn-ea"/>
                  <a:sym typeface="+mn-lt"/>
                </a:endParaRPr>
              </a:p>
            </p:txBody>
          </p:sp>
        </p:grpSp>
        <p:grpSp>
          <p:nvGrpSpPr>
            <p:cNvPr id="374" name="组合 373">
              <a:extLst>
                <a:ext uri="{FF2B5EF4-FFF2-40B4-BE49-F238E27FC236}">
                  <a16:creationId xmlns:a16="http://schemas.microsoft.com/office/drawing/2014/main" id="{ACC4603E-A5D3-D38E-DEAF-EA77D1239F69}"/>
                </a:ext>
              </a:extLst>
            </p:cNvPr>
            <p:cNvGrpSpPr/>
            <p:nvPr/>
          </p:nvGrpSpPr>
          <p:grpSpPr>
            <a:xfrm>
              <a:off x="7978265" y="1841071"/>
              <a:ext cx="3540635" cy="1331463"/>
              <a:chOff x="660400" y="1815438"/>
              <a:chExt cx="3540635" cy="1331463"/>
            </a:xfrm>
          </p:grpSpPr>
          <p:sp>
            <p:nvSpPr>
              <p:cNvPr id="375" name="Bullet2">
                <a:extLst>
                  <a:ext uri="{FF2B5EF4-FFF2-40B4-BE49-F238E27FC236}">
                    <a16:creationId xmlns:a16="http://schemas.microsoft.com/office/drawing/2014/main" id="{8D6C021B-DCF7-A6C6-7428-9A4FA54F2AAE}"/>
                  </a:ext>
                </a:extLst>
              </p:cNvPr>
              <p:cNvSpPr>
                <a:spLocks/>
              </p:cNvSpPr>
              <p:nvPr/>
            </p:nvSpPr>
            <p:spPr>
              <a:xfrm>
                <a:off x="1249680" y="1815438"/>
                <a:ext cx="2951355" cy="404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cs typeface="+mn-ea"/>
                  <a:sym typeface="+mn-lt"/>
                </a:endParaRPr>
              </a:p>
            </p:txBody>
          </p:sp>
          <p:sp>
            <p:nvSpPr>
              <p:cNvPr id="376" name="Text2">
                <a:extLst>
                  <a:ext uri="{FF2B5EF4-FFF2-40B4-BE49-F238E27FC236}">
                    <a16:creationId xmlns:a16="http://schemas.microsoft.com/office/drawing/2014/main" id="{3CD35E08-9C31-9476-DFE8-8FF0051C37FD}"/>
                  </a:ext>
                </a:extLst>
              </p:cNvPr>
              <p:cNvSpPr/>
              <p:nvPr/>
            </p:nvSpPr>
            <p:spPr>
              <a:xfrm>
                <a:off x="1249680" y="2219470"/>
                <a:ext cx="2951355" cy="9274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cs typeface="+mn-ea"/>
                  <a:sym typeface="+mn-lt"/>
                </a:endParaRPr>
              </a:p>
            </p:txBody>
          </p:sp>
          <p:sp>
            <p:nvSpPr>
              <p:cNvPr id="377" name="Number2">
                <a:extLst>
                  <a:ext uri="{FF2B5EF4-FFF2-40B4-BE49-F238E27FC236}">
                    <a16:creationId xmlns:a16="http://schemas.microsoft.com/office/drawing/2014/main" id="{615B96F4-0474-FE1B-3348-B08B1C79A6CD}"/>
                  </a:ext>
                </a:extLst>
              </p:cNvPr>
              <p:cNvSpPr/>
              <p:nvPr/>
            </p:nvSpPr>
            <p:spPr>
              <a:xfrm>
                <a:off x="660400" y="1906353"/>
                <a:ext cx="589280" cy="58928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b="1" dirty="0">
                    <a:cs typeface="+mn-ea"/>
                    <a:sym typeface="+mn-lt"/>
                  </a:rPr>
                  <a:t>02</a:t>
                </a:r>
                <a:endParaRPr lang="zh-CN" altLang="en-US" b="1" dirty="0">
                  <a:cs typeface="+mn-ea"/>
                  <a:sym typeface="+mn-lt"/>
                </a:endParaRPr>
              </a:p>
            </p:txBody>
          </p:sp>
        </p:grpSp>
        <p:grpSp>
          <p:nvGrpSpPr>
            <p:cNvPr id="378" name="组合 377">
              <a:extLst>
                <a:ext uri="{FF2B5EF4-FFF2-40B4-BE49-F238E27FC236}">
                  <a16:creationId xmlns:a16="http://schemas.microsoft.com/office/drawing/2014/main" id="{17BAAE9A-F079-91F5-A306-EC7203A49A39}"/>
                </a:ext>
              </a:extLst>
            </p:cNvPr>
            <p:cNvGrpSpPr/>
            <p:nvPr/>
          </p:nvGrpSpPr>
          <p:grpSpPr>
            <a:xfrm>
              <a:off x="721360" y="3321854"/>
              <a:ext cx="3540635" cy="1331463"/>
              <a:chOff x="660400" y="1815438"/>
              <a:chExt cx="3540635" cy="1331463"/>
            </a:xfrm>
          </p:grpSpPr>
          <p:sp>
            <p:nvSpPr>
              <p:cNvPr id="379" name="Bullet3">
                <a:extLst>
                  <a:ext uri="{FF2B5EF4-FFF2-40B4-BE49-F238E27FC236}">
                    <a16:creationId xmlns:a16="http://schemas.microsoft.com/office/drawing/2014/main" id="{0B41F66F-37BD-BC77-7293-EC9C3BBF8B81}"/>
                  </a:ext>
                </a:extLst>
              </p:cNvPr>
              <p:cNvSpPr>
                <a:spLocks/>
              </p:cNvSpPr>
              <p:nvPr/>
            </p:nvSpPr>
            <p:spPr>
              <a:xfrm>
                <a:off x="1249680" y="1815438"/>
                <a:ext cx="2951355" cy="404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cs typeface="+mn-ea"/>
                  <a:sym typeface="+mn-lt"/>
                </a:endParaRPr>
              </a:p>
            </p:txBody>
          </p:sp>
          <p:sp>
            <p:nvSpPr>
              <p:cNvPr id="380" name="Text3">
                <a:extLst>
                  <a:ext uri="{FF2B5EF4-FFF2-40B4-BE49-F238E27FC236}">
                    <a16:creationId xmlns:a16="http://schemas.microsoft.com/office/drawing/2014/main" id="{6A2253C4-9205-6556-2CBA-13CBE50EB3D2}"/>
                  </a:ext>
                </a:extLst>
              </p:cNvPr>
              <p:cNvSpPr/>
              <p:nvPr/>
            </p:nvSpPr>
            <p:spPr>
              <a:xfrm>
                <a:off x="1249680" y="2219470"/>
                <a:ext cx="2951355" cy="9274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cs typeface="+mn-ea"/>
                  <a:sym typeface="+mn-lt"/>
                </a:endParaRPr>
              </a:p>
            </p:txBody>
          </p:sp>
          <p:sp>
            <p:nvSpPr>
              <p:cNvPr id="381" name="Number3">
                <a:extLst>
                  <a:ext uri="{FF2B5EF4-FFF2-40B4-BE49-F238E27FC236}">
                    <a16:creationId xmlns:a16="http://schemas.microsoft.com/office/drawing/2014/main" id="{EDE70898-F11B-BF4A-A553-2AE6BBBDFB0D}"/>
                  </a:ext>
                </a:extLst>
              </p:cNvPr>
              <p:cNvSpPr/>
              <p:nvPr/>
            </p:nvSpPr>
            <p:spPr>
              <a:xfrm>
                <a:off x="660400" y="1906353"/>
                <a:ext cx="589280" cy="58928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b="1" dirty="0">
                    <a:cs typeface="+mn-ea"/>
                    <a:sym typeface="+mn-lt"/>
                  </a:rPr>
                  <a:t>03</a:t>
                </a:r>
                <a:endParaRPr lang="zh-CN" altLang="en-US" b="1" dirty="0">
                  <a:cs typeface="+mn-ea"/>
                  <a:sym typeface="+mn-lt"/>
                </a:endParaRPr>
              </a:p>
            </p:txBody>
          </p:sp>
        </p:grpSp>
        <p:grpSp>
          <p:nvGrpSpPr>
            <p:cNvPr id="382" name="组合 381">
              <a:extLst>
                <a:ext uri="{FF2B5EF4-FFF2-40B4-BE49-F238E27FC236}">
                  <a16:creationId xmlns:a16="http://schemas.microsoft.com/office/drawing/2014/main" id="{8432BA6E-B293-4326-9F6B-C88CDC5FEA98}"/>
                </a:ext>
              </a:extLst>
            </p:cNvPr>
            <p:cNvGrpSpPr/>
            <p:nvPr/>
          </p:nvGrpSpPr>
          <p:grpSpPr>
            <a:xfrm>
              <a:off x="7978265" y="3321854"/>
              <a:ext cx="3540635" cy="1331463"/>
              <a:chOff x="660400" y="1815438"/>
              <a:chExt cx="3540635" cy="1331463"/>
            </a:xfrm>
          </p:grpSpPr>
          <p:sp>
            <p:nvSpPr>
              <p:cNvPr id="383" name="Bullet4">
                <a:extLst>
                  <a:ext uri="{FF2B5EF4-FFF2-40B4-BE49-F238E27FC236}">
                    <a16:creationId xmlns:a16="http://schemas.microsoft.com/office/drawing/2014/main" id="{D505923B-C8BD-6586-F90D-7A233E555380}"/>
                  </a:ext>
                </a:extLst>
              </p:cNvPr>
              <p:cNvSpPr>
                <a:spLocks/>
              </p:cNvSpPr>
              <p:nvPr/>
            </p:nvSpPr>
            <p:spPr>
              <a:xfrm>
                <a:off x="1249680" y="1815438"/>
                <a:ext cx="2951355" cy="404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cs typeface="+mn-ea"/>
                  <a:sym typeface="+mn-lt"/>
                </a:endParaRPr>
              </a:p>
            </p:txBody>
          </p:sp>
          <p:sp>
            <p:nvSpPr>
              <p:cNvPr id="384" name="Text4">
                <a:extLst>
                  <a:ext uri="{FF2B5EF4-FFF2-40B4-BE49-F238E27FC236}">
                    <a16:creationId xmlns:a16="http://schemas.microsoft.com/office/drawing/2014/main" id="{6BC0FB7F-10A6-7617-FAE3-183C2832EB4F}"/>
                  </a:ext>
                </a:extLst>
              </p:cNvPr>
              <p:cNvSpPr/>
              <p:nvPr/>
            </p:nvSpPr>
            <p:spPr>
              <a:xfrm>
                <a:off x="1249680" y="2219470"/>
                <a:ext cx="2951355" cy="9274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cs typeface="+mn-ea"/>
                  <a:sym typeface="+mn-lt"/>
                </a:endParaRPr>
              </a:p>
            </p:txBody>
          </p:sp>
          <p:sp>
            <p:nvSpPr>
              <p:cNvPr id="385" name="Number4">
                <a:extLst>
                  <a:ext uri="{FF2B5EF4-FFF2-40B4-BE49-F238E27FC236}">
                    <a16:creationId xmlns:a16="http://schemas.microsoft.com/office/drawing/2014/main" id="{CCFA075E-846C-9D8C-467A-47FB72174141}"/>
                  </a:ext>
                </a:extLst>
              </p:cNvPr>
              <p:cNvSpPr/>
              <p:nvPr/>
            </p:nvSpPr>
            <p:spPr>
              <a:xfrm>
                <a:off x="660400" y="1906353"/>
                <a:ext cx="589280" cy="58928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b="1" dirty="0">
                    <a:cs typeface="+mn-ea"/>
                    <a:sym typeface="+mn-lt"/>
                  </a:rPr>
                  <a:t>04</a:t>
                </a:r>
                <a:endParaRPr lang="zh-CN" altLang="en-US" b="1" dirty="0">
                  <a:cs typeface="+mn-ea"/>
                  <a:sym typeface="+mn-lt"/>
                </a:endParaRPr>
              </a:p>
            </p:txBody>
          </p:sp>
        </p:grpSp>
        <p:grpSp>
          <p:nvGrpSpPr>
            <p:cNvPr id="386" name="组合 385">
              <a:extLst>
                <a:ext uri="{FF2B5EF4-FFF2-40B4-BE49-F238E27FC236}">
                  <a16:creationId xmlns:a16="http://schemas.microsoft.com/office/drawing/2014/main" id="{CD2E4D25-82BD-44A6-55C9-B7596FC6C9DB}"/>
                </a:ext>
              </a:extLst>
            </p:cNvPr>
            <p:cNvGrpSpPr/>
            <p:nvPr/>
          </p:nvGrpSpPr>
          <p:grpSpPr>
            <a:xfrm>
              <a:off x="721360" y="4802637"/>
              <a:ext cx="3540635" cy="1331463"/>
              <a:chOff x="660400" y="1815438"/>
              <a:chExt cx="3540635" cy="1331463"/>
            </a:xfrm>
          </p:grpSpPr>
          <p:sp>
            <p:nvSpPr>
              <p:cNvPr id="387" name="Bullet5">
                <a:extLst>
                  <a:ext uri="{FF2B5EF4-FFF2-40B4-BE49-F238E27FC236}">
                    <a16:creationId xmlns:a16="http://schemas.microsoft.com/office/drawing/2014/main" id="{F58947E2-7590-0E58-32AE-3FF701910830}"/>
                  </a:ext>
                </a:extLst>
              </p:cNvPr>
              <p:cNvSpPr>
                <a:spLocks/>
              </p:cNvSpPr>
              <p:nvPr/>
            </p:nvSpPr>
            <p:spPr>
              <a:xfrm>
                <a:off x="1249680" y="1815438"/>
                <a:ext cx="2951355" cy="404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cs typeface="+mn-ea"/>
                  <a:sym typeface="+mn-lt"/>
                </a:endParaRPr>
              </a:p>
            </p:txBody>
          </p:sp>
          <p:sp>
            <p:nvSpPr>
              <p:cNvPr id="388" name="Text5">
                <a:extLst>
                  <a:ext uri="{FF2B5EF4-FFF2-40B4-BE49-F238E27FC236}">
                    <a16:creationId xmlns:a16="http://schemas.microsoft.com/office/drawing/2014/main" id="{6CED5312-42BF-E7FD-D170-2063285CFAC3}"/>
                  </a:ext>
                </a:extLst>
              </p:cNvPr>
              <p:cNvSpPr/>
              <p:nvPr/>
            </p:nvSpPr>
            <p:spPr>
              <a:xfrm>
                <a:off x="1249680" y="2219470"/>
                <a:ext cx="2951355" cy="9274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cs typeface="+mn-ea"/>
                  <a:sym typeface="+mn-lt"/>
                </a:endParaRPr>
              </a:p>
            </p:txBody>
          </p:sp>
          <p:sp>
            <p:nvSpPr>
              <p:cNvPr id="389" name="Number5">
                <a:extLst>
                  <a:ext uri="{FF2B5EF4-FFF2-40B4-BE49-F238E27FC236}">
                    <a16:creationId xmlns:a16="http://schemas.microsoft.com/office/drawing/2014/main" id="{0F50A0D0-BFF3-83C3-C50A-1B0705974BB6}"/>
                  </a:ext>
                </a:extLst>
              </p:cNvPr>
              <p:cNvSpPr/>
              <p:nvPr/>
            </p:nvSpPr>
            <p:spPr>
              <a:xfrm>
                <a:off x="660400" y="1906353"/>
                <a:ext cx="589280" cy="58928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b="1" dirty="0">
                    <a:cs typeface="+mn-ea"/>
                    <a:sym typeface="+mn-lt"/>
                  </a:rPr>
                  <a:t>05</a:t>
                </a:r>
                <a:endParaRPr lang="zh-CN" altLang="en-US" b="1" dirty="0">
                  <a:cs typeface="+mn-ea"/>
                  <a:sym typeface="+mn-lt"/>
                </a:endParaRPr>
              </a:p>
            </p:txBody>
          </p:sp>
        </p:grpSp>
        <p:grpSp>
          <p:nvGrpSpPr>
            <p:cNvPr id="390" name="组合 389">
              <a:extLst>
                <a:ext uri="{FF2B5EF4-FFF2-40B4-BE49-F238E27FC236}">
                  <a16:creationId xmlns:a16="http://schemas.microsoft.com/office/drawing/2014/main" id="{003E8FD4-9A23-47F7-E84B-730C2647205B}"/>
                </a:ext>
              </a:extLst>
            </p:cNvPr>
            <p:cNvGrpSpPr/>
            <p:nvPr/>
          </p:nvGrpSpPr>
          <p:grpSpPr>
            <a:xfrm>
              <a:off x="7978265" y="4802637"/>
              <a:ext cx="3540635" cy="1331463"/>
              <a:chOff x="660400" y="1815438"/>
              <a:chExt cx="3540635" cy="1331463"/>
            </a:xfrm>
          </p:grpSpPr>
          <p:sp>
            <p:nvSpPr>
              <p:cNvPr id="391" name="Bullet6">
                <a:extLst>
                  <a:ext uri="{FF2B5EF4-FFF2-40B4-BE49-F238E27FC236}">
                    <a16:creationId xmlns:a16="http://schemas.microsoft.com/office/drawing/2014/main" id="{DF5996FE-F741-615B-3174-49CA6BA7D844}"/>
                  </a:ext>
                </a:extLst>
              </p:cNvPr>
              <p:cNvSpPr>
                <a:spLocks/>
              </p:cNvSpPr>
              <p:nvPr/>
            </p:nvSpPr>
            <p:spPr>
              <a:xfrm>
                <a:off x="1249680" y="1815438"/>
                <a:ext cx="2951355" cy="404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cs typeface="+mn-ea"/>
                  <a:sym typeface="+mn-lt"/>
                </a:endParaRPr>
              </a:p>
            </p:txBody>
          </p:sp>
          <p:sp>
            <p:nvSpPr>
              <p:cNvPr id="392" name="Text6">
                <a:extLst>
                  <a:ext uri="{FF2B5EF4-FFF2-40B4-BE49-F238E27FC236}">
                    <a16:creationId xmlns:a16="http://schemas.microsoft.com/office/drawing/2014/main" id="{345734CD-641E-A74A-7D7B-65E34F029A59}"/>
                  </a:ext>
                </a:extLst>
              </p:cNvPr>
              <p:cNvSpPr/>
              <p:nvPr/>
            </p:nvSpPr>
            <p:spPr>
              <a:xfrm>
                <a:off x="1249680" y="2219470"/>
                <a:ext cx="2951355" cy="9274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cs typeface="+mn-ea"/>
                  <a:sym typeface="+mn-lt"/>
                </a:endParaRPr>
              </a:p>
            </p:txBody>
          </p:sp>
          <p:sp>
            <p:nvSpPr>
              <p:cNvPr id="393" name="Number6">
                <a:extLst>
                  <a:ext uri="{FF2B5EF4-FFF2-40B4-BE49-F238E27FC236}">
                    <a16:creationId xmlns:a16="http://schemas.microsoft.com/office/drawing/2014/main" id="{93C3ED01-4EEE-F36C-889B-D7AEEED7EF32}"/>
                  </a:ext>
                </a:extLst>
              </p:cNvPr>
              <p:cNvSpPr/>
              <p:nvPr/>
            </p:nvSpPr>
            <p:spPr>
              <a:xfrm>
                <a:off x="660400" y="1906353"/>
                <a:ext cx="589280" cy="58928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b="1" dirty="0">
                    <a:cs typeface="+mn-ea"/>
                    <a:sym typeface="+mn-lt"/>
                  </a:rPr>
                  <a:t>06</a:t>
                </a:r>
                <a:endParaRPr lang="zh-CN" altLang="en-US" b="1" dirty="0">
                  <a:cs typeface="+mn-ea"/>
                  <a:sym typeface="+mn-lt"/>
                </a:endParaRPr>
              </a:p>
            </p:txBody>
          </p:sp>
        </p:grpSp>
      </p:grpSp>
      <p:sp>
        <p:nvSpPr>
          <p:cNvPr id="2" name="标题 1">
            <a:extLst>
              <a:ext uri="{FF2B5EF4-FFF2-40B4-BE49-F238E27FC236}">
                <a16:creationId xmlns:a16="http://schemas.microsoft.com/office/drawing/2014/main" id="{C0AE6657-2869-A941-0B4B-E4105D078E9C}"/>
              </a:ext>
            </a:extLst>
          </p:cNvPr>
          <p:cNvSpPr>
            <a:spLocks noGrp="1"/>
          </p:cNvSpPr>
          <p:nvPr>
            <p:ph type="title"/>
          </p:nvPr>
        </p:nvSpPr>
        <p:spPr/>
        <p:txBody>
          <a:bodyPr/>
          <a:lstStyle/>
          <a:p>
            <a:r>
              <a:rPr lang="zh-CN" altLang="en-US"/>
              <a:t>单击此处添加页面标题</a:t>
            </a:r>
          </a:p>
        </p:txBody>
      </p:sp>
    </p:spTree>
    <p:extLst>
      <p:ext uri="{BB962C8B-B14F-4D97-AF65-F5344CB8AC3E}">
        <p14:creationId xmlns:p14="http://schemas.microsoft.com/office/powerpoint/2010/main" val="1526789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505C7-4381-C4D0-7EDE-5EE138E11CC1}"/>
            </a:ext>
          </a:extLst>
        </p:cNvPr>
        <p:cNvGrpSpPr/>
        <p:nvPr/>
      </p:nvGrpSpPr>
      <p:grpSpPr>
        <a:xfrm>
          <a:off x="0" y="0"/>
          <a:ext cx="0" cy="0"/>
          <a:chOff x="0" y="0"/>
          <a:chExt cx="0" cy="0"/>
        </a:xfrm>
      </p:grpSpPr>
      <p:grpSp>
        <p:nvGrpSpPr>
          <p:cNvPr id="9" name="Group 7">
            <a:extLst>
              <a:ext uri="{FF2B5EF4-FFF2-40B4-BE49-F238E27FC236}">
                <a16:creationId xmlns:a16="http://schemas.microsoft.com/office/drawing/2014/main" id="{C06570B4-1672-AA67-F674-CEEBFBC41673}"/>
              </a:ext>
            </a:extLst>
          </p:cNvPr>
          <p:cNvGrpSpPr/>
          <p:nvPr/>
        </p:nvGrpSpPr>
        <p:grpSpPr>
          <a:xfrm>
            <a:off x="0" y="1130300"/>
            <a:ext cx="12192000" cy="5727701"/>
            <a:chOff x="0" y="1130300"/>
            <a:chExt cx="12192000" cy="5727701"/>
          </a:xfrm>
        </p:grpSpPr>
        <p:sp>
          <p:nvSpPr>
            <p:cNvPr id="10" name="任意多边形: 形状 9">
              <a:extLst>
                <a:ext uri="{FF2B5EF4-FFF2-40B4-BE49-F238E27FC236}">
                  <a16:creationId xmlns:a16="http://schemas.microsoft.com/office/drawing/2014/main" id="{46E055E7-6C9A-AD6F-51D2-039BE9F3DC9C}"/>
                </a:ext>
              </a:extLst>
            </p:cNvPr>
            <p:cNvSpPr/>
            <p:nvPr/>
          </p:nvSpPr>
          <p:spPr>
            <a:xfrm>
              <a:off x="0" y="2912534"/>
              <a:ext cx="12192000" cy="3945467"/>
            </a:xfrm>
            <a:custGeom>
              <a:avLst/>
              <a:gdLst>
                <a:gd name="csX0" fmla="*/ 0 w 12192000"/>
                <a:gd name="csY0" fmla="*/ 0 h 3945467"/>
                <a:gd name="csX1" fmla="*/ 12192000 w 12192000"/>
                <a:gd name="csY1" fmla="*/ 0 h 3945467"/>
                <a:gd name="csX2" fmla="*/ 12192000 w 12192000"/>
                <a:gd name="csY2" fmla="*/ 3945467 h 3945467"/>
                <a:gd name="csX3" fmla="*/ 0 w 12192000"/>
                <a:gd name="csY3" fmla="*/ 3945467 h 3945467"/>
              </a:gdLst>
              <a:ahLst/>
              <a:cxnLst>
                <a:cxn ang="0">
                  <a:pos x="csX0" y="csY0"/>
                </a:cxn>
                <a:cxn ang="0">
                  <a:pos x="csX1" y="csY1"/>
                </a:cxn>
                <a:cxn ang="0">
                  <a:pos x="csX2" y="csY2"/>
                </a:cxn>
                <a:cxn ang="0">
                  <a:pos x="csX3" y="csY3"/>
                </a:cxn>
              </a:cxnLst>
              <a:rect l="l" t="t" r="r" b="b"/>
              <a:pathLst>
                <a:path w="12192000" h="3945467">
                  <a:moveTo>
                    <a:pt x="0" y="0"/>
                  </a:moveTo>
                  <a:lnTo>
                    <a:pt x="12192000" y="0"/>
                  </a:lnTo>
                  <a:lnTo>
                    <a:pt x="12192000" y="3945467"/>
                  </a:lnTo>
                  <a:lnTo>
                    <a:pt x="0" y="3945467"/>
                  </a:ln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1" name="Title">
              <a:extLst>
                <a:ext uri="{FF2B5EF4-FFF2-40B4-BE49-F238E27FC236}">
                  <a16:creationId xmlns:a16="http://schemas.microsoft.com/office/drawing/2014/main" id="{60237303-F1C4-40F3-0C28-9408C7CA3551}"/>
                </a:ext>
              </a:extLst>
            </p:cNvPr>
            <p:cNvSpPr>
              <a:spLocks/>
            </p:cNvSpPr>
            <p:nvPr/>
          </p:nvSpPr>
          <p:spPr>
            <a:xfrm>
              <a:off x="660400" y="1130300"/>
              <a:ext cx="10858500" cy="1028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2400" b="1" dirty="0">
                  <a:solidFill>
                    <a:schemeClr val="tx1"/>
                  </a:solidFill>
                  <a:cs typeface="+mn-ea"/>
                  <a:sym typeface="+mn-lt"/>
                </a:rPr>
                <a:t>单击此处添加长一点的副标题</a:t>
              </a:r>
              <a:endParaRPr lang="en-US" dirty="0">
                <a:cs typeface="+mn-ea"/>
                <a:sym typeface="+mn-lt"/>
              </a:endParaRPr>
            </a:p>
          </p:txBody>
        </p:sp>
        <p:grpSp>
          <p:nvGrpSpPr>
            <p:cNvPr id="12" name="组合 11">
              <a:extLst>
                <a:ext uri="{FF2B5EF4-FFF2-40B4-BE49-F238E27FC236}">
                  <a16:creationId xmlns:a16="http://schemas.microsoft.com/office/drawing/2014/main" id="{DA827264-5DE0-BCBB-0781-9829581CD2E7}"/>
                </a:ext>
              </a:extLst>
            </p:cNvPr>
            <p:cNvGrpSpPr/>
            <p:nvPr/>
          </p:nvGrpSpPr>
          <p:grpSpPr>
            <a:xfrm>
              <a:off x="660400" y="2349397"/>
              <a:ext cx="2482497" cy="3784693"/>
              <a:chOff x="1108114" y="2349397"/>
              <a:chExt cx="2482497" cy="3784693"/>
            </a:xfrm>
          </p:grpSpPr>
          <p:grpSp>
            <p:nvGrpSpPr>
              <p:cNvPr id="31" name="组合 30">
                <a:extLst>
                  <a:ext uri="{FF2B5EF4-FFF2-40B4-BE49-F238E27FC236}">
                    <a16:creationId xmlns:a16="http://schemas.microsoft.com/office/drawing/2014/main" id="{9C4646C9-5708-B909-CA09-0F805D075725}"/>
                  </a:ext>
                </a:extLst>
              </p:cNvPr>
              <p:cNvGrpSpPr>
                <a:grpSpLocks/>
              </p:cNvGrpSpPr>
              <p:nvPr/>
            </p:nvGrpSpPr>
            <p:grpSpPr>
              <a:xfrm>
                <a:off x="1108114" y="3687225"/>
                <a:ext cx="2482497" cy="2446865"/>
                <a:chOff x="2797088" y="4756675"/>
                <a:chExt cx="1914404" cy="1783463"/>
              </a:xfrm>
            </p:grpSpPr>
            <p:sp>
              <p:nvSpPr>
                <p:cNvPr id="34" name="Bullet1">
                  <a:extLst>
                    <a:ext uri="{FF2B5EF4-FFF2-40B4-BE49-F238E27FC236}">
                      <a16:creationId xmlns:a16="http://schemas.microsoft.com/office/drawing/2014/main" id="{5BE11124-1D65-2F45-50A3-C23404304325}"/>
                    </a:ext>
                  </a:extLst>
                </p:cNvPr>
                <p:cNvSpPr txBox="1"/>
                <p:nvPr/>
              </p:nvSpPr>
              <p:spPr>
                <a:xfrm>
                  <a:off x="2797088" y="4756675"/>
                  <a:ext cx="1914404" cy="493596"/>
                </a:xfrm>
                <a:prstGeom prst="rect">
                  <a:avLst/>
                </a:prstGeom>
                <a:noFill/>
                <a:ln>
                  <a:noFill/>
                </a:ln>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SzPct val="25000"/>
                  </a:pPr>
                  <a:r>
                    <a:rPr lang="zh-CN" altLang="en-US" b="1" dirty="0">
                      <a:cs typeface="+mn-ea"/>
                      <a:sym typeface="+mn-lt"/>
                    </a:rPr>
                    <a:t>单击添加小标题</a:t>
                  </a:r>
                  <a:endParaRPr lang="en-US" dirty="0">
                    <a:cs typeface="+mn-ea"/>
                    <a:sym typeface="+mn-lt"/>
                  </a:endParaRPr>
                </a:p>
              </p:txBody>
            </p:sp>
            <p:sp>
              <p:nvSpPr>
                <p:cNvPr id="35" name="Text1">
                  <a:extLst>
                    <a:ext uri="{FF2B5EF4-FFF2-40B4-BE49-F238E27FC236}">
                      <a16:creationId xmlns:a16="http://schemas.microsoft.com/office/drawing/2014/main" id="{86AE0379-975B-C6AA-08AD-F687156693C7}"/>
                    </a:ext>
                  </a:extLst>
                </p:cNvPr>
                <p:cNvSpPr txBox="1"/>
                <p:nvPr/>
              </p:nvSpPr>
              <p:spPr>
                <a:xfrm>
                  <a:off x="2797088" y="5250269"/>
                  <a:ext cx="1914404" cy="1289869"/>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buSzPct val="25000"/>
                  </a:pPr>
                  <a:r>
                    <a:rPr lang="zh-CN" altLang="en-US" sz="1200" dirty="0">
                      <a:cs typeface="+mn-ea"/>
                      <a:sym typeface="+mn-lt"/>
                    </a:rPr>
                    <a:t>单击此处添加文本单击此处添加文本单击此处添加文本单击此处添加文本</a:t>
                  </a:r>
                  <a:endParaRPr lang="en-US" dirty="0">
                    <a:cs typeface="+mn-ea"/>
                    <a:sym typeface="+mn-lt"/>
                  </a:endParaRPr>
                </a:p>
              </p:txBody>
            </p:sp>
          </p:grpSp>
          <p:sp>
            <p:nvSpPr>
              <p:cNvPr id="32" name="IconBackground1">
                <a:extLst>
                  <a:ext uri="{FF2B5EF4-FFF2-40B4-BE49-F238E27FC236}">
                    <a16:creationId xmlns:a16="http://schemas.microsoft.com/office/drawing/2014/main" id="{D26FEC09-E68E-32BC-49A1-758F7DFBBE61}"/>
                  </a:ext>
                </a:extLst>
              </p:cNvPr>
              <p:cNvSpPr/>
              <p:nvPr/>
            </p:nvSpPr>
            <p:spPr>
              <a:xfrm>
                <a:off x="1790554" y="2349397"/>
                <a:ext cx="1117618" cy="111761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3" name="Icon1">
                <a:extLst>
                  <a:ext uri="{FF2B5EF4-FFF2-40B4-BE49-F238E27FC236}">
                    <a16:creationId xmlns:a16="http://schemas.microsoft.com/office/drawing/2014/main" id="{6F7EB620-71D0-3735-8309-FADE1C5B2769}"/>
                  </a:ext>
                </a:extLst>
              </p:cNvPr>
              <p:cNvSpPr/>
              <p:nvPr/>
            </p:nvSpPr>
            <p:spPr>
              <a:xfrm>
                <a:off x="2127410" y="2684803"/>
                <a:ext cx="443906" cy="446807"/>
              </a:xfrm>
              <a:custGeom>
                <a:avLst/>
                <a:gdLst>
                  <a:gd name="connsiteX0" fmla="*/ 60096 w 604322"/>
                  <a:gd name="connsiteY0" fmla="*/ 404211 h 608274"/>
                  <a:gd name="connsiteX1" fmla="*/ 45053 w 604322"/>
                  <a:gd name="connsiteY1" fmla="*/ 419234 h 608274"/>
                  <a:gd name="connsiteX2" fmla="*/ 45053 w 604322"/>
                  <a:gd name="connsiteY2" fmla="*/ 473986 h 608274"/>
                  <a:gd name="connsiteX3" fmla="*/ 44748 w 604322"/>
                  <a:gd name="connsiteY3" fmla="*/ 473986 h 608274"/>
                  <a:gd name="connsiteX4" fmla="*/ 44977 w 604322"/>
                  <a:gd name="connsiteY4" fmla="*/ 548718 h 608274"/>
                  <a:gd name="connsiteX5" fmla="*/ 60096 w 604322"/>
                  <a:gd name="connsiteY5" fmla="*/ 563740 h 608274"/>
                  <a:gd name="connsiteX6" fmla="*/ 544608 w 604322"/>
                  <a:gd name="connsiteY6" fmla="*/ 563740 h 608274"/>
                  <a:gd name="connsiteX7" fmla="*/ 559651 w 604322"/>
                  <a:gd name="connsiteY7" fmla="*/ 548718 h 608274"/>
                  <a:gd name="connsiteX8" fmla="*/ 559651 w 604322"/>
                  <a:gd name="connsiteY8" fmla="*/ 419234 h 608274"/>
                  <a:gd name="connsiteX9" fmla="*/ 544608 w 604322"/>
                  <a:gd name="connsiteY9" fmla="*/ 404211 h 608274"/>
                  <a:gd name="connsiteX10" fmla="*/ 503602 w 604322"/>
                  <a:gd name="connsiteY10" fmla="*/ 404211 h 608274"/>
                  <a:gd name="connsiteX11" fmla="*/ 488482 w 604322"/>
                  <a:gd name="connsiteY11" fmla="*/ 419234 h 608274"/>
                  <a:gd name="connsiteX12" fmla="*/ 488482 w 604322"/>
                  <a:gd name="connsiteY12" fmla="*/ 471546 h 608274"/>
                  <a:gd name="connsiteX13" fmla="*/ 472446 w 604322"/>
                  <a:gd name="connsiteY13" fmla="*/ 487560 h 608274"/>
                  <a:gd name="connsiteX14" fmla="*/ 132945 w 604322"/>
                  <a:gd name="connsiteY14" fmla="*/ 487560 h 608274"/>
                  <a:gd name="connsiteX15" fmla="*/ 116833 w 604322"/>
                  <a:gd name="connsiteY15" fmla="*/ 471546 h 608274"/>
                  <a:gd name="connsiteX16" fmla="*/ 116833 w 604322"/>
                  <a:gd name="connsiteY16" fmla="*/ 419234 h 608274"/>
                  <a:gd name="connsiteX17" fmla="*/ 101789 w 604322"/>
                  <a:gd name="connsiteY17" fmla="*/ 404211 h 608274"/>
                  <a:gd name="connsiteX18" fmla="*/ 60062 w 604322"/>
                  <a:gd name="connsiteY18" fmla="*/ 403697 h 608274"/>
                  <a:gd name="connsiteX19" fmla="*/ 101755 w 604322"/>
                  <a:gd name="connsiteY19" fmla="*/ 403697 h 608274"/>
                  <a:gd name="connsiteX20" fmla="*/ 117333 w 604322"/>
                  <a:gd name="connsiteY20" fmla="*/ 419249 h 608274"/>
                  <a:gd name="connsiteX21" fmla="*/ 117333 w 604322"/>
                  <a:gd name="connsiteY21" fmla="*/ 471547 h 608274"/>
                  <a:gd name="connsiteX22" fmla="*/ 132911 w 604322"/>
                  <a:gd name="connsiteY22" fmla="*/ 487099 h 608274"/>
                  <a:gd name="connsiteX23" fmla="*/ 472415 w 604322"/>
                  <a:gd name="connsiteY23" fmla="*/ 487099 h 608274"/>
                  <a:gd name="connsiteX24" fmla="*/ 487993 w 604322"/>
                  <a:gd name="connsiteY24" fmla="*/ 471547 h 608274"/>
                  <a:gd name="connsiteX25" fmla="*/ 487993 w 604322"/>
                  <a:gd name="connsiteY25" fmla="*/ 419249 h 608274"/>
                  <a:gd name="connsiteX26" fmla="*/ 503570 w 604322"/>
                  <a:gd name="connsiteY26" fmla="*/ 403697 h 608274"/>
                  <a:gd name="connsiteX27" fmla="*/ 544577 w 604322"/>
                  <a:gd name="connsiteY27" fmla="*/ 403697 h 608274"/>
                  <a:gd name="connsiteX28" fmla="*/ 560154 w 604322"/>
                  <a:gd name="connsiteY28" fmla="*/ 419249 h 608274"/>
                  <a:gd name="connsiteX29" fmla="*/ 560154 w 604322"/>
                  <a:gd name="connsiteY29" fmla="*/ 473452 h 608274"/>
                  <a:gd name="connsiteX30" fmla="*/ 560154 w 604322"/>
                  <a:gd name="connsiteY30" fmla="*/ 548697 h 608274"/>
                  <a:gd name="connsiteX31" fmla="*/ 544577 w 604322"/>
                  <a:gd name="connsiteY31" fmla="*/ 564249 h 608274"/>
                  <a:gd name="connsiteX32" fmla="*/ 462411 w 604322"/>
                  <a:gd name="connsiteY32" fmla="*/ 564249 h 608274"/>
                  <a:gd name="connsiteX33" fmla="*/ 142227 w 604322"/>
                  <a:gd name="connsiteY33" fmla="*/ 564249 h 608274"/>
                  <a:gd name="connsiteX34" fmla="*/ 60062 w 604322"/>
                  <a:gd name="connsiteY34" fmla="*/ 564249 h 608274"/>
                  <a:gd name="connsiteX35" fmla="*/ 44484 w 604322"/>
                  <a:gd name="connsiteY35" fmla="*/ 548697 h 608274"/>
                  <a:gd name="connsiteX36" fmla="*/ 44178 w 604322"/>
                  <a:gd name="connsiteY36" fmla="*/ 473452 h 608274"/>
                  <a:gd name="connsiteX37" fmla="*/ 44484 w 604322"/>
                  <a:gd name="connsiteY37" fmla="*/ 473452 h 608274"/>
                  <a:gd name="connsiteX38" fmla="*/ 44484 w 604322"/>
                  <a:gd name="connsiteY38" fmla="*/ 419249 h 608274"/>
                  <a:gd name="connsiteX39" fmla="*/ 60062 w 604322"/>
                  <a:gd name="connsiteY39" fmla="*/ 403697 h 608274"/>
                  <a:gd name="connsiteX40" fmla="*/ 60096 w 604322"/>
                  <a:gd name="connsiteY40" fmla="*/ 403220 h 608274"/>
                  <a:gd name="connsiteX41" fmla="*/ 44060 w 604322"/>
                  <a:gd name="connsiteY41" fmla="*/ 419234 h 608274"/>
                  <a:gd name="connsiteX42" fmla="*/ 44060 w 604322"/>
                  <a:gd name="connsiteY42" fmla="*/ 472995 h 608274"/>
                  <a:gd name="connsiteX43" fmla="*/ 43755 w 604322"/>
                  <a:gd name="connsiteY43" fmla="*/ 472995 h 608274"/>
                  <a:gd name="connsiteX44" fmla="*/ 43984 w 604322"/>
                  <a:gd name="connsiteY44" fmla="*/ 548718 h 608274"/>
                  <a:gd name="connsiteX45" fmla="*/ 60096 w 604322"/>
                  <a:gd name="connsiteY45" fmla="*/ 564731 h 608274"/>
                  <a:gd name="connsiteX46" fmla="*/ 544608 w 604322"/>
                  <a:gd name="connsiteY46" fmla="*/ 564731 h 608274"/>
                  <a:gd name="connsiteX47" fmla="*/ 560720 w 604322"/>
                  <a:gd name="connsiteY47" fmla="*/ 548718 h 608274"/>
                  <a:gd name="connsiteX48" fmla="*/ 560720 w 604322"/>
                  <a:gd name="connsiteY48" fmla="*/ 419234 h 608274"/>
                  <a:gd name="connsiteX49" fmla="*/ 544608 w 604322"/>
                  <a:gd name="connsiteY49" fmla="*/ 403220 h 608274"/>
                  <a:gd name="connsiteX50" fmla="*/ 503602 w 604322"/>
                  <a:gd name="connsiteY50" fmla="*/ 403220 h 608274"/>
                  <a:gd name="connsiteX51" fmla="*/ 487489 w 604322"/>
                  <a:gd name="connsiteY51" fmla="*/ 419234 h 608274"/>
                  <a:gd name="connsiteX52" fmla="*/ 487489 w 604322"/>
                  <a:gd name="connsiteY52" fmla="*/ 471546 h 608274"/>
                  <a:gd name="connsiteX53" fmla="*/ 472446 w 604322"/>
                  <a:gd name="connsiteY53" fmla="*/ 486568 h 608274"/>
                  <a:gd name="connsiteX54" fmla="*/ 132945 w 604322"/>
                  <a:gd name="connsiteY54" fmla="*/ 486568 h 608274"/>
                  <a:gd name="connsiteX55" fmla="*/ 117902 w 604322"/>
                  <a:gd name="connsiteY55" fmla="*/ 471546 h 608274"/>
                  <a:gd name="connsiteX56" fmla="*/ 117902 w 604322"/>
                  <a:gd name="connsiteY56" fmla="*/ 419234 h 608274"/>
                  <a:gd name="connsiteX57" fmla="*/ 101789 w 604322"/>
                  <a:gd name="connsiteY57" fmla="*/ 403220 h 608274"/>
                  <a:gd name="connsiteX58" fmla="*/ 60096 w 604322"/>
                  <a:gd name="connsiteY58" fmla="*/ 360669 h 608274"/>
                  <a:gd name="connsiteX59" fmla="*/ 101789 w 604322"/>
                  <a:gd name="connsiteY59" fmla="*/ 360669 h 608274"/>
                  <a:gd name="connsiteX60" fmla="*/ 160435 w 604322"/>
                  <a:gd name="connsiteY60" fmla="*/ 419234 h 608274"/>
                  <a:gd name="connsiteX61" fmla="*/ 160435 w 604322"/>
                  <a:gd name="connsiteY61" fmla="*/ 444017 h 608274"/>
                  <a:gd name="connsiteX62" fmla="*/ 444880 w 604322"/>
                  <a:gd name="connsiteY62" fmla="*/ 444017 h 608274"/>
                  <a:gd name="connsiteX63" fmla="*/ 444880 w 604322"/>
                  <a:gd name="connsiteY63" fmla="*/ 419234 h 608274"/>
                  <a:gd name="connsiteX64" fmla="*/ 503602 w 604322"/>
                  <a:gd name="connsiteY64" fmla="*/ 360669 h 608274"/>
                  <a:gd name="connsiteX65" fmla="*/ 544608 w 604322"/>
                  <a:gd name="connsiteY65" fmla="*/ 360669 h 608274"/>
                  <a:gd name="connsiteX66" fmla="*/ 603253 w 604322"/>
                  <a:gd name="connsiteY66" fmla="*/ 419234 h 608274"/>
                  <a:gd name="connsiteX67" fmla="*/ 603253 w 604322"/>
                  <a:gd name="connsiteY67" fmla="*/ 548718 h 608274"/>
                  <a:gd name="connsiteX68" fmla="*/ 544608 w 604322"/>
                  <a:gd name="connsiteY68" fmla="*/ 607283 h 608274"/>
                  <a:gd name="connsiteX69" fmla="*/ 60096 w 604322"/>
                  <a:gd name="connsiteY69" fmla="*/ 607283 h 608274"/>
                  <a:gd name="connsiteX70" fmla="*/ 18632 w 604322"/>
                  <a:gd name="connsiteY70" fmla="*/ 590201 h 608274"/>
                  <a:gd name="connsiteX71" fmla="*/ 1375 w 604322"/>
                  <a:gd name="connsiteY71" fmla="*/ 548870 h 608274"/>
                  <a:gd name="connsiteX72" fmla="*/ 993 w 604322"/>
                  <a:gd name="connsiteY72" fmla="*/ 430443 h 608274"/>
                  <a:gd name="connsiteX73" fmla="*/ 1451 w 604322"/>
                  <a:gd name="connsiteY73" fmla="*/ 430443 h 608274"/>
                  <a:gd name="connsiteX74" fmla="*/ 1451 w 604322"/>
                  <a:gd name="connsiteY74" fmla="*/ 419234 h 608274"/>
                  <a:gd name="connsiteX75" fmla="*/ 60096 w 604322"/>
                  <a:gd name="connsiteY75" fmla="*/ 360669 h 608274"/>
                  <a:gd name="connsiteX76" fmla="*/ 60062 w 604322"/>
                  <a:gd name="connsiteY76" fmla="*/ 360166 h 608274"/>
                  <a:gd name="connsiteX77" fmla="*/ 881 w 604322"/>
                  <a:gd name="connsiteY77" fmla="*/ 419249 h 608274"/>
                  <a:gd name="connsiteX78" fmla="*/ 881 w 604322"/>
                  <a:gd name="connsiteY78" fmla="*/ 429922 h 608274"/>
                  <a:gd name="connsiteX79" fmla="*/ 423 w 604322"/>
                  <a:gd name="connsiteY79" fmla="*/ 429922 h 608274"/>
                  <a:gd name="connsiteX80" fmla="*/ 576 w 604322"/>
                  <a:gd name="connsiteY80" fmla="*/ 473605 h 608274"/>
                  <a:gd name="connsiteX81" fmla="*/ 881 w 604322"/>
                  <a:gd name="connsiteY81" fmla="*/ 548850 h 608274"/>
                  <a:gd name="connsiteX82" fmla="*/ 18292 w 604322"/>
                  <a:gd name="connsiteY82" fmla="*/ 590551 h 608274"/>
                  <a:gd name="connsiteX83" fmla="*/ 60062 w 604322"/>
                  <a:gd name="connsiteY83" fmla="*/ 607780 h 608274"/>
                  <a:gd name="connsiteX84" fmla="*/ 142227 w 604322"/>
                  <a:gd name="connsiteY84" fmla="*/ 607780 h 608274"/>
                  <a:gd name="connsiteX85" fmla="*/ 462411 w 604322"/>
                  <a:gd name="connsiteY85" fmla="*/ 607780 h 608274"/>
                  <a:gd name="connsiteX86" fmla="*/ 544577 w 604322"/>
                  <a:gd name="connsiteY86" fmla="*/ 607780 h 608274"/>
                  <a:gd name="connsiteX87" fmla="*/ 603757 w 604322"/>
                  <a:gd name="connsiteY87" fmla="*/ 548697 h 608274"/>
                  <a:gd name="connsiteX88" fmla="*/ 603757 w 604322"/>
                  <a:gd name="connsiteY88" fmla="*/ 473452 h 608274"/>
                  <a:gd name="connsiteX89" fmla="*/ 603757 w 604322"/>
                  <a:gd name="connsiteY89" fmla="*/ 419249 h 608274"/>
                  <a:gd name="connsiteX90" fmla="*/ 544577 w 604322"/>
                  <a:gd name="connsiteY90" fmla="*/ 360166 h 608274"/>
                  <a:gd name="connsiteX91" fmla="*/ 503570 w 604322"/>
                  <a:gd name="connsiteY91" fmla="*/ 360166 h 608274"/>
                  <a:gd name="connsiteX92" fmla="*/ 444314 w 604322"/>
                  <a:gd name="connsiteY92" fmla="*/ 419249 h 608274"/>
                  <a:gd name="connsiteX93" fmla="*/ 444314 w 604322"/>
                  <a:gd name="connsiteY93" fmla="*/ 443568 h 608274"/>
                  <a:gd name="connsiteX94" fmla="*/ 160935 w 604322"/>
                  <a:gd name="connsiteY94" fmla="*/ 443568 h 608274"/>
                  <a:gd name="connsiteX95" fmla="*/ 160935 w 604322"/>
                  <a:gd name="connsiteY95" fmla="*/ 419249 h 608274"/>
                  <a:gd name="connsiteX96" fmla="*/ 101755 w 604322"/>
                  <a:gd name="connsiteY96" fmla="*/ 360166 h 608274"/>
                  <a:gd name="connsiteX97" fmla="*/ 60096 w 604322"/>
                  <a:gd name="connsiteY97" fmla="*/ 359601 h 608274"/>
                  <a:gd name="connsiteX98" fmla="*/ 101789 w 604322"/>
                  <a:gd name="connsiteY98" fmla="*/ 359601 h 608274"/>
                  <a:gd name="connsiteX99" fmla="*/ 161504 w 604322"/>
                  <a:gd name="connsiteY99" fmla="*/ 419234 h 608274"/>
                  <a:gd name="connsiteX100" fmla="*/ 161504 w 604322"/>
                  <a:gd name="connsiteY100" fmla="*/ 443026 h 608274"/>
                  <a:gd name="connsiteX101" fmla="*/ 443887 w 604322"/>
                  <a:gd name="connsiteY101" fmla="*/ 443026 h 608274"/>
                  <a:gd name="connsiteX102" fmla="*/ 443887 w 604322"/>
                  <a:gd name="connsiteY102" fmla="*/ 419234 h 608274"/>
                  <a:gd name="connsiteX103" fmla="*/ 503602 w 604322"/>
                  <a:gd name="connsiteY103" fmla="*/ 359601 h 608274"/>
                  <a:gd name="connsiteX104" fmla="*/ 544608 w 604322"/>
                  <a:gd name="connsiteY104" fmla="*/ 359601 h 608274"/>
                  <a:gd name="connsiteX105" fmla="*/ 604322 w 604322"/>
                  <a:gd name="connsiteY105" fmla="*/ 419234 h 608274"/>
                  <a:gd name="connsiteX106" fmla="*/ 604322 w 604322"/>
                  <a:gd name="connsiteY106" fmla="*/ 548718 h 608274"/>
                  <a:gd name="connsiteX107" fmla="*/ 544608 w 604322"/>
                  <a:gd name="connsiteY107" fmla="*/ 608274 h 608274"/>
                  <a:gd name="connsiteX108" fmla="*/ 60096 w 604322"/>
                  <a:gd name="connsiteY108" fmla="*/ 608274 h 608274"/>
                  <a:gd name="connsiteX109" fmla="*/ 17945 w 604322"/>
                  <a:gd name="connsiteY109" fmla="*/ 590887 h 608274"/>
                  <a:gd name="connsiteX110" fmla="*/ 382 w 604322"/>
                  <a:gd name="connsiteY110" fmla="*/ 548870 h 608274"/>
                  <a:gd name="connsiteX111" fmla="*/ 0 w 604322"/>
                  <a:gd name="connsiteY111" fmla="*/ 429452 h 608274"/>
                  <a:gd name="connsiteX112" fmla="*/ 458 w 604322"/>
                  <a:gd name="connsiteY112" fmla="*/ 429452 h 608274"/>
                  <a:gd name="connsiteX113" fmla="*/ 458 w 604322"/>
                  <a:gd name="connsiteY113" fmla="*/ 419234 h 608274"/>
                  <a:gd name="connsiteX114" fmla="*/ 60096 w 604322"/>
                  <a:gd name="connsiteY114" fmla="*/ 359601 h 608274"/>
                  <a:gd name="connsiteX115" fmla="*/ 242486 w 604322"/>
                  <a:gd name="connsiteY115" fmla="*/ 44610 h 608274"/>
                  <a:gd name="connsiteX116" fmla="*/ 227443 w 604322"/>
                  <a:gd name="connsiteY116" fmla="*/ 59633 h 608274"/>
                  <a:gd name="connsiteX117" fmla="*/ 227443 w 604322"/>
                  <a:gd name="connsiteY117" fmla="*/ 174705 h 608274"/>
                  <a:gd name="connsiteX118" fmla="*/ 211332 w 604322"/>
                  <a:gd name="connsiteY118" fmla="*/ 190719 h 608274"/>
                  <a:gd name="connsiteX119" fmla="*/ 168952 w 604322"/>
                  <a:gd name="connsiteY119" fmla="*/ 190719 h 608274"/>
                  <a:gd name="connsiteX120" fmla="*/ 155208 w 604322"/>
                  <a:gd name="connsiteY120" fmla="*/ 199718 h 608274"/>
                  <a:gd name="connsiteX121" fmla="*/ 157804 w 604322"/>
                  <a:gd name="connsiteY121" fmla="*/ 215960 h 608274"/>
                  <a:gd name="connsiteX122" fmla="*/ 291050 w 604322"/>
                  <a:gd name="connsiteY122" fmla="*/ 361764 h 608274"/>
                  <a:gd name="connsiteX123" fmla="*/ 302199 w 604322"/>
                  <a:gd name="connsiteY123" fmla="*/ 366721 h 608274"/>
                  <a:gd name="connsiteX124" fmla="*/ 313347 w 604322"/>
                  <a:gd name="connsiteY124" fmla="*/ 361764 h 608274"/>
                  <a:gd name="connsiteX125" fmla="*/ 446517 w 604322"/>
                  <a:gd name="connsiteY125" fmla="*/ 215960 h 608274"/>
                  <a:gd name="connsiteX126" fmla="*/ 449190 w 604322"/>
                  <a:gd name="connsiteY126" fmla="*/ 199718 h 608274"/>
                  <a:gd name="connsiteX127" fmla="*/ 435369 w 604322"/>
                  <a:gd name="connsiteY127" fmla="*/ 190719 h 608274"/>
                  <a:gd name="connsiteX128" fmla="*/ 392989 w 604322"/>
                  <a:gd name="connsiteY128" fmla="*/ 190719 h 608274"/>
                  <a:gd name="connsiteX129" fmla="*/ 376954 w 604322"/>
                  <a:gd name="connsiteY129" fmla="*/ 174705 h 608274"/>
                  <a:gd name="connsiteX130" fmla="*/ 376954 w 604322"/>
                  <a:gd name="connsiteY130" fmla="*/ 59633 h 608274"/>
                  <a:gd name="connsiteX131" fmla="*/ 361835 w 604322"/>
                  <a:gd name="connsiteY131" fmla="*/ 44610 h 608274"/>
                  <a:gd name="connsiteX132" fmla="*/ 242520 w 604322"/>
                  <a:gd name="connsiteY132" fmla="*/ 44101 h 608274"/>
                  <a:gd name="connsiteX133" fmla="*/ 361873 w 604322"/>
                  <a:gd name="connsiteY133" fmla="*/ 44101 h 608274"/>
                  <a:gd name="connsiteX134" fmla="*/ 377450 w 604322"/>
                  <a:gd name="connsiteY134" fmla="*/ 59655 h 608274"/>
                  <a:gd name="connsiteX135" fmla="*/ 377450 w 604322"/>
                  <a:gd name="connsiteY135" fmla="*/ 174710 h 608274"/>
                  <a:gd name="connsiteX136" fmla="*/ 393028 w 604322"/>
                  <a:gd name="connsiteY136" fmla="*/ 190264 h 608274"/>
                  <a:gd name="connsiteX137" fmla="*/ 435408 w 604322"/>
                  <a:gd name="connsiteY137" fmla="*/ 190264 h 608274"/>
                  <a:gd name="connsiteX138" fmla="*/ 446939 w 604322"/>
                  <a:gd name="connsiteY138" fmla="*/ 216264 h 608274"/>
                  <a:gd name="connsiteX139" fmla="*/ 313689 w 604322"/>
                  <a:gd name="connsiteY139" fmla="*/ 362122 h 608274"/>
                  <a:gd name="connsiteX140" fmla="*/ 302235 w 604322"/>
                  <a:gd name="connsiteY140" fmla="*/ 367155 h 608274"/>
                  <a:gd name="connsiteX141" fmla="*/ 290704 w 604322"/>
                  <a:gd name="connsiteY141" fmla="*/ 362122 h 608274"/>
                  <a:gd name="connsiteX142" fmla="*/ 157530 w 604322"/>
                  <a:gd name="connsiteY142" fmla="*/ 216264 h 608274"/>
                  <a:gd name="connsiteX143" fmla="*/ 168985 w 604322"/>
                  <a:gd name="connsiteY143" fmla="*/ 190264 h 608274"/>
                  <a:gd name="connsiteX144" fmla="*/ 211365 w 604322"/>
                  <a:gd name="connsiteY144" fmla="*/ 190264 h 608274"/>
                  <a:gd name="connsiteX145" fmla="*/ 226943 w 604322"/>
                  <a:gd name="connsiteY145" fmla="*/ 174710 h 608274"/>
                  <a:gd name="connsiteX146" fmla="*/ 226943 w 604322"/>
                  <a:gd name="connsiteY146" fmla="*/ 59655 h 608274"/>
                  <a:gd name="connsiteX147" fmla="*/ 242520 w 604322"/>
                  <a:gd name="connsiteY147" fmla="*/ 44101 h 608274"/>
                  <a:gd name="connsiteX148" fmla="*/ 242486 w 604322"/>
                  <a:gd name="connsiteY148" fmla="*/ 43543 h 608274"/>
                  <a:gd name="connsiteX149" fmla="*/ 226374 w 604322"/>
                  <a:gd name="connsiteY149" fmla="*/ 59633 h 608274"/>
                  <a:gd name="connsiteX150" fmla="*/ 226374 w 604322"/>
                  <a:gd name="connsiteY150" fmla="*/ 174705 h 608274"/>
                  <a:gd name="connsiteX151" fmla="*/ 211332 w 604322"/>
                  <a:gd name="connsiteY151" fmla="*/ 189728 h 608274"/>
                  <a:gd name="connsiteX152" fmla="*/ 168952 w 604322"/>
                  <a:gd name="connsiteY152" fmla="*/ 189728 h 608274"/>
                  <a:gd name="connsiteX153" fmla="*/ 154215 w 604322"/>
                  <a:gd name="connsiteY153" fmla="*/ 199336 h 608274"/>
                  <a:gd name="connsiteX154" fmla="*/ 157117 w 604322"/>
                  <a:gd name="connsiteY154" fmla="*/ 216647 h 608274"/>
                  <a:gd name="connsiteX155" fmla="*/ 290287 w 604322"/>
                  <a:gd name="connsiteY155" fmla="*/ 362450 h 608274"/>
                  <a:gd name="connsiteX156" fmla="*/ 302199 w 604322"/>
                  <a:gd name="connsiteY156" fmla="*/ 367712 h 608274"/>
                  <a:gd name="connsiteX157" fmla="*/ 314034 w 604322"/>
                  <a:gd name="connsiteY157" fmla="*/ 362450 h 608274"/>
                  <a:gd name="connsiteX158" fmla="*/ 447281 w 604322"/>
                  <a:gd name="connsiteY158" fmla="*/ 216647 h 608274"/>
                  <a:gd name="connsiteX159" fmla="*/ 450106 w 604322"/>
                  <a:gd name="connsiteY159" fmla="*/ 199336 h 608274"/>
                  <a:gd name="connsiteX160" fmla="*/ 435369 w 604322"/>
                  <a:gd name="connsiteY160" fmla="*/ 189728 h 608274"/>
                  <a:gd name="connsiteX161" fmla="*/ 392989 w 604322"/>
                  <a:gd name="connsiteY161" fmla="*/ 189728 h 608274"/>
                  <a:gd name="connsiteX162" fmla="*/ 377947 w 604322"/>
                  <a:gd name="connsiteY162" fmla="*/ 174705 h 608274"/>
                  <a:gd name="connsiteX163" fmla="*/ 377947 w 604322"/>
                  <a:gd name="connsiteY163" fmla="*/ 59633 h 608274"/>
                  <a:gd name="connsiteX164" fmla="*/ 361835 w 604322"/>
                  <a:gd name="connsiteY164" fmla="*/ 43543 h 608274"/>
                  <a:gd name="connsiteX165" fmla="*/ 242486 w 604322"/>
                  <a:gd name="connsiteY165" fmla="*/ 991 h 608274"/>
                  <a:gd name="connsiteX166" fmla="*/ 361835 w 604322"/>
                  <a:gd name="connsiteY166" fmla="*/ 991 h 608274"/>
                  <a:gd name="connsiteX167" fmla="*/ 420555 w 604322"/>
                  <a:gd name="connsiteY167" fmla="*/ 59633 h 608274"/>
                  <a:gd name="connsiteX168" fmla="*/ 420555 w 604322"/>
                  <a:gd name="connsiteY168" fmla="*/ 147176 h 608274"/>
                  <a:gd name="connsiteX169" fmla="*/ 435369 w 604322"/>
                  <a:gd name="connsiteY169" fmla="*/ 147176 h 608274"/>
                  <a:gd name="connsiteX170" fmla="*/ 468585 w 604322"/>
                  <a:gd name="connsiteY170" fmla="*/ 157395 h 608274"/>
                  <a:gd name="connsiteX171" fmla="*/ 489049 w 604322"/>
                  <a:gd name="connsiteY171" fmla="*/ 182178 h 608274"/>
                  <a:gd name="connsiteX172" fmla="*/ 493554 w 604322"/>
                  <a:gd name="connsiteY172" fmla="*/ 213978 h 608274"/>
                  <a:gd name="connsiteX173" fmla="*/ 478741 w 604322"/>
                  <a:gd name="connsiteY173" fmla="*/ 245319 h 608274"/>
                  <a:gd name="connsiteX174" fmla="*/ 345571 w 604322"/>
                  <a:gd name="connsiteY174" fmla="*/ 391123 h 608274"/>
                  <a:gd name="connsiteX175" fmla="*/ 302199 w 604322"/>
                  <a:gd name="connsiteY175" fmla="*/ 410264 h 608274"/>
                  <a:gd name="connsiteX176" fmla="*/ 258827 w 604322"/>
                  <a:gd name="connsiteY176" fmla="*/ 391123 h 608274"/>
                  <a:gd name="connsiteX177" fmla="*/ 125580 w 604322"/>
                  <a:gd name="connsiteY177" fmla="*/ 245319 h 608274"/>
                  <a:gd name="connsiteX178" fmla="*/ 110843 w 604322"/>
                  <a:gd name="connsiteY178" fmla="*/ 213978 h 608274"/>
                  <a:gd name="connsiteX179" fmla="*/ 115272 w 604322"/>
                  <a:gd name="connsiteY179" fmla="*/ 182178 h 608274"/>
                  <a:gd name="connsiteX180" fmla="*/ 135813 w 604322"/>
                  <a:gd name="connsiteY180" fmla="*/ 157395 h 608274"/>
                  <a:gd name="connsiteX181" fmla="*/ 168952 w 604322"/>
                  <a:gd name="connsiteY181" fmla="*/ 147176 h 608274"/>
                  <a:gd name="connsiteX182" fmla="*/ 183842 w 604322"/>
                  <a:gd name="connsiteY182" fmla="*/ 147176 h 608274"/>
                  <a:gd name="connsiteX183" fmla="*/ 183842 w 604322"/>
                  <a:gd name="connsiteY183" fmla="*/ 59633 h 608274"/>
                  <a:gd name="connsiteX184" fmla="*/ 242486 w 604322"/>
                  <a:gd name="connsiteY184" fmla="*/ 991 h 608274"/>
                  <a:gd name="connsiteX185" fmla="*/ 242520 w 604322"/>
                  <a:gd name="connsiteY185" fmla="*/ 565 h 608274"/>
                  <a:gd name="connsiteX186" fmla="*/ 183340 w 604322"/>
                  <a:gd name="connsiteY186" fmla="*/ 59655 h 608274"/>
                  <a:gd name="connsiteX187" fmla="*/ 183340 w 604322"/>
                  <a:gd name="connsiteY187" fmla="*/ 146728 h 608274"/>
                  <a:gd name="connsiteX188" fmla="*/ 168985 w 604322"/>
                  <a:gd name="connsiteY188" fmla="*/ 146728 h 608274"/>
                  <a:gd name="connsiteX189" fmla="*/ 135538 w 604322"/>
                  <a:gd name="connsiteY189" fmla="*/ 157021 h 608274"/>
                  <a:gd name="connsiteX190" fmla="*/ 114845 w 604322"/>
                  <a:gd name="connsiteY190" fmla="*/ 181954 h 608274"/>
                  <a:gd name="connsiteX191" fmla="*/ 110339 w 604322"/>
                  <a:gd name="connsiteY191" fmla="*/ 214053 h 608274"/>
                  <a:gd name="connsiteX192" fmla="*/ 125230 w 604322"/>
                  <a:gd name="connsiteY192" fmla="*/ 245619 h 608274"/>
                  <a:gd name="connsiteX193" fmla="*/ 258480 w 604322"/>
                  <a:gd name="connsiteY193" fmla="*/ 391477 h 608274"/>
                  <a:gd name="connsiteX194" fmla="*/ 302235 w 604322"/>
                  <a:gd name="connsiteY194" fmla="*/ 410691 h 608274"/>
                  <a:gd name="connsiteX195" fmla="*/ 345913 w 604322"/>
                  <a:gd name="connsiteY195" fmla="*/ 391477 h 608274"/>
                  <a:gd name="connsiteX196" fmla="*/ 479163 w 604322"/>
                  <a:gd name="connsiteY196" fmla="*/ 245619 h 608274"/>
                  <a:gd name="connsiteX197" fmla="*/ 494054 w 604322"/>
                  <a:gd name="connsiteY197" fmla="*/ 214053 h 608274"/>
                  <a:gd name="connsiteX198" fmla="*/ 489548 w 604322"/>
                  <a:gd name="connsiteY198" fmla="*/ 181954 h 608274"/>
                  <a:gd name="connsiteX199" fmla="*/ 468855 w 604322"/>
                  <a:gd name="connsiteY199" fmla="*/ 157021 h 608274"/>
                  <a:gd name="connsiteX200" fmla="*/ 435408 w 604322"/>
                  <a:gd name="connsiteY200" fmla="*/ 146728 h 608274"/>
                  <a:gd name="connsiteX201" fmla="*/ 421129 w 604322"/>
                  <a:gd name="connsiteY201" fmla="*/ 146728 h 608274"/>
                  <a:gd name="connsiteX202" fmla="*/ 421129 w 604322"/>
                  <a:gd name="connsiteY202" fmla="*/ 59655 h 608274"/>
                  <a:gd name="connsiteX203" fmla="*/ 361873 w 604322"/>
                  <a:gd name="connsiteY203" fmla="*/ 565 h 608274"/>
                  <a:gd name="connsiteX204" fmla="*/ 242486 w 604322"/>
                  <a:gd name="connsiteY204" fmla="*/ 0 h 608274"/>
                  <a:gd name="connsiteX205" fmla="*/ 361835 w 604322"/>
                  <a:gd name="connsiteY205" fmla="*/ 0 h 608274"/>
                  <a:gd name="connsiteX206" fmla="*/ 421548 w 604322"/>
                  <a:gd name="connsiteY206" fmla="*/ 59633 h 608274"/>
                  <a:gd name="connsiteX207" fmla="*/ 421548 w 604322"/>
                  <a:gd name="connsiteY207" fmla="*/ 146185 h 608274"/>
                  <a:gd name="connsiteX208" fmla="*/ 435369 w 604322"/>
                  <a:gd name="connsiteY208" fmla="*/ 146185 h 608274"/>
                  <a:gd name="connsiteX209" fmla="*/ 469119 w 604322"/>
                  <a:gd name="connsiteY209" fmla="*/ 156556 h 608274"/>
                  <a:gd name="connsiteX210" fmla="*/ 490042 w 604322"/>
                  <a:gd name="connsiteY210" fmla="*/ 181721 h 608274"/>
                  <a:gd name="connsiteX211" fmla="*/ 494547 w 604322"/>
                  <a:gd name="connsiteY211" fmla="*/ 214054 h 608274"/>
                  <a:gd name="connsiteX212" fmla="*/ 479504 w 604322"/>
                  <a:gd name="connsiteY212" fmla="*/ 246006 h 608274"/>
                  <a:gd name="connsiteX213" fmla="*/ 346258 w 604322"/>
                  <a:gd name="connsiteY213" fmla="*/ 391809 h 608274"/>
                  <a:gd name="connsiteX214" fmla="*/ 302199 w 604322"/>
                  <a:gd name="connsiteY214" fmla="*/ 411255 h 608274"/>
                  <a:gd name="connsiteX215" fmla="*/ 258063 w 604322"/>
                  <a:gd name="connsiteY215" fmla="*/ 391809 h 608274"/>
                  <a:gd name="connsiteX216" fmla="*/ 124893 w 604322"/>
                  <a:gd name="connsiteY216" fmla="*/ 246006 h 608274"/>
                  <a:gd name="connsiteX217" fmla="*/ 109774 w 604322"/>
                  <a:gd name="connsiteY217" fmla="*/ 214054 h 608274"/>
                  <a:gd name="connsiteX218" fmla="*/ 114356 w 604322"/>
                  <a:gd name="connsiteY218" fmla="*/ 181721 h 608274"/>
                  <a:gd name="connsiteX219" fmla="*/ 135202 w 604322"/>
                  <a:gd name="connsiteY219" fmla="*/ 156556 h 608274"/>
                  <a:gd name="connsiteX220" fmla="*/ 168952 w 604322"/>
                  <a:gd name="connsiteY220" fmla="*/ 146185 h 608274"/>
                  <a:gd name="connsiteX221" fmla="*/ 182773 w 604322"/>
                  <a:gd name="connsiteY221" fmla="*/ 146185 h 608274"/>
                  <a:gd name="connsiteX222" fmla="*/ 182773 w 604322"/>
                  <a:gd name="connsiteY222" fmla="*/ 59633 h 608274"/>
                  <a:gd name="connsiteX223" fmla="*/ 242486 w 604322"/>
                  <a:gd name="connsiteY223" fmla="*/ 0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604322" h="608274">
                    <a:moveTo>
                      <a:pt x="60096" y="404211"/>
                    </a:moveTo>
                    <a:cubicBezTo>
                      <a:pt x="51849" y="404211"/>
                      <a:pt x="45053" y="410998"/>
                      <a:pt x="45053" y="419234"/>
                    </a:cubicBezTo>
                    <a:lnTo>
                      <a:pt x="45053" y="473986"/>
                    </a:lnTo>
                    <a:lnTo>
                      <a:pt x="44748" y="473986"/>
                    </a:lnTo>
                    <a:lnTo>
                      <a:pt x="44977" y="548718"/>
                    </a:lnTo>
                    <a:cubicBezTo>
                      <a:pt x="45053" y="557030"/>
                      <a:pt x="51773" y="563740"/>
                      <a:pt x="60096" y="563740"/>
                    </a:cubicBezTo>
                    <a:lnTo>
                      <a:pt x="544608" y="563740"/>
                    </a:lnTo>
                    <a:cubicBezTo>
                      <a:pt x="552931" y="563740"/>
                      <a:pt x="559651" y="556953"/>
                      <a:pt x="559651" y="548718"/>
                    </a:cubicBezTo>
                    <a:lnTo>
                      <a:pt x="559651" y="419234"/>
                    </a:lnTo>
                    <a:cubicBezTo>
                      <a:pt x="559651" y="410998"/>
                      <a:pt x="552931" y="404211"/>
                      <a:pt x="544608" y="404211"/>
                    </a:cubicBezTo>
                    <a:lnTo>
                      <a:pt x="503602" y="404211"/>
                    </a:lnTo>
                    <a:cubicBezTo>
                      <a:pt x="495278" y="404211"/>
                      <a:pt x="488482" y="410998"/>
                      <a:pt x="488482" y="419234"/>
                    </a:cubicBezTo>
                    <a:lnTo>
                      <a:pt x="488482" y="471546"/>
                    </a:lnTo>
                    <a:cubicBezTo>
                      <a:pt x="488482" y="480392"/>
                      <a:pt x="481304" y="487560"/>
                      <a:pt x="472446" y="487560"/>
                    </a:cubicBezTo>
                    <a:lnTo>
                      <a:pt x="132945" y="487560"/>
                    </a:lnTo>
                    <a:cubicBezTo>
                      <a:pt x="124087" y="487560"/>
                      <a:pt x="116833" y="480392"/>
                      <a:pt x="116833" y="471546"/>
                    </a:cubicBezTo>
                    <a:lnTo>
                      <a:pt x="116833" y="419234"/>
                    </a:lnTo>
                    <a:cubicBezTo>
                      <a:pt x="116833" y="410998"/>
                      <a:pt x="110113" y="404211"/>
                      <a:pt x="101789" y="404211"/>
                    </a:cubicBezTo>
                    <a:close/>
                    <a:moveTo>
                      <a:pt x="60062" y="403697"/>
                    </a:moveTo>
                    <a:lnTo>
                      <a:pt x="101755" y="403697"/>
                    </a:lnTo>
                    <a:cubicBezTo>
                      <a:pt x="110384" y="403697"/>
                      <a:pt x="117333" y="410710"/>
                      <a:pt x="117333" y="419249"/>
                    </a:cubicBezTo>
                    <a:lnTo>
                      <a:pt x="117333" y="471547"/>
                    </a:lnTo>
                    <a:cubicBezTo>
                      <a:pt x="117333" y="480085"/>
                      <a:pt x="124282" y="487099"/>
                      <a:pt x="132911" y="487099"/>
                    </a:cubicBezTo>
                    <a:lnTo>
                      <a:pt x="472415" y="487099"/>
                    </a:lnTo>
                    <a:cubicBezTo>
                      <a:pt x="480967" y="487099"/>
                      <a:pt x="487993" y="480085"/>
                      <a:pt x="487993" y="471547"/>
                    </a:cubicBezTo>
                    <a:lnTo>
                      <a:pt x="487993" y="419249"/>
                    </a:lnTo>
                    <a:cubicBezTo>
                      <a:pt x="487993" y="410710"/>
                      <a:pt x="494942" y="403697"/>
                      <a:pt x="503570" y="403697"/>
                    </a:cubicBezTo>
                    <a:lnTo>
                      <a:pt x="544577" y="403697"/>
                    </a:lnTo>
                    <a:cubicBezTo>
                      <a:pt x="553206" y="403697"/>
                      <a:pt x="560154" y="410710"/>
                      <a:pt x="560154" y="419249"/>
                    </a:cubicBezTo>
                    <a:lnTo>
                      <a:pt x="560154" y="473452"/>
                    </a:lnTo>
                    <a:lnTo>
                      <a:pt x="560154" y="548697"/>
                    </a:lnTo>
                    <a:cubicBezTo>
                      <a:pt x="560154" y="557236"/>
                      <a:pt x="553206" y="564249"/>
                      <a:pt x="544577" y="564249"/>
                    </a:cubicBezTo>
                    <a:lnTo>
                      <a:pt x="462411" y="564249"/>
                    </a:lnTo>
                    <a:lnTo>
                      <a:pt x="142227" y="564249"/>
                    </a:lnTo>
                    <a:lnTo>
                      <a:pt x="60062" y="564249"/>
                    </a:lnTo>
                    <a:cubicBezTo>
                      <a:pt x="51433" y="564249"/>
                      <a:pt x="44484" y="557312"/>
                      <a:pt x="44484" y="548697"/>
                    </a:cubicBezTo>
                    <a:lnTo>
                      <a:pt x="44178" y="473452"/>
                    </a:lnTo>
                    <a:lnTo>
                      <a:pt x="44484" y="473452"/>
                    </a:lnTo>
                    <a:lnTo>
                      <a:pt x="44484" y="419249"/>
                    </a:lnTo>
                    <a:cubicBezTo>
                      <a:pt x="44484" y="410710"/>
                      <a:pt x="51509" y="403697"/>
                      <a:pt x="60062" y="403697"/>
                    </a:cubicBezTo>
                    <a:close/>
                    <a:moveTo>
                      <a:pt x="60096" y="403220"/>
                    </a:moveTo>
                    <a:cubicBezTo>
                      <a:pt x="51238" y="403220"/>
                      <a:pt x="44060" y="410388"/>
                      <a:pt x="44060" y="419234"/>
                    </a:cubicBezTo>
                    <a:lnTo>
                      <a:pt x="44060" y="472995"/>
                    </a:lnTo>
                    <a:lnTo>
                      <a:pt x="43755" y="472995"/>
                    </a:lnTo>
                    <a:lnTo>
                      <a:pt x="43984" y="548718"/>
                    </a:lnTo>
                    <a:cubicBezTo>
                      <a:pt x="43984" y="557563"/>
                      <a:pt x="51238" y="564731"/>
                      <a:pt x="60096" y="564731"/>
                    </a:cubicBezTo>
                    <a:lnTo>
                      <a:pt x="544608" y="564731"/>
                    </a:lnTo>
                    <a:cubicBezTo>
                      <a:pt x="553466" y="564731"/>
                      <a:pt x="560720" y="557563"/>
                      <a:pt x="560720" y="548718"/>
                    </a:cubicBezTo>
                    <a:lnTo>
                      <a:pt x="560720" y="419234"/>
                    </a:lnTo>
                    <a:cubicBezTo>
                      <a:pt x="560720" y="410388"/>
                      <a:pt x="553466" y="403220"/>
                      <a:pt x="544608" y="403220"/>
                    </a:cubicBezTo>
                    <a:lnTo>
                      <a:pt x="503602" y="403220"/>
                    </a:lnTo>
                    <a:cubicBezTo>
                      <a:pt x="494667" y="403220"/>
                      <a:pt x="487489" y="410388"/>
                      <a:pt x="487489" y="419234"/>
                    </a:cubicBezTo>
                    <a:lnTo>
                      <a:pt x="487489" y="471546"/>
                    </a:lnTo>
                    <a:cubicBezTo>
                      <a:pt x="487489" y="479858"/>
                      <a:pt x="480693" y="486568"/>
                      <a:pt x="472446" y="486568"/>
                    </a:cubicBezTo>
                    <a:lnTo>
                      <a:pt x="132945" y="486568"/>
                    </a:lnTo>
                    <a:cubicBezTo>
                      <a:pt x="124621" y="486568"/>
                      <a:pt x="117902" y="479858"/>
                      <a:pt x="117902" y="471546"/>
                    </a:cubicBezTo>
                    <a:lnTo>
                      <a:pt x="117902" y="419234"/>
                    </a:lnTo>
                    <a:cubicBezTo>
                      <a:pt x="117902" y="410388"/>
                      <a:pt x="110647" y="403220"/>
                      <a:pt x="101789" y="403220"/>
                    </a:cubicBezTo>
                    <a:close/>
                    <a:moveTo>
                      <a:pt x="60096" y="360669"/>
                    </a:moveTo>
                    <a:lnTo>
                      <a:pt x="101789" y="360669"/>
                    </a:lnTo>
                    <a:cubicBezTo>
                      <a:pt x="134167" y="360669"/>
                      <a:pt x="160435" y="386977"/>
                      <a:pt x="160435" y="419234"/>
                    </a:cubicBezTo>
                    <a:lnTo>
                      <a:pt x="160435" y="444017"/>
                    </a:lnTo>
                    <a:lnTo>
                      <a:pt x="444880" y="444017"/>
                    </a:lnTo>
                    <a:lnTo>
                      <a:pt x="444880" y="419234"/>
                    </a:lnTo>
                    <a:cubicBezTo>
                      <a:pt x="444880" y="386977"/>
                      <a:pt x="471225" y="360669"/>
                      <a:pt x="503602" y="360669"/>
                    </a:cubicBezTo>
                    <a:lnTo>
                      <a:pt x="544608" y="360669"/>
                    </a:lnTo>
                    <a:cubicBezTo>
                      <a:pt x="576985" y="360669"/>
                      <a:pt x="603253" y="386977"/>
                      <a:pt x="603253" y="419234"/>
                    </a:cubicBezTo>
                    <a:lnTo>
                      <a:pt x="603253" y="548718"/>
                    </a:lnTo>
                    <a:cubicBezTo>
                      <a:pt x="603253" y="580974"/>
                      <a:pt x="576985" y="607283"/>
                      <a:pt x="544608" y="607283"/>
                    </a:cubicBezTo>
                    <a:lnTo>
                      <a:pt x="60096" y="607283"/>
                    </a:lnTo>
                    <a:cubicBezTo>
                      <a:pt x="44442" y="607283"/>
                      <a:pt x="29704" y="601258"/>
                      <a:pt x="18632" y="590201"/>
                    </a:cubicBezTo>
                    <a:cubicBezTo>
                      <a:pt x="7560" y="579144"/>
                      <a:pt x="1451" y="564503"/>
                      <a:pt x="1375" y="548870"/>
                    </a:cubicBezTo>
                    <a:lnTo>
                      <a:pt x="993" y="430443"/>
                    </a:lnTo>
                    <a:lnTo>
                      <a:pt x="1451" y="430443"/>
                    </a:lnTo>
                    <a:lnTo>
                      <a:pt x="1451" y="419234"/>
                    </a:lnTo>
                    <a:cubicBezTo>
                      <a:pt x="1451" y="386977"/>
                      <a:pt x="27795" y="360669"/>
                      <a:pt x="60096" y="360669"/>
                    </a:cubicBezTo>
                    <a:close/>
                    <a:moveTo>
                      <a:pt x="60062" y="360166"/>
                    </a:moveTo>
                    <a:cubicBezTo>
                      <a:pt x="27455" y="360166"/>
                      <a:pt x="881" y="386696"/>
                      <a:pt x="881" y="419249"/>
                    </a:cubicBezTo>
                    <a:lnTo>
                      <a:pt x="881" y="429922"/>
                    </a:lnTo>
                    <a:lnTo>
                      <a:pt x="423" y="429922"/>
                    </a:lnTo>
                    <a:lnTo>
                      <a:pt x="576" y="473605"/>
                    </a:lnTo>
                    <a:lnTo>
                      <a:pt x="881" y="548850"/>
                    </a:lnTo>
                    <a:cubicBezTo>
                      <a:pt x="881" y="564631"/>
                      <a:pt x="7066" y="579420"/>
                      <a:pt x="18292" y="590551"/>
                    </a:cubicBezTo>
                    <a:cubicBezTo>
                      <a:pt x="29440" y="601681"/>
                      <a:pt x="44255" y="607780"/>
                      <a:pt x="60062" y="607780"/>
                    </a:cubicBezTo>
                    <a:lnTo>
                      <a:pt x="142227" y="607780"/>
                    </a:lnTo>
                    <a:lnTo>
                      <a:pt x="462411" y="607780"/>
                    </a:lnTo>
                    <a:lnTo>
                      <a:pt x="544577" y="607780"/>
                    </a:lnTo>
                    <a:cubicBezTo>
                      <a:pt x="577183" y="607780"/>
                      <a:pt x="603757" y="581250"/>
                      <a:pt x="603757" y="548697"/>
                    </a:cubicBezTo>
                    <a:lnTo>
                      <a:pt x="603757" y="473452"/>
                    </a:lnTo>
                    <a:lnTo>
                      <a:pt x="603757" y="419249"/>
                    </a:lnTo>
                    <a:cubicBezTo>
                      <a:pt x="603757" y="386696"/>
                      <a:pt x="577183" y="360166"/>
                      <a:pt x="544577" y="360166"/>
                    </a:cubicBezTo>
                    <a:lnTo>
                      <a:pt x="503570" y="360166"/>
                    </a:lnTo>
                    <a:cubicBezTo>
                      <a:pt x="470888" y="360166"/>
                      <a:pt x="444314" y="386696"/>
                      <a:pt x="444314" y="419249"/>
                    </a:cubicBezTo>
                    <a:lnTo>
                      <a:pt x="444314" y="443568"/>
                    </a:lnTo>
                    <a:lnTo>
                      <a:pt x="160935" y="443568"/>
                    </a:lnTo>
                    <a:lnTo>
                      <a:pt x="160935" y="419249"/>
                    </a:lnTo>
                    <a:cubicBezTo>
                      <a:pt x="160935" y="386696"/>
                      <a:pt x="134361" y="360166"/>
                      <a:pt x="101755" y="360166"/>
                    </a:cubicBezTo>
                    <a:close/>
                    <a:moveTo>
                      <a:pt x="60096" y="359601"/>
                    </a:moveTo>
                    <a:lnTo>
                      <a:pt x="101789" y="359601"/>
                    </a:lnTo>
                    <a:cubicBezTo>
                      <a:pt x="134701" y="359601"/>
                      <a:pt x="161504" y="386367"/>
                      <a:pt x="161504" y="419234"/>
                    </a:cubicBezTo>
                    <a:lnTo>
                      <a:pt x="161504" y="443026"/>
                    </a:lnTo>
                    <a:lnTo>
                      <a:pt x="443887" y="443026"/>
                    </a:lnTo>
                    <a:lnTo>
                      <a:pt x="443887" y="419234"/>
                    </a:lnTo>
                    <a:cubicBezTo>
                      <a:pt x="443887" y="386367"/>
                      <a:pt x="470614" y="359601"/>
                      <a:pt x="503602" y="359601"/>
                    </a:cubicBezTo>
                    <a:lnTo>
                      <a:pt x="544608" y="359601"/>
                    </a:lnTo>
                    <a:cubicBezTo>
                      <a:pt x="577519" y="359601"/>
                      <a:pt x="604322" y="386367"/>
                      <a:pt x="604322" y="419234"/>
                    </a:cubicBezTo>
                    <a:lnTo>
                      <a:pt x="604322" y="548718"/>
                    </a:lnTo>
                    <a:cubicBezTo>
                      <a:pt x="604322" y="581584"/>
                      <a:pt x="577519" y="608274"/>
                      <a:pt x="544608" y="608274"/>
                    </a:cubicBezTo>
                    <a:lnTo>
                      <a:pt x="60096" y="608274"/>
                    </a:lnTo>
                    <a:cubicBezTo>
                      <a:pt x="44137" y="608274"/>
                      <a:pt x="29170" y="602097"/>
                      <a:pt x="17945" y="590887"/>
                    </a:cubicBezTo>
                    <a:cubicBezTo>
                      <a:pt x="6643" y="579678"/>
                      <a:pt x="458" y="564808"/>
                      <a:pt x="382" y="548870"/>
                    </a:cubicBezTo>
                    <a:lnTo>
                      <a:pt x="0" y="429452"/>
                    </a:lnTo>
                    <a:lnTo>
                      <a:pt x="458" y="429452"/>
                    </a:lnTo>
                    <a:lnTo>
                      <a:pt x="458" y="419234"/>
                    </a:lnTo>
                    <a:cubicBezTo>
                      <a:pt x="458" y="386367"/>
                      <a:pt x="27185" y="359601"/>
                      <a:pt x="60096" y="359601"/>
                    </a:cubicBezTo>
                    <a:close/>
                    <a:moveTo>
                      <a:pt x="242486" y="44610"/>
                    </a:moveTo>
                    <a:cubicBezTo>
                      <a:pt x="234163" y="44610"/>
                      <a:pt x="227443" y="51321"/>
                      <a:pt x="227443" y="59633"/>
                    </a:cubicBezTo>
                    <a:lnTo>
                      <a:pt x="227443" y="174705"/>
                    </a:lnTo>
                    <a:cubicBezTo>
                      <a:pt x="227443" y="183551"/>
                      <a:pt x="220189" y="190719"/>
                      <a:pt x="211332" y="190719"/>
                    </a:cubicBezTo>
                    <a:lnTo>
                      <a:pt x="168952" y="190719"/>
                    </a:lnTo>
                    <a:cubicBezTo>
                      <a:pt x="162920" y="190719"/>
                      <a:pt x="157651" y="194227"/>
                      <a:pt x="155208" y="199718"/>
                    </a:cubicBezTo>
                    <a:cubicBezTo>
                      <a:pt x="152764" y="205284"/>
                      <a:pt x="153757" y="211461"/>
                      <a:pt x="157804" y="215960"/>
                    </a:cubicBezTo>
                    <a:lnTo>
                      <a:pt x="291050" y="361764"/>
                    </a:lnTo>
                    <a:cubicBezTo>
                      <a:pt x="293876" y="364891"/>
                      <a:pt x="297923" y="366721"/>
                      <a:pt x="302199" y="366721"/>
                    </a:cubicBezTo>
                    <a:cubicBezTo>
                      <a:pt x="306398" y="366721"/>
                      <a:pt x="310445" y="364891"/>
                      <a:pt x="313347" y="361764"/>
                    </a:cubicBezTo>
                    <a:lnTo>
                      <a:pt x="446517" y="215960"/>
                    </a:lnTo>
                    <a:cubicBezTo>
                      <a:pt x="450564" y="211461"/>
                      <a:pt x="451633" y="205284"/>
                      <a:pt x="449190" y="199718"/>
                    </a:cubicBezTo>
                    <a:cubicBezTo>
                      <a:pt x="446746" y="194227"/>
                      <a:pt x="441477" y="190719"/>
                      <a:pt x="435369" y="190719"/>
                    </a:cubicBezTo>
                    <a:lnTo>
                      <a:pt x="392989" y="190719"/>
                    </a:lnTo>
                    <a:cubicBezTo>
                      <a:pt x="384132" y="190719"/>
                      <a:pt x="376954" y="183551"/>
                      <a:pt x="376954" y="174705"/>
                    </a:cubicBezTo>
                    <a:lnTo>
                      <a:pt x="376954" y="59633"/>
                    </a:lnTo>
                    <a:cubicBezTo>
                      <a:pt x="376954" y="51321"/>
                      <a:pt x="370158" y="44610"/>
                      <a:pt x="361835" y="44610"/>
                    </a:cubicBezTo>
                    <a:close/>
                    <a:moveTo>
                      <a:pt x="242520" y="44101"/>
                    </a:moveTo>
                    <a:lnTo>
                      <a:pt x="361873" y="44101"/>
                    </a:lnTo>
                    <a:cubicBezTo>
                      <a:pt x="370502" y="44101"/>
                      <a:pt x="377450" y="51040"/>
                      <a:pt x="377450" y="59655"/>
                    </a:cubicBezTo>
                    <a:lnTo>
                      <a:pt x="377450" y="174710"/>
                    </a:lnTo>
                    <a:cubicBezTo>
                      <a:pt x="377450" y="183250"/>
                      <a:pt x="384476" y="190264"/>
                      <a:pt x="393028" y="190264"/>
                    </a:cubicBezTo>
                    <a:lnTo>
                      <a:pt x="435408" y="190264"/>
                    </a:lnTo>
                    <a:cubicBezTo>
                      <a:pt x="448924" y="190264"/>
                      <a:pt x="456026" y="206276"/>
                      <a:pt x="446939" y="216264"/>
                    </a:cubicBezTo>
                    <a:lnTo>
                      <a:pt x="313689" y="362122"/>
                    </a:lnTo>
                    <a:cubicBezTo>
                      <a:pt x="310634" y="365477"/>
                      <a:pt x="306435" y="367155"/>
                      <a:pt x="302235" y="367155"/>
                    </a:cubicBezTo>
                    <a:cubicBezTo>
                      <a:pt x="298035" y="367155"/>
                      <a:pt x="293759" y="365477"/>
                      <a:pt x="290704" y="362122"/>
                    </a:cubicBezTo>
                    <a:lnTo>
                      <a:pt x="157530" y="216264"/>
                    </a:lnTo>
                    <a:cubicBezTo>
                      <a:pt x="148367" y="206276"/>
                      <a:pt x="155469" y="190264"/>
                      <a:pt x="168985" y="190264"/>
                    </a:cubicBezTo>
                    <a:lnTo>
                      <a:pt x="211365" y="190264"/>
                    </a:lnTo>
                    <a:cubicBezTo>
                      <a:pt x="219994" y="190264"/>
                      <a:pt x="226943" y="183326"/>
                      <a:pt x="226943" y="174710"/>
                    </a:cubicBezTo>
                    <a:lnTo>
                      <a:pt x="226943" y="59655"/>
                    </a:lnTo>
                    <a:cubicBezTo>
                      <a:pt x="226943" y="51040"/>
                      <a:pt x="233891" y="44101"/>
                      <a:pt x="242520" y="44101"/>
                    </a:cubicBezTo>
                    <a:close/>
                    <a:moveTo>
                      <a:pt x="242486" y="43543"/>
                    </a:moveTo>
                    <a:cubicBezTo>
                      <a:pt x="233628" y="43543"/>
                      <a:pt x="226374" y="50787"/>
                      <a:pt x="226374" y="59633"/>
                    </a:cubicBezTo>
                    <a:lnTo>
                      <a:pt x="226374" y="174705"/>
                    </a:lnTo>
                    <a:cubicBezTo>
                      <a:pt x="226374" y="183017"/>
                      <a:pt x="219655" y="189728"/>
                      <a:pt x="211332" y="189728"/>
                    </a:cubicBezTo>
                    <a:lnTo>
                      <a:pt x="168952" y="189728"/>
                    </a:lnTo>
                    <a:cubicBezTo>
                      <a:pt x="162538" y="189728"/>
                      <a:pt x="156888" y="193388"/>
                      <a:pt x="154215" y="199336"/>
                    </a:cubicBezTo>
                    <a:cubicBezTo>
                      <a:pt x="151619" y="205208"/>
                      <a:pt x="152764" y="211842"/>
                      <a:pt x="157117" y="216647"/>
                    </a:cubicBezTo>
                    <a:lnTo>
                      <a:pt x="290287" y="362450"/>
                    </a:lnTo>
                    <a:cubicBezTo>
                      <a:pt x="293341" y="365806"/>
                      <a:pt x="297694" y="367712"/>
                      <a:pt x="302199" y="367712"/>
                    </a:cubicBezTo>
                    <a:cubicBezTo>
                      <a:pt x="306704" y="367712"/>
                      <a:pt x="311056" y="365806"/>
                      <a:pt x="314034" y="362450"/>
                    </a:cubicBezTo>
                    <a:lnTo>
                      <a:pt x="447281" y="216647"/>
                    </a:lnTo>
                    <a:cubicBezTo>
                      <a:pt x="451633" y="211842"/>
                      <a:pt x="452702" y="205208"/>
                      <a:pt x="450106" y="199336"/>
                    </a:cubicBezTo>
                    <a:cubicBezTo>
                      <a:pt x="447510" y="193388"/>
                      <a:pt x="441859" y="189728"/>
                      <a:pt x="435369" y="189728"/>
                    </a:cubicBezTo>
                    <a:lnTo>
                      <a:pt x="392989" y="189728"/>
                    </a:lnTo>
                    <a:cubicBezTo>
                      <a:pt x="384743" y="189728"/>
                      <a:pt x="377947" y="183017"/>
                      <a:pt x="377947" y="174705"/>
                    </a:cubicBezTo>
                    <a:lnTo>
                      <a:pt x="377947" y="59633"/>
                    </a:lnTo>
                    <a:cubicBezTo>
                      <a:pt x="377947" y="50787"/>
                      <a:pt x="370693" y="43543"/>
                      <a:pt x="361835" y="43543"/>
                    </a:cubicBezTo>
                    <a:close/>
                    <a:moveTo>
                      <a:pt x="242486" y="991"/>
                    </a:moveTo>
                    <a:lnTo>
                      <a:pt x="361835" y="991"/>
                    </a:lnTo>
                    <a:cubicBezTo>
                      <a:pt x="394211" y="991"/>
                      <a:pt x="420555" y="27300"/>
                      <a:pt x="420555" y="59633"/>
                    </a:cubicBezTo>
                    <a:lnTo>
                      <a:pt x="420555" y="147176"/>
                    </a:lnTo>
                    <a:lnTo>
                      <a:pt x="435369" y="147176"/>
                    </a:lnTo>
                    <a:cubicBezTo>
                      <a:pt x="447357" y="147176"/>
                      <a:pt x="458811" y="150760"/>
                      <a:pt x="468585" y="157395"/>
                    </a:cubicBezTo>
                    <a:cubicBezTo>
                      <a:pt x="477519" y="163572"/>
                      <a:pt x="484620" y="172112"/>
                      <a:pt x="489049" y="182178"/>
                    </a:cubicBezTo>
                    <a:cubicBezTo>
                      <a:pt x="493478" y="192168"/>
                      <a:pt x="495081" y="203149"/>
                      <a:pt x="493554" y="213978"/>
                    </a:cubicBezTo>
                    <a:cubicBezTo>
                      <a:pt x="491874" y="225645"/>
                      <a:pt x="486758" y="236474"/>
                      <a:pt x="478741" y="245319"/>
                    </a:cubicBezTo>
                    <a:lnTo>
                      <a:pt x="345571" y="391123"/>
                    </a:lnTo>
                    <a:cubicBezTo>
                      <a:pt x="334422" y="403248"/>
                      <a:pt x="318616" y="410264"/>
                      <a:pt x="302199" y="410264"/>
                    </a:cubicBezTo>
                    <a:cubicBezTo>
                      <a:pt x="285705" y="410264"/>
                      <a:pt x="269899" y="403248"/>
                      <a:pt x="258827" y="391123"/>
                    </a:cubicBezTo>
                    <a:lnTo>
                      <a:pt x="125580" y="245319"/>
                    </a:lnTo>
                    <a:cubicBezTo>
                      <a:pt x="117563" y="236474"/>
                      <a:pt x="112447" y="225645"/>
                      <a:pt x="110843" y="213978"/>
                    </a:cubicBezTo>
                    <a:cubicBezTo>
                      <a:pt x="109316" y="203149"/>
                      <a:pt x="110843" y="192168"/>
                      <a:pt x="115272" y="182178"/>
                    </a:cubicBezTo>
                    <a:cubicBezTo>
                      <a:pt x="119701" y="172112"/>
                      <a:pt x="126802" y="163572"/>
                      <a:pt x="135813" y="157395"/>
                    </a:cubicBezTo>
                    <a:cubicBezTo>
                      <a:pt x="145587" y="150760"/>
                      <a:pt x="157040" y="147176"/>
                      <a:pt x="168952" y="147176"/>
                    </a:cubicBezTo>
                    <a:lnTo>
                      <a:pt x="183842" y="147176"/>
                    </a:lnTo>
                    <a:lnTo>
                      <a:pt x="183842" y="59633"/>
                    </a:lnTo>
                    <a:cubicBezTo>
                      <a:pt x="183842" y="27300"/>
                      <a:pt x="210110" y="991"/>
                      <a:pt x="242486" y="991"/>
                    </a:cubicBezTo>
                    <a:close/>
                    <a:moveTo>
                      <a:pt x="242520" y="565"/>
                    </a:moveTo>
                    <a:cubicBezTo>
                      <a:pt x="209914" y="565"/>
                      <a:pt x="183340" y="27022"/>
                      <a:pt x="183340" y="59655"/>
                    </a:cubicBezTo>
                    <a:lnTo>
                      <a:pt x="183340" y="146728"/>
                    </a:lnTo>
                    <a:lnTo>
                      <a:pt x="168985" y="146728"/>
                    </a:lnTo>
                    <a:cubicBezTo>
                      <a:pt x="156919" y="146728"/>
                      <a:pt x="145389" y="150235"/>
                      <a:pt x="135538" y="157021"/>
                    </a:cubicBezTo>
                    <a:cubicBezTo>
                      <a:pt x="126451" y="163197"/>
                      <a:pt x="119350" y="171813"/>
                      <a:pt x="114845" y="181954"/>
                    </a:cubicBezTo>
                    <a:cubicBezTo>
                      <a:pt x="110416" y="192018"/>
                      <a:pt x="108812" y="203150"/>
                      <a:pt x="110339" y="214053"/>
                    </a:cubicBezTo>
                    <a:cubicBezTo>
                      <a:pt x="112019" y="225795"/>
                      <a:pt x="117135" y="236774"/>
                      <a:pt x="125230" y="245619"/>
                    </a:cubicBezTo>
                    <a:lnTo>
                      <a:pt x="258480" y="391477"/>
                    </a:lnTo>
                    <a:cubicBezTo>
                      <a:pt x="269705" y="403676"/>
                      <a:pt x="285588" y="410691"/>
                      <a:pt x="302235" y="410691"/>
                    </a:cubicBezTo>
                    <a:cubicBezTo>
                      <a:pt x="318805" y="410691"/>
                      <a:pt x="334765" y="403676"/>
                      <a:pt x="345913" y="391477"/>
                    </a:cubicBezTo>
                    <a:lnTo>
                      <a:pt x="479163" y="245619"/>
                    </a:lnTo>
                    <a:cubicBezTo>
                      <a:pt x="487258" y="236774"/>
                      <a:pt x="492450" y="225795"/>
                      <a:pt x="494054" y="214053"/>
                    </a:cubicBezTo>
                    <a:cubicBezTo>
                      <a:pt x="495581" y="203150"/>
                      <a:pt x="494054" y="192018"/>
                      <a:pt x="489548" y="181954"/>
                    </a:cubicBezTo>
                    <a:cubicBezTo>
                      <a:pt x="485120" y="171813"/>
                      <a:pt x="477942" y="163197"/>
                      <a:pt x="468855" y="157021"/>
                    </a:cubicBezTo>
                    <a:cubicBezTo>
                      <a:pt x="459004" y="150235"/>
                      <a:pt x="447474" y="146728"/>
                      <a:pt x="435408" y="146728"/>
                    </a:cubicBezTo>
                    <a:lnTo>
                      <a:pt x="421129" y="146728"/>
                    </a:lnTo>
                    <a:lnTo>
                      <a:pt x="421129" y="59655"/>
                    </a:lnTo>
                    <a:cubicBezTo>
                      <a:pt x="421129" y="27022"/>
                      <a:pt x="394555" y="565"/>
                      <a:pt x="361873" y="565"/>
                    </a:cubicBezTo>
                    <a:close/>
                    <a:moveTo>
                      <a:pt x="242486" y="0"/>
                    </a:moveTo>
                    <a:lnTo>
                      <a:pt x="361835" y="0"/>
                    </a:lnTo>
                    <a:cubicBezTo>
                      <a:pt x="394746" y="0"/>
                      <a:pt x="421548" y="26766"/>
                      <a:pt x="421548" y="59633"/>
                    </a:cubicBezTo>
                    <a:lnTo>
                      <a:pt x="421548" y="146185"/>
                    </a:lnTo>
                    <a:lnTo>
                      <a:pt x="435369" y="146185"/>
                    </a:lnTo>
                    <a:cubicBezTo>
                      <a:pt x="447510" y="146185"/>
                      <a:pt x="459193" y="149769"/>
                      <a:pt x="469119" y="156556"/>
                    </a:cubicBezTo>
                    <a:cubicBezTo>
                      <a:pt x="478282" y="162809"/>
                      <a:pt x="485536" y="171502"/>
                      <a:pt x="490042" y="181721"/>
                    </a:cubicBezTo>
                    <a:cubicBezTo>
                      <a:pt x="494547" y="191939"/>
                      <a:pt x="496074" y="203149"/>
                      <a:pt x="494547" y="214054"/>
                    </a:cubicBezTo>
                    <a:cubicBezTo>
                      <a:pt x="492867" y="226026"/>
                      <a:pt x="487675" y="237007"/>
                      <a:pt x="479504" y="246006"/>
                    </a:cubicBezTo>
                    <a:lnTo>
                      <a:pt x="346258" y="391809"/>
                    </a:lnTo>
                    <a:cubicBezTo>
                      <a:pt x="335033" y="404163"/>
                      <a:pt x="318921" y="411255"/>
                      <a:pt x="302199" y="411255"/>
                    </a:cubicBezTo>
                    <a:cubicBezTo>
                      <a:pt x="285400" y="411255"/>
                      <a:pt x="269364" y="404163"/>
                      <a:pt x="258063" y="391809"/>
                    </a:cubicBezTo>
                    <a:lnTo>
                      <a:pt x="124893" y="246006"/>
                    </a:lnTo>
                    <a:cubicBezTo>
                      <a:pt x="116646" y="237007"/>
                      <a:pt x="111454" y="226026"/>
                      <a:pt x="109774" y="214054"/>
                    </a:cubicBezTo>
                    <a:cubicBezTo>
                      <a:pt x="108247" y="203149"/>
                      <a:pt x="109851" y="191939"/>
                      <a:pt x="114356" y="181721"/>
                    </a:cubicBezTo>
                    <a:cubicBezTo>
                      <a:pt x="118861" y="171502"/>
                      <a:pt x="126039" y="162809"/>
                      <a:pt x="135202" y="156556"/>
                    </a:cubicBezTo>
                    <a:cubicBezTo>
                      <a:pt x="145128" y="149769"/>
                      <a:pt x="156811" y="146185"/>
                      <a:pt x="168952" y="146185"/>
                    </a:cubicBezTo>
                    <a:lnTo>
                      <a:pt x="182773" y="146185"/>
                    </a:lnTo>
                    <a:lnTo>
                      <a:pt x="182773" y="59633"/>
                    </a:lnTo>
                    <a:cubicBezTo>
                      <a:pt x="182773" y="26766"/>
                      <a:pt x="209575" y="0"/>
                      <a:pt x="24248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grpSp>
        <p:grpSp>
          <p:nvGrpSpPr>
            <p:cNvPr id="13" name="组合 12">
              <a:extLst>
                <a:ext uri="{FF2B5EF4-FFF2-40B4-BE49-F238E27FC236}">
                  <a16:creationId xmlns:a16="http://schemas.microsoft.com/office/drawing/2014/main" id="{45476429-3D4A-EC9D-7668-B3E7260B1D1B}"/>
                </a:ext>
              </a:extLst>
            </p:cNvPr>
            <p:cNvGrpSpPr/>
            <p:nvPr/>
          </p:nvGrpSpPr>
          <p:grpSpPr>
            <a:xfrm>
              <a:off x="3452401" y="2349397"/>
              <a:ext cx="2482497" cy="3784693"/>
              <a:chOff x="1108114" y="2349397"/>
              <a:chExt cx="2482497" cy="3784693"/>
            </a:xfrm>
          </p:grpSpPr>
          <p:grpSp>
            <p:nvGrpSpPr>
              <p:cNvPr id="26" name="组合 25">
                <a:extLst>
                  <a:ext uri="{FF2B5EF4-FFF2-40B4-BE49-F238E27FC236}">
                    <a16:creationId xmlns:a16="http://schemas.microsoft.com/office/drawing/2014/main" id="{F4C4FD90-4952-130C-A26E-B8DEF060D83D}"/>
                  </a:ext>
                </a:extLst>
              </p:cNvPr>
              <p:cNvGrpSpPr>
                <a:grpSpLocks/>
              </p:cNvGrpSpPr>
              <p:nvPr/>
            </p:nvGrpSpPr>
            <p:grpSpPr>
              <a:xfrm>
                <a:off x="1108114" y="3687225"/>
                <a:ext cx="2482497" cy="2446865"/>
                <a:chOff x="2797088" y="4756675"/>
                <a:chExt cx="1914404" cy="1783463"/>
              </a:xfrm>
            </p:grpSpPr>
            <p:sp>
              <p:nvSpPr>
                <p:cNvPr id="29" name="Bullet2">
                  <a:extLst>
                    <a:ext uri="{FF2B5EF4-FFF2-40B4-BE49-F238E27FC236}">
                      <a16:creationId xmlns:a16="http://schemas.microsoft.com/office/drawing/2014/main" id="{965E9AD4-E042-1612-E1FB-2F142D263D66}"/>
                    </a:ext>
                  </a:extLst>
                </p:cNvPr>
                <p:cNvSpPr txBox="1"/>
                <p:nvPr/>
              </p:nvSpPr>
              <p:spPr>
                <a:xfrm>
                  <a:off x="2797088" y="4756675"/>
                  <a:ext cx="1914404" cy="493596"/>
                </a:xfrm>
                <a:prstGeom prst="rect">
                  <a:avLst/>
                </a:prstGeom>
                <a:noFill/>
                <a:ln>
                  <a:noFill/>
                </a:ln>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SzPct val="25000"/>
                  </a:pPr>
                  <a:r>
                    <a:rPr lang="zh-CN" altLang="en-US" b="1" dirty="0">
                      <a:cs typeface="+mn-ea"/>
                      <a:sym typeface="+mn-lt"/>
                    </a:rPr>
                    <a:t>单击添加小标题</a:t>
                  </a:r>
                  <a:endParaRPr lang="en-US" dirty="0">
                    <a:cs typeface="+mn-ea"/>
                    <a:sym typeface="+mn-lt"/>
                  </a:endParaRPr>
                </a:p>
              </p:txBody>
            </p:sp>
            <p:sp>
              <p:nvSpPr>
                <p:cNvPr id="30" name="Text2">
                  <a:extLst>
                    <a:ext uri="{FF2B5EF4-FFF2-40B4-BE49-F238E27FC236}">
                      <a16:creationId xmlns:a16="http://schemas.microsoft.com/office/drawing/2014/main" id="{294193AB-0990-BF88-7874-0420C6C65E65}"/>
                    </a:ext>
                  </a:extLst>
                </p:cNvPr>
                <p:cNvSpPr txBox="1"/>
                <p:nvPr/>
              </p:nvSpPr>
              <p:spPr>
                <a:xfrm>
                  <a:off x="2797088" y="5250269"/>
                  <a:ext cx="1914404" cy="1289869"/>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buSzPct val="25000"/>
                  </a:pPr>
                  <a:r>
                    <a:rPr lang="zh-CN" altLang="en-US" sz="1200" dirty="0">
                      <a:cs typeface="+mn-ea"/>
                      <a:sym typeface="+mn-lt"/>
                    </a:rPr>
                    <a:t>单击此处添加文本单击此处添加文本单击此处添加文本单击此处添加文本</a:t>
                  </a:r>
                  <a:endParaRPr lang="en-US" dirty="0">
                    <a:cs typeface="+mn-ea"/>
                    <a:sym typeface="+mn-lt"/>
                  </a:endParaRPr>
                </a:p>
              </p:txBody>
            </p:sp>
          </p:grpSp>
          <p:sp>
            <p:nvSpPr>
              <p:cNvPr id="27" name="IconBackground2">
                <a:extLst>
                  <a:ext uri="{FF2B5EF4-FFF2-40B4-BE49-F238E27FC236}">
                    <a16:creationId xmlns:a16="http://schemas.microsoft.com/office/drawing/2014/main" id="{3E293F21-999E-717B-061D-CD53E039649F}"/>
                  </a:ext>
                </a:extLst>
              </p:cNvPr>
              <p:cNvSpPr/>
              <p:nvPr/>
            </p:nvSpPr>
            <p:spPr>
              <a:xfrm>
                <a:off x="1790554" y="2349397"/>
                <a:ext cx="1117618" cy="111761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28" name="Icon2">
                <a:extLst>
                  <a:ext uri="{FF2B5EF4-FFF2-40B4-BE49-F238E27FC236}">
                    <a16:creationId xmlns:a16="http://schemas.microsoft.com/office/drawing/2014/main" id="{7509AF28-9BF8-4075-5D0D-4A32D3E52ABF}"/>
                  </a:ext>
                </a:extLst>
              </p:cNvPr>
              <p:cNvSpPr/>
              <p:nvPr/>
            </p:nvSpPr>
            <p:spPr>
              <a:xfrm>
                <a:off x="2125959" y="2713023"/>
                <a:ext cx="446807" cy="390365"/>
              </a:xfrm>
              <a:custGeom>
                <a:avLst/>
                <a:gdLst>
                  <a:gd name="T0" fmla="*/ 9945 w 11215"/>
                  <a:gd name="T1" fmla="*/ 3576 h 9798"/>
                  <a:gd name="T2" fmla="*/ 11041 w 11215"/>
                  <a:gd name="T3" fmla="*/ 2479 h 9798"/>
                  <a:gd name="T4" fmla="*/ 11041 w 11215"/>
                  <a:gd name="T5" fmla="*/ 1850 h 9798"/>
                  <a:gd name="T6" fmla="*/ 10676 w 11215"/>
                  <a:gd name="T7" fmla="*/ 1724 h 9798"/>
                  <a:gd name="T8" fmla="*/ 10627 w 11215"/>
                  <a:gd name="T9" fmla="*/ 1719 h 9798"/>
                  <a:gd name="T10" fmla="*/ 9638 w 11215"/>
                  <a:gd name="T11" fmla="*/ 1719 h 9798"/>
                  <a:gd name="T12" fmla="*/ 7720 w 11215"/>
                  <a:gd name="T13" fmla="*/ 0 h 9798"/>
                  <a:gd name="T14" fmla="*/ 1930 w 11215"/>
                  <a:gd name="T15" fmla="*/ 0 h 9798"/>
                  <a:gd name="T16" fmla="*/ 0 w 11215"/>
                  <a:gd name="T17" fmla="*/ 1930 h 9798"/>
                  <a:gd name="T18" fmla="*/ 0 w 11215"/>
                  <a:gd name="T19" fmla="*/ 7868 h 9798"/>
                  <a:gd name="T20" fmla="*/ 1930 w 11215"/>
                  <a:gd name="T21" fmla="*/ 9798 h 9798"/>
                  <a:gd name="T22" fmla="*/ 7720 w 11215"/>
                  <a:gd name="T23" fmla="*/ 9798 h 9798"/>
                  <a:gd name="T24" fmla="*/ 9650 w 11215"/>
                  <a:gd name="T25" fmla="*/ 7868 h 9798"/>
                  <a:gd name="T26" fmla="*/ 9650 w 11215"/>
                  <a:gd name="T27" fmla="*/ 5431 h 9798"/>
                  <a:gd name="T28" fmla="*/ 10627 w 11215"/>
                  <a:gd name="T29" fmla="*/ 5431 h 9798"/>
                  <a:gd name="T30" fmla="*/ 10665 w 11215"/>
                  <a:gd name="T31" fmla="*/ 5427 h 9798"/>
                  <a:gd name="T32" fmla="*/ 10726 w 11215"/>
                  <a:gd name="T33" fmla="*/ 5433 h 9798"/>
                  <a:gd name="T34" fmla="*/ 11041 w 11215"/>
                  <a:gd name="T35" fmla="*/ 5302 h 9798"/>
                  <a:gd name="T36" fmla="*/ 11041 w 11215"/>
                  <a:gd name="T37" fmla="*/ 4672 h 9798"/>
                  <a:gd name="T38" fmla="*/ 9945 w 11215"/>
                  <a:gd name="T39" fmla="*/ 3576 h 9798"/>
                  <a:gd name="T40" fmla="*/ 8334 w 11215"/>
                  <a:gd name="T41" fmla="*/ 4540 h 9798"/>
                  <a:gd name="T42" fmla="*/ 8180 w 11215"/>
                  <a:gd name="T43" fmla="*/ 4569 h 9798"/>
                  <a:gd name="T44" fmla="*/ 8180 w 11215"/>
                  <a:gd name="T45" fmla="*/ 2581 h 9798"/>
                  <a:gd name="T46" fmla="*/ 8334 w 11215"/>
                  <a:gd name="T47" fmla="*/ 2610 h 9798"/>
                  <a:gd name="T48" fmla="*/ 9651 w 11215"/>
                  <a:gd name="T49" fmla="*/ 2610 h 9798"/>
                  <a:gd name="T50" fmla="*/ 9000 w 11215"/>
                  <a:gd name="T51" fmla="*/ 3261 h 9798"/>
                  <a:gd name="T52" fmla="*/ 8870 w 11215"/>
                  <a:gd name="T53" fmla="*/ 3576 h 9798"/>
                  <a:gd name="T54" fmla="*/ 9000 w 11215"/>
                  <a:gd name="T55" fmla="*/ 3891 h 9798"/>
                  <a:gd name="T56" fmla="*/ 9001 w 11215"/>
                  <a:gd name="T57" fmla="*/ 3891 h 9798"/>
                  <a:gd name="T58" fmla="*/ 9649 w 11215"/>
                  <a:gd name="T59" fmla="*/ 4540 h 9798"/>
                  <a:gd name="T60" fmla="*/ 8334 w 11215"/>
                  <a:gd name="T61" fmla="*/ 4540 h 9798"/>
                  <a:gd name="T62" fmla="*/ 8737 w 11215"/>
                  <a:gd name="T63" fmla="*/ 1719 h 9798"/>
                  <a:gd name="T64" fmla="*/ 8334 w 11215"/>
                  <a:gd name="T65" fmla="*/ 1719 h 9798"/>
                  <a:gd name="T66" fmla="*/ 8180 w 11215"/>
                  <a:gd name="T67" fmla="*/ 1749 h 9798"/>
                  <a:gd name="T68" fmla="*/ 8180 w 11215"/>
                  <a:gd name="T69" fmla="*/ 1092 h 9798"/>
                  <a:gd name="T70" fmla="*/ 8168 w 11215"/>
                  <a:gd name="T71" fmla="*/ 994 h 9798"/>
                  <a:gd name="T72" fmla="*/ 8737 w 11215"/>
                  <a:gd name="T73" fmla="*/ 1719 h 9798"/>
                  <a:gd name="T74" fmla="*/ 1930 w 11215"/>
                  <a:gd name="T75" fmla="*/ 891 h 9798"/>
                  <a:gd name="T76" fmla="*/ 7339 w 11215"/>
                  <a:gd name="T77" fmla="*/ 891 h 9798"/>
                  <a:gd name="T78" fmla="*/ 7289 w 11215"/>
                  <a:gd name="T79" fmla="*/ 1092 h 9798"/>
                  <a:gd name="T80" fmla="*/ 7289 w 11215"/>
                  <a:gd name="T81" fmla="*/ 6532 h 9798"/>
                  <a:gd name="T82" fmla="*/ 1930 w 11215"/>
                  <a:gd name="T83" fmla="*/ 6532 h 9798"/>
                  <a:gd name="T84" fmla="*/ 891 w 11215"/>
                  <a:gd name="T85" fmla="*/ 6838 h 9798"/>
                  <a:gd name="T86" fmla="*/ 891 w 11215"/>
                  <a:gd name="T87" fmla="*/ 1930 h 9798"/>
                  <a:gd name="T88" fmla="*/ 1930 w 11215"/>
                  <a:gd name="T89" fmla="*/ 891 h 9798"/>
                  <a:gd name="T90" fmla="*/ 8759 w 11215"/>
                  <a:gd name="T91" fmla="*/ 7868 h 9798"/>
                  <a:gd name="T92" fmla="*/ 7720 w 11215"/>
                  <a:gd name="T93" fmla="*/ 8907 h 9798"/>
                  <a:gd name="T94" fmla="*/ 1930 w 11215"/>
                  <a:gd name="T95" fmla="*/ 8907 h 9798"/>
                  <a:gd name="T96" fmla="*/ 911 w 11215"/>
                  <a:gd name="T97" fmla="*/ 8073 h 9798"/>
                  <a:gd name="T98" fmla="*/ 1029 w 11215"/>
                  <a:gd name="T99" fmla="*/ 7944 h 9798"/>
                  <a:gd name="T100" fmla="*/ 1930 w 11215"/>
                  <a:gd name="T101" fmla="*/ 7423 h 9798"/>
                  <a:gd name="T102" fmla="*/ 7423 w 11215"/>
                  <a:gd name="T103" fmla="*/ 7423 h 9798"/>
                  <a:gd name="T104" fmla="*/ 7558 w 11215"/>
                  <a:gd name="T105" fmla="*/ 7400 h 9798"/>
                  <a:gd name="T106" fmla="*/ 7734 w 11215"/>
                  <a:gd name="T107" fmla="*/ 7436 h 9798"/>
                  <a:gd name="T108" fmla="*/ 8180 w 11215"/>
                  <a:gd name="T109" fmla="*/ 6991 h 9798"/>
                  <a:gd name="T110" fmla="*/ 8180 w 11215"/>
                  <a:gd name="T111" fmla="*/ 5402 h 9798"/>
                  <a:gd name="T112" fmla="*/ 8334 w 11215"/>
                  <a:gd name="T113" fmla="*/ 5431 h 9798"/>
                  <a:gd name="T114" fmla="*/ 8759 w 11215"/>
                  <a:gd name="T115" fmla="*/ 5431 h 9798"/>
                  <a:gd name="T116" fmla="*/ 8759 w 11215"/>
                  <a:gd name="T117" fmla="*/ 7868 h 9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215" h="9798">
                    <a:moveTo>
                      <a:pt x="9945" y="3576"/>
                    </a:moveTo>
                    <a:lnTo>
                      <a:pt x="11041" y="2479"/>
                    </a:lnTo>
                    <a:cubicBezTo>
                      <a:pt x="11215" y="2305"/>
                      <a:pt x="11215" y="2023"/>
                      <a:pt x="11041" y="1850"/>
                    </a:cubicBezTo>
                    <a:cubicBezTo>
                      <a:pt x="10941" y="1750"/>
                      <a:pt x="10806" y="1709"/>
                      <a:pt x="10676" y="1724"/>
                    </a:cubicBezTo>
                    <a:cubicBezTo>
                      <a:pt x="10659" y="1722"/>
                      <a:pt x="10644" y="1719"/>
                      <a:pt x="10627" y="1719"/>
                    </a:cubicBezTo>
                    <a:lnTo>
                      <a:pt x="9638" y="1719"/>
                    </a:lnTo>
                    <a:cubicBezTo>
                      <a:pt x="9532" y="754"/>
                      <a:pt x="8713" y="0"/>
                      <a:pt x="7720" y="0"/>
                    </a:cubicBezTo>
                    <a:lnTo>
                      <a:pt x="1930" y="0"/>
                    </a:lnTo>
                    <a:cubicBezTo>
                      <a:pt x="866" y="0"/>
                      <a:pt x="0" y="866"/>
                      <a:pt x="0" y="1930"/>
                    </a:cubicBezTo>
                    <a:lnTo>
                      <a:pt x="0" y="7868"/>
                    </a:lnTo>
                    <a:cubicBezTo>
                      <a:pt x="0" y="8932"/>
                      <a:pt x="866" y="9798"/>
                      <a:pt x="1930" y="9798"/>
                    </a:cubicBezTo>
                    <a:lnTo>
                      <a:pt x="7720" y="9798"/>
                    </a:lnTo>
                    <a:cubicBezTo>
                      <a:pt x="8784" y="9798"/>
                      <a:pt x="9650" y="8932"/>
                      <a:pt x="9650" y="7868"/>
                    </a:cubicBezTo>
                    <a:lnTo>
                      <a:pt x="9650" y="5431"/>
                    </a:lnTo>
                    <a:lnTo>
                      <a:pt x="10627" y="5431"/>
                    </a:lnTo>
                    <a:cubicBezTo>
                      <a:pt x="10640" y="5431"/>
                      <a:pt x="10652" y="5428"/>
                      <a:pt x="10665" y="5427"/>
                    </a:cubicBezTo>
                    <a:cubicBezTo>
                      <a:pt x="10686" y="5429"/>
                      <a:pt x="10706" y="5433"/>
                      <a:pt x="10726" y="5433"/>
                    </a:cubicBezTo>
                    <a:cubicBezTo>
                      <a:pt x="10840" y="5433"/>
                      <a:pt x="10954" y="5389"/>
                      <a:pt x="11041" y="5302"/>
                    </a:cubicBezTo>
                    <a:cubicBezTo>
                      <a:pt x="11215" y="5128"/>
                      <a:pt x="11215" y="4846"/>
                      <a:pt x="11041" y="4672"/>
                    </a:cubicBezTo>
                    <a:lnTo>
                      <a:pt x="9945" y="3576"/>
                    </a:lnTo>
                    <a:close/>
                    <a:moveTo>
                      <a:pt x="8334" y="4540"/>
                    </a:moveTo>
                    <a:cubicBezTo>
                      <a:pt x="8280" y="4540"/>
                      <a:pt x="8228" y="4551"/>
                      <a:pt x="8180" y="4569"/>
                    </a:cubicBezTo>
                    <a:lnTo>
                      <a:pt x="8180" y="2581"/>
                    </a:lnTo>
                    <a:cubicBezTo>
                      <a:pt x="8228" y="2599"/>
                      <a:pt x="8280" y="2610"/>
                      <a:pt x="8334" y="2610"/>
                    </a:cubicBezTo>
                    <a:lnTo>
                      <a:pt x="9651" y="2610"/>
                    </a:lnTo>
                    <a:lnTo>
                      <a:pt x="9000" y="3261"/>
                    </a:lnTo>
                    <a:cubicBezTo>
                      <a:pt x="8913" y="3348"/>
                      <a:pt x="8870" y="3462"/>
                      <a:pt x="8870" y="3576"/>
                    </a:cubicBezTo>
                    <a:cubicBezTo>
                      <a:pt x="8870" y="3690"/>
                      <a:pt x="8913" y="3804"/>
                      <a:pt x="9000" y="3891"/>
                    </a:cubicBezTo>
                    <a:cubicBezTo>
                      <a:pt x="9001" y="3891"/>
                      <a:pt x="9001" y="3891"/>
                      <a:pt x="9001" y="3891"/>
                    </a:cubicBezTo>
                    <a:lnTo>
                      <a:pt x="9649" y="4540"/>
                    </a:lnTo>
                    <a:lnTo>
                      <a:pt x="8334" y="4540"/>
                    </a:lnTo>
                    <a:close/>
                    <a:moveTo>
                      <a:pt x="8737" y="1719"/>
                    </a:moveTo>
                    <a:lnTo>
                      <a:pt x="8334" y="1719"/>
                    </a:lnTo>
                    <a:cubicBezTo>
                      <a:pt x="8280" y="1719"/>
                      <a:pt x="8228" y="1731"/>
                      <a:pt x="8180" y="1749"/>
                    </a:cubicBezTo>
                    <a:lnTo>
                      <a:pt x="8180" y="1092"/>
                    </a:lnTo>
                    <a:cubicBezTo>
                      <a:pt x="8180" y="1058"/>
                      <a:pt x="8175" y="1025"/>
                      <a:pt x="8168" y="994"/>
                    </a:cubicBezTo>
                    <a:cubicBezTo>
                      <a:pt x="8456" y="1132"/>
                      <a:pt x="8671" y="1398"/>
                      <a:pt x="8737" y="1719"/>
                    </a:cubicBezTo>
                    <a:close/>
                    <a:moveTo>
                      <a:pt x="1930" y="891"/>
                    </a:moveTo>
                    <a:lnTo>
                      <a:pt x="7339" y="891"/>
                    </a:lnTo>
                    <a:cubicBezTo>
                      <a:pt x="7308" y="951"/>
                      <a:pt x="7289" y="1019"/>
                      <a:pt x="7289" y="1092"/>
                    </a:cubicBezTo>
                    <a:lnTo>
                      <a:pt x="7289" y="6532"/>
                    </a:lnTo>
                    <a:lnTo>
                      <a:pt x="1930" y="6532"/>
                    </a:lnTo>
                    <a:cubicBezTo>
                      <a:pt x="1556" y="6532"/>
                      <a:pt x="1197" y="6642"/>
                      <a:pt x="891" y="6838"/>
                    </a:cubicBezTo>
                    <a:lnTo>
                      <a:pt x="891" y="1930"/>
                    </a:lnTo>
                    <a:cubicBezTo>
                      <a:pt x="891" y="1357"/>
                      <a:pt x="1357" y="891"/>
                      <a:pt x="1930" y="891"/>
                    </a:cubicBezTo>
                    <a:close/>
                    <a:moveTo>
                      <a:pt x="8759" y="7868"/>
                    </a:moveTo>
                    <a:cubicBezTo>
                      <a:pt x="8759" y="8441"/>
                      <a:pt x="8293" y="8907"/>
                      <a:pt x="7720" y="8907"/>
                    </a:cubicBezTo>
                    <a:lnTo>
                      <a:pt x="1930" y="8907"/>
                    </a:lnTo>
                    <a:cubicBezTo>
                      <a:pt x="1427" y="8907"/>
                      <a:pt x="1007" y="8548"/>
                      <a:pt x="911" y="8073"/>
                    </a:cubicBezTo>
                    <a:cubicBezTo>
                      <a:pt x="957" y="8038"/>
                      <a:pt x="998" y="7997"/>
                      <a:pt x="1029" y="7944"/>
                    </a:cubicBezTo>
                    <a:cubicBezTo>
                      <a:pt x="1214" y="7623"/>
                      <a:pt x="1559" y="7423"/>
                      <a:pt x="1930" y="7423"/>
                    </a:cubicBezTo>
                    <a:lnTo>
                      <a:pt x="7423" y="7423"/>
                    </a:lnTo>
                    <a:cubicBezTo>
                      <a:pt x="7470" y="7423"/>
                      <a:pt x="7515" y="7413"/>
                      <a:pt x="7558" y="7400"/>
                    </a:cubicBezTo>
                    <a:cubicBezTo>
                      <a:pt x="7612" y="7423"/>
                      <a:pt x="7672" y="7436"/>
                      <a:pt x="7734" y="7436"/>
                    </a:cubicBezTo>
                    <a:cubicBezTo>
                      <a:pt x="7980" y="7436"/>
                      <a:pt x="8180" y="7237"/>
                      <a:pt x="8180" y="6991"/>
                    </a:cubicBezTo>
                    <a:lnTo>
                      <a:pt x="8180" y="5402"/>
                    </a:lnTo>
                    <a:cubicBezTo>
                      <a:pt x="8228" y="5420"/>
                      <a:pt x="8280" y="5431"/>
                      <a:pt x="8334" y="5431"/>
                    </a:cubicBezTo>
                    <a:lnTo>
                      <a:pt x="8759" y="5431"/>
                    </a:lnTo>
                    <a:lnTo>
                      <a:pt x="8759" y="7868"/>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grpSp>
        <p:grpSp>
          <p:nvGrpSpPr>
            <p:cNvPr id="14" name="组合 13">
              <a:extLst>
                <a:ext uri="{FF2B5EF4-FFF2-40B4-BE49-F238E27FC236}">
                  <a16:creationId xmlns:a16="http://schemas.microsoft.com/office/drawing/2014/main" id="{BDEC1A38-BDBE-2D93-D5F1-431D5345AED4}"/>
                </a:ext>
              </a:extLst>
            </p:cNvPr>
            <p:cNvGrpSpPr/>
            <p:nvPr/>
          </p:nvGrpSpPr>
          <p:grpSpPr>
            <a:xfrm>
              <a:off x="6244402" y="2349397"/>
              <a:ext cx="2482497" cy="3784693"/>
              <a:chOff x="1108114" y="2349397"/>
              <a:chExt cx="2482497" cy="3784693"/>
            </a:xfrm>
          </p:grpSpPr>
          <p:grpSp>
            <p:nvGrpSpPr>
              <p:cNvPr id="21" name="组合 20">
                <a:extLst>
                  <a:ext uri="{FF2B5EF4-FFF2-40B4-BE49-F238E27FC236}">
                    <a16:creationId xmlns:a16="http://schemas.microsoft.com/office/drawing/2014/main" id="{75DB33B9-3382-CBC0-E433-D9CEE9947767}"/>
                  </a:ext>
                </a:extLst>
              </p:cNvPr>
              <p:cNvGrpSpPr>
                <a:grpSpLocks/>
              </p:cNvGrpSpPr>
              <p:nvPr/>
            </p:nvGrpSpPr>
            <p:grpSpPr>
              <a:xfrm>
                <a:off x="1108114" y="3687225"/>
                <a:ext cx="2482497" cy="2446865"/>
                <a:chOff x="2797088" y="4756675"/>
                <a:chExt cx="1914404" cy="1783463"/>
              </a:xfrm>
            </p:grpSpPr>
            <p:sp>
              <p:nvSpPr>
                <p:cNvPr id="24" name="Bullet3">
                  <a:extLst>
                    <a:ext uri="{FF2B5EF4-FFF2-40B4-BE49-F238E27FC236}">
                      <a16:creationId xmlns:a16="http://schemas.microsoft.com/office/drawing/2014/main" id="{48989EAD-88DF-7B09-EB25-DDA29C7CDCEC}"/>
                    </a:ext>
                  </a:extLst>
                </p:cNvPr>
                <p:cNvSpPr txBox="1"/>
                <p:nvPr/>
              </p:nvSpPr>
              <p:spPr>
                <a:xfrm>
                  <a:off x="2797088" y="4756675"/>
                  <a:ext cx="1914404" cy="493596"/>
                </a:xfrm>
                <a:prstGeom prst="rect">
                  <a:avLst/>
                </a:prstGeom>
                <a:noFill/>
                <a:ln>
                  <a:noFill/>
                </a:ln>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SzPct val="25000"/>
                  </a:pPr>
                  <a:r>
                    <a:rPr lang="zh-CN" altLang="en-US" b="1" dirty="0">
                      <a:cs typeface="+mn-ea"/>
                      <a:sym typeface="+mn-lt"/>
                    </a:rPr>
                    <a:t>单击添加小标题</a:t>
                  </a:r>
                  <a:endParaRPr lang="en-US" dirty="0">
                    <a:cs typeface="+mn-ea"/>
                    <a:sym typeface="+mn-lt"/>
                  </a:endParaRPr>
                </a:p>
              </p:txBody>
            </p:sp>
            <p:sp>
              <p:nvSpPr>
                <p:cNvPr id="25" name="Text3">
                  <a:extLst>
                    <a:ext uri="{FF2B5EF4-FFF2-40B4-BE49-F238E27FC236}">
                      <a16:creationId xmlns:a16="http://schemas.microsoft.com/office/drawing/2014/main" id="{9C3476CD-BE22-8E17-BB34-3F8B92E8BC61}"/>
                    </a:ext>
                  </a:extLst>
                </p:cNvPr>
                <p:cNvSpPr txBox="1"/>
                <p:nvPr/>
              </p:nvSpPr>
              <p:spPr>
                <a:xfrm>
                  <a:off x="2797088" y="5250269"/>
                  <a:ext cx="1914404" cy="1289869"/>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buSzPct val="25000"/>
                  </a:pPr>
                  <a:r>
                    <a:rPr lang="zh-CN" altLang="en-US" sz="1200" dirty="0">
                      <a:cs typeface="+mn-ea"/>
                      <a:sym typeface="+mn-lt"/>
                    </a:rPr>
                    <a:t>单击此处添加文本单击此处添加文本单击此处添加文本单击此处添加文本</a:t>
                  </a:r>
                  <a:endParaRPr lang="en-US" dirty="0">
                    <a:cs typeface="+mn-ea"/>
                    <a:sym typeface="+mn-lt"/>
                  </a:endParaRPr>
                </a:p>
              </p:txBody>
            </p:sp>
          </p:grpSp>
          <p:sp>
            <p:nvSpPr>
              <p:cNvPr id="22" name="IconBackground3">
                <a:extLst>
                  <a:ext uri="{FF2B5EF4-FFF2-40B4-BE49-F238E27FC236}">
                    <a16:creationId xmlns:a16="http://schemas.microsoft.com/office/drawing/2014/main" id="{1E8B9ECD-F43A-F21D-505D-1854CE6161F9}"/>
                  </a:ext>
                </a:extLst>
              </p:cNvPr>
              <p:cNvSpPr/>
              <p:nvPr/>
            </p:nvSpPr>
            <p:spPr>
              <a:xfrm>
                <a:off x="1790554" y="2349397"/>
                <a:ext cx="1117618" cy="111761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23" name="Icon3">
                <a:extLst>
                  <a:ext uri="{FF2B5EF4-FFF2-40B4-BE49-F238E27FC236}">
                    <a16:creationId xmlns:a16="http://schemas.microsoft.com/office/drawing/2014/main" id="{A9227E18-7D2B-F3BC-F13A-F0C67DA0F65F}"/>
                  </a:ext>
                </a:extLst>
              </p:cNvPr>
              <p:cNvSpPr/>
              <p:nvPr/>
            </p:nvSpPr>
            <p:spPr>
              <a:xfrm>
                <a:off x="2125959" y="2685118"/>
                <a:ext cx="446807" cy="446176"/>
              </a:xfrm>
              <a:custGeom>
                <a:avLst/>
                <a:gdLst>
                  <a:gd name="connsiteX0" fmla="*/ 407480 w 599241"/>
                  <a:gd name="connsiteY0" fmla="*/ 484926 h 598395"/>
                  <a:gd name="connsiteX1" fmla="*/ 430519 w 599241"/>
                  <a:gd name="connsiteY1" fmla="*/ 507942 h 598395"/>
                  <a:gd name="connsiteX2" fmla="*/ 430519 w 599241"/>
                  <a:gd name="connsiteY2" fmla="*/ 575379 h 598395"/>
                  <a:gd name="connsiteX3" fmla="*/ 407480 w 599241"/>
                  <a:gd name="connsiteY3" fmla="*/ 598395 h 598395"/>
                  <a:gd name="connsiteX4" fmla="*/ 384440 w 599241"/>
                  <a:gd name="connsiteY4" fmla="*/ 575379 h 598395"/>
                  <a:gd name="connsiteX5" fmla="*/ 384440 w 599241"/>
                  <a:gd name="connsiteY5" fmla="*/ 507942 h 598395"/>
                  <a:gd name="connsiteX6" fmla="*/ 407480 w 599241"/>
                  <a:gd name="connsiteY6" fmla="*/ 484926 h 598395"/>
                  <a:gd name="connsiteX7" fmla="*/ 479050 w 599241"/>
                  <a:gd name="connsiteY7" fmla="*/ 455415 h 598395"/>
                  <a:gd name="connsiteX8" fmla="*/ 495303 w 599241"/>
                  <a:gd name="connsiteY8" fmla="*/ 462147 h 598395"/>
                  <a:gd name="connsiteX9" fmla="*/ 543254 w 599241"/>
                  <a:gd name="connsiteY9" fmla="*/ 509786 h 598395"/>
                  <a:gd name="connsiteX10" fmla="*/ 543254 w 599241"/>
                  <a:gd name="connsiteY10" fmla="*/ 542236 h 598395"/>
                  <a:gd name="connsiteX11" fmla="*/ 526886 w 599241"/>
                  <a:gd name="connsiteY11" fmla="*/ 549140 h 598395"/>
                  <a:gd name="connsiteX12" fmla="*/ 510518 w 599241"/>
                  <a:gd name="connsiteY12" fmla="*/ 542466 h 598395"/>
                  <a:gd name="connsiteX13" fmla="*/ 462797 w 599241"/>
                  <a:gd name="connsiteY13" fmla="*/ 494597 h 598395"/>
                  <a:gd name="connsiteX14" fmla="*/ 462797 w 599241"/>
                  <a:gd name="connsiteY14" fmla="*/ 462147 h 598395"/>
                  <a:gd name="connsiteX15" fmla="*/ 479050 w 599241"/>
                  <a:gd name="connsiteY15" fmla="*/ 455415 h 598395"/>
                  <a:gd name="connsiteX16" fmla="*/ 508676 w 599241"/>
                  <a:gd name="connsiteY16" fmla="*/ 383876 h 598395"/>
                  <a:gd name="connsiteX17" fmla="*/ 576197 w 599241"/>
                  <a:gd name="connsiteY17" fmla="*/ 383876 h 598395"/>
                  <a:gd name="connsiteX18" fmla="*/ 599241 w 599241"/>
                  <a:gd name="connsiteY18" fmla="*/ 406881 h 598395"/>
                  <a:gd name="connsiteX19" fmla="*/ 576197 w 599241"/>
                  <a:gd name="connsiteY19" fmla="*/ 429885 h 598395"/>
                  <a:gd name="connsiteX20" fmla="*/ 508676 w 599241"/>
                  <a:gd name="connsiteY20" fmla="*/ 429885 h 598395"/>
                  <a:gd name="connsiteX21" fmla="*/ 485631 w 599241"/>
                  <a:gd name="connsiteY21" fmla="*/ 406881 h 598395"/>
                  <a:gd name="connsiteX22" fmla="*/ 508676 w 599241"/>
                  <a:gd name="connsiteY22" fmla="*/ 383876 h 598395"/>
                  <a:gd name="connsiteX23" fmla="*/ 158207 w 599241"/>
                  <a:gd name="connsiteY23" fmla="*/ 226854 h 598395"/>
                  <a:gd name="connsiteX24" fmla="*/ 174486 w 599241"/>
                  <a:gd name="connsiteY24" fmla="*/ 233587 h 598395"/>
                  <a:gd name="connsiteX25" fmla="*/ 174486 w 599241"/>
                  <a:gd name="connsiteY25" fmla="*/ 266041 h 598395"/>
                  <a:gd name="connsiteX26" fmla="*/ 115939 w 599241"/>
                  <a:gd name="connsiteY26" fmla="*/ 324504 h 598395"/>
                  <a:gd name="connsiteX27" fmla="*/ 115248 w 599241"/>
                  <a:gd name="connsiteY27" fmla="*/ 482170 h 598395"/>
                  <a:gd name="connsiteX28" fmla="*/ 115939 w 599241"/>
                  <a:gd name="connsiteY28" fmla="*/ 482860 h 598395"/>
                  <a:gd name="connsiteX29" fmla="*/ 248477 w 599241"/>
                  <a:gd name="connsiteY29" fmla="*/ 501964 h 598395"/>
                  <a:gd name="connsiteX30" fmla="*/ 273832 w 599241"/>
                  <a:gd name="connsiteY30" fmla="*/ 483321 h 598395"/>
                  <a:gd name="connsiteX31" fmla="*/ 274293 w 599241"/>
                  <a:gd name="connsiteY31" fmla="*/ 482860 h 598395"/>
                  <a:gd name="connsiteX32" fmla="*/ 332841 w 599241"/>
                  <a:gd name="connsiteY32" fmla="*/ 424397 h 598395"/>
                  <a:gd name="connsiteX33" fmla="*/ 365572 w 599241"/>
                  <a:gd name="connsiteY33" fmla="*/ 424167 h 598395"/>
                  <a:gd name="connsiteX34" fmla="*/ 365572 w 599241"/>
                  <a:gd name="connsiteY34" fmla="*/ 456851 h 598395"/>
                  <a:gd name="connsiteX35" fmla="*/ 307485 w 599241"/>
                  <a:gd name="connsiteY35" fmla="*/ 514624 h 598395"/>
                  <a:gd name="connsiteX36" fmla="*/ 306794 w 599241"/>
                  <a:gd name="connsiteY36" fmla="*/ 515314 h 598395"/>
                  <a:gd name="connsiteX37" fmla="*/ 270605 w 599241"/>
                  <a:gd name="connsiteY37" fmla="*/ 542474 h 598395"/>
                  <a:gd name="connsiteX38" fmla="*/ 195462 w 599241"/>
                  <a:gd name="connsiteY38" fmla="*/ 561348 h 598395"/>
                  <a:gd name="connsiteX39" fmla="*/ 84130 w 599241"/>
                  <a:gd name="connsiteY39" fmla="*/ 516235 h 598395"/>
                  <a:gd name="connsiteX40" fmla="*/ 83208 w 599241"/>
                  <a:gd name="connsiteY40" fmla="*/ 515314 h 598395"/>
                  <a:gd name="connsiteX41" fmla="*/ 83208 w 599241"/>
                  <a:gd name="connsiteY41" fmla="*/ 292050 h 598395"/>
                  <a:gd name="connsiteX42" fmla="*/ 141755 w 599241"/>
                  <a:gd name="connsiteY42" fmla="*/ 233587 h 598395"/>
                  <a:gd name="connsiteX43" fmla="*/ 158207 w 599241"/>
                  <a:gd name="connsiteY43" fmla="*/ 226854 h 598395"/>
                  <a:gd name="connsiteX44" fmla="*/ 23045 w 599241"/>
                  <a:gd name="connsiteY44" fmla="*/ 168722 h 598395"/>
                  <a:gd name="connsiteX45" fmla="*/ 90566 w 599241"/>
                  <a:gd name="connsiteY45" fmla="*/ 168722 h 598395"/>
                  <a:gd name="connsiteX46" fmla="*/ 113610 w 599241"/>
                  <a:gd name="connsiteY46" fmla="*/ 191727 h 598395"/>
                  <a:gd name="connsiteX47" fmla="*/ 90566 w 599241"/>
                  <a:gd name="connsiteY47" fmla="*/ 214731 h 598395"/>
                  <a:gd name="connsiteX48" fmla="*/ 23045 w 599241"/>
                  <a:gd name="connsiteY48" fmla="*/ 214731 h 598395"/>
                  <a:gd name="connsiteX49" fmla="*/ 0 w 599241"/>
                  <a:gd name="connsiteY49" fmla="*/ 191727 h 598395"/>
                  <a:gd name="connsiteX50" fmla="*/ 23045 w 599241"/>
                  <a:gd name="connsiteY50" fmla="*/ 168722 h 598395"/>
                  <a:gd name="connsiteX51" fmla="*/ 72505 w 599241"/>
                  <a:gd name="connsiteY51" fmla="*/ 49452 h 598395"/>
                  <a:gd name="connsiteX52" fmla="*/ 88746 w 599241"/>
                  <a:gd name="connsiteY52" fmla="*/ 56183 h 598395"/>
                  <a:gd name="connsiteX53" fmla="*/ 136663 w 599241"/>
                  <a:gd name="connsiteY53" fmla="*/ 103823 h 598395"/>
                  <a:gd name="connsiteX54" fmla="*/ 136432 w 599241"/>
                  <a:gd name="connsiteY54" fmla="*/ 136503 h 598395"/>
                  <a:gd name="connsiteX55" fmla="*/ 120307 w 599241"/>
                  <a:gd name="connsiteY55" fmla="*/ 143177 h 598395"/>
                  <a:gd name="connsiteX56" fmla="*/ 103950 w 599241"/>
                  <a:gd name="connsiteY56" fmla="*/ 136503 h 598395"/>
                  <a:gd name="connsiteX57" fmla="*/ 56264 w 599241"/>
                  <a:gd name="connsiteY57" fmla="*/ 88633 h 598395"/>
                  <a:gd name="connsiteX58" fmla="*/ 56264 w 599241"/>
                  <a:gd name="connsiteY58" fmla="*/ 56183 h 598395"/>
                  <a:gd name="connsiteX59" fmla="*/ 72505 w 599241"/>
                  <a:gd name="connsiteY59" fmla="*/ 49452 h 598395"/>
                  <a:gd name="connsiteX60" fmla="*/ 423395 w 599241"/>
                  <a:gd name="connsiteY60" fmla="*/ 38064 h 598395"/>
                  <a:gd name="connsiteX61" fmla="*/ 515351 w 599241"/>
                  <a:gd name="connsiteY61" fmla="*/ 82368 h 598395"/>
                  <a:gd name="connsiteX62" fmla="*/ 516042 w 599241"/>
                  <a:gd name="connsiteY62" fmla="*/ 83059 h 598395"/>
                  <a:gd name="connsiteX63" fmla="*/ 516042 w 599241"/>
                  <a:gd name="connsiteY63" fmla="*/ 306536 h 598395"/>
                  <a:gd name="connsiteX64" fmla="*/ 457504 w 599241"/>
                  <a:gd name="connsiteY64" fmla="*/ 364995 h 598395"/>
                  <a:gd name="connsiteX65" fmla="*/ 441141 w 599241"/>
                  <a:gd name="connsiteY65" fmla="*/ 371669 h 598395"/>
                  <a:gd name="connsiteX66" fmla="*/ 425008 w 599241"/>
                  <a:gd name="connsiteY66" fmla="*/ 364995 h 598395"/>
                  <a:gd name="connsiteX67" fmla="*/ 425008 w 599241"/>
                  <a:gd name="connsiteY67" fmla="*/ 332313 h 598395"/>
                  <a:gd name="connsiteX68" fmla="*/ 483547 w 599241"/>
                  <a:gd name="connsiteY68" fmla="*/ 273855 h 598395"/>
                  <a:gd name="connsiteX69" fmla="*/ 484008 w 599241"/>
                  <a:gd name="connsiteY69" fmla="*/ 116201 h 598395"/>
                  <a:gd name="connsiteX70" fmla="*/ 483547 w 599241"/>
                  <a:gd name="connsiteY70" fmla="*/ 115740 h 598395"/>
                  <a:gd name="connsiteX71" fmla="*/ 346879 w 599241"/>
                  <a:gd name="connsiteY71" fmla="*/ 98939 h 598395"/>
                  <a:gd name="connsiteX72" fmla="*/ 324985 w 599241"/>
                  <a:gd name="connsiteY72" fmla="*/ 115740 h 598395"/>
                  <a:gd name="connsiteX73" fmla="*/ 266446 w 599241"/>
                  <a:gd name="connsiteY73" fmla="*/ 174199 h 598395"/>
                  <a:gd name="connsiteX74" fmla="*/ 233950 w 599241"/>
                  <a:gd name="connsiteY74" fmla="*/ 174199 h 598395"/>
                  <a:gd name="connsiteX75" fmla="*/ 233950 w 599241"/>
                  <a:gd name="connsiteY75" fmla="*/ 141517 h 598395"/>
                  <a:gd name="connsiteX76" fmla="*/ 292489 w 599241"/>
                  <a:gd name="connsiteY76" fmla="*/ 83059 h 598395"/>
                  <a:gd name="connsiteX77" fmla="*/ 323141 w 599241"/>
                  <a:gd name="connsiteY77" fmla="*/ 59353 h 598395"/>
                  <a:gd name="connsiteX78" fmla="*/ 423395 w 599241"/>
                  <a:gd name="connsiteY78" fmla="*/ 38064 h 598395"/>
                  <a:gd name="connsiteX79" fmla="*/ 191973 w 599241"/>
                  <a:gd name="connsiteY79" fmla="*/ 0 h 598395"/>
                  <a:gd name="connsiteX80" fmla="*/ 215012 w 599241"/>
                  <a:gd name="connsiteY80" fmla="*/ 23016 h 598395"/>
                  <a:gd name="connsiteX81" fmla="*/ 215012 w 599241"/>
                  <a:gd name="connsiteY81" fmla="*/ 90453 h 598395"/>
                  <a:gd name="connsiteX82" fmla="*/ 191973 w 599241"/>
                  <a:gd name="connsiteY82" fmla="*/ 113469 h 598395"/>
                  <a:gd name="connsiteX83" fmla="*/ 168933 w 599241"/>
                  <a:gd name="connsiteY83" fmla="*/ 90453 h 598395"/>
                  <a:gd name="connsiteX84" fmla="*/ 168933 w 599241"/>
                  <a:gd name="connsiteY84" fmla="*/ 23016 h 598395"/>
                  <a:gd name="connsiteX85" fmla="*/ 191973 w 599241"/>
                  <a:gd name="connsiteY85" fmla="*/ 0 h 598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99241" h="598395">
                    <a:moveTo>
                      <a:pt x="407480" y="484926"/>
                    </a:moveTo>
                    <a:cubicBezTo>
                      <a:pt x="420151" y="484926"/>
                      <a:pt x="430519" y="495283"/>
                      <a:pt x="430519" y="507942"/>
                    </a:cubicBezTo>
                    <a:lnTo>
                      <a:pt x="430519" y="575379"/>
                    </a:lnTo>
                    <a:cubicBezTo>
                      <a:pt x="430519" y="588268"/>
                      <a:pt x="420151" y="598395"/>
                      <a:pt x="407480" y="598395"/>
                    </a:cubicBezTo>
                    <a:cubicBezTo>
                      <a:pt x="394808" y="598395"/>
                      <a:pt x="384440" y="588268"/>
                      <a:pt x="384440" y="575379"/>
                    </a:cubicBezTo>
                    <a:lnTo>
                      <a:pt x="384440" y="507942"/>
                    </a:lnTo>
                    <a:cubicBezTo>
                      <a:pt x="384440" y="495283"/>
                      <a:pt x="394808" y="484926"/>
                      <a:pt x="407480" y="484926"/>
                    </a:cubicBezTo>
                    <a:close/>
                    <a:moveTo>
                      <a:pt x="479050" y="455415"/>
                    </a:moveTo>
                    <a:cubicBezTo>
                      <a:pt x="484929" y="455415"/>
                      <a:pt x="490807" y="457659"/>
                      <a:pt x="495303" y="462147"/>
                    </a:cubicBezTo>
                    <a:lnTo>
                      <a:pt x="543254" y="509786"/>
                    </a:lnTo>
                    <a:cubicBezTo>
                      <a:pt x="552245" y="518761"/>
                      <a:pt x="552245" y="533260"/>
                      <a:pt x="543254" y="542236"/>
                    </a:cubicBezTo>
                    <a:cubicBezTo>
                      <a:pt x="538644" y="546839"/>
                      <a:pt x="532880" y="549140"/>
                      <a:pt x="526886" y="549140"/>
                    </a:cubicBezTo>
                    <a:cubicBezTo>
                      <a:pt x="520892" y="549140"/>
                      <a:pt x="515129" y="546839"/>
                      <a:pt x="510518" y="542466"/>
                    </a:cubicBezTo>
                    <a:lnTo>
                      <a:pt x="462797" y="494597"/>
                    </a:lnTo>
                    <a:cubicBezTo>
                      <a:pt x="453806" y="485621"/>
                      <a:pt x="453806" y="471122"/>
                      <a:pt x="462797" y="462147"/>
                    </a:cubicBezTo>
                    <a:cubicBezTo>
                      <a:pt x="467293" y="457659"/>
                      <a:pt x="473171" y="455415"/>
                      <a:pt x="479050" y="455415"/>
                    </a:cubicBezTo>
                    <a:close/>
                    <a:moveTo>
                      <a:pt x="508676" y="383876"/>
                    </a:moveTo>
                    <a:lnTo>
                      <a:pt x="576197" y="383876"/>
                    </a:lnTo>
                    <a:cubicBezTo>
                      <a:pt x="589102" y="383876"/>
                      <a:pt x="599241" y="394228"/>
                      <a:pt x="599241" y="406881"/>
                    </a:cubicBezTo>
                    <a:cubicBezTo>
                      <a:pt x="599241" y="419533"/>
                      <a:pt x="589102" y="429885"/>
                      <a:pt x="576197" y="429885"/>
                    </a:cubicBezTo>
                    <a:lnTo>
                      <a:pt x="508676" y="429885"/>
                    </a:lnTo>
                    <a:cubicBezTo>
                      <a:pt x="496001" y="429885"/>
                      <a:pt x="485631" y="419533"/>
                      <a:pt x="485631" y="406881"/>
                    </a:cubicBezTo>
                    <a:cubicBezTo>
                      <a:pt x="485631" y="394228"/>
                      <a:pt x="496001" y="383876"/>
                      <a:pt x="508676" y="383876"/>
                    </a:cubicBezTo>
                    <a:close/>
                    <a:moveTo>
                      <a:pt x="158207" y="226854"/>
                    </a:moveTo>
                    <a:cubicBezTo>
                      <a:pt x="164114" y="226854"/>
                      <a:pt x="169992" y="229098"/>
                      <a:pt x="174486" y="233587"/>
                    </a:cubicBezTo>
                    <a:cubicBezTo>
                      <a:pt x="183476" y="242563"/>
                      <a:pt x="183476" y="257064"/>
                      <a:pt x="174486" y="266041"/>
                    </a:cubicBezTo>
                    <a:lnTo>
                      <a:pt x="115939" y="324504"/>
                    </a:lnTo>
                    <a:cubicBezTo>
                      <a:pt x="72374" y="368006"/>
                      <a:pt x="72144" y="438438"/>
                      <a:pt x="115248" y="482170"/>
                    </a:cubicBezTo>
                    <a:cubicBezTo>
                      <a:pt x="115478" y="482400"/>
                      <a:pt x="115709" y="482630"/>
                      <a:pt x="115939" y="482860"/>
                    </a:cubicBezTo>
                    <a:cubicBezTo>
                      <a:pt x="150745" y="517616"/>
                      <a:pt x="205374" y="525442"/>
                      <a:pt x="248477" y="501964"/>
                    </a:cubicBezTo>
                    <a:cubicBezTo>
                      <a:pt x="257928" y="496901"/>
                      <a:pt x="266456" y="490686"/>
                      <a:pt x="273832" y="483321"/>
                    </a:cubicBezTo>
                    <a:cubicBezTo>
                      <a:pt x="274063" y="483090"/>
                      <a:pt x="274063" y="482860"/>
                      <a:pt x="274293" y="482860"/>
                    </a:cubicBezTo>
                    <a:lnTo>
                      <a:pt x="332841" y="424397"/>
                    </a:lnTo>
                    <a:cubicBezTo>
                      <a:pt x="341830" y="415190"/>
                      <a:pt x="356582" y="415190"/>
                      <a:pt x="365572" y="424167"/>
                    </a:cubicBezTo>
                    <a:cubicBezTo>
                      <a:pt x="374561" y="433374"/>
                      <a:pt x="374561" y="447874"/>
                      <a:pt x="365572" y="456851"/>
                    </a:cubicBezTo>
                    <a:lnTo>
                      <a:pt x="307485" y="514624"/>
                    </a:lnTo>
                    <a:cubicBezTo>
                      <a:pt x="307255" y="514854"/>
                      <a:pt x="307024" y="515084"/>
                      <a:pt x="306794" y="515314"/>
                    </a:cubicBezTo>
                    <a:cubicBezTo>
                      <a:pt x="296191" y="526132"/>
                      <a:pt x="283974" y="535109"/>
                      <a:pt x="270605" y="542474"/>
                    </a:cubicBezTo>
                    <a:cubicBezTo>
                      <a:pt x="247094" y="555134"/>
                      <a:pt x="221278" y="561348"/>
                      <a:pt x="195462" y="561348"/>
                    </a:cubicBezTo>
                    <a:cubicBezTo>
                      <a:pt x="154663" y="561348"/>
                      <a:pt x="114326" y="545927"/>
                      <a:pt x="84130" y="516235"/>
                    </a:cubicBezTo>
                    <a:cubicBezTo>
                      <a:pt x="83900" y="516005"/>
                      <a:pt x="83669" y="515544"/>
                      <a:pt x="83208" y="515314"/>
                    </a:cubicBezTo>
                    <a:cubicBezTo>
                      <a:pt x="21664" y="453859"/>
                      <a:pt x="21664" y="353505"/>
                      <a:pt x="83208" y="292050"/>
                    </a:cubicBezTo>
                    <a:lnTo>
                      <a:pt x="141755" y="233587"/>
                    </a:lnTo>
                    <a:cubicBezTo>
                      <a:pt x="146365" y="229098"/>
                      <a:pt x="152301" y="226854"/>
                      <a:pt x="158207" y="226854"/>
                    </a:cubicBezTo>
                    <a:close/>
                    <a:moveTo>
                      <a:pt x="23045" y="168722"/>
                    </a:moveTo>
                    <a:lnTo>
                      <a:pt x="90566" y="168722"/>
                    </a:lnTo>
                    <a:cubicBezTo>
                      <a:pt x="103240" y="168722"/>
                      <a:pt x="113610" y="178844"/>
                      <a:pt x="113610" y="191727"/>
                    </a:cubicBezTo>
                    <a:cubicBezTo>
                      <a:pt x="113610" y="204379"/>
                      <a:pt x="103240" y="214731"/>
                      <a:pt x="90566" y="214731"/>
                    </a:cubicBezTo>
                    <a:lnTo>
                      <a:pt x="23045" y="214731"/>
                    </a:lnTo>
                    <a:cubicBezTo>
                      <a:pt x="10370" y="214731"/>
                      <a:pt x="0" y="204379"/>
                      <a:pt x="0" y="191727"/>
                    </a:cubicBezTo>
                    <a:cubicBezTo>
                      <a:pt x="0" y="178844"/>
                      <a:pt x="10370" y="168722"/>
                      <a:pt x="23045" y="168722"/>
                    </a:cubicBezTo>
                    <a:close/>
                    <a:moveTo>
                      <a:pt x="72505" y="49452"/>
                    </a:moveTo>
                    <a:cubicBezTo>
                      <a:pt x="78379" y="49452"/>
                      <a:pt x="84254" y="51696"/>
                      <a:pt x="88746" y="56183"/>
                    </a:cubicBezTo>
                    <a:lnTo>
                      <a:pt x="136663" y="103823"/>
                    </a:lnTo>
                    <a:cubicBezTo>
                      <a:pt x="145647" y="112798"/>
                      <a:pt x="145647" y="127297"/>
                      <a:pt x="136432" y="136503"/>
                    </a:cubicBezTo>
                    <a:cubicBezTo>
                      <a:pt x="132055" y="140876"/>
                      <a:pt x="126066" y="143177"/>
                      <a:pt x="120307" y="143177"/>
                    </a:cubicBezTo>
                    <a:cubicBezTo>
                      <a:pt x="114317" y="143177"/>
                      <a:pt x="108558" y="140876"/>
                      <a:pt x="103950" y="136503"/>
                    </a:cubicBezTo>
                    <a:lnTo>
                      <a:pt x="56264" y="88633"/>
                    </a:lnTo>
                    <a:cubicBezTo>
                      <a:pt x="47279" y="79658"/>
                      <a:pt x="47279" y="65159"/>
                      <a:pt x="56264" y="56183"/>
                    </a:cubicBezTo>
                    <a:cubicBezTo>
                      <a:pt x="60756" y="51696"/>
                      <a:pt x="66630" y="49452"/>
                      <a:pt x="72505" y="49452"/>
                    </a:cubicBezTo>
                    <a:close/>
                    <a:moveTo>
                      <a:pt x="423395" y="38064"/>
                    </a:moveTo>
                    <a:cubicBezTo>
                      <a:pt x="457273" y="42150"/>
                      <a:pt x="489769" y="57167"/>
                      <a:pt x="515351" y="82368"/>
                    </a:cubicBezTo>
                    <a:cubicBezTo>
                      <a:pt x="515582" y="82599"/>
                      <a:pt x="515812" y="82829"/>
                      <a:pt x="516042" y="83059"/>
                    </a:cubicBezTo>
                    <a:cubicBezTo>
                      <a:pt x="577577" y="144740"/>
                      <a:pt x="577577" y="244856"/>
                      <a:pt x="516042" y="306536"/>
                    </a:cubicBezTo>
                    <a:lnTo>
                      <a:pt x="457504" y="364995"/>
                    </a:lnTo>
                    <a:cubicBezTo>
                      <a:pt x="452894" y="369368"/>
                      <a:pt x="447133" y="371669"/>
                      <a:pt x="441141" y="371669"/>
                    </a:cubicBezTo>
                    <a:cubicBezTo>
                      <a:pt x="435379" y="371669"/>
                      <a:pt x="429387" y="369368"/>
                      <a:pt x="425008" y="364995"/>
                    </a:cubicBezTo>
                    <a:cubicBezTo>
                      <a:pt x="416020" y="356019"/>
                      <a:pt x="416020" y="341289"/>
                      <a:pt x="425008" y="332313"/>
                    </a:cubicBezTo>
                    <a:lnTo>
                      <a:pt x="483547" y="273855"/>
                    </a:lnTo>
                    <a:cubicBezTo>
                      <a:pt x="526874" y="230586"/>
                      <a:pt x="527105" y="159930"/>
                      <a:pt x="484008" y="116201"/>
                    </a:cubicBezTo>
                    <a:cubicBezTo>
                      <a:pt x="483777" y="116201"/>
                      <a:pt x="483777" y="115971"/>
                      <a:pt x="483547" y="115740"/>
                    </a:cubicBezTo>
                    <a:cubicBezTo>
                      <a:pt x="447133" y="79377"/>
                      <a:pt x="391129" y="72472"/>
                      <a:pt x="346879" y="98939"/>
                    </a:cubicBezTo>
                    <a:cubicBezTo>
                      <a:pt x="338583" y="103773"/>
                      <a:pt x="331438" y="109296"/>
                      <a:pt x="324985" y="115740"/>
                    </a:cubicBezTo>
                    <a:lnTo>
                      <a:pt x="266446" y="174199"/>
                    </a:lnTo>
                    <a:cubicBezTo>
                      <a:pt x="257458" y="183175"/>
                      <a:pt x="242939" y="183175"/>
                      <a:pt x="233950" y="174199"/>
                    </a:cubicBezTo>
                    <a:cubicBezTo>
                      <a:pt x="224962" y="165223"/>
                      <a:pt x="224962" y="150493"/>
                      <a:pt x="233950" y="141517"/>
                    </a:cubicBezTo>
                    <a:lnTo>
                      <a:pt x="292489" y="83059"/>
                    </a:lnTo>
                    <a:cubicBezTo>
                      <a:pt x="301247" y="74313"/>
                      <a:pt x="311618" y="66258"/>
                      <a:pt x="323141" y="59353"/>
                    </a:cubicBezTo>
                    <a:cubicBezTo>
                      <a:pt x="354254" y="40826"/>
                      <a:pt x="389516" y="33979"/>
                      <a:pt x="423395" y="38064"/>
                    </a:cubicBezTo>
                    <a:close/>
                    <a:moveTo>
                      <a:pt x="191973" y="0"/>
                    </a:moveTo>
                    <a:cubicBezTo>
                      <a:pt x="204644" y="0"/>
                      <a:pt x="215012" y="10357"/>
                      <a:pt x="215012" y="23016"/>
                    </a:cubicBezTo>
                    <a:lnTo>
                      <a:pt x="215012" y="90453"/>
                    </a:lnTo>
                    <a:cubicBezTo>
                      <a:pt x="215012" y="103112"/>
                      <a:pt x="204644" y="113469"/>
                      <a:pt x="191973" y="113469"/>
                    </a:cubicBezTo>
                    <a:cubicBezTo>
                      <a:pt x="179071" y="113469"/>
                      <a:pt x="168933" y="103112"/>
                      <a:pt x="168933" y="90453"/>
                    </a:cubicBezTo>
                    <a:lnTo>
                      <a:pt x="168933" y="23016"/>
                    </a:lnTo>
                    <a:cubicBezTo>
                      <a:pt x="168933" y="10357"/>
                      <a:pt x="179071" y="0"/>
                      <a:pt x="191973"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grpSp>
        <p:grpSp>
          <p:nvGrpSpPr>
            <p:cNvPr id="15" name="组合 14">
              <a:extLst>
                <a:ext uri="{FF2B5EF4-FFF2-40B4-BE49-F238E27FC236}">
                  <a16:creationId xmlns:a16="http://schemas.microsoft.com/office/drawing/2014/main" id="{C22DB47D-A54C-E85A-81D1-A42F9A4CC00C}"/>
                </a:ext>
              </a:extLst>
            </p:cNvPr>
            <p:cNvGrpSpPr/>
            <p:nvPr/>
          </p:nvGrpSpPr>
          <p:grpSpPr>
            <a:xfrm>
              <a:off x="9036403" y="2349397"/>
              <a:ext cx="2482497" cy="3784693"/>
              <a:chOff x="1108114" y="2349397"/>
              <a:chExt cx="2482497" cy="3784693"/>
            </a:xfrm>
          </p:grpSpPr>
          <p:grpSp>
            <p:nvGrpSpPr>
              <p:cNvPr id="16" name="组合 15">
                <a:extLst>
                  <a:ext uri="{FF2B5EF4-FFF2-40B4-BE49-F238E27FC236}">
                    <a16:creationId xmlns:a16="http://schemas.microsoft.com/office/drawing/2014/main" id="{BD350FCB-A785-7370-0C57-E4D104D21371}"/>
                  </a:ext>
                </a:extLst>
              </p:cNvPr>
              <p:cNvGrpSpPr>
                <a:grpSpLocks/>
              </p:cNvGrpSpPr>
              <p:nvPr/>
            </p:nvGrpSpPr>
            <p:grpSpPr>
              <a:xfrm>
                <a:off x="1108114" y="3687225"/>
                <a:ext cx="2482497" cy="2446865"/>
                <a:chOff x="2797088" y="4756675"/>
                <a:chExt cx="1914404" cy="1783463"/>
              </a:xfrm>
            </p:grpSpPr>
            <p:sp>
              <p:nvSpPr>
                <p:cNvPr id="19" name="Bullet4">
                  <a:extLst>
                    <a:ext uri="{FF2B5EF4-FFF2-40B4-BE49-F238E27FC236}">
                      <a16:creationId xmlns:a16="http://schemas.microsoft.com/office/drawing/2014/main" id="{7243A980-5CBF-F0AB-335D-5BBFCB6BCF70}"/>
                    </a:ext>
                  </a:extLst>
                </p:cNvPr>
                <p:cNvSpPr txBox="1"/>
                <p:nvPr/>
              </p:nvSpPr>
              <p:spPr>
                <a:xfrm>
                  <a:off x="2797088" y="4756675"/>
                  <a:ext cx="1914404" cy="493596"/>
                </a:xfrm>
                <a:prstGeom prst="rect">
                  <a:avLst/>
                </a:prstGeom>
                <a:noFill/>
                <a:ln>
                  <a:noFill/>
                </a:ln>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SzPct val="25000"/>
                  </a:pPr>
                  <a:r>
                    <a:rPr lang="zh-CN" altLang="en-US" b="1" dirty="0">
                      <a:cs typeface="+mn-ea"/>
                      <a:sym typeface="+mn-lt"/>
                    </a:rPr>
                    <a:t>单击添加小标题</a:t>
                  </a:r>
                  <a:endParaRPr lang="en-US" dirty="0">
                    <a:cs typeface="+mn-ea"/>
                    <a:sym typeface="+mn-lt"/>
                  </a:endParaRPr>
                </a:p>
              </p:txBody>
            </p:sp>
            <p:sp>
              <p:nvSpPr>
                <p:cNvPr id="20" name="Text4">
                  <a:extLst>
                    <a:ext uri="{FF2B5EF4-FFF2-40B4-BE49-F238E27FC236}">
                      <a16:creationId xmlns:a16="http://schemas.microsoft.com/office/drawing/2014/main" id="{E24D8CAA-B926-049D-D87E-D48966DC1F6D}"/>
                    </a:ext>
                  </a:extLst>
                </p:cNvPr>
                <p:cNvSpPr txBox="1"/>
                <p:nvPr/>
              </p:nvSpPr>
              <p:spPr>
                <a:xfrm>
                  <a:off x="2797088" y="5250269"/>
                  <a:ext cx="1914404" cy="1289869"/>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buSzPct val="25000"/>
                  </a:pPr>
                  <a:r>
                    <a:rPr lang="zh-CN" altLang="en-US" sz="1200" dirty="0">
                      <a:cs typeface="+mn-ea"/>
                      <a:sym typeface="+mn-lt"/>
                    </a:rPr>
                    <a:t>单击此处添加文本单击此处添加文本单击此处添加文本单击此处添加文本</a:t>
                  </a:r>
                  <a:endParaRPr lang="en-US" dirty="0">
                    <a:cs typeface="+mn-ea"/>
                    <a:sym typeface="+mn-lt"/>
                  </a:endParaRPr>
                </a:p>
              </p:txBody>
            </p:sp>
          </p:grpSp>
          <p:sp>
            <p:nvSpPr>
              <p:cNvPr id="17" name="IconBackground4">
                <a:extLst>
                  <a:ext uri="{FF2B5EF4-FFF2-40B4-BE49-F238E27FC236}">
                    <a16:creationId xmlns:a16="http://schemas.microsoft.com/office/drawing/2014/main" id="{0307BAF9-0D9B-845D-AE23-9926389E623D}"/>
                  </a:ext>
                </a:extLst>
              </p:cNvPr>
              <p:cNvSpPr/>
              <p:nvPr/>
            </p:nvSpPr>
            <p:spPr>
              <a:xfrm>
                <a:off x="1790554" y="2349397"/>
                <a:ext cx="1117618" cy="111761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8" name="Icon4">
                <a:extLst>
                  <a:ext uri="{FF2B5EF4-FFF2-40B4-BE49-F238E27FC236}">
                    <a16:creationId xmlns:a16="http://schemas.microsoft.com/office/drawing/2014/main" id="{B2F94E35-7B19-0541-955B-E7129C83870C}"/>
                  </a:ext>
                </a:extLst>
              </p:cNvPr>
              <p:cNvSpPr/>
              <p:nvPr/>
            </p:nvSpPr>
            <p:spPr>
              <a:xfrm>
                <a:off x="2125959" y="2685123"/>
                <a:ext cx="446807" cy="446164"/>
              </a:xfrm>
              <a:custGeom>
                <a:avLst/>
                <a:gdLst>
                  <a:gd name="connsiteX0" fmla="*/ 197359 w 609362"/>
                  <a:gd name="connsiteY0" fmla="*/ 538464 h 608486"/>
                  <a:gd name="connsiteX1" fmla="*/ 198793 w 609362"/>
                  <a:gd name="connsiteY1" fmla="*/ 538757 h 608486"/>
                  <a:gd name="connsiteX2" fmla="*/ 196714 w 609362"/>
                  <a:gd name="connsiteY2" fmla="*/ 538528 h 608486"/>
                  <a:gd name="connsiteX3" fmla="*/ 175326 w 609362"/>
                  <a:gd name="connsiteY3" fmla="*/ 367591 h 608486"/>
                  <a:gd name="connsiteX4" fmla="*/ 156620 w 609362"/>
                  <a:gd name="connsiteY4" fmla="*/ 386275 h 608486"/>
                  <a:gd name="connsiteX5" fmla="*/ 175326 w 609362"/>
                  <a:gd name="connsiteY5" fmla="*/ 404959 h 608486"/>
                  <a:gd name="connsiteX6" fmla="*/ 325278 w 609362"/>
                  <a:gd name="connsiteY6" fmla="*/ 404959 h 608486"/>
                  <a:gd name="connsiteX7" fmla="*/ 344060 w 609362"/>
                  <a:gd name="connsiteY7" fmla="*/ 386275 h 608486"/>
                  <a:gd name="connsiteX8" fmla="*/ 325278 w 609362"/>
                  <a:gd name="connsiteY8" fmla="*/ 367591 h 608486"/>
                  <a:gd name="connsiteX9" fmla="*/ 175308 w 609362"/>
                  <a:gd name="connsiteY9" fmla="*/ 367092 h 608486"/>
                  <a:gd name="connsiteX10" fmla="*/ 325301 w 609362"/>
                  <a:gd name="connsiteY10" fmla="*/ 367092 h 608486"/>
                  <a:gd name="connsiteX11" fmla="*/ 344546 w 609362"/>
                  <a:gd name="connsiteY11" fmla="*/ 386311 h 608486"/>
                  <a:gd name="connsiteX12" fmla="*/ 325301 w 609362"/>
                  <a:gd name="connsiteY12" fmla="*/ 405530 h 608486"/>
                  <a:gd name="connsiteX13" fmla="*/ 175308 w 609362"/>
                  <a:gd name="connsiteY13" fmla="*/ 405530 h 608486"/>
                  <a:gd name="connsiteX14" fmla="*/ 156063 w 609362"/>
                  <a:gd name="connsiteY14" fmla="*/ 386311 h 608486"/>
                  <a:gd name="connsiteX15" fmla="*/ 175308 w 609362"/>
                  <a:gd name="connsiteY15" fmla="*/ 367092 h 608486"/>
                  <a:gd name="connsiteX16" fmla="*/ 175326 w 609362"/>
                  <a:gd name="connsiteY16" fmla="*/ 366600 h 608486"/>
                  <a:gd name="connsiteX17" fmla="*/ 155628 w 609362"/>
                  <a:gd name="connsiteY17" fmla="*/ 386275 h 608486"/>
                  <a:gd name="connsiteX18" fmla="*/ 175326 w 609362"/>
                  <a:gd name="connsiteY18" fmla="*/ 405950 h 608486"/>
                  <a:gd name="connsiteX19" fmla="*/ 325278 w 609362"/>
                  <a:gd name="connsiteY19" fmla="*/ 405950 h 608486"/>
                  <a:gd name="connsiteX20" fmla="*/ 345052 w 609362"/>
                  <a:gd name="connsiteY20" fmla="*/ 386275 h 608486"/>
                  <a:gd name="connsiteX21" fmla="*/ 325278 w 609362"/>
                  <a:gd name="connsiteY21" fmla="*/ 366600 h 608486"/>
                  <a:gd name="connsiteX22" fmla="*/ 175326 w 609362"/>
                  <a:gd name="connsiteY22" fmla="*/ 324046 h 608486"/>
                  <a:gd name="connsiteX23" fmla="*/ 325278 w 609362"/>
                  <a:gd name="connsiteY23" fmla="*/ 324046 h 608486"/>
                  <a:gd name="connsiteX24" fmla="*/ 387655 w 609362"/>
                  <a:gd name="connsiteY24" fmla="*/ 386275 h 608486"/>
                  <a:gd name="connsiteX25" fmla="*/ 325278 w 609362"/>
                  <a:gd name="connsiteY25" fmla="*/ 448504 h 608486"/>
                  <a:gd name="connsiteX26" fmla="*/ 175326 w 609362"/>
                  <a:gd name="connsiteY26" fmla="*/ 448504 h 608486"/>
                  <a:gd name="connsiteX27" fmla="*/ 113025 w 609362"/>
                  <a:gd name="connsiteY27" fmla="*/ 386275 h 608486"/>
                  <a:gd name="connsiteX28" fmla="*/ 175326 w 609362"/>
                  <a:gd name="connsiteY28" fmla="*/ 324046 h 608486"/>
                  <a:gd name="connsiteX29" fmla="*/ 175308 w 609362"/>
                  <a:gd name="connsiteY29" fmla="*/ 323543 h 608486"/>
                  <a:gd name="connsiteX30" fmla="*/ 112455 w 609362"/>
                  <a:gd name="connsiteY30" fmla="*/ 386311 h 608486"/>
                  <a:gd name="connsiteX31" fmla="*/ 175308 w 609362"/>
                  <a:gd name="connsiteY31" fmla="*/ 449079 h 608486"/>
                  <a:gd name="connsiteX32" fmla="*/ 325301 w 609362"/>
                  <a:gd name="connsiteY32" fmla="*/ 449079 h 608486"/>
                  <a:gd name="connsiteX33" fmla="*/ 388154 w 609362"/>
                  <a:gd name="connsiteY33" fmla="*/ 386311 h 608486"/>
                  <a:gd name="connsiteX34" fmla="*/ 325301 w 609362"/>
                  <a:gd name="connsiteY34" fmla="*/ 323543 h 608486"/>
                  <a:gd name="connsiteX35" fmla="*/ 175326 w 609362"/>
                  <a:gd name="connsiteY35" fmla="*/ 322978 h 608486"/>
                  <a:gd name="connsiteX36" fmla="*/ 325278 w 609362"/>
                  <a:gd name="connsiteY36" fmla="*/ 322978 h 608486"/>
                  <a:gd name="connsiteX37" fmla="*/ 388648 w 609362"/>
                  <a:gd name="connsiteY37" fmla="*/ 386275 h 608486"/>
                  <a:gd name="connsiteX38" fmla="*/ 325278 w 609362"/>
                  <a:gd name="connsiteY38" fmla="*/ 449572 h 608486"/>
                  <a:gd name="connsiteX39" fmla="*/ 175326 w 609362"/>
                  <a:gd name="connsiteY39" fmla="*/ 449572 h 608486"/>
                  <a:gd name="connsiteX40" fmla="*/ 112032 w 609362"/>
                  <a:gd name="connsiteY40" fmla="*/ 386275 h 608486"/>
                  <a:gd name="connsiteX41" fmla="*/ 175326 w 609362"/>
                  <a:gd name="connsiteY41" fmla="*/ 322978 h 608486"/>
                  <a:gd name="connsiteX42" fmla="*/ 175334 w 609362"/>
                  <a:gd name="connsiteY42" fmla="*/ 220041 h 608486"/>
                  <a:gd name="connsiteX43" fmla="*/ 156626 w 609362"/>
                  <a:gd name="connsiteY43" fmla="*/ 238726 h 608486"/>
                  <a:gd name="connsiteX44" fmla="*/ 175334 w 609362"/>
                  <a:gd name="connsiteY44" fmla="*/ 257411 h 608486"/>
                  <a:gd name="connsiteX45" fmla="*/ 436481 w 609362"/>
                  <a:gd name="connsiteY45" fmla="*/ 257411 h 608486"/>
                  <a:gd name="connsiteX46" fmla="*/ 455189 w 609362"/>
                  <a:gd name="connsiteY46" fmla="*/ 238726 h 608486"/>
                  <a:gd name="connsiteX47" fmla="*/ 436481 w 609362"/>
                  <a:gd name="connsiteY47" fmla="*/ 220041 h 608486"/>
                  <a:gd name="connsiteX48" fmla="*/ 175299 w 609362"/>
                  <a:gd name="connsiteY48" fmla="*/ 219539 h 608486"/>
                  <a:gd name="connsiteX49" fmla="*/ 436450 w 609362"/>
                  <a:gd name="connsiteY49" fmla="*/ 219539 h 608486"/>
                  <a:gd name="connsiteX50" fmla="*/ 455693 w 609362"/>
                  <a:gd name="connsiteY50" fmla="*/ 238758 h 608486"/>
                  <a:gd name="connsiteX51" fmla="*/ 436450 w 609362"/>
                  <a:gd name="connsiteY51" fmla="*/ 257977 h 608486"/>
                  <a:gd name="connsiteX52" fmla="*/ 175299 w 609362"/>
                  <a:gd name="connsiteY52" fmla="*/ 257977 h 608486"/>
                  <a:gd name="connsiteX53" fmla="*/ 156056 w 609362"/>
                  <a:gd name="connsiteY53" fmla="*/ 238758 h 608486"/>
                  <a:gd name="connsiteX54" fmla="*/ 175299 w 609362"/>
                  <a:gd name="connsiteY54" fmla="*/ 219539 h 608486"/>
                  <a:gd name="connsiteX55" fmla="*/ 175334 w 609362"/>
                  <a:gd name="connsiteY55" fmla="*/ 218973 h 608486"/>
                  <a:gd name="connsiteX56" fmla="*/ 155633 w 609362"/>
                  <a:gd name="connsiteY56" fmla="*/ 238726 h 608486"/>
                  <a:gd name="connsiteX57" fmla="*/ 175334 w 609362"/>
                  <a:gd name="connsiteY57" fmla="*/ 258403 h 608486"/>
                  <a:gd name="connsiteX58" fmla="*/ 436481 w 609362"/>
                  <a:gd name="connsiteY58" fmla="*/ 258403 h 608486"/>
                  <a:gd name="connsiteX59" fmla="*/ 456258 w 609362"/>
                  <a:gd name="connsiteY59" fmla="*/ 238726 h 608486"/>
                  <a:gd name="connsiteX60" fmla="*/ 436481 w 609362"/>
                  <a:gd name="connsiteY60" fmla="*/ 218973 h 608486"/>
                  <a:gd name="connsiteX61" fmla="*/ 175334 w 609362"/>
                  <a:gd name="connsiteY61" fmla="*/ 176494 h 608486"/>
                  <a:gd name="connsiteX62" fmla="*/ 436481 w 609362"/>
                  <a:gd name="connsiteY62" fmla="*/ 176494 h 608486"/>
                  <a:gd name="connsiteX63" fmla="*/ 498866 w 609362"/>
                  <a:gd name="connsiteY63" fmla="*/ 238726 h 608486"/>
                  <a:gd name="connsiteX64" fmla="*/ 436481 w 609362"/>
                  <a:gd name="connsiteY64" fmla="*/ 300959 h 608486"/>
                  <a:gd name="connsiteX65" fmla="*/ 175334 w 609362"/>
                  <a:gd name="connsiteY65" fmla="*/ 300959 h 608486"/>
                  <a:gd name="connsiteX66" fmla="*/ 113025 w 609362"/>
                  <a:gd name="connsiteY66" fmla="*/ 238726 h 608486"/>
                  <a:gd name="connsiteX67" fmla="*/ 175334 w 609362"/>
                  <a:gd name="connsiteY67" fmla="*/ 176494 h 608486"/>
                  <a:gd name="connsiteX68" fmla="*/ 175299 w 609362"/>
                  <a:gd name="connsiteY68" fmla="*/ 175990 h 608486"/>
                  <a:gd name="connsiteX69" fmla="*/ 112455 w 609362"/>
                  <a:gd name="connsiteY69" fmla="*/ 238758 h 608486"/>
                  <a:gd name="connsiteX70" fmla="*/ 175299 w 609362"/>
                  <a:gd name="connsiteY70" fmla="*/ 301526 h 608486"/>
                  <a:gd name="connsiteX71" fmla="*/ 436450 w 609362"/>
                  <a:gd name="connsiteY71" fmla="*/ 301526 h 608486"/>
                  <a:gd name="connsiteX72" fmla="*/ 499294 w 609362"/>
                  <a:gd name="connsiteY72" fmla="*/ 238758 h 608486"/>
                  <a:gd name="connsiteX73" fmla="*/ 436450 w 609362"/>
                  <a:gd name="connsiteY73" fmla="*/ 175990 h 608486"/>
                  <a:gd name="connsiteX74" fmla="*/ 175334 w 609362"/>
                  <a:gd name="connsiteY74" fmla="*/ 175426 h 608486"/>
                  <a:gd name="connsiteX75" fmla="*/ 436481 w 609362"/>
                  <a:gd name="connsiteY75" fmla="*/ 175426 h 608486"/>
                  <a:gd name="connsiteX76" fmla="*/ 499859 w 609362"/>
                  <a:gd name="connsiteY76" fmla="*/ 238726 h 608486"/>
                  <a:gd name="connsiteX77" fmla="*/ 436481 w 609362"/>
                  <a:gd name="connsiteY77" fmla="*/ 301950 h 608486"/>
                  <a:gd name="connsiteX78" fmla="*/ 175334 w 609362"/>
                  <a:gd name="connsiteY78" fmla="*/ 301950 h 608486"/>
                  <a:gd name="connsiteX79" fmla="*/ 112032 w 609362"/>
                  <a:gd name="connsiteY79" fmla="*/ 238726 h 608486"/>
                  <a:gd name="connsiteX80" fmla="*/ 175334 w 609362"/>
                  <a:gd name="connsiteY80" fmla="*/ 175426 h 608486"/>
                  <a:gd name="connsiteX81" fmla="*/ 306401 w 609362"/>
                  <a:gd name="connsiteY81" fmla="*/ 44100 h 608486"/>
                  <a:gd name="connsiteX82" fmla="*/ 308234 w 609362"/>
                  <a:gd name="connsiteY82" fmla="*/ 44100 h 608486"/>
                  <a:gd name="connsiteX83" fmla="*/ 565188 w 609362"/>
                  <a:gd name="connsiteY83" fmla="*/ 300660 h 608486"/>
                  <a:gd name="connsiteX84" fmla="*/ 309074 w 609362"/>
                  <a:gd name="connsiteY84" fmla="*/ 560880 h 608486"/>
                  <a:gd name="connsiteX85" fmla="*/ 306401 w 609362"/>
                  <a:gd name="connsiteY85" fmla="*/ 560956 h 608486"/>
                  <a:gd name="connsiteX86" fmla="*/ 203696 w 609362"/>
                  <a:gd name="connsiteY86" fmla="*/ 539760 h 608486"/>
                  <a:gd name="connsiteX87" fmla="*/ 198793 w 609362"/>
                  <a:gd name="connsiteY87" fmla="*/ 538757 h 608486"/>
                  <a:gd name="connsiteX88" fmla="*/ 203962 w 609362"/>
                  <a:gd name="connsiteY88" fmla="*/ 539326 h 608486"/>
                  <a:gd name="connsiteX89" fmla="*/ 309109 w 609362"/>
                  <a:gd name="connsiteY89" fmla="*/ 560448 h 608486"/>
                  <a:gd name="connsiteX90" fmla="*/ 564683 w 609362"/>
                  <a:gd name="connsiteY90" fmla="*/ 300659 h 608486"/>
                  <a:gd name="connsiteX91" fmla="*/ 489088 w 609362"/>
                  <a:gd name="connsiteY91" fmla="*/ 120096 h 608486"/>
                  <a:gd name="connsiteX92" fmla="*/ 308269 w 609362"/>
                  <a:gd name="connsiteY92" fmla="*/ 44607 h 608486"/>
                  <a:gd name="connsiteX93" fmla="*/ 306436 w 609362"/>
                  <a:gd name="connsiteY93" fmla="*/ 44607 h 608486"/>
                  <a:gd name="connsiteX94" fmla="*/ 124854 w 609362"/>
                  <a:gd name="connsiteY94" fmla="*/ 119257 h 608486"/>
                  <a:gd name="connsiteX95" fmla="*/ 48113 w 609362"/>
                  <a:gd name="connsiteY95" fmla="*/ 299820 h 608486"/>
                  <a:gd name="connsiteX96" fmla="*/ 69265 w 609362"/>
                  <a:gd name="connsiteY96" fmla="*/ 404819 h 608486"/>
                  <a:gd name="connsiteX97" fmla="*/ 70257 w 609362"/>
                  <a:gd name="connsiteY97" fmla="*/ 414503 h 608486"/>
                  <a:gd name="connsiteX98" fmla="*/ 44906 w 609362"/>
                  <a:gd name="connsiteY98" fmla="*/ 545426 h 608486"/>
                  <a:gd name="connsiteX99" fmla="*/ 48189 w 609362"/>
                  <a:gd name="connsiteY99" fmla="*/ 558236 h 608486"/>
                  <a:gd name="connsiteX100" fmla="*/ 60102 w 609362"/>
                  <a:gd name="connsiteY100" fmla="*/ 563879 h 608486"/>
                  <a:gd name="connsiteX101" fmla="*/ 63156 w 609362"/>
                  <a:gd name="connsiteY101" fmla="*/ 563650 h 608486"/>
                  <a:gd name="connsiteX102" fmla="*/ 194265 w 609362"/>
                  <a:gd name="connsiteY102" fmla="*/ 538259 h 608486"/>
                  <a:gd name="connsiteX103" fmla="*/ 196714 w 609362"/>
                  <a:gd name="connsiteY103" fmla="*/ 538528 h 608486"/>
                  <a:gd name="connsiteX104" fmla="*/ 194304 w 609362"/>
                  <a:gd name="connsiteY104" fmla="*/ 538769 h 608486"/>
                  <a:gd name="connsiteX105" fmla="*/ 63193 w 609362"/>
                  <a:gd name="connsiteY105" fmla="*/ 564082 h 608486"/>
                  <a:gd name="connsiteX106" fmla="*/ 60062 w 609362"/>
                  <a:gd name="connsiteY106" fmla="*/ 564387 h 608486"/>
                  <a:gd name="connsiteX107" fmla="*/ 44408 w 609362"/>
                  <a:gd name="connsiteY107" fmla="*/ 545326 h 608486"/>
                  <a:gd name="connsiteX108" fmla="*/ 69760 w 609362"/>
                  <a:gd name="connsiteY108" fmla="*/ 414416 h 608486"/>
                  <a:gd name="connsiteX109" fmla="*/ 68767 w 609362"/>
                  <a:gd name="connsiteY109" fmla="*/ 405038 h 608486"/>
                  <a:gd name="connsiteX110" fmla="*/ 47615 w 609362"/>
                  <a:gd name="connsiteY110" fmla="*/ 299821 h 608486"/>
                  <a:gd name="connsiteX111" fmla="*/ 306401 w 609362"/>
                  <a:gd name="connsiteY111" fmla="*/ 44100 h 608486"/>
                  <a:gd name="connsiteX112" fmla="*/ 306436 w 609362"/>
                  <a:gd name="connsiteY112" fmla="*/ 43540 h 608486"/>
                  <a:gd name="connsiteX113" fmla="*/ 124167 w 609362"/>
                  <a:gd name="connsiteY113" fmla="*/ 118495 h 608486"/>
                  <a:gd name="connsiteX114" fmla="*/ 47120 w 609362"/>
                  <a:gd name="connsiteY114" fmla="*/ 299820 h 608486"/>
                  <a:gd name="connsiteX115" fmla="*/ 68272 w 609362"/>
                  <a:gd name="connsiteY115" fmla="*/ 405200 h 608486"/>
                  <a:gd name="connsiteX116" fmla="*/ 69265 w 609362"/>
                  <a:gd name="connsiteY116" fmla="*/ 414350 h 608486"/>
                  <a:gd name="connsiteX117" fmla="*/ 43913 w 609362"/>
                  <a:gd name="connsiteY117" fmla="*/ 545274 h 608486"/>
                  <a:gd name="connsiteX118" fmla="*/ 47426 w 609362"/>
                  <a:gd name="connsiteY118" fmla="*/ 558923 h 608486"/>
                  <a:gd name="connsiteX119" fmla="*/ 60102 w 609362"/>
                  <a:gd name="connsiteY119" fmla="*/ 564946 h 608486"/>
                  <a:gd name="connsiteX120" fmla="*/ 63309 w 609362"/>
                  <a:gd name="connsiteY120" fmla="*/ 564641 h 608486"/>
                  <a:gd name="connsiteX121" fmla="*/ 194417 w 609362"/>
                  <a:gd name="connsiteY121" fmla="*/ 539326 h 608486"/>
                  <a:gd name="connsiteX122" fmla="*/ 203504 w 609362"/>
                  <a:gd name="connsiteY122" fmla="*/ 540317 h 608486"/>
                  <a:gd name="connsiteX123" fmla="*/ 309109 w 609362"/>
                  <a:gd name="connsiteY123" fmla="*/ 561439 h 608486"/>
                  <a:gd name="connsiteX124" fmla="*/ 565752 w 609362"/>
                  <a:gd name="connsiteY124" fmla="*/ 300659 h 608486"/>
                  <a:gd name="connsiteX125" fmla="*/ 489775 w 609362"/>
                  <a:gd name="connsiteY125" fmla="*/ 119410 h 608486"/>
                  <a:gd name="connsiteX126" fmla="*/ 308269 w 609362"/>
                  <a:gd name="connsiteY126" fmla="*/ 43540 h 608486"/>
                  <a:gd name="connsiteX127" fmla="*/ 306436 w 609362"/>
                  <a:gd name="connsiteY127" fmla="*/ 43540 h 608486"/>
                  <a:gd name="connsiteX128" fmla="*/ 306436 w 609362"/>
                  <a:gd name="connsiteY128" fmla="*/ 991 h 608486"/>
                  <a:gd name="connsiteX129" fmla="*/ 308574 w 609362"/>
                  <a:gd name="connsiteY129" fmla="*/ 991 h 608486"/>
                  <a:gd name="connsiteX130" fmla="*/ 424870 w 609362"/>
                  <a:gd name="connsiteY130" fmla="*/ 25163 h 608486"/>
                  <a:gd name="connsiteX131" fmla="*/ 519937 w 609362"/>
                  <a:gd name="connsiteY131" fmla="*/ 89290 h 608486"/>
                  <a:gd name="connsiteX132" fmla="*/ 584155 w 609362"/>
                  <a:gd name="connsiteY132" fmla="*/ 184223 h 608486"/>
                  <a:gd name="connsiteX133" fmla="*/ 608285 w 609362"/>
                  <a:gd name="connsiteY133" fmla="*/ 300354 h 608486"/>
                  <a:gd name="connsiteX134" fmla="*/ 585453 w 609362"/>
                  <a:gd name="connsiteY134" fmla="*/ 417553 h 608486"/>
                  <a:gd name="connsiteX135" fmla="*/ 521617 w 609362"/>
                  <a:gd name="connsiteY135" fmla="*/ 513706 h 608486"/>
                  <a:gd name="connsiteX136" fmla="*/ 426473 w 609362"/>
                  <a:gd name="connsiteY136" fmla="*/ 579129 h 608486"/>
                  <a:gd name="connsiteX137" fmla="*/ 309567 w 609362"/>
                  <a:gd name="connsiteY137" fmla="*/ 603987 h 608486"/>
                  <a:gd name="connsiteX138" fmla="*/ 306436 w 609362"/>
                  <a:gd name="connsiteY138" fmla="*/ 603987 h 608486"/>
                  <a:gd name="connsiteX139" fmla="*/ 194646 w 609362"/>
                  <a:gd name="connsiteY139" fmla="*/ 582637 h 608486"/>
                  <a:gd name="connsiteX140" fmla="*/ 194494 w 609362"/>
                  <a:gd name="connsiteY140" fmla="*/ 582637 h 608486"/>
                  <a:gd name="connsiteX141" fmla="*/ 71403 w 609362"/>
                  <a:gd name="connsiteY141" fmla="*/ 606351 h 608486"/>
                  <a:gd name="connsiteX142" fmla="*/ 60102 w 609362"/>
                  <a:gd name="connsiteY142" fmla="*/ 607495 h 608486"/>
                  <a:gd name="connsiteX143" fmla="*/ 14515 w 609362"/>
                  <a:gd name="connsiteY143" fmla="*/ 585992 h 608486"/>
                  <a:gd name="connsiteX144" fmla="*/ 2145 w 609362"/>
                  <a:gd name="connsiteY144" fmla="*/ 537191 h 608486"/>
                  <a:gd name="connsiteX145" fmla="*/ 25893 w 609362"/>
                  <a:gd name="connsiteY145" fmla="*/ 414350 h 608486"/>
                  <a:gd name="connsiteX146" fmla="*/ 25893 w 609362"/>
                  <a:gd name="connsiteY146" fmla="*/ 414274 h 608486"/>
                  <a:gd name="connsiteX147" fmla="*/ 25893 w 609362"/>
                  <a:gd name="connsiteY147" fmla="*/ 414121 h 608486"/>
                  <a:gd name="connsiteX148" fmla="*/ 4512 w 609362"/>
                  <a:gd name="connsiteY148" fmla="*/ 299363 h 608486"/>
                  <a:gd name="connsiteX149" fmla="*/ 29252 w 609362"/>
                  <a:gd name="connsiteY149" fmla="*/ 183080 h 608486"/>
                  <a:gd name="connsiteX150" fmla="*/ 94234 w 609362"/>
                  <a:gd name="connsiteY150" fmla="*/ 88299 h 608486"/>
                  <a:gd name="connsiteX151" fmla="*/ 189836 w 609362"/>
                  <a:gd name="connsiteY151" fmla="*/ 24477 h 608486"/>
                  <a:gd name="connsiteX152" fmla="*/ 306436 w 609362"/>
                  <a:gd name="connsiteY152" fmla="*/ 991 h 608486"/>
                  <a:gd name="connsiteX153" fmla="*/ 306401 w 609362"/>
                  <a:gd name="connsiteY153" fmla="*/ 565 h 608486"/>
                  <a:gd name="connsiteX154" fmla="*/ 189570 w 609362"/>
                  <a:gd name="connsiteY154" fmla="*/ 23972 h 608486"/>
                  <a:gd name="connsiteX155" fmla="*/ 93814 w 609362"/>
                  <a:gd name="connsiteY155" fmla="*/ 87940 h 608486"/>
                  <a:gd name="connsiteX156" fmla="*/ 28754 w 609362"/>
                  <a:gd name="connsiteY156" fmla="*/ 182864 h 608486"/>
                  <a:gd name="connsiteX157" fmla="*/ 3937 w 609362"/>
                  <a:gd name="connsiteY157" fmla="*/ 299364 h 608486"/>
                  <a:gd name="connsiteX158" fmla="*/ 25318 w 609362"/>
                  <a:gd name="connsiteY158" fmla="*/ 414263 h 608486"/>
                  <a:gd name="connsiteX159" fmla="*/ 1570 w 609362"/>
                  <a:gd name="connsiteY159" fmla="*/ 537092 h 608486"/>
                  <a:gd name="connsiteX160" fmla="*/ 14093 w 609362"/>
                  <a:gd name="connsiteY160" fmla="*/ 586269 h 608486"/>
                  <a:gd name="connsiteX161" fmla="*/ 60062 w 609362"/>
                  <a:gd name="connsiteY161" fmla="*/ 607922 h 608486"/>
                  <a:gd name="connsiteX162" fmla="*/ 71440 w 609362"/>
                  <a:gd name="connsiteY162" fmla="*/ 606855 h 608486"/>
                  <a:gd name="connsiteX163" fmla="*/ 194457 w 609362"/>
                  <a:gd name="connsiteY163" fmla="*/ 583067 h 608486"/>
                  <a:gd name="connsiteX164" fmla="*/ 306401 w 609362"/>
                  <a:gd name="connsiteY164" fmla="*/ 604491 h 608486"/>
                  <a:gd name="connsiteX165" fmla="*/ 309532 w 609362"/>
                  <a:gd name="connsiteY165" fmla="*/ 604491 h 608486"/>
                  <a:gd name="connsiteX166" fmla="*/ 426669 w 609362"/>
                  <a:gd name="connsiteY166" fmla="*/ 579559 h 608486"/>
                  <a:gd name="connsiteX167" fmla="*/ 521968 w 609362"/>
                  <a:gd name="connsiteY167" fmla="*/ 513990 h 608486"/>
                  <a:gd name="connsiteX168" fmla="*/ 585881 w 609362"/>
                  <a:gd name="connsiteY168" fmla="*/ 417694 h 608486"/>
                  <a:gd name="connsiteX169" fmla="*/ 608790 w 609362"/>
                  <a:gd name="connsiteY169" fmla="*/ 300355 h 608486"/>
                  <a:gd name="connsiteX170" fmla="*/ 584660 w 609362"/>
                  <a:gd name="connsiteY170" fmla="*/ 184007 h 608486"/>
                  <a:gd name="connsiteX171" fmla="*/ 520211 w 609362"/>
                  <a:gd name="connsiteY171" fmla="*/ 89008 h 608486"/>
                  <a:gd name="connsiteX172" fmla="*/ 425066 w 609362"/>
                  <a:gd name="connsiteY172" fmla="*/ 24658 h 608486"/>
                  <a:gd name="connsiteX173" fmla="*/ 308540 w 609362"/>
                  <a:gd name="connsiteY173" fmla="*/ 565 h 608486"/>
                  <a:gd name="connsiteX174" fmla="*/ 306401 w 609362"/>
                  <a:gd name="connsiteY174" fmla="*/ 565 h 608486"/>
                  <a:gd name="connsiteX175" fmla="*/ 306436 w 609362"/>
                  <a:gd name="connsiteY175" fmla="*/ 0 h 608486"/>
                  <a:gd name="connsiteX176" fmla="*/ 308574 w 609362"/>
                  <a:gd name="connsiteY176" fmla="*/ 0 h 608486"/>
                  <a:gd name="connsiteX177" fmla="*/ 425328 w 609362"/>
                  <a:gd name="connsiteY177" fmla="*/ 24172 h 608486"/>
                  <a:gd name="connsiteX178" fmla="*/ 520624 w 609362"/>
                  <a:gd name="connsiteY178" fmla="*/ 88604 h 608486"/>
                  <a:gd name="connsiteX179" fmla="*/ 585148 w 609362"/>
                  <a:gd name="connsiteY179" fmla="*/ 183766 h 608486"/>
                  <a:gd name="connsiteX180" fmla="*/ 609354 w 609362"/>
                  <a:gd name="connsiteY180" fmla="*/ 300354 h 608486"/>
                  <a:gd name="connsiteX181" fmla="*/ 586369 w 609362"/>
                  <a:gd name="connsiteY181" fmla="*/ 417934 h 608486"/>
                  <a:gd name="connsiteX182" fmla="*/ 522380 w 609362"/>
                  <a:gd name="connsiteY182" fmla="*/ 514392 h 608486"/>
                  <a:gd name="connsiteX183" fmla="*/ 426931 w 609362"/>
                  <a:gd name="connsiteY183" fmla="*/ 580044 h 608486"/>
                  <a:gd name="connsiteX184" fmla="*/ 309567 w 609362"/>
                  <a:gd name="connsiteY184" fmla="*/ 604978 h 608486"/>
                  <a:gd name="connsiteX185" fmla="*/ 194417 w 609362"/>
                  <a:gd name="connsiteY185" fmla="*/ 583628 h 608486"/>
                  <a:gd name="connsiteX186" fmla="*/ 71632 w 609362"/>
                  <a:gd name="connsiteY186" fmla="*/ 607342 h 608486"/>
                  <a:gd name="connsiteX187" fmla="*/ 60102 w 609362"/>
                  <a:gd name="connsiteY187" fmla="*/ 608486 h 608486"/>
                  <a:gd name="connsiteX188" fmla="*/ 13751 w 609362"/>
                  <a:gd name="connsiteY188" fmla="*/ 586602 h 608486"/>
                  <a:gd name="connsiteX189" fmla="*/ 1076 w 609362"/>
                  <a:gd name="connsiteY189" fmla="*/ 536962 h 608486"/>
                  <a:gd name="connsiteX190" fmla="*/ 24900 w 609362"/>
                  <a:gd name="connsiteY190" fmla="*/ 414350 h 608486"/>
                  <a:gd name="connsiteX191" fmla="*/ 3519 w 609362"/>
                  <a:gd name="connsiteY191" fmla="*/ 299363 h 608486"/>
                  <a:gd name="connsiteX192" fmla="*/ 28260 w 609362"/>
                  <a:gd name="connsiteY192" fmla="*/ 182622 h 608486"/>
                  <a:gd name="connsiteX193" fmla="*/ 93470 w 609362"/>
                  <a:gd name="connsiteY193" fmla="*/ 87537 h 608486"/>
                  <a:gd name="connsiteX194" fmla="*/ 189454 w 609362"/>
                  <a:gd name="connsiteY194" fmla="*/ 23485 h 608486"/>
                  <a:gd name="connsiteX195" fmla="*/ 306436 w 609362"/>
                  <a:gd name="connsiteY195" fmla="*/ 0 h 608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609362" h="608486">
                    <a:moveTo>
                      <a:pt x="197359" y="538464"/>
                    </a:moveTo>
                    <a:lnTo>
                      <a:pt x="198793" y="538757"/>
                    </a:lnTo>
                    <a:lnTo>
                      <a:pt x="196714" y="538528"/>
                    </a:lnTo>
                    <a:close/>
                    <a:moveTo>
                      <a:pt x="175326" y="367591"/>
                    </a:moveTo>
                    <a:cubicBezTo>
                      <a:pt x="165019" y="367591"/>
                      <a:pt x="156620" y="375980"/>
                      <a:pt x="156620" y="386275"/>
                    </a:cubicBezTo>
                    <a:cubicBezTo>
                      <a:pt x="156620" y="396570"/>
                      <a:pt x="165019" y="404959"/>
                      <a:pt x="175326" y="404959"/>
                    </a:cubicBezTo>
                    <a:lnTo>
                      <a:pt x="325278" y="404959"/>
                    </a:lnTo>
                    <a:cubicBezTo>
                      <a:pt x="335661" y="404959"/>
                      <a:pt x="344060" y="396570"/>
                      <a:pt x="344060" y="386275"/>
                    </a:cubicBezTo>
                    <a:cubicBezTo>
                      <a:pt x="344060" y="375980"/>
                      <a:pt x="335661" y="367591"/>
                      <a:pt x="325278" y="367591"/>
                    </a:cubicBezTo>
                    <a:close/>
                    <a:moveTo>
                      <a:pt x="175308" y="367092"/>
                    </a:moveTo>
                    <a:lnTo>
                      <a:pt x="325301" y="367092"/>
                    </a:lnTo>
                    <a:cubicBezTo>
                      <a:pt x="335916" y="367092"/>
                      <a:pt x="344546" y="375710"/>
                      <a:pt x="344546" y="386311"/>
                    </a:cubicBezTo>
                    <a:cubicBezTo>
                      <a:pt x="344546" y="396912"/>
                      <a:pt x="335916" y="405530"/>
                      <a:pt x="325301" y="405530"/>
                    </a:cubicBezTo>
                    <a:lnTo>
                      <a:pt x="175308" y="405530"/>
                    </a:lnTo>
                    <a:cubicBezTo>
                      <a:pt x="164693" y="405530"/>
                      <a:pt x="156063" y="396912"/>
                      <a:pt x="156063" y="386311"/>
                    </a:cubicBezTo>
                    <a:cubicBezTo>
                      <a:pt x="156063" y="375710"/>
                      <a:pt x="164693" y="367092"/>
                      <a:pt x="175308" y="367092"/>
                    </a:cubicBezTo>
                    <a:close/>
                    <a:moveTo>
                      <a:pt x="175326" y="366600"/>
                    </a:moveTo>
                    <a:cubicBezTo>
                      <a:pt x="164484" y="366600"/>
                      <a:pt x="155628" y="375370"/>
                      <a:pt x="155628" y="386275"/>
                    </a:cubicBezTo>
                    <a:cubicBezTo>
                      <a:pt x="155628" y="397104"/>
                      <a:pt x="164484" y="405950"/>
                      <a:pt x="175326" y="405950"/>
                    </a:cubicBezTo>
                    <a:lnTo>
                      <a:pt x="325278" y="405950"/>
                    </a:lnTo>
                    <a:cubicBezTo>
                      <a:pt x="336196" y="405950"/>
                      <a:pt x="345052" y="397104"/>
                      <a:pt x="345052" y="386275"/>
                    </a:cubicBezTo>
                    <a:cubicBezTo>
                      <a:pt x="345052" y="375370"/>
                      <a:pt x="336196" y="366600"/>
                      <a:pt x="325278" y="366600"/>
                    </a:cubicBezTo>
                    <a:close/>
                    <a:moveTo>
                      <a:pt x="175326" y="324046"/>
                    </a:moveTo>
                    <a:lnTo>
                      <a:pt x="325278" y="324046"/>
                    </a:lnTo>
                    <a:cubicBezTo>
                      <a:pt x="359711" y="324046"/>
                      <a:pt x="387655" y="351957"/>
                      <a:pt x="387655" y="386275"/>
                    </a:cubicBezTo>
                    <a:cubicBezTo>
                      <a:pt x="387655" y="420593"/>
                      <a:pt x="359711" y="448504"/>
                      <a:pt x="325278" y="448504"/>
                    </a:cubicBezTo>
                    <a:lnTo>
                      <a:pt x="175326" y="448504"/>
                    </a:lnTo>
                    <a:cubicBezTo>
                      <a:pt x="140969" y="448504"/>
                      <a:pt x="113025" y="420593"/>
                      <a:pt x="113025" y="386275"/>
                    </a:cubicBezTo>
                    <a:cubicBezTo>
                      <a:pt x="113025" y="351957"/>
                      <a:pt x="140969" y="324046"/>
                      <a:pt x="175326" y="324046"/>
                    </a:cubicBezTo>
                    <a:close/>
                    <a:moveTo>
                      <a:pt x="175308" y="323543"/>
                    </a:moveTo>
                    <a:cubicBezTo>
                      <a:pt x="140636" y="323543"/>
                      <a:pt x="112455" y="351686"/>
                      <a:pt x="112455" y="386311"/>
                    </a:cubicBezTo>
                    <a:cubicBezTo>
                      <a:pt x="112455" y="420936"/>
                      <a:pt x="140636" y="449079"/>
                      <a:pt x="175308" y="449079"/>
                    </a:cubicBezTo>
                    <a:lnTo>
                      <a:pt x="325301" y="449079"/>
                    </a:lnTo>
                    <a:cubicBezTo>
                      <a:pt x="359973" y="449079"/>
                      <a:pt x="388154" y="420936"/>
                      <a:pt x="388154" y="386311"/>
                    </a:cubicBezTo>
                    <a:cubicBezTo>
                      <a:pt x="388154" y="351686"/>
                      <a:pt x="359973" y="323543"/>
                      <a:pt x="325301" y="323543"/>
                    </a:cubicBezTo>
                    <a:close/>
                    <a:moveTo>
                      <a:pt x="175326" y="322978"/>
                    </a:moveTo>
                    <a:lnTo>
                      <a:pt x="325278" y="322978"/>
                    </a:lnTo>
                    <a:cubicBezTo>
                      <a:pt x="360246" y="322978"/>
                      <a:pt x="388648" y="351347"/>
                      <a:pt x="388648" y="386275"/>
                    </a:cubicBezTo>
                    <a:cubicBezTo>
                      <a:pt x="388648" y="421126"/>
                      <a:pt x="360246" y="449572"/>
                      <a:pt x="325278" y="449572"/>
                    </a:cubicBezTo>
                    <a:lnTo>
                      <a:pt x="175326" y="449572"/>
                    </a:lnTo>
                    <a:cubicBezTo>
                      <a:pt x="140434" y="449572"/>
                      <a:pt x="112032" y="421126"/>
                      <a:pt x="112032" y="386275"/>
                    </a:cubicBezTo>
                    <a:cubicBezTo>
                      <a:pt x="112032" y="351347"/>
                      <a:pt x="140434" y="322978"/>
                      <a:pt x="175326" y="322978"/>
                    </a:cubicBezTo>
                    <a:close/>
                    <a:moveTo>
                      <a:pt x="175334" y="220041"/>
                    </a:moveTo>
                    <a:cubicBezTo>
                      <a:pt x="165025" y="220041"/>
                      <a:pt x="156626" y="228430"/>
                      <a:pt x="156626" y="238726"/>
                    </a:cubicBezTo>
                    <a:cubicBezTo>
                      <a:pt x="156626" y="249022"/>
                      <a:pt x="165025" y="257411"/>
                      <a:pt x="175334" y="257411"/>
                    </a:cubicBezTo>
                    <a:lnTo>
                      <a:pt x="436481" y="257411"/>
                    </a:lnTo>
                    <a:cubicBezTo>
                      <a:pt x="446866" y="257411"/>
                      <a:pt x="455189" y="249022"/>
                      <a:pt x="455189" y="238726"/>
                    </a:cubicBezTo>
                    <a:cubicBezTo>
                      <a:pt x="455189" y="228430"/>
                      <a:pt x="446866" y="220041"/>
                      <a:pt x="436481" y="220041"/>
                    </a:cubicBezTo>
                    <a:close/>
                    <a:moveTo>
                      <a:pt x="175299" y="219539"/>
                    </a:moveTo>
                    <a:lnTo>
                      <a:pt x="436450" y="219539"/>
                    </a:lnTo>
                    <a:cubicBezTo>
                      <a:pt x="447064" y="219539"/>
                      <a:pt x="455693" y="228157"/>
                      <a:pt x="455693" y="238758"/>
                    </a:cubicBezTo>
                    <a:cubicBezTo>
                      <a:pt x="455693" y="249359"/>
                      <a:pt x="447064" y="257977"/>
                      <a:pt x="436450" y="257977"/>
                    </a:cubicBezTo>
                    <a:lnTo>
                      <a:pt x="175299" y="257977"/>
                    </a:lnTo>
                    <a:cubicBezTo>
                      <a:pt x="164685" y="257977"/>
                      <a:pt x="156056" y="249359"/>
                      <a:pt x="156056" y="238758"/>
                    </a:cubicBezTo>
                    <a:cubicBezTo>
                      <a:pt x="156056" y="228157"/>
                      <a:pt x="164685" y="219539"/>
                      <a:pt x="175299" y="219539"/>
                    </a:cubicBezTo>
                    <a:close/>
                    <a:moveTo>
                      <a:pt x="175334" y="218973"/>
                    </a:moveTo>
                    <a:cubicBezTo>
                      <a:pt x="164491" y="218973"/>
                      <a:pt x="155633" y="227820"/>
                      <a:pt x="155633" y="238726"/>
                    </a:cubicBezTo>
                    <a:cubicBezTo>
                      <a:pt x="155633" y="249556"/>
                      <a:pt x="164491" y="258403"/>
                      <a:pt x="175334" y="258403"/>
                    </a:cubicBezTo>
                    <a:lnTo>
                      <a:pt x="436481" y="258403"/>
                    </a:lnTo>
                    <a:cubicBezTo>
                      <a:pt x="447400" y="258403"/>
                      <a:pt x="456258" y="249556"/>
                      <a:pt x="456258" y="238726"/>
                    </a:cubicBezTo>
                    <a:cubicBezTo>
                      <a:pt x="456258" y="227820"/>
                      <a:pt x="447400" y="218973"/>
                      <a:pt x="436481" y="218973"/>
                    </a:cubicBezTo>
                    <a:close/>
                    <a:moveTo>
                      <a:pt x="175334" y="176494"/>
                    </a:moveTo>
                    <a:lnTo>
                      <a:pt x="436481" y="176494"/>
                    </a:lnTo>
                    <a:cubicBezTo>
                      <a:pt x="470919" y="176494"/>
                      <a:pt x="498866" y="204407"/>
                      <a:pt x="498866" y="238726"/>
                    </a:cubicBezTo>
                    <a:cubicBezTo>
                      <a:pt x="498866" y="273045"/>
                      <a:pt x="470919" y="300959"/>
                      <a:pt x="436481" y="300959"/>
                    </a:cubicBezTo>
                    <a:lnTo>
                      <a:pt x="175334" y="300959"/>
                    </a:lnTo>
                    <a:cubicBezTo>
                      <a:pt x="140972" y="300959"/>
                      <a:pt x="113025" y="273045"/>
                      <a:pt x="113025" y="238726"/>
                    </a:cubicBezTo>
                    <a:cubicBezTo>
                      <a:pt x="113025" y="204407"/>
                      <a:pt x="140972" y="176494"/>
                      <a:pt x="175334" y="176494"/>
                    </a:cubicBezTo>
                    <a:close/>
                    <a:moveTo>
                      <a:pt x="175299" y="175990"/>
                    </a:moveTo>
                    <a:cubicBezTo>
                      <a:pt x="140632" y="175990"/>
                      <a:pt x="112455" y="204133"/>
                      <a:pt x="112455" y="238758"/>
                    </a:cubicBezTo>
                    <a:cubicBezTo>
                      <a:pt x="112455" y="273383"/>
                      <a:pt x="140632" y="301526"/>
                      <a:pt x="175299" y="301526"/>
                    </a:cubicBezTo>
                    <a:lnTo>
                      <a:pt x="436450" y="301526"/>
                    </a:lnTo>
                    <a:cubicBezTo>
                      <a:pt x="471117" y="301526"/>
                      <a:pt x="499294" y="273383"/>
                      <a:pt x="499294" y="238758"/>
                    </a:cubicBezTo>
                    <a:cubicBezTo>
                      <a:pt x="499294" y="204133"/>
                      <a:pt x="471117" y="175990"/>
                      <a:pt x="436450" y="175990"/>
                    </a:cubicBezTo>
                    <a:close/>
                    <a:moveTo>
                      <a:pt x="175334" y="175426"/>
                    </a:moveTo>
                    <a:lnTo>
                      <a:pt x="436481" y="175426"/>
                    </a:lnTo>
                    <a:cubicBezTo>
                      <a:pt x="471453" y="175426"/>
                      <a:pt x="499859" y="203797"/>
                      <a:pt x="499859" y="238726"/>
                    </a:cubicBezTo>
                    <a:cubicBezTo>
                      <a:pt x="499859" y="273579"/>
                      <a:pt x="471453" y="301950"/>
                      <a:pt x="436481" y="301950"/>
                    </a:cubicBezTo>
                    <a:lnTo>
                      <a:pt x="175334" y="301950"/>
                    </a:lnTo>
                    <a:cubicBezTo>
                      <a:pt x="140438" y="301950"/>
                      <a:pt x="112032" y="273579"/>
                      <a:pt x="112032" y="238726"/>
                    </a:cubicBezTo>
                    <a:cubicBezTo>
                      <a:pt x="112032" y="203797"/>
                      <a:pt x="140438" y="175426"/>
                      <a:pt x="175334" y="175426"/>
                    </a:cubicBezTo>
                    <a:close/>
                    <a:moveTo>
                      <a:pt x="306401" y="44100"/>
                    </a:moveTo>
                    <a:cubicBezTo>
                      <a:pt x="307012" y="44100"/>
                      <a:pt x="307623" y="44100"/>
                      <a:pt x="308234" y="44100"/>
                    </a:cubicBezTo>
                    <a:cubicBezTo>
                      <a:pt x="449730" y="45091"/>
                      <a:pt x="564195" y="159381"/>
                      <a:pt x="565188" y="300660"/>
                    </a:cubicBezTo>
                    <a:cubicBezTo>
                      <a:pt x="566180" y="442702"/>
                      <a:pt x="451334" y="559431"/>
                      <a:pt x="309074" y="560880"/>
                    </a:cubicBezTo>
                    <a:cubicBezTo>
                      <a:pt x="308158" y="560956"/>
                      <a:pt x="307241" y="560956"/>
                      <a:pt x="306401" y="560956"/>
                    </a:cubicBezTo>
                    <a:cubicBezTo>
                      <a:pt x="269901" y="560956"/>
                      <a:pt x="235157" y="553408"/>
                      <a:pt x="203696" y="539760"/>
                    </a:cubicBezTo>
                    <a:lnTo>
                      <a:pt x="198793" y="538757"/>
                    </a:lnTo>
                    <a:lnTo>
                      <a:pt x="203962" y="539326"/>
                    </a:lnTo>
                    <a:cubicBezTo>
                      <a:pt x="237179" y="553737"/>
                      <a:pt x="272609" y="560829"/>
                      <a:pt x="309109" y="560448"/>
                    </a:cubicBezTo>
                    <a:cubicBezTo>
                      <a:pt x="451061" y="558999"/>
                      <a:pt x="565676" y="442411"/>
                      <a:pt x="564683" y="300659"/>
                    </a:cubicBezTo>
                    <a:cubicBezTo>
                      <a:pt x="564225" y="232490"/>
                      <a:pt x="537347" y="168363"/>
                      <a:pt x="489088" y="120096"/>
                    </a:cubicBezTo>
                    <a:cubicBezTo>
                      <a:pt x="440752" y="71905"/>
                      <a:pt x="376534" y="45065"/>
                      <a:pt x="308269" y="44607"/>
                    </a:cubicBezTo>
                    <a:cubicBezTo>
                      <a:pt x="307658" y="44607"/>
                      <a:pt x="307047" y="44607"/>
                      <a:pt x="306436" y="44607"/>
                    </a:cubicBezTo>
                    <a:cubicBezTo>
                      <a:pt x="238095" y="44607"/>
                      <a:pt x="173648" y="71066"/>
                      <a:pt x="124854" y="119257"/>
                    </a:cubicBezTo>
                    <a:cubicBezTo>
                      <a:pt x="76061" y="167448"/>
                      <a:pt x="48800" y="231575"/>
                      <a:pt x="48113" y="299820"/>
                    </a:cubicBezTo>
                    <a:cubicBezTo>
                      <a:pt x="47731" y="336269"/>
                      <a:pt x="54833" y="371649"/>
                      <a:pt x="69265" y="404819"/>
                    </a:cubicBezTo>
                    <a:cubicBezTo>
                      <a:pt x="70563" y="407869"/>
                      <a:pt x="70945" y="411224"/>
                      <a:pt x="70257" y="414503"/>
                    </a:cubicBezTo>
                    <a:lnTo>
                      <a:pt x="44906" y="545426"/>
                    </a:lnTo>
                    <a:cubicBezTo>
                      <a:pt x="44066" y="550001"/>
                      <a:pt x="45211" y="554653"/>
                      <a:pt x="48189" y="558236"/>
                    </a:cubicBezTo>
                    <a:cubicBezTo>
                      <a:pt x="51167" y="561820"/>
                      <a:pt x="55520" y="563879"/>
                      <a:pt x="60102" y="563879"/>
                    </a:cubicBezTo>
                    <a:cubicBezTo>
                      <a:pt x="61094" y="563879"/>
                      <a:pt x="62163" y="563803"/>
                      <a:pt x="63156" y="563650"/>
                    </a:cubicBezTo>
                    <a:lnTo>
                      <a:pt x="194265" y="538259"/>
                    </a:lnTo>
                    <a:lnTo>
                      <a:pt x="196714" y="538528"/>
                    </a:lnTo>
                    <a:lnTo>
                      <a:pt x="194304" y="538769"/>
                    </a:lnTo>
                    <a:lnTo>
                      <a:pt x="63193" y="564082"/>
                    </a:lnTo>
                    <a:cubicBezTo>
                      <a:pt x="62124" y="564311"/>
                      <a:pt x="61131" y="564387"/>
                      <a:pt x="60062" y="564387"/>
                    </a:cubicBezTo>
                    <a:cubicBezTo>
                      <a:pt x="50288" y="564387"/>
                      <a:pt x="42423" y="555390"/>
                      <a:pt x="44408" y="545326"/>
                    </a:cubicBezTo>
                    <a:lnTo>
                      <a:pt x="69760" y="414416"/>
                    </a:lnTo>
                    <a:cubicBezTo>
                      <a:pt x="70371" y="411213"/>
                      <a:pt x="69989" y="408011"/>
                      <a:pt x="68767" y="405038"/>
                    </a:cubicBezTo>
                    <a:cubicBezTo>
                      <a:pt x="54793" y="372787"/>
                      <a:pt x="47157" y="337181"/>
                      <a:pt x="47615" y="299821"/>
                    </a:cubicBezTo>
                    <a:cubicBezTo>
                      <a:pt x="48990" y="158389"/>
                      <a:pt x="164982" y="44100"/>
                      <a:pt x="306401" y="44100"/>
                    </a:cubicBezTo>
                    <a:close/>
                    <a:moveTo>
                      <a:pt x="306436" y="43540"/>
                    </a:moveTo>
                    <a:cubicBezTo>
                      <a:pt x="237866" y="43540"/>
                      <a:pt x="173113" y="70151"/>
                      <a:pt x="124167" y="118495"/>
                    </a:cubicBezTo>
                    <a:cubicBezTo>
                      <a:pt x="75144" y="166914"/>
                      <a:pt x="47808" y="231270"/>
                      <a:pt x="47120" y="299820"/>
                    </a:cubicBezTo>
                    <a:cubicBezTo>
                      <a:pt x="46739" y="336421"/>
                      <a:pt x="53840" y="371878"/>
                      <a:pt x="68272" y="405200"/>
                    </a:cubicBezTo>
                    <a:cubicBezTo>
                      <a:pt x="69570" y="408097"/>
                      <a:pt x="69875" y="411224"/>
                      <a:pt x="69265" y="414350"/>
                    </a:cubicBezTo>
                    <a:lnTo>
                      <a:pt x="43913" y="545274"/>
                    </a:lnTo>
                    <a:cubicBezTo>
                      <a:pt x="42997" y="550077"/>
                      <a:pt x="44295" y="555110"/>
                      <a:pt x="47426" y="558923"/>
                    </a:cubicBezTo>
                    <a:cubicBezTo>
                      <a:pt x="50557" y="562735"/>
                      <a:pt x="55215" y="564946"/>
                      <a:pt x="60102" y="564946"/>
                    </a:cubicBezTo>
                    <a:cubicBezTo>
                      <a:pt x="61171" y="564946"/>
                      <a:pt x="62240" y="564794"/>
                      <a:pt x="63309" y="564641"/>
                    </a:cubicBezTo>
                    <a:lnTo>
                      <a:pt x="194417" y="539326"/>
                    </a:lnTo>
                    <a:cubicBezTo>
                      <a:pt x="197472" y="538716"/>
                      <a:pt x="200679" y="539021"/>
                      <a:pt x="203504" y="540317"/>
                    </a:cubicBezTo>
                    <a:cubicBezTo>
                      <a:pt x="236873" y="554653"/>
                      <a:pt x="272457" y="561820"/>
                      <a:pt x="309109" y="561439"/>
                    </a:cubicBezTo>
                    <a:cubicBezTo>
                      <a:pt x="451595" y="559990"/>
                      <a:pt x="566745" y="443021"/>
                      <a:pt x="565752" y="300659"/>
                    </a:cubicBezTo>
                    <a:cubicBezTo>
                      <a:pt x="565218" y="232185"/>
                      <a:pt x="538263" y="167829"/>
                      <a:pt x="489775" y="119410"/>
                    </a:cubicBezTo>
                    <a:cubicBezTo>
                      <a:pt x="441287" y="70990"/>
                      <a:pt x="376840" y="44073"/>
                      <a:pt x="308269" y="43540"/>
                    </a:cubicBezTo>
                    <a:cubicBezTo>
                      <a:pt x="307658" y="43540"/>
                      <a:pt x="307047" y="43540"/>
                      <a:pt x="306436" y="43540"/>
                    </a:cubicBezTo>
                    <a:close/>
                    <a:moveTo>
                      <a:pt x="306436" y="991"/>
                    </a:moveTo>
                    <a:cubicBezTo>
                      <a:pt x="307124" y="991"/>
                      <a:pt x="307887" y="991"/>
                      <a:pt x="308574" y="991"/>
                    </a:cubicBezTo>
                    <a:cubicBezTo>
                      <a:pt x="348892" y="1296"/>
                      <a:pt x="388064" y="9455"/>
                      <a:pt x="424870" y="25163"/>
                    </a:cubicBezTo>
                    <a:cubicBezTo>
                      <a:pt x="460453" y="40337"/>
                      <a:pt x="492448" y="61916"/>
                      <a:pt x="519937" y="89290"/>
                    </a:cubicBezTo>
                    <a:cubicBezTo>
                      <a:pt x="547350" y="116741"/>
                      <a:pt x="568960" y="148690"/>
                      <a:pt x="584155" y="184223"/>
                    </a:cubicBezTo>
                    <a:cubicBezTo>
                      <a:pt x="599885" y="220977"/>
                      <a:pt x="608055" y="260093"/>
                      <a:pt x="608285" y="300354"/>
                    </a:cubicBezTo>
                    <a:cubicBezTo>
                      <a:pt x="608590" y="340844"/>
                      <a:pt x="600878" y="380266"/>
                      <a:pt x="585453" y="417553"/>
                    </a:cubicBezTo>
                    <a:cubicBezTo>
                      <a:pt x="570563" y="453467"/>
                      <a:pt x="549106" y="485798"/>
                      <a:pt x="521617" y="513706"/>
                    </a:cubicBezTo>
                    <a:cubicBezTo>
                      <a:pt x="494204" y="541537"/>
                      <a:pt x="462209" y="563574"/>
                      <a:pt x="426473" y="579129"/>
                    </a:cubicBezTo>
                    <a:cubicBezTo>
                      <a:pt x="389515" y="595218"/>
                      <a:pt x="350114" y="603606"/>
                      <a:pt x="309567" y="603987"/>
                    </a:cubicBezTo>
                    <a:cubicBezTo>
                      <a:pt x="308498" y="603987"/>
                      <a:pt x="307429" y="603987"/>
                      <a:pt x="306436" y="603987"/>
                    </a:cubicBezTo>
                    <a:cubicBezTo>
                      <a:pt x="267799" y="603987"/>
                      <a:pt x="230230" y="596820"/>
                      <a:pt x="194646" y="582637"/>
                    </a:cubicBezTo>
                    <a:lnTo>
                      <a:pt x="194494" y="582637"/>
                    </a:lnTo>
                    <a:lnTo>
                      <a:pt x="71403" y="606351"/>
                    </a:lnTo>
                    <a:cubicBezTo>
                      <a:pt x="67661" y="607113"/>
                      <a:pt x="63919" y="607495"/>
                      <a:pt x="60102" y="607495"/>
                    </a:cubicBezTo>
                    <a:cubicBezTo>
                      <a:pt x="42463" y="607495"/>
                      <a:pt x="25816" y="599641"/>
                      <a:pt x="14515" y="585992"/>
                    </a:cubicBezTo>
                    <a:cubicBezTo>
                      <a:pt x="3290" y="572343"/>
                      <a:pt x="-1215" y="554576"/>
                      <a:pt x="2145" y="537191"/>
                    </a:cubicBezTo>
                    <a:lnTo>
                      <a:pt x="25893" y="414350"/>
                    </a:lnTo>
                    <a:lnTo>
                      <a:pt x="25893" y="414274"/>
                    </a:lnTo>
                    <a:lnTo>
                      <a:pt x="25893" y="414121"/>
                    </a:lnTo>
                    <a:cubicBezTo>
                      <a:pt x="11308" y="377673"/>
                      <a:pt x="4130" y="339014"/>
                      <a:pt x="4512" y="299363"/>
                    </a:cubicBezTo>
                    <a:cubicBezTo>
                      <a:pt x="4894" y="259026"/>
                      <a:pt x="13217" y="219909"/>
                      <a:pt x="29252" y="183080"/>
                    </a:cubicBezTo>
                    <a:cubicBezTo>
                      <a:pt x="44677" y="147546"/>
                      <a:pt x="66516" y="115673"/>
                      <a:pt x="94234" y="88299"/>
                    </a:cubicBezTo>
                    <a:cubicBezTo>
                      <a:pt x="121876" y="60925"/>
                      <a:pt x="154100" y="39422"/>
                      <a:pt x="189836" y="24477"/>
                    </a:cubicBezTo>
                    <a:cubicBezTo>
                      <a:pt x="226870" y="8921"/>
                      <a:pt x="266042" y="991"/>
                      <a:pt x="306436" y="991"/>
                    </a:cubicBezTo>
                    <a:close/>
                    <a:moveTo>
                      <a:pt x="306401" y="565"/>
                    </a:moveTo>
                    <a:cubicBezTo>
                      <a:pt x="266007" y="565"/>
                      <a:pt x="226681" y="8418"/>
                      <a:pt x="189570" y="23972"/>
                    </a:cubicBezTo>
                    <a:cubicBezTo>
                      <a:pt x="153757" y="39068"/>
                      <a:pt x="121532" y="60569"/>
                      <a:pt x="93814" y="87940"/>
                    </a:cubicBezTo>
                    <a:cubicBezTo>
                      <a:pt x="66095" y="115312"/>
                      <a:pt x="44179" y="147258"/>
                      <a:pt x="28754" y="182864"/>
                    </a:cubicBezTo>
                    <a:cubicBezTo>
                      <a:pt x="12719" y="219766"/>
                      <a:pt x="4395" y="258955"/>
                      <a:pt x="3937" y="299364"/>
                    </a:cubicBezTo>
                    <a:cubicBezTo>
                      <a:pt x="3555" y="339163"/>
                      <a:pt x="10733" y="377742"/>
                      <a:pt x="25318" y="414263"/>
                    </a:cubicBezTo>
                    <a:lnTo>
                      <a:pt x="1570" y="537092"/>
                    </a:lnTo>
                    <a:cubicBezTo>
                      <a:pt x="-1790" y="554551"/>
                      <a:pt x="2715" y="572545"/>
                      <a:pt x="14093" y="586269"/>
                    </a:cubicBezTo>
                    <a:cubicBezTo>
                      <a:pt x="25471" y="600069"/>
                      <a:pt x="42270" y="607922"/>
                      <a:pt x="60062" y="607922"/>
                    </a:cubicBezTo>
                    <a:cubicBezTo>
                      <a:pt x="63880" y="607922"/>
                      <a:pt x="67698" y="607541"/>
                      <a:pt x="71440" y="606855"/>
                    </a:cubicBezTo>
                    <a:lnTo>
                      <a:pt x="194457" y="583067"/>
                    </a:lnTo>
                    <a:cubicBezTo>
                      <a:pt x="230041" y="597324"/>
                      <a:pt x="267687" y="604491"/>
                      <a:pt x="306401" y="604491"/>
                    </a:cubicBezTo>
                    <a:cubicBezTo>
                      <a:pt x="307394" y="604491"/>
                      <a:pt x="308463" y="604491"/>
                      <a:pt x="309532" y="604491"/>
                    </a:cubicBezTo>
                    <a:cubicBezTo>
                      <a:pt x="350156" y="604034"/>
                      <a:pt x="389558" y="595647"/>
                      <a:pt x="426669" y="579559"/>
                    </a:cubicBezTo>
                    <a:cubicBezTo>
                      <a:pt x="462406" y="564006"/>
                      <a:pt x="494478" y="541971"/>
                      <a:pt x="521968" y="513990"/>
                    </a:cubicBezTo>
                    <a:cubicBezTo>
                      <a:pt x="549457" y="486085"/>
                      <a:pt x="570991" y="453681"/>
                      <a:pt x="585881" y="417694"/>
                    </a:cubicBezTo>
                    <a:cubicBezTo>
                      <a:pt x="601383" y="380411"/>
                      <a:pt x="609095" y="340917"/>
                      <a:pt x="608790" y="300355"/>
                    </a:cubicBezTo>
                    <a:cubicBezTo>
                      <a:pt x="608484" y="260022"/>
                      <a:pt x="600390" y="220833"/>
                      <a:pt x="584660" y="184007"/>
                    </a:cubicBezTo>
                    <a:cubicBezTo>
                      <a:pt x="569388" y="148401"/>
                      <a:pt x="547777" y="116455"/>
                      <a:pt x="520211" y="89008"/>
                    </a:cubicBezTo>
                    <a:cubicBezTo>
                      <a:pt x="492721" y="61560"/>
                      <a:pt x="460726" y="39907"/>
                      <a:pt x="425066" y="24658"/>
                    </a:cubicBezTo>
                    <a:cubicBezTo>
                      <a:pt x="388184" y="8952"/>
                      <a:pt x="348934" y="870"/>
                      <a:pt x="308540" y="565"/>
                    </a:cubicBezTo>
                    <a:cubicBezTo>
                      <a:pt x="307852" y="565"/>
                      <a:pt x="307089" y="565"/>
                      <a:pt x="306401" y="565"/>
                    </a:cubicBezTo>
                    <a:close/>
                    <a:moveTo>
                      <a:pt x="306436" y="0"/>
                    </a:moveTo>
                    <a:cubicBezTo>
                      <a:pt x="307124" y="0"/>
                      <a:pt x="307887" y="0"/>
                      <a:pt x="308574" y="0"/>
                    </a:cubicBezTo>
                    <a:cubicBezTo>
                      <a:pt x="349045" y="305"/>
                      <a:pt x="388370" y="8464"/>
                      <a:pt x="425328" y="24172"/>
                    </a:cubicBezTo>
                    <a:cubicBezTo>
                      <a:pt x="460988" y="39422"/>
                      <a:pt x="493058" y="61077"/>
                      <a:pt x="520624" y="88604"/>
                    </a:cubicBezTo>
                    <a:cubicBezTo>
                      <a:pt x="548190" y="116131"/>
                      <a:pt x="569876" y="148156"/>
                      <a:pt x="585148" y="183766"/>
                    </a:cubicBezTo>
                    <a:cubicBezTo>
                      <a:pt x="600878" y="220748"/>
                      <a:pt x="609048" y="259941"/>
                      <a:pt x="609354" y="300354"/>
                    </a:cubicBezTo>
                    <a:cubicBezTo>
                      <a:pt x="609659" y="340996"/>
                      <a:pt x="601870" y="380571"/>
                      <a:pt x="586369" y="417934"/>
                    </a:cubicBezTo>
                    <a:cubicBezTo>
                      <a:pt x="571403" y="454001"/>
                      <a:pt x="549870" y="486408"/>
                      <a:pt x="522380" y="514392"/>
                    </a:cubicBezTo>
                    <a:cubicBezTo>
                      <a:pt x="494891" y="542376"/>
                      <a:pt x="462744" y="564489"/>
                      <a:pt x="426931" y="580044"/>
                    </a:cubicBezTo>
                    <a:cubicBezTo>
                      <a:pt x="389744" y="596209"/>
                      <a:pt x="350267" y="604597"/>
                      <a:pt x="309567" y="604978"/>
                    </a:cubicBezTo>
                    <a:cubicBezTo>
                      <a:pt x="269784" y="605436"/>
                      <a:pt x="230994" y="598192"/>
                      <a:pt x="194417" y="583628"/>
                    </a:cubicBezTo>
                    <a:lnTo>
                      <a:pt x="71632" y="607342"/>
                    </a:lnTo>
                    <a:cubicBezTo>
                      <a:pt x="67814" y="608105"/>
                      <a:pt x="63996" y="608486"/>
                      <a:pt x="60102" y="608486"/>
                    </a:cubicBezTo>
                    <a:cubicBezTo>
                      <a:pt x="42157" y="608486"/>
                      <a:pt x="25282" y="600480"/>
                      <a:pt x="13751" y="586602"/>
                    </a:cubicBezTo>
                    <a:cubicBezTo>
                      <a:pt x="2298" y="572724"/>
                      <a:pt x="-2284" y="554653"/>
                      <a:pt x="1076" y="536962"/>
                    </a:cubicBezTo>
                    <a:lnTo>
                      <a:pt x="24900" y="414350"/>
                    </a:lnTo>
                    <a:cubicBezTo>
                      <a:pt x="10239" y="377826"/>
                      <a:pt x="3061" y="339090"/>
                      <a:pt x="3519" y="299363"/>
                    </a:cubicBezTo>
                    <a:cubicBezTo>
                      <a:pt x="3901" y="258873"/>
                      <a:pt x="12224" y="219604"/>
                      <a:pt x="28260" y="182622"/>
                    </a:cubicBezTo>
                    <a:cubicBezTo>
                      <a:pt x="43761" y="147013"/>
                      <a:pt x="65676" y="114987"/>
                      <a:pt x="93470" y="87537"/>
                    </a:cubicBezTo>
                    <a:cubicBezTo>
                      <a:pt x="121265" y="60086"/>
                      <a:pt x="153565" y="38583"/>
                      <a:pt x="189454" y="23485"/>
                    </a:cubicBezTo>
                    <a:cubicBezTo>
                      <a:pt x="226565" y="7930"/>
                      <a:pt x="265966" y="0"/>
                      <a:pt x="30643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grpSp>
      </p:grpSp>
      <p:sp>
        <p:nvSpPr>
          <p:cNvPr id="2" name="标题 1">
            <a:extLst>
              <a:ext uri="{FF2B5EF4-FFF2-40B4-BE49-F238E27FC236}">
                <a16:creationId xmlns:a16="http://schemas.microsoft.com/office/drawing/2014/main" id="{841405D4-0A30-7E11-E013-783FA6165398}"/>
              </a:ext>
            </a:extLst>
          </p:cNvPr>
          <p:cNvSpPr>
            <a:spLocks noGrp="1"/>
          </p:cNvSpPr>
          <p:nvPr>
            <p:ph type="title"/>
          </p:nvPr>
        </p:nvSpPr>
        <p:spPr/>
        <p:txBody>
          <a:bodyPr/>
          <a:lstStyle/>
          <a:p>
            <a:r>
              <a:rPr lang="zh-CN" altLang="en-US"/>
              <a:t>单击此处添加页面标题</a:t>
            </a:r>
          </a:p>
        </p:txBody>
      </p:sp>
    </p:spTree>
    <p:extLst>
      <p:ext uri="{BB962C8B-B14F-4D97-AF65-F5344CB8AC3E}">
        <p14:creationId xmlns:p14="http://schemas.microsoft.com/office/powerpoint/2010/main" val="554654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2619B-8E92-8701-5820-CAFE77E11024}"/>
            </a:ext>
          </a:extLst>
        </p:cNvPr>
        <p:cNvGrpSpPr/>
        <p:nvPr/>
      </p:nvGrpSpPr>
      <p:grpSpPr>
        <a:xfrm>
          <a:off x="0" y="0"/>
          <a:ext cx="0" cy="0"/>
          <a:chOff x="0" y="0"/>
          <a:chExt cx="0" cy="0"/>
        </a:xfrm>
      </p:grpSpPr>
      <p:grpSp>
        <p:nvGrpSpPr>
          <p:cNvPr id="50" name="组合 49">
            <a:extLst>
              <a:ext uri="{FF2B5EF4-FFF2-40B4-BE49-F238E27FC236}">
                <a16:creationId xmlns:a16="http://schemas.microsoft.com/office/drawing/2014/main" id="{F38A5D69-D4CE-656B-25C1-7897528CD364}"/>
              </a:ext>
            </a:extLst>
          </p:cNvPr>
          <p:cNvGrpSpPr/>
          <p:nvPr/>
        </p:nvGrpSpPr>
        <p:grpSpPr>
          <a:xfrm>
            <a:off x="0" y="882650"/>
            <a:ext cx="12192000" cy="5353050"/>
            <a:chOff x="0" y="882650"/>
            <a:chExt cx="12192000" cy="5353050"/>
          </a:xfrm>
        </p:grpSpPr>
        <p:sp>
          <p:nvSpPr>
            <p:cNvPr id="7" name="矩形: 单圆角 6">
              <a:extLst>
                <a:ext uri="{FF2B5EF4-FFF2-40B4-BE49-F238E27FC236}">
                  <a16:creationId xmlns:a16="http://schemas.microsoft.com/office/drawing/2014/main" id="{6BB101BA-EF5A-238D-179A-D814C31D9BF2}"/>
                </a:ext>
              </a:extLst>
            </p:cNvPr>
            <p:cNvSpPr/>
            <p:nvPr/>
          </p:nvSpPr>
          <p:spPr>
            <a:xfrm>
              <a:off x="0" y="2174100"/>
              <a:ext cx="10725150" cy="3960000"/>
            </a:xfrm>
            <a:prstGeom prst="round1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0" name="矩形: 单圆角 9">
              <a:extLst>
                <a:ext uri="{FF2B5EF4-FFF2-40B4-BE49-F238E27FC236}">
                  <a16:creationId xmlns:a16="http://schemas.microsoft.com/office/drawing/2014/main" id="{22744E0E-1DB7-729C-A377-3EE24C6161E1}"/>
                </a:ext>
              </a:extLst>
            </p:cNvPr>
            <p:cNvSpPr/>
            <p:nvPr/>
          </p:nvSpPr>
          <p:spPr>
            <a:xfrm>
              <a:off x="0" y="2174100"/>
              <a:ext cx="5328000" cy="3960000"/>
            </a:xfrm>
            <a:prstGeom prst="round1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pic>
          <p:nvPicPr>
            <p:cNvPr id="48" name="图片 47">
              <a:extLst>
                <a:ext uri="{FF2B5EF4-FFF2-40B4-BE49-F238E27FC236}">
                  <a16:creationId xmlns:a16="http://schemas.microsoft.com/office/drawing/2014/main" id="{1D731EB2-9F3B-AC4D-3612-58F126DF7244}"/>
                </a:ext>
              </a:extLst>
            </p:cNvPr>
            <p:cNvPicPr>
              <a:picLocks noChangeAspect="1"/>
            </p:cNvPicPr>
            <p:nvPr/>
          </p:nvPicPr>
          <p:blipFill>
            <a:blip r:embed="rId3">
              <a:extLst>
                <a:ext uri="{28A0092B-C50C-407E-A947-70E740481C1C}">
                  <a14:useLocalDpi xmlns:a14="http://schemas.microsoft.com/office/drawing/2010/main" val="0"/>
                </a:ext>
              </a:extLst>
            </a:blip>
            <a:srcRect r="60450" b="23426"/>
            <a:stretch>
              <a:fillRect/>
            </a:stretch>
          </p:blipFill>
          <p:spPr>
            <a:xfrm>
              <a:off x="10212471" y="882650"/>
              <a:ext cx="1979529" cy="5353050"/>
            </a:xfrm>
            <a:custGeom>
              <a:avLst/>
              <a:gdLst>
                <a:gd name="csX0" fmla="*/ 0 w 1941958"/>
                <a:gd name="csY0" fmla="*/ 0 h 5251450"/>
                <a:gd name="csX1" fmla="*/ 1941958 w 1941958"/>
                <a:gd name="csY1" fmla="*/ 0 h 5251450"/>
                <a:gd name="csX2" fmla="*/ 1941958 w 1941958"/>
                <a:gd name="csY2" fmla="*/ 5251450 h 5251450"/>
                <a:gd name="csX3" fmla="*/ 0 w 1941958"/>
                <a:gd name="csY3" fmla="*/ 5251450 h 5251450"/>
              </a:gdLst>
              <a:ahLst/>
              <a:cxnLst>
                <a:cxn ang="0">
                  <a:pos x="csX0" y="csY0"/>
                </a:cxn>
                <a:cxn ang="0">
                  <a:pos x="csX1" y="csY1"/>
                </a:cxn>
                <a:cxn ang="0">
                  <a:pos x="csX2" y="csY2"/>
                </a:cxn>
                <a:cxn ang="0">
                  <a:pos x="csX3" y="csY3"/>
                </a:cxn>
              </a:cxnLst>
              <a:rect l="l" t="t" r="r" b="b"/>
              <a:pathLst>
                <a:path w="1941958" h="5251450">
                  <a:moveTo>
                    <a:pt x="0" y="0"/>
                  </a:moveTo>
                  <a:lnTo>
                    <a:pt x="1941958" y="0"/>
                  </a:lnTo>
                  <a:lnTo>
                    <a:pt x="1941958" y="5251450"/>
                  </a:lnTo>
                  <a:lnTo>
                    <a:pt x="0" y="5251450"/>
                  </a:lnTo>
                  <a:close/>
                </a:path>
              </a:pathLst>
            </a:custGeom>
          </p:spPr>
        </p:pic>
        <p:sp>
          <p:nvSpPr>
            <p:cNvPr id="3" name="Title">
              <a:extLst>
                <a:ext uri="{FF2B5EF4-FFF2-40B4-BE49-F238E27FC236}">
                  <a16:creationId xmlns:a16="http://schemas.microsoft.com/office/drawing/2014/main" id="{12F65720-E9AD-37B6-9F54-ED2C1CEC620B}"/>
                </a:ext>
              </a:extLst>
            </p:cNvPr>
            <p:cNvSpPr>
              <a:spLocks/>
            </p:cNvSpPr>
            <p:nvPr/>
          </p:nvSpPr>
          <p:spPr>
            <a:xfrm>
              <a:off x="660399" y="1130299"/>
              <a:ext cx="9080500" cy="8573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sz="2400" b="1" dirty="0">
                  <a:solidFill>
                    <a:schemeClr val="tx1"/>
                  </a:solidFill>
                  <a:cs typeface="+mn-ea"/>
                  <a:sym typeface="+mn-lt"/>
                </a:rPr>
                <a:t>单击此处添加长一点的副标题</a:t>
              </a:r>
              <a:endParaRPr lang="en-US" dirty="0">
                <a:cs typeface="+mn-ea"/>
                <a:sym typeface="+mn-lt"/>
              </a:endParaRPr>
            </a:p>
          </p:txBody>
        </p:sp>
        <p:grpSp>
          <p:nvGrpSpPr>
            <p:cNvPr id="28" name="组合 27">
              <a:extLst>
                <a:ext uri="{FF2B5EF4-FFF2-40B4-BE49-F238E27FC236}">
                  <a16:creationId xmlns:a16="http://schemas.microsoft.com/office/drawing/2014/main" id="{CD36AB27-82A8-735A-C6A2-5499C18DED15}"/>
                </a:ext>
              </a:extLst>
            </p:cNvPr>
            <p:cNvGrpSpPr/>
            <p:nvPr/>
          </p:nvGrpSpPr>
          <p:grpSpPr>
            <a:xfrm>
              <a:off x="673100" y="2401642"/>
              <a:ext cx="4189506" cy="1660133"/>
              <a:chOff x="2141369" y="2570201"/>
              <a:chExt cx="3783604" cy="1660133"/>
            </a:xfrm>
          </p:grpSpPr>
          <p:sp>
            <p:nvSpPr>
              <p:cNvPr id="31" name="Bullet1">
                <a:extLst>
                  <a:ext uri="{FF2B5EF4-FFF2-40B4-BE49-F238E27FC236}">
                    <a16:creationId xmlns:a16="http://schemas.microsoft.com/office/drawing/2014/main" id="{555C0415-129E-40F8-62B6-9414CFA4CDA8}"/>
                  </a:ext>
                </a:extLst>
              </p:cNvPr>
              <p:cNvSpPr txBox="1"/>
              <p:nvPr/>
            </p:nvSpPr>
            <p:spPr>
              <a:xfrm>
                <a:off x="2141369" y="2570201"/>
                <a:ext cx="3783604" cy="652134"/>
              </a:xfrm>
              <a:prstGeom prst="rect">
                <a:avLst/>
              </a:prstGeom>
              <a:noFill/>
            </p:spPr>
            <p:txBody>
              <a:bodyPr wrap="square" lIns="91440" tIns="45720" rIns="91440" bIns="45720" rtlCol="0" anchor="b">
                <a:normAutofit/>
              </a:bodyPr>
              <a:lstStyle/>
              <a:p>
                <a:pPr lvl="0" defTabSz="913765">
                  <a:buSzPct val="25000"/>
                  <a:defRPr/>
                </a:pPr>
                <a:r>
                  <a:rPr lang="zh-CN" altLang="en-US" b="1" dirty="0">
                    <a:solidFill>
                      <a:srgbClr val="FFFFFF"/>
                    </a:solidFill>
                    <a:cs typeface="+mn-ea"/>
                    <a:sym typeface="+mn-lt"/>
                  </a:rPr>
                  <a:t>单击添加小标题</a:t>
                </a:r>
                <a:endParaRPr lang="en-US" dirty="0">
                  <a:solidFill>
                    <a:srgbClr val="FFFFFF"/>
                  </a:solidFill>
                  <a:cs typeface="+mn-ea"/>
                  <a:sym typeface="+mn-lt"/>
                </a:endParaRPr>
              </a:p>
            </p:txBody>
          </p:sp>
          <p:sp>
            <p:nvSpPr>
              <p:cNvPr id="32" name="Text1">
                <a:extLst>
                  <a:ext uri="{FF2B5EF4-FFF2-40B4-BE49-F238E27FC236}">
                    <a16:creationId xmlns:a16="http://schemas.microsoft.com/office/drawing/2014/main" id="{13579426-E520-47D7-119F-F14726B3F98B}"/>
                  </a:ext>
                </a:extLst>
              </p:cNvPr>
              <p:cNvSpPr txBox="1"/>
              <p:nvPr/>
            </p:nvSpPr>
            <p:spPr>
              <a:xfrm>
                <a:off x="2141369" y="3222334"/>
                <a:ext cx="3783604" cy="1008000"/>
              </a:xfrm>
              <a:prstGeom prst="rect">
                <a:avLst/>
              </a:prstGeom>
              <a:noFill/>
            </p:spPr>
            <p:txBody>
              <a:bodyPr wrap="square" lIns="91440" tIns="45720" rIns="91440" bIns="45720">
                <a:normAutofit/>
              </a:bodyPr>
              <a:lstStyle/>
              <a:p>
                <a:pPr>
                  <a:lnSpc>
                    <a:spcPct val="120000"/>
                  </a:lnSpc>
                  <a:buNone/>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cs typeface="+mn-ea"/>
                  <a:sym typeface="+mn-lt"/>
                </a:endParaRPr>
              </a:p>
            </p:txBody>
          </p:sp>
        </p:grpSp>
        <p:grpSp>
          <p:nvGrpSpPr>
            <p:cNvPr id="34" name="组合 33">
              <a:extLst>
                <a:ext uri="{FF2B5EF4-FFF2-40B4-BE49-F238E27FC236}">
                  <a16:creationId xmlns:a16="http://schemas.microsoft.com/office/drawing/2014/main" id="{ECEBB818-2AC6-3820-A5BB-432FCD9DCC7A}"/>
                </a:ext>
              </a:extLst>
            </p:cNvPr>
            <p:cNvGrpSpPr/>
            <p:nvPr/>
          </p:nvGrpSpPr>
          <p:grpSpPr>
            <a:xfrm>
              <a:off x="660400" y="4248258"/>
              <a:ext cx="4189506" cy="1660133"/>
              <a:chOff x="6254327" y="2570201"/>
              <a:chExt cx="3783604" cy="1660133"/>
            </a:xfrm>
          </p:grpSpPr>
          <p:sp>
            <p:nvSpPr>
              <p:cNvPr id="36" name="Bullet2">
                <a:extLst>
                  <a:ext uri="{FF2B5EF4-FFF2-40B4-BE49-F238E27FC236}">
                    <a16:creationId xmlns:a16="http://schemas.microsoft.com/office/drawing/2014/main" id="{2B818571-803F-F26E-F58E-E2C979B8515E}"/>
                  </a:ext>
                </a:extLst>
              </p:cNvPr>
              <p:cNvSpPr txBox="1"/>
              <p:nvPr/>
            </p:nvSpPr>
            <p:spPr>
              <a:xfrm>
                <a:off x="6254327" y="2570201"/>
                <a:ext cx="3783604" cy="652134"/>
              </a:xfrm>
              <a:prstGeom prst="rect">
                <a:avLst/>
              </a:prstGeom>
              <a:noFill/>
            </p:spPr>
            <p:txBody>
              <a:bodyPr wrap="square" lIns="91440" tIns="45720" rIns="91440" bIns="45720" rtlCol="0" anchor="b">
                <a:normAutofit/>
              </a:bodyPr>
              <a:lstStyle/>
              <a:p>
                <a:pPr lvl="0" defTabSz="913765">
                  <a:buSzPct val="25000"/>
                  <a:defRPr/>
                </a:pPr>
                <a:r>
                  <a:rPr lang="zh-CN" altLang="en-US" b="1" dirty="0">
                    <a:solidFill>
                      <a:srgbClr val="FFFFFF"/>
                    </a:solidFill>
                    <a:cs typeface="+mn-ea"/>
                    <a:sym typeface="+mn-lt"/>
                  </a:rPr>
                  <a:t>单击添加小标题</a:t>
                </a:r>
                <a:endParaRPr lang="en-US" dirty="0">
                  <a:solidFill>
                    <a:srgbClr val="FFFFFF"/>
                  </a:solidFill>
                  <a:cs typeface="+mn-ea"/>
                  <a:sym typeface="+mn-lt"/>
                </a:endParaRPr>
              </a:p>
            </p:txBody>
          </p:sp>
          <p:sp>
            <p:nvSpPr>
              <p:cNvPr id="37" name="Text2">
                <a:extLst>
                  <a:ext uri="{FF2B5EF4-FFF2-40B4-BE49-F238E27FC236}">
                    <a16:creationId xmlns:a16="http://schemas.microsoft.com/office/drawing/2014/main" id="{382DF781-59BC-7AA4-4916-FB3FDA8D1B78}"/>
                  </a:ext>
                </a:extLst>
              </p:cNvPr>
              <p:cNvSpPr txBox="1"/>
              <p:nvPr/>
            </p:nvSpPr>
            <p:spPr>
              <a:xfrm>
                <a:off x="6254327" y="3222334"/>
                <a:ext cx="3783604" cy="1008000"/>
              </a:xfrm>
              <a:prstGeom prst="rect">
                <a:avLst/>
              </a:prstGeom>
              <a:noFill/>
            </p:spPr>
            <p:txBody>
              <a:bodyPr wrap="square" lIns="91440" tIns="45720" rIns="91440" bIns="45720">
                <a:normAutofit/>
              </a:bodyPr>
              <a:lstStyle/>
              <a:p>
                <a:pPr>
                  <a:lnSpc>
                    <a:spcPct val="120000"/>
                  </a:lnSpc>
                  <a:buNone/>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cs typeface="+mn-ea"/>
                  <a:sym typeface="+mn-lt"/>
                </a:endParaRPr>
              </a:p>
            </p:txBody>
          </p:sp>
        </p:grpSp>
        <p:grpSp>
          <p:nvGrpSpPr>
            <p:cNvPr id="11" name="组合 10">
              <a:extLst>
                <a:ext uri="{FF2B5EF4-FFF2-40B4-BE49-F238E27FC236}">
                  <a16:creationId xmlns:a16="http://schemas.microsoft.com/office/drawing/2014/main" id="{32998D3E-88A6-4385-8C49-6E99A0C9A9F0}"/>
                </a:ext>
              </a:extLst>
            </p:cNvPr>
            <p:cNvGrpSpPr/>
            <p:nvPr/>
          </p:nvGrpSpPr>
          <p:grpSpPr>
            <a:xfrm>
              <a:off x="5792693" y="2401642"/>
              <a:ext cx="4189506" cy="1660133"/>
              <a:chOff x="2141369" y="2570201"/>
              <a:chExt cx="3783604" cy="1660133"/>
            </a:xfrm>
          </p:grpSpPr>
          <p:sp>
            <p:nvSpPr>
              <p:cNvPr id="13" name="Bullet3">
                <a:extLst>
                  <a:ext uri="{FF2B5EF4-FFF2-40B4-BE49-F238E27FC236}">
                    <a16:creationId xmlns:a16="http://schemas.microsoft.com/office/drawing/2014/main" id="{51C60554-1317-0FE5-40EB-546A92B22A65}"/>
                  </a:ext>
                </a:extLst>
              </p:cNvPr>
              <p:cNvSpPr txBox="1"/>
              <p:nvPr/>
            </p:nvSpPr>
            <p:spPr>
              <a:xfrm>
                <a:off x="2141369" y="2570201"/>
                <a:ext cx="3783604" cy="652134"/>
              </a:xfrm>
              <a:prstGeom prst="rect">
                <a:avLst/>
              </a:prstGeom>
              <a:noFill/>
            </p:spPr>
            <p:txBody>
              <a:bodyPr wrap="square" lIns="91440" tIns="45720" rIns="91440" bIns="45720" rtlCol="0" anchor="b">
                <a:normAutofit/>
              </a:bodyPr>
              <a:lstStyle/>
              <a:p>
                <a:pPr lvl="0" defTabSz="913765">
                  <a:buSzPct val="25000"/>
                  <a:defRPr/>
                </a:pPr>
                <a:r>
                  <a:rPr lang="zh-CN" altLang="en-US" b="1" dirty="0">
                    <a:cs typeface="+mn-ea"/>
                    <a:sym typeface="+mn-lt"/>
                  </a:rPr>
                  <a:t>单击添加小标题</a:t>
                </a:r>
                <a:endParaRPr lang="en-US" dirty="0">
                  <a:cs typeface="+mn-ea"/>
                  <a:sym typeface="+mn-lt"/>
                </a:endParaRPr>
              </a:p>
            </p:txBody>
          </p:sp>
          <p:sp>
            <p:nvSpPr>
              <p:cNvPr id="14" name="Text3">
                <a:extLst>
                  <a:ext uri="{FF2B5EF4-FFF2-40B4-BE49-F238E27FC236}">
                    <a16:creationId xmlns:a16="http://schemas.microsoft.com/office/drawing/2014/main" id="{16D990BE-9E01-9067-D59C-E57424715F0A}"/>
                  </a:ext>
                </a:extLst>
              </p:cNvPr>
              <p:cNvSpPr txBox="1"/>
              <p:nvPr/>
            </p:nvSpPr>
            <p:spPr>
              <a:xfrm>
                <a:off x="2141369" y="3222334"/>
                <a:ext cx="3783604" cy="1008000"/>
              </a:xfrm>
              <a:prstGeom prst="rect">
                <a:avLst/>
              </a:prstGeom>
              <a:noFill/>
            </p:spPr>
            <p:txBody>
              <a:bodyPr wrap="square" lIns="91440" tIns="45720" rIns="91440" bIns="45720">
                <a:normAutofit/>
              </a:bodyPr>
              <a:lstStyle/>
              <a:p>
                <a:pPr>
                  <a:lnSpc>
                    <a:spcPct val="120000"/>
                  </a:lnSpc>
                  <a:buNone/>
                </a:pPr>
                <a:r>
                  <a:rPr lang="zh-CN" altLang="en-US" sz="1200" dirty="0">
                    <a:cs typeface="+mn-ea"/>
                    <a:sym typeface="+mn-lt"/>
                  </a:rPr>
                  <a:t>单击此处添加文本单击此处添加文本单击此处添加文本单击此处添加文本</a:t>
                </a:r>
                <a:endParaRPr lang="en-US" dirty="0">
                  <a:cs typeface="+mn-ea"/>
                  <a:sym typeface="+mn-lt"/>
                </a:endParaRPr>
              </a:p>
            </p:txBody>
          </p:sp>
        </p:grpSp>
        <p:grpSp>
          <p:nvGrpSpPr>
            <p:cNvPr id="16" name="组合 15">
              <a:extLst>
                <a:ext uri="{FF2B5EF4-FFF2-40B4-BE49-F238E27FC236}">
                  <a16:creationId xmlns:a16="http://schemas.microsoft.com/office/drawing/2014/main" id="{DA242901-51CA-EFAB-BCAC-69C6A17DCFE1}"/>
                </a:ext>
              </a:extLst>
            </p:cNvPr>
            <p:cNvGrpSpPr/>
            <p:nvPr/>
          </p:nvGrpSpPr>
          <p:grpSpPr>
            <a:xfrm>
              <a:off x="5779993" y="4248258"/>
              <a:ext cx="4189506" cy="1660133"/>
              <a:chOff x="6254327" y="2570201"/>
              <a:chExt cx="3783604" cy="1660133"/>
            </a:xfrm>
          </p:grpSpPr>
          <p:sp>
            <p:nvSpPr>
              <p:cNvPr id="17" name="Bullet4">
                <a:extLst>
                  <a:ext uri="{FF2B5EF4-FFF2-40B4-BE49-F238E27FC236}">
                    <a16:creationId xmlns:a16="http://schemas.microsoft.com/office/drawing/2014/main" id="{96A2055F-1091-1FFE-3414-3A97B091F626}"/>
                  </a:ext>
                </a:extLst>
              </p:cNvPr>
              <p:cNvSpPr txBox="1"/>
              <p:nvPr/>
            </p:nvSpPr>
            <p:spPr>
              <a:xfrm>
                <a:off x="6254327" y="2570201"/>
                <a:ext cx="3783604" cy="652134"/>
              </a:xfrm>
              <a:prstGeom prst="rect">
                <a:avLst/>
              </a:prstGeom>
              <a:noFill/>
            </p:spPr>
            <p:txBody>
              <a:bodyPr wrap="square" lIns="91440" tIns="45720" rIns="91440" bIns="45720" rtlCol="0" anchor="b">
                <a:normAutofit/>
              </a:bodyPr>
              <a:lstStyle/>
              <a:p>
                <a:pPr lvl="0" defTabSz="913765">
                  <a:buSzPct val="25000"/>
                  <a:defRPr/>
                </a:pPr>
                <a:r>
                  <a:rPr lang="zh-CN" altLang="en-US" b="1" dirty="0">
                    <a:cs typeface="+mn-ea"/>
                    <a:sym typeface="+mn-lt"/>
                  </a:rPr>
                  <a:t>单击添加小标题</a:t>
                </a:r>
                <a:endParaRPr lang="en-US" dirty="0">
                  <a:cs typeface="+mn-ea"/>
                  <a:sym typeface="+mn-lt"/>
                </a:endParaRPr>
              </a:p>
            </p:txBody>
          </p:sp>
          <p:sp>
            <p:nvSpPr>
              <p:cNvPr id="19" name="Text4">
                <a:extLst>
                  <a:ext uri="{FF2B5EF4-FFF2-40B4-BE49-F238E27FC236}">
                    <a16:creationId xmlns:a16="http://schemas.microsoft.com/office/drawing/2014/main" id="{7A52D7CA-EB44-8265-5114-1E4FAE548F6B}"/>
                  </a:ext>
                </a:extLst>
              </p:cNvPr>
              <p:cNvSpPr txBox="1"/>
              <p:nvPr/>
            </p:nvSpPr>
            <p:spPr>
              <a:xfrm>
                <a:off x="6254327" y="3222334"/>
                <a:ext cx="3783604" cy="1008000"/>
              </a:xfrm>
              <a:prstGeom prst="rect">
                <a:avLst/>
              </a:prstGeom>
              <a:noFill/>
            </p:spPr>
            <p:txBody>
              <a:bodyPr wrap="square" lIns="91440" tIns="45720" rIns="91440" bIns="45720">
                <a:normAutofit/>
              </a:bodyPr>
              <a:lstStyle/>
              <a:p>
                <a:pPr>
                  <a:lnSpc>
                    <a:spcPct val="120000"/>
                  </a:lnSpc>
                  <a:buNone/>
                </a:pPr>
                <a:r>
                  <a:rPr lang="zh-CN" altLang="en-US" sz="1200" dirty="0">
                    <a:cs typeface="+mn-ea"/>
                    <a:sym typeface="+mn-lt"/>
                  </a:rPr>
                  <a:t>单击此处添加文本单击此处添加文本单击此处添加文本单击此处添加文本</a:t>
                </a:r>
                <a:endParaRPr lang="en-US" dirty="0">
                  <a:cs typeface="+mn-ea"/>
                  <a:sym typeface="+mn-lt"/>
                </a:endParaRPr>
              </a:p>
            </p:txBody>
          </p:sp>
        </p:grpSp>
      </p:grpSp>
      <p:sp>
        <p:nvSpPr>
          <p:cNvPr id="2" name="标题 1">
            <a:extLst>
              <a:ext uri="{FF2B5EF4-FFF2-40B4-BE49-F238E27FC236}">
                <a16:creationId xmlns:a16="http://schemas.microsoft.com/office/drawing/2014/main" id="{9A452071-4674-531A-5A9A-8A0F4F52D090}"/>
              </a:ext>
            </a:extLst>
          </p:cNvPr>
          <p:cNvSpPr>
            <a:spLocks noGrp="1"/>
          </p:cNvSpPr>
          <p:nvPr>
            <p:ph type="title"/>
          </p:nvPr>
        </p:nvSpPr>
        <p:spPr/>
        <p:txBody>
          <a:bodyPr/>
          <a:lstStyle/>
          <a:p>
            <a:r>
              <a:rPr lang="zh-CN" altLang="en-US"/>
              <a:t>单击此处添加页面标题</a:t>
            </a:r>
          </a:p>
        </p:txBody>
      </p:sp>
    </p:spTree>
    <p:extLst>
      <p:ext uri="{BB962C8B-B14F-4D97-AF65-F5344CB8AC3E}">
        <p14:creationId xmlns:p14="http://schemas.microsoft.com/office/powerpoint/2010/main" val="1644316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EC83D-84CB-C88C-2C06-07526EBAD5C7}"/>
            </a:ext>
          </a:extLst>
        </p:cNvPr>
        <p:cNvGrpSpPr/>
        <p:nvPr/>
      </p:nvGrpSpPr>
      <p:grpSpPr>
        <a:xfrm>
          <a:off x="0" y="0"/>
          <a:ext cx="0" cy="0"/>
          <a:chOff x="0" y="0"/>
          <a:chExt cx="0" cy="0"/>
        </a:xfrm>
      </p:grpSpPr>
      <p:grpSp>
        <p:nvGrpSpPr>
          <p:cNvPr id="25" name="组合 24">
            <a:extLst>
              <a:ext uri="{FF2B5EF4-FFF2-40B4-BE49-F238E27FC236}">
                <a16:creationId xmlns:a16="http://schemas.microsoft.com/office/drawing/2014/main" id="{5387DA92-D063-E5E0-3C7B-8AC8AE72284A}"/>
              </a:ext>
            </a:extLst>
          </p:cNvPr>
          <p:cNvGrpSpPr/>
          <p:nvPr/>
        </p:nvGrpSpPr>
        <p:grpSpPr>
          <a:xfrm>
            <a:off x="0" y="0"/>
            <a:ext cx="12192000" cy="6134100"/>
            <a:chOff x="0" y="0"/>
            <a:chExt cx="12192000" cy="6134100"/>
          </a:xfrm>
        </p:grpSpPr>
        <p:pic>
          <p:nvPicPr>
            <p:cNvPr id="19" name="图片 18">
              <a:extLst>
                <a:ext uri="{FF2B5EF4-FFF2-40B4-BE49-F238E27FC236}">
                  <a16:creationId xmlns:a16="http://schemas.microsoft.com/office/drawing/2014/main" id="{851B10EA-7726-1A5B-020D-F2D08D5907E5}"/>
                </a:ext>
              </a:extLst>
            </p:cNvPr>
            <p:cNvPicPr>
              <a:picLocks noChangeAspect="1"/>
            </p:cNvPicPr>
            <p:nvPr/>
          </p:nvPicPr>
          <p:blipFill>
            <a:blip r:embed="rId3">
              <a:extLst>
                <a:ext uri="{28A0092B-C50C-407E-A947-70E740481C1C}">
                  <a14:useLocalDpi xmlns:a14="http://schemas.microsoft.com/office/drawing/2010/main" val="0"/>
                </a:ext>
              </a:extLst>
            </a:blip>
            <a:srcRect l="58699" t="52593" b="24289"/>
            <a:stretch>
              <a:fillRect/>
            </a:stretch>
          </p:blipFill>
          <p:spPr>
            <a:xfrm flipH="1">
              <a:off x="9975850" y="0"/>
              <a:ext cx="2216150" cy="1792998"/>
            </a:xfrm>
            <a:custGeom>
              <a:avLst/>
              <a:gdLst>
                <a:gd name="csX0" fmla="*/ 2216150 w 2216150"/>
                <a:gd name="csY0" fmla="*/ 0 h 1792998"/>
                <a:gd name="csX1" fmla="*/ 0 w 2216150"/>
                <a:gd name="csY1" fmla="*/ 0 h 1792998"/>
                <a:gd name="csX2" fmla="*/ 0 w 2216150"/>
                <a:gd name="csY2" fmla="*/ 1792998 h 1792998"/>
                <a:gd name="csX3" fmla="*/ 2216150 w 2216150"/>
                <a:gd name="csY3" fmla="*/ 1792998 h 1792998"/>
              </a:gdLst>
              <a:ahLst/>
              <a:cxnLst>
                <a:cxn ang="0">
                  <a:pos x="csX0" y="csY0"/>
                </a:cxn>
                <a:cxn ang="0">
                  <a:pos x="csX1" y="csY1"/>
                </a:cxn>
                <a:cxn ang="0">
                  <a:pos x="csX2" y="csY2"/>
                </a:cxn>
                <a:cxn ang="0">
                  <a:pos x="csX3" y="csY3"/>
                </a:cxn>
              </a:cxnLst>
              <a:rect l="l" t="t" r="r" b="b"/>
              <a:pathLst>
                <a:path w="2216150" h="1792998">
                  <a:moveTo>
                    <a:pt x="2216150" y="0"/>
                  </a:moveTo>
                  <a:lnTo>
                    <a:pt x="0" y="0"/>
                  </a:lnTo>
                  <a:lnTo>
                    <a:pt x="0" y="1792998"/>
                  </a:lnTo>
                  <a:lnTo>
                    <a:pt x="2216150" y="1792998"/>
                  </a:lnTo>
                  <a:close/>
                </a:path>
              </a:pathLst>
            </a:custGeom>
          </p:spPr>
        </p:pic>
        <p:cxnSp>
          <p:nvCxnSpPr>
            <p:cNvPr id="28" name="直接连接符 27">
              <a:extLst>
                <a:ext uri="{FF2B5EF4-FFF2-40B4-BE49-F238E27FC236}">
                  <a16:creationId xmlns:a16="http://schemas.microsoft.com/office/drawing/2014/main" id="{6F9AEF29-512D-AA74-6713-734D0EDEE277}"/>
                </a:ext>
              </a:extLst>
            </p:cNvPr>
            <p:cNvCxnSpPr>
              <a:cxnSpLocks/>
            </p:cNvCxnSpPr>
            <p:nvPr/>
          </p:nvCxnSpPr>
          <p:spPr>
            <a:xfrm>
              <a:off x="0" y="4136919"/>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itle">
              <a:extLst>
                <a:ext uri="{FF2B5EF4-FFF2-40B4-BE49-F238E27FC236}">
                  <a16:creationId xmlns:a16="http://schemas.microsoft.com/office/drawing/2014/main" id="{27D8B08B-1284-3EE9-0224-A6905E460EB1}"/>
                </a:ext>
              </a:extLst>
            </p:cNvPr>
            <p:cNvSpPr>
              <a:spLocks/>
            </p:cNvSpPr>
            <p:nvPr/>
          </p:nvSpPr>
          <p:spPr>
            <a:xfrm>
              <a:off x="660400" y="1130301"/>
              <a:ext cx="9550400" cy="8686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r>
                <a:rPr kumimoji="1" lang="zh-CN" altLang="en-US" sz="2400" b="1" dirty="0">
                  <a:solidFill>
                    <a:schemeClr val="tx1"/>
                  </a:solidFill>
                  <a:cs typeface="+mn-ea"/>
                  <a:sym typeface="+mn-lt"/>
                </a:rPr>
                <a:t>单击此处添加长一点的副标题</a:t>
              </a:r>
              <a:endParaRPr lang="en-US" dirty="0">
                <a:cs typeface="+mn-ea"/>
                <a:sym typeface="+mn-lt"/>
              </a:endParaRPr>
            </a:p>
          </p:txBody>
        </p:sp>
        <p:grpSp>
          <p:nvGrpSpPr>
            <p:cNvPr id="2" name="组合 1">
              <a:extLst>
                <a:ext uri="{FF2B5EF4-FFF2-40B4-BE49-F238E27FC236}">
                  <a16:creationId xmlns:a16="http://schemas.microsoft.com/office/drawing/2014/main" id="{745780C7-C422-0802-DF8F-903540BACB2E}"/>
                </a:ext>
              </a:extLst>
            </p:cNvPr>
            <p:cNvGrpSpPr/>
            <p:nvPr/>
          </p:nvGrpSpPr>
          <p:grpSpPr>
            <a:xfrm>
              <a:off x="660400" y="3259226"/>
              <a:ext cx="2216151" cy="2874874"/>
              <a:chOff x="997261" y="3259226"/>
              <a:chExt cx="2216151" cy="2874874"/>
            </a:xfrm>
          </p:grpSpPr>
          <p:sp>
            <p:nvSpPr>
              <p:cNvPr id="7" name="Bullet1">
                <a:extLst>
                  <a:ext uri="{FF2B5EF4-FFF2-40B4-BE49-F238E27FC236}">
                    <a16:creationId xmlns:a16="http://schemas.microsoft.com/office/drawing/2014/main" id="{41D9FEEF-48C0-ED24-4FA1-16EC7F538119}"/>
                  </a:ext>
                </a:extLst>
              </p:cNvPr>
              <p:cNvSpPr txBox="1"/>
              <p:nvPr/>
            </p:nvSpPr>
            <p:spPr>
              <a:xfrm>
                <a:off x="997262" y="4416790"/>
                <a:ext cx="2216150" cy="690403"/>
              </a:xfrm>
              <a:prstGeom prst="rect">
                <a:avLst/>
              </a:prstGeom>
              <a:noFill/>
            </p:spPr>
            <p:txBody>
              <a:bodyPr wrap="square" lIns="91440" tIns="45720" rIns="91440" bIns="45720" rtlCol="0" anchor="b">
                <a:normAutofit/>
              </a:bodyPr>
              <a:lstStyle/>
              <a:p>
                <a:pPr lvl="0" algn="ctr" defTabSz="913765">
                  <a:buSzPct val="25000"/>
                  <a:defRPr/>
                </a:pPr>
                <a:r>
                  <a:rPr lang="zh-CN" altLang="en-US" b="1" dirty="0">
                    <a:cs typeface="+mn-ea"/>
                    <a:sym typeface="+mn-lt"/>
                  </a:rPr>
                  <a:t>单击添加小标题</a:t>
                </a:r>
                <a:endParaRPr lang="en-US" dirty="0">
                  <a:cs typeface="+mn-ea"/>
                  <a:sym typeface="+mn-lt"/>
                </a:endParaRPr>
              </a:p>
            </p:txBody>
          </p:sp>
          <p:sp>
            <p:nvSpPr>
              <p:cNvPr id="8" name="Text1">
                <a:extLst>
                  <a:ext uri="{FF2B5EF4-FFF2-40B4-BE49-F238E27FC236}">
                    <a16:creationId xmlns:a16="http://schemas.microsoft.com/office/drawing/2014/main" id="{ED87E337-A4B5-4897-CCC4-D4A3382BA291}"/>
                  </a:ext>
                </a:extLst>
              </p:cNvPr>
              <p:cNvSpPr txBox="1"/>
              <p:nvPr/>
            </p:nvSpPr>
            <p:spPr>
              <a:xfrm>
                <a:off x="997261" y="5107192"/>
                <a:ext cx="2216150" cy="1026908"/>
              </a:xfrm>
              <a:prstGeom prst="rect">
                <a:avLst/>
              </a:prstGeom>
              <a:noFill/>
            </p:spPr>
            <p:txBody>
              <a:bodyPr wrap="square" lIns="91440" tIns="45720" rIns="91440" bIns="45720">
                <a:normAutofit/>
              </a:bodyPr>
              <a:lstStyle/>
              <a:p>
                <a:pPr>
                  <a:lnSpc>
                    <a:spcPct val="120000"/>
                  </a:lnSpc>
                  <a:buNone/>
                </a:pPr>
                <a:r>
                  <a:rPr lang="zh-CN" altLang="en-US" sz="1200" dirty="0">
                    <a:cs typeface="+mn-ea"/>
                    <a:sym typeface="+mn-lt"/>
                  </a:rPr>
                  <a:t>单击此处添加文本单击此处添加文本单击此处添加文本单击此处添加文本</a:t>
                </a:r>
                <a:endParaRPr lang="en-US" dirty="0">
                  <a:cs typeface="+mn-ea"/>
                  <a:sym typeface="+mn-lt"/>
                </a:endParaRPr>
              </a:p>
            </p:txBody>
          </p:sp>
          <p:sp>
            <p:nvSpPr>
              <p:cNvPr id="6" name="Number1">
                <a:extLst>
                  <a:ext uri="{FF2B5EF4-FFF2-40B4-BE49-F238E27FC236}">
                    <a16:creationId xmlns:a16="http://schemas.microsoft.com/office/drawing/2014/main" id="{28B38170-E086-595F-E7CB-8076F52711D9}"/>
                  </a:ext>
                </a:extLst>
              </p:cNvPr>
              <p:cNvSpPr/>
              <p:nvPr/>
            </p:nvSpPr>
            <p:spPr>
              <a:xfrm>
                <a:off x="1596522" y="3259226"/>
                <a:ext cx="1017628" cy="101762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800" b="1" dirty="0">
                    <a:cs typeface="+mn-ea"/>
                    <a:sym typeface="+mn-lt"/>
                  </a:rPr>
                  <a:t>01</a:t>
                </a:r>
                <a:endParaRPr lang="zh-CN" altLang="en-US" sz="2800" b="1" dirty="0">
                  <a:cs typeface="+mn-ea"/>
                  <a:sym typeface="+mn-lt"/>
                </a:endParaRPr>
              </a:p>
            </p:txBody>
          </p:sp>
        </p:grpSp>
        <p:grpSp>
          <p:nvGrpSpPr>
            <p:cNvPr id="3" name="组合 2">
              <a:extLst>
                <a:ext uri="{FF2B5EF4-FFF2-40B4-BE49-F238E27FC236}">
                  <a16:creationId xmlns:a16="http://schemas.microsoft.com/office/drawing/2014/main" id="{AE86F264-A128-EF13-0997-CB659E8E4B53}"/>
                </a:ext>
              </a:extLst>
            </p:cNvPr>
            <p:cNvGrpSpPr/>
            <p:nvPr/>
          </p:nvGrpSpPr>
          <p:grpSpPr>
            <a:xfrm>
              <a:off x="2820986" y="2189420"/>
              <a:ext cx="2216152" cy="2825191"/>
              <a:chOff x="3653469" y="2189420"/>
              <a:chExt cx="2216152" cy="2825191"/>
            </a:xfrm>
          </p:grpSpPr>
          <p:sp>
            <p:nvSpPr>
              <p:cNvPr id="12" name="Bullet2">
                <a:extLst>
                  <a:ext uri="{FF2B5EF4-FFF2-40B4-BE49-F238E27FC236}">
                    <a16:creationId xmlns:a16="http://schemas.microsoft.com/office/drawing/2014/main" id="{6A8F9AAB-5579-140F-574E-5F2DFC32E6CF}"/>
                  </a:ext>
                </a:extLst>
              </p:cNvPr>
              <p:cNvSpPr txBox="1"/>
              <p:nvPr/>
            </p:nvSpPr>
            <p:spPr>
              <a:xfrm>
                <a:off x="3653471" y="2189420"/>
                <a:ext cx="2216150" cy="690403"/>
              </a:xfrm>
              <a:prstGeom prst="rect">
                <a:avLst/>
              </a:prstGeom>
              <a:noFill/>
            </p:spPr>
            <p:txBody>
              <a:bodyPr wrap="square" lIns="91440" tIns="45720" rIns="91440" bIns="45720" rtlCol="0" anchor="b">
                <a:normAutofit/>
              </a:bodyPr>
              <a:lstStyle/>
              <a:p>
                <a:pPr lvl="0" algn="ctr" defTabSz="913765">
                  <a:buSzPct val="25000"/>
                  <a:defRPr/>
                </a:pPr>
                <a:r>
                  <a:rPr lang="zh-CN" altLang="en-US" b="1" dirty="0">
                    <a:cs typeface="+mn-ea"/>
                    <a:sym typeface="+mn-lt"/>
                  </a:rPr>
                  <a:t>单击添加小标题</a:t>
                </a:r>
                <a:endParaRPr lang="en-US" dirty="0">
                  <a:cs typeface="+mn-ea"/>
                  <a:sym typeface="+mn-lt"/>
                </a:endParaRPr>
              </a:p>
            </p:txBody>
          </p:sp>
          <p:sp>
            <p:nvSpPr>
              <p:cNvPr id="13" name="Text2">
                <a:extLst>
                  <a:ext uri="{FF2B5EF4-FFF2-40B4-BE49-F238E27FC236}">
                    <a16:creationId xmlns:a16="http://schemas.microsoft.com/office/drawing/2014/main" id="{32A171AB-1170-E964-0FA7-9979C47EB88B}"/>
                  </a:ext>
                </a:extLst>
              </p:cNvPr>
              <p:cNvSpPr txBox="1"/>
              <p:nvPr/>
            </p:nvSpPr>
            <p:spPr>
              <a:xfrm>
                <a:off x="3653469" y="2879823"/>
                <a:ext cx="2216150" cy="1026908"/>
              </a:xfrm>
              <a:prstGeom prst="rect">
                <a:avLst/>
              </a:prstGeom>
              <a:noFill/>
            </p:spPr>
            <p:txBody>
              <a:bodyPr wrap="square" lIns="91440" tIns="45720" rIns="91440" bIns="45720">
                <a:normAutofit/>
              </a:bodyPr>
              <a:lstStyle/>
              <a:p>
                <a:pPr>
                  <a:lnSpc>
                    <a:spcPct val="120000"/>
                  </a:lnSpc>
                  <a:buNone/>
                </a:pPr>
                <a:r>
                  <a:rPr lang="zh-CN" altLang="en-US" sz="1200" dirty="0">
                    <a:cs typeface="+mn-ea"/>
                    <a:sym typeface="+mn-lt"/>
                  </a:rPr>
                  <a:t>单击此处添加文本单击此处添加文本单击此处添加文本单击此处添加文本</a:t>
                </a:r>
                <a:endParaRPr lang="en-US" dirty="0">
                  <a:cs typeface="+mn-ea"/>
                  <a:sym typeface="+mn-lt"/>
                </a:endParaRPr>
              </a:p>
            </p:txBody>
          </p:sp>
          <p:sp>
            <p:nvSpPr>
              <p:cNvPr id="11" name="Number2">
                <a:extLst>
                  <a:ext uri="{FF2B5EF4-FFF2-40B4-BE49-F238E27FC236}">
                    <a16:creationId xmlns:a16="http://schemas.microsoft.com/office/drawing/2014/main" id="{3B987841-91E8-1C1F-9F0A-E42CD1EA5D93}"/>
                  </a:ext>
                </a:extLst>
              </p:cNvPr>
              <p:cNvSpPr/>
              <p:nvPr/>
            </p:nvSpPr>
            <p:spPr>
              <a:xfrm>
                <a:off x="4252731" y="3996983"/>
                <a:ext cx="1017628" cy="101762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800" b="1" dirty="0">
                    <a:cs typeface="+mn-ea"/>
                    <a:sym typeface="+mn-lt"/>
                  </a:rPr>
                  <a:t>02</a:t>
                </a:r>
                <a:endParaRPr lang="zh-CN" altLang="en-US" sz="2800" b="1" dirty="0">
                  <a:cs typeface="+mn-ea"/>
                  <a:sym typeface="+mn-lt"/>
                </a:endParaRPr>
              </a:p>
            </p:txBody>
          </p:sp>
        </p:grpSp>
        <p:grpSp>
          <p:nvGrpSpPr>
            <p:cNvPr id="5" name="组合 4">
              <a:extLst>
                <a:ext uri="{FF2B5EF4-FFF2-40B4-BE49-F238E27FC236}">
                  <a16:creationId xmlns:a16="http://schemas.microsoft.com/office/drawing/2014/main" id="{2FB8EA01-D6D5-1C68-E116-786123C49504}"/>
                </a:ext>
              </a:extLst>
            </p:cNvPr>
            <p:cNvGrpSpPr/>
            <p:nvPr/>
          </p:nvGrpSpPr>
          <p:grpSpPr>
            <a:xfrm>
              <a:off x="4981573" y="3259226"/>
              <a:ext cx="2216152" cy="2874874"/>
              <a:chOff x="6309678" y="3259226"/>
              <a:chExt cx="2216152" cy="2874874"/>
            </a:xfrm>
          </p:grpSpPr>
          <p:sp>
            <p:nvSpPr>
              <p:cNvPr id="17" name="Bullet3">
                <a:extLst>
                  <a:ext uri="{FF2B5EF4-FFF2-40B4-BE49-F238E27FC236}">
                    <a16:creationId xmlns:a16="http://schemas.microsoft.com/office/drawing/2014/main" id="{E549FDC0-AC68-B9DC-44AB-23AD579E8B32}"/>
                  </a:ext>
                </a:extLst>
              </p:cNvPr>
              <p:cNvSpPr txBox="1"/>
              <p:nvPr/>
            </p:nvSpPr>
            <p:spPr>
              <a:xfrm>
                <a:off x="6309680" y="4416790"/>
                <a:ext cx="2216150" cy="690403"/>
              </a:xfrm>
              <a:prstGeom prst="rect">
                <a:avLst/>
              </a:prstGeom>
              <a:noFill/>
            </p:spPr>
            <p:txBody>
              <a:bodyPr wrap="square" lIns="91440" tIns="45720" rIns="91440" bIns="45720" rtlCol="0" anchor="b">
                <a:normAutofit/>
              </a:bodyPr>
              <a:lstStyle/>
              <a:p>
                <a:pPr lvl="0" algn="ctr" defTabSz="913765">
                  <a:buSzPct val="25000"/>
                  <a:defRPr/>
                </a:pPr>
                <a:r>
                  <a:rPr lang="zh-CN" altLang="en-US" b="1" dirty="0">
                    <a:cs typeface="+mn-ea"/>
                    <a:sym typeface="+mn-lt"/>
                  </a:rPr>
                  <a:t>单击添加小标题</a:t>
                </a:r>
                <a:endParaRPr lang="en-US" dirty="0">
                  <a:cs typeface="+mn-ea"/>
                  <a:sym typeface="+mn-lt"/>
                </a:endParaRPr>
              </a:p>
            </p:txBody>
          </p:sp>
          <p:sp>
            <p:nvSpPr>
              <p:cNvPr id="18" name="Text3">
                <a:extLst>
                  <a:ext uri="{FF2B5EF4-FFF2-40B4-BE49-F238E27FC236}">
                    <a16:creationId xmlns:a16="http://schemas.microsoft.com/office/drawing/2014/main" id="{B1D221B7-EF7D-FEC4-AF6D-E4FA352FA215}"/>
                  </a:ext>
                </a:extLst>
              </p:cNvPr>
              <p:cNvSpPr txBox="1"/>
              <p:nvPr/>
            </p:nvSpPr>
            <p:spPr>
              <a:xfrm>
                <a:off x="6309678" y="5107192"/>
                <a:ext cx="2216150" cy="1026908"/>
              </a:xfrm>
              <a:prstGeom prst="rect">
                <a:avLst/>
              </a:prstGeom>
              <a:noFill/>
            </p:spPr>
            <p:txBody>
              <a:bodyPr wrap="square" lIns="91440" tIns="45720" rIns="91440" bIns="45720">
                <a:normAutofit/>
              </a:bodyPr>
              <a:lstStyle/>
              <a:p>
                <a:pPr>
                  <a:lnSpc>
                    <a:spcPct val="120000"/>
                  </a:lnSpc>
                  <a:buNone/>
                </a:pPr>
                <a:r>
                  <a:rPr lang="zh-CN" altLang="en-US" sz="1200" dirty="0">
                    <a:cs typeface="+mn-ea"/>
                    <a:sym typeface="+mn-lt"/>
                  </a:rPr>
                  <a:t>单击此处添加文本单击此处添加文本单击此处添加文本单击此处添加文本</a:t>
                </a:r>
                <a:endParaRPr lang="en-US" dirty="0">
                  <a:cs typeface="+mn-ea"/>
                  <a:sym typeface="+mn-lt"/>
                </a:endParaRPr>
              </a:p>
            </p:txBody>
          </p:sp>
          <p:sp>
            <p:nvSpPr>
              <p:cNvPr id="16" name="Number3">
                <a:extLst>
                  <a:ext uri="{FF2B5EF4-FFF2-40B4-BE49-F238E27FC236}">
                    <a16:creationId xmlns:a16="http://schemas.microsoft.com/office/drawing/2014/main" id="{1FE768D7-E3DD-6D1C-D5A4-265AE86BBB4F}"/>
                  </a:ext>
                </a:extLst>
              </p:cNvPr>
              <p:cNvSpPr/>
              <p:nvPr/>
            </p:nvSpPr>
            <p:spPr>
              <a:xfrm>
                <a:off x="6908940" y="3259226"/>
                <a:ext cx="1017628" cy="101762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800" b="1" dirty="0">
                    <a:cs typeface="+mn-ea"/>
                    <a:sym typeface="+mn-lt"/>
                  </a:rPr>
                  <a:t>03</a:t>
                </a:r>
                <a:endParaRPr lang="zh-CN" altLang="en-US" sz="2800" b="1" dirty="0">
                  <a:cs typeface="+mn-ea"/>
                  <a:sym typeface="+mn-lt"/>
                </a:endParaRPr>
              </a:p>
            </p:txBody>
          </p:sp>
        </p:grpSp>
        <p:grpSp>
          <p:nvGrpSpPr>
            <p:cNvPr id="14" name="组合 13">
              <a:extLst>
                <a:ext uri="{FF2B5EF4-FFF2-40B4-BE49-F238E27FC236}">
                  <a16:creationId xmlns:a16="http://schemas.microsoft.com/office/drawing/2014/main" id="{376D6CB2-4846-7281-5886-89F5825138A4}"/>
                </a:ext>
              </a:extLst>
            </p:cNvPr>
            <p:cNvGrpSpPr/>
            <p:nvPr/>
          </p:nvGrpSpPr>
          <p:grpSpPr>
            <a:xfrm>
              <a:off x="7142160" y="2189420"/>
              <a:ext cx="2216151" cy="2825191"/>
              <a:chOff x="9013513" y="2189420"/>
              <a:chExt cx="2216151" cy="2825191"/>
            </a:xfrm>
          </p:grpSpPr>
          <p:sp>
            <p:nvSpPr>
              <p:cNvPr id="22" name="Bullet4">
                <a:extLst>
                  <a:ext uri="{FF2B5EF4-FFF2-40B4-BE49-F238E27FC236}">
                    <a16:creationId xmlns:a16="http://schemas.microsoft.com/office/drawing/2014/main" id="{B46FD49A-F22D-464A-D908-26E08DDD93F8}"/>
                  </a:ext>
                </a:extLst>
              </p:cNvPr>
              <p:cNvSpPr txBox="1"/>
              <p:nvPr/>
            </p:nvSpPr>
            <p:spPr>
              <a:xfrm>
                <a:off x="9013514" y="2189420"/>
                <a:ext cx="2216150" cy="690403"/>
              </a:xfrm>
              <a:prstGeom prst="rect">
                <a:avLst/>
              </a:prstGeom>
              <a:noFill/>
            </p:spPr>
            <p:txBody>
              <a:bodyPr wrap="square" lIns="91440" tIns="45720" rIns="91440" bIns="45720" rtlCol="0" anchor="b">
                <a:normAutofit/>
              </a:bodyPr>
              <a:lstStyle/>
              <a:p>
                <a:pPr lvl="0" algn="ctr" defTabSz="913765">
                  <a:buSzPct val="25000"/>
                  <a:defRPr/>
                </a:pPr>
                <a:r>
                  <a:rPr lang="zh-CN" altLang="en-US" b="1" dirty="0">
                    <a:cs typeface="+mn-ea"/>
                    <a:sym typeface="+mn-lt"/>
                  </a:rPr>
                  <a:t>单击添加小标题</a:t>
                </a:r>
                <a:endParaRPr lang="en-US" dirty="0">
                  <a:cs typeface="+mn-ea"/>
                  <a:sym typeface="+mn-lt"/>
                </a:endParaRPr>
              </a:p>
            </p:txBody>
          </p:sp>
          <p:sp>
            <p:nvSpPr>
              <p:cNvPr id="23" name="Text4">
                <a:extLst>
                  <a:ext uri="{FF2B5EF4-FFF2-40B4-BE49-F238E27FC236}">
                    <a16:creationId xmlns:a16="http://schemas.microsoft.com/office/drawing/2014/main" id="{480628FC-BCD6-D6C4-4B2C-CA99E761A5E7}"/>
                  </a:ext>
                </a:extLst>
              </p:cNvPr>
              <p:cNvSpPr txBox="1"/>
              <p:nvPr/>
            </p:nvSpPr>
            <p:spPr>
              <a:xfrm>
                <a:off x="9013513" y="2879823"/>
                <a:ext cx="2216150" cy="1026908"/>
              </a:xfrm>
              <a:prstGeom prst="rect">
                <a:avLst/>
              </a:prstGeom>
              <a:noFill/>
            </p:spPr>
            <p:txBody>
              <a:bodyPr wrap="square" lIns="91440" tIns="45720" rIns="91440" bIns="45720">
                <a:normAutofit/>
              </a:bodyPr>
              <a:lstStyle/>
              <a:p>
                <a:pPr>
                  <a:lnSpc>
                    <a:spcPct val="120000"/>
                  </a:lnSpc>
                  <a:buNone/>
                </a:pPr>
                <a:r>
                  <a:rPr lang="zh-CN" altLang="en-US" sz="1200" dirty="0">
                    <a:cs typeface="+mn-ea"/>
                    <a:sym typeface="+mn-lt"/>
                  </a:rPr>
                  <a:t>单击此处添加文本单击此处添加文本单击此处添加文本单击此处添加文本</a:t>
                </a:r>
                <a:endParaRPr lang="en-US" dirty="0">
                  <a:cs typeface="+mn-ea"/>
                  <a:sym typeface="+mn-lt"/>
                </a:endParaRPr>
              </a:p>
            </p:txBody>
          </p:sp>
          <p:sp>
            <p:nvSpPr>
              <p:cNvPr id="21" name="Number4">
                <a:extLst>
                  <a:ext uri="{FF2B5EF4-FFF2-40B4-BE49-F238E27FC236}">
                    <a16:creationId xmlns:a16="http://schemas.microsoft.com/office/drawing/2014/main" id="{F2FC6304-C57D-E3DB-1D8E-51AD698099A4}"/>
                  </a:ext>
                </a:extLst>
              </p:cNvPr>
              <p:cNvSpPr/>
              <p:nvPr/>
            </p:nvSpPr>
            <p:spPr>
              <a:xfrm>
                <a:off x="9612774" y="3996983"/>
                <a:ext cx="1017628" cy="101762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800" b="1" dirty="0">
                    <a:cs typeface="+mn-ea"/>
                    <a:sym typeface="+mn-lt"/>
                  </a:rPr>
                  <a:t>04</a:t>
                </a:r>
                <a:endParaRPr lang="zh-CN" altLang="en-US" sz="2800" b="1" dirty="0">
                  <a:cs typeface="+mn-ea"/>
                  <a:sym typeface="+mn-lt"/>
                </a:endParaRPr>
              </a:p>
            </p:txBody>
          </p:sp>
        </p:grpSp>
        <p:grpSp>
          <p:nvGrpSpPr>
            <p:cNvPr id="9" name="组合 8">
              <a:extLst>
                <a:ext uri="{FF2B5EF4-FFF2-40B4-BE49-F238E27FC236}">
                  <a16:creationId xmlns:a16="http://schemas.microsoft.com/office/drawing/2014/main" id="{6454C4EA-1DB6-875E-AA45-DCF55B4C428F}"/>
                </a:ext>
              </a:extLst>
            </p:cNvPr>
            <p:cNvGrpSpPr/>
            <p:nvPr/>
          </p:nvGrpSpPr>
          <p:grpSpPr>
            <a:xfrm>
              <a:off x="9302748" y="3259226"/>
              <a:ext cx="2216152" cy="2874874"/>
              <a:chOff x="6309678" y="3259226"/>
              <a:chExt cx="2216152" cy="2874874"/>
            </a:xfrm>
          </p:grpSpPr>
          <p:sp>
            <p:nvSpPr>
              <p:cNvPr id="10" name="Bullet5">
                <a:extLst>
                  <a:ext uri="{FF2B5EF4-FFF2-40B4-BE49-F238E27FC236}">
                    <a16:creationId xmlns:a16="http://schemas.microsoft.com/office/drawing/2014/main" id="{87029006-086B-52C4-F021-9BA12430420A}"/>
                  </a:ext>
                </a:extLst>
              </p:cNvPr>
              <p:cNvSpPr txBox="1"/>
              <p:nvPr/>
            </p:nvSpPr>
            <p:spPr>
              <a:xfrm>
                <a:off x="6309680" y="4416790"/>
                <a:ext cx="2216150" cy="690403"/>
              </a:xfrm>
              <a:prstGeom prst="rect">
                <a:avLst/>
              </a:prstGeom>
              <a:noFill/>
            </p:spPr>
            <p:txBody>
              <a:bodyPr wrap="square" lIns="91440" tIns="45720" rIns="91440" bIns="45720" rtlCol="0" anchor="b">
                <a:normAutofit/>
              </a:bodyPr>
              <a:lstStyle/>
              <a:p>
                <a:pPr lvl="0" algn="ctr" defTabSz="913765">
                  <a:buSzPct val="25000"/>
                  <a:defRPr/>
                </a:pPr>
                <a:r>
                  <a:rPr lang="zh-CN" altLang="en-US" b="1" dirty="0">
                    <a:cs typeface="+mn-ea"/>
                    <a:sym typeface="+mn-lt"/>
                  </a:rPr>
                  <a:t>单击添加小标题</a:t>
                </a:r>
                <a:endParaRPr lang="en-US" dirty="0">
                  <a:cs typeface="+mn-ea"/>
                  <a:sym typeface="+mn-lt"/>
                </a:endParaRPr>
              </a:p>
            </p:txBody>
          </p:sp>
          <p:sp>
            <p:nvSpPr>
              <p:cNvPr id="15" name="Text5">
                <a:extLst>
                  <a:ext uri="{FF2B5EF4-FFF2-40B4-BE49-F238E27FC236}">
                    <a16:creationId xmlns:a16="http://schemas.microsoft.com/office/drawing/2014/main" id="{68DDE4C7-DC1C-4430-A2C7-7083F91981D0}"/>
                  </a:ext>
                </a:extLst>
              </p:cNvPr>
              <p:cNvSpPr txBox="1"/>
              <p:nvPr/>
            </p:nvSpPr>
            <p:spPr>
              <a:xfrm>
                <a:off x="6309678" y="5107192"/>
                <a:ext cx="2216150" cy="1026908"/>
              </a:xfrm>
              <a:prstGeom prst="rect">
                <a:avLst/>
              </a:prstGeom>
              <a:noFill/>
            </p:spPr>
            <p:txBody>
              <a:bodyPr wrap="square" lIns="91440" tIns="45720" rIns="91440" bIns="45720">
                <a:normAutofit/>
              </a:bodyPr>
              <a:lstStyle/>
              <a:p>
                <a:pPr>
                  <a:lnSpc>
                    <a:spcPct val="120000"/>
                  </a:lnSpc>
                  <a:buNone/>
                </a:pPr>
                <a:r>
                  <a:rPr lang="zh-CN" altLang="en-US" sz="1200" dirty="0">
                    <a:cs typeface="+mn-ea"/>
                    <a:sym typeface="+mn-lt"/>
                  </a:rPr>
                  <a:t>单击此处添加文本单击此处添加文本单击此处添加文本单击此处添加文本</a:t>
                </a:r>
                <a:endParaRPr lang="en-US" dirty="0">
                  <a:cs typeface="+mn-ea"/>
                  <a:sym typeface="+mn-lt"/>
                </a:endParaRPr>
              </a:p>
            </p:txBody>
          </p:sp>
          <p:sp>
            <p:nvSpPr>
              <p:cNvPr id="24" name="Number5">
                <a:extLst>
                  <a:ext uri="{FF2B5EF4-FFF2-40B4-BE49-F238E27FC236}">
                    <a16:creationId xmlns:a16="http://schemas.microsoft.com/office/drawing/2014/main" id="{0B440ADB-3627-554E-2662-6151FEBEDD95}"/>
                  </a:ext>
                </a:extLst>
              </p:cNvPr>
              <p:cNvSpPr/>
              <p:nvPr/>
            </p:nvSpPr>
            <p:spPr>
              <a:xfrm>
                <a:off x="6908940" y="3259226"/>
                <a:ext cx="1017628" cy="101762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800" b="1" dirty="0">
                    <a:cs typeface="+mn-ea"/>
                    <a:sym typeface="+mn-lt"/>
                  </a:rPr>
                  <a:t>05</a:t>
                </a:r>
                <a:endParaRPr lang="zh-CN" altLang="en-US" sz="2800" b="1" dirty="0">
                  <a:cs typeface="+mn-ea"/>
                  <a:sym typeface="+mn-lt"/>
                </a:endParaRPr>
              </a:p>
            </p:txBody>
          </p:sp>
        </p:grpSp>
      </p:grpSp>
      <p:sp>
        <p:nvSpPr>
          <p:cNvPr id="20" name="标题 19">
            <a:extLst>
              <a:ext uri="{FF2B5EF4-FFF2-40B4-BE49-F238E27FC236}">
                <a16:creationId xmlns:a16="http://schemas.microsoft.com/office/drawing/2014/main" id="{4D0BFA67-F385-DAE2-ABA8-6901C91C7DC1}"/>
              </a:ext>
            </a:extLst>
          </p:cNvPr>
          <p:cNvSpPr>
            <a:spLocks noGrp="1"/>
          </p:cNvSpPr>
          <p:nvPr>
            <p:ph type="title"/>
          </p:nvPr>
        </p:nvSpPr>
        <p:spPr/>
        <p:txBody>
          <a:bodyPr/>
          <a:lstStyle/>
          <a:p>
            <a:r>
              <a:rPr lang="zh-CN" altLang="en-US"/>
              <a:t>单击此处添加页面标题</a:t>
            </a:r>
          </a:p>
        </p:txBody>
      </p:sp>
    </p:spTree>
    <p:extLst>
      <p:ext uri="{BB962C8B-B14F-4D97-AF65-F5344CB8AC3E}">
        <p14:creationId xmlns:p14="http://schemas.microsoft.com/office/powerpoint/2010/main" val="3820648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88DA1-28D3-3B40-B0AC-B5A55B81921D}"/>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6C4F27E3-0111-742C-99F1-52CAE11475D1}"/>
              </a:ext>
            </a:extLst>
          </p:cNvPr>
          <p:cNvGrpSpPr/>
          <p:nvPr/>
        </p:nvGrpSpPr>
        <p:grpSpPr>
          <a:xfrm>
            <a:off x="1" y="1130300"/>
            <a:ext cx="11518900" cy="5003800"/>
            <a:chOff x="1" y="1130300"/>
            <a:chExt cx="11518900" cy="5003800"/>
          </a:xfrm>
        </p:grpSpPr>
        <p:pic>
          <p:nvPicPr>
            <p:cNvPr id="177" name="图片 176">
              <a:extLst>
                <a:ext uri="{FF2B5EF4-FFF2-40B4-BE49-F238E27FC236}">
                  <a16:creationId xmlns:a16="http://schemas.microsoft.com/office/drawing/2014/main" id="{4280F904-1584-CFFE-7603-A8D4D6CC837A}"/>
                </a:ext>
              </a:extLst>
            </p:cNvPr>
            <p:cNvPicPr>
              <a:picLocks noChangeAspect="1"/>
            </p:cNvPicPr>
            <p:nvPr/>
          </p:nvPicPr>
          <p:blipFill>
            <a:blip r:embed="rId3">
              <a:extLst>
                <a:ext uri="{28A0092B-C50C-407E-A947-70E740481C1C}">
                  <a14:useLocalDpi xmlns:a14="http://schemas.microsoft.com/office/drawing/2010/main" val="0"/>
                </a:ext>
              </a:extLst>
            </a:blip>
            <a:srcRect l="56560" t="49302" b="27087"/>
            <a:stretch>
              <a:fillRect/>
            </a:stretch>
          </p:blipFill>
          <p:spPr>
            <a:xfrm>
              <a:off x="1" y="1130300"/>
              <a:ext cx="2055288" cy="1791087"/>
            </a:xfrm>
            <a:custGeom>
              <a:avLst/>
              <a:gdLst>
                <a:gd name="csX0" fmla="*/ 0 w 1858115"/>
                <a:gd name="csY0" fmla="*/ 0 h 1619260"/>
                <a:gd name="csX1" fmla="*/ 1858115 w 1858115"/>
                <a:gd name="csY1" fmla="*/ 0 h 1619260"/>
                <a:gd name="csX2" fmla="*/ 1858115 w 1858115"/>
                <a:gd name="csY2" fmla="*/ 1619260 h 1619260"/>
                <a:gd name="csX3" fmla="*/ 0 w 1858115"/>
                <a:gd name="csY3" fmla="*/ 1619260 h 1619260"/>
              </a:gdLst>
              <a:ahLst/>
              <a:cxnLst>
                <a:cxn ang="0">
                  <a:pos x="csX0" y="csY0"/>
                </a:cxn>
                <a:cxn ang="0">
                  <a:pos x="csX1" y="csY1"/>
                </a:cxn>
                <a:cxn ang="0">
                  <a:pos x="csX2" y="csY2"/>
                </a:cxn>
                <a:cxn ang="0">
                  <a:pos x="csX3" y="csY3"/>
                </a:cxn>
              </a:cxnLst>
              <a:rect l="l" t="t" r="r" b="b"/>
              <a:pathLst>
                <a:path w="1858115" h="1619260">
                  <a:moveTo>
                    <a:pt x="0" y="0"/>
                  </a:moveTo>
                  <a:lnTo>
                    <a:pt x="1858115" y="0"/>
                  </a:lnTo>
                  <a:lnTo>
                    <a:pt x="1858115" y="1619260"/>
                  </a:lnTo>
                  <a:lnTo>
                    <a:pt x="0" y="1619260"/>
                  </a:lnTo>
                  <a:close/>
                </a:path>
              </a:pathLst>
            </a:custGeom>
          </p:spPr>
        </p:pic>
        <p:sp>
          <p:nvSpPr>
            <p:cNvPr id="178" name="Title">
              <a:extLst>
                <a:ext uri="{FF2B5EF4-FFF2-40B4-BE49-F238E27FC236}">
                  <a16:creationId xmlns:a16="http://schemas.microsoft.com/office/drawing/2014/main" id="{2E5F14FF-8FEA-C0C8-E4F4-2812C88742AC}"/>
                </a:ext>
              </a:extLst>
            </p:cNvPr>
            <p:cNvSpPr txBox="1"/>
            <p:nvPr/>
          </p:nvSpPr>
          <p:spPr>
            <a:xfrm>
              <a:off x="2206800" y="1130300"/>
              <a:ext cx="9312099" cy="1226385"/>
            </a:xfrm>
            <a:prstGeom prst="rect">
              <a:avLst/>
            </a:prstGeom>
            <a:noFill/>
            <a:ln>
              <a:noFill/>
            </a:ln>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0" lang="zh-CN" altLang="en-US" sz="2400" b="1" u="none" strike="noStrike" kern="1200" cap="none" spc="0" normalizeH="0" baseline="0" noProof="0" dirty="0">
                  <a:ln>
                    <a:noFill/>
                  </a:ln>
                  <a:effectLst/>
                  <a:uLnTx/>
                  <a:uFillTx/>
                  <a:cs typeface="+mn-ea"/>
                  <a:sym typeface="+mn-lt"/>
                </a:rPr>
                <a:t>单击此处添加长一点的副标题</a:t>
              </a:r>
              <a:endParaRPr lang="en-US" dirty="0">
                <a:cs typeface="+mn-ea"/>
                <a:sym typeface="+mn-lt"/>
              </a:endParaRPr>
            </a:p>
          </p:txBody>
        </p:sp>
        <p:grpSp>
          <p:nvGrpSpPr>
            <p:cNvPr id="179" name="组合 178">
              <a:extLst>
                <a:ext uri="{FF2B5EF4-FFF2-40B4-BE49-F238E27FC236}">
                  <a16:creationId xmlns:a16="http://schemas.microsoft.com/office/drawing/2014/main" id="{5CE2CB3C-80BA-41C7-27C9-1285836400B3}"/>
                </a:ext>
              </a:extLst>
            </p:cNvPr>
            <p:cNvGrpSpPr/>
            <p:nvPr/>
          </p:nvGrpSpPr>
          <p:grpSpPr>
            <a:xfrm>
              <a:off x="660401" y="2698751"/>
              <a:ext cx="3395780" cy="3435349"/>
              <a:chOff x="263378" y="2698751"/>
              <a:chExt cx="3395780" cy="3435349"/>
            </a:xfrm>
          </p:grpSpPr>
          <p:sp>
            <p:nvSpPr>
              <p:cNvPr id="203" name="ComponentBackground1">
                <a:extLst>
                  <a:ext uri="{FF2B5EF4-FFF2-40B4-BE49-F238E27FC236}">
                    <a16:creationId xmlns:a16="http://schemas.microsoft.com/office/drawing/2014/main" id="{2631B7B2-CD4E-2170-CC15-01CECFEE30B8}"/>
                  </a:ext>
                </a:extLst>
              </p:cNvPr>
              <p:cNvSpPr/>
              <p:nvPr/>
            </p:nvSpPr>
            <p:spPr bwMode="auto">
              <a:xfrm>
                <a:off x="263378" y="3194516"/>
                <a:ext cx="3395780" cy="2939584"/>
              </a:xfrm>
              <a:prstGeom prst="roundRect">
                <a:avLst>
                  <a:gd name="adj" fmla="val 800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dirty="0">
                  <a:cs typeface="+mn-ea"/>
                  <a:sym typeface="+mn-lt"/>
                </a:endParaRPr>
              </a:p>
            </p:txBody>
          </p:sp>
          <p:sp>
            <p:nvSpPr>
              <p:cNvPr id="204" name="Bullet1">
                <a:extLst>
                  <a:ext uri="{FF2B5EF4-FFF2-40B4-BE49-F238E27FC236}">
                    <a16:creationId xmlns:a16="http://schemas.microsoft.com/office/drawing/2014/main" id="{64873EDB-AF19-C60E-70D4-F993EA4A51AE}"/>
                  </a:ext>
                </a:extLst>
              </p:cNvPr>
              <p:cNvSpPr txBox="1"/>
              <p:nvPr/>
            </p:nvSpPr>
            <p:spPr>
              <a:xfrm>
                <a:off x="486353" y="3873500"/>
                <a:ext cx="2949830" cy="686256"/>
              </a:xfrm>
              <a:prstGeom prst="rect">
                <a:avLst/>
              </a:prstGeom>
              <a:noFill/>
              <a:ln>
                <a:noFill/>
              </a:ln>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zh-CN" altLang="en-US" b="1" u="none" strike="noStrike" kern="1200" cap="none" spc="0" normalizeH="0" baseline="0" noProof="0" dirty="0">
                    <a:ln>
                      <a:noFill/>
                    </a:ln>
                    <a:effectLst/>
                    <a:uLnTx/>
                    <a:uFillTx/>
                    <a:cs typeface="+mn-ea"/>
                    <a:sym typeface="+mn-lt"/>
                  </a:rPr>
                  <a:t>单击添加小标题</a:t>
                </a:r>
                <a:endParaRPr lang="en-US" dirty="0">
                  <a:cs typeface="+mn-ea"/>
                  <a:sym typeface="+mn-lt"/>
                </a:endParaRPr>
              </a:p>
            </p:txBody>
          </p:sp>
          <p:sp>
            <p:nvSpPr>
              <p:cNvPr id="205" name="Text1">
                <a:extLst>
                  <a:ext uri="{FF2B5EF4-FFF2-40B4-BE49-F238E27FC236}">
                    <a16:creationId xmlns:a16="http://schemas.microsoft.com/office/drawing/2014/main" id="{31FD82F7-1B05-57F9-8141-D85791482593}"/>
                  </a:ext>
                </a:extLst>
              </p:cNvPr>
              <p:cNvSpPr txBox="1">
                <a:spLocks/>
              </p:cNvSpPr>
              <p:nvPr/>
            </p:nvSpPr>
            <p:spPr>
              <a:xfrm flipH="1">
                <a:off x="486353" y="4572457"/>
                <a:ext cx="2949828" cy="1269544"/>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913765">
                  <a:lnSpc>
                    <a:spcPct val="120000"/>
                  </a:lnSpc>
                  <a:buSzPct val="25000"/>
                  <a:defRPr/>
                </a:pPr>
                <a:r>
                  <a:rPr lang="zh-CN" altLang="en-US" sz="1200" dirty="0">
                    <a:cs typeface="+mn-ea"/>
                    <a:sym typeface="+mn-lt"/>
                  </a:rPr>
                  <a:t>单击此处添加文本单击此处添加文本单击此处添加文本单击此处添加文本</a:t>
                </a:r>
                <a:endParaRPr lang="en-US" dirty="0">
                  <a:cs typeface="+mn-ea"/>
                  <a:sym typeface="+mn-lt"/>
                </a:endParaRPr>
              </a:p>
            </p:txBody>
          </p:sp>
          <p:sp>
            <p:nvSpPr>
              <p:cNvPr id="206" name="IconBackground1">
                <a:extLst>
                  <a:ext uri="{FF2B5EF4-FFF2-40B4-BE49-F238E27FC236}">
                    <a16:creationId xmlns:a16="http://schemas.microsoft.com/office/drawing/2014/main" id="{D9336BF7-1BE2-CF3E-0A9E-E72499BA4952}"/>
                  </a:ext>
                </a:extLst>
              </p:cNvPr>
              <p:cNvSpPr/>
              <p:nvPr/>
            </p:nvSpPr>
            <p:spPr>
              <a:xfrm>
                <a:off x="1401663" y="2698751"/>
                <a:ext cx="1119208" cy="1083586"/>
              </a:xfrm>
              <a:prstGeom prst="ellipse">
                <a:avLst/>
              </a:prstGeom>
              <a:solidFill>
                <a:schemeClr val="accent1"/>
              </a:solidFill>
              <a:ln w="25400" cap="flat">
                <a:solidFill>
                  <a:schemeClr val="bg1"/>
                </a:solidFill>
                <a:prstDash val="solid"/>
                <a:miter/>
              </a:ln>
            </p:spPr>
            <p:txBody>
              <a:bodyPr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07" name="Icon1">
                <a:extLst>
                  <a:ext uri="{FF2B5EF4-FFF2-40B4-BE49-F238E27FC236}">
                    <a16:creationId xmlns:a16="http://schemas.microsoft.com/office/drawing/2014/main" id="{4F113DA9-56BE-122A-B48F-A12DBCBD7E38}"/>
                  </a:ext>
                </a:extLst>
              </p:cNvPr>
              <p:cNvSpPr/>
              <p:nvPr/>
            </p:nvSpPr>
            <p:spPr>
              <a:xfrm>
                <a:off x="1719741" y="2979354"/>
                <a:ext cx="483202" cy="490916"/>
              </a:xfrm>
              <a:custGeom>
                <a:avLst/>
                <a:gdLst>
                  <a:gd name="connsiteX0" fmla="*/ 146831 w 596842"/>
                  <a:gd name="connsiteY0" fmla="*/ 418787 h 606369"/>
                  <a:gd name="connsiteX1" fmla="*/ 157997 w 596842"/>
                  <a:gd name="connsiteY1" fmla="*/ 450139 h 606369"/>
                  <a:gd name="connsiteX2" fmla="*/ 149956 w 596842"/>
                  <a:gd name="connsiteY2" fmla="*/ 436270 h 606369"/>
                  <a:gd name="connsiteX3" fmla="*/ 450080 w 596842"/>
                  <a:gd name="connsiteY3" fmla="*/ 418737 h 606369"/>
                  <a:gd name="connsiteX4" fmla="*/ 446957 w 596842"/>
                  <a:gd name="connsiteY4" fmla="*/ 436270 h 606369"/>
                  <a:gd name="connsiteX5" fmla="*/ 438865 w 596842"/>
                  <a:gd name="connsiteY5" fmla="*/ 450288 h 606369"/>
                  <a:gd name="connsiteX6" fmla="*/ 12469 w 596842"/>
                  <a:gd name="connsiteY6" fmla="*/ 377014 h 606369"/>
                  <a:gd name="connsiteX7" fmla="*/ 13796 w 596842"/>
                  <a:gd name="connsiteY7" fmla="*/ 379241 h 606369"/>
                  <a:gd name="connsiteX8" fmla="*/ 46683 w 596842"/>
                  <a:gd name="connsiteY8" fmla="*/ 397657 h 606369"/>
                  <a:gd name="connsiteX9" fmla="*/ 53022 w 596842"/>
                  <a:gd name="connsiteY9" fmla="*/ 452595 h 606369"/>
                  <a:gd name="connsiteX10" fmla="*/ 107588 w 596842"/>
                  <a:gd name="connsiteY10" fmla="*/ 501279 h 606369"/>
                  <a:gd name="connsiteX11" fmla="*/ 150230 w 596842"/>
                  <a:gd name="connsiteY11" fmla="*/ 501279 h 606369"/>
                  <a:gd name="connsiteX12" fmla="*/ 197702 w 596842"/>
                  <a:gd name="connsiteY12" fmla="*/ 473998 h 606369"/>
                  <a:gd name="connsiteX13" fmla="*/ 204268 w 596842"/>
                  <a:gd name="connsiteY13" fmla="*/ 474375 h 606369"/>
                  <a:gd name="connsiteX14" fmla="*/ 213400 w 596842"/>
                  <a:gd name="connsiteY14" fmla="*/ 554257 h 606369"/>
                  <a:gd name="connsiteX15" fmla="*/ 271211 w 596842"/>
                  <a:gd name="connsiteY15" fmla="*/ 605804 h 606369"/>
                  <a:gd name="connsiteX16" fmla="*/ 325702 w 596842"/>
                  <a:gd name="connsiteY16" fmla="*/ 605804 h 606369"/>
                  <a:gd name="connsiteX17" fmla="*/ 383513 w 596842"/>
                  <a:gd name="connsiteY17" fmla="*/ 554257 h 606369"/>
                  <a:gd name="connsiteX18" fmla="*/ 392645 w 596842"/>
                  <a:gd name="connsiteY18" fmla="*/ 474375 h 606369"/>
                  <a:gd name="connsiteX19" fmla="*/ 399211 w 596842"/>
                  <a:gd name="connsiteY19" fmla="*/ 473998 h 606369"/>
                  <a:gd name="connsiteX20" fmla="*/ 446683 w 596842"/>
                  <a:gd name="connsiteY20" fmla="*/ 501279 h 606369"/>
                  <a:gd name="connsiteX21" fmla="*/ 489325 w 596842"/>
                  <a:gd name="connsiteY21" fmla="*/ 501279 h 606369"/>
                  <a:gd name="connsiteX22" fmla="*/ 543891 w 596842"/>
                  <a:gd name="connsiteY22" fmla="*/ 452595 h 606369"/>
                  <a:gd name="connsiteX23" fmla="*/ 550230 w 596842"/>
                  <a:gd name="connsiteY23" fmla="*/ 397657 h 606369"/>
                  <a:gd name="connsiteX24" fmla="*/ 583117 w 596842"/>
                  <a:gd name="connsiteY24" fmla="*/ 379241 h 606369"/>
                  <a:gd name="connsiteX25" fmla="*/ 584442 w 596842"/>
                  <a:gd name="connsiteY25" fmla="*/ 377018 h 606369"/>
                  <a:gd name="connsiteX26" fmla="*/ 583485 w 596842"/>
                  <a:gd name="connsiteY26" fmla="*/ 379603 h 606369"/>
                  <a:gd name="connsiteX27" fmla="*/ 550658 w 596842"/>
                  <a:gd name="connsiteY27" fmla="*/ 398143 h 606369"/>
                  <a:gd name="connsiteX28" fmla="*/ 544395 w 596842"/>
                  <a:gd name="connsiteY28" fmla="*/ 452705 h 606369"/>
                  <a:gd name="connsiteX29" fmla="*/ 489306 w 596842"/>
                  <a:gd name="connsiteY29" fmla="*/ 501841 h 606369"/>
                  <a:gd name="connsiteX30" fmla="*/ 446669 w 596842"/>
                  <a:gd name="connsiteY30" fmla="*/ 501841 h 606369"/>
                  <a:gd name="connsiteX31" fmla="*/ 398901 w 596842"/>
                  <a:gd name="connsiteY31" fmla="*/ 474560 h 606369"/>
                  <a:gd name="connsiteX32" fmla="*/ 393090 w 596842"/>
                  <a:gd name="connsiteY32" fmla="*/ 474937 h 606369"/>
                  <a:gd name="connsiteX33" fmla="*/ 384035 w 596842"/>
                  <a:gd name="connsiteY33" fmla="*/ 554369 h 606369"/>
                  <a:gd name="connsiteX34" fmla="*/ 325701 w 596842"/>
                  <a:gd name="connsiteY34" fmla="*/ 606369 h 606369"/>
                  <a:gd name="connsiteX35" fmla="*/ 271216 w 596842"/>
                  <a:gd name="connsiteY35" fmla="*/ 606369 h 606369"/>
                  <a:gd name="connsiteX36" fmla="*/ 212883 w 596842"/>
                  <a:gd name="connsiteY36" fmla="*/ 554369 h 606369"/>
                  <a:gd name="connsiteX37" fmla="*/ 203827 w 596842"/>
                  <a:gd name="connsiteY37" fmla="*/ 474937 h 606369"/>
                  <a:gd name="connsiteX38" fmla="*/ 198017 w 596842"/>
                  <a:gd name="connsiteY38" fmla="*/ 474560 h 606369"/>
                  <a:gd name="connsiteX39" fmla="*/ 150248 w 596842"/>
                  <a:gd name="connsiteY39" fmla="*/ 501841 h 606369"/>
                  <a:gd name="connsiteX40" fmla="*/ 107611 w 596842"/>
                  <a:gd name="connsiteY40" fmla="*/ 501841 h 606369"/>
                  <a:gd name="connsiteX41" fmla="*/ 52523 w 596842"/>
                  <a:gd name="connsiteY41" fmla="*/ 452705 h 606369"/>
                  <a:gd name="connsiteX42" fmla="*/ 46259 w 596842"/>
                  <a:gd name="connsiteY42" fmla="*/ 398143 h 606369"/>
                  <a:gd name="connsiteX43" fmla="*/ 13432 w 596842"/>
                  <a:gd name="connsiteY43" fmla="*/ 379603 h 606369"/>
                  <a:gd name="connsiteX44" fmla="*/ 982 w 596842"/>
                  <a:gd name="connsiteY44" fmla="*/ 346145 h 606369"/>
                  <a:gd name="connsiteX45" fmla="*/ 12469 w 596842"/>
                  <a:gd name="connsiteY45" fmla="*/ 377014 h 606369"/>
                  <a:gd name="connsiteX46" fmla="*/ 4039 w 596842"/>
                  <a:gd name="connsiteY46" fmla="*/ 362865 h 606369"/>
                  <a:gd name="connsiteX47" fmla="*/ 595994 w 596842"/>
                  <a:gd name="connsiteY47" fmla="*/ 345795 h 606369"/>
                  <a:gd name="connsiteX48" fmla="*/ 592874 w 596842"/>
                  <a:gd name="connsiteY48" fmla="*/ 362865 h 606369"/>
                  <a:gd name="connsiteX49" fmla="*/ 584442 w 596842"/>
                  <a:gd name="connsiteY49" fmla="*/ 377018 h 606369"/>
                  <a:gd name="connsiteX50" fmla="*/ 146856 w 596842"/>
                  <a:gd name="connsiteY50" fmla="*/ 287629 h 606369"/>
                  <a:gd name="connsiteX51" fmla="*/ 146381 w 596842"/>
                  <a:gd name="connsiteY51" fmla="*/ 290268 h 606369"/>
                  <a:gd name="connsiteX52" fmla="*/ 146381 w 596842"/>
                  <a:gd name="connsiteY52" fmla="*/ 416271 h 606369"/>
                  <a:gd name="connsiteX53" fmla="*/ 146831 w 596842"/>
                  <a:gd name="connsiteY53" fmla="*/ 418787 h 606369"/>
                  <a:gd name="connsiteX54" fmla="*/ 145947 w 596842"/>
                  <a:gd name="connsiteY54" fmla="*/ 416305 h 606369"/>
                  <a:gd name="connsiteX55" fmla="*/ 145947 w 596842"/>
                  <a:gd name="connsiteY55" fmla="*/ 290299 h 606369"/>
                  <a:gd name="connsiteX56" fmla="*/ 450053 w 596842"/>
                  <a:gd name="connsiteY56" fmla="*/ 287601 h 606369"/>
                  <a:gd name="connsiteX57" fmla="*/ 450971 w 596842"/>
                  <a:gd name="connsiteY57" fmla="*/ 290299 h 606369"/>
                  <a:gd name="connsiteX58" fmla="*/ 450971 w 596842"/>
                  <a:gd name="connsiteY58" fmla="*/ 416230 h 606369"/>
                  <a:gd name="connsiteX59" fmla="*/ 450080 w 596842"/>
                  <a:gd name="connsiteY59" fmla="*/ 418737 h 606369"/>
                  <a:gd name="connsiteX60" fmla="*/ 450532 w 596842"/>
                  <a:gd name="connsiteY60" fmla="*/ 416196 h 606369"/>
                  <a:gd name="connsiteX61" fmla="*/ 450532 w 596842"/>
                  <a:gd name="connsiteY61" fmla="*/ 290268 h 606369"/>
                  <a:gd name="connsiteX62" fmla="*/ 204657 w 596842"/>
                  <a:gd name="connsiteY62" fmla="*/ 275679 h 606369"/>
                  <a:gd name="connsiteX63" fmla="*/ 190018 w 596842"/>
                  <a:gd name="connsiteY63" fmla="*/ 290299 h 606369"/>
                  <a:gd name="connsiteX64" fmla="*/ 190018 w 596842"/>
                  <a:gd name="connsiteY64" fmla="*/ 416305 h 606369"/>
                  <a:gd name="connsiteX65" fmla="*/ 204657 w 596842"/>
                  <a:gd name="connsiteY65" fmla="*/ 430850 h 606369"/>
                  <a:gd name="connsiteX66" fmla="*/ 229334 w 596842"/>
                  <a:gd name="connsiteY66" fmla="*/ 430850 h 606369"/>
                  <a:gd name="connsiteX67" fmla="*/ 244955 w 596842"/>
                  <a:gd name="connsiteY67" fmla="*/ 446450 h 606369"/>
                  <a:gd name="connsiteX68" fmla="*/ 256727 w 596842"/>
                  <a:gd name="connsiteY68" fmla="*/ 549395 h 606369"/>
                  <a:gd name="connsiteX69" fmla="*/ 271216 w 596842"/>
                  <a:gd name="connsiteY69" fmla="*/ 562282 h 606369"/>
                  <a:gd name="connsiteX70" fmla="*/ 325701 w 596842"/>
                  <a:gd name="connsiteY70" fmla="*/ 562282 h 606369"/>
                  <a:gd name="connsiteX71" fmla="*/ 340190 w 596842"/>
                  <a:gd name="connsiteY71" fmla="*/ 549395 h 606369"/>
                  <a:gd name="connsiteX72" fmla="*/ 351963 w 596842"/>
                  <a:gd name="connsiteY72" fmla="*/ 446375 h 606369"/>
                  <a:gd name="connsiteX73" fmla="*/ 367584 w 596842"/>
                  <a:gd name="connsiteY73" fmla="*/ 430850 h 606369"/>
                  <a:gd name="connsiteX74" fmla="*/ 392260 w 596842"/>
                  <a:gd name="connsiteY74" fmla="*/ 430850 h 606369"/>
                  <a:gd name="connsiteX75" fmla="*/ 406900 w 596842"/>
                  <a:gd name="connsiteY75" fmla="*/ 416230 h 606369"/>
                  <a:gd name="connsiteX76" fmla="*/ 406900 w 596842"/>
                  <a:gd name="connsiteY76" fmla="*/ 290299 h 606369"/>
                  <a:gd name="connsiteX77" fmla="*/ 392260 w 596842"/>
                  <a:gd name="connsiteY77" fmla="*/ 275679 h 606369"/>
                  <a:gd name="connsiteX78" fmla="*/ 204645 w 596842"/>
                  <a:gd name="connsiteY78" fmla="*/ 275120 h 606369"/>
                  <a:gd name="connsiteX79" fmla="*/ 214155 w 596842"/>
                  <a:gd name="connsiteY79" fmla="*/ 275120 h 606369"/>
                  <a:gd name="connsiteX80" fmla="*/ 257324 w 596842"/>
                  <a:gd name="connsiteY80" fmla="*/ 275120 h 606369"/>
                  <a:gd name="connsiteX81" fmla="*/ 339589 w 596842"/>
                  <a:gd name="connsiteY81" fmla="*/ 275120 h 606369"/>
                  <a:gd name="connsiteX82" fmla="*/ 382683 w 596842"/>
                  <a:gd name="connsiteY82" fmla="*/ 275120 h 606369"/>
                  <a:gd name="connsiteX83" fmla="*/ 392268 w 596842"/>
                  <a:gd name="connsiteY83" fmla="*/ 275120 h 606369"/>
                  <a:gd name="connsiteX84" fmla="*/ 407438 w 596842"/>
                  <a:gd name="connsiteY84" fmla="*/ 290268 h 606369"/>
                  <a:gd name="connsiteX85" fmla="*/ 407438 w 596842"/>
                  <a:gd name="connsiteY85" fmla="*/ 355304 h 606369"/>
                  <a:gd name="connsiteX86" fmla="*/ 407438 w 596842"/>
                  <a:gd name="connsiteY86" fmla="*/ 416271 h 606369"/>
                  <a:gd name="connsiteX87" fmla="*/ 392268 w 596842"/>
                  <a:gd name="connsiteY87" fmla="*/ 431344 h 606369"/>
                  <a:gd name="connsiteX88" fmla="*/ 389626 w 596842"/>
                  <a:gd name="connsiteY88" fmla="*/ 431344 h 606369"/>
                  <a:gd name="connsiteX89" fmla="*/ 367589 w 596842"/>
                  <a:gd name="connsiteY89" fmla="*/ 431344 h 606369"/>
                  <a:gd name="connsiteX90" fmla="*/ 352494 w 596842"/>
                  <a:gd name="connsiteY90" fmla="*/ 446416 h 606369"/>
                  <a:gd name="connsiteX91" fmla="*/ 340721 w 596842"/>
                  <a:gd name="connsiteY91" fmla="*/ 549359 h 606369"/>
                  <a:gd name="connsiteX92" fmla="*/ 325702 w 596842"/>
                  <a:gd name="connsiteY92" fmla="*/ 562773 h 606369"/>
                  <a:gd name="connsiteX93" fmla="*/ 271211 w 596842"/>
                  <a:gd name="connsiteY93" fmla="*/ 562773 h 606369"/>
                  <a:gd name="connsiteX94" fmla="*/ 256192 w 596842"/>
                  <a:gd name="connsiteY94" fmla="*/ 549359 h 606369"/>
                  <a:gd name="connsiteX95" fmla="*/ 244419 w 596842"/>
                  <a:gd name="connsiteY95" fmla="*/ 446416 h 606369"/>
                  <a:gd name="connsiteX96" fmla="*/ 229324 w 596842"/>
                  <a:gd name="connsiteY96" fmla="*/ 431344 h 606369"/>
                  <a:gd name="connsiteX97" fmla="*/ 207211 w 596842"/>
                  <a:gd name="connsiteY97" fmla="*/ 431344 h 606369"/>
                  <a:gd name="connsiteX98" fmla="*/ 204645 w 596842"/>
                  <a:gd name="connsiteY98" fmla="*/ 431344 h 606369"/>
                  <a:gd name="connsiteX99" fmla="*/ 189475 w 596842"/>
                  <a:gd name="connsiteY99" fmla="*/ 416271 h 606369"/>
                  <a:gd name="connsiteX100" fmla="*/ 189475 w 596842"/>
                  <a:gd name="connsiteY100" fmla="*/ 355304 h 606369"/>
                  <a:gd name="connsiteX101" fmla="*/ 189475 w 596842"/>
                  <a:gd name="connsiteY101" fmla="*/ 290268 h 606369"/>
                  <a:gd name="connsiteX102" fmla="*/ 204645 w 596842"/>
                  <a:gd name="connsiteY102" fmla="*/ 275120 h 606369"/>
                  <a:gd name="connsiteX103" fmla="*/ 204657 w 596842"/>
                  <a:gd name="connsiteY103" fmla="*/ 274624 h 606369"/>
                  <a:gd name="connsiteX104" fmla="*/ 189037 w 596842"/>
                  <a:gd name="connsiteY104" fmla="*/ 290299 h 606369"/>
                  <a:gd name="connsiteX105" fmla="*/ 189037 w 596842"/>
                  <a:gd name="connsiteY105" fmla="*/ 416305 h 606369"/>
                  <a:gd name="connsiteX106" fmla="*/ 204657 w 596842"/>
                  <a:gd name="connsiteY106" fmla="*/ 431905 h 606369"/>
                  <a:gd name="connsiteX107" fmla="*/ 229334 w 596842"/>
                  <a:gd name="connsiteY107" fmla="*/ 431905 h 606369"/>
                  <a:gd name="connsiteX108" fmla="*/ 243974 w 596842"/>
                  <a:gd name="connsiteY108" fmla="*/ 446525 h 606369"/>
                  <a:gd name="connsiteX109" fmla="*/ 255746 w 596842"/>
                  <a:gd name="connsiteY109" fmla="*/ 549471 h 606369"/>
                  <a:gd name="connsiteX110" fmla="*/ 271216 w 596842"/>
                  <a:gd name="connsiteY110" fmla="*/ 563337 h 606369"/>
                  <a:gd name="connsiteX111" fmla="*/ 325701 w 596842"/>
                  <a:gd name="connsiteY111" fmla="*/ 563337 h 606369"/>
                  <a:gd name="connsiteX112" fmla="*/ 341171 w 596842"/>
                  <a:gd name="connsiteY112" fmla="*/ 549471 h 606369"/>
                  <a:gd name="connsiteX113" fmla="*/ 353019 w 596842"/>
                  <a:gd name="connsiteY113" fmla="*/ 446450 h 606369"/>
                  <a:gd name="connsiteX114" fmla="*/ 367584 w 596842"/>
                  <a:gd name="connsiteY114" fmla="*/ 431905 h 606369"/>
                  <a:gd name="connsiteX115" fmla="*/ 392260 w 596842"/>
                  <a:gd name="connsiteY115" fmla="*/ 431905 h 606369"/>
                  <a:gd name="connsiteX116" fmla="*/ 407881 w 596842"/>
                  <a:gd name="connsiteY116" fmla="*/ 416305 h 606369"/>
                  <a:gd name="connsiteX117" fmla="*/ 407881 w 596842"/>
                  <a:gd name="connsiteY117" fmla="*/ 290299 h 606369"/>
                  <a:gd name="connsiteX118" fmla="*/ 392260 w 596842"/>
                  <a:gd name="connsiteY118" fmla="*/ 274624 h 606369"/>
                  <a:gd name="connsiteX119" fmla="*/ 440145 w 596842"/>
                  <a:gd name="connsiteY119" fmla="*/ 258491 h 606369"/>
                  <a:gd name="connsiteX120" fmla="*/ 446889 w 596842"/>
                  <a:gd name="connsiteY120" fmla="*/ 270012 h 606369"/>
                  <a:gd name="connsiteX121" fmla="*/ 450053 w 596842"/>
                  <a:gd name="connsiteY121" fmla="*/ 287601 h 606369"/>
                  <a:gd name="connsiteX122" fmla="*/ 156779 w 596842"/>
                  <a:gd name="connsiteY122" fmla="*/ 258472 h 606369"/>
                  <a:gd name="connsiteX123" fmla="*/ 146856 w 596842"/>
                  <a:gd name="connsiteY123" fmla="*/ 287629 h 606369"/>
                  <a:gd name="connsiteX124" fmla="*/ 150024 w 596842"/>
                  <a:gd name="connsiteY124" fmla="*/ 270012 h 606369"/>
                  <a:gd name="connsiteX125" fmla="*/ 159792 w 596842"/>
                  <a:gd name="connsiteY125" fmla="*/ 253325 h 606369"/>
                  <a:gd name="connsiteX126" fmla="*/ 156779 w 596842"/>
                  <a:gd name="connsiteY126" fmla="*/ 258472 h 606369"/>
                  <a:gd name="connsiteX127" fmla="*/ 158162 w 596842"/>
                  <a:gd name="connsiteY127" fmla="*/ 254408 h 606369"/>
                  <a:gd name="connsiteX128" fmla="*/ 437118 w 596842"/>
                  <a:gd name="connsiteY128" fmla="*/ 253320 h 606369"/>
                  <a:gd name="connsiteX129" fmla="*/ 438755 w 596842"/>
                  <a:gd name="connsiteY129" fmla="*/ 254408 h 606369"/>
                  <a:gd name="connsiteX130" fmla="*/ 440145 w 596842"/>
                  <a:gd name="connsiteY130" fmla="*/ 258491 h 606369"/>
                  <a:gd name="connsiteX131" fmla="*/ 433368 w 596842"/>
                  <a:gd name="connsiteY131" fmla="*/ 250830 h 606369"/>
                  <a:gd name="connsiteX132" fmla="*/ 436843 w 596842"/>
                  <a:gd name="connsiteY132" fmla="*/ 252851 h 606369"/>
                  <a:gd name="connsiteX133" fmla="*/ 437118 w 596842"/>
                  <a:gd name="connsiteY133" fmla="*/ 253320 h 606369"/>
                  <a:gd name="connsiteX134" fmla="*/ 163581 w 596842"/>
                  <a:gd name="connsiteY134" fmla="*/ 250809 h 606369"/>
                  <a:gd name="connsiteX135" fmla="*/ 159792 w 596842"/>
                  <a:gd name="connsiteY135" fmla="*/ 253325 h 606369"/>
                  <a:gd name="connsiteX136" fmla="*/ 160070 w 596842"/>
                  <a:gd name="connsiteY136" fmla="*/ 252851 h 606369"/>
                  <a:gd name="connsiteX137" fmla="*/ 402834 w 596842"/>
                  <a:gd name="connsiteY137" fmla="*/ 233069 h 606369"/>
                  <a:gd name="connsiteX138" fmla="*/ 541476 w 596842"/>
                  <a:gd name="connsiteY138" fmla="*/ 233069 h 606369"/>
                  <a:gd name="connsiteX139" fmla="*/ 553325 w 596842"/>
                  <a:gd name="connsiteY139" fmla="*/ 244900 h 606369"/>
                  <a:gd name="connsiteX140" fmla="*/ 553325 w 596842"/>
                  <a:gd name="connsiteY140" fmla="*/ 343473 h 606369"/>
                  <a:gd name="connsiteX141" fmla="*/ 541476 w 596842"/>
                  <a:gd name="connsiteY141" fmla="*/ 355304 h 606369"/>
                  <a:gd name="connsiteX142" fmla="*/ 522155 w 596842"/>
                  <a:gd name="connsiteY142" fmla="*/ 355304 h 606369"/>
                  <a:gd name="connsiteX143" fmla="*/ 510306 w 596842"/>
                  <a:gd name="connsiteY143" fmla="*/ 367136 h 606369"/>
                  <a:gd name="connsiteX144" fmla="*/ 501098 w 596842"/>
                  <a:gd name="connsiteY144" fmla="*/ 447772 h 606369"/>
                  <a:gd name="connsiteX145" fmla="*/ 489325 w 596842"/>
                  <a:gd name="connsiteY145" fmla="*/ 458247 h 606369"/>
                  <a:gd name="connsiteX146" fmla="*/ 446683 w 596842"/>
                  <a:gd name="connsiteY146" fmla="*/ 458247 h 606369"/>
                  <a:gd name="connsiteX147" fmla="*/ 437098 w 596842"/>
                  <a:gd name="connsiteY147" fmla="*/ 453349 h 606369"/>
                  <a:gd name="connsiteX148" fmla="*/ 438865 w 596842"/>
                  <a:gd name="connsiteY148" fmla="*/ 450288 h 606369"/>
                  <a:gd name="connsiteX149" fmla="*/ 437765 w 596842"/>
                  <a:gd name="connsiteY149" fmla="*/ 453383 h 606369"/>
                  <a:gd name="connsiteX150" fmla="*/ 446669 w 596842"/>
                  <a:gd name="connsiteY150" fmla="*/ 457754 h 606369"/>
                  <a:gd name="connsiteX151" fmla="*/ 489306 w 596842"/>
                  <a:gd name="connsiteY151" fmla="*/ 457754 h 606369"/>
                  <a:gd name="connsiteX152" fmla="*/ 500550 w 596842"/>
                  <a:gd name="connsiteY152" fmla="*/ 447731 h 606369"/>
                  <a:gd name="connsiteX153" fmla="*/ 509757 w 596842"/>
                  <a:gd name="connsiteY153" fmla="*/ 367093 h 606369"/>
                  <a:gd name="connsiteX154" fmla="*/ 522133 w 596842"/>
                  <a:gd name="connsiteY154" fmla="*/ 354885 h 606369"/>
                  <a:gd name="connsiteX155" fmla="*/ 541452 w 596842"/>
                  <a:gd name="connsiteY155" fmla="*/ 354885 h 606369"/>
                  <a:gd name="connsiteX156" fmla="*/ 552771 w 596842"/>
                  <a:gd name="connsiteY156" fmla="*/ 343505 h 606369"/>
                  <a:gd name="connsiteX157" fmla="*/ 552771 w 596842"/>
                  <a:gd name="connsiteY157" fmla="*/ 244931 h 606369"/>
                  <a:gd name="connsiteX158" fmla="*/ 541452 w 596842"/>
                  <a:gd name="connsiteY158" fmla="*/ 233551 h 606369"/>
                  <a:gd name="connsiteX159" fmla="*/ 407353 w 596842"/>
                  <a:gd name="connsiteY159" fmla="*/ 233551 h 606369"/>
                  <a:gd name="connsiteX160" fmla="*/ 433368 w 596842"/>
                  <a:gd name="connsiteY160" fmla="*/ 250830 h 606369"/>
                  <a:gd name="connsiteX161" fmla="*/ 55438 w 596842"/>
                  <a:gd name="connsiteY161" fmla="*/ 233069 h 606369"/>
                  <a:gd name="connsiteX162" fmla="*/ 194079 w 596842"/>
                  <a:gd name="connsiteY162" fmla="*/ 233069 h 606369"/>
                  <a:gd name="connsiteX163" fmla="*/ 163581 w 596842"/>
                  <a:gd name="connsiteY163" fmla="*/ 250809 h 606369"/>
                  <a:gd name="connsiteX164" fmla="*/ 189565 w 596842"/>
                  <a:gd name="connsiteY164" fmla="*/ 233551 h 606369"/>
                  <a:gd name="connsiteX165" fmla="*/ 55466 w 596842"/>
                  <a:gd name="connsiteY165" fmla="*/ 233551 h 606369"/>
                  <a:gd name="connsiteX166" fmla="*/ 44146 w 596842"/>
                  <a:gd name="connsiteY166" fmla="*/ 244931 h 606369"/>
                  <a:gd name="connsiteX167" fmla="*/ 44146 w 596842"/>
                  <a:gd name="connsiteY167" fmla="*/ 343505 h 606369"/>
                  <a:gd name="connsiteX168" fmla="*/ 55466 w 596842"/>
                  <a:gd name="connsiteY168" fmla="*/ 354885 h 606369"/>
                  <a:gd name="connsiteX169" fmla="*/ 74785 w 596842"/>
                  <a:gd name="connsiteY169" fmla="*/ 354885 h 606369"/>
                  <a:gd name="connsiteX170" fmla="*/ 87161 w 596842"/>
                  <a:gd name="connsiteY170" fmla="*/ 367169 h 606369"/>
                  <a:gd name="connsiteX171" fmla="*/ 96367 w 596842"/>
                  <a:gd name="connsiteY171" fmla="*/ 447731 h 606369"/>
                  <a:gd name="connsiteX172" fmla="*/ 107611 w 596842"/>
                  <a:gd name="connsiteY172" fmla="*/ 457754 h 606369"/>
                  <a:gd name="connsiteX173" fmla="*/ 150248 w 596842"/>
                  <a:gd name="connsiteY173" fmla="*/ 457754 h 606369"/>
                  <a:gd name="connsiteX174" fmla="*/ 159153 w 596842"/>
                  <a:gd name="connsiteY174" fmla="*/ 453383 h 606369"/>
                  <a:gd name="connsiteX175" fmla="*/ 157997 w 596842"/>
                  <a:gd name="connsiteY175" fmla="*/ 450139 h 606369"/>
                  <a:gd name="connsiteX176" fmla="*/ 159815 w 596842"/>
                  <a:gd name="connsiteY176" fmla="*/ 453274 h 606369"/>
                  <a:gd name="connsiteX177" fmla="*/ 150230 w 596842"/>
                  <a:gd name="connsiteY177" fmla="*/ 458247 h 606369"/>
                  <a:gd name="connsiteX178" fmla="*/ 107588 w 596842"/>
                  <a:gd name="connsiteY178" fmla="*/ 458247 h 606369"/>
                  <a:gd name="connsiteX179" fmla="*/ 95815 w 596842"/>
                  <a:gd name="connsiteY179" fmla="*/ 447772 h 606369"/>
                  <a:gd name="connsiteX180" fmla="*/ 86607 w 596842"/>
                  <a:gd name="connsiteY180" fmla="*/ 367136 h 606369"/>
                  <a:gd name="connsiteX181" fmla="*/ 74758 w 596842"/>
                  <a:gd name="connsiteY181" fmla="*/ 355304 h 606369"/>
                  <a:gd name="connsiteX182" fmla="*/ 55438 w 596842"/>
                  <a:gd name="connsiteY182" fmla="*/ 355304 h 606369"/>
                  <a:gd name="connsiteX183" fmla="*/ 43588 w 596842"/>
                  <a:gd name="connsiteY183" fmla="*/ 343473 h 606369"/>
                  <a:gd name="connsiteX184" fmla="*/ 43588 w 596842"/>
                  <a:gd name="connsiteY184" fmla="*/ 244900 h 606369"/>
                  <a:gd name="connsiteX185" fmla="*/ 55438 w 596842"/>
                  <a:gd name="connsiteY185" fmla="*/ 233069 h 606369"/>
                  <a:gd name="connsiteX186" fmla="*/ 402825 w 596842"/>
                  <a:gd name="connsiteY186" fmla="*/ 232571 h 606369"/>
                  <a:gd name="connsiteX187" fmla="*/ 402750 w 596842"/>
                  <a:gd name="connsiteY187" fmla="*/ 233551 h 606369"/>
                  <a:gd name="connsiteX188" fmla="*/ 449990 w 596842"/>
                  <a:gd name="connsiteY188" fmla="*/ 290299 h 606369"/>
                  <a:gd name="connsiteX189" fmla="*/ 449990 w 596842"/>
                  <a:gd name="connsiteY189" fmla="*/ 416230 h 606369"/>
                  <a:gd name="connsiteX190" fmla="*/ 436708 w 596842"/>
                  <a:gd name="connsiteY190" fmla="*/ 453007 h 606369"/>
                  <a:gd name="connsiteX191" fmla="*/ 436482 w 596842"/>
                  <a:gd name="connsiteY191" fmla="*/ 453308 h 606369"/>
                  <a:gd name="connsiteX192" fmla="*/ 436708 w 596842"/>
                  <a:gd name="connsiteY192" fmla="*/ 453609 h 606369"/>
                  <a:gd name="connsiteX193" fmla="*/ 446669 w 596842"/>
                  <a:gd name="connsiteY193" fmla="*/ 458734 h 606369"/>
                  <a:gd name="connsiteX194" fmla="*/ 489306 w 596842"/>
                  <a:gd name="connsiteY194" fmla="*/ 458734 h 606369"/>
                  <a:gd name="connsiteX195" fmla="*/ 501531 w 596842"/>
                  <a:gd name="connsiteY195" fmla="*/ 447807 h 606369"/>
                  <a:gd name="connsiteX196" fmla="*/ 510814 w 596842"/>
                  <a:gd name="connsiteY196" fmla="*/ 367169 h 606369"/>
                  <a:gd name="connsiteX197" fmla="*/ 522133 w 596842"/>
                  <a:gd name="connsiteY197" fmla="*/ 355864 h 606369"/>
                  <a:gd name="connsiteX198" fmla="*/ 541452 w 596842"/>
                  <a:gd name="connsiteY198" fmla="*/ 355864 h 606369"/>
                  <a:gd name="connsiteX199" fmla="*/ 553752 w 596842"/>
                  <a:gd name="connsiteY199" fmla="*/ 343505 h 606369"/>
                  <a:gd name="connsiteX200" fmla="*/ 553752 w 596842"/>
                  <a:gd name="connsiteY200" fmla="*/ 244931 h 606369"/>
                  <a:gd name="connsiteX201" fmla="*/ 541452 w 596842"/>
                  <a:gd name="connsiteY201" fmla="*/ 232571 h 606369"/>
                  <a:gd name="connsiteX202" fmla="*/ 55466 w 596842"/>
                  <a:gd name="connsiteY202" fmla="*/ 232571 h 606369"/>
                  <a:gd name="connsiteX203" fmla="*/ 43165 w 596842"/>
                  <a:gd name="connsiteY203" fmla="*/ 244931 h 606369"/>
                  <a:gd name="connsiteX204" fmla="*/ 43165 w 596842"/>
                  <a:gd name="connsiteY204" fmla="*/ 343505 h 606369"/>
                  <a:gd name="connsiteX205" fmla="*/ 55466 w 596842"/>
                  <a:gd name="connsiteY205" fmla="*/ 355864 h 606369"/>
                  <a:gd name="connsiteX206" fmla="*/ 74785 w 596842"/>
                  <a:gd name="connsiteY206" fmla="*/ 355864 h 606369"/>
                  <a:gd name="connsiteX207" fmla="*/ 86104 w 596842"/>
                  <a:gd name="connsiteY207" fmla="*/ 367244 h 606369"/>
                  <a:gd name="connsiteX208" fmla="*/ 95311 w 596842"/>
                  <a:gd name="connsiteY208" fmla="*/ 447807 h 606369"/>
                  <a:gd name="connsiteX209" fmla="*/ 107611 w 596842"/>
                  <a:gd name="connsiteY209" fmla="*/ 458734 h 606369"/>
                  <a:gd name="connsiteX210" fmla="*/ 150248 w 596842"/>
                  <a:gd name="connsiteY210" fmla="*/ 458734 h 606369"/>
                  <a:gd name="connsiteX211" fmla="*/ 160209 w 596842"/>
                  <a:gd name="connsiteY211" fmla="*/ 453609 h 606369"/>
                  <a:gd name="connsiteX212" fmla="*/ 160436 w 596842"/>
                  <a:gd name="connsiteY212" fmla="*/ 453308 h 606369"/>
                  <a:gd name="connsiteX213" fmla="*/ 160209 w 596842"/>
                  <a:gd name="connsiteY213" fmla="*/ 453007 h 606369"/>
                  <a:gd name="connsiteX214" fmla="*/ 146928 w 596842"/>
                  <a:gd name="connsiteY214" fmla="*/ 416305 h 606369"/>
                  <a:gd name="connsiteX215" fmla="*/ 146928 w 596842"/>
                  <a:gd name="connsiteY215" fmla="*/ 290299 h 606369"/>
                  <a:gd name="connsiteX216" fmla="*/ 194168 w 596842"/>
                  <a:gd name="connsiteY216" fmla="*/ 233551 h 606369"/>
                  <a:gd name="connsiteX217" fmla="*/ 194093 w 596842"/>
                  <a:gd name="connsiteY217" fmla="*/ 232571 h 606369"/>
                  <a:gd name="connsiteX218" fmla="*/ 55466 w 596842"/>
                  <a:gd name="connsiteY218" fmla="*/ 190519 h 606369"/>
                  <a:gd name="connsiteX219" fmla="*/ 202394 w 596842"/>
                  <a:gd name="connsiteY219" fmla="*/ 190519 h 606369"/>
                  <a:gd name="connsiteX220" fmla="*/ 255294 w 596842"/>
                  <a:gd name="connsiteY220" fmla="*/ 232194 h 606369"/>
                  <a:gd name="connsiteX221" fmla="*/ 255369 w 596842"/>
                  <a:gd name="connsiteY221" fmla="*/ 232647 h 606369"/>
                  <a:gd name="connsiteX222" fmla="*/ 341473 w 596842"/>
                  <a:gd name="connsiteY222" fmla="*/ 232647 h 606369"/>
                  <a:gd name="connsiteX223" fmla="*/ 341624 w 596842"/>
                  <a:gd name="connsiteY223" fmla="*/ 232194 h 606369"/>
                  <a:gd name="connsiteX224" fmla="*/ 394524 w 596842"/>
                  <a:gd name="connsiteY224" fmla="*/ 190519 h 606369"/>
                  <a:gd name="connsiteX225" fmla="*/ 541452 w 596842"/>
                  <a:gd name="connsiteY225" fmla="*/ 190519 h 606369"/>
                  <a:gd name="connsiteX226" fmla="*/ 595861 w 596842"/>
                  <a:gd name="connsiteY226" fmla="*/ 244931 h 606369"/>
                  <a:gd name="connsiteX227" fmla="*/ 595861 w 596842"/>
                  <a:gd name="connsiteY227" fmla="*/ 343505 h 606369"/>
                  <a:gd name="connsiteX228" fmla="*/ 582730 w 596842"/>
                  <a:gd name="connsiteY228" fmla="*/ 378925 h 606369"/>
                  <a:gd name="connsiteX229" fmla="*/ 550130 w 596842"/>
                  <a:gd name="connsiteY229" fmla="*/ 397238 h 606369"/>
                  <a:gd name="connsiteX230" fmla="*/ 549753 w 596842"/>
                  <a:gd name="connsiteY230" fmla="*/ 397314 h 606369"/>
                  <a:gd name="connsiteX231" fmla="*/ 543414 w 596842"/>
                  <a:gd name="connsiteY231" fmla="*/ 452630 h 606369"/>
                  <a:gd name="connsiteX232" fmla="*/ 489306 w 596842"/>
                  <a:gd name="connsiteY232" fmla="*/ 500786 h 606369"/>
                  <a:gd name="connsiteX233" fmla="*/ 446669 w 596842"/>
                  <a:gd name="connsiteY233" fmla="*/ 500786 h 606369"/>
                  <a:gd name="connsiteX234" fmla="*/ 399580 w 596842"/>
                  <a:gd name="connsiteY234" fmla="*/ 473731 h 606369"/>
                  <a:gd name="connsiteX235" fmla="*/ 399429 w 596842"/>
                  <a:gd name="connsiteY235" fmla="*/ 473505 h 606369"/>
                  <a:gd name="connsiteX236" fmla="*/ 399127 w 596842"/>
                  <a:gd name="connsiteY236" fmla="*/ 473505 h 606369"/>
                  <a:gd name="connsiteX237" fmla="*/ 392637 w 596842"/>
                  <a:gd name="connsiteY237" fmla="*/ 473882 h 606369"/>
                  <a:gd name="connsiteX238" fmla="*/ 392260 w 596842"/>
                  <a:gd name="connsiteY238" fmla="*/ 473882 h 606369"/>
                  <a:gd name="connsiteX239" fmla="*/ 383054 w 596842"/>
                  <a:gd name="connsiteY239" fmla="*/ 554218 h 606369"/>
                  <a:gd name="connsiteX240" fmla="*/ 325701 w 596842"/>
                  <a:gd name="connsiteY240" fmla="*/ 605390 h 606369"/>
                  <a:gd name="connsiteX241" fmla="*/ 271216 w 596842"/>
                  <a:gd name="connsiteY241" fmla="*/ 605390 h 606369"/>
                  <a:gd name="connsiteX242" fmla="*/ 213864 w 596842"/>
                  <a:gd name="connsiteY242" fmla="*/ 554218 h 606369"/>
                  <a:gd name="connsiteX243" fmla="*/ 204733 w 596842"/>
                  <a:gd name="connsiteY243" fmla="*/ 473882 h 606369"/>
                  <a:gd name="connsiteX244" fmla="*/ 204280 w 596842"/>
                  <a:gd name="connsiteY244" fmla="*/ 473882 h 606369"/>
                  <a:gd name="connsiteX245" fmla="*/ 197790 w 596842"/>
                  <a:gd name="connsiteY245" fmla="*/ 473505 h 606369"/>
                  <a:gd name="connsiteX246" fmla="*/ 197488 w 596842"/>
                  <a:gd name="connsiteY246" fmla="*/ 473505 h 606369"/>
                  <a:gd name="connsiteX247" fmla="*/ 197338 w 596842"/>
                  <a:gd name="connsiteY247" fmla="*/ 473731 h 606369"/>
                  <a:gd name="connsiteX248" fmla="*/ 150248 w 596842"/>
                  <a:gd name="connsiteY248" fmla="*/ 500786 h 606369"/>
                  <a:gd name="connsiteX249" fmla="*/ 107611 w 596842"/>
                  <a:gd name="connsiteY249" fmla="*/ 500786 h 606369"/>
                  <a:gd name="connsiteX250" fmla="*/ 53504 w 596842"/>
                  <a:gd name="connsiteY250" fmla="*/ 452630 h 606369"/>
                  <a:gd name="connsiteX251" fmla="*/ 47165 w 596842"/>
                  <a:gd name="connsiteY251" fmla="*/ 397314 h 606369"/>
                  <a:gd name="connsiteX252" fmla="*/ 46788 w 596842"/>
                  <a:gd name="connsiteY252" fmla="*/ 397238 h 606369"/>
                  <a:gd name="connsiteX253" fmla="*/ 14187 w 596842"/>
                  <a:gd name="connsiteY253" fmla="*/ 378925 h 606369"/>
                  <a:gd name="connsiteX254" fmla="*/ 1056 w 596842"/>
                  <a:gd name="connsiteY254" fmla="*/ 343505 h 606369"/>
                  <a:gd name="connsiteX255" fmla="*/ 1056 w 596842"/>
                  <a:gd name="connsiteY255" fmla="*/ 244931 h 606369"/>
                  <a:gd name="connsiteX256" fmla="*/ 55466 w 596842"/>
                  <a:gd name="connsiteY256" fmla="*/ 190519 h 606369"/>
                  <a:gd name="connsiteX257" fmla="*/ 55466 w 596842"/>
                  <a:gd name="connsiteY257" fmla="*/ 189539 h 606369"/>
                  <a:gd name="connsiteX258" fmla="*/ 202394 w 596842"/>
                  <a:gd name="connsiteY258" fmla="*/ 189539 h 606369"/>
                  <a:gd name="connsiteX259" fmla="*/ 256199 w 596842"/>
                  <a:gd name="connsiteY259" fmla="*/ 231592 h 606369"/>
                  <a:gd name="connsiteX260" fmla="*/ 340718 w 596842"/>
                  <a:gd name="connsiteY260" fmla="*/ 231592 h 606369"/>
                  <a:gd name="connsiteX261" fmla="*/ 394524 w 596842"/>
                  <a:gd name="connsiteY261" fmla="*/ 189539 h 606369"/>
                  <a:gd name="connsiteX262" fmla="*/ 541452 w 596842"/>
                  <a:gd name="connsiteY262" fmla="*/ 189539 h 606369"/>
                  <a:gd name="connsiteX263" fmla="*/ 596842 w 596842"/>
                  <a:gd name="connsiteY263" fmla="*/ 244931 h 606369"/>
                  <a:gd name="connsiteX264" fmla="*/ 596842 w 596842"/>
                  <a:gd name="connsiteY264" fmla="*/ 343505 h 606369"/>
                  <a:gd name="connsiteX265" fmla="*/ 595994 w 596842"/>
                  <a:gd name="connsiteY265" fmla="*/ 345795 h 606369"/>
                  <a:gd name="connsiteX266" fmla="*/ 596419 w 596842"/>
                  <a:gd name="connsiteY266" fmla="*/ 343473 h 606369"/>
                  <a:gd name="connsiteX267" fmla="*/ 596419 w 596842"/>
                  <a:gd name="connsiteY267" fmla="*/ 244900 h 606369"/>
                  <a:gd name="connsiteX268" fmla="*/ 541476 w 596842"/>
                  <a:gd name="connsiteY268" fmla="*/ 189962 h 606369"/>
                  <a:gd name="connsiteX269" fmla="*/ 394532 w 596842"/>
                  <a:gd name="connsiteY269" fmla="*/ 189962 h 606369"/>
                  <a:gd name="connsiteX270" fmla="*/ 341098 w 596842"/>
                  <a:gd name="connsiteY270" fmla="*/ 232089 h 606369"/>
                  <a:gd name="connsiteX271" fmla="*/ 255815 w 596842"/>
                  <a:gd name="connsiteY271" fmla="*/ 232089 h 606369"/>
                  <a:gd name="connsiteX272" fmla="*/ 202381 w 596842"/>
                  <a:gd name="connsiteY272" fmla="*/ 189962 h 606369"/>
                  <a:gd name="connsiteX273" fmla="*/ 55438 w 596842"/>
                  <a:gd name="connsiteY273" fmla="*/ 189962 h 606369"/>
                  <a:gd name="connsiteX274" fmla="*/ 494 w 596842"/>
                  <a:gd name="connsiteY274" fmla="*/ 244900 h 606369"/>
                  <a:gd name="connsiteX275" fmla="*/ 494 w 596842"/>
                  <a:gd name="connsiteY275" fmla="*/ 343473 h 606369"/>
                  <a:gd name="connsiteX276" fmla="*/ 982 w 596842"/>
                  <a:gd name="connsiteY276" fmla="*/ 346145 h 606369"/>
                  <a:gd name="connsiteX277" fmla="*/ 0 w 596842"/>
                  <a:gd name="connsiteY277" fmla="*/ 343505 h 606369"/>
                  <a:gd name="connsiteX278" fmla="*/ 0 w 596842"/>
                  <a:gd name="connsiteY278" fmla="*/ 244931 h 606369"/>
                  <a:gd name="connsiteX279" fmla="*/ 55466 w 596842"/>
                  <a:gd name="connsiteY279" fmla="*/ 189539 h 606369"/>
                  <a:gd name="connsiteX280" fmla="*/ 298456 w 596842"/>
                  <a:gd name="connsiteY280" fmla="*/ 60673 h 606369"/>
                  <a:gd name="connsiteX281" fmla="*/ 244497 w 596842"/>
                  <a:gd name="connsiteY281" fmla="*/ 114562 h 606369"/>
                  <a:gd name="connsiteX282" fmla="*/ 298456 w 596842"/>
                  <a:gd name="connsiteY282" fmla="*/ 168527 h 606369"/>
                  <a:gd name="connsiteX283" fmla="*/ 352415 w 596842"/>
                  <a:gd name="connsiteY283" fmla="*/ 114562 h 606369"/>
                  <a:gd name="connsiteX284" fmla="*/ 298456 w 596842"/>
                  <a:gd name="connsiteY284" fmla="*/ 60673 h 606369"/>
                  <a:gd name="connsiteX285" fmla="*/ 298456 w 596842"/>
                  <a:gd name="connsiteY285" fmla="*/ 60109 h 606369"/>
                  <a:gd name="connsiteX286" fmla="*/ 352951 w 596842"/>
                  <a:gd name="connsiteY286" fmla="*/ 114524 h 606369"/>
                  <a:gd name="connsiteX287" fmla="*/ 298456 w 596842"/>
                  <a:gd name="connsiteY287" fmla="*/ 168939 h 606369"/>
                  <a:gd name="connsiteX288" fmla="*/ 243961 w 596842"/>
                  <a:gd name="connsiteY288" fmla="*/ 114524 h 606369"/>
                  <a:gd name="connsiteX289" fmla="*/ 298456 w 596842"/>
                  <a:gd name="connsiteY289" fmla="*/ 60109 h 606369"/>
                  <a:gd name="connsiteX290" fmla="*/ 298456 w 596842"/>
                  <a:gd name="connsiteY290" fmla="*/ 59693 h 606369"/>
                  <a:gd name="connsiteX291" fmla="*/ 243440 w 596842"/>
                  <a:gd name="connsiteY291" fmla="*/ 114562 h 606369"/>
                  <a:gd name="connsiteX292" fmla="*/ 298456 w 596842"/>
                  <a:gd name="connsiteY292" fmla="*/ 169507 h 606369"/>
                  <a:gd name="connsiteX293" fmla="*/ 353472 w 596842"/>
                  <a:gd name="connsiteY293" fmla="*/ 114562 h 606369"/>
                  <a:gd name="connsiteX294" fmla="*/ 298456 w 596842"/>
                  <a:gd name="connsiteY294" fmla="*/ 59693 h 606369"/>
                  <a:gd name="connsiteX295" fmla="*/ 468032 w 596842"/>
                  <a:gd name="connsiteY295" fmla="*/ 44092 h 606369"/>
                  <a:gd name="connsiteX296" fmla="*/ 425845 w 596842"/>
                  <a:gd name="connsiteY296" fmla="*/ 86148 h 606369"/>
                  <a:gd name="connsiteX297" fmla="*/ 468032 w 596842"/>
                  <a:gd name="connsiteY297" fmla="*/ 128280 h 606369"/>
                  <a:gd name="connsiteX298" fmla="*/ 510143 w 596842"/>
                  <a:gd name="connsiteY298" fmla="*/ 86148 h 606369"/>
                  <a:gd name="connsiteX299" fmla="*/ 468032 w 596842"/>
                  <a:gd name="connsiteY299" fmla="*/ 44092 h 606369"/>
                  <a:gd name="connsiteX300" fmla="*/ 128880 w 596842"/>
                  <a:gd name="connsiteY300" fmla="*/ 44092 h 606369"/>
                  <a:gd name="connsiteX301" fmla="*/ 86770 w 596842"/>
                  <a:gd name="connsiteY301" fmla="*/ 86148 h 606369"/>
                  <a:gd name="connsiteX302" fmla="*/ 128880 w 596842"/>
                  <a:gd name="connsiteY302" fmla="*/ 128280 h 606369"/>
                  <a:gd name="connsiteX303" fmla="*/ 171067 w 596842"/>
                  <a:gd name="connsiteY303" fmla="*/ 86148 h 606369"/>
                  <a:gd name="connsiteX304" fmla="*/ 128880 w 596842"/>
                  <a:gd name="connsiteY304" fmla="*/ 44092 h 606369"/>
                  <a:gd name="connsiteX305" fmla="*/ 468054 w 596842"/>
                  <a:gd name="connsiteY305" fmla="*/ 43529 h 606369"/>
                  <a:gd name="connsiteX306" fmla="*/ 510699 w 596842"/>
                  <a:gd name="connsiteY306" fmla="*/ 86111 h 606369"/>
                  <a:gd name="connsiteX307" fmla="*/ 468054 w 596842"/>
                  <a:gd name="connsiteY307" fmla="*/ 128693 h 606369"/>
                  <a:gd name="connsiteX308" fmla="*/ 425334 w 596842"/>
                  <a:gd name="connsiteY308" fmla="*/ 86111 h 606369"/>
                  <a:gd name="connsiteX309" fmla="*/ 468054 w 596842"/>
                  <a:gd name="connsiteY309" fmla="*/ 43529 h 606369"/>
                  <a:gd name="connsiteX310" fmla="*/ 128858 w 596842"/>
                  <a:gd name="connsiteY310" fmla="*/ 43529 h 606369"/>
                  <a:gd name="connsiteX311" fmla="*/ 171578 w 596842"/>
                  <a:gd name="connsiteY311" fmla="*/ 86111 h 606369"/>
                  <a:gd name="connsiteX312" fmla="*/ 128858 w 596842"/>
                  <a:gd name="connsiteY312" fmla="*/ 128693 h 606369"/>
                  <a:gd name="connsiteX313" fmla="*/ 86213 w 596842"/>
                  <a:gd name="connsiteY313" fmla="*/ 86111 h 606369"/>
                  <a:gd name="connsiteX314" fmla="*/ 128858 w 596842"/>
                  <a:gd name="connsiteY314" fmla="*/ 43529 h 606369"/>
                  <a:gd name="connsiteX315" fmla="*/ 468032 w 596842"/>
                  <a:gd name="connsiteY315" fmla="*/ 43036 h 606369"/>
                  <a:gd name="connsiteX316" fmla="*/ 424864 w 596842"/>
                  <a:gd name="connsiteY316" fmla="*/ 86148 h 606369"/>
                  <a:gd name="connsiteX317" fmla="*/ 468032 w 596842"/>
                  <a:gd name="connsiteY317" fmla="*/ 129260 h 606369"/>
                  <a:gd name="connsiteX318" fmla="*/ 511199 w 596842"/>
                  <a:gd name="connsiteY318" fmla="*/ 86148 h 606369"/>
                  <a:gd name="connsiteX319" fmla="*/ 468032 w 596842"/>
                  <a:gd name="connsiteY319" fmla="*/ 43036 h 606369"/>
                  <a:gd name="connsiteX320" fmla="*/ 128880 w 596842"/>
                  <a:gd name="connsiteY320" fmla="*/ 43036 h 606369"/>
                  <a:gd name="connsiteX321" fmla="*/ 85713 w 596842"/>
                  <a:gd name="connsiteY321" fmla="*/ 86148 h 606369"/>
                  <a:gd name="connsiteX322" fmla="*/ 128880 w 596842"/>
                  <a:gd name="connsiteY322" fmla="*/ 129260 h 606369"/>
                  <a:gd name="connsiteX323" fmla="*/ 172048 w 596842"/>
                  <a:gd name="connsiteY323" fmla="*/ 86148 h 606369"/>
                  <a:gd name="connsiteX324" fmla="*/ 128880 w 596842"/>
                  <a:gd name="connsiteY324" fmla="*/ 43036 h 606369"/>
                  <a:gd name="connsiteX325" fmla="*/ 128880 w 596842"/>
                  <a:gd name="connsiteY325" fmla="*/ 980 h 606369"/>
                  <a:gd name="connsiteX326" fmla="*/ 162086 w 596842"/>
                  <a:gd name="connsiteY326" fmla="*/ 7688 h 606369"/>
                  <a:gd name="connsiteX327" fmla="*/ 189179 w 596842"/>
                  <a:gd name="connsiteY327" fmla="*/ 25927 h 606369"/>
                  <a:gd name="connsiteX328" fmla="*/ 207442 w 596842"/>
                  <a:gd name="connsiteY328" fmla="*/ 52985 h 606369"/>
                  <a:gd name="connsiteX329" fmla="*/ 212272 w 596842"/>
                  <a:gd name="connsiteY329" fmla="*/ 68059 h 606369"/>
                  <a:gd name="connsiteX330" fmla="*/ 212499 w 596842"/>
                  <a:gd name="connsiteY330" fmla="*/ 69416 h 606369"/>
                  <a:gd name="connsiteX331" fmla="*/ 213178 w 596842"/>
                  <a:gd name="connsiteY331" fmla="*/ 68210 h 606369"/>
                  <a:gd name="connsiteX332" fmla="*/ 229781 w 596842"/>
                  <a:gd name="connsiteY332" fmla="*/ 45976 h 606369"/>
                  <a:gd name="connsiteX333" fmla="*/ 260647 w 596842"/>
                  <a:gd name="connsiteY333" fmla="*/ 25249 h 606369"/>
                  <a:gd name="connsiteX334" fmla="*/ 298456 w 596842"/>
                  <a:gd name="connsiteY334" fmla="*/ 17637 h 606369"/>
                  <a:gd name="connsiteX335" fmla="*/ 336265 w 596842"/>
                  <a:gd name="connsiteY335" fmla="*/ 25249 h 606369"/>
                  <a:gd name="connsiteX336" fmla="*/ 367132 w 596842"/>
                  <a:gd name="connsiteY336" fmla="*/ 45976 h 606369"/>
                  <a:gd name="connsiteX337" fmla="*/ 383734 w 596842"/>
                  <a:gd name="connsiteY337" fmla="*/ 68210 h 606369"/>
                  <a:gd name="connsiteX338" fmla="*/ 384414 w 596842"/>
                  <a:gd name="connsiteY338" fmla="*/ 69341 h 606369"/>
                  <a:gd name="connsiteX339" fmla="*/ 384640 w 596842"/>
                  <a:gd name="connsiteY339" fmla="*/ 68059 h 606369"/>
                  <a:gd name="connsiteX340" fmla="*/ 389470 w 596842"/>
                  <a:gd name="connsiteY340" fmla="*/ 52985 h 606369"/>
                  <a:gd name="connsiteX341" fmla="*/ 407733 w 596842"/>
                  <a:gd name="connsiteY341" fmla="*/ 25927 h 606369"/>
                  <a:gd name="connsiteX342" fmla="*/ 434826 w 596842"/>
                  <a:gd name="connsiteY342" fmla="*/ 7688 h 606369"/>
                  <a:gd name="connsiteX343" fmla="*/ 468032 w 596842"/>
                  <a:gd name="connsiteY343" fmla="*/ 980 h 606369"/>
                  <a:gd name="connsiteX344" fmla="*/ 501237 w 596842"/>
                  <a:gd name="connsiteY344" fmla="*/ 7688 h 606369"/>
                  <a:gd name="connsiteX345" fmla="*/ 528255 w 596842"/>
                  <a:gd name="connsiteY345" fmla="*/ 25927 h 606369"/>
                  <a:gd name="connsiteX346" fmla="*/ 546518 w 596842"/>
                  <a:gd name="connsiteY346" fmla="*/ 52985 h 606369"/>
                  <a:gd name="connsiteX347" fmla="*/ 553235 w 596842"/>
                  <a:gd name="connsiteY347" fmla="*/ 86148 h 606369"/>
                  <a:gd name="connsiteX348" fmla="*/ 546518 w 596842"/>
                  <a:gd name="connsiteY348" fmla="*/ 119311 h 606369"/>
                  <a:gd name="connsiteX349" fmla="*/ 528255 w 596842"/>
                  <a:gd name="connsiteY349" fmla="*/ 146369 h 606369"/>
                  <a:gd name="connsiteX350" fmla="*/ 501162 w 596842"/>
                  <a:gd name="connsiteY350" fmla="*/ 164608 h 606369"/>
                  <a:gd name="connsiteX351" fmla="*/ 468032 w 596842"/>
                  <a:gd name="connsiteY351" fmla="*/ 171316 h 606369"/>
                  <a:gd name="connsiteX352" fmla="*/ 434826 w 596842"/>
                  <a:gd name="connsiteY352" fmla="*/ 164608 h 606369"/>
                  <a:gd name="connsiteX353" fmla="*/ 407733 w 596842"/>
                  <a:gd name="connsiteY353" fmla="*/ 146369 h 606369"/>
                  <a:gd name="connsiteX354" fmla="*/ 395130 w 596842"/>
                  <a:gd name="connsiteY354" fmla="*/ 130465 h 606369"/>
                  <a:gd name="connsiteX355" fmla="*/ 394451 w 596842"/>
                  <a:gd name="connsiteY355" fmla="*/ 129260 h 606369"/>
                  <a:gd name="connsiteX356" fmla="*/ 394224 w 596842"/>
                  <a:gd name="connsiteY356" fmla="*/ 130616 h 606369"/>
                  <a:gd name="connsiteX357" fmla="*/ 387885 w 596842"/>
                  <a:gd name="connsiteY357" fmla="*/ 152323 h 606369"/>
                  <a:gd name="connsiteX358" fmla="*/ 367132 w 596842"/>
                  <a:gd name="connsiteY358" fmla="*/ 183149 h 606369"/>
                  <a:gd name="connsiteX359" fmla="*/ 336265 w 596842"/>
                  <a:gd name="connsiteY359" fmla="*/ 203951 h 606369"/>
                  <a:gd name="connsiteX360" fmla="*/ 298456 w 596842"/>
                  <a:gd name="connsiteY360" fmla="*/ 211563 h 606369"/>
                  <a:gd name="connsiteX361" fmla="*/ 260647 w 596842"/>
                  <a:gd name="connsiteY361" fmla="*/ 203951 h 606369"/>
                  <a:gd name="connsiteX362" fmla="*/ 229781 w 596842"/>
                  <a:gd name="connsiteY362" fmla="*/ 183149 h 606369"/>
                  <a:gd name="connsiteX363" fmla="*/ 209027 w 596842"/>
                  <a:gd name="connsiteY363" fmla="*/ 152323 h 606369"/>
                  <a:gd name="connsiteX364" fmla="*/ 202688 w 596842"/>
                  <a:gd name="connsiteY364" fmla="*/ 130616 h 606369"/>
                  <a:gd name="connsiteX365" fmla="*/ 202461 w 596842"/>
                  <a:gd name="connsiteY365" fmla="*/ 129260 h 606369"/>
                  <a:gd name="connsiteX366" fmla="*/ 201782 w 596842"/>
                  <a:gd name="connsiteY366" fmla="*/ 130465 h 606369"/>
                  <a:gd name="connsiteX367" fmla="*/ 189179 w 596842"/>
                  <a:gd name="connsiteY367" fmla="*/ 146369 h 606369"/>
                  <a:gd name="connsiteX368" fmla="*/ 162086 w 596842"/>
                  <a:gd name="connsiteY368" fmla="*/ 164608 h 606369"/>
                  <a:gd name="connsiteX369" fmla="*/ 128880 w 596842"/>
                  <a:gd name="connsiteY369" fmla="*/ 171316 h 606369"/>
                  <a:gd name="connsiteX370" fmla="*/ 95675 w 596842"/>
                  <a:gd name="connsiteY370" fmla="*/ 164608 h 606369"/>
                  <a:gd name="connsiteX371" fmla="*/ 68582 w 596842"/>
                  <a:gd name="connsiteY371" fmla="*/ 146369 h 606369"/>
                  <a:gd name="connsiteX372" fmla="*/ 50394 w 596842"/>
                  <a:gd name="connsiteY372" fmla="*/ 119311 h 606369"/>
                  <a:gd name="connsiteX373" fmla="*/ 43678 w 596842"/>
                  <a:gd name="connsiteY373" fmla="*/ 86148 h 606369"/>
                  <a:gd name="connsiteX374" fmla="*/ 50394 w 596842"/>
                  <a:gd name="connsiteY374" fmla="*/ 52985 h 606369"/>
                  <a:gd name="connsiteX375" fmla="*/ 68582 w 596842"/>
                  <a:gd name="connsiteY375" fmla="*/ 25927 h 606369"/>
                  <a:gd name="connsiteX376" fmla="*/ 95675 w 596842"/>
                  <a:gd name="connsiteY376" fmla="*/ 7688 h 606369"/>
                  <a:gd name="connsiteX377" fmla="*/ 128880 w 596842"/>
                  <a:gd name="connsiteY377" fmla="*/ 980 h 606369"/>
                  <a:gd name="connsiteX378" fmla="*/ 128858 w 596842"/>
                  <a:gd name="connsiteY378" fmla="*/ 494 h 606369"/>
                  <a:gd name="connsiteX379" fmla="*/ 95497 w 596842"/>
                  <a:gd name="connsiteY379" fmla="*/ 7202 h 606369"/>
                  <a:gd name="connsiteX380" fmla="*/ 68249 w 596842"/>
                  <a:gd name="connsiteY380" fmla="*/ 25591 h 606369"/>
                  <a:gd name="connsiteX381" fmla="*/ 49833 w 596842"/>
                  <a:gd name="connsiteY381" fmla="*/ 52799 h 606369"/>
                  <a:gd name="connsiteX382" fmla="*/ 43115 w 596842"/>
                  <a:gd name="connsiteY382" fmla="*/ 86111 h 606369"/>
                  <a:gd name="connsiteX383" fmla="*/ 49833 w 596842"/>
                  <a:gd name="connsiteY383" fmla="*/ 119499 h 606369"/>
                  <a:gd name="connsiteX384" fmla="*/ 68249 w 596842"/>
                  <a:gd name="connsiteY384" fmla="*/ 146706 h 606369"/>
                  <a:gd name="connsiteX385" fmla="*/ 95497 w 596842"/>
                  <a:gd name="connsiteY385" fmla="*/ 165020 h 606369"/>
                  <a:gd name="connsiteX386" fmla="*/ 128858 w 596842"/>
                  <a:gd name="connsiteY386" fmla="*/ 171803 h 606369"/>
                  <a:gd name="connsiteX387" fmla="*/ 162294 w 596842"/>
                  <a:gd name="connsiteY387" fmla="*/ 165020 h 606369"/>
                  <a:gd name="connsiteX388" fmla="*/ 189542 w 596842"/>
                  <a:gd name="connsiteY388" fmla="*/ 146706 h 606369"/>
                  <a:gd name="connsiteX389" fmla="*/ 202147 w 596842"/>
                  <a:gd name="connsiteY389" fmla="*/ 130653 h 606369"/>
                  <a:gd name="connsiteX390" fmla="*/ 208562 w 596842"/>
                  <a:gd name="connsiteY390" fmla="*/ 152509 h 606369"/>
                  <a:gd name="connsiteX391" fmla="*/ 229469 w 596842"/>
                  <a:gd name="connsiteY391" fmla="*/ 183485 h 606369"/>
                  <a:gd name="connsiteX392" fmla="*/ 260415 w 596842"/>
                  <a:gd name="connsiteY392" fmla="*/ 204362 h 606369"/>
                  <a:gd name="connsiteX393" fmla="*/ 298456 w 596842"/>
                  <a:gd name="connsiteY393" fmla="*/ 212049 h 606369"/>
                  <a:gd name="connsiteX394" fmla="*/ 336497 w 596842"/>
                  <a:gd name="connsiteY394" fmla="*/ 204362 h 606369"/>
                  <a:gd name="connsiteX395" fmla="*/ 367518 w 596842"/>
                  <a:gd name="connsiteY395" fmla="*/ 183485 h 606369"/>
                  <a:gd name="connsiteX396" fmla="*/ 388350 w 596842"/>
                  <a:gd name="connsiteY396" fmla="*/ 152509 h 606369"/>
                  <a:gd name="connsiteX397" fmla="*/ 394766 w 596842"/>
                  <a:gd name="connsiteY397" fmla="*/ 130653 h 606369"/>
                  <a:gd name="connsiteX398" fmla="*/ 407370 w 596842"/>
                  <a:gd name="connsiteY398" fmla="*/ 146706 h 606369"/>
                  <a:gd name="connsiteX399" fmla="*/ 434618 w 596842"/>
                  <a:gd name="connsiteY399" fmla="*/ 165020 h 606369"/>
                  <a:gd name="connsiteX400" fmla="*/ 468054 w 596842"/>
                  <a:gd name="connsiteY400" fmla="*/ 171803 h 606369"/>
                  <a:gd name="connsiteX401" fmla="*/ 501416 w 596842"/>
                  <a:gd name="connsiteY401" fmla="*/ 165020 h 606369"/>
                  <a:gd name="connsiteX402" fmla="*/ 528663 w 596842"/>
                  <a:gd name="connsiteY402" fmla="*/ 146706 h 606369"/>
                  <a:gd name="connsiteX403" fmla="*/ 547004 w 596842"/>
                  <a:gd name="connsiteY403" fmla="*/ 119499 h 606369"/>
                  <a:gd name="connsiteX404" fmla="*/ 553797 w 596842"/>
                  <a:gd name="connsiteY404" fmla="*/ 86111 h 606369"/>
                  <a:gd name="connsiteX405" fmla="*/ 547004 w 596842"/>
                  <a:gd name="connsiteY405" fmla="*/ 52799 h 606369"/>
                  <a:gd name="connsiteX406" fmla="*/ 528663 w 596842"/>
                  <a:gd name="connsiteY406" fmla="*/ 25591 h 606369"/>
                  <a:gd name="connsiteX407" fmla="*/ 501416 w 596842"/>
                  <a:gd name="connsiteY407" fmla="*/ 7202 h 606369"/>
                  <a:gd name="connsiteX408" fmla="*/ 468054 w 596842"/>
                  <a:gd name="connsiteY408" fmla="*/ 494 h 606369"/>
                  <a:gd name="connsiteX409" fmla="*/ 434618 w 596842"/>
                  <a:gd name="connsiteY409" fmla="*/ 7202 h 606369"/>
                  <a:gd name="connsiteX410" fmla="*/ 407370 w 596842"/>
                  <a:gd name="connsiteY410" fmla="*/ 25591 h 606369"/>
                  <a:gd name="connsiteX411" fmla="*/ 389029 w 596842"/>
                  <a:gd name="connsiteY411" fmla="*/ 52799 h 606369"/>
                  <a:gd name="connsiteX412" fmla="*/ 384199 w 596842"/>
                  <a:gd name="connsiteY412" fmla="*/ 67872 h 606369"/>
                  <a:gd name="connsiteX413" fmla="*/ 367518 w 596842"/>
                  <a:gd name="connsiteY413" fmla="*/ 45639 h 606369"/>
                  <a:gd name="connsiteX414" fmla="*/ 336497 w 596842"/>
                  <a:gd name="connsiteY414" fmla="*/ 24762 h 606369"/>
                  <a:gd name="connsiteX415" fmla="*/ 298456 w 596842"/>
                  <a:gd name="connsiteY415" fmla="*/ 17075 h 606369"/>
                  <a:gd name="connsiteX416" fmla="*/ 260415 w 596842"/>
                  <a:gd name="connsiteY416" fmla="*/ 24762 h 606369"/>
                  <a:gd name="connsiteX417" fmla="*/ 229469 w 596842"/>
                  <a:gd name="connsiteY417" fmla="*/ 45639 h 606369"/>
                  <a:gd name="connsiteX418" fmla="*/ 212713 w 596842"/>
                  <a:gd name="connsiteY418" fmla="*/ 67948 h 606369"/>
                  <a:gd name="connsiteX419" fmla="*/ 207883 w 596842"/>
                  <a:gd name="connsiteY419" fmla="*/ 52799 h 606369"/>
                  <a:gd name="connsiteX420" fmla="*/ 189542 w 596842"/>
                  <a:gd name="connsiteY420" fmla="*/ 25591 h 606369"/>
                  <a:gd name="connsiteX421" fmla="*/ 162294 w 596842"/>
                  <a:gd name="connsiteY421" fmla="*/ 7202 h 606369"/>
                  <a:gd name="connsiteX422" fmla="*/ 128858 w 596842"/>
                  <a:gd name="connsiteY422" fmla="*/ 494 h 606369"/>
                  <a:gd name="connsiteX423" fmla="*/ 128880 w 596842"/>
                  <a:gd name="connsiteY423" fmla="*/ 0 h 606369"/>
                  <a:gd name="connsiteX424" fmla="*/ 162539 w 596842"/>
                  <a:gd name="connsiteY424" fmla="*/ 6784 h 606369"/>
                  <a:gd name="connsiteX425" fmla="*/ 189934 w 596842"/>
                  <a:gd name="connsiteY425" fmla="*/ 25249 h 606369"/>
                  <a:gd name="connsiteX426" fmla="*/ 208348 w 596842"/>
                  <a:gd name="connsiteY426" fmla="*/ 52608 h 606369"/>
                  <a:gd name="connsiteX427" fmla="*/ 212951 w 596842"/>
                  <a:gd name="connsiteY427" fmla="*/ 66552 h 606369"/>
                  <a:gd name="connsiteX428" fmla="*/ 229101 w 596842"/>
                  <a:gd name="connsiteY428" fmla="*/ 45298 h 606369"/>
                  <a:gd name="connsiteX429" fmla="*/ 260269 w 596842"/>
                  <a:gd name="connsiteY429" fmla="*/ 24345 h 606369"/>
                  <a:gd name="connsiteX430" fmla="*/ 298456 w 596842"/>
                  <a:gd name="connsiteY430" fmla="*/ 16582 h 606369"/>
                  <a:gd name="connsiteX431" fmla="*/ 336643 w 596842"/>
                  <a:gd name="connsiteY431" fmla="*/ 24345 h 606369"/>
                  <a:gd name="connsiteX432" fmla="*/ 367811 w 596842"/>
                  <a:gd name="connsiteY432" fmla="*/ 45298 h 606369"/>
                  <a:gd name="connsiteX433" fmla="*/ 383961 w 596842"/>
                  <a:gd name="connsiteY433" fmla="*/ 66552 h 606369"/>
                  <a:gd name="connsiteX434" fmla="*/ 388489 w 596842"/>
                  <a:gd name="connsiteY434" fmla="*/ 52608 h 606369"/>
                  <a:gd name="connsiteX435" fmla="*/ 406978 w 596842"/>
                  <a:gd name="connsiteY435" fmla="*/ 25249 h 606369"/>
                  <a:gd name="connsiteX436" fmla="*/ 434373 w 596842"/>
                  <a:gd name="connsiteY436" fmla="*/ 6784 h 606369"/>
                  <a:gd name="connsiteX437" fmla="*/ 468032 w 596842"/>
                  <a:gd name="connsiteY437" fmla="*/ 0 h 606369"/>
                  <a:gd name="connsiteX438" fmla="*/ 501615 w 596842"/>
                  <a:gd name="connsiteY438" fmla="*/ 6784 h 606369"/>
                  <a:gd name="connsiteX439" fmla="*/ 529009 w 596842"/>
                  <a:gd name="connsiteY439" fmla="*/ 25249 h 606369"/>
                  <a:gd name="connsiteX440" fmla="*/ 547499 w 596842"/>
                  <a:gd name="connsiteY440" fmla="*/ 52608 h 606369"/>
                  <a:gd name="connsiteX441" fmla="*/ 554291 w 596842"/>
                  <a:gd name="connsiteY441" fmla="*/ 86148 h 606369"/>
                  <a:gd name="connsiteX442" fmla="*/ 547499 w 596842"/>
                  <a:gd name="connsiteY442" fmla="*/ 119688 h 606369"/>
                  <a:gd name="connsiteX443" fmla="*/ 529009 w 596842"/>
                  <a:gd name="connsiteY443" fmla="*/ 147122 h 606369"/>
                  <a:gd name="connsiteX444" fmla="*/ 501615 w 596842"/>
                  <a:gd name="connsiteY444" fmla="*/ 165512 h 606369"/>
                  <a:gd name="connsiteX445" fmla="*/ 468032 w 596842"/>
                  <a:gd name="connsiteY445" fmla="*/ 172296 h 606369"/>
                  <a:gd name="connsiteX446" fmla="*/ 434373 w 596842"/>
                  <a:gd name="connsiteY446" fmla="*/ 165512 h 606369"/>
                  <a:gd name="connsiteX447" fmla="*/ 406978 w 596842"/>
                  <a:gd name="connsiteY447" fmla="*/ 147122 h 606369"/>
                  <a:gd name="connsiteX448" fmla="*/ 394979 w 596842"/>
                  <a:gd name="connsiteY448" fmla="*/ 132124 h 606369"/>
                  <a:gd name="connsiteX449" fmla="*/ 388866 w 596842"/>
                  <a:gd name="connsiteY449" fmla="*/ 152775 h 606369"/>
                  <a:gd name="connsiteX450" fmla="*/ 367811 w 596842"/>
                  <a:gd name="connsiteY450" fmla="*/ 183903 h 606369"/>
                  <a:gd name="connsiteX451" fmla="*/ 336643 w 596842"/>
                  <a:gd name="connsiteY451" fmla="*/ 204856 h 606369"/>
                  <a:gd name="connsiteX452" fmla="*/ 298456 w 596842"/>
                  <a:gd name="connsiteY452" fmla="*/ 212543 h 606369"/>
                  <a:gd name="connsiteX453" fmla="*/ 260269 w 596842"/>
                  <a:gd name="connsiteY453" fmla="*/ 204856 h 606369"/>
                  <a:gd name="connsiteX454" fmla="*/ 229101 w 596842"/>
                  <a:gd name="connsiteY454" fmla="*/ 183903 h 606369"/>
                  <a:gd name="connsiteX455" fmla="*/ 208046 w 596842"/>
                  <a:gd name="connsiteY455" fmla="*/ 152775 h 606369"/>
                  <a:gd name="connsiteX456" fmla="*/ 201933 w 596842"/>
                  <a:gd name="connsiteY456" fmla="*/ 132048 h 606369"/>
                  <a:gd name="connsiteX457" fmla="*/ 189934 w 596842"/>
                  <a:gd name="connsiteY457" fmla="*/ 147122 h 606369"/>
                  <a:gd name="connsiteX458" fmla="*/ 162539 w 596842"/>
                  <a:gd name="connsiteY458" fmla="*/ 165512 h 606369"/>
                  <a:gd name="connsiteX459" fmla="*/ 128880 w 596842"/>
                  <a:gd name="connsiteY459" fmla="*/ 172296 h 606369"/>
                  <a:gd name="connsiteX460" fmla="*/ 95297 w 596842"/>
                  <a:gd name="connsiteY460" fmla="*/ 165512 h 606369"/>
                  <a:gd name="connsiteX461" fmla="*/ 67903 w 596842"/>
                  <a:gd name="connsiteY461" fmla="*/ 147122 h 606369"/>
                  <a:gd name="connsiteX462" fmla="*/ 49413 w 596842"/>
                  <a:gd name="connsiteY462" fmla="*/ 119688 h 606369"/>
                  <a:gd name="connsiteX463" fmla="*/ 42621 w 596842"/>
                  <a:gd name="connsiteY463" fmla="*/ 86148 h 606369"/>
                  <a:gd name="connsiteX464" fmla="*/ 49413 w 596842"/>
                  <a:gd name="connsiteY464" fmla="*/ 52608 h 606369"/>
                  <a:gd name="connsiteX465" fmla="*/ 67903 w 596842"/>
                  <a:gd name="connsiteY465" fmla="*/ 25249 h 606369"/>
                  <a:gd name="connsiteX466" fmla="*/ 95297 w 596842"/>
                  <a:gd name="connsiteY466" fmla="*/ 6784 h 606369"/>
                  <a:gd name="connsiteX467" fmla="*/ 128880 w 596842"/>
                  <a:gd name="connsiteY467"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Lst>
                <a:rect l="l" t="t" r="r" b="b"/>
                <a:pathLst>
                  <a:path w="596842" h="606369">
                    <a:moveTo>
                      <a:pt x="146831" y="418787"/>
                    </a:moveTo>
                    <a:lnTo>
                      <a:pt x="157997" y="450139"/>
                    </a:lnTo>
                    <a:lnTo>
                      <a:pt x="149956" y="436270"/>
                    </a:lnTo>
                    <a:close/>
                    <a:moveTo>
                      <a:pt x="450080" y="418737"/>
                    </a:moveTo>
                    <a:lnTo>
                      <a:pt x="446957" y="436270"/>
                    </a:lnTo>
                    <a:lnTo>
                      <a:pt x="438865" y="450288"/>
                    </a:lnTo>
                    <a:close/>
                    <a:moveTo>
                      <a:pt x="12469" y="377014"/>
                    </a:moveTo>
                    <a:lnTo>
                      <a:pt x="13796" y="379241"/>
                    </a:lnTo>
                    <a:cubicBezTo>
                      <a:pt x="22079" y="388859"/>
                      <a:pt x="33626" y="395585"/>
                      <a:pt x="46683" y="397657"/>
                    </a:cubicBezTo>
                    <a:lnTo>
                      <a:pt x="53022" y="452595"/>
                    </a:lnTo>
                    <a:cubicBezTo>
                      <a:pt x="56192" y="480328"/>
                      <a:pt x="79664" y="501279"/>
                      <a:pt x="107588" y="501279"/>
                    </a:cubicBezTo>
                    <a:lnTo>
                      <a:pt x="150230" y="501279"/>
                    </a:lnTo>
                    <a:cubicBezTo>
                      <a:pt x="170381" y="501279"/>
                      <a:pt x="188192" y="490427"/>
                      <a:pt x="197702" y="473998"/>
                    </a:cubicBezTo>
                    <a:cubicBezTo>
                      <a:pt x="199890" y="474224"/>
                      <a:pt x="202004" y="474375"/>
                      <a:pt x="204268" y="474375"/>
                    </a:cubicBezTo>
                    <a:lnTo>
                      <a:pt x="213400" y="554257"/>
                    </a:lnTo>
                    <a:cubicBezTo>
                      <a:pt x="216721" y="583648"/>
                      <a:pt x="241626" y="605804"/>
                      <a:pt x="271211" y="605804"/>
                    </a:cubicBezTo>
                    <a:lnTo>
                      <a:pt x="325702" y="605804"/>
                    </a:lnTo>
                    <a:cubicBezTo>
                      <a:pt x="355287" y="605804"/>
                      <a:pt x="380192" y="583648"/>
                      <a:pt x="383513" y="554257"/>
                    </a:cubicBezTo>
                    <a:lnTo>
                      <a:pt x="392645" y="474375"/>
                    </a:lnTo>
                    <a:cubicBezTo>
                      <a:pt x="394909" y="474375"/>
                      <a:pt x="397023" y="474224"/>
                      <a:pt x="399211" y="473998"/>
                    </a:cubicBezTo>
                    <a:cubicBezTo>
                      <a:pt x="408721" y="490427"/>
                      <a:pt x="426532" y="501279"/>
                      <a:pt x="446683" y="501279"/>
                    </a:cubicBezTo>
                    <a:lnTo>
                      <a:pt x="489325" y="501279"/>
                    </a:lnTo>
                    <a:cubicBezTo>
                      <a:pt x="517249" y="501279"/>
                      <a:pt x="540721" y="480328"/>
                      <a:pt x="543891" y="452595"/>
                    </a:cubicBezTo>
                    <a:lnTo>
                      <a:pt x="550230" y="397657"/>
                    </a:lnTo>
                    <a:cubicBezTo>
                      <a:pt x="563287" y="395585"/>
                      <a:pt x="574834" y="388859"/>
                      <a:pt x="583117" y="379241"/>
                    </a:cubicBezTo>
                    <a:lnTo>
                      <a:pt x="584442" y="377018"/>
                    </a:lnTo>
                    <a:lnTo>
                      <a:pt x="583485" y="379603"/>
                    </a:lnTo>
                    <a:cubicBezTo>
                      <a:pt x="574958" y="389476"/>
                      <a:pt x="563336" y="396032"/>
                      <a:pt x="550658" y="398143"/>
                    </a:cubicBezTo>
                    <a:lnTo>
                      <a:pt x="544395" y="452705"/>
                    </a:lnTo>
                    <a:cubicBezTo>
                      <a:pt x="541150" y="480740"/>
                      <a:pt x="517530" y="501841"/>
                      <a:pt x="489306" y="501841"/>
                    </a:cubicBezTo>
                    <a:lnTo>
                      <a:pt x="446669" y="501841"/>
                    </a:lnTo>
                    <a:cubicBezTo>
                      <a:pt x="427124" y="501841"/>
                      <a:pt x="408787" y="491366"/>
                      <a:pt x="398901" y="474560"/>
                    </a:cubicBezTo>
                    <a:cubicBezTo>
                      <a:pt x="396939" y="474786"/>
                      <a:pt x="395052" y="474862"/>
                      <a:pt x="393090" y="474937"/>
                    </a:cubicBezTo>
                    <a:lnTo>
                      <a:pt x="384035" y="554369"/>
                    </a:lnTo>
                    <a:cubicBezTo>
                      <a:pt x="380639" y="583987"/>
                      <a:pt x="355585" y="606369"/>
                      <a:pt x="325701" y="606369"/>
                    </a:cubicBezTo>
                    <a:lnTo>
                      <a:pt x="271216" y="606369"/>
                    </a:lnTo>
                    <a:cubicBezTo>
                      <a:pt x="241333" y="606369"/>
                      <a:pt x="216279" y="583987"/>
                      <a:pt x="212883" y="554369"/>
                    </a:cubicBezTo>
                    <a:lnTo>
                      <a:pt x="203827" y="474937"/>
                    </a:lnTo>
                    <a:cubicBezTo>
                      <a:pt x="201865" y="474862"/>
                      <a:pt x="199979" y="474786"/>
                      <a:pt x="198017" y="474560"/>
                    </a:cubicBezTo>
                    <a:cubicBezTo>
                      <a:pt x="188055" y="491366"/>
                      <a:pt x="169793" y="501841"/>
                      <a:pt x="150248" y="501841"/>
                    </a:cubicBezTo>
                    <a:lnTo>
                      <a:pt x="107611" y="501841"/>
                    </a:lnTo>
                    <a:cubicBezTo>
                      <a:pt x="79388" y="501841"/>
                      <a:pt x="55692" y="480740"/>
                      <a:pt x="52523" y="452705"/>
                    </a:cubicBezTo>
                    <a:lnTo>
                      <a:pt x="46259" y="398143"/>
                    </a:lnTo>
                    <a:cubicBezTo>
                      <a:pt x="33581" y="396032"/>
                      <a:pt x="21884" y="389476"/>
                      <a:pt x="13432" y="379603"/>
                    </a:cubicBezTo>
                    <a:close/>
                    <a:moveTo>
                      <a:pt x="982" y="346145"/>
                    </a:moveTo>
                    <a:lnTo>
                      <a:pt x="12469" y="377014"/>
                    </a:lnTo>
                    <a:lnTo>
                      <a:pt x="4039" y="362865"/>
                    </a:lnTo>
                    <a:close/>
                    <a:moveTo>
                      <a:pt x="595994" y="345795"/>
                    </a:moveTo>
                    <a:lnTo>
                      <a:pt x="592874" y="362865"/>
                    </a:lnTo>
                    <a:lnTo>
                      <a:pt x="584442" y="377018"/>
                    </a:lnTo>
                    <a:close/>
                    <a:moveTo>
                      <a:pt x="146856" y="287629"/>
                    </a:moveTo>
                    <a:lnTo>
                      <a:pt x="146381" y="290268"/>
                    </a:lnTo>
                    <a:lnTo>
                      <a:pt x="146381" y="416271"/>
                    </a:lnTo>
                    <a:lnTo>
                      <a:pt x="146831" y="418787"/>
                    </a:lnTo>
                    <a:lnTo>
                      <a:pt x="145947" y="416305"/>
                    </a:lnTo>
                    <a:lnTo>
                      <a:pt x="145947" y="290299"/>
                    </a:lnTo>
                    <a:close/>
                    <a:moveTo>
                      <a:pt x="450053" y="287601"/>
                    </a:moveTo>
                    <a:lnTo>
                      <a:pt x="450971" y="290299"/>
                    </a:lnTo>
                    <a:lnTo>
                      <a:pt x="450971" y="416230"/>
                    </a:lnTo>
                    <a:lnTo>
                      <a:pt x="450080" y="418737"/>
                    </a:lnTo>
                    <a:lnTo>
                      <a:pt x="450532" y="416196"/>
                    </a:lnTo>
                    <a:lnTo>
                      <a:pt x="450532" y="290268"/>
                    </a:lnTo>
                    <a:close/>
                    <a:moveTo>
                      <a:pt x="204657" y="275679"/>
                    </a:moveTo>
                    <a:cubicBezTo>
                      <a:pt x="196583" y="275679"/>
                      <a:pt x="190018" y="282235"/>
                      <a:pt x="190018" y="290299"/>
                    </a:cubicBezTo>
                    <a:lnTo>
                      <a:pt x="190018" y="416305"/>
                    </a:lnTo>
                    <a:cubicBezTo>
                      <a:pt x="190018" y="424293"/>
                      <a:pt x="196583" y="430850"/>
                      <a:pt x="204657" y="430850"/>
                    </a:cubicBezTo>
                    <a:lnTo>
                      <a:pt x="229334" y="430850"/>
                    </a:lnTo>
                    <a:cubicBezTo>
                      <a:pt x="237937" y="430850"/>
                      <a:pt x="244955" y="437859"/>
                      <a:pt x="244955" y="446450"/>
                    </a:cubicBezTo>
                    <a:lnTo>
                      <a:pt x="256727" y="549395"/>
                    </a:lnTo>
                    <a:cubicBezTo>
                      <a:pt x="257558" y="556781"/>
                      <a:pt x="263821" y="562282"/>
                      <a:pt x="271216" y="562282"/>
                    </a:cubicBezTo>
                    <a:lnTo>
                      <a:pt x="325701" y="562282"/>
                    </a:lnTo>
                    <a:cubicBezTo>
                      <a:pt x="333097" y="562282"/>
                      <a:pt x="339360" y="556781"/>
                      <a:pt x="340190" y="549395"/>
                    </a:cubicBezTo>
                    <a:lnTo>
                      <a:pt x="351963" y="446375"/>
                    </a:lnTo>
                    <a:cubicBezTo>
                      <a:pt x="351963" y="437859"/>
                      <a:pt x="358981" y="430850"/>
                      <a:pt x="367584" y="430850"/>
                    </a:cubicBezTo>
                    <a:lnTo>
                      <a:pt x="392260" y="430850"/>
                    </a:lnTo>
                    <a:cubicBezTo>
                      <a:pt x="400335" y="430850"/>
                      <a:pt x="406900" y="424293"/>
                      <a:pt x="406900" y="416230"/>
                    </a:cubicBezTo>
                    <a:lnTo>
                      <a:pt x="406900" y="290299"/>
                    </a:lnTo>
                    <a:cubicBezTo>
                      <a:pt x="406900" y="282235"/>
                      <a:pt x="400335" y="275679"/>
                      <a:pt x="392260" y="275679"/>
                    </a:cubicBezTo>
                    <a:close/>
                    <a:moveTo>
                      <a:pt x="204645" y="275120"/>
                    </a:moveTo>
                    <a:lnTo>
                      <a:pt x="214155" y="275120"/>
                    </a:lnTo>
                    <a:lnTo>
                      <a:pt x="257324" y="275120"/>
                    </a:lnTo>
                    <a:lnTo>
                      <a:pt x="339589" y="275120"/>
                    </a:lnTo>
                    <a:lnTo>
                      <a:pt x="382683" y="275120"/>
                    </a:lnTo>
                    <a:lnTo>
                      <a:pt x="392268" y="275120"/>
                    </a:lnTo>
                    <a:cubicBezTo>
                      <a:pt x="400645" y="275120"/>
                      <a:pt x="407438" y="281903"/>
                      <a:pt x="407438" y="290268"/>
                    </a:cubicBezTo>
                    <a:lnTo>
                      <a:pt x="407438" y="355304"/>
                    </a:lnTo>
                    <a:lnTo>
                      <a:pt x="407438" y="416271"/>
                    </a:lnTo>
                    <a:cubicBezTo>
                      <a:pt x="407438" y="424561"/>
                      <a:pt x="400645" y="431344"/>
                      <a:pt x="392268" y="431344"/>
                    </a:cubicBezTo>
                    <a:lnTo>
                      <a:pt x="389626" y="431344"/>
                    </a:lnTo>
                    <a:lnTo>
                      <a:pt x="367589" y="431344"/>
                    </a:lnTo>
                    <a:cubicBezTo>
                      <a:pt x="359287" y="431344"/>
                      <a:pt x="352494" y="438126"/>
                      <a:pt x="352494" y="446416"/>
                    </a:cubicBezTo>
                    <a:lnTo>
                      <a:pt x="340721" y="549359"/>
                    </a:lnTo>
                    <a:cubicBezTo>
                      <a:pt x="339815" y="557046"/>
                      <a:pt x="333400" y="562773"/>
                      <a:pt x="325702" y="562773"/>
                    </a:cubicBezTo>
                    <a:lnTo>
                      <a:pt x="271211" y="562773"/>
                    </a:lnTo>
                    <a:cubicBezTo>
                      <a:pt x="263513" y="562773"/>
                      <a:pt x="257098" y="557046"/>
                      <a:pt x="256192" y="549359"/>
                    </a:cubicBezTo>
                    <a:lnTo>
                      <a:pt x="244419" y="446416"/>
                    </a:lnTo>
                    <a:cubicBezTo>
                      <a:pt x="244419" y="438126"/>
                      <a:pt x="237626" y="431344"/>
                      <a:pt x="229324" y="431344"/>
                    </a:cubicBezTo>
                    <a:lnTo>
                      <a:pt x="207211" y="431344"/>
                    </a:lnTo>
                    <a:lnTo>
                      <a:pt x="204645" y="431344"/>
                    </a:lnTo>
                    <a:cubicBezTo>
                      <a:pt x="196268" y="431344"/>
                      <a:pt x="189475" y="424561"/>
                      <a:pt x="189475" y="416271"/>
                    </a:cubicBezTo>
                    <a:lnTo>
                      <a:pt x="189475" y="355304"/>
                    </a:lnTo>
                    <a:lnTo>
                      <a:pt x="189475" y="290268"/>
                    </a:lnTo>
                    <a:cubicBezTo>
                      <a:pt x="189475" y="281903"/>
                      <a:pt x="196268" y="275120"/>
                      <a:pt x="204645" y="275120"/>
                    </a:cubicBezTo>
                    <a:close/>
                    <a:moveTo>
                      <a:pt x="204657" y="274624"/>
                    </a:moveTo>
                    <a:cubicBezTo>
                      <a:pt x="196055" y="274624"/>
                      <a:pt x="189037" y="281632"/>
                      <a:pt x="189037" y="290299"/>
                    </a:cubicBezTo>
                    <a:lnTo>
                      <a:pt x="189037" y="416305"/>
                    </a:lnTo>
                    <a:cubicBezTo>
                      <a:pt x="189037" y="424896"/>
                      <a:pt x="196055" y="431905"/>
                      <a:pt x="204657" y="431905"/>
                    </a:cubicBezTo>
                    <a:lnTo>
                      <a:pt x="229334" y="431905"/>
                    </a:lnTo>
                    <a:cubicBezTo>
                      <a:pt x="237409" y="431905"/>
                      <a:pt x="243974" y="438386"/>
                      <a:pt x="243974" y="446525"/>
                    </a:cubicBezTo>
                    <a:lnTo>
                      <a:pt x="255746" y="549471"/>
                    </a:lnTo>
                    <a:cubicBezTo>
                      <a:pt x="256652" y="557384"/>
                      <a:pt x="263293" y="563337"/>
                      <a:pt x="271216" y="563337"/>
                    </a:cubicBezTo>
                    <a:lnTo>
                      <a:pt x="325701" y="563337"/>
                    </a:lnTo>
                    <a:cubicBezTo>
                      <a:pt x="333625" y="563337"/>
                      <a:pt x="340341" y="557384"/>
                      <a:pt x="341171" y="549471"/>
                    </a:cubicBezTo>
                    <a:lnTo>
                      <a:pt x="353019" y="446450"/>
                    </a:lnTo>
                    <a:cubicBezTo>
                      <a:pt x="353019" y="438386"/>
                      <a:pt x="359509" y="431905"/>
                      <a:pt x="367584" y="431905"/>
                    </a:cubicBezTo>
                    <a:lnTo>
                      <a:pt x="392260" y="431905"/>
                    </a:lnTo>
                    <a:cubicBezTo>
                      <a:pt x="400863" y="431905"/>
                      <a:pt x="407881" y="424896"/>
                      <a:pt x="407881" y="416305"/>
                    </a:cubicBezTo>
                    <a:lnTo>
                      <a:pt x="407881" y="290299"/>
                    </a:lnTo>
                    <a:cubicBezTo>
                      <a:pt x="407881" y="281632"/>
                      <a:pt x="400863" y="274624"/>
                      <a:pt x="392260" y="274624"/>
                    </a:cubicBezTo>
                    <a:close/>
                    <a:moveTo>
                      <a:pt x="440145" y="258491"/>
                    </a:moveTo>
                    <a:lnTo>
                      <a:pt x="446889" y="270012"/>
                    </a:lnTo>
                    <a:lnTo>
                      <a:pt x="450053" y="287601"/>
                    </a:lnTo>
                    <a:close/>
                    <a:moveTo>
                      <a:pt x="156779" y="258472"/>
                    </a:moveTo>
                    <a:lnTo>
                      <a:pt x="146856" y="287629"/>
                    </a:lnTo>
                    <a:lnTo>
                      <a:pt x="150024" y="270012"/>
                    </a:lnTo>
                    <a:close/>
                    <a:moveTo>
                      <a:pt x="159792" y="253325"/>
                    </a:moveTo>
                    <a:lnTo>
                      <a:pt x="156779" y="258472"/>
                    </a:lnTo>
                    <a:lnTo>
                      <a:pt x="158162" y="254408"/>
                    </a:lnTo>
                    <a:close/>
                    <a:moveTo>
                      <a:pt x="437118" y="253320"/>
                    </a:moveTo>
                    <a:lnTo>
                      <a:pt x="438755" y="254408"/>
                    </a:lnTo>
                    <a:lnTo>
                      <a:pt x="440145" y="258491"/>
                    </a:lnTo>
                    <a:close/>
                    <a:moveTo>
                      <a:pt x="433368" y="250830"/>
                    </a:moveTo>
                    <a:lnTo>
                      <a:pt x="436843" y="252851"/>
                    </a:lnTo>
                    <a:lnTo>
                      <a:pt x="437118" y="253320"/>
                    </a:lnTo>
                    <a:close/>
                    <a:moveTo>
                      <a:pt x="163581" y="250809"/>
                    </a:moveTo>
                    <a:lnTo>
                      <a:pt x="159792" y="253325"/>
                    </a:lnTo>
                    <a:lnTo>
                      <a:pt x="160070" y="252851"/>
                    </a:lnTo>
                    <a:close/>
                    <a:moveTo>
                      <a:pt x="402834" y="233069"/>
                    </a:moveTo>
                    <a:lnTo>
                      <a:pt x="541476" y="233069"/>
                    </a:lnTo>
                    <a:cubicBezTo>
                      <a:pt x="547966" y="233069"/>
                      <a:pt x="553325" y="238344"/>
                      <a:pt x="553325" y="244900"/>
                    </a:cubicBezTo>
                    <a:lnTo>
                      <a:pt x="553325" y="343473"/>
                    </a:lnTo>
                    <a:cubicBezTo>
                      <a:pt x="553325" y="350029"/>
                      <a:pt x="547966" y="355304"/>
                      <a:pt x="541476" y="355304"/>
                    </a:cubicBezTo>
                    <a:lnTo>
                      <a:pt x="522155" y="355304"/>
                    </a:lnTo>
                    <a:cubicBezTo>
                      <a:pt x="515589" y="355304"/>
                      <a:pt x="510306" y="360655"/>
                      <a:pt x="510306" y="367136"/>
                    </a:cubicBezTo>
                    <a:lnTo>
                      <a:pt x="501098" y="447772"/>
                    </a:lnTo>
                    <a:cubicBezTo>
                      <a:pt x="500419" y="453726"/>
                      <a:pt x="495362" y="458247"/>
                      <a:pt x="489325" y="458247"/>
                    </a:cubicBezTo>
                    <a:lnTo>
                      <a:pt x="446683" y="458247"/>
                    </a:lnTo>
                    <a:cubicBezTo>
                      <a:pt x="442759" y="458247"/>
                      <a:pt x="439287" y="456288"/>
                      <a:pt x="437098" y="453349"/>
                    </a:cubicBezTo>
                    <a:lnTo>
                      <a:pt x="438865" y="450288"/>
                    </a:lnTo>
                    <a:lnTo>
                      <a:pt x="437765" y="453383"/>
                    </a:lnTo>
                    <a:cubicBezTo>
                      <a:pt x="439878" y="456096"/>
                      <a:pt x="443198" y="457754"/>
                      <a:pt x="446669" y="457754"/>
                    </a:cubicBezTo>
                    <a:lnTo>
                      <a:pt x="489306" y="457754"/>
                    </a:lnTo>
                    <a:cubicBezTo>
                      <a:pt x="495042" y="457754"/>
                      <a:pt x="499947" y="453459"/>
                      <a:pt x="500550" y="447731"/>
                    </a:cubicBezTo>
                    <a:lnTo>
                      <a:pt x="509757" y="367093"/>
                    </a:lnTo>
                    <a:cubicBezTo>
                      <a:pt x="509757" y="360386"/>
                      <a:pt x="515341" y="354885"/>
                      <a:pt x="522133" y="354885"/>
                    </a:cubicBezTo>
                    <a:lnTo>
                      <a:pt x="541452" y="354885"/>
                    </a:lnTo>
                    <a:cubicBezTo>
                      <a:pt x="547715" y="354885"/>
                      <a:pt x="552771" y="349760"/>
                      <a:pt x="552771" y="343505"/>
                    </a:cubicBezTo>
                    <a:lnTo>
                      <a:pt x="552771" y="244931"/>
                    </a:lnTo>
                    <a:cubicBezTo>
                      <a:pt x="552771" y="238676"/>
                      <a:pt x="547715" y="233551"/>
                      <a:pt x="541452" y="233551"/>
                    </a:cubicBezTo>
                    <a:lnTo>
                      <a:pt x="407353" y="233551"/>
                    </a:lnTo>
                    <a:lnTo>
                      <a:pt x="433368" y="250830"/>
                    </a:lnTo>
                    <a:close/>
                    <a:moveTo>
                      <a:pt x="55438" y="233069"/>
                    </a:moveTo>
                    <a:lnTo>
                      <a:pt x="194079" y="233069"/>
                    </a:lnTo>
                    <a:lnTo>
                      <a:pt x="163581" y="250809"/>
                    </a:lnTo>
                    <a:lnTo>
                      <a:pt x="189565" y="233551"/>
                    </a:lnTo>
                    <a:lnTo>
                      <a:pt x="55466" y="233551"/>
                    </a:lnTo>
                    <a:cubicBezTo>
                      <a:pt x="49202" y="233551"/>
                      <a:pt x="44146" y="238676"/>
                      <a:pt x="44146" y="244931"/>
                    </a:cubicBezTo>
                    <a:lnTo>
                      <a:pt x="44146" y="343505"/>
                    </a:lnTo>
                    <a:cubicBezTo>
                      <a:pt x="44146" y="349760"/>
                      <a:pt x="49202" y="354885"/>
                      <a:pt x="55466" y="354885"/>
                    </a:cubicBezTo>
                    <a:lnTo>
                      <a:pt x="74785" y="354885"/>
                    </a:lnTo>
                    <a:cubicBezTo>
                      <a:pt x="81576" y="354885"/>
                      <a:pt x="87161" y="360386"/>
                      <a:pt x="87161" y="367169"/>
                    </a:cubicBezTo>
                    <a:lnTo>
                      <a:pt x="96367" y="447731"/>
                    </a:lnTo>
                    <a:cubicBezTo>
                      <a:pt x="96971" y="453459"/>
                      <a:pt x="101876" y="457754"/>
                      <a:pt x="107611" y="457754"/>
                    </a:cubicBezTo>
                    <a:lnTo>
                      <a:pt x="150248" y="457754"/>
                    </a:lnTo>
                    <a:cubicBezTo>
                      <a:pt x="153720" y="457754"/>
                      <a:pt x="157040" y="456096"/>
                      <a:pt x="159153" y="453383"/>
                    </a:cubicBezTo>
                    <a:lnTo>
                      <a:pt x="157997" y="450139"/>
                    </a:lnTo>
                    <a:lnTo>
                      <a:pt x="159815" y="453274"/>
                    </a:lnTo>
                    <a:cubicBezTo>
                      <a:pt x="157626" y="456288"/>
                      <a:pt x="154155" y="458247"/>
                      <a:pt x="150230" y="458247"/>
                    </a:cubicBezTo>
                    <a:lnTo>
                      <a:pt x="107588" y="458247"/>
                    </a:lnTo>
                    <a:cubicBezTo>
                      <a:pt x="101551" y="458247"/>
                      <a:pt x="96494" y="453726"/>
                      <a:pt x="95815" y="447772"/>
                    </a:cubicBezTo>
                    <a:lnTo>
                      <a:pt x="86607" y="367136"/>
                    </a:lnTo>
                    <a:cubicBezTo>
                      <a:pt x="86607" y="360655"/>
                      <a:pt x="81324" y="355304"/>
                      <a:pt x="74758" y="355304"/>
                    </a:cubicBezTo>
                    <a:lnTo>
                      <a:pt x="55438" y="355304"/>
                    </a:lnTo>
                    <a:cubicBezTo>
                      <a:pt x="48871" y="355304"/>
                      <a:pt x="43588" y="350029"/>
                      <a:pt x="43588" y="343473"/>
                    </a:cubicBezTo>
                    <a:lnTo>
                      <a:pt x="43588" y="244900"/>
                    </a:lnTo>
                    <a:cubicBezTo>
                      <a:pt x="43588" y="238344"/>
                      <a:pt x="48871" y="233069"/>
                      <a:pt x="55438" y="233069"/>
                    </a:cubicBezTo>
                    <a:close/>
                    <a:moveTo>
                      <a:pt x="402825" y="232571"/>
                    </a:moveTo>
                    <a:lnTo>
                      <a:pt x="402750" y="233551"/>
                    </a:lnTo>
                    <a:cubicBezTo>
                      <a:pt x="430143" y="238600"/>
                      <a:pt x="449990" y="262415"/>
                      <a:pt x="449990" y="290299"/>
                    </a:cubicBezTo>
                    <a:lnTo>
                      <a:pt x="449990" y="416230"/>
                    </a:lnTo>
                    <a:cubicBezTo>
                      <a:pt x="449990" y="429644"/>
                      <a:pt x="445311" y="442682"/>
                      <a:pt x="436708" y="453007"/>
                    </a:cubicBezTo>
                    <a:lnTo>
                      <a:pt x="436482" y="453308"/>
                    </a:lnTo>
                    <a:lnTo>
                      <a:pt x="436708" y="453609"/>
                    </a:lnTo>
                    <a:cubicBezTo>
                      <a:pt x="438972" y="456850"/>
                      <a:pt x="442745" y="458734"/>
                      <a:pt x="446669" y="458734"/>
                    </a:cubicBezTo>
                    <a:lnTo>
                      <a:pt x="489306" y="458734"/>
                    </a:lnTo>
                    <a:cubicBezTo>
                      <a:pt x="495570" y="458734"/>
                      <a:pt x="500852" y="454062"/>
                      <a:pt x="501531" y="447807"/>
                    </a:cubicBezTo>
                    <a:lnTo>
                      <a:pt x="510814" y="367169"/>
                    </a:lnTo>
                    <a:cubicBezTo>
                      <a:pt x="510814" y="360914"/>
                      <a:pt x="515870" y="355864"/>
                      <a:pt x="522133" y="355864"/>
                    </a:cubicBezTo>
                    <a:lnTo>
                      <a:pt x="541452" y="355864"/>
                    </a:lnTo>
                    <a:cubicBezTo>
                      <a:pt x="548244" y="355864"/>
                      <a:pt x="553752" y="350363"/>
                      <a:pt x="553752" y="343505"/>
                    </a:cubicBezTo>
                    <a:lnTo>
                      <a:pt x="553752" y="244931"/>
                    </a:lnTo>
                    <a:cubicBezTo>
                      <a:pt x="553752" y="238073"/>
                      <a:pt x="548244" y="232571"/>
                      <a:pt x="541452" y="232571"/>
                    </a:cubicBezTo>
                    <a:close/>
                    <a:moveTo>
                      <a:pt x="55466" y="232571"/>
                    </a:moveTo>
                    <a:cubicBezTo>
                      <a:pt x="48674" y="232571"/>
                      <a:pt x="43165" y="238073"/>
                      <a:pt x="43165" y="244931"/>
                    </a:cubicBezTo>
                    <a:lnTo>
                      <a:pt x="43165" y="343505"/>
                    </a:lnTo>
                    <a:cubicBezTo>
                      <a:pt x="43165" y="350363"/>
                      <a:pt x="48674" y="355864"/>
                      <a:pt x="55466" y="355864"/>
                    </a:cubicBezTo>
                    <a:lnTo>
                      <a:pt x="74785" y="355864"/>
                    </a:lnTo>
                    <a:cubicBezTo>
                      <a:pt x="81048" y="355864"/>
                      <a:pt x="86104" y="360914"/>
                      <a:pt x="86104" y="367244"/>
                    </a:cubicBezTo>
                    <a:lnTo>
                      <a:pt x="95311" y="447807"/>
                    </a:lnTo>
                    <a:cubicBezTo>
                      <a:pt x="96065" y="454062"/>
                      <a:pt x="101348" y="458734"/>
                      <a:pt x="107611" y="458734"/>
                    </a:cubicBezTo>
                    <a:lnTo>
                      <a:pt x="150248" y="458734"/>
                    </a:lnTo>
                    <a:cubicBezTo>
                      <a:pt x="154172" y="458734"/>
                      <a:pt x="157945" y="456850"/>
                      <a:pt x="160209" y="453609"/>
                    </a:cubicBezTo>
                    <a:lnTo>
                      <a:pt x="160436" y="453308"/>
                    </a:lnTo>
                    <a:lnTo>
                      <a:pt x="160209" y="453007"/>
                    </a:lnTo>
                    <a:cubicBezTo>
                      <a:pt x="151607" y="442682"/>
                      <a:pt x="146928" y="429644"/>
                      <a:pt x="146928" y="416305"/>
                    </a:cubicBezTo>
                    <a:lnTo>
                      <a:pt x="146928" y="290299"/>
                    </a:lnTo>
                    <a:cubicBezTo>
                      <a:pt x="146928" y="262415"/>
                      <a:pt x="166775" y="238600"/>
                      <a:pt x="194168" y="233551"/>
                    </a:cubicBezTo>
                    <a:lnTo>
                      <a:pt x="194093" y="232571"/>
                    </a:lnTo>
                    <a:close/>
                    <a:moveTo>
                      <a:pt x="55466" y="190519"/>
                    </a:moveTo>
                    <a:lnTo>
                      <a:pt x="202394" y="190519"/>
                    </a:lnTo>
                    <a:cubicBezTo>
                      <a:pt x="227674" y="190519"/>
                      <a:pt x="249407" y="207702"/>
                      <a:pt x="255294" y="232194"/>
                    </a:cubicBezTo>
                    <a:lnTo>
                      <a:pt x="255369" y="232647"/>
                    </a:lnTo>
                    <a:lnTo>
                      <a:pt x="341473" y="232647"/>
                    </a:lnTo>
                    <a:lnTo>
                      <a:pt x="341624" y="232194"/>
                    </a:lnTo>
                    <a:cubicBezTo>
                      <a:pt x="347510" y="207702"/>
                      <a:pt x="369244" y="190519"/>
                      <a:pt x="394524" y="190519"/>
                    </a:cubicBezTo>
                    <a:lnTo>
                      <a:pt x="541452" y="190519"/>
                    </a:lnTo>
                    <a:cubicBezTo>
                      <a:pt x="571486" y="190519"/>
                      <a:pt x="595861" y="214936"/>
                      <a:pt x="595861" y="244931"/>
                    </a:cubicBezTo>
                    <a:lnTo>
                      <a:pt x="595861" y="343505"/>
                    </a:lnTo>
                    <a:cubicBezTo>
                      <a:pt x="595861" y="356543"/>
                      <a:pt x="591182" y="369128"/>
                      <a:pt x="582730" y="378925"/>
                    </a:cubicBezTo>
                    <a:cubicBezTo>
                      <a:pt x="574278" y="388722"/>
                      <a:pt x="562733" y="395204"/>
                      <a:pt x="550130" y="397238"/>
                    </a:cubicBezTo>
                    <a:lnTo>
                      <a:pt x="549753" y="397314"/>
                    </a:lnTo>
                    <a:lnTo>
                      <a:pt x="543414" y="452630"/>
                    </a:lnTo>
                    <a:cubicBezTo>
                      <a:pt x="540244" y="480062"/>
                      <a:pt x="517002" y="500786"/>
                      <a:pt x="489306" y="500786"/>
                    </a:cubicBezTo>
                    <a:lnTo>
                      <a:pt x="446669" y="500786"/>
                    </a:lnTo>
                    <a:cubicBezTo>
                      <a:pt x="427351" y="500786"/>
                      <a:pt x="409315" y="490462"/>
                      <a:pt x="399580" y="473731"/>
                    </a:cubicBezTo>
                    <a:lnTo>
                      <a:pt x="399429" y="473505"/>
                    </a:lnTo>
                    <a:lnTo>
                      <a:pt x="399127" y="473505"/>
                    </a:lnTo>
                    <a:cubicBezTo>
                      <a:pt x="396939" y="473731"/>
                      <a:pt x="394826" y="473882"/>
                      <a:pt x="392637" y="473882"/>
                    </a:cubicBezTo>
                    <a:lnTo>
                      <a:pt x="392260" y="473882"/>
                    </a:lnTo>
                    <a:lnTo>
                      <a:pt x="383054" y="554218"/>
                    </a:lnTo>
                    <a:cubicBezTo>
                      <a:pt x="379733" y="583384"/>
                      <a:pt x="355057" y="605390"/>
                      <a:pt x="325701" y="605390"/>
                    </a:cubicBezTo>
                    <a:lnTo>
                      <a:pt x="271216" y="605390"/>
                    </a:lnTo>
                    <a:cubicBezTo>
                      <a:pt x="241861" y="605390"/>
                      <a:pt x="217184" y="583384"/>
                      <a:pt x="213864" y="554218"/>
                    </a:cubicBezTo>
                    <a:lnTo>
                      <a:pt x="204733" y="473882"/>
                    </a:lnTo>
                    <a:lnTo>
                      <a:pt x="204280" y="473882"/>
                    </a:lnTo>
                    <a:cubicBezTo>
                      <a:pt x="202167" y="473882"/>
                      <a:pt x="199979" y="473731"/>
                      <a:pt x="197790" y="473505"/>
                    </a:cubicBezTo>
                    <a:lnTo>
                      <a:pt x="197488" y="473505"/>
                    </a:lnTo>
                    <a:lnTo>
                      <a:pt x="197338" y="473731"/>
                    </a:lnTo>
                    <a:cubicBezTo>
                      <a:pt x="187603" y="490462"/>
                      <a:pt x="169567" y="500786"/>
                      <a:pt x="150248" y="500786"/>
                    </a:cubicBezTo>
                    <a:lnTo>
                      <a:pt x="107611" y="500786"/>
                    </a:lnTo>
                    <a:cubicBezTo>
                      <a:pt x="79916" y="500786"/>
                      <a:pt x="56673" y="480062"/>
                      <a:pt x="53504" y="452630"/>
                    </a:cubicBezTo>
                    <a:lnTo>
                      <a:pt x="47165" y="397314"/>
                    </a:lnTo>
                    <a:lnTo>
                      <a:pt x="46788" y="397238"/>
                    </a:lnTo>
                    <a:cubicBezTo>
                      <a:pt x="34185" y="395204"/>
                      <a:pt x="22639" y="388722"/>
                      <a:pt x="14187" y="378925"/>
                    </a:cubicBezTo>
                    <a:cubicBezTo>
                      <a:pt x="5735" y="369128"/>
                      <a:pt x="1056" y="356543"/>
                      <a:pt x="1056" y="343505"/>
                    </a:cubicBezTo>
                    <a:lnTo>
                      <a:pt x="1056" y="244931"/>
                    </a:lnTo>
                    <a:cubicBezTo>
                      <a:pt x="1056" y="214936"/>
                      <a:pt x="25431" y="190519"/>
                      <a:pt x="55466" y="190519"/>
                    </a:cubicBezTo>
                    <a:close/>
                    <a:moveTo>
                      <a:pt x="55466" y="189539"/>
                    </a:moveTo>
                    <a:lnTo>
                      <a:pt x="202394" y="189539"/>
                    </a:lnTo>
                    <a:cubicBezTo>
                      <a:pt x="227976" y="189539"/>
                      <a:pt x="250087" y="206797"/>
                      <a:pt x="256199" y="231592"/>
                    </a:cubicBezTo>
                    <a:lnTo>
                      <a:pt x="340718" y="231592"/>
                    </a:lnTo>
                    <a:cubicBezTo>
                      <a:pt x="346831" y="206797"/>
                      <a:pt x="368942" y="189539"/>
                      <a:pt x="394524" y="189539"/>
                    </a:cubicBezTo>
                    <a:lnTo>
                      <a:pt x="541452" y="189539"/>
                    </a:lnTo>
                    <a:cubicBezTo>
                      <a:pt x="572015" y="189539"/>
                      <a:pt x="596842" y="214334"/>
                      <a:pt x="596842" y="244931"/>
                    </a:cubicBezTo>
                    <a:lnTo>
                      <a:pt x="596842" y="343505"/>
                    </a:lnTo>
                    <a:lnTo>
                      <a:pt x="595994" y="345795"/>
                    </a:lnTo>
                    <a:lnTo>
                      <a:pt x="596419" y="343473"/>
                    </a:lnTo>
                    <a:lnTo>
                      <a:pt x="596419" y="244900"/>
                    </a:lnTo>
                    <a:cubicBezTo>
                      <a:pt x="596419" y="214605"/>
                      <a:pt x="571740" y="189962"/>
                      <a:pt x="541476" y="189962"/>
                    </a:cubicBezTo>
                    <a:lnTo>
                      <a:pt x="394532" y="189962"/>
                    </a:lnTo>
                    <a:cubicBezTo>
                      <a:pt x="368645" y="189962"/>
                      <a:pt x="346909" y="207974"/>
                      <a:pt x="341098" y="232089"/>
                    </a:cubicBezTo>
                    <a:lnTo>
                      <a:pt x="255815" y="232089"/>
                    </a:lnTo>
                    <a:cubicBezTo>
                      <a:pt x="250004" y="207974"/>
                      <a:pt x="228268" y="189962"/>
                      <a:pt x="202381" y="189962"/>
                    </a:cubicBezTo>
                    <a:lnTo>
                      <a:pt x="55438" y="189962"/>
                    </a:lnTo>
                    <a:cubicBezTo>
                      <a:pt x="25173" y="189962"/>
                      <a:pt x="494" y="214605"/>
                      <a:pt x="494" y="244900"/>
                    </a:cubicBezTo>
                    <a:lnTo>
                      <a:pt x="494" y="343473"/>
                    </a:lnTo>
                    <a:lnTo>
                      <a:pt x="982" y="346145"/>
                    </a:lnTo>
                    <a:lnTo>
                      <a:pt x="0" y="343505"/>
                    </a:lnTo>
                    <a:lnTo>
                      <a:pt x="0" y="244931"/>
                    </a:lnTo>
                    <a:cubicBezTo>
                      <a:pt x="0" y="214334"/>
                      <a:pt x="24903" y="189539"/>
                      <a:pt x="55466" y="189539"/>
                    </a:cubicBezTo>
                    <a:close/>
                    <a:moveTo>
                      <a:pt x="298456" y="60673"/>
                    </a:moveTo>
                    <a:cubicBezTo>
                      <a:pt x="268722" y="60673"/>
                      <a:pt x="244497" y="84867"/>
                      <a:pt x="244497" y="114562"/>
                    </a:cubicBezTo>
                    <a:cubicBezTo>
                      <a:pt x="244497" y="144334"/>
                      <a:pt x="268722" y="168527"/>
                      <a:pt x="298456" y="168527"/>
                    </a:cubicBezTo>
                    <a:cubicBezTo>
                      <a:pt x="328266" y="168527"/>
                      <a:pt x="352415" y="144334"/>
                      <a:pt x="352415" y="114562"/>
                    </a:cubicBezTo>
                    <a:cubicBezTo>
                      <a:pt x="352415" y="84867"/>
                      <a:pt x="328266" y="60673"/>
                      <a:pt x="298456" y="60673"/>
                    </a:cubicBezTo>
                    <a:close/>
                    <a:moveTo>
                      <a:pt x="298456" y="60109"/>
                    </a:moveTo>
                    <a:cubicBezTo>
                      <a:pt x="328572" y="60109"/>
                      <a:pt x="352951" y="84453"/>
                      <a:pt x="352951" y="114524"/>
                    </a:cubicBezTo>
                    <a:cubicBezTo>
                      <a:pt x="352951" y="144596"/>
                      <a:pt x="328572" y="168939"/>
                      <a:pt x="298456" y="168939"/>
                    </a:cubicBezTo>
                    <a:cubicBezTo>
                      <a:pt x="268340" y="168939"/>
                      <a:pt x="243961" y="144596"/>
                      <a:pt x="243961" y="114524"/>
                    </a:cubicBezTo>
                    <a:cubicBezTo>
                      <a:pt x="243961" y="84453"/>
                      <a:pt x="268340" y="60109"/>
                      <a:pt x="298456" y="60109"/>
                    </a:cubicBezTo>
                    <a:close/>
                    <a:moveTo>
                      <a:pt x="298456" y="59693"/>
                    </a:moveTo>
                    <a:cubicBezTo>
                      <a:pt x="268118" y="59693"/>
                      <a:pt x="243440" y="84264"/>
                      <a:pt x="243440" y="114562"/>
                    </a:cubicBezTo>
                    <a:cubicBezTo>
                      <a:pt x="243440" y="144861"/>
                      <a:pt x="268118" y="169507"/>
                      <a:pt x="298456" y="169507"/>
                    </a:cubicBezTo>
                    <a:cubicBezTo>
                      <a:pt x="328794" y="169507"/>
                      <a:pt x="353472" y="144861"/>
                      <a:pt x="353472" y="114562"/>
                    </a:cubicBezTo>
                    <a:cubicBezTo>
                      <a:pt x="353472" y="84264"/>
                      <a:pt x="328794" y="59693"/>
                      <a:pt x="298456" y="59693"/>
                    </a:cubicBezTo>
                    <a:close/>
                    <a:moveTo>
                      <a:pt x="468032" y="44092"/>
                    </a:moveTo>
                    <a:cubicBezTo>
                      <a:pt x="444712" y="44092"/>
                      <a:pt x="425845" y="62934"/>
                      <a:pt x="425845" y="86148"/>
                    </a:cubicBezTo>
                    <a:cubicBezTo>
                      <a:pt x="425845" y="109362"/>
                      <a:pt x="444788" y="128280"/>
                      <a:pt x="468032" y="128280"/>
                    </a:cubicBezTo>
                    <a:cubicBezTo>
                      <a:pt x="491276" y="128280"/>
                      <a:pt x="510143" y="109362"/>
                      <a:pt x="510143" y="86148"/>
                    </a:cubicBezTo>
                    <a:cubicBezTo>
                      <a:pt x="510143" y="62934"/>
                      <a:pt x="491276" y="44092"/>
                      <a:pt x="468032" y="44092"/>
                    </a:cubicBezTo>
                    <a:close/>
                    <a:moveTo>
                      <a:pt x="128880" y="44092"/>
                    </a:moveTo>
                    <a:cubicBezTo>
                      <a:pt x="105636" y="44092"/>
                      <a:pt x="86770" y="62934"/>
                      <a:pt x="86770" y="86148"/>
                    </a:cubicBezTo>
                    <a:cubicBezTo>
                      <a:pt x="86770" y="109362"/>
                      <a:pt x="105636" y="128280"/>
                      <a:pt x="128880" y="128280"/>
                    </a:cubicBezTo>
                    <a:cubicBezTo>
                      <a:pt x="152124" y="128280"/>
                      <a:pt x="171067" y="109362"/>
                      <a:pt x="171067" y="86148"/>
                    </a:cubicBezTo>
                    <a:cubicBezTo>
                      <a:pt x="171067" y="62934"/>
                      <a:pt x="152124" y="44092"/>
                      <a:pt x="128880" y="44092"/>
                    </a:cubicBezTo>
                    <a:close/>
                    <a:moveTo>
                      <a:pt x="468054" y="43529"/>
                    </a:moveTo>
                    <a:cubicBezTo>
                      <a:pt x="491603" y="43529"/>
                      <a:pt x="510699" y="62597"/>
                      <a:pt x="510699" y="86111"/>
                    </a:cubicBezTo>
                    <a:cubicBezTo>
                      <a:pt x="510699" y="109626"/>
                      <a:pt x="491603" y="128693"/>
                      <a:pt x="468054" y="128693"/>
                    </a:cubicBezTo>
                    <a:cubicBezTo>
                      <a:pt x="444430" y="128693"/>
                      <a:pt x="425334" y="109626"/>
                      <a:pt x="425334" y="86111"/>
                    </a:cubicBezTo>
                    <a:cubicBezTo>
                      <a:pt x="425334" y="62597"/>
                      <a:pt x="444430" y="43529"/>
                      <a:pt x="468054" y="43529"/>
                    </a:cubicBezTo>
                    <a:close/>
                    <a:moveTo>
                      <a:pt x="128858" y="43529"/>
                    </a:moveTo>
                    <a:cubicBezTo>
                      <a:pt x="152482" y="43529"/>
                      <a:pt x="171578" y="62597"/>
                      <a:pt x="171578" y="86111"/>
                    </a:cubicBezTo>
                    <a:cubicBezTo>
                      <a:pt x="171578" y="109626"/>
                      <a:pt x="152482" y="128693"/>
                      <a:pt x="128858" y="128693"/>
                    </a:cubicBezTo>
                    <a:cubicBezTo>
                      <a:pt x="105309" y="128693"/>
                      <a:pt x="86213" y="109626"/>
                      <a:pt x="86213" y="86111"/>
                    </a:cubicBezTo>
                    <a:cubicBezTo>
                      <a:pt x="86213" y="62597"/>
                      <a:pt x="105309" y="43529"/>
                      <a:pt x="128858" y="43529"/>
                    </a:cubicBezTo>
                    <a:close/>
                    <a:moveTo>
                      <a:pt x="468032" y="43036"/>
                    </a:moveTo>
                    <a:cubicBezTo>
                      <a:pt x="444184" y="43036"/>
                      <a:pt x="424864" y="62406"/>
                      <a:pt x="424864" y="86148"/>
                    </a:cubicBezTo>
                    <a:cubicBezTo>
                      <a:pt x="424864" y="109965"/>
                      <a:pt x="444184" y="129260"/>
                      <a:pt x="468032" y="129260"/>
                    </a:cubicBezTo>
                    <a:cubicBezTo>
                      <a:pt x="491804" y="129260"/>
                      <a:pt x="511199" y="109965"/>
                      <a:pt x="511199" y="86148"/>
                    </a:cubicBezTo>
                    <a:cubicBezTo>
                      <a:pt x="511199" y="62406"/>
                      <a:pt x="491804" y="43036"/>
                      <a:pt x="468032" y="43036"/>
                    </a:cubicBezTo>
                    <a:close/>
                    <a:moveTo>
                      <a:pt x="128880" y="43036"/>
                    </a:moveTo>
                    <a:cubicBezTo>
                      <a:pt x="105108" y="43036"/>
                      <a:pt x="85713" y="62406"/>
                      <a:pt x="85713" y="86148"/>
                    </a:cubicBezTo>
                    <a:cubicBezTo>
                      <a:pt x="85713" y="109965"/>
                      <a:pt x="105108" y="129260"/>
                      <a:pt x="128880" y="129260"/>
                    </a:cubicBezTo>
                    <a:cubicBezTo>
                      <a:pt x="152728" y="129260"/>
                      <a:pt x="172048" y="109965"/>
                      <a:pt x="172048" y="86148"/>
                    </a:cubicBezTo>
                    <a:cubicBezTo>
                      <a:pt x="172048" y="62406"/>
                      <a:pt x="152728" y="43036"/>
                      <a:pt x="128880" y="43036"/>
                    </a:cubicBezTo>
                    <a:close/>
                    <a:moveTo>
                      <a:pt x="128880" y="980"/>
                    </a:moveTo>
                    <a:cubicBezTo>
                      <a:pt x="140427" y="980"/>
                      <a:pt x="151596" y="3241"/>
                      <a:pt x="162086" y="7688"/>
                    </a:cubicBezTo>
                    <a:cubicBezTo>
                      <a:pt x="172274" y="11984"/>
                      <a:pt x="181406" y="18164"/>
                      <a:pt x="189179" y="25927"/>
                    </a:cubicBezTo>
                    <a:cubicBezTo>
                      <a:pt x="197028" y="33766"/>
                      <a:pt x="203141" y="42886"/>
                      <a:pt x="207442" y="52985"/>
                    </a:cubicBezTo>
                    <a:cubicBezTo>
                      <a:pt x="209480" y="57884"/>
                      <a:pt x="211140" y="62934"/>
                      <a:pt x="212272" y="68059"/>
                    </a:cubicBezTo>
                    <a:lnTo>
                      <a:pt x="212499" y="69416"/>
                    </a:lnTo>
                    <a:lnTo>
                      <a:pt x="213178" y="68210"/>
                    </a:lnTo>
                    <a:cubicBezTo>
                      <a:pt x="217630" y="60070"/>
                      <a:pt x="223215" y="52608"/>
                      <a:pt x="229781" y="45976"/>
                    </a:cubicBezTo>
                    <a:cubicBezTo>
                      <a:pt x="238686" y="37082"/>
                      <a:pt x="249100" y="30148"/>
                      <a:pt x="260647" y="25249"/>
                    </a:cubicBezTo>
                    <a:cubicBezTo>
                      <a:pt x="272646" y="20199"/>
                      <a:pt x="285400" y="17637"/>
                      <a:pt x="298456" y="17637"/>
                    </a:cubicBezTo>
                    <a:cubicBezTo>
                      <a:pt x="311512" y="17637"/>
                      <a:pt x="324266" y="20199"/>
                      <a:pt x="336265" y="25249"/>
                    </a:cubicBezTo>
                    <a:cubicBezTo>
                      <a:pt x="347812" y="30148"/>
                      <a:pt x="358226" y="37158"/>
                      <a:pt x="367132" y="45976"/>
                    </a:cubicBezTo>
                    <a:cubicBezTo>
                      <a:pt x="373697" y="52608"/>
                      <a:pt x="379282" y="60070"/>
                      <a:pt x="383734" y="68210"/>
                    </a:cubicBezTo>
                    <a:lnTo>
                      <a:pt x="384414" y="69341"/>
                    </a:lnTo>
                    <a:lnTo>
                      <a:pt x="384640" y="68059"/>
                    </a:lnTo>
                    <a:cubicBezTo>
                      <a:pt x="385772" y="62934"/>
                      <a:pt x="387432" y="57809"/>
                      <a:pt x="389470" y="52985"/>
                    </a:cubicBezTo>
                    <a:cubicBezTo>
                      <a:pt x="393772" y="42886"/>
                      <a:pt x="399884" y="33766"/>
                      <a:pt x="407733" y="25927"/>
                    </a:cubicBezTo>
                    <a:cubicBezTo>
                      <a:pt x="415506" y="18164"/>
                      <a:pt x="424638" y="11984"/>
                      <a:pt x="434826" y="7688"/>
                    </a:cubicBezTo>
                    <a:cubicBezTo>
                      <a:pt x="445316" y="3241"/>
                      <a:pt x="456485" y="980"/>
                      <a:pt x="468032" y="980"/>
                    </a:cubicBezTo>
                    <a:cubicBezTo>
                      <a:pt x="479503" y="980"/>
                      <a:pt x="490672" y="3241"/>
                      <a:pt x="501237" y="7688"/>
                    </a:cubicBezTo>
                    <a:cubicBezTo>
                      <a:pt x="511350" y="11984"/>
                      <a:pt x="520482" y="18164"/>
                      <a:pt x="528255" y="25927"/>
                    </a:cubicBezTo>
                    <a:cubicBezTo>
                      <a:pt x="536103" y="33766"/>
                      <a:pt x="542216" y="42886"/>
                      <a:pt x="546518" y="52985"/>
                    </a:cubicBezTo>
                    <a:cubicBezTo>
                      <a:pt x="550971" y="63537"/>
                      <a:pt x="553235" y="74692"/>
                      <a:pt x="553235" y="86148"/>
                    </a:cubicBezTo>
                    <a:cubicBezTo>
                      <a:pt x="553235" y="97604"/>
                      <a:pt x="550971" y="108759"/>
                      <a:pt x="546518" y="119311"/>
                    </a:cubicBezTo>
                    <a:cubicBezTo>
                      <a:pt x="542216" y="129486"/>
                      <a:pt x="536103" y="138605"/>
                      <a:pt x="528255" y="146369"/>
                    </a:cubicBezTo>
                    <a:cubicBezTo>
                      <a:pt x="520482" y="154207"/>
                      <a:pt x="511350" y="160312"/>
                      <a:pt x="501162" y="164608"/>
                    </a:cubicBezTo>
                    <a:cubicBezTo>
                      <a:pt x="490672" y="169055"/>
                      <a:pt x="479503" y="171316"/>
                      <a:pt x="468032" y="171316"/>
                    </a:cubicBezTo>
                    <a:cubicBezTo>
                      <a:pt x="456485" y="171316"/>
                      <a:pt x="445316" y="169055"/>
                      <a:pt x="434826" y="164608"/>
                    </a:cubicBezTo>
                    <a:cubicBezTo>
                      <a:pt x="424638" y="160312"/>
                      <a:pt x="415506" y="154207"/>
                      <a:pt x="407733" y="146369"/>
                    </a:cubicBezTo>
                    <a:cubicBezTo>
                      <a:pt x="402903" y="141545"/>
                      <a:pt x="398677" y="136194"/>
                      <a:pt x="395130" y="130465"/>
                    </a:cubicBezTo>
                    <a:lnTo>
                      <a:pt x="394451" y="129260"/>
                    </a:lnTo>
                    <a:lnTo>
                      <a:pt x="394224" y="130616"/>
                    </a:lnTo>
                    <a:cubicBezTo>
                      <a:pt x="393017" y="138078"/>
                      <a:pt x="390828" y="145389"/>
                      <a:pt x="387885" y="152323"/>
                    </a:cubicBezTo>
                    <a:cubicBezTo>
                      <a:pt x="382980" y="163930"/>
                      <a:pt x="376037" y="174255"/>
                      <a:pt x="367132" y="183149"/>
                    </a:cubicBezTo>
                    <a:cubicBezTo>
                      <a:pt x="358226" y="192043"/>
                      <a:pt x="347812" y="199052"/>
                      <a:pt x="336265" y="203951"/>
                    </a:cubicBezTo>
                    <a:cubicBezTo>
                      <a:pt x="324266" y="209001"/>
                      <a:pt x="311512" y="211563"/>
                      <a:pt x="298456" y="211563"/>
                    </a:cubicBezTo>
                    <a:cubicBezTo>
                      <a:pt x="285400" y="211563"/>
                      <a:pt x="272646" y="209001"/>
                      <a:pt x="260647" y="203951"/>
                    </a:cubicBezTo>
                    <a:cubicBezTo>
                      <a:pt x="249100" y="199052"/>
                      <a:pt x="238686" y="192043"/>
                      <a:pt x="229781" y="183149"/>
                    </a:cubicBezTo>
                    <a:cubicBezTo>
                      <a:pt x="220875" y="174255"/>
                      <a:pt x="213932" y="163930"/>
                      <a:pt x="209027" y="152323"/>
                    </a:cubicBezTo>
                    <a:cubicBezTo>
                      <a:pt x="206084" y="145389"/>
                      <a:pt x="203895" y="138078"/>
                      <a:pt x="202688" y="130616"/>
                    </a:cubicBezTo>
                    <a:lnTo>
                      <a:pt x="202461" y="129260"/>
                    </a:lnTo>
                    <a:lnTo>
                      <a:pt x="201782" y="130465"/>
                    </a:lnTo>
                    <a:cubicBezTo>
                      <a:pt x="198235" y="136194"/>
                      <a:pt x="194009" y="141545"/>
                      <a:pt x="189179" y="146369"/>
                    </a:cubicBezTo>
                    <a:cubicBezTo>
                      <a:pt x="181406" y="154207"/>
                      <a:pt x="172274" y="160312"/>
                      <a:pt x="162086" y="164608"/>
                    </a:cubicBezTo>
                    <a:cubicBezTo>
                      <a:pt x="151596" y="169055"/>
                      <a:pt x="140427" y="171316"/>
                      <a:pt x="128880" y="171316"/>
                    </a:cubicBezTo>
                    <a:cubicBezTo>
                      <a:pt x="117409" y="171316"/>
                      <a:pt x="106240" y="169055"/>
                      <a:pt x="95675" y="164608"/>
                    </a:cubicBezTo>
                    <a:cubicBezTo>
                      <a:pt x="85562" y="160312"/>
                      <a:pt x="76431" y="154207"/>
                      <a:pt x="68582" y="146369"/>
                    </a:cubicBezTo>
                    <a:cubicBezTo>
                      <a:pt x="60809" y="138605"/>
                      <a:pt x="54620" y="129486"/>
                      <a:pt x="50394" y="119311"/>
                    </a:cubicBezTo>
                    <a:cubicBezTo>
                      <a:pt x="45866" y="108759"/>
                      <a:pt x="43678" y="97604"/>
                      <a:pt x="43678" y="86148"/>
                    </a:cubicBezTo>
                    <a:cubicBezTo>
                      <a:pt x="43678" y="74692"/>
                      <a:pt x="45866" y="63537"/>
                      <a:pt x="50394" y="52985"/>
                    </a:cubicBezTo>
                    <a:cubicBezTo>
                      <a:pt x="54620" y="42886"/>
                      <a:pt x="60809" y="33766"/>
                      <a:pt x="68582" y="25927"/>
                    </a:cubicBezTo>
                    <a:cubicBezTo>
                      <a:pt x="76431" y="18164"/>
                      <a:pt x="85562" y="11984"/>
                      <a:pt x="95675" y="7688"/>
                    </a:cubicBezTo>
                    <a:cubicBezTo>
                      <a:pt x="106240" y="3241"/>
                      <a:pt x="117409" y="980"/>
                      <a:pt x="128880" y="980"/>
                    </a:cubicBezTo>
                    <a:close/>
                    <a:moveTo>
                      <a:pt x="128858" y="494"/>
                    </a:moveTo>
                    <a:cubicBezTo>
                      <a:pt x="117310" y="494"/>
                      <a:pt x="106063" y="2755"/>
                      <a:pt x="95497" y="7202"/>
                    </a:cubicBezTo>
                    <a:cubicBezTo>
                      <a:pt x="85232" y="11498"/>
                      <a:pt x="76099" y="17678"/>
                      <a:pt x="68249" y="25591"/>
                    </a:cubicBezTo>
                    <a:cubicBezTo>
                      <a:pt x="60399" y="33430"/>
                      <a:pt x="54210" y="42549"/>
                      <a:pt x="49833" y="52799"/>
                    </a:cubicBezTo>
                    <a:cubicBezTo>
                      <a:pt x="45379" y="63350"/>
                      <a:pt x="43115" y="74580"/>
                      <a:pt x="43115" y="86111"/>
                    </a:cubicBezTo>
                    <a:cubicBezTo>
                      <a:pt x="43115" y="97642"/>
                      <a:pt x="45379" y="108872"/>
                      <a:pt x="49833" y="119499"/>
                    </a:cubicBezTo>
                    <a:cubicBezTo>
                      <a:pt x="54210" y="129673"/>
                      <a:pt x="60399" y="138868"/>
                      <a:pt x="68249" y="146706"/>
                    </a:cubicBezTo>
                    <a:cubicBezTo>
                      <a:pt x="76099" y="154544"/>
                      <a:pt x="85232" y="160724"/>
                      <a:pt x="95497" y="165020"/>
                    </a:cubicBezTo>
                    <a:cubicBezTo>
                      <a:pt x="106063" y="169542"/>
                      <a:pt x="117310" y="171803"/>
                      <a:pt x="128858" y="171803"/>
                    </a:cubicBezTo>
                    <a:cubicBezTo>
                      <a:pt x="140481" y="171803"/>
                      <a:pt x="151652" y="169542"/>
                      <a:pt x="162294" y="165020"/>
                    </a:cubicBezTo>
                    <a:cubicBezTo>
                      <a:pt x="172484" y="160724"/>
                      <a:pt x="181692" y="154544"/>
                      <a:pt x="189542" y="146706"/>
                    </a:cubicBezTo>
                    <a:cubicBezTo>
                      <a:pt x="194448" y="141807"/>
                      <a:pt x="198675" y="136456"/>
                      <a:pt x="202147" y="130653"/>
                    </a:cubicBezTo>
                    <a:cubicBezTo>
                      <a:pt x="203430" y="138114"/>
                      <a:pt x="205543" y="145425"/>
                      <a:pt x="208562" y="152509"/>
                    </a:cubicBezTo>
                    <a:cubicBezTo>
                      <a:pt x="213468" y="164116"/>
                      <a:pt x="220488" y="174517"/>
                      <a:pt x="229469" y="183485"/>
                    </a:cubicBezTo>
                    <a:cubicBezTo>
                      <a:pt x="238376" y="192378"/>
                      <a:pt x="248792" y="199463"/>
                      <a:pt x="260415" y="204362"/>
                    </a:cubicBezTo>
                    <a:cubicBezTo>
                      <a:pt x="272492" y="209411"/>
                      <a:pt x="285323" y="212049"/>
                      <a:pt x="298456" y="212049"/>
                    </a:cubicBezTo>
                    <a:cubicBezTo>
                      <a:pt x="311589" y="212049"/>
                      <a:pt x="324420" y="209411"/>
                      <a:pt x="336497" y="204362"/>
                    </a:cubicBezTo>
                    <a:cubicBezTo>
                      <a:pt x="348120" y="199463"/>
                      <a:pt x="358536" y="192378"/>
                      <a:pt x="367518" y="183485"/>
                    </a:cubicBezTo>
                    <a:cubicBezTo>
                      <a:pt x="376425" y="174517"/>
                      <a:pt x="383444" y="164116"/>
                      <a:pt x="388350" y="152509"/>
                    </a:cubicBezTo>
                    <a:cubicBezTo>
                      <a:pt x="391369" y="145425"/>
                      <a:pt x="393482" y="138114"/>
                      <a:pt x="394766" y="130653"/>
                    </a:cubicBezTo>
                    <a:cubicBezTo>
                      <a:pt x="398313" y="136456"/>
                      <a:pt x="402464" y="141807"/>
                      <a:pt x="407370" y="146706"/>
                    </a:cubicBezTo>
                    <a:cubicBezTo>
                      <a:pt x="415220" y="154544"/>
                      <a:pt x="424428" y="160724"/>
                      <a:pt x="434618" y="165020"/>
                    </a:cubicBezTo>
                    <a:cubicBezTo>
                      <a:pt x="445185" y="169542"/>
                      <a:pt x="456431" y="171803"/>
                      <a:pt x="468054" y="171803"/>
                    </a:cubicBezTo>
                    <a:cubicBezTo>
                      <a:pt x="479603" y="171803"/>
                      <a:pt x="490849" y="169542"/>
                      <a:pt x="501416" y="165020"/>
                    </a:cubicBezTo>
                    <a:cubicBezTo>
                      <a:pt x="511605" y="160724"/>
                      <a:pt x="520813" y="154544"/>
                      <a:pt x="528663" y="146706"/>
                    </a:cubicBezTo>
                    <a:cubicBezTo>
                      <a:pt x="536513" y="138868"/>
                      <a:pt x="542702" y="129673"/>
                      <a:pt x="547004" y="119499"/>
                    </a:cubicBezTo>
                    <a:cubicBezTo>
                      <a:pt x="551533" y="108872"/>
                      <a:pt x="553797" y="97642"/>
                      <a:pt x="553797" y="86111"/>
                    </a:cubicBezTo>
                    <a:cubicBezTo>
                      <a:pt x="553797" y="74580"/>
                      <a:pt x="551533" y="63350"/>
                      <a:pt x="547004" y="52799"/>
                    </a:cubicBezTo>
                    <a:cubicBezTo>
                      <a:pt x="542702" y="42549"/>
                      <a:pt x="536513" y="33430"/>
                      <a:pt x="528663" y="25591"/>
                    </a:cubicBezTo>
                    <a:cubicBezTo>
                      <a:pt x="520813" y="17678"/>
                      <a:pt x="511605" y="11498"/>
                      <a:pt x="501416" y="7202"/>
                    </a:cubicBezTo>
                    <a:cubicBezTo>
                      <a:pt x="490849" y="2755"/>
                      <a:pt x="479603" y="494"/>
                      <a:pt x="468054" y="494"/>
                    </a:cubicBezTo>
                    <a:cubicBezTo>
                      <a:pt x="456431" y="494"/>
                      <a:pt x="445185" y="2755"/>
                      <a:pt x="434618" y="7202"/>
                    </a:cubicBezTo>
                    <a:cubicBezTo>
                      <a:pt x="424428" y="11498"/>
                      <a:pt x="415220" y="17678"/>
                      <a:pt x="407370" y="25591"/>
                    </a:cubicBezTo>
                    <a:cubicBezTo>
                      <a:pt x="399521" y="33430"/>
                      <a:pt x="393332" y="42549"/>
                      <a:pt x="389029" y="52799"/>
                    </a:cubicBezTo>
                    <a:cubicBezTo>
                      <a:pt x="386916" y="57698"/>
                      <a:pt x="385331" y="62747"/>
                      <a:pt x="384199" y="67872"/>
                    </a:cubicBezTo>
                    <a:cubicBezTo>
                      <a:pt x="379746" y="59733"/>
                      <a:pt x="374160" y="52271"/>
                      <a:pt x="367518" y="45639"/>
                    </a:cubicBezTo>
                    <a:cubicBezTo>
                      <a:pt x="358536" y="36670"/>
                      <a:pt x="348120" y="29661"/>
                      <a:pt x="336497" y="24762"/>
                    </a:cubicBezTo>
                    <a:cubicBezTo>
                      <a:pt x="324420" y="19637"/>
                      <a:pt x="311589" y="17075"/>
                      <a:pt x="298456" y="17075"/>
                    </a:cubicBezTo>
                    <a:cubicBezTo>
                      <a:pt x="285323" y="17075"/>
                      <a:pt x="272492" y="19637"/>
                      <a:pt x="260415" y="24762"/>
                    </a:cubicBezTo>
                    <a:cubicBezTo>
                      <a:pt x="248792" y="29661"/>
                      <a:pt x="238376" y="36670"/>
                      <a:pt x="229469" y="45639"/>
                    </a:cubicBezTo>
                    <a:cubicBezTo>
                      <a:pt x="222752" y="52271"/>
                      <a:pt x="217167" y="59733"/>
                      <a:pt x="212713" y="67948"/>
                    </a:cubicBezTo>
                    <a:cubicBezTo>
                      <a:pt x="211581" y="62747"/>
                      <a:pt x="209996" y="57698"/>
                      <a:pt x="207883" y="52799"/>
                    </a:cubicBezTo>
                    <a:cubicBezTo>
                      <a:pt x="203581" y="42549"/>
                      <a:pt x="197391" y="33430"/>
                      <a:pt x="189542" y="25591"/>
                    </a:cubicBezTo>
                    <a:cubicBezTo>
                      <a:pt x="181692" y="17678"/>
                      <a:pt x="172484" y="11498"/>
                      <a:pt x="162294" y="7202"/>
                    </a:cubicBezTo>
                    <a:cubicBezTo>
                      <a:pt x="151652" y="2755"/>
                      <a:pt x="140481" y="494"/>
                      <a:pt x="128858" y="494"/>
                    </a:cubicBezTo>
                    <a:close/>
                    <a:moveTo>
                      <a:pt x="128880" y="0"/>
                    </a:moveTo>
                    <a:cubicBezTo>
                      <a:pt x="140502" y="0"/>
                      <a:pt x="151823" y="2261"/>
                      <a:pt x="162539" y="6784"/>
                    </a:cubicBezTo>
                    <a:cubicBezTo>
                      <a:pt x="172803" y="11155"/>
                      <a:pt x="182010" y="17335"/>
                      <a:pt x="189934" y="25249"/>
                    </a:cubicBezTo>
                    <a:cubicBezTo>
                      <a:pt x="197782" y="33163"/>
                      <a:pt x="204046" y="42358"/>
                      <a:pt x="208348" y="52608"/>
                    </a:cubicBezTo>
                    <a:cubicBezTo>
                      <a:pt x="210310" y="57131"/>
                      <a:pt x="211819" y="61804"/>
                      <a:pt x="212951" y="66552"/>
                    </a:cubicBezTo>
                    <a:cubicBezTo>
                      <a:pt x="217328" y="58789"/>
                      <a:pt x="222762" y="51629"/>
                      <a:pt x="229101" y="45298"/>
                    </a:cubicBezTo>
                    <a:cubicBezTo>
                      <a:pt x="238082" y="36329"/>
                      <a:pt x="248572" y="29244"/>
                      <a:pt x="260269" y="24345"/>
                    </a:cubicBezTo>
                    <a:cubicBezTo>
                      <a:pt x="272344" y="19220"/>
                      <a:pt x="285249" y="16582"/>
                      <a:pt x="298456" y="16582"/>
                    </a:cubicBezTo>
                    <a:cubicBezTo>
                      <a:pt x="311663" y="16582"/>
                      <a:pt x="324568" y="19220"/>
                      <a:pt x="336643" y="24345"/>
                    </a:cubicBezTo>
                    <a:cubicBezTo>
                      <a:pt x="348340" y="29244"/>
                      <a:pt x="358830" y="36329"/>
                      <a:pt x="367811" y="45298"/>
                    </a:cubicBezTo>
                    <a:cubicBezTo>
                      <a:pt x="374150" y="51629"/>
                      <a:pt x="379584" y="58789"/>
                      <a:pt x="383961" y="66552"/>
                    </a:cubicBezTo>
                    <a:cubicBezTo>
                      <a:pt x="385093" y="61804"/>
                      <a:pt x="386602" y="57131"/>
                      <a:pt x="388489" y="52608"/>
                    </a:cubicBezTo>
                    <a:cubicBezTo>
                      <a:pt x="392866" y="42358"/>
                      <a:pt x="399054" y="33163"/>
                      <a:pt x="406978" y="25249"/>
                    </a:cubicBezTo>
                    <a:cubicBezTo>
                      <a:pt x="414903" y="17335"/>
                      <a:pt x="424110" y="11155"/>
                      <a:pt x="434373" y="6784"/>
                    </a:cubicBezTo>
                    <a:cubicBezTo>
                      <a:pt x="445090" y="2261"/>
                      <a:pt x="456334" y="0"/>
                      <a:pt x="468032" y="0"/>
                    </a:cubicBezTo>
                    <a:cubicBezTo>
                      <a:pt x="479654" y="0"/>
                      <a:pt x="490898" y="2261"/>
                      <a:pt x="501615" y="6784"/>
                    </a:cubicBezTo>
                    <a:cubicBezTo>
                      <a:pt x="511878" y="11155"/>
                      <a:pt x="521085" y="17335"/>
                      <a:pt x="529009" y="25249"/>
                    </a:cubicBezTo>
                    <a:cubicBezTo>
                      <a:pt x="536934" y="33163"/>
                      <a:pt x="543122" y="42358"/>
                      <a:pt x="547499" y="52608"/>
                    </a:cubicBezTo>
                    <a:cubicBezTo>
                      <a:pt x="551952" y="63236"/>
                      <a:pt x="554291" y="74541"/>
                      <a:pt x="554291" y="86148"/>
                    </a:cubicBezTo>
                    <a:cubicBezTo>
                      <a:pt x="554291" y="97755"/>
                      <a:pt x="551952" y="109060"/>
                      <a:pt x="547499" y="119688"/>
                    </a:cubicBezTo>
                    <a:cubicBezTo>
                      <a:pt x="543122" y="130013"/>
                      <a:pt x="536934" y="139208"/>
                      <a:pt x="529009" y="147122"/>
                    </a:cubicBezTo>
                    <a:cubicBezTo>
                      <a:pt x="521085" y="154961"/>
                      <a:pt x="511878" y="161216"/>
                      <a:pt x="501615" y="165512"/>
                    </a:cubicBezTo>
                    <a:cubicBezTo>
                      <a:pt x="490898" y="170035"/>
                      <a:pt x="479654" y="172296"/>
                      <a:pt x="468032" y="172296"/>
                    </a:cubicBezTo>
                    <a:cubicBezTo>
                      <a:pt x="456334" y="172296"/>
                      <a:pt x="445090" y="170035"/>
                      <a:pt x="434373" y="165512"/>
                    </a:cubicBezTo>
                    <a:cubicBezTo>
                      <a:pt x="424110" y="161216"/>
                      <a:pt x="414903" y="154961"/>
                      <a:pt x="406978" y="147122"/>
                    </a:cubicBezTo>
                    <a:cubicBezTo>
                      <a:pt x="402450" y="142525"/>
                      <a:pt x="398375" y="137475"/>
                      <a:pt x="394979" y="132124"/>
                    </a:cubicBezTo>
                    <a:cubicBezTo>
                      <a:pt x="393696" y="139133"/>
                      <a:pt x="391659" y="146142"/>
                      <a:pt x="388866" y="152775"/>
                    </a:cubicBezTo>
                    <a:cubicBezTo>
                      <a:pt x="383885" y="164382"/>
                      <a:pt x="376791" y="174858"/>
                      <a:pt x="367811" y="183903"/>
                    </a:cubicBezTo>
                    <a:cubicBezTo>
                      <a:pt x="358830" y="192872"/>
                      <a:pt x="348340" y="199881"/>
                      <a:pt x="336643" y="204856"/>
                    </a:cubicBezTo>
                    <a:cubicBezTo>
                      <a:pt x="324568" y="209981"/>
                      <a:pt x="311663" y="212543"/>
                      <a:pt x="298456" y="212543"/>
                    </a:cubicBezTo>
                    <a:cubicBezTo>
                      <a:pt x="285249" y="212543"/>
                      <a:pt x="272344" y="209981"/>
                      <a:pt x="260269" y="204856"/>
                    </a:cubicBezTo>
                    <a:cubicBezTo>
                      <a:pt x="248572" y="199881"/>
                      <a:pt x="238082" y="192872"/>
                      <a:pt x="229101" y="183903"/>
                    </a:cubicBezTo>
                    <a:cubicBezTo>
                      <a:pt x="220121" y="174858"/>
                      <a:pt x="213027" y="164382"/>
                      <a:pt x="208046" y="152775"/>
                    </a:cubicBezTo>
                    <a:cubicBezTo>
                      <a:pt x="205254" y="146067"/>
                      <a:pt x="203216" y="139133"/>
                      <a:pt x="201933" y="132048"/>
                    </a:cubicBezTo>
                    <a:cubicBezTo>
                      <a:pt x="198537" y="137475"/>
                      <a:pt x="194462" y="142525"/>
                      <a:pt x="189934" y="147122"/>
                    </a:cubicBezTo>
                    <a:cubicBezTo>
                      <a:pt x="182010" y="154961"/>
                      <a:pt x="172803" y="161216"/>
                      <a:pt x="162539" y="165512"/>
                    </a:cubicBezTo>
                    <a:cubicBezTo>
                      <a:pt x="151823" y="170035"/>
                      <a:pt x="140502" y="172296"/>
                      <a:pt x="128880" y="172296"/>
                    </a:cubicBezTo>
                    <a:cubicBezTo>
                      <a:pt x="117258" y="172296"/>
                      <a:pt x="106014" y="170035"/>
                      <a:pt x="95297" y="165512"/>
                    </a:cubicBezTo>
                    <a:cubicBezTo>
                      <a:pt x="85034" y="161216"/>
                      <a:pt x="75827" y="154961"/>
                      <a:pt x="67903" y="147122"/>
                    </a:cubicBezTo>
                    <a:cubicBezTo>
                      <a:pt x="59979" y="139208"/>
                      <a:pt x="53790" y="130013"/>
                      <a:pt x="49413" y="119688"/>
                    </a:cubicBezTo>
                    <a:cubicBezTo>
                      <a:pt x="44885" y="109060"/>
                      <a:pt x="42621" y="97755"/>
                      <a:pt x="42621" y="86148"/>
                    </a:cubicBezTo>
                    <a:cubicBezTo>
                      <a:pt x="42621" y="74541"/>
                      <a:pt x="44885" y="63236"/>
                      <a:pt x="49413" y="52608"/>
                    </a:cubicBezTo>
                    <a:cubicBezTo>
                      <a:pt x="53790" y="42358"/>
                      <a:pt x="59979" y="33163"/>
                      <a:pt x="67903" y="25249"/>
                    </a:cubicBezTo>
                    <a:cubicBezTo>
                      <a:pt x="75827" y="17335"/>
                      <a:pt x="85034" y="11155"/>
                      <a:pt x="95297" y="6784"/>
                    </a:cubicBezTo>
                    <a:cubicBezTo>
                      <a:pt x="106014" y="2261"/>
                      <a:pt x="117258" y="0"/>
                      <a:pt x="128880" y="0"/>
                    </a:cubicBezTo>
                    <a:close/>
                  </a:path>
                </a:pathLst>
              </a:custGeom>
              <a:solidFill>
                <a:srgbClr val="FFFFFF"/>
              </a:solidFill>
              <a:ln w="5850" cap="flat">
                <a:noFill/>
                <a:prstDash val="solid"/>
                <a:miter/>
              </a:ln>
            </p:spPr>
            <p:txBody>
              <a:bodyPr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grpSp>
        <p:grpSp>
          <p:nvGrpSpPr>
            <p:cNvPr id="182" name="组合 181">
              <a:extLst>
                <a:ext uri="{FF2B5EF4-FFF2-40B4-BE49-F238E27FC236}">
                  <a16:creationId xmlns:a16="http://schemas.microsoft.com/office/drawing/2014/main" id="{8C66AC4A-FADF-3FDB-BAF7-5A8D6A773806}"/>
                </a:ext>
              </a:extLst>
            </p:cNvPr>
            <p:cNvGrpSpPr/>
            <p:nvPr/>
          </p:nvGrpSpPr>
          <p:grpSpPr>
            <a:xfrm>
              <a:off x="4391761" y="2698751"/>
              <a:ext cx="3395780" cy="3435349"/>
              <a:chOff x="3015632" y="2698751"/>
              <a:chExt cx="3395780" cy="3435349"/>
            </a:xfrm>
          </p:grpSpPr>
          <p:sp>
            <p:nvSpPr>
              <p:cNvPr id="198" name="ComponentBackground2">
                <a:extLst>
                  <a:ext uri="{FF2B5EF4-FFF2-40B4-BE49-F238E27FC236}">
                    <a16:creationId xmlns:a16="http://schemas.microsoft.com/office/drawing/2014/main" id="{A546569C-BFC0-925D-33DC-C2F87E80DF8C}"/>
                  </a:ext>
                </a:extLst>
              </p:cNvPr>
              <p:cNvSpPr/>
              <p:nvPr/>
            </p:nvSpPr>
            <p:spPr bwMode="auto">
              <a:xfrm>
                <a:off x="3015632" y="3194516"/>
                <a:ext cx="3395780" cy="2939584"/>
              </a:xfrm>
              <a:prstGeom prst="roundRect">
                <a:avLst>
                  <a:gd name="adj" fmla="val 8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dirty="0">
                  <a:cs typeface="+mn-ea"/>
                  <a:sym typeface="+mn-lt"/>
                </a:endParaRPr>
              </a:p>
            </p:txBody>
          </p:sp>
          <p:sp>
            <p:nvSpPr>
              <p:cNvPr id="199" name="Bullet2">
                <a:extLst>
                  <a:ext uri="{FF2B5EF4-FFF2-40B4-BE49-F238E27FC236}">
                    <a16:creationId xmlns:a16="http://schemas.microsoft.com/office/drawing/2014/main" id="{BAC8C237-8820-429E-6282-C7FBC4B5AAB7}"/>
                  </a:ext>
                </a:extLst>
              </p:cNvPr>
              <p:cNvSpPr txBox="1"/>
              <p:nvPr/>
            </p:nvSpPr>
            <p:spPr>
              <a:xfrm>
                <a:off x="3238607" y="3873500"/>
                <a:ext cx="2949830" cy="686256"/>
              </a:xfrm>
              <a:prstGeom prst="rect">
                <a:avLst/>
              </a:prstGeom>
              <a:noFill/>
              <a:ln>
                <a:noFill/>
              </a:ln>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zh-CN" altLang="en-US" b="1" u="none" strike="noStrike" kern="1200" cap="none" spc="0" normalizeH="0" baseline="0" noProof="0" dirty="0">
                    <a:ln>
                      <a:noFill/>
                    </a:ln>
                    <a:solidFill>
                      <a:srgbClr val="FFFFFF"/>
                    </a:solidFill>
                    <a:effectLst/>
                    <a:uLnTx/>
                    <a:uFillTx/>
                    <a:cs typeface="+mn-ea"/>
                    <a:sym typeface="+mn-lt"/>
                  </a:rPr>
                  <a:t>单击添加小标题</a:t>
                </a:r>
                <a:endParaRPr lang="en-US" dirty="0">
                  <a:solidFill>
                    <a:srgbClr val="FFFFFF"/>
                  </a:solidFill>
                  <a:cs typeface="+mn-ea"/>
                  <a:sym typeface="+mn-lt"/>
                </a:endParaRPr>
              </a:p>
            </p:txBody>
          </p:sp>
          <p:sp>
            <p:nvSpPr>
              <p:cNvPr id="200" name="Text2">
                <a:extLst>
                  <a:ext uri="{FF2B5EF4-FFF2-40B4-BE49-F238E27FC236}">
                    <a16:creationId xmlns:a16="http://schemas.microsoft.com/office/drawing/2014/main" id="{A90270AA-1BD5-866F-9EB2-CBFAD4213CB3}"/>
                  </a:ext>
                </a:extLst>
              </p:cNvPr>
              <p:cNvSpPr txBox="1">
                <a:spLocks/>
              </p:cNvSpPr>
              <p:nvPr/>
            </p:nvSpPr>
            <p:spPr>
              <a:xfrm flipH="1">
                <a:off x="3238607" y="4572457"/>
                <a:ext cx="2949828" cy="1269544"/>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913765">
                  <a:lnSpc>
                    <a:spcPct val="120000"/>
                  </a:lnSpc>
                  <a:buSzPct val="25000"/>
                  <a:defRPr/>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cs typeface="+mn-ea"/>
                  <a:sym typeface="+mn-lt"/>
                </a:endParaRPr>
              </a:p>
            </p:txBody>
          </p:sp>
          <p:sp>
            <p:nvSpPr>
              <p:cNvPr id="201" name="IconBackground2">
                <a:extLst>
                  <a:ext uri="{FF2B5EF4-FFF2-40B4-BE49-F238E27FC236}">
                    <a16:creationId xmlns:a16="http://schemas.microsoft.com/office/drawing/2014/main" id="{F1EB9AD4-F012-B6FB-2667-CE45B1C514D4}"/>
                  </a:ext>
                </a:extLst>
              </p:cNvPr>
              <p:cNvSpPr/>
              <p:nvPr/>
            </p:nvSpPr>
            <p:spPr>
              <a:xfrm>
                <a:off x="4153917" y="2698751"/>
                <a:ext cx="1119208" cy="1083586"/>
              </a:xfrm>
              <a:prstGeom prst="ellipse">
                <a:avLst/>
              </a:prstGeom>
              <a:solidFill>
                <a:schemeClr val="accent1"/>
              </a:solidFill>
              <a:ln w="25400" cap="flat">
                <a:solidFill>
                  <a:schemeClr val="bg1"/>
                </a:solidFill>
                <a:prstDash val="solid"/>
                <a:miter/>
              </a:ln>
            </p:spPr>
            <p:txBody>
              <a:bodyPr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02" name="Icon2">
                <a:extLst>
                  <a:ext uri="{FF2B5EF4-FFF2-40B4-BE49-F238E27FC236}">
                    <a16:creationId xmlns:a16="http://schemas.microsoft.com/office/drawing/2014/main" id="{A6442740-B1E1-D22A-FAC2-2AD9ECB8F87F}"/>
                  </a:ext>
                </a:extLst>
              </p:cNvPr>
              <p:cNvSpPr/>
              <p:nvPr/>
            </p:nvSpPr>
            <p:spPr>
              <a:xfrm>
                <a:off x="4520670" y="2979354"/>
                <a:ext cx="385853" cy="490916"/>
              </a:xfrm>
              <a:custGeom>
                <a:avLst/>
                <a:gdLst>
                  <a:gd name="connsiteX0" fmla="*/ 103941 w 475822"/>
                  <a:gd name="connsiteY0" fmla="*/ 419303 h 605381"/>
                  <a:gd name="connsiteX1" fmla="*/ 297430 w 475822"/>
                  <a:gd name="connsiteY1" fmla="*/ 419303 h 605381"/>
                  <a:gd name="connsiteX2" fmla="*/ 318733 w 475822"/>
                  <a:gd name="connsiteY2" fmla="*/ 440576 h 605381"/>
                  <a:gd name="connsiteX3" fmla="*/ 297430 w 475822"/>
                  <a:gd name="connsiteY3" fmla="*/ 461848 h 605381"/>
                  <a:gd name="connsiteX4" fmla="*/ 103941 w 475822"/>
                  <a:gd name="connsiteY4" fmla="*/ 461848 h 605381"/>
                  <a:gd name="connsiteX5" fmla="*/ 82637 w 475822"/>
                  <a:gd name="connsiteY5" fmla="*/ 440576 h 605381"/>
                  <a:gd name="connsiteX6" fmla="*/ 103941 w 475822"/>
                  <a:gd name="connsiteY6" fmla="*/ 419303 h 605381"/>
                  <a:gd name="connsiteX7" fmla="*/ 103912 w 475822"/>
                  <a:gd name="connsiteY7" fmla="*/ 418806 h 605381"/>
                  <a:gd name="connsiteX8" fmla="*/ 82067 w 475822"/>
                  <a:gd name="connsiteY8" fmla="*/ 440614 h 605381"/>
                  <a:gd name="connsiteX9" fmla="*/ 103912 w 475822"/>
                  <a:gd name="connsiteY9" fmla="*/ 462345 h 605381"/>
                  <a:gd name="connsiteX10" fmla="*/ 297463 w 475822"/>
                  <a:gd name="connsiteY10" fmla="*/ 462345 h 605381"/>
                  <a:gd name="connsiteX11" fmla="*/ 319308 w 475822"/>
                  <a:gd name="connsiteY11" fmla="*/ 440614 h 605381"/>
                  <a:gd name="connsiteX12" fmla="*/ 297463 w 475822"/>
                  <a:gd name="connsiteY12" fmla="*/ 418806 h 605381"/>
                  <a:gd name="connsiteX13" fmla="*/ 103941 w 475822"/>
                  <a:gd name="connsiteY13" fmla="*/ 418312 h 605381"/>
                  <a:gd name="connsiteX14" fmla="*/ 297430 w 475822"/>
                  <a:gd name="connsiteY14" fmla="*/ 418312 h 605381"/>
                  <a:gd name="connsiteX15" fmla="*/ 319802 w 475822"/>
                  <a:gd name="connsiteY15" fmla="*/ 440576 h 605381"/>
                  <a:gd name="connsiteX16" fmla="*/ 297430 w 475822"/>
                  <a:gd name="connsiteY16" fmla="*/ 462839 h 605381"/>
                  <a:gd name="connsiteX17" fmla="*/ 103941 w 475822"/>
                  <a:gd name="connsiteY17" fmla="*/ 462839 h 605381"/>
                  <a:gd name="connsiteX18" fmla="*/ 81644 w 475822"/>
                  <a:gd name="connsiteY18" fmla="*/ 440576 h 605381"/>
                  <a:gd name="connsiteX19" fmla="*/ 103941 w 475822"/>
                  <a:gd name="connsiteY19" fmla="*/ 418312 h 605381"/>
                  <a:gd name="connsiteX20" fmla="*/ 103942 w 475822"/>
                  <a:gd name="connsiteY20" fmla="*/ 264271 h 605381"/>
                  <a:gd name="connsiteX21" fmla="*/ 374344 w 475822"/>
                  <a:gd name="connsiteY21" fmla="*/ 264271 h 605381"/>
                  <a:gd name="connsiteX22" fmla="*/ 395649 w 475822"/>
                  <a:gd name="connsiteY22" fmla="*/ 285544 h 605381"/>
                  <a:gd name="connsiteX23" fmla="*/ 374344 w 475822"/>
                  <a:gd name="connsiteY23" fmla="*/ 306816 h 605381"/>
                  <a:gd name="connsiteX24" fmla="*/ 103942 w 475822"/>
                  <a:gd name="connsiteY24" fmla="*/ 306816 h 605381"/>
                  <a:gd name="connsiteX25" fmla="*/ 82637 w 475822"/>
                  <a:gd name="connsiteY25" fmla="*/ 285544 h 605381"/>
                  <a:gd name="connsiteX26" fmla="*/ 103942 w 475822"/>
                  <a:gd name="connsiteY26" fmla="*/ 264271 h 605381"/>
                  <a:gd name="connsiteX27" fmla="*/ 103907 w 475822"/>
                  <a:gd name="connsiteY27" fmla="*/ 263774 h 605381"/>
                  <a:gd name="connsiteX28" fmla="*/ 82067 w 475822"/>
                  <a:gd name="connsiteY28" fmla="*/ 285579 h 605381"/>
                  <a:gd name="connsiteX29" fmla="*/ 103907 w 475822"/>
                  <a:gd name="connsiteY29" fmla="*/ 307383 h 605381"/>
                  <a:gd name="connsiteX30" fmla="*/ 374313 w 475822"/>
                  <a:gd name="connsiteY30" fmla="*/ 307383 h 605381"/>
                  <a:gd name="connsiteX31" fmla="*/ 396153 w 475822"/>
                  <a:gd name="connsiteY31" fmla="*/ 285579 h 605381"/>
                  <a:gd name="connsiteX32" fmla="*/ 374313 w 475822"/>
                  <a:gd name="connsiteY32" fmla="*/ 263774 h 605381"/>
                  <a:gd name="connsiteX33" fmla="*/ 103942 w 475822"/>
                  <a:gd name="connsiteY33" fmla="*/ 263280 h 605381"/>
                  <a:gd name="connsiteX34" fmla="*/ 374344 w 475822"/>
                  <a:gd name="connsiteY34" fmla="*/ 263280 h 605381"/>
                  <a:gd name="connsiteX35" fmla="*/ 396718 w 475822"/>
                  <a:gd name="connsiteY35" fmla="*/ 285544 h 605381"/>
                  <a:gd name="connsiteX36" fmla="*/ 374344 w 475822"/>
                  <a:gd name="connsiteY36" fmla="*/ 307807 h 605381"/>
                  <a:gd name="connsiteX37" fmla="*/ 103942 w 475822"/>
                  <a:gd name="connsiteY37" fmla="*/ 307807 h 605381"/>
                  <a:gd name="connsiteX38" fmla="*/ 81644 w 475822"/>
                  <a:gd name="connsiteY38" fmla="*/ 285544 h 605381"/>
                  <a:gd name="connsiteX39" fmla="*/ 103942 w 475822"/>
                  <a:gd name="connsiteY39" fmla="*/ 263280 h 605381"/>
                  <a:gd name="connsiteX40" fmla="*/ 103941 w 475822"/>
                  <a:gd name="connsiteY40" fmla="*/ 109238 h 605381"/>
                  <a:gd name="connsiteX41" fmla="*/ 237872 w 475822"/>
                  <a:gd name="connsiteY41" fmla="*/ 109238 h 605381"/>
                  <a:gd name="connsiteX42" fmla="*/ 259176 w 475822"/>
                  <a:gd name="connsiteY42" fmla="*/ 130510 h 605381"/>
                  <a:gd name="connsiteX43" fmla="*/ 237872 w 475822"/>
                  <a:gd name="connsiteY43" fmla="*/ 151783 h 605381"/>
                  <a:gd name="connsiteX44" fmla="*/ 103941 w 475822"/>
                  <a:gd name="connsiteY44" fmla="*/ 151783 h 605381"/>
                  <a:gd name="connsiteX45" fmla="*/ 82637 w 475822"/>
                  <a:gd name="connsiteY45" fmla="*/ 130510 h 605381"/>
                  <a:gd name="connsiteX46" fmla="*/ 103941 w 475822"/>
                  <a:gd name="connsiteY46" fmla="*/ 109238 h 605381"/>
                  <a:gd name="connsiteX47" fmla="*/ 103915 w 475822"/>
                  <a:gd name="connsiteY47" fmla="*/ 108741 h 605381"/>
                  <a:gd name="connsiteX48" fmla="*/ 82067 w 475822"/>
                  <a:gd name="connsiteY48" fmla="*/ 130545 h 605381"/>
                  <a:gd name="connsiteX49" fmla="*/ 103915 w 475822"/>
                  <a:gd name="connsiteY49" fmla="*/ 152350 h 605381"/>
                  <a:gd name="connsiteX50" fmla="*/ 237903 w 475822"/>
                  <a:gd name="connsiteY50" fmla="*/ 152350 h 605381"/>
                  <a:gd name="connsiteX51" fmla="*/ 259750 w 475822"/>
                  <a:gd name="connsiteY51" fmla="*/ 130545 h 605381"/>
                  <a:gd name="connsiteX52" fmla="*/ 237903 w 475822"/>
                  <a:gd name="connsiteY52" fmla="*/ 108741 h 605381"/>
                  <a:gd name="connsiteX53" fmla="*/ 103941 w 475822"/>
                  <a:gd name="connsiteY53" fmla="*/ 108247 h 605381"/>
                  <a:gd name="connsiteX54" fmla="*/ 237872 w 475822"/>
                  <a:gd name="connsiteY54" fmla="*/ 108247 h 605381"/>
                  <a:gd name="connsiteX55" fmla="*/ 260245 w 475822"/>
                  <a:gd name="connsiteY55" fmla="*/ 130510 h 605381"/>
                  <a:gd name="connsiteX56" fmla="*/ 237872 w 475822"/>
                  <a:gd name="connsiteY56" fmla="*/ 152774 h 605381"/>
                  <a:gd name="connsiteX57" fmla="*/ 103941 w 475822"/>
                  <a:gd name="connsiteY57" fmla="*/ 152774 h 605381"/>
                  <a:gd name="connsiteX58" fmla="*/ 81644 w 475822"/>
                  <a:gd name="connsiteY58" fmla="*/ 130510 h 605381"/>
                  <a:gd name="connsiteX59" fmla="*/ 103941 w 475822"/>
                  <a:gd name="connsiteY59" fmla="*/ 108247 h 605381"/>
                  <a:gd name="connsiteX60" fmla="*/ 343255 w 475822"/>
                  <a:gd name="connsiteY60" fmla="*/ 53606 h 605381"/>
                  <a:gd name="connsiteX61" fmla="*/ 343179 w 475822"/>
                  <a:gd name="connsiteY61" fmla="*/ 117889 h 605381"/>
                  <a:gd name="connsiteX62" fmla="*/ 347608 w 475822"/>
                  <a:gd name="connsiteY62" fmla="*/ 128488 h 605381"/>
                  <a:gd name="connsiteX63" fmla="*/ 358299 w 475822"/>
                  <a:gd name="connsiteY63" fmla="*/ 132911 h 605381"/>
                  <a:gd name="connsiteX64" fmla="*/ 421833 w 475822"/>
                  <a:gd name="connsiteY64" fmla="*/ 132911 h 605381"/>
                  <a:gd name="connsiteX65" fmla="*/ 342760 w 475822"/>
                  <a:gd name="connsiteY65" fmla="*/ 52412 h 605381"/>
                  <a:gd name="connsiteX66" fmla="*/ 423095 w 475822"/>
                  <a:gd name="connsiteY66" fmla="*/ 133462 h 605381"/>
                  <a:gd name="connsiteX67" fmla="*/ 358262 w 475822"/>
                  <a:gd name="connsiteY67" fmla="*/ 133462 h 605381"/>
                  <a:gd name="connsiteX68" fmla="*/ 347265 w 475822"/>
                  <a:gd name="connsiteY68" fmla="*/ 128887 h 605381"/>
                  <a:gd name="connsiteX69" fmla="*/ 342683 w 475822"/>
                  <a:gd name="connsiteY69" fmla="*/ 117908 h 605381"/>
                  <a:gd name="connsiteX70" fmla="*/ 342186 w 475822"/>
                  <a:gd name="connsiteY70" fmla="*/ 51166 h 605381"/>
                  <a:gd name="connsiteX71" fmla="*/ 342186 w 475822"/>
                  <a:gd name="connsiteY71" fmla="*/ 117889 h 605381"/>
                  <a:gd name="connsiteX72" fmla="*/ 346844 w 475822"/>
                  <a:gd name="connsiteY72" fmla="*/ 129250 h 605381"/>
                  <a:gd name="connsiteX73" fmla="*/ 358299 w 475822"/>
                  <a:gd name="connsiteY73" fmla="*/ 133902 h 605381"/>
                  <a:gd name="connsiteX74" fmla="*/ 424277 w 475822"/>
                  <a:gd name="connsiteY74" fmla="*/ 133902 h 605381"/>
                  <a:gd name="connsiteX75" fmla="*/ 59716 w 475822"/>
                  <a:gd name="connsiteY75" fmla="*/ 44608 h 605381"/>
                  <a:gd name="connsiteX76" fmla="*/ 44596 w 475822"/>
                  <a:gd name="connsiteY76" fmla="*/ 59630 h 605381"/>
                  <a:gd name="connsiteX77" fmla="*/ 44596 w 475822"/>
                  <a:gd name="connsiteY77" fmla="*/ 545751 h 605381"/>
                  <a:gd name="connsiteX78" fmla="*/ 59716 w 475822"/>
                  <a:gd name="connsiteY78" fmla="*/ 560773 h 605381"/>
                  <a:gd name="connsiteX79" fmla="*/ 416106 w 475822"/>
                  <a:gd name="connsiteY79" fmla="*/ 560773 h 605381"/>
                  <a:gd name="connsiteX80" fmla="*/ 431149 w 475822"/>
                  <a:gd name="connsiteY80" fmla="*/ 545751 h 605381"/>
                  <a:gd name="connsiteX81" fmla="*/ 431149 w 475822"/>
                  <a:gd name="connsiteY81" fmla="*/ 177519 h 605381"/>
                  <a:gd name="connsiteX82" fmla="*/ 358299 w 475822"/>
                  <a:gd name="connsiteY82" fmla="*/ 177519 h 605381"/>
                  <a:gd name="connsiteX83" fmla="*/ 315993 w 475822"/>
                  <a:gd name="connsiteY83" fmla="*/ 159981 h 605381"/>
                  <a:gd name="connsiteX84" fmla="*/ 298582 w 475822"/>
                  <a:gd name="connsiteY84" fmla="*/ 117812 h 605381"/>
                  <a:gd name="connsiteX85" fmla="*/ 298582 w 475822"/>
                  <a:gd name="connsiteY85" fmla="*/ 44608 h 605381"/>
                  <a:gd name="connsiteX86" fmla="*/ 59753 w 475822"/>
                  <a:gd name="connsiteY86" fmla="*/ 44101 h 605381"/>
                  <a:gd name="connsiteX87" fmla="*/ 299156 w 475822"/>
                  <a:gd name="connsiteY87" fmla="*/ 44101 h 605381"/>
                  <a:gd name="connsiteX88" fmla="*/ 299079 w 475822"/>
                  <a:gd name="connsiteY88" fmla="*/ 117832 h 605381"/>
                  <a:gd name="connsiteX89" fmla="*/ 316414 w 475822"/>
                  <a:gd name="connsiteY89" fmla="*/ 159691 h 605381"/>
                  <a:gd name="connsiteX90" fmla="*/ 358338 w 475822"/>
                  <a:gd name="connsiteY90" fmla="*/ 176999 h 605381"/>
                  <a:gd name="connsiteX91" fmla="*/ 431724 w 475822"/>
                  <a:gd name="connsiteY91" fmla="*/ 176999 h 605381"/>
                  <a:gd name="connsiteX92" fmla="*/ 431724 w 475822"/>
                  <a:gd name="connsiteY92" fmla="*/ 545726 h 605381"/>
                  <a:gd name="connsiteX93" fmla="*/ 416146 w 475822"/>
                  <a:gd name="connsiteY93" fmla="*/ 561281 h 605381"/>
                  <a:gd name="connsiteX94" fmla="*/ 59753 w 475822"/>
                  <a:gd name="connsiteY94" fmla="*/ 561281 h 605381"/>
                  <a:gd name="connsiteX95" fmla="*/ 44174 w 475822"/>
                  <a:gd name="connsiteY95" fmla="*/ 545726 h 605381"/>
                  <a:gd name="connsiteX96" fmla="*/ 44174 w 475822"/>
                  <a:gd name="connsiteY96" fmla="*/ 59656 h 605381"/>
                  <a:gd name="connsiteX97" fmla="*/ 59753 w 475822"/>
                  <a:gd name="connsiteY97" fmla="*/ 44101 h 605381"/>
                  <a:gd name="connsiteX98" fmla="*/ 59716 w 475822"/>
                  <a:gd name="connsiteY98" fmla="*/ 43541 h 605381"/>
                  <a:gd name="connsiteX99" fmla="*/ 43603 w 475822"/>
                  <a:gd name="connsiteY99" fmla="*/ 59630 h 605381"/>
                  <a:gd name="connsiteX100" fmla="*/ 43603 w 475822"/>
                  <a:gd name="connsiteY100" fmla="*/ 545751 h 605381"/>
                  <a:gd name="connsiteX101" fmla="*/ 59716 w 475822"/>
                  <a:gd name="connsiteY101" fmla="*/ 561764 h 605381"/>
                  <a:gd name="connsiteX102" fmla="*/ 416106 w 475822"/>
                  <a:gd name="connsiteY102" fmla="*/ 561764 h 605381"/>
                  <a:gd name="connsiteX103" fmla="*/ 432219 w 475822"/>
                  <a:gd name="connsiteY103" fmla="*/ 545751 h 605381"/>
                  <a:gd name="connsiteX104" fmla="*/ 432219 w 475822"/>
                  <a:gd name="connsiteY104" fmla="*/ 176452 h 605381"/>
                  <a:gd name="connsiteX105" fmla="*/ 358222 w 475822"/>
                  <a:gd name="connsiteY105" fmla="*/ 176452 h 605381"/>
                  <a:gd name="connsiteX106" fmla="*/ 316757 w 475822"/>
                  <a:gd name="connsiteY106" fmla="*/ 159294 h 605381"/>
                  <a:gd name="connsiteX107" fmla="*/ 299575 w 475822"/>
                  <a:gd name="connsiteY107" fmla="*/ 117812 h 605381"/>
                  <a:gd name="connsiteX108" fmla="*/ 299651 w 475822"/>
                  <a:gd name="connsiteY108" fmla="*/ 44075 h 605381"/>
                  <a:gd name="connsiteX109" fmla="*/ 299651 w 475822"/>
                  <a:gd name="connsiteY109" fmla="*/ 43541 h 605381"/>
                  <a:gd name="connsiteX110" fmla="*/ 59716 w 475822"/>
                  <a:gd name="connsiteY110" fmla="*/ 991 h 605381"/>
                  <a:gd name="connsiteX111" fmla="*/ 327982 w 475822"/>
                  <a:gd name="connsiteY111" fmla="*/ 991 h 605381"/>
                  <a:gd name="connsiteX112" fmla="*/ 350586 w 475822"/>
                  <a:gd name="connsiteY112" fmla="*/ 5566 h 605381"/>
                  <a:gd name="connsiteX113" fmla="*/ 369677 w 475822"/>
                  <a:gd name="connsiteY113" fmla="*/ 18377 h 605381"/>
                  <a:gd name="connsiteX114" fmla="*/ 457800 w 475822"/>
                  <a:gd name="connsiteY114" fmla="*/ 107289 h 605381"/>
                  <a:gd name="connsiteX115" fmla="*/ 474830 w 475822"/>
                  <a:gd name="connsiteY115" fmla="*/ 148543 h 605381"/>
                  <a:gd name="connsiteX116" fmla="*/ 474830 w 475822"/>
                  <a:gd name="connsiteY116" fmla="*/ 545751 h 605381"/>
                  <a:gd name="connsiteX117" fmla="*/ 416106 w 475822"/>
                  <a:gd name="connsiteY117" fmla="*/ 604314 h 605381"/>
                  <a:gd name="connsiteX118" fmla="*/ 59716 w 475822"/>
                  <a:gd name="connsiteY118" fmla="*/ 604314 h 605381"/>
                  <a:gd name="connsiteX119" fmla="*/ 992 w 475822"/>
                  <a:gd name="connsiteY119" fmla="*/ 545751 h 605381"/>
                  <a:gd name="connsiteX120" fmla="*/ 992 w 475822"/>
                  <a:gd name="connsiteY120" fmla="*/ 59630 h 605381"/>
                  <a:gd name="connsiteX121" fmla="*/ 59716 w 475822"/>
                  <a:gd name="connsiteY121" fmla="*/ 991 h 605381"/>
                  <a:gd name="connsiteX122" fmla="*/ 59753 w 475822"/>
                  <a:gd name="connsiteY122" fmla="*/ 565 h 605381"/>
                  <a:gd name="connsiteX123" fmla="*/ 494 w 475822"/>
                  <a:gd name="connsiteY123" fmla="*/ 59656 h 605381"/>
                  <a:gd name="connsiteX124" fmla="*/ 494 w 475822"/>
                  <a:gd name="connsiteY124" fmla="*/ 545726 h 605381"/>
                  <a:gd name="connsiteX125" fmla="*/ 59753 w 475822"/>
                  <a:gd name="connsiteY125" fmla="*/ 604817 h 605381"/>
                  <a:gd name="connsiteX126" fmla="*/ 416146 w 475822"/>
                  <a:gd name="connsiteY126" fmla="*/ 604817 h 605381"/>
                  <a:gd name="connsiteX127" fmla="*/ 475328 w 475822"/>
                  <a:gd name="connsiteY127" fmla="*/ 545726 h 605381"/>
                  <a:gd name="connsiteX128" fmla="*/ 475328 w 475822"/>
                  <a:gd name="connsiteY128" fmla="*/ 148559 h 605381"/>
                  <a:gd name="connsiteX129" fmla="*/ 458223 w 475822"/>
                  <a:gd name="connsiteY129" fmla="*/ 107005 h 605381"/>
                  <a:gd name="connsiteX130" fmla="*/ 370098 w 475822"/>
                  <a:gd name="connsiteY130" fmla="*/ 18101 h 605381"/>
                  <a:gd name="connsiteX131" fmla="*/ 350778 w 475822"/>
                  <a:gd name="connsiteY131" fmla="*/ 5063 h 605381"/>
                  <a:gd name="connsiteX132" fmla="*/ 328021 w 475822"/>
                  <a:gd name="connsiteY132" fmla="*/ 565 h 605381"/>
                  <a:gd name="connsiteX133" fmla="*/ 59716 w 475822"/>
                  <a:gd name="connsiteY133" fmla="*/ 0 h 605381"/>
                  <a:gd name="connsiteX134" fmla="*/ 327982 w 475822"/>
                  <a:gd name="connsiteY134" fmla="*/ 0 h 605381"/>
                  <a:gd name="connsiteX135" fmla="*/ 350968 w 475822"/>
                  <a:gd name="connsiteY135" fmla="*/ 4575 h 605381"/>
                  <a:gd name="connsiteX136" fmla="*/ 370440 w 475822"/>
                  <a:gd name="connsiteY136" fmla="*/ 17691 h 605381"/>
                  <a:gd name="connsiteX137" fmla="*/ 458564 w 475822"/>
                  <a:gd name="connsiteY137" fmla="*/ 106603 h 605381"/>
                  <a:gd name="connsiteX138" fmla="*/ 475822 w 475822"/>
                  <a:gd name="connsiteY138" fmla="*/ 148543 h 605381"/>
                  <a:gd name="connsiteX139" fmla="*/ 475822 w 475822"/>
                  <a:gd name="connsiteY139" fmla="*/ 545751 h 605381"/>
                  <a:gd name="connsiteX140" fmla="*/ 416106 w 475822"/>
                  <a:gd name="connsiteY140" fmla="*/ 605381 h 605381"/>
                  <a:gd name="connsiteX141" fmla="*/ 59716 w 475822"/>
                  <a:gd name="connsiteY141" fmla="*/ 605381 h 605381"/>
                  <a:gd name="connsiteX142" fmla="*/ 0 w 475822"/>
                  <a:gd name="connsiteY142" fmla="*/ 545751 h 605381"/>
                  <a:gd name="connsiteX143" fmla="*/ 0 w 475822"/>
                  <a:gd name="connsiteY143" fmla="*/ 59630 h 605381"/>
                  <a:gd name="connsiteX144" fmla="*/ 59716 w 475822"/>
                  <a:gd name="connsiteY144" fmla="*/ 0 h 60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475822" h="605381">
                    <a:moveTo>
                      <a:pt x="103941" y="419303"/>
                    </a:moveTo>
                    <a:lnTo>
                      <a:pt x="297430" y="419303"/>
                    </a:lnTo>
                    <a:cubicBezTo>
                      <a:pt x="309189" y="419303"/>
                      <a:pt x="318733" y="428834"/>
                      <a:pt x="318733" y="440576"/>
                    </a:cubicBezTo>
                    <a:cubicBezTo>
                      <a:pt x="318733" y="452317"/>
                      <a:pt x="309189" y="461848"/>
                      <a:pt x="297430" y="461848"/>
                    </a:cubicBezTo>
                    <a:lnTo>
                      <a:pt x="103941" y="461848"/>
                    </a:lnTo>
                    <a:cubicBezTo>
                      <a:pt x="92182" y="461848"/>
                      <a:pt x="82637" y="452317"/>
                      <a:pt x="82637" y="440576"/>
                    </a:cubicBezTo>
                    <a:cubicBezTo>
                      <a:pt x="82637" y="428834"/>
                      <a:pt x="92182" y="419303"/>
                      <a:pt x="103941" y="419303"/>
                    </a:cubicBezTo>
                    <a:close/>
                    <a:moveTo>
                      <a:pt x="103912" y="418806"/>
                    </a:moveTo>
                    <a:cubicBezTo>
                      <a:pt x="91844" y="418806"/>
                      <a:pt x="82067" y="428566"/>
                      <a:pt x="82067" y="440614"/>
                    </a:cubicBezTo>
                    <a:cubicBezTo>
                      <a:pt x="82067" y="452661"/>
                      <a:pt x="91844" y="462345"/>
                      <a:pt x="103912" y="462345"/>
                    </a:cubicBezTo>
                    <a:lnTo>
                      <a:pt x="297463" y="462345"/>
                    </a:lnTo>
                    <a:cubicBezTo>
                      <a:pt x="309531" y="462345"/>
                      <a:pt x="319308" y="452661"/>
                      <a:pt x="319308" y="440614"/>
                    </a:cubicBezTo>
                    <a:cubicBezTo>
                      <a:pt x="319308" y="428566"/>
                      <a:pt x="309531" y="418806"/>
                      <a:pt x="297463" y="418806"/>
                    </a:cubicBezTo>
                    <a:close/>
                    <a:moveTo>
                      <a:pt x="103941" y="418312"/>
                    </a:moveTo>
                    <a:lnTo>
                      <a:pt x="297430" y="418312"/>
                    </a:lnTo>
                    <a:cubicBezTo>
                      <a:pt x="309799" y="418312"/>
                      <a:pt x="319802" y="428300"/>
                      <a:pt x="319802" y="440576"/>
                    </a:cubicBezTo>
                    <a:cubicBezTo>
                      <a:pt x="319802" y="452851"/>
                      <a:pt x="309799" y="462839"/>
                      <a:pt x="297430" y="462839"/>
                    </a:cubicBezTo>
                    <a:lnTo>
                      <a:pt x="103941" y="462839"/>
                    </a:lnTo>
                    <a:cubicBezTo>
                      <a:pt x="91647" y="462839"/>
                      <a:pt x="81644" y="452851"/>
                      <a:pt x="81644" y="440576"/>
                    </a:cubicBezTo>
                    <a:cubicBezTo>
                      <a:pt x="81644" y="428300"/>
                      <a:pt x="91647" y="418312"/>
                      <a:pt x="103941" y="418312"/>
                    </a:cubicBezTo>
                    <a:close/>
                    <a:moveTo>
                      <a:pt x="103942" y="264271"/>
                    </a:moveTo>
                    <a:lnTo>
                      <a:pt x="374344" y="264271"/>
                    </a:lnTo>
                    <a:cubicBezTo>
                      <a:pt x="386104" y="264271"/>
                      <a:pt x="395649" y="273802"/>
                      <a:pt x="395649" y="285544"/>
                    </a:cubicBezTo>
                    <a:cubicBezTo>
                      <a:pt x="395649" y="297285"/>
                      <a:pt x="386104" y="306816"/>
                      <a:pt x="374344" y="306816"/>
                    </a:cubicBezTo>
                    <a:lnTo>
                      <a:pt x="103942" y="306816"/>
                    </a:lnTo>
                    <a:cubicBezTo>
                      <a:pt x="92182" y="306816"/>
                      <a:pt x="82637" y="297285"/>
                      <a:pt x="82637" y="285544"/>
                    </a:cubicBezTo>
                    <a:cubicBezTo>
                      <a:pt x="82637" y="273802"/>
                      <a:pt x="92182" y="264271"/>
                      <a:pt x="103942" y="264271"/>
                    </a:cubicBezTo>
                    <a:close/>
                    <a:moveTo>
                      <a:pt x="103907" y="263774"/>
                    </a:moveTo>
                    <a:cubicBezTo>
                      <a:pt x="91842" y="263774"/>
                      <a:pt x="82067" y="273533"/>
                      <a:pt x="82067" y="285579"/>
                    </a:cubicBezTo>
                    <a:cubicBezTo>
                      <a:pt x="82067" y="297625"/>
                      <a:pt x="91842" y="307383"/>
                      <a:pt x="103907" y="307383"/>
                    </a:cubicBezTo>
                    <a:lnTo>
                      <a:pt x="374313" y="307383"/>
                    </a:lnTo>
                    <a:cubicBezTo>
                      <a:pt x="386379" y="307383"/>
                      <a:pt x="396153" y="297625"/>
                      <a:pt x="396153" y="285579"/>
                    </a:cubicBezTo>
                    <a:cubicBezTo>
                      <a:pt x="396153" y="273533"/>
                      <a:pt x="386379" y="263774"/>
                      <a:pt x="374313" y="263774"/>
                    </a:cubicBezTo>
                    <a:close/>
                    <a:moveTo>
                      <a:pt x="103942" y="263280"/>
                    </a:moveTo>
                    <a:lnTo>
                      <a:pt x="374344" y="263280"/>
                    </a:lnTo>
                    <a:cubicBezTo>
                      <a:pt x="386715" y="263280"/>
                      <a:pt x="396718" y="273268"/>
                      <a:pt x="396718" y="285544"/>
                    </a:cubicBezTo>
                    <a:cubicBezTo>
                      <a:pt x="396718" y="297819"/>
                      <a:pt x="386715" y="307807"/>
                      <a:pt x="374344" y="307807"/>
                    </a:cubicBezTo>
                    <a:lnTo>
                      <a:pt x="103942" y="307807"/>
                    </a:lnTo>
                    <a:cubicBezTo>
                      <a:pt x="91648" y="307807"/>
                      <a:pt x="81644" y="297819"/>
                      <a:pt x="81644" y="285544"/>
                    </a:cubicBezTo>
                    <a:cubicBezTo>
                      <a:pt x="81644" y="273268"/>
                      <a:pt x="91648" y="263280"/>
                      <a:pt x="103942" y="263280"/>
                    </a:cubicBezTo>
                    <a:close/>
                    <a:moveTo>
                      <a:pt x="103941" y="109238"/>
                    </a:moveTo>
                    <a:lnTo>
                      <a:pt x="237872" y="109238"/>
                    </a:lnTo>
                    <a:cubicBezTo>
                      <a:pt x="249632" y="109238"/>
                      <a:pt x="259176" y="118769"/>
                      <a:pt x="259176" y="130510"/>
                    </a:cubicBezTo>
                    <a:cubicBezTo>
                      <a:pt x="259176" y="142252"/>
                      <a:pt x="249632" y="151783"/>
                      <a:pt x="237872" y="151783"/>
                    </a:cubicBezTo>
                    <a:lnTo>
                      <a:pt x="103941" y="151783"/>
                    </a:lnTo>
                    <a:cubicBezTo>
                      <a:pt x="92182" y="151783"/>
                      <a:pt x="82637" y="142252"/>
                      <a:pt x="82637" y="130510"/>
                    </a:cubicBezTo>
                    <a:cubicBezTo>
                      <a:pt x="82637" y="118769"/>
                      <a:pt x="92182" y="109238"/>
                      <a:pt x="103941" y="109238"/>
                    </a:cubicBezTo>
                    <a:close/>
                    <a:moveTo>
                      <a:pt x="103915" y="108741"/>
                    </a:moveTo>
                    <a:cubicBezTo>
                      <a:pt x="91845" y="108741"/>
                      <a:pt x="82067" y="118499"/>
                      <a:pt x="82067" y="130545"/>
                    </a:cubicBezTo>
                    <a:cubicBezTo>
                      <a:pt x="82067" y="142591"/>
                      <a:pt x="91845" y="152350"/>
                      <a:pt x="103915" y="152350"/>
                    </a:cubicBezTo>
                    <a:lnTo>
                      <a:pt x="237903" y="152350"/>
                    </a:lnTo>
                    <a:cubicBezTo>
                      <a:pt x="249972" y="152350"/>
                      <a:pt x="259750" y="142591"/>
                      <a:pt x="259750" y="130545"/>
                    </a:cubicBezTo>
                    <a:cubicBezTo>
                      <a:pt x="259750" y="118499"/>
                      <a:pt x="249972" y="108741"/>
                      <a:pt x="237903" y="108741"/>
                    </a:cubicBezTo>
                    <a:close/>
                    <a:moveTo>
                      <a:pt x="103941" y="108247"/>
                    </a:moveTo>
                    <a:lnTo>
                      <a:pt x="237872" y="108247"/>
                    </a:lnTo>
                    <a:cubicBezTo>
                      <a:pt x="250166" y="108247"/>
                      <a:pt x="260245" y="118235"/>
                      <a:pt x="260245" y="130510"/>
                    </a:cubicBezTo>
                    <a:cubicBezTo>
                      <a:pt x="260245" y="142786"/>
                      <a:pt x="250166" y="152774"/>
                      <a:pt x="237872" y="152774"/>
                    </a:cubicBezTo>
                    <a:lnTo>
                      <a:pt x="103941" y="152774"/>
                    </a:lnTo>
                    <a:cubicBezTo>
                      <a:pt x="91647" y="152774"/>
                      <a:pt x="81644" y="142786"/>
                      <a:pt x="81644" y="130510"/>
                    </a:cubicBezTo>
                    <a:cubicBezTo>
                      <a:pt x="81644" y="118235"/>
                      <a:pt x="91647" y="108247"/>
                      <a:pt x="103941" y="108247"/>
                    </a:cubicBezTo>
                    <a:close/>
                    <a:moveTo>
                      <a:pt x="343255" y="53606"/>
                    </a:moveTo>
                    <a:lnTo>
                      <a:pt x="343179" y="117889"/>
                    </a:lnTo>
                    <a:cubicBezTo>
                      <a:pt x="343179" y="121854"/>
                      <a:pt x="344782" y="125666"/>
                      <a:pt x="347608" y="128488"/>
                    </a:cubicBezTo>
                    <a:cubicBezTo>
                      <a:pt x="350433" y="131386"/>
                      <a:pt x="354251" y="132911"/>
                      <a:pt x="358299" y="132911"/>
                    </a:cubicBezTo>
                    <a:lnTo>
                      <a:pt x="421833" y="132911"/>
                    </a:lnTo>
                    <a:close/>
                    <a:moveTo>
                      <a:pt x="342760" y="52412"/>
                    </a:moveTo>
                    <a:lnTo>
                      <a:pt x="423095" y="133462"/>
                    </a:lnTo>
                    <a:lnTo>
                      <a:pt x="358262" y="133462"/>
                    </a:lnTo>
                    <a:cubicBezTo>
                      <a:pt x="354138" y="133462"/>
                      <a:pt x="350243" y="131861"/>
                      <a:pt x="347265" y="128887"/>
                    </a:cubicBezTo>
                    <a:cubicBezTo>
                      <a:pt x="344363" y="125914"/>
                      <a:pt x="342683" y="122025"/>
                      <a:pt x="342683" y="117908"/>
                    </a:cubicBezTo>
                    <a:close/>
                    <a:moveTo>
                      <a:pt x="342186" y="51166"/>
                    </a:moveTo>
                    <a:lnTo>
                      <a:pt x="342186" y="117889"/>
                    </a:lnTo>
                    <a:cubicBezTo>
                      <a:pt x="342186" y="122159"/>
                      <a:pt x="343866" y="126200"/>
                      <a:pt x="346844" y="129250"/>
                    </a:cubicBezTo>
                    <a:cubicBezTo>
                      <a:pt x="349899" y="132301"/>
                      <a:pt x="353946" y="133902"/>
                      <a:pt x="358299" y="133902"/>
                    </a:cubicBezTo>
                    <a:lnTo>
                      <a:pt x="424277" y="133902"/>
                    </a:lnTo>
                    <a:close/>
                    <a:moveTo>
                      <a:pt x="59716" y="44608"/>
                    </a:moveTo>
                    <a:cubicBezTo>
                      <a:pt x="51392" y="44608"/>
                      <a:pt x="44596" y="51319"/>
                      <a:pt x="44596" y="59630"/>
                    </a:cubicBezTo>
                    <a:lnTo>
                      <a:pt x="44596" y="545751"/>
                    </a:lnTo>
                    <a:cubicBezTo>
                      <a:pt x="44596" y="554062"/>
                      <a:pt x="51392" y="560773"/>
                      <a:pt x="59716" y="560773"/>
                    </a:cubicBezTo>
                    <a:lnTo>
                      <a:pt x="416106" y="560773"/>
                    </a:lnTo>
                    <a:cubicBezTo>
                      <a:pt x="424429" y="560773"/>
                      <a:pt x="431149" y="554062"/>
                      <a:pt x="431149" y="545751"/>
                    </a:cubicBezTo>
                    <a:lnTo>
                      <a:pt x="431149" y="177519"/>
                    </a:lnTo>
                    <a:lnTo>
                      <a:pt x="358299" y="177519"/>
                    </a:lnTo>
                    <a:cubicBezTo>
                      <a:pt x="342339" y="177519"/>
                      <a:pt x="327295" y="171266"/>
                      <a:pt x="315993" y="159981"/>
                    </a:cubicBezTo>
                    <a:cubicBezTo>
                      <a:pt x="304768" y="148771"/>
                      <a:pt x="298506" y="133749"/>
                      <a:pt x="298582" y="117812"/>
                    </a:cubicBezTo>
                    <a:lnTo>
                      <a:pt x="298582" y="44608"/>
                    </a:lnTo>
                    <a:close/>
                    <a:moveTo>
                      <a:pt x="59753" y="44101"/>
                    </a:moveTo>
                    <a:lnTo>
                      <a:pt x="299156" y="44101"/>
                    </a:lnTo>
                    <a:lnTo>
                      <a:pt x="299079" y="117832"/>
                    </a:lnTo>
                    <a:cubicBezTo>
                      <a:pt x="299079" y="133615"/>
                      <a:pt x="305265" y="148483"/>
                      <a:pt x="316414" y="159691"/>
                    </a:cubicBezTo>
                    <a:cubicBezTo>
                      <a:pt x="327639" y="170823"/>
                      <a:pt x="342454" y="176999"/>
                      <a:pt x="358338" y="176999"/>
                    </a:cubicBezTo>
                    <a:lnTo>
                      <a:pt x="431724" y="176999"/>
                    </a:lnTo>
                    <a:lnTo>
                      <a:pt x="431724" y="545726"/>
                    </a:lnTo>
                    <a:cubicBezTo>
                      <a:pt x="431724" y="554266"/>
                      <a:pt x="424775" y="561281"/>
                      <a:pt x="416146" y="561281"/>
                    </a:cubicBezTo>
                    <a:lnTo>
                      <a:pt x="59753" y="561281"/>
                    </a:lnTo>
                    <a:cubicBezTo>
                      <a:pt x="51123" y="561281"/>
                      <a:pt x="44174" y="554266"/>
                      <a:pt x="44174" y="545726"/>
                    </a:cubicBezTo>
                    <a:lnTo>
                      <a:pt x="44174" y="59656"/>
                    </a:lnTo>
                    <a:cubicBezTo>
                      <a:pt x="44174" y="51040"/>
                      <a:pt x="51123" y="44101"/>
                      <a:pt x="59753" y="44101"/>
                    </a:cubicBezTo>
                    <a:close/>
                    <a:moveTo>
                      <a:pt x="59716" y="43541"/>
                    </a:moveTo>
                    <a:cubicBezTo>
                      <a:pt x="50782" y="43541"/>
                      <a:pt x="43603" y="50785"/>
                      <a:pt x="43603" y="59630"/>
                    </a:cubicBezTo>
                    <a:lnTo>
                      <a:pt x="43603" y="545751"/>
                    </a:lnTo>
                    <a:cubicBezTo>
                      <a:pt x="43603" y="554596"/>
                      <a:pt x="50782" y="561764"/>
                      <a:pt x="59716" y="561764"/>
                    </a:cubicBezTo>
                    <a:lnTo>
                      <a:pt x="416106" y="561764"/>
                    </a:lnTo>
                    <a:cubicBezTo>
                      <a:pt x="424964" y="561764"/>
                      <a:pt x="432219" y="554596"/>
                      <a:pt x="432219" y="545751"/>
                    </a:cubicBezTo>
                    <a:lnTo>
                      <a:pt x="432219" y="176452"/>
                    </a:lnTo>
                    <a:lnTo>
                      <a:pt x="358222" y="176452"/>
                    </a:lnTo>
                    <a:cubicBezTo>
                      <a:pt x="342568" y="176452"/>
                      <a:pt x="327829" y="170351"/>
                      <a:pt x="316757" y="159294"/>
                    </a:cubicBezTo>
                    <a:cubicBezTo>
                      <a:pt x="305684" y="148238"/>
                      <a:pt x="299575" y="133521"/>
                      <a:pt x="299575" y="117812"/>
                    </a:cubicBezTo>
                    <a:lnTo>
                      <a:pt x="299651" y="44075"/>
                    </a:lnTo>
                    <a:lnTo>
                      <a:pt x="299651" y="43541"/>
                    </a:lnTo>
                    <a:close/>
                    <a:moveTo>
                      <a:pt x="59716" y="991"/>
                    </a:moveTo>
                    <a:lnTo>
                      <a:pt x="327982" y="991"/>
                    </a:lnTo>
                    <a:cubicBezTo>
                      <a:pt x="335771" y="991"/>
                      <a:pt x="343408" y="2516"/>
                      <a:pt x="350586" y="5566"/>
                    </a:cubicBezTo>
                    <a:cubicBezTo>
                      <a:pt x="357764" y="8540"/>
                      <a:pt x="364179" y="12887"/>
                      <a:pt x="369677" y="18377"/>
                    </a:cubicBezTo>
                    <a:lnTo>
                      <a:pt x="457800" y="107289"/>
                    </a:lnTo>
                    <a:cubicBezTo>
                      <a:pt x="468797" y="118346"/>
                      <a:pt x="474830" y="132987"/>
                      <a:pt x="474830" y="148543"/>
                    </a:cubicBezTo>
                    <a:lnTo>
                      <a:pt x="474830" y="545751"/>
                    </a:lnTo>
                    <a:cubicBezTo>
                      <a:pt x="474830" y="578082"/>
                      <a:pt x="448484" y="604314"/>
                      <a:pt x="416106" y="604314"/>
                    </a:cubicBezTo>
                    <a:lnTo>
                      <a:pt x="59716" y="604314"/>
                    </a:lnTo>
                    <a:cubicBezTo>
                      <a:pt x="27338" y="604314"/>
                      <a:pt x="992" y="578082"/>
                      <a:pt x="992" y="545751"/>
                    </a:cubicBezTo>
                    <a:lnTo>
                      <a:pt x="992" y="59630"/>
                    </a:lnTo>
                    <a:cubicBezTo>
                      <a:pt x="992" y="27299"/>
                      <a:pt x="27338" y="991"/>
                      <a:pt x="59716" y="991"/>
                    </a:cubicBezTo>
                    <a:close/>
                    <a:moveTo>
                      <a:pt x="59753" y="565"/>
                    </a:moveTo>
                    <a:cubicBezTo>
                      <a:pt x="27069" y="565"/>
                      <a:pt x="494" y="27022"/>
                      <a:pt x="494" y="59656"/>
                    </a:cubicBezTo>
                    <a:lnTo>
                      <a:pt x="494" y="545726"/>
                    </a:lnTo>
                    <a:cubicBezTo>
                      <a:pt x="494" y="578284"/>
                      <a:pt x="27069" y="604817"/>
                      <a:pt x="59753" y="604817"/>
                    </a:cubicBezTo>
                    <a:lnTo>
                      <a:pt x="416146" y="604817"/>
                    </a:lnTo>
                    <a:cubicBezTo>
                      <a:pt x="448830" y="604817"/>
                      <a:pt x="475328" y="578284"/>
                      <a:pt x="475328" y="545726"/>
                    </a:cubicBezTo>
                    <a:lnTo>
                      <a:pt x="475328" y="148559"/>
                    </a:lnTo>
                    <a:cubicBezTo>
                      <a:pt x="475328" y="132852"/>
                      <a:pt x="469295" y="118137"/>
                      <a:pt x="458223" y="107005"/>
                    </a:cubicBezTo>
                    <a:lnTo>
                      <a:pt x="370098" y="18101"/>
                    </a:lnTo>
                    <a:cubicBezTo>
                      <a:pt x="364523" y="12459"/>
                      <a:pt x="358109" y="8113"/>
                      <a:pt x="350778" y="5063"/>
                    </a:cubicBezTo>
                    <a:cubicBezTo>
                      <a:pt x="343523" y="2090"/>
                      <a:pt x="335887" y="565"/>
                      <a:pt x="328021" y="565"/>
                    </a:cubicBezTo>
                    <a:close/>
                    <a:moveTo>
                      <a:pt x="59716" y="0"/>
                    </a:moveTo>
                    <a:lnTo>
                      <a:pt x="327982" y="0"/>
                    </a:lnTo>
                    <a:cubicBezTo>
                      <a:pt x="335924" y="0"/>
                      <a:pt x="343637" y="1525"/>
                      <a:pt x="350968" y="4575"/>
                    </a:cubicBezTo>
                    <a:cubicBezTo>
                      <a:pt x="358299" y="7625"/>
                      <a:pt x="364866" y="12048"/>
                      <a:pt x="370440" y="17691"/>
                    </a:cubicBezTo>
                    <a:lnTo>
                      <a:pt x="458564" y="106603"/>
                    </a:lnTo>
                    <a:cubicBezTo>
                      <a:pt x="469713" y="117812"/>
                      <a:pt x="475822" y="132758"/>
                      <a:pt x="475822" y="148543"/>
                    </a:cubicBezTo>
                    <a:lnTo>
                      <a:pt x="475822" y="545751"/>
                    </a:lnTo>
                    <a:cubicBezTo>
                      <a:pt x="475822" y="578616"/>
                      <a:pt x="449019" y="605381"/>
                      <a:pt x="416106" y="605381"/>
                    </a:cubicBezTo>
                    <a:lnTo>
                      <a:pt x="59716" y="605381"/>
                    </a:lnTo>
                    <a:cubicBezTo>
                      <a:pt x="26727" y="605381"/>
                      <a:pt x="0" y="578616"/>
                      <a:pt x="0" y="545751"/>
                    </a:cubicBezTo>
                    <a:lnTo>
                      <a:pt x="0" y="59630"/>
                    </a:lnTo>
                    <a:cubicBezTo>
                      <a:pt x="0" y="26765"/>
                      <a:pt x="26727" y="0"/>
                      <a:pt x="59716" y="0"/>
                    </a:cubicBezTo>
                    <a:close/>
                  </a:path>
                </a:pathLst>
              </a:custGeom>
              <a:solidFill>
                <a:srgbClr val="FFFFFF"/>
              </a:solidFill>
              <a:ln w="5850" cap="flat">
                <a:noFill/>
                <a:prstDash val="solid"/>
                <a:miter/>
              </a:ln>
            </p:spPr>
            <p:txBody>
              <a:bodyPr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grpSp>
        <p:grpSp>
          <p:nvGrpSpPr>
            <p:cNvPr id="183" name="组合 182">
              <a:extLst>
                <a:ext uri="{FF2B5EF4-FFF2-40B4-BE49-F238E27FC236}">
                  <a16:creationId xmlns:a16="http://schemas.microsoft.com/office/drawing/2014/main" id="{FAE5BD3D-9E51-9F8D-11C4-152B3E4BF31E}"/>
                </a:ext>
              </a:extLst>
            </p:cNvPr>
            <p:cNvGrpSpPr/>
            <p:nvPr/>
          </p:nvGrpSpPr>
          <p:grpSpPr>
            <a:xfrm>
              <a:off x="8123121" y="2698751"/>
              <a:ext cx="3395780" cy="3435349"/>
              <a:chOff x="5717116" y="2698751"/>
              <a:chExt cx="3395780" cy="3435349"/>
            </a:xfrm>
          </p:grpSpPr>
          <p:sp>
            <p:nvSpPr>
              <p:cNvPr id="193" name="ComponentBackground3">
                <a:extLst>
                  <a:ext uri="{FF2B5EF4-FFF2-40B4-BE49-F238E27FC236}">
                    <a16:creationId xmlns:a16="http://schemas.microsoft.com/office/drawing/2014/main" id="{2B252555-B7BB-C4E0-039D-228BCEDAB9BE}"/>
                  </a:ext>
                </a:extLst>
              </p:cNvPr>
              <p:cNvSpPr/>
              <p:nvPr/>
            </p:nvSpPr>
            <p:spPr bwMode="auto">
              <a:xfrm>
                <a:off x="5717116" y="3194516"/>
                <a:ext cx="3395780" cy="2939584"/>
              </a:xfrm>
              <a:prstGeom prst="roundRect">
                <a:avLst>
                  <a:gd name="adj" fmla="val 800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dirty="0">
                  <a:cs typeface="+mn-ea"/>
                  <a:sym typeface="+mn-lt"/>
                </a:endParaRPr>
              </a:p>
            </p:txBody>
          </p:sp>
          <p:sp>
            <p:nvSpPr>
              <p:cNvPr id="194" name="Bullet3">
                <a:extLst>
                  <a:ext uri="{FF2B5EF4-FFF2-40B4-BE49-F238E27FC236}">
                    <a16:creationId xmlns:a16="http://schemas.microsoft.com/office/drawing/2014/main" id="{D91E0A09-9F43-5188-9A2E-B5467CE140E2}"/>
                  </a:ext>
                </a:extLst>
              </p:cNvPr>
              <p:cNvSpPr txBox="1"/>
              <p:nvPr/>
            </p:nvSpPr>
            <p:spPr>
              <a:xfrm>
                <a:off x="5940091" y="3873500"/>
                <a:ext cx="2949830" cy="686256"/>
              </a:xfrm>
              <a:prstGeom prst="rect">
                <a:avLst/>
              </a:prstGeom>
              <a:noFill/>
              <a:ln>
                <a:noFill/>
              </a:ln>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cs typeface="+mn-ea"/>
                    <a:sym typeface="+mn-lt"/>
                  </a:rPr>
                  <a:t>单击添加小标题</a:t>
                </a:r>
                <a:endParaRPr lang="en-US" dirty="0">
                  <a:cs typeface="+mn-ea"/>
                  <a:sym typeface="+mn-lt"/>
                </a:endParaRPr>
              </a:p>
            </p:txBody>
          </p:sp>
          <p:sp>
            <p:nvSpPr>
              <p:cNvPr id="195" name="Text3">
                <a:extLst>
                  <a:ext uri="{FF2B5EF4-FFF2-40B4-BE49-F238E27FC236}">
                    <a16:creationId xmlns:a16="http://schemas.microsoft.com/office/drawing/2014/main" id="{7BC13376-B516-83F2-344E-768D493FB1CB}"/>
                  </a:ext>
                </a:extLst>
              </p:cNvPr>
              <p:cNvSpPr txBox="1">
                <a:spLocks/>
              </p:cNvSpPr>
              <p:nvPr/>
            </p:nvSpPr>
            <p:spPr>
              <a:xfrm flipH="1">
                <a:off x="5940091" y="4572457"/>
                <a:ext cx="2949828" cy="1269544"/>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913765">
                  <a:lnSpc>
                    <a:spcPct val="120000"/>
                  </a:lnSpc>
                  <a:buSzPct val="25000"/>
                  <a:defRPr/>
                </a:pPr>
                <a:r>
                  <a:rPr lang="zh-CN" altLang="en-US" sz="1200" dirty="0">
                    <a:cs typeface="+mn-ea"/>
                    <a:sym typeface="+mn-lt"/>
                  </a:rPr>
                  <a:t>单击此处添加文本单击此处添加文本单击此处添加文本单击此处添加文本</a:t>
                </a:r>
                <a:endParaRPr lang="en-US" dirty="0">
                  <a:cs typeface="+mn-ea"/>
                  <a:sym typeface="+mn-lt"/>
                </a:endParaRPr>
              </a:p>
            </p:txBody>
          </p:sp>
          <p:sp>
            <p:nvSpPr>
              <p:cNvPr id="196" name="IconBackground3">
                <a:extLst>
                  <a:ext uri="{FF2B5EF4-FFF2-40B4-BE49-F238E27FC236}">
                    <a16:creationId xmlns:a16="http://schemas.microsoft.com/office/drawing/2014/main" id="{37C2EB36-E11A-A5E2-FDA1-DAE1FD8A717D}"/>
                  </a:ext>
                </a:extLst>
              </p:cNvPr>
              <p:cNvSpPr/>
              <p:nvPr/>
            </p:nvSpPr>
            <p:spPr>
              <a:xfrm>
                <a:off x="6855401" y="2698751"/>
                <a:ext cx="1119208" cy="1083586"/>
              </a:xfrm>
              <a:prstGeom prst="ellipse">
                <a:avLst/>
              </a:prstGeom>
              <a:solidFill>
                <a:schemeClr val="accent1"/>
              </a:solidFill>
              <a:ln w="25400" cap="flat">
                <a:solidFill>
                  <a:schemeClr val="bg1"/>
                </a:solidFill>
                <a:prstDash val="solid"/>
                <a:miter/>
              </a:ln>
            </p:spPr>
            <p:txBody>
              <a:bodyPr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197" name="Icon3">
                <a:extLst>
                  <a:ext uri="{FF2B5EF4-FFF2-40B4-BE49-F238E27FC236}">
                    <a16:creationId xmlns:a16="http://schemas.microsoft.com/office/drawing/2014/main" id="{AD67DCD2-29B4-3203-B3B6-BBBCD3AC6403}"/>
                  </a:ext>
                </a:extLst>
              </p:cNvPr>
              <p:cNvSpPr/>
              <p:nvPr/>
            </p:nvSpPr>
            <p:spPr>
              <a:xfrm>
                <a:off x="7186180" y="2986862"/>
                <a:ext cx="457799" cy="475908"/>
              </a:xfrm>
              <a:custGeom>
                <a:avLst/>
                <a:gdLst>
                  <a:gd name="connsiteX0" fmla="*/ 60070 w 583364"/>
                  <a:gd name="connsiteY0" fmla="*/ 336794 h 606439"/>
                  <a:gd name="connsiteX1" fmla="*/ 44937 w 583364"/>
                  <a:gd name="connsiteY1" fmla="*/ 351903 h 606439"/>
                  <a:gd name="connsiteX2" fmla="*/ 44937 w 583364"/>
                  <a:gd name="connsiteY2" fmla="*/ 546471 h 606439"/>
                  <a:gd name="connsiteX3" fmla="*/ 60070 w 583364"/>
                  <a:gd name="connsiteY3" fmla="*/ 561580 h 606439"/>
                  <a:gd name="connsiteX4" fmla="*/ 113380 w 583364"/>
                  <a:gd name="connsiteY4" fmla="*/ 561580 h 606439"/>
                  <a:gd name="connsiteX5" fmla="*/ 128513 w 583364"/>
                  <a:gd name="connsiteY5" fmla="*/ 546471 h 606439"/>
                  <a:gd name="connsiteX6" fmla="*/ 128513 w 583364"/>
                  <a:gd name="connsiteY6" fmla="*/ 351903 h 606439"/>
                  <a:gd name="connsiteX7" fmla="*/ 113380 w 583364"/>
                  <a:gd name="connsiteY7" fmla="*/ 336794 h 606439"/>
                  <a:gd name="connsiteX8" fmla="*/ 60032 w 583364"/>
                  <a:gd name="connsiteY8" fmla="*/ 336216 h 606439"/>
                  <a:gd name="connsiteX9" fmla="*/ 113347 w 583364"/>
                  <a:gd name="connsiteY9" fmla="*/ 336216 h 606439"/>
                  <a:gd name="connsiteX10" fmla="*/ 129019 w 583364"/>
                  <a:gd name="connsiteY10" fmla="*/ 351862 h 606439"/>
                  <a:gd name="connsiteX11" fmla="*/ 129019 w 583364"/>
                  <a:gd name="connsiteY11" fmla="*/ 546436 h 606439"/>
                  <a:gd name="connsiteX12" fmla="*/ 113347 w 583364"/>
                  <a:gd name="connsiteY12" fmla="*/ 562082 h 606439"/>
                  <a:gd name="connsiteX13" fmla="*/ 60032 w 583364"/>
                  <a:gd name="connsiteY13" fmla="*/ 562082 h 606439"/>
                  <a:gd name="connsiteX14" fmla="*/ 44360 w 583364"/>
                  <a:gd name="connsiteY14" fmla="*/ 546436 h 606439"/>
                  <a:gd name="connsiteX15" fmla="*/ 44360 w 583364"/>
                  <a:gd name="connsiteY15" fmla="*/ 351862 h 606439"/>
                  <a:gd name="connsiteX16" fmla="*/ 60032 w 583364"/>
                  <a:gd name="connsiteY16" fmla="*/ 336216 h 606439"/>
                  <a:gd name="connsiteX17" fmla="*/ 60070 w 583364"/>
                  <a:gd name="connsiteY17" fmla="*/ 335797 h 606439"/>
                  <a:gd name="connsiteX18" fmla="*/ 43938 w 583364"/>
                  <a:gd name="connsiteY18" fmla="*/ 351903 h 606439"/>
                  <a:gd name="connsiteX19" fmla="*/ 43938 w 583364"/>
                  <a:gd name="connsiteY19" fmla="*/ 546471 h 606439"/>
                  <a:gd name="connsiteX20" fmla="*/ 60070 w 583364"/>
                  <a:gd name="connsiteY20" fmla="*/ 562577 h 606439"/>
                  <a:gd name="connsiteX21" fmla="*/ 113380 w 583364"/>
                  <a:gd name="connsiteY21" fmla="*/ 562577 h 606439"/>
                  <a:gd name="connsiteX22" fmla="*/ 129588 w 583364"/>
                  <a:gd name="connsiteY22" fmla="*/ 546471 h 606439"/>
                  <a:gd name="connsiteX23" fmla="*/ 129588 w 583364"/>
                  <a:gd name="connsiteY23" fmla="*/ 351903 h 606439"/>
                  <a:gd name="connsiteX24" fmla="*/ 113380 w 583364"/>
                  <a:gd name="connsiteY24" fmla="*/ 335797 h 606439"/>
                  <a:gd name="connsiteX25" fmla="*/ 60070 w 583364"/>
                  <a:gd name="connsiteY25" fmla="*/ 293003 h 606439"/>
                  <a:gd name="connsiteX26" fmla="*/ 113380 w 583364"/>
                  <a:gd name="connsiteY26" fmla="*/ 293003 h 606439"/>
                  <a:gd name="connsiteX27" fmla="*/ 172374 w 583364"/>
                  <a:gd name="connsiteY27" fmla="*/ 351903 h 606439"/>
                  <a:gd name="connsiteX28" fmla="*/ 172374 w 583364"/>
                  <a:gd name="connsiteY28" fmla="*/ 546471 h 606439"/>
                  <a:gd name="connsiteX29" fmla="*/ 113380 w 583364"/>
                  <a:gd name="connsiteY29" fmla="*/ 605371 h 606439"/>
                  <a:gd name="connsiteX30" fmla="*/ 60070 w 583364"/>
                  <a:gd name="connsiteY30" fmla="*/ 605371 h 606439"/>
                  <a:gd name="connsiteX31" fmla="*/ 1075 w 583364"/>
                  <a:gd name="connsiteY31" fmla="*/ 546471 h 606439"/>
                  <a:gd name="connsiteX32" fmla="*/ 1075 w 583364"/>
                  <a:gd name="connsiteY32" fmla="*/ 351903 h 606439"/>
                  <a:gd name="connsiteX33" fmla="*/ 60070 w 583364"/>
                  <a:gd name="connsiteY33" fmla="*/ 293003 h 606439"/>
                  <a:gd name="connsiteX34" fmla="*/ 60032 w 583364"/>
                  <a:gd name="connsiteY34" fmla="*/ 292423 h 606439"/>
                  <a:gd name="connsiteX35" fmla="*/ 494 w 583364"/>
                  <a:gd name="connsiteY35" fmla="*/ 351862 h 606439"/>
                  <a:gd name="connsiteX36" fmla="*/ 494 w 583364"/>
                  <a:gd name="connsiteY36" fmla="*/ 546436 h 606439"/>
                  <a:gd name="connsiteX37" fmla="*/ 60032 w 583364"/>
                  <a:gd name="connsiteY37" fmla="*/ 605874 h 606439"/>
                  <a:gd name="connsiteX38" fmla="*/ 113347 w 583364"/>
                  <a:gd name="connsiteY38" fmla="*/ 605874 h 606439"/>
                  <a:gd name="connsiteX39" fmla="*/ 172885 w 583364"/>
                  <a:gd name="connsiteY39" fmla="*/ 546436 h 606439"/>
                  <a:gd name="connsiteX40" fmla="*/ 172885 w 583364"/>
                  <a:gd name="connsiteY40" fmla="*/ 351862 h 606439"/>
                  <a:gd name="connsiteX41" fmla="*/ 113347 w 583364"/>
                  <a:gd name="connsiteY41" fmla="*/ 292423 h 606439"/>
                  <a:gd name="connsiteX42" fmla="*/ 60070 w 583364"/>
                  <a:gd name="connsiteY42" fmla="*/ 291929 h 606439"/>
                  <a:gd name="connsiteX43" fmla="*/ 113380 w 583364"/>
                  <a:gd name="connsiteY43" fmla="*/ 291929 h 606439"/>
                  <a:gd name="connsiteX44" fmla="*/ 173450 w 583364"/>
                  <a:gd name="connsiteY44" fmla="*/ 351903 h 606439"/>
                  <a:gd name="connsiteX45" fmla="*/ 173450 w 583364"/>
                  <a:gd name="connsiteY45" fmla="*/ 546471 h 606439"/>
                  <a:gd name="connsiteX46" fmla="*/ 113380 w 583364"/>
                  <a:gd name="connsiteY46" fmla="*/ 606368 h 606439"/>
                  <a:gd name="connsiteX47" fmla="*/ 60070 w 583364"/>
                  <a:gd name="connsiteY47" fmla="*/ 606368 h 606439"/>
                  <a:gd name="connsiteX48" fmla="*/ 0 w 583364"/>
                  <a:gd name="connsiteY48" fmla="*/ 546471 h 606439"/>
                  <a:gd name="connsiteX49" fmla="*/ 0 w 583364"/>
                  <a:gd name="connsiteY49" fmla="*/ 351903 h 606439"/>
                  <a:gd name="connsiteX50" fmla="*/ 60070 w 583364"/>
                  <a:gd name="connsiteY50" fmla="*/ 291929 h 606439"/>
                  <a:gd name="connsiteX51" fmla="*/ 470057 w 583364"/>
                  <a:gd name="connsiteY51" fmla="*/ 197495 h 606439"/>
                  <a:gd name="connsiteX52" fmla="*/ 454847 w 583364"/>
                  <a:gd name="connsiteY52" fmla="*/ 212681 h 606439"/>
                  <a:gd name="connsiteX53" fmla="*/ 454847 w 583364"/>
                  <a:gd name="connsiteY53" fmla="*/ 546463 h 606439"/>
                  <a:gd name="connsiteX54" fmla="*/ 470057 w 583364"/>
                  <a:gd name="connsiteY54" fmla="*/ 561572 h 606439"/>
                  <a:gd name="connsiteX55" fmla="*/ 523292 w 583364"/>
                  <a:gd name="connsiteY55" fmla="*/ 561572 h 606439"/>
                  <a:gd name="connsiteX56" fmla="*/ 538502 w 583364"/>
                  <a:gd name="connsiteY56" fmla="*/ 546463 h 606439"/>
                  <a:gd name="connsiteX57" fmla="*/ 538502 w 583364"/>
                  <a:gd name="connsiteY57" fmla="*/ 212681 h 606439"/>
                  <a:gd name="connsiteX58" fmla="*/ 523292 w 583364"/>
                  <a:gd name="connsiteY58" fmla="*/ 197495 h 606439"/>
                  <a:gd name="connsiteX59" fmla="*/ 470023 w 583364"/>
                  <a:gd name="connsiteY59" fmla="*/ 197056 h 606439"/>
                  <a:gd name="connsiteX60" fmla="*/ 523261 w 583364"/>
                  <a:gd name="connsiteY60" fmla="*/ 197056 h 606439"/>
                  <a:gd name="connsiteX61" fmla="*/ 538933 w 583364"/>
                  <a:gd name="connsiteY61" fmla="*/ 212701 h 606439"/>
                  <a:gd name="connsiteX62" fmla="*/ 538933 w 583364"/>
                  <a:gd name="connsiteY62" fmla="*/ 546442 h 606439"/>
                  <a:gd name="connsiteX63" fmla="*/ 523261 w 583364"/>
                  <a:gd name="connsiteY63" fmla="*/ 562086 h 606439"/>
                  <a:gd name="connsiteX64" fmla="*/ 470023 w 583364"/>
                  <a:gd name="connsiteY64" fmla="*/ 562086 h 606439"/>
                  <a:gd name="connsiteX65" fmla="*/ 454351 w 583364"/>
                  <a:gd name="connsiteY65" fmla="*/ 546442 h 606439"/>
                  <a:gd name="connsiteX66" fmla="*/ 454351 w 583364"/>
                  <a:gd name="connsiteY66" fmla="*/ 212701 h 606439"/>
                  <a:gd name="connsiteX67" fmla="*/ 470023 w 583364"/>
                  <a:gd name="connsiteY67" fmla="*/ 197056 h 606439"/>
                  <a:gd name="connsiteX68" fmla="*/ 470057 w 583364"/>
                  <a:gd name="connsiteY68" fmla="*/ 196498 h 606439"/>
                  <a:gd name="connsiteX69" fmla="*/ 453849 w 583364"/>
                  <a:gd name="connsiteY69" fmla="*/ 212681 h 606439"/>
                  <a:gd name="connsiteX70" fmla="*/ 453849 w 583364"/>
                  <a:gd name="connsiteY70" fmla="*/ 546463 h 606439"/>
                  <a:gd name="connsiteX71" fmla="*/ 470057 w 583364"/>
                  <a:gd name="connsiteY71" fmla="*/ 562569 h 606439"/>
                  <a:gd name="connsiteX72" fmla="*/ 523292 w 583364"/>
                  <a:gd name="connsiteY72" fmla="*/ 562569 h 606439"/>
                  <a:gd name="connsiteX73" fmla="*/ 539501 w 583364"/>
                  <a:gd name="connsiteY73" fmla="*/ 546463 h 606439"/>
                  <a:gd name="connsiteX74" fmla="*/ 539501 w 583364"/>
                  <a:gd name="connsiteY74" fmla="*/ 212681 h 606439"/>
                  <a:gd name="connsiteX75" fmla="*/ 523292 w 583364"/>
                  <a:gd name="connsiteY75" fmla="*/ 196498 h 606439"/>
                  <a:gd name="connsiteX76" fmla="*/ 470057 w 583364"/>
                  <a:gd name="connsiteY76" fmla="*/ 153701 h 606439"/>
                  <a:gd name="connsiteX77" fmla="*/ 523292 w 583364"/>
                  <a:gd name="connsiteY77" fmla="*/ 153701 h 606439"/>
                  <a:gd name="connsiteX78" fmla="*/ 582366 w 583364"/>
                  <a:gd name="connsiteY78" fmla="*/ 212681 h 606439"/>
                  <a:gd name="connsiteX79" fmla="*/ 582366 w 583364"/>
                  <a:gd name="connsiteY79" fmla="*/ 546463 h 606439"/>
                  <a:gd name="connsiteX80" fmla="*/ 523292 w 583364"/>
                  <a:gd name="connsiteY80" fmla="*/ 605365 h 606439"/>
                  <a:gd name="connsiteX81" fmla="*/ 470057 w 583364"/>
                  <a:gd name="connsiteY81" fmla="*/ 605365 h 606439"/>
                  <a:gd name="connsiteX82" fmla="*/ 410984 w 583364"/>
                  <a:gd name="connsiteY82" fmla="*/ 546463 h 606439"/>
                  <a:gd name="connsiteX83" fmla="*/ 410984 w 583364"/>
                  <a:gd name="connsiteY83" fmla="*/ 212681 h 606439"/>
                  <a:gd name="connsiteX84" fmla="*/ 470057 w 583364"/>
                  <a:gd name="connsiteY84" fmla="*/ 153701 h 606439"/>
                  <a:gd name="connsiteX85" fmla="*/ 470023 w 583364"/>
                  <a:gd name="connsiteY85" fmla="*/ 153268 h 606439"/>
                  <a:gd name="connsiteX86" fmla="*/ 410408 w 583364"/>
                  <a:gd name="connsiteY86" fmla="*/ 212701 h 606439"/>
                  <a:gd name="connsiteX87" fmla="*/ 410408 w 583364"/>
                  <a:gd name="connsiteY87" fmla="*/ 546442 h 606439"/>
                  <a:gd name="connsiteX88" fmla="*/ 470023 w 583364"/>
                  <a:gd name="connsiteY88" fmla="*/ 605874 h 606439"/>
                  <a:gd name="connsiteX89" fmla="*/ 523261 w 583364"/>
                  <a:gd name="connsiteY89" fmla="*/ 605874 h 606439"/>
                  <a:gd name="connsiteX90" fmla="*/ 582799 w 583364"/>
                  <a:gd name="connsiteY90" fmla="*/ 546442 h 606439"/>
                  <a:gd name="connsiteX91" fmla="*/ 582799 w 583364"/>
                  <a:gd name="connsiteY91" fmla="*/ 212701 h 606439"/>
                  <a:gd name="connsiteX92" fmla="*/ 523261 w 583364"/>
                  <a:gd name="connsiteY92" fmla="*/ 153268 h 606439"/>
                  <a:gd name="connsiteX93" fmla="*/ 470057 w 583364"/>
                  <a:gd name="connsiteY93" fmla="*/ 152704 h 606439"/>
                  <a:gd name="connsiteX94" fmla="*/ 523292 w 583364"/>
                  <a:gd name="connsiteY94" fmla="*/ 152704 h 606439"/>
                  <a:gd name="connsiteX95" fmla="*/ 583364 w 583364"/>
                  <a:gd name="connsiteY95" fmla="*/ 212681 h 606439"/>
                  <a:gd name="connsiteX96" fmla="*/ 583364 w 583364"/>
                  <a:gd name="connsiteY96" fmla="*/ 546463 h 606439"/>
                  <a:gd name="connsiteX97" fmla="*/ 523292 w 583364"/>
                  <a:gd name="connsiteY97" fmla="*/ 606363 h 606439"/>
                  <a:gd name="connsiteX98" fmla="*/ 470057 w 583364"/>
                  <a:gd name="connsiteY98" fmla="*/ 606439 h 606439"/>
                  <a:gd name="connsiteX99" fmla="*/ 409985 w 583364"/>
                  <a:gd name="connsiteY99" fmla="*/ 546463 h 606439"/>
                  <a:gd name="connsiteX100" fmla="*/ 409985 w 583364"/>
                  <a:gd name="connsiteY100" fmla="*/ 212681 h 606439"/>
                  <a:gd name="connsiteX101" fmla="*/ 470057 w 583364"/>
                  <a:gd name="connsiteY101" fmla="*/ 152704 h 606439"/>
                  <a:gd name="connsiteX102" fmla="*/ 264987 w 583364"/>
                  <a:gd name="connsiteY102" fmla="*/ 44868 h 606439"/>
                  <a:gd name="connsiteX103" fmla="*/ 249854 w 583364"/>
                  <a:gd name="connsiteY103" fmla="*/ 59977 h 606439"/>
                  <a:gd name="connsiteX104" fmla="*/ 249854 w 583364"/>
                  <a:gd name="connsiteY104" fmla="*/ 546468 h 606439"/>
                  <a:gd name="connsiteX105" fmla="*/ 264987 w 583364"/>
                  <a:gd name="connsiteY105" fmla="*/ 561577 h 606439"/>
                  <a:gd name="connsiteX106" fmla="*/ 318299 w 583364"/>
                  <a:gd name="connsiteY106" fmla="*/ 561577 h 606439"/>
                  <a:gd name="connsiteX107" fmla="*/ 333432 w 583364"/>
                  <a:gd name="connsiteY107" fmla="*/ 546468 h 606439"/>
                  <a:gd name="connsiteX108" fmla="*/ 333432 w 583364"/>
                  <a:gd name="connsiteY108" fmla="*/ 59977 h 606439"/>
                  <a:gd name="connsiteX109" fmla="*/ 318299 w 583364"/>
                  <a:gd name="connsiteY109" fmla="*/ 44868 h 606439"/>
                  <a:gd name="connsiteX110" fmla="*/ 265024 w 583364"/>
                  <a:gd name="connsiteY110" fmla="*/ 44354 h 606439"/>
                  <a:gd name="connsiteX111" fmla="*/ 318339 w 583364"/>
                  <a:gd name="connsiteY111" fmla="*/ 44354 h 606439"/>
                  <a:gd name="connsiteX112" fmla="*/ 334011 w 583364"/>
                  <a:gd name="connsiteY112" fmla="*/ 59999 h 606439"/>
                  <a:gd name="connsiteX113" fmla="*/ 334011 w 583364"/>
                  <a:gd name="connsiteY113" fmla="*/ 546441 h 606439"/>
                  <a:gd name="connsiteX114" fmla="*/ 318339 w 583364"/>
                  <a:gd name="connsiteY114" fmla="*/ 562086 h 606439"/>
                  <a:gd name="connsiteX115" fmla="*/ 265024 w 583364"/>
                  <a:gd name="connsiteY115" fmla="*/ 562086 h 606439"/>
                  <a:gd name="connsiteX116" fmla="*/ 249352 w 583364"/>
                  <a:gd name="connsiteY116" fmla="*/ 546441 h 606439"/>
                  <a:gd name="connsiteX117" fmla="*/ 249352 w 583364"/>
                  <a:gd name="connsiteY117" fmla="*/ 59999 h 606439"/>
                  <a:gd name="connsiteX118" fmla="*/ 265024 w 583364"/>
                  <a:gd name="connsiteY118" fmla="*/ 44354 h 606439"/>
                  <a:gd name="connsiteX119" fmla="*/ 264987 w 583364"/>
                  <a:gd name="connsiteY119" fmla="*/ 43794 h 606439"/>
                  <a:gd name="connsiteX120" fmla="*/ 248855 w 583364"/>
                  <a:gd name="connsiteY120" fmla="*/ 59977 h 606439"/>
                  <a:gd name="connsiteX121" fmla="*/ 248855 w 583364"/>
                  <a:gd name="connsiteY121" fmla="*/ 546468 h 606439"/>
                  <a:gd name="connsiteX122" fmla="*/ 264987 w 583364"/>
                  <a:gd name="connsiteY122" fmla="*/ 562574 h 606439"/>
                  <a:gd name="connsiteX123" fmla="*/ 318299 w 583364"/>
                  <a:gd name="connsiteY123" fmla="*/ 562574 h 606439"/>
                  <a:gd name="connsiteX124" fmla="*/ 334507 w 583364"/>
                  <a:gd name="connsiteY124" fmla="*/ 546468 h 606439"/>
                  <a:gd name="connsiteX125" fmla="*/ 334507 w 583364"/>
                  <a:gd name="connsiteY125" fmla="*/ 59977 h 606439"/>
                  <a:gd name="connsiteX126" fmla="*/ 318299 w 583364"/>
                  <a:gd name="connsiteY126" fmla="*/ 43794 h 606439"/>
                  <a:gd name="connsiteX127" fmla="*/ 264987 w 583364"/>
                  <a:gd name="connsiteY127" fmla="*/ 997 h 606439"/>
                  <a:gd name="connsiteX128" fmla="*/ 318299 w 583364"/>
                  <a:gd name="connsiteY128" fmla="*/ 997 h 606439"/>
                  <a:gd name="connsiteX129" fmla="*/ 377372 w 583364"/>
                  <a:gd name="connsiteY129" fmla="*/ 59977 h 606439"/>
                  <a:gd name="connsiteX130" fmla="*/ 377372 w 583364"/>
                  <a:gd name="connsiteY130" fmla="*/ 546468 h 606439"/>
                  <a:gd name="connsiteX131" fmla="*/ 318299 w 583364"/>
                  <a:gd name="connsiteY131" fmla="*/ 605371 h 606439"/>
                  <a:gd name="connsiteX132" fmla="*/ 264987 w 583364"/>
                  <a:gd name="connsiteY132" fmla="*/ 605371 h 606439"/>
                  <a:gd name="connsiteX133" fmla="*/ 205990 w 583364"/>
                  <a:gd name="connsiteY133" fmla="*/ 546468 h 606439"/>
                  <a:gd name="connsiteX134" fmla="*/ 205990 w 583364"/>
                  <a:gd name="connsiteY134" fmla="*/ 59977 h 606439"/>
                  <a:gd name="connsiteX135" fmla="*/ 264987 w 583364"/>
                  <a:gd name="connsiteY135" fmla="*/ 997 h 606439"/>
                  <a:gd name="connsiteX136" fmla="*/ 265024 w 583364"/>
                  <a:gd name="connsiteY136" fmla="*/ 565 h 606439"/>
                  <a:gd name="connsiteX137" fmla="*/ 205486 w 583364"/>
                  <a:gd name="connsiteY137" fmla="*/ 59999 h 606439"/>
                  <a:gd name="connsiteX138" fmla="*/ 205486 w 583364"/>
                  <a:gd name="connsiteY138" fmla="*/ 546441 h 606439"/>
                  <a:gd name="connsiteX139" fmla="*/ 265024 w 583364"/>
                  <a:gd name="connsiteY139" fmla="*/ 605875 h 606439"/>
                  <a:gd name="connsiteX140" fmla="*/ 318339 w 583364"/>
                  <a:gd name="connsiteY140" fmla="*/ 605875 h 606439"/>
                  <a:gd name="connsiteX141" fmla="*/ 377877 w 583364"/>
                  <a:gd name="connsiteY141" fmla="*/ 546441 h 606439"/>
                  <a:gd name="connsiteX142" fmla="*/ 377877 w 583364"/>
                  <a:gd name="connsiteY142" fmla="*/ 59999 h 606439"/>
                  <a:gd name="connsiteX143" fmla="*/ 318339 w 583364"/>
                  <a:gd name="connsiteY143" fmla="*/ 565 h 606439"/>
                  <a:gd name="connsiteX144" fmla="*/ 264987 w 583364"/>
                  <a:gd name="connsiteY144" fmla="*/ 0 h 606439"/>
                  <a:gd name="connsiteX145" fmla="*/ 318299 w 583364"/>
                  <a:gd name="connsiteY145" fmla="*/ 0 h 606439"/>
                  <a:gd name="connsiteX146" fmla="*/ 378371 w 583364"/>
                  <a:gd name="connsiteY146" fmla="*/ 59977 h 606439"/>
                  <a:gd name="connsiteX147" fmla="*/ 378371 w 583364"/>
                  <a:gd name="connsiteY147" fmla="*/ 546468 h 606439"/>
                  <a:gd name="connsiteX148" fmla="*/ 318299 w 583364"/>
                  <a:gd name="connsiteY148" fmla="*/ 606368 h 606439"/>
                  <a:gd name="connsiteX149" fmla="*/ 264987 w 583364"/>
                  <a:gd name="connsiteY149" fmla="*/ 606368 h 606439"/>
                  <a:gd name="connsiteX150" fmla="*/ 204992 w 583364"/>
                  <a:gd name="connsiteY150" fmla="*/ 546468 h 606439"/>
                  <a:gd name="connsiteX151" fmla="*/ 204992 w 583364"/>
                  <a:gd name="connsiteY151" fmla="*/ 59977 h 606439"/>
                  <a:gd name="connsiteX152" fmla="*/ 264987 w 583364"/>
                  <a:gd name="connsiteY152" fmla="*/ 0 h 60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83364" h="606439">
                    <a:moveTo>
                      <a:pt x="60070" y="336794"/>
                    </a:moveTo>
                    <a:cubicBezTo>
                      <a:pt x="51697" y="336794"/>
                      <a:pt x="44937" y="343620"/>
                      <a:pt x="44937" y="351903"/>
                    </a:cubicBezTo>
                    <a:lnTo>
                      <a:pt x="44937" y="546471"/>
                    </a:lnTo>
                    <a:cubicBezTo>
                      <a:pt x="44937" y="554754"/>
                      <a:pt x="51697" y="561580"/>
                      <a:pt x="60070" y="561580"/>
                    </a:cubicBezTo>
                    <a:lnTo>
                      <a:pt x="113380" y="561580"/>
                    </a:lnTo>
                    <a:cubicBezTo>
                      <a:pt x="121753" y="561580"/>
                      <a:pt x="128513" y="554754"/>
                      <a:pt x="128513" y="546471"/>
                    </a:cubicBezTo>
                    <a:lnTo>
                      <a:pt x="128513" y="351903"/>
                    </a:lnTo>
                    <a:cubicBezTo>
                      <a:pt x="128513" y="343620"/>
                      <a:pt x="121753" y="336794"/>
                      <a:pt x="113380" y="336794"/>
                    </a:cubicBezTo>
                    <a:close/>
                    <a:moveTo>
                      <a:pt x="60032" y="336216"/>
                    </a:moveTo>
                    <a:lnTo>
                      <a:pt x="113347" y="336216"/>
                    </a:lnTo>
                    <a:cubicBezTo>
                      <a:pt x="122028" y="336216"/>
                      <a:pt x="129019" y="343272"/>
                      <a:pt x="129019" y="351862"/>
                    </a:cubicBezTo>
                    <a:lnTo>
                      <a:pt x="129019" y="546436"/>
                    </a:lnTo>
                    <a:cubicBezTo>
                      <a:pt x="129019" y="555026"/>
                      <a:pt x="122028" y="562082"/>
                      <a:pt x="113347" y="562082"/>
                    </a:cubicBezTo>
                    <a:lnTo>
                      <a:pt x="60032" y="562082"/>
                    </a:lnTo>
                    <a:cubicBezTo>
                      <a:pt x="51427" y="562082"/>
                      <a:pt x="44360" y="555026"/>
                      <a:pt x="44360" y="546436"/>
                    </a:cubicBezTo>
                    <a:lnTo>
                      <a:pt x="44360" y="351862"/>
                    </a:lnTo>
                    <a:cubicBezTo>
                      <a:pt x="44360" y="343272"/>
                      <a:pt x="51427" y="336216"/>
                      <a:pt x="60032" y="336216"/>
                    </a:cubicBezTo>
                    <a:close/>
                    <a:moveTo>
                      <a:pt x="60070" y="335797"/>
                    </a:moveTo>
                    <a:cubicBezTo>
                      <a:pt x="51159" y="335797"/>
                      <a:pt x="43938" y="343006"/>
                      <a:pt x="43938" y="351903"/>
                    </a:cubicBezTo>
                    <a:lnTo>
                      <a:pt x="43938" y="546471"/>
                    </a:lnTo>
                    <a:cubicBezTo>
                      <a:pt x="43938" y="555368"/>
                      <a:pt x="51159" y="562577"/>
                      <a:pt x="60070" y="562577"/>
                    </a:cubicBezTo>
                    <a:lnTo>
                      <a:pt x="113380" y="562577"/>
                    </a:lnTo>
                    <a:cubicBezTo>
                      <a:pt x="122290" y="562577"/>
                      <a:pt x="129588" y="555368"/>
                      <a:pt x="129588" y="546471"/>
                    </a:cubicBezTo>
                    <a:lnTo>
                      <a:pt x="129588" y="351903"/>
                    </a:lnTo>
                    <a:cubicBezTo>
                      <a:pt x="129588" y="343006"/>
                      <a:pt x="122290" y="335797"/>
                      <a:pt x="113380" y="335797"/>
                    </a:cubicBezTo>
                    <a:close/>
                    <a:moveTo>
                      <a:pt x="60070" y="293003"/>
                    </a:moveTo>
                    <a:lnTo>
                      <a:pt x="113380" y="293003"/>
                    </a:lnTo>
                    <a:cubicBezTo>
                      <a:pt x="145950" y="293003"/>
                      <a:pt x="172374" y="319462"/>
                      <a:pt x="172374" y="351903"/>
                    </a:cubicBezTo>
                    <a:lnTo>
                      <a:pt x="172374" y="546471"/>
                    </a:lnTo>
                    <a:cubicBezTo>
                      <a:pt x="172374" y="578912"/>
                      <a:pt x="145950" y="605371"/>
                      <a:pt x="113380" y="605371"/>
                    </a:cubicBezTo>
                    <a:lnTo>
                      <a:pt x="60070" y="605371"/>
                    </a:lnTo>
                    <a:cubicBezTo>
                      <a:pt x="27577" y="605371"/>
                      <a:pt x="1075" y="578912"/>
                      <a:pt x="1075" y="546471"/>
                    </a:cubicBezTo>
                    <a:lnTo>
                      <a:pt x="1075" y="351903"/>
                    </a:lnTo>
                    <a:cubicBezTo>
                      <a:pt x="1075" y="319462"/>
                      <a:pt x="27577" y="293003"/>
                      <a:pt x="60070" y="293003"/>
                    </a:cubicBezTo>
                    <a:close/>
                    <a:moveTo>
                      <a:pt x="60032" y="292423"/>
                    </a:moveTo>
                    <a:cubicBezTo>
                      <a:pt x="27228" y="292423"/>
                      <a:pt x="494" y="319113"/>
                      <a:pt x="494" y="351862"/>
                    </a:cubicBezTo>
                    <a:lnTo>
                      <a:pt x="494" y="546436"/>
                    </a:lnTo>
                    <a:cubicBezTo>
                      <a:pt x="494" y="579184"/>
                      <a:pt x="27228" y="605874"/>
                      <a:pt x="60032" y="605874"/>
                    </a:cubicBezTo>
                    <a:lnTo>
                      <a:pt x="113347" y="605874"/>
                    </a:lnTo>
                    <a:cubicBezTo>
                      <a:pt x="146150" y="605874"/>
                      <a:pt x="172885" y="579184"/>
                      <a:pt x="172885" y="546436"/>
                    </a:cubicBezTo>
                    <a:lnTo>
                      <a:pt x="172885" y="351862"/>
                    </a:lnTo>
                    <a:cubicBezTo>
                      <a:pt x="172885" y="319113"/>
                      <a:pt x="146150" y="292423"/>
                      <a:pt x="113347" y="292423"/>
                    </a:cubicBezTo>
                    <a:close/>
                    <a:moveTo>
                      <a:pt x="60070" y="291929"/>
                    </a:moveTo>
                    <a:lnTo>
                      <a:pt x="113380" y="291929"/>
                    </a:lnTo>
                    <a:cubicBezTo>
                      <a:pt x="146487" y="291929"/>
                      <a:pt x="173450" y="318848"/>
                      <a:pt x="173450" y="351903"/>
                    </a:cubicBezTo>
                    <a:lnTo>
                      <a:pt x="173450" y="546471"/>
                    </a:lnTo>
                    <a:cubicBezTo>
                      <a:pt x="173450" y="579526"/>
                      <a:pt x="146487" y="606368"/>
                      <a:pt x="113380" y="606368"/>
                    </a:cubicBezTo>
                    <a:lnTo>
                      <a:pt x="60070" y="606368"/>
                    </a:lnTo>
                    <a:cubicBezTo>
                      <a:pt x="26962" y="606368"/>
                      <a:pt x="0" y="579526"/>
                      <a:pt x="0" y="546471"/>
                    </a:cubicBezTo>
                    <a:lnTo>
                      <a:pt x="0" y="351903"/>
                    </a:lnTo>
                    <a:cubicBezTo>
                      <a:pt x="0" y="318848"/>
                      <a:pt x="26962" y="291929"/>
                      <a:pt x="60070" y="291929"/>
                    </a:cubicBezTo>
                    <a:close/>
                    <a:moveTo>
                      <a:pt x="470057" y="197495"/>
                    </a:moveTo>
                    <a:cubicBezTo>
                      <a:pt x="461684" y="197495"/>
                      <a:pt x="454847" y="204321"/>
                      <a:pt x="454847" y="212681"/>
                    </a:cubicBezTo>
                    <a:lnTo>
                      <a:pt x="454847" y="546463"/>
                    </a:lnTo>
                    <a:cubicBezTo>
                      <a:pt x="454847" y="554746"/>
                      <a:pt x="461684" y="561572"/>
                      <a:pt x="470057" y="561572"/>
                    </a:cubicBezTo>
                    <a:lnTo>
                      <a:pt x="523292" y="561572"/>
                    </a:lnTo>
                    <a:cubicBezTo>
                      <a:pt x="531666" y="561572"/>
                      <a:pt x="538502" y="554746"/>
                      <a:pt x="538502" y="546463"/>
                    </a:cubicBezTo>
                    <a:lnTo>
                      <a:pt x="538502" y="212681"/>
                    </a:lnTo>
                    <a:cubicBezTo>
                      <a:pt x="538502" y="204321"/>
                      <a:pt x="531666" y="197495"/>
                      <a:pt x="523292" y="197495"/>
                    </a:cubicBezTo>
                    <a:close/>
                    <a:moveTo>
                      <a:pt x="470023" y="197056"/>
                    </a:moveTo>
                    <a:lnTo>
                      <a:pt x="523261" y="197056"/>
                    </a:lnTo>
                    <a:cubicBezTo>
                      <a:pt x="531942" y="197056"/>
                      <a:pt x="538933" y="204035"/>
                      <a:pt x="538933" y="212701"/>
                    </a:cubicBezTo>
                    <a:lnTo>
                      <a:pt x="538933" y="546442"/>
                    </a:lnTo>
                    <a:cubicBezTo>
                      <a:pt x="538933" y="555031"/>
                      <a:pt x="531942" y="562086"/>
                      <a:pt x="523261" y="562086"/>
                    </a:cubicBezTo>
                    <a:lnTo>
                      <a:pt x="470023" y="562086"/>
                    </a:lnTo>
                    <a:cubicBezTo>
                      <a:pt x="461342" y="562086"/>
                      <a:pt x="454351" y="555031"/>
                      <a:pt x="454351" y="546442"/>
                    </a:cubicBezTo>
                    <a:lnTo>
                      <a:pt x="454351" y="212701"/>
                    </a:lnTo>
                    <a:cubicBezTo>
                      <a:pt x="454351" y="204035"/>
                      <a:pt x="461342" y="197056"/>
                      <a:pt x="470023" y="197056"/>
                    </a:cubicBezTo>
                    <a:close/>
                    <a:moveTo>
                      <a:pt x="470057" y="196498"/>
                    </a:moveTo>
                    <a:cubicBezTo>
                      <a:pt x="461146" y="196498"/>
                      <a:pt x="453849" y="203784"/>
                      <a:pt x="453849" y="212681"/>
                    </a:cubicBezTo>
                    <a:lnTo>
                      <a:pt x="453849" y="546463"/>
                    </a:lnTo>
                    <a:cubicBezTo>
                      <a:pt x="453849" y="555360"/>
                      <a:pt x="461146" y="562569"/>
                      <a:pt x="470057" y="562569"/>
                    </a:cubicBezTo>
                    <a:lnTo>
                      <a:pt x="523292" y="562569"/>
                    </a:lnTo>
                    <a:cubicBezTo>
                      <a:pt x="532203" y="562569"/>
                      <a:pt x="539501" y="555360"/>
                      <a:pt x="539501" y="546463"/>
                    </a:cubicBezTo>
                    <a:lnTo>
                      <a:pt x="539501" y="212681"/>
                    </a:lnTo>
                    <a:cubicBezTo>
                      <a:pt x="539501" y="203784"/>
                      <a:pt x="532203" y="196498"/>
                      <a:pt x="523292" y="196498"/>
                    </a:cubicBezTo>
                    <a:close/>
                    <a:moveTo>
                      <a:pt x="470057" y="153701"/>
                    </a:moveTo>
                    <a:lnTo>
                      <a:pt x="523292" y="153701"/>
                    </a:lnTo>
                    <a:cubicBezTo>
                      <a:pt x="555863" y="153701"/>
                      <a:pt x="582366" y="180162"/>
                      <a:pt x="582366" y="212681"/>
                    </a:cubicBezTo>
                    <a:lnTo>
                      <a:pt x="582366" y="546463"/>
                    </a:lnTo>
                    <a:cubicBezTo>
                      <a:pt x="582366" y="578905"/>
                      <a:pt x="555863" y="605365"/>
                      <a:pt x="523292" y="605365"/>
                    </a:cubicBezTo>
                    <a:lnTo>
                      <a:pt x="470057" y="605365"/>
                    </a:lnTo>
                    <a:cubicBezTo>
                      <a:pt x="437486" y="605365"/>
                      <a:pt x="410984" y="578905"/>
                      <a:pt x="410984" y="546463"/>
                    </a:cubicBezTo>
                    <a:lnTo>
                      <a:pt x="410984" y="212681"/>
                    </a:lnTo>
                    <a:cubicBezTo>
                      <a:pt x="410984" y="180162"/>
                      <a:pt x="437486" y="153701"/>
                      <a:pt x="470057" y="153701"/>
                    </a:cubicBezTo>
                    <a:close/>
                    <a:moveTo>
                      <a:pt x="470023" y="153268"/>
                    </a:moveTo>
                    <a:cubicBezTo>
                      <a:pt x="437143" y="153268"/>
                      <a:pt x="410408" y="179879"/>
                      <a:pt x="410408" y="212701"/>
                    </a:cubicBezTo>
                    <a:lnTo>
                      <a:pt x="410408" y="546442"/>
                    </a:lnTo>
                    <a:cubicBezTo>
                      <a:pt x="410408" y="579187"/>
                      <a:pt x="437143" y="605874"/>
                      <a:pt x="470023" y="605874"/>
                    </a:cubicBezTo>
                    <a:lnTo>
                      <a:pt x="523261" y="605874"/>
                    </a:lnTo>
                    <a:cubicBezTo>
                      <a:pt x="556142" y="605874"/>
                      <a:pt x="582799" y="579187"/>
                      <a:pt x="582799" y="546442"/>
                    </a:cubicBezTo>
                    <a:lnTo>
                      <a:pt x="582799" y="212701"/>
                    </a:lnTo>
                    <a:cubicBezTo>
                      <a:pt x="582799" y="179879"/>
                      <a:pt x="556142" y="153268"/>
                      <a:pt x="523261" y="153268"/>
                    </a:cubicBezTo>
                    <a:close/>
                    <a:moveTo>
                      <a:pt x="470057" y="152704"/>
                    </a:moveTo>
                    <a:lnTo>
                      <a:pt x="523292" y="152704"/>
                    </a:lnTo>
                    <a:cubicBezTo>
                      <a:pt x="556401" y="152704"/>
                      <a:pt x="583364" y="179625"/>
                      <a:pt x="583364" y="212681"/>
                    </a:cubicBezTo>
                    <a:lnTo>
                      <a:pt x="583364" y="546463"/>
                    </a:lnTo>
                    <a:cubicBezTo>
                      <a:pt x="583364" y="579519"/>
                      <a:pt x="556401" y="606363"/>
                      <a:pt x="523292" y="606363"/>
                    </a:cubicBezTo>
                    <a:lnTo>
                      <a:pt x="470057" y="606439"/>
                    </a:lnTo>
                    <a:cubicBezTo>
                      <a:pt x="436948" y="606439"/>
                      <a:pt x="409985" y="579519"/>
                      <a:pt x="409985" y="546463"/>
                    </a:cubicBezTo>
                    <a:lnTo>
                      <a:pt x="409985" y="212681"/>
                    </a:lnTo>
                    <a:cubicBezTo>
                      <a:pt x="409985" y="179625"/>
                      <a:pt x="436948" y="152704"/>
                      <a:pt x="470057" y="152704"/>
                    </a:cubicBezTo>
                    <a:close/>
                    <a:moveTo>
                      <a:pt x="264987" y="44868"/>
                    </a:moveTo>
                    <a:cubicBezTo>
                      <a:pt x="256690" y="44868"/>
                      <a:pt x="249854" y="51617"/>
                      <a:pt x="249854" y="59977"/>
                    </a:cubicBezTo>
                    <a:lnTo>
                      <a:pt x="249854" y="546468"/>
                    </a:lnTo>
                    <a:cubicBezTo>
                      <a:pt x="249854" y="554751"/>
                      <a:pt x="256690" y="561577"/>
                      <a:pt x="264987" y="561577"/>
                    </a:cubicBezTo>
                    <a:lnTo>
                      <a:pt x="318299" y="561577"/>
                    </a:lnTo>
                    <a:cubicBezTo>
                      <a:pt x="326672" y="561577"/>
                      <a:pt x="333432" y="554751"/>
                      <a:pt x="333432" y="546468"/>
                    </a:cubicBezTo>
                    <a:lnTo>
                      <a:pt x="333432" y="59977"/>
                    </a:lnTo>
                    <a:cubicBezTo>
                      <a:pt x="333432" y="51617"/>
                      <a:pt x="326672" y="44868"/>
                      <a:pt x="318299" y="44868"/>
                    </a:cubicBezTo>
                    <a:close/>
                    <a:moveTo>
                      <a:pt x="265024" y="44354"/>
                    </a:moveTo>
                    <a:lnTo>
                      <a:pt x="318339" y="44354"/>
                    </a:lnTo>
                    <a:cubicBezTo>
                      <a:pt x="327020" y="44354"/>
                      <a:pt x="334011" y="51333"/>
                      <a:pt x="334011" y="59999"/>
                    </a:cubicBezTo>
                    <a:lnTo>
                      <a:pt x="334011" y="546441"/>
                    </a:lnTo>
                    <a:cubicBezTo>
                      <a:pt x="334011" y="555030"/>
                      <a:pt x="327020" y="562086"/>
                      <a:pt x="318339" y="562086"/>
                    </a:cubicBezTo>
                    <a:lnTo>
                      <a:pt x="265024" y="562086"/>
                    </a:lnTo>
                    <a:cubicBezTo>
                      <a:pt x="256419" y="562086"/>
                      <a:pt x="249352" y="555030"/>
                      <a:pt x="249352" y="546441"/>
                    </a:cubicBezTo>
                    <a:lnTo>
                      <a:pt x="249352" y="59999"/>
                    </a:lnTo>
                    <a:cubicBezTo>
                      <a:pt x="249352" y="51333"/>
                      <a:pt x="256419" y="44354"/>
                      <a:pt x="265024" y="44354"/>
                    </a:cubicBezTo>
                    <a:close/>
                    <a:moveTo>
                      <a:pt x="264987" y="43794"/>
                    </a:moveTo>
                    <a:cubicBezTo>
                      <a:pt x="256076" y="43794"/>
                      <a:pt x="248855" y="51080"/>
                      <a:pt x="248855" y="59977"/>
                    </a:cubicBezTo>
                    <a:lnTo>
                      <a:pt x="248855" y="546468"/>
                    </a:lnTo>
                    <a:cubicBezTo>
                      <a:pt x="248855" y="555365"/>
                      <a:pt x="256076" y="562574"/>
                      <a:pt x="264987" y="562574"/>
                    </a:cubicBezTo>
                    <a:lnTo>
                      <a:pt x="318299" y="562574"/>
                    </a:lnTo>
                    <a:cubicBezTo>
                      <a:pt x="327210" y="562574"/>
                      <a:pt x="334507" y="555365"/>
                      <a:pt x="334507" y="546468"/>
                    </a:cubicBezTo>
                    <a:lnTo>
                      <a:pt x="334507" y="59977"/>
                    </a:lnTo>
                    <a:cubicBezTo>
                      <a:pt x="334507" y="51080"/>
                      <a:pt x="327210" y="43794"/>
                      <a:pt x="318299" y="43794"/>
                    </a:cubicBezTo>
                    <a:close/>
                    <a:moveTo>
                      <a:pt x="264987" y="997"/>
                    </a:moveTo>
                    <a:lnTo>
                      <a:pt x="318299" y="997"/>
                    </a:lnTo>
                    <a:cubicBezTo>
                      <a:pt x="350870" y="997"/>
                      <a:pt x="377372" y="27457"/>
                      <a:pt x="377372" y="59977"/>
                    </a:cubicBezTo>
                    <a:lnTo>
                      <a:pt x="377372" y="546468"/>
                    </a:lnTo>
                    <a:cubicBezTo>
                      <a:pt x="377372" y="578911"/>
                      <a:pt x="350870" y="605371"/>
                      <a:pt x="318299" y="605371"/>
                    </a:cubicBezTo>
                    <a:lnTo>
                      <a:pt x="264987" y="605371"/>
                    </a:lnTo>
                    <a:cubicBezTo>
                      <a:pt x="232493" y="605371"/>
                      <a:pt x="205990" y="578911"/>
                      <a:pt x="205990" y="546468"/>
                    </a:cubicBezTo>
                    <a:lnTo>
                      <a:pt x="205990" y="59977"/>
                    </a:lnTo>
                    <a:cubicBezTo>
                      <a:pt x="205990" y="27457"/>
                      <a:pt x="232493" y="997"/>
                      <a:pt x="264987" y="997"/>
                    </a:cubicBezTo>
                    <a:close/>
                    <a:moveTo>
                      <a:pt x="265024" y="565"/>
                    </a:moveTo>
                    <a:cubicBezTo>
                      <a:pt x="232220" y="565"/>
                      <a:pt x="205486" y="27176"/>
                      <a:pt x="205486" y="59999"/>
                    </a:cubicBezTo>
                    <a:lnTo>
                      <a:pt x="205486" y="546441"/>
                    </a:lnTo>
                    <a:cubicBezTo>
                      <a:pt x="205486" y="579187"/>
                      <a:pt x="232220" y="605875"/>
                      <a:pt x="265024" y="605875"/>
                    </a:cubicBezTo>
                    <a:lnTo>
                      <a:pt x="318339" y="605875"/>
                    </a:lnTo>
                    <a:cubicBezTo>
                      <a:pt x="351142" y="605875"/>
                      <a:pt x="377877" y="579187"/>
                      <a:pt x="377877" y="546441"/>
                    </a:cubicBezTo>
                    <a:lnTo>
                      <a:pt x="377877" y="59999"/>
                    </a:lnTo>
                    <a:cubicBezTo>
                      <a:pt x="377877" y="27176"/>
                      <a:pt x="351142" y="565"/>
                      <a:pt x="318339" y="565"/>
                    </a:cubicBezTo>
                    <a:close/>
                    <a:moveTo>
                      <a:pt x="264987" y="0"/>
                    </a:moveTo>
                    <a:lnTo>
                      <a:pt x="318299" y="0"/>
                    </a:lnTo>
                    <a:cubicBezTo>
                      <a:pt x="351408" y="0"/>
                      <a:pt x="378371" y="26920"/>
                      <a:pt x="378371" y="59977"/>
                    </a:cubicBezTo>
                    <a:lnTo>
                      <a:pt x="378371" y="546468"/>
                    </a:lnTo>
                    <a:cubicBezTo>
                      <a:pt x="378371" y="579524"/>
                      <a:pt x="351408" y="606368"/>
                      <a:pt x="318299" y="606368"/>
                    </a:cubicBezTo>
                    <a:lnTo>
                      <a:pt x="264987" y="606368"/>
                    </a:lnTo>
                    <a:cubicBezTo>
                      <a:pt x="231878" y="606368"/>
                      <a:pt x="204992" y="579524"/>
                      <a:pt x="204992" y="546468"/>
                    </a:cubicBezTo>
                    <a:lnTo>
                      <a:pt x="204992" y="59977"/>
                    </a:lnTo>
                    <a:cubicBezTo>
                      <a:pt x="204992" y="26920"/>
                      <a:pt x="231878" y="0"/>
                      <a:pt x="264987" y="0"/>
                    </a:cubicBezTo>
                    <a:close/>
                  </a:path>
                </a:pathLst>
              </a:custGeom>
              <a:solidFill>
                <a:srgbClr val="FFFFFF"/>
              </a:solidFill>
              <a:ln w="5850" cap="flat">
                <a:noFill/>
                <a:prstDash val="solid"/>
                <a:miter/>
              </a:ln>
            </p:spPr>
            <p:txBody>
              <a:bodyPr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grpSp>
      </p:grpSp>
      <p:sp>
        <p:nvSpPr>
          <p:cNvPr id="3" name="标题 2">
            <a:extLst>
              <a:ext uri="{FF2B5EF4-FFF2-40B4-BE49-F238E27FC236}">
                <a16:creationId xmlns:a16="http://schemas.microsoft.com/office/drawing/2014/main" id="{A3E01B5A-FF5B-A648-88D8-E6808D048535}"/>
              </a:ext>
            </a:extLst>
          </p:cNvPr>
          <p:cNvSpPr>
            <a:spLocks noGrp="1"/>
          </p:cNvSpPr>
          <p:nvPr>
            <p:ph type="title"/>
          </p:nvPr>
        </p:nvSpPr>
        <p:spPr/>
        <p:txBody>
          <a:bodyPr/>
          <a:lstStyle/>
          <a:p>
            <a:r>
              <a:rPr lang="zh-CN" altLang="en-US"/>
              <a:t>单击此处添加页面标题</a:t>
            </a:r>
          </a:p>
        </p:txBody>
      </p:sp>
    </p:spTree>
    <p:extLst>
      <p:ext uri="{BB962C8B-B14F-4D97-AF65-F5344CB8AC3E}">
        <p14:creationId xmlns:p14="http://schemas.microsoft.com/office/powerpoint/2010/main" val="3000540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C3C39-FE05-472F-B9EF-DCCB782DAEDB}"/>
            </a:ext>
          </a:extLst>
        </p:cNvPr>
        <p:cNvGrpSpPr/>
        <p:nvPr/>
      </p:nvGrpSpPr>
      <p:grpSpPr>
        <a:xfrm>
          <a:off x="0" y="0"/>
          <a:ext cx="0" cy="0"/>
          <a:chOff x="0" y="0"/>
          <a:chExt cx="0" cy="0"/>
        </a:xfrm>
      </p:grpSpPr>
      <p:grpSp>
        <p:nvGrpSpPr>
          <p:cNvPr id="25" name="组合 24">
            <a:extLst>
              <a:ext uri="{FF2B5EF4-FFF2-40B4-BE49-F238E27FC236}">
                <a16:creationId xmlns:a16="http://schemas.microsoft.com/office/drawing/2014/main" id="{87218E30-4D5F-9D8E-00C1-7952B2EA9BD7}"/>
              </a:ext>
            </a:extLst>
          </p:cNvPr>
          <p:cNvGrpSpPr/>
          <p:nvPr/>
        </p:nvGrpSpPr>
        <p:grpSpPr>
          <a:xfrm>
            <a:off x="660400" y="1130301"/>
            <a:ext cx="11531600" cy="5727700"/>
            <a:chOff x="660400" y="1130301"/>
            <a:chExt cx="11531600" cy="5727700"/>
          </a:xfrm>
        </p:grpSpPr>
        <p:sp>
          <p:nvSpPr>
            <p:cNvPr id="13" name="矩形: 单圆角 12">
              <a:extLst>
                <a:ext uri="{FF2B5EF4-FFF2-40B4-BE49-F238E27FC236}">
                  <a16:creationId xmlns:a16="http://schemas.microsoft.com/office/drawing/2014/main" id="{CD5EAD90-F38F-73FC-2B34-4C486F349DCF}"/>
                </a:ext>
              </a:extLst>
            </p:cNvPr>
            <p:cNvSpPr/>
            <p:nvPr/>
          </p:nvSpPr>
          <p:spPr>
            <a:xfrm flipH="1">
              <a:off x="9448800" y="1219200"/>
              <a:ext cx="2743200" cy="5638800"/>
            </a:xfrm>
            <a:prstGeom prst="round1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pic>
          <p:nvPicPr>
            <p:cNvPr id="18" name="图片 17">
              <a:extLst>
                <a:ext uri="{FF2B5EF4-FFF2-40B4-BE49-F238E27FC236}">
                  <a16:creationId xmlns:a16="http://schemas.microsoft.com/office/drawing/2014/main" id="{D58502F7-388B-96D0-466E-1D3A6383A304}"/>
                </a:ext>
              </a:extLst>
            </p:cNvPr>
            <p:cNvPicPr>
              <a:picLocks noChangeAspect="1"/>
            </p:cNvPicPr>
            <p:nvPr/>
          </p:nvPicPr>
          <p:blipFill>
            <a:blip r:embed="rId3">
              <a:extLst>
                <a:ext uri="{28A0092B-C50C-407E-A947-70E740481C1C}">
                  <a14:useLocalDpi xmlns:a14="http://schemas.microsoft.com/office/drawing/2010/main" val="0"/>
                </a:ext>
              </a:extLst>
            </a:blip>
            <a:srcRect b="6451"/>
            <a:stretch>
              <a:fillRect/>
            </a:stretch>
          </p:blipFill>
          <p:spPr>
            <a:xfrm flipH="1">
              <a:off x="8082265" y="1968501"/>
              <a:ext cx="3610828" cy="4889500"/>
            </a:xfrm>
            <a:custGeom>
              <a:avLst/>
              <a:gdLst>
                <a:gd name="csX0" fmla="*/ 3474835 w 3474835"/>
                <a:gd name="csY0" fmla="*/ 0 h 4705349"/>
                <a:gd name="csX1" fmla="*/ 0 w 3474835"/>
                <a:gd name="csY1" fmla="*/ 0 h 4705349"/>
                <a:gd name="csX2" fmla="*/ 0 w 3474835"/>
                <a:gd name="csY2" fmla="*/ 4705349 h 4705349"/>
                <a:gd name="csX3" fmla="*/ 3474835 w 3474835"/>
                <a:gd name="csY3" fmla="*/ 4705349 h 4705349"/>
              </a:gdLst>
              <a:ahLst/>
              <a:cxnLst>
                <a:cxn ang="0">
                  <a:pos x="csX0" y="csY0"/>
                </a:cxn>
                <a:cxn ang="0">
                  <a:pos x="csX1" y="csY1"/>
                </a:cxn>
                <a:cxn ang="0">
                  <a:pos x="csX2" y="csY2"/>
                </a:cxn>
                <a:cxn ang="0">
                  <a:pos x="csX3" y="csY3"/>
                </a:cxn>
              </a:cxnLst>
              <a:rect l="l" t="t" r="r" b="b"/>
              <a:pathLst>
                <a:path w="3474835" h="4705349">
                  <a:moveTo>
                    <a:pt x="3474835" y="0"/>
                  </a:moveTo>
                  <a:lnTo>
                    <a:pt x="0" y="0"/>
                  </a:lnTo>
                  <a:lnTo>
                    <a:pt x="0" y="4705349"/>
                  </a:lnTo>
                  <a:lnTo>
                    <a:pt x="3474835" y="4705349"/>
                  </a:lnTo>
                  <a:close/>
                </a:path>
              </a:pathLst>
            </a:custGeom>
          </p:spPr>
        </p:pic>
        <p:sp>
          <p:nvSpPr>
            <p:cNvPr id="12" name="Title">
              <a:extLst>
                <a:ext uri="{FF2B5EF4-FFF2-40B4-BE49-F238E27FC236}">
                  <a16:creationId xmlns:a16="http://schemas.microsoft.com/office/drawing/2014/main" id="{19C27DDA-8E84-E1BD-EE8E-FE13DB2CF480}"/>
                </a:ext>
              </a:extLst>
            </p:cNvPr>
            <p:cNvSpPr txBox="1">
              <a:spLocks/>
            </p:cNvSpPr>
            <p:nvPr/>
          </p:nvSpPr>
          <p:spPr>
            <a:xfrm>
              <a:off x="660402" y="1130301"/>
              <a:ext cx="7095926" cy="958849"/>
            </a:xfrm>
            <a:prstGeom prst="rect">
              <a:avLst/>
            </a:prstGeom>
            <a:noFill/>
            <a:ln>
              <a:noFill/>
            </a:ln>
          </p:spPr>
          <p:txBody>
            <a:bodyPr wrap="square" lIns="91440" tIns="45720" rIns="91440" bIns="45720" anchor="ctr" anchorCtr="0">
              <a:normAutofit/>
            </a:bodyPr>
            <a:lstStyle/>
            <a:p>
              <a:pPr marL="0" marR="0" lvl="0" indent="0" defTabSz="913765" rtl="0" eaLnBrk="1" fontAlgn="auto" latinLnBrk="0" hangingPunct="1">
                <a:buClrTx/>
                <a:buSzPct val="25000"/>
                <a:buFontTx/>
                <a:buNone/>
                <a:defRPr/>
              </a:pPr>
              <a:r>
                <a:rPr kumimoji="0" lang="zh-CN" altLang="en-US" sz="2400" b="1" i="0" u="none" strike="noStrike" kern="1200" cap="none" spc="0" normalizeH="0" baseline="0" noProof="0" dirty="0">
                  <a:ln>
                    <a:noFill/>
                  </a:ln>
                  <a:effectLst/>
                  <a:uLnTx/>
                  <a:uFillTx/>
                  <a:cs typeface="+mn-ea"/>
                  <a:sym typeface="+mn-lt"/>
                </a:rPr>
                <a:t>单击此处添加长一点的副标题</a:t>
              </a:r>
              <a:endParaRPr lang="en-US" dirty="0">
                <a:cs typeface="+mn-ea"/>
                <a:sym typeface="+mn-lt"/>
              </a:endParaRPr>
            </a:p>
          </p:txBody>
        </p:sp>
        <p:grpSp>
          <p:nvGrpSpPr>
            <p:cNvPr id="2" name="组合 1">
              <a:extLst>
                <a:ext uri="{FF2B5EF4-FFF2-40B4-BE49-F238E27FC236}">
                  <a16:creationId xmlns:a16="http://schemas.microsoft.com/office/drawing/2014/main" id="{499D5BF9-C54A-7264-2813-69117F4F205F}"/>
                </a:ext>
              </a:extLst>
            </p:cNvPr>
            <p:cNvGrpSpPr/>
            <p:nvPr/>
          </p:nvGrpSpPr>
          <p:grpSpPr>
            <a:xfrm>
              <a:off x="660400" y="2299018"/>
              <a:ext cx="3329199" cy="1825308"/>
              <a:chOff x="660400" y="2461883"/>
              <a:chExt cx="3329199" cy="1825308"/>
            </a:xfrm>
          </p:grpSpPr>
          <p:grpSp>
            <p:nvGrpSpPr>
              <p:cNvPr id="10" name="组合 9">
                <a:extLst>
                  <a:ext uri="{FF2B5EF4-FFF2-40B4-BE49-F238E27FC236}">
                    <a16:creationId xmlns:a16="http://schemas.microsoft.com/office/drawing/2014/main" id="{2976A81B-4357-E0BE-7323-FB4CA5CB078A}"/>
                  </a:ext>
                </a:extLst>
              </p:cNvPr>
              <p:cNvGrpSpPr/>
              <p:nvPr/>
            </p:nvGrpSpPr>
            <p:grpSpPr>
              <a:xfrm>
                <a:off x="1325052" y="2461883"/>
                <a:ext cx="2664547" cy="1825308"/>
                <a:chOff x="6504489" y="2674364"/>
                <a:chExt cx="2664547" cy="1825308"/>
              </a:xfrm>
            </p:grpSpPr>
            <p:sp>
              <p:nvSpPr>
                <p:cNvPr id="5" name="Text1">
                  <a:extLst>
                    <a:ext uri="{FF2B5EF4-FFF2-40B4-BE49-F238E27FC236}">
                      <a16:creationId xmlns:a16="http://schemas.microsoft.com/office/drawing/2014/main" id="{1F1E566B-F96D-0CD4-CF5F-243A1A1DF79C}"/>
                    </a:ext>
                  </a:extLst>
                </p:cNvPr>
                <p:cNvSpPr/>
                <p:nvPr/>
              </p:nvSpPr>
              <p:spPr>
                <a:xfrm flipH="1">
                  <a:off x="6504489" y="3347672"/>
                  <a:ext cx="2664546" cy="115200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20000"/>
                    </a:lnSpc>
                    <a:buClrTx/>
                    <a:buSzPct val="25000"/>
                    <a:buFontTx/>
                    <a:buNone/>
                    <a:defRPr/>
                  </a:pPr>
                  <a:r>
                    <a:rPr kumimoji="0" lang="zh-CN" altLang="en-US" sz="1200" i="0" u="none" strike="noStrike" kern="1200" cap="none" spc="0" normalizeH="0" baseline="0" noProof="0" dirty="0">
                      <a:ln>
                        <a:noFill/>
                      </a:ln>
                      <a:solidFill>
                        <a:schemeClr val="tx1"/>
                      </a:solidFill>
                      <a:effectLst/>
                      <a:uLnTx/>
                      <a:uFillTx/>
                      <a:cs typeface="+mn-ea"/>
                      <a:sym typeface="+mn-lt"/>
                    </a:rPr>
                    <a:t>单击此处添加文本单击此处添加文本单击此处添加文本单击此处添加文本</a:t>
                  </a:r>
                  <a:endParaRPr lang="en-US" dirty="0">
                    <a:cs typeface="+mn-ea"/>
                    <a:sym typeface="+mn-lt"/>
                  </a:endParaRPr>
                </a:p>
              </p:txBody>
            </p:sp>
            <p:sp>
              <p:nvSpPr>
                <p:cNvPr id="6" name="Bullet1">
                  <a:extLst>
                    <a:ext uri="{FF2B5EF4-FFF2-40B4-BE49-F238E27FC236}">
                      <a16:creationId xmlns:a16="http://schemas.microsoft.com/office/drawing/2014/main" id="{77FE2C4D-AF21-429F-6FBE-E1DE52E3D5B4}"/>
                    </a:ext>
                  </a:extLst>
                </p:cNvPr>
                <p:cNvSpPr/>
                <p:nvPr/>
              </p:nvSpPr>
              <p:spPr>
                <a:xfrm flipH="1">
                  <a:off x="6504490" y="2674364"/>
                  <a:ext cx="2664546" cy="673309"/>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b="1" dirty="0">
                      <a:solidFill>
                        <a:schemeClr val="tx1"/>
                      </a:solidFill>
                      <a:cs typeface="+mn-ea"/>
                      <a:sym typeface="+mn-lt"/>
                    </a:rPr>
                    <a:t>单击添加小标题</a:t>
                  </a:r>
                  <a:endParaRPr lang="en-US" dirty="0">
                    <a:cs typeface="+mn-ea"/>
                    <a:sym typeface="+mn-lt"/>
                  </a:endParaRPr>
                </a:p>
              </p:txBody>
            </p:sp>
          </p:grpSp>
          <p:sp>
            <p:nvSpPr>
              <p:cNvPr id="3" name="Number1">
                <a:extLst>
                  <a:ext uri="{FF2B5EF4-FFF2-40B4-BE49-F238E27FC236}">
                    <a16:creationId xmlns:a16="http://schemas.microsoft.com/office/drawing/2014/main" id="{AAE3E1F5-B2B4-4625-5A7D-5D40928DCDA5}"/>
                  </a:ext>
                </a:extLst>
              </p:cNvPr>
              <p:cNvSpPr>
                <a:spLocks noChangeAspect="1"/>
              </p:cNvSpPr>
              <p:nvPr/>
            </p:nvSpPr>
            <p:spPr>
              <a:xfrm>
                <a:off x="660400" y="2694273"/>
                <a:ext cx="612000" cy="612000"/>
              </a:xfrm>
              <a:prstGeom prst="ellipse">
                <a:avLst/>
              </a:prstGeom>
              <a:solidFill>
                <a:schemeClr val="accent1"/>
              </a:solidFill>
              <a:ln w="0" cap="flat">
                <a:noFill/>
                <a:prstDash val="solid"/>
                <a:miter/>
              </a:ln>
            </p:spPr>
            <p:txBody>
              <a:bodyPr wrap="none" lIns="91440" tIns="45720" rIns="91440" bIns="45720" rtlCol="0" anchor="ctr">
                <a:normAutofit/>
              </a:bodyPr>
              <a:lstStyle/>
              <a:p>
                <a:pPr algn="ctr"/>
                <a:r>
                  <a:rPr lang="en-US" altLang="zh-CN" b="1" dirty="0">
                    <a:solidFill>
                      <a:srgbClr val="FFFFFF"/>
                    </a:solidFill>
                    <a:cs typeface="+mn-ea"/>
                    <a:sym typeface="+mn-lt"/>
                  </a:rPr>
                  <a:t>01</a:t>
                </a:r>
                <a:endParaRPr lang="zh-CN" altLang="en-US" b="1" dirty="0">
                  <a:solidFill>
                    <a:srgbClr val="FFFFFF"/>
                  </a:solidFill>
                  <a:cs typeface="+mn-ea"/>
                  <a:sym typeface="+mn-lt"/>
                </a:endParaRPr>
              </a:p>
            </p:txBody>
          </p:sp>
        </p:grpSp>
        <p:grpSp>
          <p:nvGrpSpPr>
            <p:cNvPr id="4" name="组合 3">
              <a:extLst>
                <a:ext uri="{FF2B5EF4-FFF2-40B4-BE49-F238E27FC236}">
                  <a16:creationId xmlns:a16="http://schemas.microsoft.com/office/drawing/2014/main" id="{55E9D3A3-36A9-53B4-B8E4-345BCC269502}"/>
                </a:ext>
              </a:extLst>
            </p:cNvPr>
            <p:cNvGrpSpPr/>
            <p:nvPr/>
          </p:nvGrpSpPr>
          <p:grpSpPr>
            <a:xfrm>
              <a:off x="4427130" y="2299018"/>
              <a:ext cx="3329199" cy="1825308"/>
              <a:chOff x="660400" y="2461883"/>
              <a:chExt cx="3329199" cy="1825308"/>
            </a:xfrm>
          </p:grpSpPr>
          <p:grpSp>
            <p:nvGrpSpPr>
              <p:cNvPr id="16" name="组合 15">
                <a:extLst>
                  <a:ext uri="{FF2B5EF4-FFF2-40B4-BE49-F238E27FC236}">
                    <a16:creationId xmlns:a16="http://schemas.microsoft.com/office/drawing/2014/main" id="{06F310F7-155A-73A7-0F90-E67457101EA0}"/>
                  </a:ext>
                </a:extLst>
              </p:cNvPr>
              <p:cNvGrpSpPr/>
              <p:nvPr/>
            </p:nvGrpSpPr>
            <p:grpSpPr>
              <a:xfrm>
                <a:off x="1325052" y="2461883"/>
                <a:ext cx="2664547" cy="1825308"/>
                <a:chOff x="6504489" y="2674364"/>
                <a:chExt cx="2664547" cy="1825308"/>
              </a:xfrm>
            </p:grpSpPr>
            <p:sp>
              <p:nvSpPr>
                <p:cNvPr id="19" name="Text2">
                  <a:extLst>
                    <a:ext uri="{FF2B5EF4-FFF2-40B4-BE49-F238E27FC236}">
                      <a16:creationId xmlns:a16="http://schemas.microsoft.com/office/drawing/2014/main" id="{0FD21EAB-4531-F419-850B-93749857C4D7}"/>
                    </a:ext>
                  </a:extLst>
                </p:cNvPr>
                <p:cNvSpPr>
                  <a:spLocks/>
                </p:cNvSpPr>
                <p:nvPr/>
              </p:nvSpPr>
              <p:spPr>
                <a:xfrm flipH="1">
                  <a:off x="6504489" y="3347672"/>
                  <a:ext cx="2664546" cy="115200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20000"/>
                    </a:lnSpc>
                    <a:buClrTx/>
                    <a:buSzPct val="25000"/>
                    <a:buFontTx/>
                    <a:buNone/>
                    <a:defRPr/>
                  </a:pPr>
                  <a:r>
                    <a:rPr kumimoji="0" lang="zh-CN" altLang="en-US" sz="1200" i="0" u="none" strike="noStrike" kern="1200" cap="none" spc="0" normalizeH="0" baseline="0" noProof="0" dirty="0">
                      <a:ln>
                        <a:noFill/>
                      </a:ln>
                      <a:solidFill>
                        <a:schemeClr val="tx1"/>
                      </a:solidFill>
                      <a:effectLst/>
                      <a:uLnTx/>
                      <a:uFillTx/>
                      <a:cs typeface="+mn-ea"/>
                      <a:sym typeface="+mn-lt"/>
                    </a:rPr>
                    <a:t>单击此处添加文本单击此处添加文本单击此处添加文本单击此处添加文本</a:t>
                  </a:r>
                  <a:endParaRPr lang="en-US" dirty="0">
                    <a:cs typeface="+mn-ea"/>
                    <a:sym typeface="+mn-lt"/>
                  </a:endParaRPr>
                </a:p>
              </p:txBody>
            </p:sp>
            <p:sp>
              <p:nvSpPr>
                <p:cNvPr id="20" name="Bullet2">
                  <a:extLst>
                    <a:ext uri="{FF2B5EF4-FFF2-40B4-BE49-F238E27FC236}">
                      <a16:creationId xmlns:a16="http://schemas.microsoft.com/office/drawing/2014/main" id="{C00EF4BF-6605-1AFF-4B22-992C90E28498}"/>
                    </a:ext>
                  </a:extLst>
                </p:cNvPr>
                <p:cNvSpPr/>
                <p:nvPr/>
              </p:nvSpPr>
              <p:spPr>
                <a:xfrm flipH="1">
                  <a:off x="6504490" y="2674364"/>
                  <a:ext cx="2664546" cy="673309"/>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b="1" dirty="0">
                      <a:solidFill>
                        <a:schemeClr val="tx1"/>
                      </a:solidFill>
                      <a:cs typeface="+mn-ea"/>
                      <a:sym typeface="+mn-lt"/>
                    </a:rPr>
                    <a:t>单击添加小标题</a:t>
                  </a:r>
                  <a:endParaRPr lang="en-US" dirty="0">
                    <a:cs typeface="+mn-ea"/>
                    <a:sym typeface="+mn-lt"/>
                  </a:endParaRPr>
                </a:p>
              </p:txBody>
            </p:sp>
          </p:grpSp>
          <p:sp>
            <p:nvSpPr>
              <p:cNvPr id="17" name="Number2">
                <a:extLst>
                  <a:ext uri="{FF2B5EF4-FFF2-40B4-BE49-F238E27FC236}">
                    <a16:creationId xmlns:a16="http://schemas.microsoft.com/office/drawing/2014/main" id="{D6BA7B08-455B-F828-73FA-20EFD5B0AE13}"/>
                  </a:ext>
                </a:extLst>
              </p:cNvPr>
              <p:cNvSpPr>
                <a:spLocks noChangeAspect="1"/>
              </p:cNvSpPr>
              <p:nvPr/>
            </p:nvSpPr>
            <p:spPr>
              <a:xfrm>
                <a:off x="660400" y="2694273"/>
                <a:ext cx="612000" cy="612000"/>
              </a:xfrm>
              <a:prstGeom prst="ellipse">
                <a:avLst/>
              </a:prstGeom>
              <a:solidFill>
                <a:schemeClr val="accent1"/>
              </a:solidFill>
              <a:ln w="0" cap="flat">
                <a:noFill/>
                <a:prstDash val="solid"/>
                <a:miter/>
              </a:ln>
            </p:spPr>
            <p:txBody>
              <a:bodyPr wrap="none" lIns="91440" tIns="45720" rIns="91440" bIns="45720" rtlCol="0" anchor="ctr">
                <a:normAutofit/>
              </a:bodyPr>
              <a:lstStyle/>
              <a:p>
                <a:pPr algn="ctr"/>
                <a:r>
                  <a:rPr lang="en-US" altLang="zh-CN" b="1" dirty="0">
                    <a:solidFill>
                      <a:srgbClr val="FFFFFF"/>
                    </a:solidFill>
                    <a:cs typeface="+mn-ea"/>
                    <a:sym typeface="+mn-lt"/>
                  </a:rPr>
                  <a:t>02</a:t>
                </a:r>
                <a:endParaRPr lang="zh-CN" altLang="en-US" b="1" dirty="0">
                  <a:solidFill>
                    <a:srgbClr val="FFFFFF"/>
                  </a:solidFill>
                  <a:cs typeface="+mn-ea"/>
                  <a:sym typeface="+mn-lt"/>
                </a:endParaRPr>
              </a:p>
            </p:txBody>
          </p:sp>
        </p:grpSp>
        <p:grpSp>
          <p:nvGrpSpPr>
            <p:cNvPr id="31" name="组合 30">
              <a:extLst>
                <a:ext uri="{FF2B5EF4-FFF2-40B4-BE49-F238E27FC236}">
                  <a16:creationId xmlns:a16="http://schemas.microsoft.com/office/drawing/2014/main" id="{61758D22-D1EF-0206-5999-ABFC678A763D}"/>
                </a:ext>
              </a:extLst>
            </p:cNvPr>
            <p:cNvGrpSpPr/>
            <p:nvPr/>
          </p:nvGrpSpPr>
          <p:grpSpPr>
            <a:xfrm>
              <a:off x="660400" y="4308792"/>
              <a:ext cx="3329199" cy="1825308"/>
              <a:chOff x="660400" y="4387850"/>
              <a:chExt cx="3329199" cy="1825308"/>
            </a:xfrm>
          </p:grpSpPr>
          <p:grpSp>
            <p:nvGrpSpPr>
              <p:cNvPr id="32" name="组合 31">
                <a:extLst>
                  <a:ext uri="{FF2B5EF4-FFF2-40B4-BE49-F238E27FC236}">
                    <a16:creationId xmlns:a16="http://schemas.microsoft.com/office/drawing/2014/main" id="{A4947DA3-35E8-4C02-6B70-AF79C1AAE6F0}"/>
                  </a:ext>
                </a:extLst>
              </p:cNvPr>
              <p:cNvGrpSpPr/>
              <p:nvPr/>
            </p:nvGrpSpPr>
            <p:grpSpPr>
              <a:xfrm>
                <a:off x="1325052" y="4387850"/>
                <a:ext cx="2664547" cy="1825308"/>
                <a:chOff x="6504489" y="4387850"/>
                <a:chExt cx="2664547" cy="1825308"/>
              </a:xfrm>
            </p:grpSpPr>
            <p:sp>
              <p:nvSpPr>
                <p:cNvPr id="34" name="Text3">
                  <a:extLst>
                    <a:ext uri="{FF2B5EF4-FFF2-40B4-BE49-F238E27FC236}">
                      <a16:creationId xmlns:a16="http://schemas.microsoft.com/office/drawing/2014/main" id="{44963A95-3E6F-C684-7185-A72F3AE31612}"/>
                    </a:ext>
                  </a:extLst>
                </p:cNvPr>
                <p:cNvSpPr/>
                <p:nvPr/>
              </p:nvSpPr>
              <p:spPr>
                <a:xfrm flipH="1">
                  <a:off x="6504489" y="5061158"/>
                  <a:ext cx="2664546" cy="115200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20000"/>
                    </a:lnSpc>
                    <a:buClrTx/>
                    <a:buSzPct val="25000"/>
                    <a:buFontTx/>
                    <a:buNone/>
                    <a:defRPr/>
                  </a:pPr>
                  <a:r>
                    <a:rPr kumimoji="0" lang="zh-CN" altLang="en-US" sz="1200" i="0" u="none" strike="noStrike" kern="1200" cap="none" spc="0" normalizeH="0" baseline="0" noProof="0" dirty="0">
                      <a:ln>
                        <a:noFill/>
                      </a:ln>
                      <a:solidFill>
                        <a:schemeClr val="tx1"/>
                      </a:solidFill>
                      <a:effectLst/>
                      <a:uLnTx/>
                      <a:uFillTx/>
                      <a:cs typeface="+mn-ea"/>
                      <a:sym typeface="+mn-lt"/>
                    </a:rPr>
                    <a:t>单击此处添加文本单击此处添加文本单击此处添加文本单击此处添加文本</a:t>
                  </a:r>
                  <a:endParaRPr lang="en-US" dirty="0">
                    <a:cs typeface="+mn-ea"/>
                    <a:sym typeface="+mn-lt"/>
                  </a:endParaRPr>
                </a:p>
              </p:txBody>
            </p:sp>
            <p:sp>
              <p:nvSpPr>
                <p:cNvPr id="35" name="Bullet3">
                  <a:extLst>
                    <a:ext uri="{FF2B5EF4-FFF2-40B4-BE49-F238E27FC236}">
                      <a16:creationId xmlns:a16="http://schemas.microsoft.com/office/drawing/2014/main" id="{4F100123-C1D0-60B2-AA86-C6D9EFCAA4FB}"/>
                    </a:ext>
                  </a:extLst>
                </p:cNvPr>
                <p:cNvSpPr/>
                <p:nvPr/>
              </p:nvSpPr>
              <p:spPr>
                <a:xfrm flipH="1">
                  <a:off x="6504490" y="4387850"/>
                  <a:ext cx="2664546" cy="673309"/>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b="1" dirty="0">
                      <a:solidFill>
                        <a:schemeClr val="tx1"/>
                      </a:solidFill>
                      <a:cs typeface="+mn-ea"/>
                      <a:sym typeface="+mn-lt"/>
                    </a:rPr>
                    <a:t>单击添加小标题</a:t>
                  </a:r>
                  <a:endParaRPr lang="en-US" dirty="0">
                    <a:cs typeface="+mn-ea"/>
                    <a:sym typeface="+mn-lt"/>
                  </a:endParaRPr>
                </a:p>
              </p:txBody>
            </p:sp>
          </p:grpSp>
          <p:sp>
            <p:nvSpPr>
              <p:cNvPr id="33" name="Number3">
                <a:extLst>
                  <a:ext uri="{FF2B5EF4-FFF2-40B4-BE49-F238E27FC236}">
                    <a16:creationId xmlns:a16="http://schemas.microsoft.com/office/drawing/2014/main" id="{66BD9725-2F60-65CF-A7D9-8FA1E1171A4F}"/>
                  </a:ext>
                </a:extLst>
              </p:cNvPr>
              <p:cNvSpPr>
                <a:spLocks noChangeAspect="1"/>
              </p:cNvSpPr>
              <p:nvPr/>
            </p:nvSpPr>
            <p:spPr>
              <a:xfrm>
                <a:off x="660400" y="4608765"/>
                <a:ext cx="612000" cy="612000"/>
              </a:xfrm>
              <a:prstGeom prst="ellipse">
                <a:avLst/>
              </a:prstGeom>
              <a:solidFill>
                <a:schemeClr val="accent1"/>
              </a:solidFill>
              <a:ln w="0" cap="flat">
                <a:noFill/>
                <a:prstDash val="solid"/>
                <a:miter/>
              </a:ln>
            </p:spPr>
            <p:txBody>
              <a:bodyPr wrap="none" lIns="91440" tIns="45720" rIns="91440" bIns="45720" rtlCol="0" anchor="ctr">
                <a:normAutofit/>
              </a:bodyPr>
              <a:lstStyle/>
              <a:p>
                <a:pPr algn="ctr"/>
                <a:r>
                  <a:rPr lang="en-US" altLang="zh-CN" b="1" dirty="0">
                    <a:solidFill>
                      <a:srgbClr val="FFFFFF"/>
                    </a:solidFill>
                    <a:cs typeface="+mn-ea"/>
                    <a:sym typeface="+mn-lt"/>
                  </a:rPr>
                  <a:t>03</a:t>
                </a:r>
                <a:endParaRPr lang="zh-CN" altLang="en-US" b="1" dirty="0">
                  <a:solidFill>
                    <a:srgbClr val="FFFFFF"/>
                  </a:solidFill>
                  <a:cs typeface="+mn-ea"/>
                  <a:sym typeface="+mn-lt"/>
                </a:endParaRPr>
              </a:p>
            </p:txBody>
          </p:sp>
        </p:grpSp>
        <p:grpSp>
          <p:nvGrpSpPr>
            <p:cNvPr id="36" name="组合 35">
              <a:extLst>
                <a:ext uri="{FF2B5EF4-FFF2-40B4-BE49-F238E27FC236}">
                  <a16:creationId xmlns:a16="http://schemas.microsoft.com/office/drawing/2014/main" id="{8084B8AC-EC68-868E-B7EA-60490D4A6629}"/>
                </a:ext>
              </a:extLst>
            </p:cNvPr>
            <p:cNvGrpSpPr/>
            <p:nvPr/>
          </p:nvGrpSpPr>
          <p:grpSpPr>
            <a:xfrm>
              <a:off x="4427130" y="4308792"/>
              <a:ext cx="3329199" cy="1825308"/>
              <a:chOff x="660400" y="4387850"/>
              <a:chExt cx="3329199" cy="1825308"/>
            </a:xfrm>
          </p:grpSpPr>
          <p:grpSp>
            <p:nvGrpSpPr>
              <p:cNvPr id="37" name="组合 36">
                <a:extLst>
                  <a:ext uri="{FF2B5EF4-FFF2-40B4-BE49-F238E27FC236}">
                    <a16:creationId xmlns:a16="http://schemas.microsoft.com/office/drawing/2014/main" id="{BDFB6E06-8C64-FEA7-7C40-D2F02854E21B}"/>
                  </a:ext>
                </a:extLst>
              </p:cNvPr>
              <p:cNvGrpSpPr/>
              <p:nvPr/>
            </p:nvGrpSpPr>
            <p:grpSpPr>
              <a:xfrm>
                <a:off x="1325052" y="4387850"/>
                <a:ext cx="2664547" cy="1825308"/>
                <a:chOff x="6504489" y="4387850"/>
                <a:chExt cx="2664547" cy="1825308"/>
              </a:xfrm>
            </p:grpSpPr>
            <p:sp>
              <p:nvSpPr>
                <p:cNvPr id="39" name="Text4">
                  <a:extLst>
                    <a:ext uri="{FF2B5EF4-FFF2-40B4-BE49-F238E27FC236}">
                      <a16:creationId xmlns:a16="http://schemas.microsoft.com/office/drawing/2014/main" id="{F31B0C1C-59BC-CE0B-5C12-C8557CDBACA7}"/>
                    </a:ext>
                  </a:extLst>
                </p:cNvPr>
                <p:cNvSpPr/>
                <p:nvPr/>
              </p:nvSpPr>
              <p:spPr>
                <a:xfrm flipH="1">
                  <a:off x="6504489" y="5061158"/>
                  <a:ext cx="2664546" cy="115200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20000"/>
                    </a:lnSpc>
                    <a:buClrTx/>
                    <a:buSzPct val="25000"/>
                    <a:buFontTx/>
                    <a:buNone/>
                    <a:defRPr/>
                  </a:pPr>
                  <a:r>
                    <a:rPr kumimoji="0" lang="zh-CN" altLang="en-US" sz="1200" i="0" u="none" strike="noStrike" kern="1200" cap="none" spc="0" normalizeH="0" baseline="0" noProof="0" dirty="0">
                      <a:ln>
                        <a:noFill/>
                      </a:ln>
                      <a:solidFill>
                        <a:schemeClr val="tx1"/>
                      </a:solidFill>
                      <a:effectLst/>
                      <a:uLnTx/>
                      <a:uFillTx/>
                      <a:cs typeface="+mn-ea"/>
                      <a:sym typeface="+mn-lt"/>
                    </a:rPr>
                    <a:t>单击此处添加文本单击此处添加文本单击此处添加文本单击此处添加文本</a:t>
                  </a:r>
                  <a:endParaRPr lang="en-US" dirty="0">
                    <a:cs typeface="+mn-ea"/>
                    <a:sym typeface="+mn-lt"/>
                  </a:endParaRPr>
                </a:p>
              </p:txBody>
            </p:sp>
            <p:sp>
              <p:nvSpPr>
                <p:cNvPr id="40" name="Bullet4">
                  <a:extLst>
                    <a:ext uri="{FF2B5EF4-FFF2-40B4-BE49-F238E27FC236}">
                      <a16:creationId xmlns:a16="http://schemas.microsoft.com/office/drawing/2014/main" id="{2E9B77C2-6E90-45C2-3995-55E7E61E14D8}"/>
                    </a:ext>
                  </a:extLst>
                </p:cNvPr>
                <p:cNvSpPr/>
                <p:nvPr/>
              </p:nvSpPr>
              <p:spPr>
                <a:xfrm flipH="1">
                  <a:off x="6504490" y="4387850"/>
                  <a:ext cx="2664546" cy="673309"/>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b="1" dirty="0">
                      <a:solidFill>
                        <a:schemeClr val="tx1"/>
                      </a:solidFill>
                      <a:cs typeface="+mn-ea"/>
                      <a:sym typeface="+mn-lt"/>
                    </a:rPr>
                    <a:t>单击添加小标题</a:t>
                  </a:r>
                  <a:endParaRPr lang="en-US" dirty="0">
                    <a:cs typeface="+mn-ea"/>
                    <a:sym typeface="+mn-lt"/>
                  </a:endParaRPr>
                </a:p>
              </p:txBody>
            </p:sp>
          </p:grpSp>
          <p:sp>
            <p:nvSpPr>
              <p:cNvPr id="38" name="Number4">
                <a:extLst>
                  <a:ext uri="{FF2B5EF4-FFF2-40B4-BE49-F238E27FC236}">
                    <a16:creationId xmlns:a16="http://schemas.microsoft.com/office/drawing/2014/main" id="{4EE05C88-98B1-C003-D0D9-CECC6B344BED}"/>
                  </a:ext>
                </a:extLst>
              </p:cNvPr>
              <p:cNvSpPr>
                <a:spLocks noChangeAspect="1"/>
              </p:cNvSpPr>
              <p:nvPr/>
            </p:nvSpPr>
            <p:spPr>
              <a:xfrm>
                <a:off x="660400" y="4608765"/>
                <a:ext cx="612000" cy="612000"/>
              </a:xfrm>
              <a:prstGeom prst="ellipse">
                <a:avLst/>
              </a:prstGeom>
              <a:solidFill>
                <a:schemeClr val="accent1"/>
              </a:solidFill>
              <a:ln w="0" cap="flat">
                <a:noFill/>
                <a:prstDash val="solid"/>
                <a:miter/>
              </a:ln>
            </p:spPr>
            <p:txBody>
              <a:bodyPr wrap="none" lIns="91440" tIns="45720" rIns="91440" bIns="45720" rtlCol="0" anchor="ctr">
                <a:normAutofit/>
              </a:bodyPr>
              <a:lstStyle/>
              <a:p>
                <a:pPr algn="ctr"/>
                <a:r>
                  <a:rPr lang="en-US" altLang="zh-CN" b="1" dirty="0">
                    <a:solidFill>
                      <a:srgbClr val="FFFFFF"/>
                    </a:solidFill>
                    <a:cs typeface="+mn-ea"/>
                    <a:sym typeface="+mn-lt"/>
                  </a:rPr>
                  <a:t>04</a:t>
                </a:r>
                <a:endParaRPr lang="zh-CN" altLang="en-US" b="1" dirty="0">
                  <a:solidFill>
                    <a:srgbClr val="FFFFFF"/>
                  </a:solidFill>
                  <a:cs typeface="+mn-ea"/>
                  <a:sym typeface="+mn-lt"/>
                </a:endParaRPr>
              </a:p>
            </p:txBody>
          </p:sp>
        </p:grpSp>
      </p:grpSp>
      <p:sp>
        <p:nvSpPr>
          <p:cNvPr id="7" name="标题 6">
            <a:extLst>
              <a:ext uri="{FF2B5EF4-FFF2-40B4-BE49-F238E27FC236}">
                <a16:creationId xmlns:a16="http://schemas.microsoft.com/office/drawing/2014/main" id="{CDBFCA0E-4CF3-E2F9-08B2-F948D7229AE4}"/>
              </a:ext>
            </a:extLst>
          </p:cNvPr>
          <p:cNvSpPr>
            <a:spLocks noGrp="1"/>
          </p:cNvSpPr>
          <p:nvPr>
            <p:ph type="title"/>
          </p:nvPr>
        </p:nvSpPr>
        <p:spPr/>
        <p:txBody>
          <a:bodyPr/>
          <a:lstStyle/>
          <a:p>
            <a:r>
              <a:rPr lang="zh-CN" altLang="en-US"/>
              <a:t>单击此处添加页面标题</a:t>
            </a:r>
          </a:p>
        </p:txBody>
      </p:sp>
    </p:spTree>
    <p:extLst>
      <p:ext uri="{BB962C8B-B14F-4D97-AF65-F5344CB8AC3E}">
        <p14:creationId xmlns:p14="http://schemas.microsoft.com/office/powerpoint/2010/main" val="234396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473A5-C9F3-CAF7-920F-B2C32134DE27}"/>
            </a:ext>
          </a:extLst>
        </p:cNvPr>
        <p:cNvGrpSpPr/>
        <p:nvPr/>
      </p:nvGrpSpPr>
      <p:grpSpPr>
        <a:xfrm>
          <a:off x="0" y="0"/>
          <a:ext cx="0" cy="0"/>
          <a:chOff x="0" y="0"/>
          <a:chExt cx="0" cy="0"/>
        </a:xfrm>
      </p:grpSpPr>
      <p:grpSp>
        <p:nvGrpSpPr>
          <p:cNvPr id="82" name="组合 81">
            <a:extLst>
              <a:ext uri="{FF2B5EF4-FFF2-40B4-BE49-F238E27FC236}">
                <a16:creationId xmlns:a16="http://schemas.microsoft.com/office/drawing/2014/main" id="{CA3443C7-C778-D2FD-331E-77381FC5A12C}"/>
              </a:ext>
            </a:extLst>
          </p:cNvPr>
          <p:cNvGrpSpPr/>
          <p:nvPr/>
        </p:nvGrpSpPr>
        <p:grpSpPr>
          <a:xfrm>
            <a:off x="0" y="1130302"/>
            <a:ext cx="11518900" cy="5105398"/>
            <a:chOff x="0" y="1130302"/>
            <a:chExt cx="11518900" cy="5105398"/>
          </a:xfrm>
        </p:grpSpPr>
        <p:pic>
          <p:nvPicPr>
            <p:cNvPr id="60" name="图片 59">
              <a:extLst>
                <a:ext uri="{FF2B5EF4-FFF2-40B4-BE49-F238E27FC236}">
                  <a16:creationId xmlns:a16="http://schemas.microsoft.com/office/drawing/2014/main" id="{40390683-82DB-1434-7B5A-C7E68CA63434}"/>
                </a:ext>
              </a:extLst>
            </p:cNvPr>
            <p:cNvPicPr>
              <a:picLocks noChangeAspect="1"/>
            </p:cNvPicPr>
            <p:nvPr/>
          </p:nvPicPr>
          <p:blipFill>
            <a:blip r:embed="rId3">
              <a:extLst>
                <a:ext uri="{28A0092B-C50C-407E-A947-70E740481C1C}">
                  <a14:useLocalDpi xmlns:a14="http://schemas.microsoft.com/office/drawing/2010/main" val="0"/>
                </a:ext>
              </a:extLst>
            </a:blip>
            <a:srcRect l="55315" b="20926"/>
            <a:stretch>
              <a:fillRect/>
            </a:stretch>
          </p:blipFill>
          <p:spPr>
            <a:xfrm>
              <a:off x="0" y="1263650"/>
              <a:ext cx="2011707" cy="4972050"/>
            </a:xfrm>
            <a:custGeom>
              <a:avLst/>
              <a:gdLst>
                <a:gd name="csX0" fmla="*/ 0 w 2194122"/>
                <a:gd name="csY0" fmla="*/ 0 h 5422900"/>
                <a:gd name="csX1" fmla="*/ 2194122 w 2194122"/>
                <a:gd name="csY1" fmla="*/ 0 h 5422900"/>
                <a:gd name="csX2" fmla="*/ 2194122 w 2194122"/>
                <a:gd name="csY2" fmla="*/ 5422900 h 5422900"/>
                <a:gd name="csX3" fmla="*/ 0 w 2194122"/>
                <a:gd name="csY3" fmla="*/ 5422900 h 5422900"/>
              </a:gdLst>
              <a:ahLst/>
              <a:cxnLst>
                <a:cxn ang="0">
                  <a:pos x="csX0" y="csY0"/>
                </a:cxn>
                <a:cxn ang="0">
                  <a:pos x="csX1" y="csY1"/>
                </a:cxn>
                <a:cxn ang="0">
                  <a:pos x="csX2" y="csY2"/>
                </a:cxn>
                <a:cxn ang="0">
                  <a:pos x="csX3" y="csY3"/>
                </a:cxn>
              </a:cxnLst>
              <a:rect l="l" t="t" r="r" b="b"/>
              <a:pathLst>
                <a:path w="2194122" h="5422900">
                  <a:moveTo>
                    <a:pt x="0" y="0"/>
                  </a:moveTo>
                  <a:lnTo>
                    <a:pt x="2194122" y="0"/>
                  </a:lnTo>
                  <a:lnTo>
                    <a:pt x="2194122" y="5422900"/>
                  </a:lnTo>
                  <a:lnTo>
                    <a:pt x="0" y="5422900"/>
                  </a:lnTo>
                  <a:close/>
                </a:path>
              </a:pathLst>
            </a:custGeom>
          </p:spPr>
        </p:pic>
        <p:sp>
          <p:nvSpPr>
            <p:cNvPr id="11" name="Title">
              <a:extLst>
                <a:ext uri="{FF2B5EF4-FFF2-40B4-BE49-F238E27FC236}">
                  <a16:creationId xmlns:a16="http://schemas.microsoft.com/office/drawing/2014/main" id="{6E59ACC7-18EE-6E1D-BF8A-D4479BFC09C3}"/>
                </a:ext>
              </a:extLst>
            </p:cNvPr>
            <p:cNvSpPr txBox="1">
              <a:spLocks/>
            </p:cNvSpPr>
            <p:nvPr/>
          </p:nvSpPr>
          <p:spPr>
            <a:xfrm>
              <a:off x="2347100" y="1130302"/>
              <a:ext cx="9171800" cy="780524"/>
            </a:xfrm>
            <a:prstGeom prst="rect">
              <a:avLst/>
            </a:prstGeom>
            <a:noFill/>
            <a:ln>
              <a:noFill/>
            </a:ln>
          </p:spPr>
          <p:txBody>
            <a:bodyPr wrap="square" lIns="91440" tIns="45720" rIns="91440" bIns="45720" anchor="ctr" anchorCtr="0">
              <a:normAutofit/>
            </a:bodyPr>
            <a:lstStyle/>
            <a:p>
              <a:pPr marL="0" marR="0" lvl="0" indent="0" defTabSz="913765" rtl="0" eaLnBrk="1" fontAlgn="auto" latinLnBrk="0" hangingPunct="1">
                <a:buClrTx/>
                <a:buSzPct val="25000"/>
                <a:buFontTx/>
                <a:buNone/>
                <a:defRPr/>
              </a:pPr>
              <a:r>
                <a:rPr kumimoji="0" lang="zh-CN" altLang="en-US" sz="2400" b="1" i="0" u="none" strike="noStrike" kern="1200" cap="none" spc="0" normalizeH="0" baseline="0" noProof="0" dirty="0">
                  <a:ln>
                    <a:noFill/>
                  </a:ln>
                  <a:effectLst/>
                  <a:uLnTx/>
                  <a:uFillTx/>
                  <a:cs typeface="+mn-ea"/>
                  <a:sym typeface="+mn-lt"/>
                </a:rPr>
                <a:t>单击此处添加长一点的副标题</a:t>
              </a:r>
              <a:endParaRPr lang="en-US" dirty="0">
                <a:cs typeface="+mn-ea"/>
                <a:sym typeface="+mn-lt"/>
              </a:endParaRPr>
            </a:p>
          </p:txBody>
        </p:sp>
        <p:grpSp>
          <p:nvGrpSpPr>
            <p:cNvPr id="14" name="组合 13">
              <a:extLst>
                <a:ext uri="{FF2B5EF4-FFF2-40B4-BE49-F238E27FC236}">
                  <a16:creationId xmlns:a16="http://schemas.microsoft.com/office/drawing/2014/main" id="{7BC763F2-9F4E-9A63-598C-DF966AC7B320}"/>
                </a:ext>
              </a:extLst>
            </p:cNvPr>
            <p:cNvGrpSpPr>
              <a:grpSpLocks/>
            </p:cNvGrpSpPr>
            <p:nvPr/>
          </p:nvGrpSpPr>
          <p:grpSpPr>
            <a:xfrm>
              <a:off x="2347100" y="2097142"/>
              <a:ext cx="4399369" cy="1221442"/>
              <a:chOff x="660400" y="2694273"/>
              <a:chExt cx="4399369" cy="1221442"/>
            </a:xfrm>
          </p:grpSpPr>
          <p:grpSp>
            <p:nvGrpSpPr>
              <p:cNvPr id="51" name="组合 50">
                <a:extLst>
                  <a:ext uri="{FF2B5EF4-FFF2-40B4-BE49-F238E27FC236}">
                    <a16:creationId xmlns:a16="http://schemas.microsoft.com/office/drawing/2014/main" id="{3F350909-8F9C-DD87-4F0B-25C7137A1577}"/>
                  </a:ext>
                </a:extLst>
              </p:cNvPr>
              <p:cNvGrpSpPr/>
              <p:nvPr/>
            </p:nvGrpSpPr>
            <p:grpSpPr>
              <a:xfrm>
                <a:off x="1325051" y="2694273"/>
                <a:ext cx="3734718" cy="1221442"/>
                <a:chOff x="6504488" y="2906754"/>
                <a:chExt cx="3734718" cy="1221442"/>
              </a:xfrm>
            </p:grpSpPr>
            <p:sp>
              <p:nvSpPr>
                <p:cNvPr id="53" name="Text1">
                  <a:extLst>
                    <a:ext uri="{FF2B5EF4-FFF2-40B4-BE49-F238E27FC236}">
                      <a16:creationId xmlns:a16="http://schemas.microsoft.com/office/drawing/2014/main" id="{E8B296F5-398C-8AE3-0B48-7A74867F4637}"/>
                    </a:ext>
                  </a:extLst>
                </p:cNvPr>
                <p:cNvSpPr/>
                <p:nvPr/>
              </p:nvSpPr>
              <p:spPr>
                <a:xfrm flipH="1">
                  <a:off x="6504488" y="3347672"/>
                  <a:ext cx="3734717" cy="780524"/>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20000"/>
                    </a:lnSpc>
                    <a:buClrTx/>
                    <a:buSzPct val="25000"/>
                    <a:buFontTx/>
                    <a:buNone/>
                    <a:defRPr/>
                  </a:pPr>
                  <a:r>
                    <a:rPr kumimoji="0" lang="zh-CN" altLang="en-US" sz="1200" i="0" u="none" strike="noStrike" kern="1200" cap="none" spc="0" normalizeH="0" baseline="0" noProof="0" dirty="0">
                      <a:ln>
                        <a:noFill/>
                      </a:ln>
                      <a:solidFill>
                        <a:schemeClr val="tx1"/>
                      </a:solidFill>
                      <a:effectLst/>
                      <a:uLnTx/>
                      <a:uFillTx/>
                      <a:cs typeface="+mn-ea"/>
                      <a:sym typeface="+mn-lt"/>
                    </a:rPr>
                    <a:t>单击此处添加文本单击此处添加文本单击此处添加文本单击此处添加文本</a:t>
                  </a:r>
                  <a:endParaRPr lang="en-US" dirty="0">
                    <a:cs typeface="+mn-ea"/>
                    <a:sym typeface="+mn-lt"/>
                  </a:endParaRPr>
                </a:p>
              </p:txBody>
            </p:sp>
            <p:sp>
              <p:nvSpPr>
                <p:cNvPr id="54" name="Bullet1">
                  <a:extLst>
                    <a:ext uri="{FF2B5EF4-FFF2-40B4-BE49-F238E27FC236}">
                      <a16:creationId xmlns:a16="http://schemas.microsoft.com/office/drawing/2014/main" id="{075F22D8-28B1-CA81-C3AF-4CCA825B9361}"/>
                    </a:ext>
                  </a:extLst>
                </p:cNvPr>
                <p:cNvSpPr/>
                <p:nvPr/>
              </p:nvSpPr>
              <p:spPr>
                <a:xfrm flipH="1">
                  <a:off x="6504489" y="2906754"/>
                  <a:ext cx="3734717" cy="440919"/>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b="1" dirty="0">
                      <a:solidFill>
                        <a:schemeClr val="tx1"/>
                      </a:solidFill>
                      <a:cs typeface="+mn-ea"/>
                      <a:sym typeface="+mn-lt"/>
                    </a:rPr>
                    <a:t>单击添加小标题</a:t>
                  </a:r>
                  <a:endParaRPr lang="en-US" dirty="0">
                    <a:cs typeface="+mn-ea"/>
                    <a:sym typeface="+mn-lt"/>
                  </a:endParaRPr>
                </a:p>
              </p:txBody>
            </p:sp>
          </p:grpSp>
          <p:sp>
            <p:nvSpPr>
              <p:cNvPr id="52" name="Number1">
                <a:extLst>
                  <a:ext uri="{FF2B5EF4-FFF2-40B4-BE49-F238E27FC236}">
                    <a16:creationId xmlns:a16="http://schemas.microsoft.com/office/drawing/2014/main" id="{A0A0287D-5673-498A-5E02-365190E469F3}"/>
                  </a:ext>
                </a:extLst>
              </p:cNvPr>
              <p:cNvSpPr>
                <a:spLocks noChangeAspect="1"/>
              </p:cNvSpPr>
              <p:nvPr/>
            </p:nvSpPr>
            <p:spPr>
              <a:xfrm>
                <a:off x="660400" y="2694273"/>
                <a:ext cx="612000" cy="612000"/>
              </a:xfrm>
              <a:prstGeom prst="ellipse">
                <a:avLst/>
              </a:prstGeom>
              <a:solidFill>
                <a:schemeClr val="accent1"/>
              </a:solidFill>
              <a:ln w="0" cap="flat">
                <a:noFill/>
                <a:prstDash val="solid"/>
                <a:miter/>
              </a:ln>
            </p:spPr>
            <p:txBody>
              <a:bodyPr wrap="none" lIns="91440" tIns="45720" rIns="91440" bIns="45720" rtlCol="0" anchor="ctr">
                <a:normAutofit/>
              </a:bodyPr>
              <a:lstStyle/>
              <a:p>
                <a:pPr algn="ctr"/>
                <a:r>
                  <a:rPr lang="en-US" altLang="zh-CN" b="1" dirty="0">
                    <a:solidFill>
                      <a:srgbClr val="FFFFFF"/>
                    </a:solidFill>
                    <a:cs typeface="+mn-ea"/>
                    <a:sym typeface="+mn-lt"/>
                  </a:rPr>
                  <a:t>01</a:t>
                </a:r>
                <a:endParaRPr lang="zh-CN" altLang="en-US" b="1" dirty="0">
                  <a:solidFill>
                    <a:srgbClr val="FFFFFF"/>
                  </a:solidFill>
                  <a:cs typeface="+mn-ea"/>
                  <a:sym typeface="+mn-lt"/>
                </a:endParaRPr>
              </a:p>
            </p:txBody>
          </p:sp>
        </p:grpSp>
        <p:grpSp>
          <p:nvGrpSpPr>
            <p:cNvPr id="18" name="组合 17">
              <a:extLst>
                <a:ext uri="{FF2B5EF4-FFF2-40B4-BE49-F238E27FC236}">
                  <a16:creationId xmlns:a16="http://schemas.microsoft.com/office/drawing/2014/main" id="{CBC6BFC0-9438-3565-1F7B-CE3232C77610}"/>
                </a:ext>
              </a:extLst>
            </p:cNvPr>
            <p:cNvGrpSpPr/>
            <p:nvPr/>
          </p:nvGrpSpPr>
          <p:grpSpPr>
            <a:xfrm>
              <a:off x="7119531" y="2097142"/>
              <a:ext cx="4399369" cy="1221442"/>
              <a:chOff x="660400" y="2694273"/>
              <a:chExt cx="4399369" cy="1221442"/>
            </a:xfrm>
          </p:grpSpPr>
          <p:grpSp>
            <p:nvGrpSpPr>
              <p:cNvPr id="39" name="组合 38">
                <a:extLst>
                  <a:ext uri="{FF2B5EF4-FFF2-40B4-BE49-F238E27FC236}">
                    <a16:creationId xmlns:a16="http://schemas.microsoft.com/office/drawing/2014/main" id="{2F852D4E-3273-1920-618F-42ED2112C4EA}"/>
                  </a:ext>
                </a:extLst>
              </p:cNvPr>
              <p:cNvGrpSpPr/>
              <p:nvPr/>
            </p:nvGrpSpPr>
            <p:grpSpPr>
              <a:xfrm>
                <a:off x="1325051" y="2694273"/>
                <a:ext cx="3734718" cy="1221442"/>
                <a:chOff x="6504488" y="2906754"/>
                <a:chExt cx="3734718" cy="1221442"/>
              </a:xfrm>
            </p:grpSpPr>
            <p:sp>
              <p:nvSpPr>
                <p:cNvPr id="49" name="Text2">
                  <a:extLst>
                    <a:ext uri="{FF2B5EF4-FFF2-40B4-BE49-F238E27FC236}">
                      <a16:creationId xmlns:a16="http://schemas.microsoft.com/office/drawing/2014/main" id="{F7D33E8E-9E63-AB4E-2D7E-47C088155F0F}"/>
                    </a:ext>
                  </a:extLst>
                </p:cNvPr>
                <p:cNvSpPr>
                  <a:spLocks/>
                </p:cNvSpPr>
                <p:nvPr/>
              </p:nvSpPr>
              <p:spPr>
                <a:xfrm flipH="1">
                  <a:off x="6504488" y="3347672"/>
                  <a:ext cx="3734717" cy="780524"/>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20000"/>
                    </a:lnSpc>
                    <a:buClrTx/>
                    <a:buSzPct val="25000"/>
                    <a:buFontTx/>
                    <a:buNone/>
                    <a:defRPr/>
                  </a:pPr>
                  <a:r>
                    <a:rPr kumimoji="0" lang="zh-CN" altLang="en-US" sz="1200" i="0" u="none" strike="noStrike" kern="1200" cap="none" spc="0" normalizeH="0" baseline="0" noProof="0" dirty="0">
                      <a:ln>
                        <a:noFill/>
                      </a:ln>
                      <a:solidFill>
                        <a:schemeClr val="tx1"/>
                      </a:solidFill>
                      <a:effectLst/>
                      <a:uLnTx/>
                      <a:uFillTx/>
                      <a:cs typeface="+mn-ea"/>
                      <a:sym typeface="+mn-lt"/>
                    </a:rPr>
                    <a:t>单击此处添加文本单击此处添加文本单击此处添加文本单击此处添加文本</a:t>
                  </a:r>
                  <a:endParaRPr lang="en-US" dirty="0">
                    <a:cs typeface="+mn-ea"/>
                    <a:sym typeface="+mn-lt"/>
                  </a:endParaRPr>
                </a:p>
              </p:txBody>
            </p:sp>
            <p:sp>
              <p:nvSpPr>
                <p:cNvPr id="50" name="Bullet2">
                  <a:extLst>
                    <a:ext uri="{FF2B5EF4-FFF2-40B4-BE49-F238E27FC236}">
                      <a16:creationId xmlns:a16="http://schemas.microsoft.com/office/drawing/2014/main" id="{EE37170E-21FF-9E1C-9FCB-5B4CB7DFB26B}"/>
                    </a:ext>
                  </a:extLst>
                </p:cNvPr>
                <p:cNvSpPr/>
                <p:nvPr/>
              </p:nvSpPr>
              <p:spPr>
                <a:xfrm flipH="1">
                  <a:off x="6504489" y="2906754"/>
                  <a:ext cx="3734717" cy="440919"/>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b="1" dirty="0">
                      <a:solidFill>
                        <a:schemeClr val="tx1"/>
                      </a:solidFill>
                      <a:cs typeface="+mn-ea"/>
                      <a:sym typeface="+mn-lt"/>
                    </a:rPr>
                    <a:t>单击添加小标题</a:t>
                  </a:r>
                  <a:endParaRPr lang="en-US" dirty="0">
                    <a:cs typeface="+mn-ea"/>
                    <a:sym typeface="+mn-lt"/>
                  </a:endParaRPr>
                </a:p>
              </p:txBody>
            </p:sp>
          </p:grpSp>
          <p:sp>
            <p:nvSpPr>
              <p:cNvPr id="46" name="Number2">
                <a:extLst>
                  <a:ext uri="{FF2B5EF4-FFF2-40B4-BE49-F238E27FC236}">
                    <a16:creationId xmlns:a16="http://schemas.microsoft.com/office/drawing/2014/main" id="{FE4DA49E-0D02-8BFF-7981-9A54E914538D}"/>
                  </a:ext>
                </a:extLst>
              </p:cNvPr>
              <p:cNvSpPr>
                <a:spLocks noChangeAspect="1"/>
              </p:cNvSpPr>
              <p:nvPr/>
            </p:nvSpPr>
            <p:spPr>
              <a:xfrm>
                <a:off x="660400" y="2694273"/>
                <a:ext cx="612000" cy="612000"/>
              </a:xfrm>
              <a:prstGeom prst="ellipse">
                <a:avLst/>
              </a:prstGeom>
              <a:solidFill>
                <a:schemeClr val="accent1"/>
              </a:solidFill>
              <a:ln w="0" cap="flat">
                <a:noFill/>
                <a:prstDash val="solid"/>
                <a:miter/>
              </a:ln>
            </p:spPr>
            <p:txBody>
              <a:bodyPr wrap="none" lIns="91440" tIns="45720" rIns="91440" bIns="45720" rtlCol="0" anchor="ctr">
                <a:normAutofit/>
              </a:bodyPr>
              <a:lstStyle/>
              <a:p>
                <a:pPr algn="ctr"/>
                <a:r>
                  <a:rPr lang="en-US" altLang="zh-CN" b="1" dirty="0">
                    <a:solidFill>
                      <a:srgbClr val="FFFFFF"/>
                    </a:solidFill>
                    <a:cs typeface="+mn-ea"/>
                    <a:sym typeface="+mn-lt"/>
                  </a:rPr>
                  <a:t>02</a:t>
                </a:r>
                <a:endParaRPr lang="zh-CN" altLang="en-US" b="1" dirty="0">
                  <a:solidFill>
                    <a:srgbClr val="FFFFFF"/>
                  </a:solidFill>
                  <a:cs typeface="+mn-ea"/>
                  <a:sym typeface="+mn-lt"/>
                </a:endParaRPr>
              </a:p>
            </p:txBody>
          </p:sp>
        </p:grpSp>
        <p:grpSp>
          <p:nvGrpSpPr>
            <p:cNvPr id="62" name="组合 61">
              <a:extLst>
                <a:ext uri="{FF2B5EF4-FFF2-40B4-BE49-F238E27FC236}">
                  <a16:creationId xmlns:a16="http://schemas.microsoft.com/office/drawing/2014/main" id="{EE9795C2-5510-0B21-3998-2411FF929CFC}"/>
                </a:ext>
              </a:extLst>
            </p:cNvPr>
            <p:cNvGrpSpPr>
              <a:grpSpLocks/>
            </p:cNvGrpSpPr>
            <p:nvPr/>
          </p:nvGrpSpPr>
          <p:grpSpPr>
            <a:xfrm>
              <a:off x="2347100" y="3504900"/>
              <a:ext cx="4399369" cy="1221442"/>
              <a:chOff x="660400" y="2694273"/>
              <a:chExt cx="4399369" cy="1221442"/>
            </a:xfrm>
          </p:grpSpPr>
          <p:grpSp>
            <p:nvGrpSpPr>
              <p:cNvPr id="63" name="组合 62">
                <a:extLst>
                  <a:ext uri="{FF2B5EF4-FFF2-40B4-BE49-F238E27FC236}">
                    <a16:creationId xmlns:a16="http://schemas.microsoft.com/office/drawing/2014/main" id="{568F3A7C-C81E-1260-F4C8-B4B064A3A2AB}"/>
                  </a:ext>
                </a:extLst>
              </p:cNvPr>
              <p:cNvGrpSpPr/>
              <p:nvPr/>
            </p:nvGrpSpPr>
            <p:grpSpPr>
              <a:xfrm>
                <a:off x="1325051" y="2694273"/>
                <a:ext cx="3734718" cy="1221442"/>
                <a:chOff x="6504488" y="2906754"/>
                <a:chExt cx="3734718" cy="1221442"/>
              </a:xfrm>
            </p:grpSpPr>
            <p:sp>
              <p:nvSpPr>
                <p:cNvPr id="65" name="Text3">
                  <a:extLst>
                    <a:ext uri="{FF2B5EF4-FFF2-40B4-BE49-F238E27FC236}">
                      <a16:creationId xmlns:a16="http://schemas.microsoft.com/office/drawing/2014/main" id="{537ED155-484D-AA4B-58A9-FFDC42292210}"/>
                    </a:ext>
                  </a:extLst>
                </p:cNvPr>
                <p:cNvSpPr/>
                <p:nvPr/>
              </p:nvSpPr>
              <p:spPr>
                <a:xfrm flipH="1">
                  <a:off x="6504488" y="3347672"/>
                  <a:ext cx="3734717" cy="780524"/>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20000"/>
                    </a:lnSpc>
                    <a:buClrTx/>
                    <a:buSzPct val="25000"/>
                    <a:buFontTx/>
                    <a:buNone/>
                    <a:defRPr/>
                  </a:pPr>
                  <a:r>
                    <a:rPr kumimoji="0" lang="zh-CN" altLang="en-US" sz="1200" i="0" u="none" strike="noStrike" kern="1200" cap="none" spc="0" normalizeH="0" baseline="0" noProof="0" dirty="0">
                      <a:ln>
                        <a:noFill/>
                      </a:ln>
                      <a:solidFill>
                        <a:schemeClr val="tx1"/>
                      </a:solidFill>
                      <a:effectLst/>
                      <a:uLnTx/>
                      <a:uFillTx/>
                      <a:cs typeface="+mn-ea"/>
                      <a:sym typeface="+mn-lt"/>
                    </a:rPr>
                    <a:t>单击此处添加文本单击此处添加文本单击此处添加文本单击此处添加文本</a:t>
                  </a:r>
                  <a:endParaRPr lang="en-US" dirty="0">
                    <a:cs typeface="+mn-ea"/>
                    <a:sym typeface="+mn-lt"/>
                  </a:endParaRPr>
                </a:p>
              </p:txBody>
            </p:sp>
            <p:sp>
              <p:nvSpPr>
                <p:cNvPr id="66" name="Bullet3">
                  <a:extLst>
                    <a:ext uri="{FF2B5EF4-FFF2-40B4-BE49-F238E27FC236}">
                      <a16:creationId xmlns:a16="http://schemas.microsoft.com/office/drawing/2014/main" id="{2CD255D1-3AB7-F9F1-C768-C798E0EA16FA}"/>
                    </a:ext>
                  </a:extLst>
                </p:cNvPr>
                <p:cNvSpPr/>
                <p:nvPr/>
              </p:nvSpPr>
              <p:spPr>
                <a:xfrm flipH="1">
                  <a:off x="6504489" y="2906754"/>
                  <a:ext cx="3734717" cy="440919"/>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b="1" dirty="0">
                      <a:solidFill>
                        <a:schemeClr val="tx1"/>
                      </a:solidFill>
                      <a:cs typeface="+mn-ea"/>
                      <a:sym typeface="+mn-lt"/>
                    </a:rPr>
                    <a:t>单击添加小标题</a:t>
                  </a:r>
                  <a:endParaRPr lang="en-US" dirty="0">
                    <a:cs typeface="+mn-ea"/>
                    <a:sym typeface="+mn-lt"/>
                  </a:endParaRPr>
                </a:p>
              </p:txBody>
            </p:sp>
          </p:grpSp>
          <p:sp>
            <p:nvSpPr>
              <p:cNvPr id="64" name="Number3">
                <a:extLst>
                  <a:ext uri="{FF2B5EF4-FFF2-40B4-BE49-F238E27FC236}">
                    <a16:creationId xmlns:a16="http://schemas.microsoft.com/office/drawing/2014/main" id="{520B62C2-91F9-B57F-2EEE-C5FF5A064D0F}"/>
                  </a:ext>
                </a:extLst>
              </p:cNvPr>
              <p:cNvSpPr>
                <a:spLocks noChangeAspect="1"/>
              </p:cNvSpPr>
              <p:nvPr/>
            </p:nvSpPr>
            <p:spPr>
              <a:xfrm>
                <a:off x="660400" y="2694273"/>
                <a:ext cx="612000" cy="612000"/>
              </a:xfrm>
              <a:prstGeom prst="ellipse">
                <a:avLst/>
              </a:prstGeom>
              <a:solidFill>
                <a:schemeClr val="accent1"/>
              </a:solidFill>
              <a:ln w="0" cap="flat">
                <a:noFill/>
                <a:prstDash val="solid"/>
                <a:miter/>
              </a:ln>
            </p:spPr>
            <p:txBody>
              <a:bodyPr wrap="none" lIns="91440" tIns="45720" rIns="91440" bIns="45720" rtlCol="0" anchor="ctr">
                <a:normAutofit/>
              </a:bodyPr>
              <a:lstStyle/>
              <a:p>
                <a:pPr algn="ctr"/>
                <a:r>
                  <a:rPr lang="en-US" altLang="zh-CN" b="1" dirty="0">
                    <a:solidFill>
                      <a:srgbClr val="FFFFFF"/>
                    </a:solidFill>
                    <a:cs typeface="+mn-ea"/>
                    <a:sym typeface="+mn-lt"/>
                  </a:rPr>
                  <a:t>03</a:t>
                </a:r>
                <a:endParaRPr lang="zh-CN" altLang="en-US" b="1" dirty="0">
                  <a:solidFill>
                    <a:srgbClr val="FFFFFF"/>
                  </a:solidFill>
                  <a:cs typeface="+mn-ea"/>
                  <a:sym typeface="+mn-lt"/>
                </a:endParaRPr>
              </a:p>
            </p:txBody>
          </p:sp>
        </p:grpSp>
        <p:grpSp>
          <p:nvGrpSpPr>
            <p:cNvPr id="67" name="组合 66">
              <a:extLst>
                <a:ext uri="{FF2B5EF4-FFF2-40B4-BE49-F238E27FC236}">
                  <a16:creationId xmlns:a16="http://schemas.microsoft.com/office/drawing/2014/main" id="{26DB40F1-644D-033B-41EB-64B00E7EF0BC}"/>
                </a:ext>
              </a:extLst>
            </p:cNvPr>
            <p:cNvGrpSpPr/>
            <p:nvPr/>
          </p:nvGrpSpPr>
          <p:grpSpPr>
            <a:xfrm>
              <a:off x="7119531" y="3504900"/>
              <a:ext cx="4399369" cy="1221442"/>
              <a:chOff x="660400" y="2694273"/>
              <a:chExt cx="4399369" cy="1221442"/>
            </a:xfrm>
          </p:grpSpPr>
          <p:grpSp>
            <p:nvGrpSpPr>
              <p:cNvPr id="68" name="组合 67">
                <a:extLst>
                  <a:ext uri="{FF2B5EF4-FFF2-40B4-BE49-F238E27FC236}">
                    <a16:creationId xmlns:a16="http://schemas.microsoft.com/office/drawing/2014/main" id="{08A8F8A9-DB6C-9010-9CDD-321EC7829EC1}"/>
                  </a:ext>
                </a:extLst>
              </p:cNvPr>
              <p:cNvGrpSpPr/>
              <p:nvPr/>
            </p:nvGrpSpPr>
            <p:grpSpPr>
              <a:xfrm>
                <a:off x="1325051" y="2694273"/>
                <a:ext cx="3734718" cy="1221442"/>
                <a:chOff x="6504488" y="2906754"/>
                <a:chExt cx="3734718" cy="1221442"/>
              </a:xfrm>
            </p:grpSpPr>
            <p:sp>
              <p:nvSpPr>
                <p:cNvPr id="70" name="Text4">
                  <a:extLst>
                    <a:ext uri="{FF2B5EF4-FFF2-40B4-BE49-F238E27FC236}">
                      <a16:creationId xmlns:a16="http://schemas.microsoft.com/office/drawing/2014/main" id="{69345351-741F-1D1E-F4C9-5737207F8844}"/>
                    </a:ext>
                  </a:extLst>
                </p:cNvPr>
                <p:cNvSpPr>
                  <a:spLocks/>
                </p:cNvSpPr>
                <p:nvPr/>
              </p:nvSpPr>
              <p:spPr>
                <a:xfrm flipH="1">
                  <a:off x="6504488" y="3347672"/>
                  <a:ext cx="3734717" cy="780524"/>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20000"/>
                    </a:lnSpc>
                    <a:buClrTx/>
                    <a:buSzPct val="25000"/>
                    <a:buFontTx/>
                    <a:buNone/>
                    <a:defRPr/>
                  </a:pPr>
                  <a:r>
                    <a:rPr kumimoji="0" lang="zh-CN" altLang="en-US" sz="1200" i="0" u="none" strike="noStrike" kern="1200" cap="none" spc="0" normalizeH="0" baseline="0" noProof="0" dirty="0">
                      <a:ln>
                        <a:noFill/>
                      </a:ln>
                      <a:solidFill>
                        <a:schemeClr val="tx1"/>
                      </a:solidFill>
                      <a:effectLst/>
                      <a:uLnTx/>
                      <a:uFillTx/>
                      <a:cs typeface="+mn-ea"/>
                      <a:sym typeface="+mn-lt"/>
                    </a:rPr>
                    <a:t>单击此处添加文本单击此处添加文本单击此处添加文本单击此处添加文本</a:t>
                  </a:r>
                  <a:endParaRPr lang="en-US" dirty="0">
                    <a:cs typeface="+mn-ea"/>
                    <a:sym typeface="+mn-lt"/>
                  </a:endParaRPr>
                </a:p>
              </p:txBody>
            </p:sp>
            <p:sp>
              <p:nvSpPr>
                <p:cNvPr id="71" name="Bullet4">
                  <a:extLst>
                    <a:ext uri="{FF2B5EF4-FFF2-40B4-BE49-F238E27FC236}">
                      <a16:creationId xmlns:a16="http://schemas.microsoft.com/office/drawing/2014/main" id="{3763CBA5-5086-5E46-3A08-5E27F69AA595}"/>
                    </a:ext>
                  </a:extLst>
                </p:cNvPr>
                <p:cNvSpPr/>
                <p:nvPr/>
              </p:nvSpPr>
              <p:spPr>
                <a:xfrm flipH="1">
                  <a:off x="6504489" y="2906754"/>
                  <a:ext cx="3734717" cy="440919"/>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b="1" dirty="0">
                      <a:solidFill>
                        <a:schemeClr val="tx1"/>
                      </a:solidFill>
                      <a:cs typeface="+mn-ea"/>
                      <a:sym typeface="+mn-lt"/>
                    </a:rPr>
                    <a:t>单击添加小标题</a:t>
                  </a:r>
                  <a:endParaRPr lang="en-US" dirty="0">
                    <a:cs typeface="+mn-ea"/>
                    <a:sym typeface="+mn-lt"/>
                  </a:endParaRPr>
                </a:p>
              </p:txBody>
            </p:sp>
          </p:grpSp>
          <p:sp>
            <p:nvSpPr>
              <p:cNvPr id="69" name="Number4">
                <a:extLst>
                  <a:ext uri="{FF2B5EF4-FFF2-40B4-BE49-F238E27FC236}">
                    <a16:creationId xmlns:a16="http://schemas.microsoft.com/office/drawing/2014/main" id="{27A4CAE0-7088-FEC4-3185-036F8DE601B8}"/>
                  </a:ext>
                </a:extLst>
              </p:cNvPr>
              <p:cNvSpPr>
                <a:spLocks noChangeAspect="1"/>
              </p:cNvSpPr>
              <p:nvPr/>
            </p:nvSpPr>
            <p:spPr>
              <a:xfrm>
                <a:off x="660400" y="2694273"/>
                <a:ext cx="612000" cy="612000"/>
              </a:xfrm>
              <a:prstGeom prst="ellipse">
                <a:avLst/>
              </a:prstGeom>
              <a:solidFill>
                <a:schemeClr val="accent1"/>
              </a:solidFill>
              <a:ln w="0" cap="flat">
                <a:noFill/>
                <a:prstDash val="solid"/>
                <a:miter/>
              </a:ln>
            </p:spPr>
            <p:txBody>
              <a:bodyPr wrap="none" lIns="91440" tIns="45720" rIns="91440" bIns="45720" rtlCol="0" anchor="ctr">
                <a:normAutofit/>
              </a:bodyPr>
              <a:lstStyle/>
              <a:p>
                <a:pPr algn="ctr"/>
                <a:r>
                  <a:rPr lang="en-US" altLang="zh-CN" b="1" dirty="0">
                    <a:solidFill>
                      <a:srgbClr val="FFFFFF"/>
                    </a:solidFill>
                    <a:cs typeface="+mn-ea"/>
                    <a:sym typeface="+mn-lt"/>
                  </a:rPr>
                  <a:t>04</a:t>
                </a:r>
                <a:endParaRPr lang="zh-CN" altLang="en-US" b="1" dirty="0">
                  <a:solidFill>
                    <a:srgbClr val="FFFFFF"/>
                  </a:solidFill>
                  <a:cs typeface="+mn-ea"/>
                  <a:sym typeface="+mn-lt"/>
                </a:endParaRPr>
              </a:p>
            </p:txBody>
          </p:sp>
        </p:grpSp>
        <p:grpSp>
          <p:nvGrpSpPr>
            <p:cNvPr id="72" name="组合 71">
              <a:extLst>
                <a:ext uri="{FF2B5EF4-FFF2-40B4-BE49-F238E27FC236}">
                  <a16:creationId xmlns:a16="http://schemas.microsoft.com/office/drawing/2014/main" id="{DD5A859C-BB14-9863-EBCE-BE1080DD28E0}"/>
                </a:ext>
              </a:extLst>
            </p:cNvPr>
            <p:cNvGrpSpPr>
              <a:grpSpLocks/>
            </p:cNvGrpSpPr>
            <p:nvPr/>
          </p:nvGrpSpPr>
          <p:grpSpPr>
            <a:xfrm>
              <a:off x="2347100" y="4912658"/>
              <a:ext cx="4399369" cy="1221442"/>
              <a:chOff x="660400" y="2694273"/>
              <a:chExt cx="4399369" cy="1221442"/>
            </a:xfrm>
          </p:grpSpPr>
          <p:grpSp>
            <p:nvGrpSpPr>
              <p:cNvPr id="73" name="组合 72">
                <a:extLst>
                  <a:ext uri="{FF2B5EF4-FFF2-40B4-BE49-F238E27FC236}">
                    <a16:creationId xmlns:a16="http://schemas.microsoft.com/office/drawing/2014/main" id="{72112B97-6EFA-9E9F-4A30-962565246C31}"/>
                  </a:ext>
                </a:extLst>
              </p:cNvPr>
              <p:cNvGrpSpPr/>
              <p:nvPr/>
            </p:nvGrpSpPr>
            <p:grpSpPr>
              <a:xfrm>
                <a:off x="1325051" y="2694273"/>
                <a:ext cx="3734718" cy="1221442"/>
                <a:chOff x="6504488" y="2906754"/>
                <a:chExt cx="3734718" cy="1221442"/>
              </a:xfrm>
            </p:grpSpPr>
            <p:sp>
              <p:nvSpPr>
                <p:cNvPr id="75" name="Text5">
                  <a:extLst>
                    <a:ext uri="{FF2B5EF4-FFF2-40B4-BE49-F238E27FC236}">
                      <a16:creationId xmlns:a16="http://schemas.microsoft.com/office/drawing/2014/main" id="{93661F3F-1C17-D728-ACA3-8AAEF0F91025}"/>
                    </a:ext>
                  </a:extLst>
                </p:cNvPr>
                <p:cNvSpPr/>
                <p:nvPr/>
              </p:nvSpPr>
              <p:spPr>
                <a:xfrm flipH="1">
                  <a:off x="6504488" y="3347672"/>
                  <a:ext cx="3734717" cy="780524"/>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20000"/>
                    </a:lnSpc>
                    <a:buClrTx/>
                    <a:buSzPct val="25000"/>
                    <a:buFontTx/>
                    <a:buNone/>
                    <a:defRPr/>
                  </a:pPr>
                  <a:r>
                    <a:rPr kumimoji="0" lang="zh-CN" altLang="en-US" sz="1200" i="0" u="none" strike="noStrike" kern="1200" cap="none" spc="0" normalizeH="0" baseline="0" noProof="0" dirty="0">
                      <a:ln>
                        <a:noFill/>
                      </a:ln>
                      <a:solidFill>
                        <a:schemeClr val="tx1"/>
                      </a:solidFill>
                      <a:effectLst/>
                      <a:uLnTx/>
                      <a:uFillTx/>
                      <a:cs typeface="+mn-ea"/>
                      <a:sym typeface="+mn-lt"/>
                    </a:rPr>
                    <a:t>单击此处添加文本单击此处添加文本单击此处添加文本单击此处添加文本</a:t>
                  </a:r>
                  <a:endParaRPr lang="en-US" dirty="0">
                    <a:cs typeface="+mn-ea"/>
                    <a:sym typeface="+mn-lt"/>
                  </a:endParaRPr>
                </a:p>
              </p:txBody>
            </p:sp>
            <p:sp>
              <p:nvSpPr>
                <p:cNvPr id="76" name="Bullet5">
                  <a:extLst>
                    <a:ext uri="{FF2B5EF4-FFF2-40B4-BE49-F238E27FC236}">
                      <a16:creationId xmlns:a16="http://schemas.microsoft.com/office/drawing/2014/main" id="{7BD38684-BB39-29C2-F7A7-40FD03CB35B3}"/>
                    </a:ext>
                  </a:extLst>
                </p:cNvPr>
                <p:cNvSpPr/>
                <p:nvPr/>
              </p:nvSpPr>
              <p:spPr>
                <a:xfrm flipH="1">
                  <a:off x="6504489" y="2906754"/>
                  <a:ext cx="3734717" cy="440919"/>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b="1" dirty="0">
                      <a:solidFill>
                        <a:schemeClr val="tx1"/>
                      </a:solidFill>
                      <a:cs typeface="+mn-ea"/>
                      <a:sym typeface="+mn-lt"/>
                    </a:rPr>
                    <a:t>单击添加小标题</a:t>
                  </a:r>
                  <a:endParaRPr lang="en-US" dirty="0">
                    <a:cs typeface="+mn-ea"/>
                    <a:sym typeface="+mn-lt"/>
                  </a:endParaRPr>
                </a:p>
              </p:txBody>
            </p:sp>
          </p:grpSp>
          <p:sp>
            <p:nvSpPr>
              <p:cNvPr id="74" name="Number5">
                <a:extLst>
                  <a:ext uri="{FF2B5EF4-FFF2-40B4-BE49-F238E27FC236}">
                    <a16:creationId xmlns:a16="http://schemas.microsoft.com/office/drawing/2014/main" id="{43011981-4027-775A-318C-CDB8E20A344A}"/>
                  </a:ext>
                </a:extLst>
              </p:cNvPr>
              <p:cNvSpPr>
                <a:spLocks noChangeAspect="1"/>
              </p:cNvSpPr>
              <p:nvPr/>
            </p:nvSpPr>
            <p:spPr>
              <a:xfrm>
                <a:off x="660400" y="2694273"/>
                <a:ext cx="612000" cy="612000"/>
              </a:xfrm>
              <a:prstGeom prst="ellipse">
                <a:avLst/>
              </a:prstGeom>
              <a:solidFill>
                <a:schemeClr val="accent1"/>
              </a:solidFill>
              <a:ln w="0" cap="flat">
                <a:noFill/>
                <a:prstDash val="solid"/>
                <a:miter/>
              </a:ln>
            </p:spPr>
            <p:txBody>
              <a:bodyPr wrap="none" lIns="91440" tIns="45720" rIns="91440" bIns="45720" rtlCol="0" anchor="ctr">
                <a:normAutofit/>
              </a:bodyPr>
              <a:lstStyle/>
              <a:p>
                <a:pPr algn="ctr"/>
                <a:r>
                  <a:rPr lang="en-US" altLang="zh-CN" b="1" dirty="0">
                    <a:solidFill>
                      <a:srgbClr val="FFFFFF"/>
                    </a:solidFill>
                    <a:cs typeface="+mn-ea"/>
                    <a:sym typeface="+mn-lt"/>
                  </a:rPr>
                  <a:t>05</a:t>
                </a:r>
                <a:endParaRPr lang="zh-CN" altLang="en-US" b="1" dirty="0">
                  <a:solidFill>
                    <a:srgbClr val="FFFFFF"/>
                  </a:solidFill>
                  <a:cs typeface="+mn-ea"/>
                  <a:sym typeface="+mn-lt"/>
                </a:endParaRPr>
              </a:p>
            </p:txBody>
          </p:sp>
        </p:grpSp>
        <p:grpSp>
          <p:nvGrpSpPr>
            <p:cNvPr id="77" name="组合 76">
              <a:extLst>
                <a:ext uri="{FF2B5EF4-FFF2-40B4-BE49-F238E27FC236}">
                  <a16:creationId xmlns:a16="http://schemas.microsoft.com/office/drawing/2014/main" id="{CBD78734-B7B3-A85B-26C0-948A1F58FC0E}"/>
                </a:ext>
              </a:extLst>
            </p:cNvPr>
            <p:cNvGrpSpPr/>
            <p:nvPr/>
          </p:nvGrpSpPr>
          <p:grpSpPr>
            <a:xfrm>
              <a:off x="7119531" y="4912658"/>
              <a:ext cx="4399369" cy="1221442"/>
              <a:chOff x="660400" y="2694273"/>
              <a:chExt cx="4399369" cy="1221442"/>
            </a:xfrm>
          </p:grpSpPr>
          <p:grpSp>
            <p:nvGrpSpPr>
              <p:cNvPr id="78" name="组合 77">
                <a:extLst>
                  <a:ext uri="{FF2B5EF4-FFF2-40B4-BE49-F238E27FC236}">
                    <a16:creationId xmlns:a16="http://schemas.microsoft.com/office/drawing/2014/main" id="{5F2354D0-E237-ECB3-79D8-F1CCABCCE11D}"/>
                  </a:ext>
                </a:extLst>
              </p:cNvPr>
              <p:cNvGrpSpPr/>
              <p:nvPr/>
            </p:nvGrpSpPr>
            <p:grpSpPr>
              <a:xfrm>
                <a:off x="1325051" y="2694273"/>
                <a:ext cx="3734718" cy="1221442"/>
                <a:chOff x="6504488" y="2906754"/>
                <a:chExt cx="3734718" cy="1221442"/>
              </a:xfrm>
            </p:grpSpPr>
            <p:sp>
              <p:nvSpPr>
                <p:cNvPr id="80" name="Text6">
                  <a:extLst>
                    <a:ext uri="{FF2B5EF4-FFF2-40B4-BE49-F238E27FC236}">
                      <a16:creationId xmlns:a16="http://schemas.microsoft.com/office/drawing/2014/main" id="{25C1D69A-32C5-B666-177A-AA30C8A2A766}"/>
                    </a:ext>
                  </a:extLst>
                </p:cNvPr>
                <p:cNvSpPr>
                  <a:spLocks/>
                </p:cNvSpPr>
                <p:nvPr/>
              </p:nvSpPr>
              <p:spPr>
                <a:xfrm flipH="1">
                  <a:off x="6504488" y="3347672"/>
                  <a:ext cx="3734717" cy="780524"/>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20000"/>
                    </a:lnSpc>
                    <a:buClrTx/>
                    <a:buSzPct val="25000"/>
                    <a:buFontTx/>
                    <a:buNone/>
                    <a:defRPr/>
                  </a:pPr>
                  <a:r>
                    <a:rPr kumimoji="0" lang="zh-CN" altLang="en-US" sz="1200" i="0" u="none" strike="noStrike" kern="1200" cap="none" spc="0" normalizeH="0" baseline="0" noProof="0" dirty="0">
                      <a:ln>
                        <a:noFill/>
                      </a:ln>
                      <a:solidFill>
                        <a:schemeClr val="tx1"/>
                      </a:solidFill>
                      <a:effectLst/>
                      <a:uLnTx/>
                      <a:uFillTx/>
                      <a:cs typeface="+mn-ea"/>
                      <a:sym typeface="+mn-lt"/>
                    </a:rPr>
                    <a:t>单击此处添加文本单击此处添加文本单击此处添加文本单击此处添加文本</a:t>
                  </a:r>
                  <a:endParaRPr lang="en-US" dirty="0">
                    <a:cs typeface="+mn-ea"/>
                    <a:sym typeface="+mn-lt"/>
                  </a:endParaRPr>
                </a:p>
              </p:txBody>
            </p:sp>
            <p:sp>
              <p:nvSpPr>
                <p:cNvPr id="81" name="Bullet6">
                  <a:extLst>
                    <a:ext uri="{FF2B5EF4-FFF2-40B4-BE49-F238E27FC236}">
                      <a16:creationId xmlns:a16="http://schemas.microsoft.com/office/drawing/2014/main" id="{4C07BD49-009F-EB54-C207-FF834EA2A374}"/>
                    </a:ext>
                  </a:extLst>
                </p:cNvPr>
                <p:cNvSpPr/>
                <p:nvPr/>
              </p:nvSpPr>
              <p:spPr>
                <a:xfrm flipH="1">
                  <a:off x="6504489" y="2906754"/>
                  <a:ext cx="3734717" cy="440919"/>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b="1" dirty="0">
                      <a:solidFill>
                        <a:schemeClr val="tx1"/>
                      </a:solidFill>
                      <a:cs typeface="+mn-ea"/>
                      <a:sym typeface="+mn-lt"/>
                    </a:rPr>
                    <a:t>单击添加小标题</a:t>
                  </a:r>
                  <a:endParaRPr lang="en-US" dirty="0">
                    <a:cs typeface="+mn-ea"/>
                    <a:sym typeface="+mn-lt"/>
                  </a:endParaRPr>
                </a:p>
              </p:txBody>
            </p:sp>
          </p:grpSp>
          <p:sp>
            <p:nvSpPr>
              <p:cNvPr id="79" name="Number6">
                <a:extLst>
                  <a:ext uri="{FF2B5EF4-FFF2-40B4-BE49-F238E27FC236}">
                    <a16:creationId xmlns:a16="http://schemas.microsoft.com/office/drawing/2014/main" id="{C35294DF-403D-5B85-2FE9-5F180A55D9C8}"/>
                  </a:ext>
                </a:extLst>
              </p:cNvPr>
              <p:cNvSpPr>
                <a:spLocks noChangeAspect="1"/>
              </p:cNvSpPr>
              <p:nvPr/>
            </p:nvSpPr>
            <p:spPr>
              <a:xfrm>
                <a:off x="660400" y="2694273"/>
                <a:ext cx="612000" cy="612000"/>
              </a:xfrm>
              <a:prstGeom prst="ellipse">
                <a:avLst/>
              </a:prstGeom>
              <a:solidFill>
                <a:schemeClr val="accent1"/>
              </a:solidFill>
              <a:ln w="0" cap="flat">
                <a:noFill/>
                <a:prstDash val="solid"/>
                <a:miter/>
              </a:ln>
            </p:spPr>
            <p:txBody>
              <a:bodyPr wrap="none" lIns="91440" tIns="45720" rIns="91440" bIns="45720" rtlCol="0" anchor="ctr">
                <a:normAutofit/>
              </a:bodyPr>
              <a:lstStyle/>
              <a:p>
                <a:pPr algn="ctr"/>
                <a:r>
                  <a:rPr lang="en-US" altLang="zh-CN" b="1" dirty="0">
                    <a:solidFill>
                      <a:srgbClr val="FFFFFF"/>
                    </a:solidFill>
                    <a:cs typeface="+mn-ea"/>
                    <a:sym typeface="+mn-lt"/>
                  </a:rPr>
                  <a:t>06</a:t>
                </a:r>
                <a:endParaRPr lang="zh-CN" altLang="en-US" b="1" dirty="0">
                  <a:solidFill>
                    <a:srgbClr val="FFFFFF"/>
                  </a:solidFill>
                  <a:cs typeface="+mn-ea"/>
                  <a:sym typeface="+mn-lt"/>
                </a:endParaRPr>
              </a:p>
            </p:txBody>
          </p:sp>
        </p:grpSp>
      </p:grpSp>
      <p:sp>
        <p:nvSpPr>
          <p:cNvPr id="2" name="标题 1">
            <a:extLst>
              <a:ext uri="{FF2B5EF4-FFF2-40B4-BE49-F238E27FC236}">
                <a16:creationId xmlns:a16="http://schemas.microsoft.com/office/drawing/2014/main" id="{862BA4E0-FAEF-2105-DA52-3B8825BA20AF}"/>
              </a:ext>
            </a:extLst>
          </p:cNvPr>
          <p:cNvSpPr>
            <a:spLocks noGrp="1"/>
          </p:cNvSpPr>
          <p:nvPr>
            <p:ph type="title"/>
          </p:nvPr>
        </p:nvSpPr>
        <p:spPr/>
        <p:txBody>
          <a:bodyPr/>
          <a:lstStyle/>
          <a:p>
            <a:r>
              <a:rPr lang="zh-CN" altLang="en-US"/>
              <a:t>单击此处添加页面标题</a:t>
            </a:r>
          </a:p>
        </p:txBody>
      </p:sp>
    </p:spTree>
    <p:extLst>
      <p:ext uri="{BB962C8B-B14F-4D97-AF65-F5344CB8AC3E}">
        <p14:creationId xmlns:p14="http://schemas.microsoft.com/office/powerpoint/2010/main" val="4241056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400" y="1677962"/>
            <a:ext cx="6395636" cy="2179095"/>
          </a:xfrm>
        </p:spPr>
        <p:txBody>
          <a:bodyPr lIns="91440" tIns="45720" rIns="91440" bIns="45720">
            <a:normAutofit/>
          </a:bodyPr>
          <a:lstStyle/>
          <a:p>
            <a:r>
              <a:rPr lang="zh-CN" altLang="en-US">
                <a:latin typeface="+mn-lt"/>
                <a:ea typeface="+mn-ea"/>
                <a:cs typeface="+mn-ea"/>
                <a:sym typeface="+mn-lt"/>
              </a:rPr>
              <a:t>谢谢观看</a:t>
            </a:r>
            <a:endParaRPr lang="en-US" dirty="0">
              <a:latin typeface="+mn-lt"/>
              <a:ea typeface="+mn-ea"/>
              <a:cs typeface="+mn-ea"/>
              <a:sym typeface="+mn-lt"/>
            </a:endParaRPr>
          </a:p>
        </p:txBody>
      </p:sp>
      <p:sp>
        <p:nvSpPr>
          <p:cNvPr id="4" name="文本占位符 3"/>
          <p:cNvSpPr>
            <a:spLocks noGrp="1"/>
          </p:cNvSpPr>
          <p:nvPr>
            <p:ph type="body" sz="quarter" idx="13" hasCustomPrompt="1"/>
          </p:nvPr>
        </p:nvSpPr>
        <p:spPr>
          <a:xfrm>
            <a:off x="660400" y="6019021"/>
            <a:ext cx="3150688" cy="324000"/>
          </a:xfrm>
        </p:spPr>
        <p:txBody>
          <a:bodyPr lIns="91440" tIns="45720" rIns="91440" bIns="45720">
            <a:normAutofit lnSpcReduction="10000"/>
          </a:bodyPr>
          <a:lstStyle/>
          <a:p>
            <a:r>
              <a:rPr lang="zh-CN" altLang="en-US" dirty="0">
                <a:cs typeface="+mn-ea"/>
                <a:sym typeface="+mn-lt"/>
              </a:rPr>
              <a:t>Presenter name</a:t>
            </a:r>
            <a:endParaRPr lang="en-US" dirty="0">
              <a:cs typeface="+mn-ea"/>
              <a:sym typeface="+mn-lt"/>
            </a:endParaRPr>
          </a:p>
        </p:txBody>
      </p:sp>
      <p:sp>
        <p:nvSpPr>
          <p:cNvPr id="7" name="文本占位符 6"/>
          <p:cNvSpPr>
            <a:spLocks noGrp="1"/>
          </p:cNvSpPr>
          <p:nvPr>
            <p:ph type="body" sz="quarter" idx="14" hasCustomPrompt="1"/>
          </p:nvPr>
        </p:nvSpPr>
        <p:spPr>
          <a:xfrm>
            <a:off x="3905348" y="6019021"/>
            <a:ext cx="3150688" cy="324000"/>
          </a:xfrm>
        </p:spPr>
        <p:txBody>
          <a:bodyPr lIns="91440" tIns="45720" rIns="91440" bIns="45720">
            <a:normAutofit lnSpcReduction="10000"/>
          </a:bodyPr>
          <a:lstStyle/>
          <a:p>
            <a:r>
              <a:rPr lang="zh-CN" altLang="en-US" dirty="0">
                <a:cs typeface="+mn-ea"/>
                <a:sym typeface="+mn-lt"/>
              </a:rPr>
              <a:t>20XX.XX.XX</a:t>
            </a:r>
            <a:endParaRPr lang="en-US" dirty="0">
              <a:cs typeface="+mn-ea"/>
              <a:sym typeface="+mn-lt"/>
            </a:endParaRPr>
          </a:p>
        </p:txBody>
      </p:sp>
    </p:spTree>
  </p:cSld>
  <p:clrMapOvr>
    <a:masterClrMapping/>
  </p:clrMapOvr>
</p:sld>
</file>

<file path=ppt/slides/slide12.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13.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BE95CA9-458F-B3CC-8303-14563A213154}"/>
              </a:ext>
            </a:extLst>
          </p:cNvPr>
          <p:cNvGrpSpPr/>
          <p:nvPr/>
        </p:nvGrpSpPr>
        <p:grpSpPr>
          <a:xfrm>
            <a:off x="5252647" y="0"/>
            <a:ext cx="6939359" cy="6858000"/>
            <a:chOff x="5252643" y="0"/>
            <a:chExt cx="6939358" cy="6858000"/>
          </a:xfrm>
          <a:solidFill>
            <a:schemeClr val="tx2">
              <a:alpha val="20000"/>
            </a:schemeClr>
          </a:solidFill>
        </p:grpSpPr>
        <p:sp>
          <p:nvSpPr>
            <p:cNvPr id="11" name="任意多边形: 形状 10">
              <a:extLst>
                <a:ext uri="{FF2B5EF4-FFF2-40B4-BE49-F238E27FC236}">
                  <a16:creationId xmlns:a16="http://schemas.microsoft.com/office/drawing/2014/main" id="{30DFF5BB-C0F5-38FE-12DA-6B156C73D714}"/>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a:extLst>
                <a:ext uri="{FF2B5EF4-FFF2-40B4-BE49-F238E27FC236}">
                  <a16:creationId xmlns:a16="http://schemas.microsoft.com/office/drawing/2014/main" id="{C36B23CC-44CF-5A26-16A4-B517D7647186}"/>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形状 12">
              <a:extLst>
                <a:ext uri="{FF2B5EF4-FFF2-40B4-BE49-F238E27FC236}">
                  <a16:creationId xmlns:a16="http://schemas.microsoft.com/office/drawing/2014/main" id="{D6312AB6-0552-36C2-2C80-B5E3E6F86949}"/>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 name="矩形 189">
            <a:extLst>
              <a:ext uri="{FF2B5EF4-FFF2-40B4-BE49-F238E27FC236}">
                <a16:creationId xmlns:a16="http://schemas.microsoft.com/office/drawing/2014/main" id="{1DF5F10D-FA28-EF46-5024-681143D90CB4}"/>
              </a:ext>
            </a:extLst>
          </p:cNvPr>
          <p:cNvSpPr/>
          <p:nvPr/>
        </p:nvSpPr>
        <p:spPr>
          <a:xfrm>
            <a:off x="660400" y="4310626"/>
            <a:ext cx="2620128"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a:extLst>
              <a:ext uri="{FF2B5EF4-FFF2-40B4-BE49-F238E27FC236}">
                <a16:creationId xmlns:a16="http://schemas.microsoft.com/office/drawing/2014/main" id="{589332AF-9241-F3C4-8C4F-05F9BE664A9B}"/>
              </a:ext>
            </a:extLst>
          </p:cNvPr>
          <p:cNvGrpSpPr/>
          <p:nvPr/>
        </p:nvGrpSpPr>
        <p:grpSpPr>
          <a:xfrm>
            <a:off x="3550920" y="1208291"/>
            <a:ext cx="7967981" cy="5027408"/>
            <a:chOff x="3898800" y="2171140"/>
            <a:chExt cx="7619676" cy="4778460"/>
          </a:xfrm>
        </p:grpSpPr>
        <p:sp>
          <p:nvSpPr>
            <p:cNvPr id="5" name="矩形 4">
              <a:extLst>
                <a:ext uri="{FF2B5EF4-FFF2-40B4-BE49-F238E27FC236}">
                  <a16:creationId xmlns:a16="http://schemas.microsoft.com/office/drawing/2014/main" id="{D13BBE83-7819-57D2-1F1E-8270C438199B}"/>
                </a:ext>
              </a:extLst>
            </p:cNvPr>
            <p:cNvSpPr/>
            <p:nvPr/>
          </p:nvSpPr>
          <p:spPr>
            <a:xfrm>
              <a:off x="3898800" y="2482990"/>
              <a:ext cx="7619676" cy="2025830"/>
            </a:xfrm>
            <a:prstGeom prst="rect">
              <a:avLst/>
            </a:prstGeom>
            <a:ln w="3175">
              <a:noFill/>
            </a:ln>
          </p:spPr>
          <p:txBody>
            <a:bodyPr wrap="square">
              <a:noAutofit/>
            </a:bodyPr>
            <a:lstStyle/>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提供</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尊重知识产权并注重保护用户及原始权利人享有的各项合法权利。</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文件中提供的任何信息内容（包括但不限于设计、版式、图形、图标、字体等元素）的所有权、知识产权或其他合法权利归其原始权利人或权利受让人所有，您免费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付费获得的是信息内容的使用权，您应用于非商业用途。您的使用行为应当遵循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zh-CN" altLang="en-US" sz="7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a:t>
              </a:r>
              <a:r>
                <a:rPr lang="zh-CN" altLang="en-US" sz="800" b="1" dirty="0">
                  <a:latin typeface="Arial" panose="020B0604020202020204" pitchFamily="34" charset="0"/>
                  <a:ea typeface="微软雅黑" panose="020B0503020204020204" pitchFamily="34" charset="-122"/>
                  <a:sym typeface="Arial" panose="020B0604020202020204" pitchFamily="34" charset="0"/>
                </a:rPr>
                <a:t>郑重提醒您：</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您不可对免费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付费获得而使用的</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文件主张所有权或知识产权。</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您对</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文件自行添加或修改的原创内容，其相关权利归您所有，但您不得主张关于本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文件本身的权利，亦不得将创作的衍生文件进行出售、出租、出借、发布等方式供他人使用。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工具 </a:t>
              </a:r>
              <a:r>
                <a:rPr lang="en-US" altLang="zh-CN" sz="700" dirty="0">
                  <a:latin typeface="Arial" panose="020B0604020202020204" pitchFamily="34" charset="0"/>
                  <a:ea typeface="微软雅黑" panose="020B0503020204020204" pitchFamily="34" charset="-122"/>
                  <a:sym typeface="Arial" panose="020B0604020202020204" pitchFamily="34" charset="0"/>
                </a:rPr>
                <a:t>/ </a:t>
              </a:r>
              <a:r>
                <a:rPr lang="zh-CN" altLang="en-US" sz="7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您违反本提示或相关协议或违反相关法律法规所引发的任何纠纷、索赔、损失或法律责任，均由您自行承担。如因此给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或任何原始权利人、权利受让人造成损失的，您应承担相应赔偿责任。</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53F3BAB7-D034-9082-BA74-8DBA71D54D3C}"/>
                </a:ext>
              </a:extLst>
            </p:cNvPr>
            <p:cNvSpPr/>
            <p:nvPr/>
          </p:nvSpPr>
          <p:spPr>
            <a:xfrm>
              <a:off x="3898800" y="2171140"/>
              <a:ext cx="7619676"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69A3C81C-6B0E-8F93-0B84-1AC3A5076E59}"/>
                </a:ext>
              </a:extLst>
            </p:cNvPr>
            <p:cNvSpPr/>
            <p:nvPr/>
          </p:nvSpPr>
          <p:spPr>
            <a:xfrm>
              <a:off x="3898800" y="4581837"/>
              <a:ext cx="7619676" cy="2367763"/>
            </a:xfrm>
            <a:prstGeom prst="rect">
              <a:avLst/>
            </a:prstGeom>
            <a:ln w="3175">
              <a:noFill/>
            </a:ln>
          </p:spPr>
          <p:txBody>
            <a:bodyPr wrap="square">
              <a:noAutofit/>
            </a:bodyPr>
            <a:lstStyle/>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IMPORTANT NOTE</a:t>
              </a:r>
              <a:r>
                <a:rPr lang="zh-CN" altLang="en-US" sz="800" b="1" dirty="0">
                  <a:latin typeface="Arial" panose="020B0604020202020204" pitchFamily="34" charset="0"/>
                  <a:ea typeface="微软雅黑" panose="020B0503020204020204" pitchFamily="34" charset="-122"/>
                  <a:sym typeface="Arial" panose="020B0604020202020204" pitchFamily="34" charset="0"/>
                </a:rPr>
                <a:t>：</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700" dirty="0">
                  <a:latin typeface="Arial" panose="020B0604020202020204" pitchFamily="34" charset="0"/>
                  <a:ea typeface="微软雅黑" panose="020B0503020204020204" pitchFamily="34" charset="-122"/>
                  <a:sym typeface="Arial" panose="020B0604020202020204" pitchFamily="34" charset="0"/>
                </a:rPr>
                <a:t>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is provided by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iSlide.iSlide</a:t>
              </a:r>
              <a:r>
                <a:rPr lang="en-US" altLang="zh-CN" sz="700" dirty="0">
                  <a:latin typeface="Arial" panose="020B0604020202020204" pitchFamily="34" charset="0"/>
                  <a:ea typeface="微软雅黑" panose="020B0503020204020204" pitchFamily="34" charset="-122"/>
                  <a:sym typeface="Arial" panose="020B0604020202020204" pitchFamily="34" charset="0"/>
                </a:rPr>
                <a:t> respects intellectual property rights and is committed to protecting the lawful rights and interests of users and original rights </a:t>
              </a:r>
              <a:r>
                <a:rPr lang="en-US" altLang="zh-CN" sz="700" dirty="0" err="1">
                  <a:latin typeface="Arial" panose="020B0604020202020204" pitchFamily="34" charset="0"/>
                  <a:ea typeface="微软雅黑" panose="020B0503020204020204" pitchFamily="34" charset="-122"/>
                  <a:sym typeface="Arial" panose="020B0604020202020204" pitchFamily="34" charset="0"/>
                </a:rPr>
                <a:t>holders.All</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contained 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 including but not limited to design, layout, graphics, icons, fonts, and other elements — is the property of the original rights holders or their assignees. By obtaining this file (whether for free or via purchase), you are granted the right to use the content, solely for non-commercial purposes. Your use of this file is subject to the terms outlined 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official website statements, including the Copyright Notice, User Agreement, and Membership Agreement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en-US" altLang="zh-CN" sz="700" dirty="0">
                  <a:latin typeface="Arial" panose="020B0604020202020204" pitchFamily="34" charset="0"/>
                  <a:ea typeface="微软雅黑" panose="020B0503020204020204" pitchFamily="34" charset="-122"/>
                  <a:sym typeface="Arial" panose="020B0604020202020204" pitchFamily="34" charset="0"/>
                </a:rPr>
                <a:t>).</a:t>
              </a: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hereby reminds you:</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claim ownership or intellectual property rights over any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acquired (free or paid) from iSlide.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sell, rent, lend, or distribute this file, in whole or in part, to any third party.</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original content you add or modify within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belongs to you. However, you may not claim rights over the base file itself or commercially distribute any derivative works created from it.</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provide access to download or obtain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resources on any internet or mobile platform, application, or website.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disputes, claims, losses, or legal liabilities arising from violation of this notice, relevant agreements, or applicable laws and regulations shall be solely borne by you. If your actions result in losses to iSlide or any original rights holder or assignee, you shall be held liable for corresponding compensation.</a:t>
              </a:r>
            </a:p>
          </p:txBody>
        </p:sp>
      </p:grpSp>
      <p:pic>
        <p:nvPicPr>
          <p:cNvPr id="7" name="图片 6">
            <a:extLst>
              <a:ext uri="{FF2B5EF4-FFF2-40B4-BE49-F238E27FC236}">
                <a16:creationId xmlns:a16="http://schemas.microsoft.com/office/drawing/2014/main" id="{42107D6E-414B-6410-6F6E-BC9A105C44C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20" name="组合 19">
            <a:extLst>
              <a:ext uri="{FF2B5EF4-FFF2-40B4-BE49-F238E27FC236}">
                <a16:creationId xmlns:a16="http://schemas.microsoft.com/office/drawing/2014/main" id="{1D5D3C75-2090-058E-6C6D-78603FF65CFD}"/>
              </a:ext>
            </a:extLst>
          </p:cNvPr>
          <p:cNvGrpSpPr/>
          <p:nvPr/>
        </p:nvGrpSpPr>
        <p:grpSpPr>
          <a:xfrm>
            <a:off x="660400" y="2513431"/>
            <a:ext cx="2620129" cy="1615994"/>
            <a:chOff x="660400" y="2513431"/>
            <a:chExt cx="2620129" cy="1615994"/>
          </a:xfrm>
        </p:grpSpPr>
        <p:sp>
          <p:nvSpPr>
            <p:cNvPr id="3" name="矩形 190">
              <a:extLst>
                <a:ext uri="{FF2B5EF4-FFF2-40B4-BE49-F238E27FC236}">
                  <a16:creationId xmlns:a16="http://schemas.microsoft.com/office/drawing/2014/main" id="{8BD58EB1-E9DD-1914-42DA-A386E06FC943}"/>
                </a:ext>
              </a:extLst>
            </p:cNvPr>
            <p:cNvSpPr>
              <a:spLocks/>
            </p:cNvSpPr>
            <p:nvPr/>
          </p:nvSpPr>
          <p:spPr>
            <a:xfrm>
              <a:off x="660400" y="2513431"/>
              <a:ext cx="2620129" cy="244169"/>
            </a:xfrm>
            <a:prstGeom prst="rect">
              <a:avLst/>
            </a:prstGeom>
            <a:noFill/>
            <a:ln>
              <a:noFill/>
            </a:ln>
          </p:spPr>
          <p:txBody>
            <a:bodyPr wrap="square" anchor="t">
              <a:normAutofit/>
            </a:bodyPr>
            <a:lstStyle/>
            <a:p>
              <a:pPr defTabSz="914332">
                <a:lnSpc>
                  <a:spcPct val="120000"/>
                </a:lnSpc>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海量</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r>
                <a:rPr lang="zh-CN" altLang="en-US" sz="900" dirty="0">
                  <a:latin typeface="Arial" panose="020B0604020202020204" pitchFamily="34" charset="0"/>
                  <a:ea typeface="微软雅黑" panose="020B0503020204020204" pitchFamily="34" charset="-122"/>
                  <a:sym typeface="Arial" panose="020B0604020202020204" pitchFamily="34" charset="0"/>
                </a:rPr>
                <a:t>资源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一键优化排版 </a:t>
              </a:r>
              <a:r>
                <a:rPr lang="en-US" altLang="zh-CN" sz="900" dirty="0">
                  <a:latin typeface="Arial" panose="020B0604020202020204" pitchFamily="34" charset="0"/>
                  <a:ea typeface="微软雅黑" panose="020B0503020204020204" pitchFamily="34" charset="-122"/>
                  <a:sym typeface="Arial" panose="020B0604020202020204" pitchFamily="34" charset="0"/>
                </a:rPr>
                <a:t>+ AI</a:t>
              </a:r>
              <a:r>
                <a:rPr lang="zh-CN" altLang="en-US" sz="900" dirty="0">
                  <a:latin typeface="Arial" panose="020B0604020202020204" pitchFamily="34" charset="0"/>
                  <a:ea typeface="微软雅黑" panose="020B0503020204020204" pitchFamily="34" charset="-122"/>
                  <a:sym typeface="Arial" panose="020B0604020202020204" pitchFamily="34" charset="0"/>
                </a:rPr>
                <a:t>智能生成</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p>
          </p:txBody>
        </p:sp>
        <p:sp>
          <p:nvSpPr>
            <p:cNvPr id="8" name="矩形 190">
              <a:extLst>
                <a:ext uri="{FF2B5EF4-FFF2-40B4-BE49-F238E27FC236}">
                  <a16:creationId xmlns:a16="http://schemas.microsoft.com/office/drawing/2014/main" id="{6307B696-98F5-3DE8-A9C9-EB3731B4DF01}"/>
                </a:ext>
              </a:extLst>
            </p:cNvPr>
            <p:cNvSpPr>
              <a:spLocks/>
            </p:cNvSpPr>
            <p:nvPr/>
          </p:nvSpPr>
          <p:spPr>
            <a:xfrm>
              <a:off x="660400" y="2807122"/>
              <a:ext cx="2620129" cy="294824"/>
            </a:xfrm>
            <a:prstGeom prst="rect">
              <a:avLst/>
            </a:prstGeom>
            <a:noFill/>
            <a:ln>
              <a:noFill/>
            </a:ln>
          </p:spPr>
          <p:txBody>
            <a:bodyPr wrap="square" anchor="t">
              <a:spAutoFit/>
            </a:bodyPr>
            <a:lstStyle/>
            <a:p>
              <a:pPr defTabSz="914332">
                <a:lnSpc>
                  <a:spcPct val="120000"/>
                </a:lnSpc>
                <a:defRPr/>
              </a:pPr>
              <a:r>
                <a:rPr lang="en-US" altLang="zh-CN" sz="1200" b="1"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b="1" dirty="0">
                  <a:latin typeface="Arial" panose="020B0604020202020204" pitchFamily="34" charset="0"/>
                  <a:ea typeface="微软雅黑" panose="020B0503020204020204" pitchFamily="34" charset="-122"/>
                  <a:sym typeface="Arial" panose="020B0604020202020204" pitchFamily="34" charset="0"/>
                </a:rPr>
                <a:t>，让 </a:t>
              </a:r>
              <a:r>
                <a:rPr lang="en-US" altLang="zh-CN" sz="1200" b="1" dirty="0">
                  <a:latin typeface="Arial" panose="020B0604020202020204" pitchFamily="34" charset="0"/>
                  <a:ea typeface="微软雅黑" panose="020B0503020204020204" pitchFamily="34" charset="-122"/>
                  <a:sym typeface="Arial" panose="020B0604020202020204" pitchFamily="34" charset="0"/>
                </a:rPr>
                <a:t>PPT </a:t>
              </a:r>
              <a:r>
                <a:rPr lang="zh-CN" altLang="en-US" sz="1200" b="1"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900" b="1"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extLst>
                <a:ext uri="{FF2B5EF4-FFF2-40B4-BE49-F238E27FC236}">
                  <a16:creationId xmlns:a16="http://schemas.microsoft.com/office/drawing/2014/main" id="{20B32F7E-7C3A-5D94-853E-297AB8D2E0F4}"/>
                </a:ext>
              </a:extLst>
            </p:cNvPr>
            <p:cNvSpPr>
              <a:spLocks/>
            </p:cNvSpPr>
            <p:nvPr/>
          </p:nvSpPr>
          <p:spPr>
            <a:xfrm>
              <a:off x="660400" y="3206095"/>
              <a:ext cx="2620128" cy="923330"/>
            </a:xfrm>
            <a:prstGeom prst="rect">
              <a:avLst/>
            </a:prstGeom>
            <a:noFill/>
            <a:ln>
              <a:noFill/>
            </a:ln>
          </p:spPr>
          <p:txBody>
            <a:bodyPr wrap="square" anchor="t">
              <a:spAutoFit/>
            </a:bodyPr>
            <a:lstStyle/>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Access thousands of presentation resources + one-click layout optimization + AI-powered slide generation.</a:t>
              </a:r>
            </a:p>
            <a:p>
              <a:pPr defTabSz="914332">
                <a:defRPr/>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With iSlide, creating beautiful presentations has never been easier!</a:t>
              </a:r>
              <a:endParaRPr lang="zh-CN" altLang="en-US" sz="9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a:extLst>
              <a:ext uri="{FF2B5EF4-FFF2-40B4-BE49-F238E27FC236}">
                <a16:creationId xmlns:a16="http://schemas.microsoft.com/office/drawing/2014/main" id="{EC05B91A-374B-5337-A07A-D0D5911BB8C7}"/>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E85D6916-7357-35DA-25B5-DC99E38927E3}"/>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F1744EC7-D7E5-E176-9BA3-B1BB466AD93D}"/>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BC56B6A7-94F1-DAD9-EA03-62CFD3334A1C}"/>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2CD737D-FE38-2624-8EED-6C59EF9C7EF5}"/>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907955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iSlide">
      <a:dk1>
        <a:srgbClr val="000000"/>
      </a:dk1>
      <a:lt1>
        <a:srgbClr val="FFFFFF"/>
      </a:lt1>
      <a:dk2>
        <a:srgbClr val="778495"/>
      </a:dk2>
      <a:lt2>
        <a:srgbClr val="F0F0F0"/>
      </a:lt2>
      <a:accent1>
        <a:srgbClr val="62A668"/>
      </a:accent1>
      <a:accent2>
        <a:srgbClr val="9CC26B"/>
      </a:accent2>
      <a:accent3>
        <a:srgbClr val="69BB8A"/>
      </a:accent3>
      <a:accent4>
        <a:srgbClr val="88B87A"/>
      </a:accent4>
      <a:accent5>
        <a:srgbClr val="A0B0A4"/>
      </a:accent5>
      <a:accent6>
        <a:srgbClr val="C5C8BF"/>
      </a:accent6>
      <a:hlink>
        <a:srgbClr val="4E96F8"/>
      </a:hlink>
      <a:folHlink>
        <a:srgbClr val="BFBFBF"/>
      </a:folHlink>
    </a:clrScheme>
    <a:fontScheme name="d85ce148-3397-4531-bf59-e7fccfa5c74a">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iSlide Presentation Template</Template>
  <TotalTime>447</TotalTime>
  <Words>775</Words>
  <Application>Microsoft Office PowerPoint</Application>
  <PresentationFormat>宽屏</PresentationFormat>
  <Paragraphs>120</Paragraphs>
  <Slides>11</Slides>
  <Notes>11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Designed by iSlide</vt:lpstr>
      <vt:lpstr>绿色小清新 工作总结汇报模板</vt:lpstr>
      <vt:lpstr>PowerPoint 演示文稿</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谢谢观看</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iSlide</dc:creator>
  <cp:lastModifiedBy>mc</cp:lastModifiedBy>
  <cp:revision>77</cp:revision>
  <cp:lastPrinted>2025-05-23T00:00:00Z</cp:lastPrinted>
  <dcterms:created xsi:type="dcterms:W3CDTF">2025-05-23T00:00:00Z</dcterms:created>
  <dcterms:modified xsi:type="dcterms:W3CDTF">2026-06-25T03:10:12Z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8da5d54c-8099-496d-baf7-4f02a6040b7d</vt:lpwstr>
  </property>
</Properties>
</file>