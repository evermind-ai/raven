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0" r:id="rId2"/>
    <p:sldId id="311" r:id="rId3"/>
    <p:sldId id="309" r:id="rId4"/>
    <p:sldId id="317" r:id="rId5"/>
    <p:sldId id="319" r:id="rId6"/>
    <p:sldId id="281" r:id="rId7"/>
    <p:sldId id="323" r:id="rId8"/>
    <p:sldId id="330" r:id="rId9"/>
    <p:sldId id="328" r:id="rId10"/>
    <p:sldId id="332" r:id="rId11"/>
    <p:sldId id="334" r:id="rId12"/>
    <p:sldId id="335" r:id="Rf7a97b4737304915"/>
    <p:sldId id="336" r:id="R21840558a46746ab"/>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7256" userDrawn="1">
          <p15:clr>
            <a:srgbClr val="A4A3A4"/>
          </p15:clr>
        </p15:guide>
        <p15:guide id="3" orient="horz" pos="648" userDrawn="1">
          <p15:clr>
            <a:srgbClr val="A4A3A4"/>
          </p15:clr>
        </p15:guide>
        <p15:guide id="4" orient="horz" pos="712" userDrawn="1">
          <p15:clr>
            <a:srgbClr val="A4A3A4"/>
          </p15:clr>
        </p15:guide>
        <p15:guide id="5" orient="horz" pos="3929" userDrawn="1">
          <p15:clr>
            <a:srgbClr val="A4A3A4"/>
          </p15:clr>
        </p15:guide>
        <p15:guide id="6" orient="horz"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F0F0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91" autoAdjust="0"/>
    <p:restoredTop sz="86408" autoAdjust="0"/>
  </p:normalViewPr>
  <p:slideViewPr>
    <p:cSldViewPr snapToGrid="0" showGuides="1">
      <p:cViewPr>
        <p:scale>
          <a:sx n="100" d="100"/>
          <a:sy n="100" d="100"/>
        </p:scale>
        <p:origin x="1216" y="760"/>
      </p:cViewPr>
      <p:guideLst>
        <p:guide pos="7256"/>
        <p:guide orient="horz" pos="648"/>
        <p:guide orient="horz" pos="712"/>
        <p:guide orient="horz" pos="3929"/>
        <p:guide orient="horz" pos="3864"/>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f7a97b4737304915" /><Relationship Type="http://schemas.openxmlformats.org/officeDocument/2006/relationships/slide" Target="/ppt/slides/slide13.xml" Id="R21840558a46746ab"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9E8865-BFA7-477B-9C9F-97040D004ED6}" type="datetimeFigureOut">
              <a:rPr lang="zh-CN" altLang="en-US" smtClean="0"/>
              <a:t>2026/6/29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BA6326-121E-4463-B9DE-EC313C66EA34}" type="slidenum">
              <a:rPr lang="zh-CN" altLang="en-US" smtClean="0"/>
              <a:t>‹#›</a:t>
            </a:fld>
            <a:endParaRPr lang="zh-CN" altLang="en-US"/>
          </a:p>
        </p:txBody>
      </p:sp>
    </p:spTree>
    <p:extLst>
      <p:ext uri="{BB962C8B-B14F-4D97-AF65-F5344CB8AC3E}">
        <p14:creationId xmlns:p14="http://schemas.microsoft.com/office/powerpoint/2010/main" val="3513264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b561d28e-20e7-444f-aff4-b3d3f578fe77.source.1.zh-Hans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14D46-5BFA-2E40-9786-147C05FAF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47CD1-EB38-6CD9-A8CF-081BE58CC56E}"/>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BE88AA24-456B-338F-3616-3DADCBF3896D}"/>
              </a:ext>
            </a:extLst>
          </p:cNvPr>
          <p:cNvSpPr>
            <a:spLocks noGrp="1"/>
          </p:cNvSpPr>
          <p:nvPr>
            <p:ph type="body" idx="1"/>
          </p:nvPr>
        </p:nvSpPr>
        <p:spPr/>
        <p:txBody>
          <a:bodyPr/>
          <a:lstStyle/>
          <a:p>
            <a:r>
              <a:rPr lang="en-US"/>
              <a:t>b561d28e-20e7-444f-aff4-b3d3f578fe77.source.4.zh-Hans</a:t>
            </a:r>
            <a:endParaRPr/>
          </a:p>
        </p:txBody>
      </p:sp>
    </p:spTree>
    <p:extLst>
      <p:ext uri="{BB962C8B-B14F-4D97-AF65-F5344CB8AC3E}">
        <p14:creationId xmlns:p14="http://schemas.microsoft.com/office/powerpoint/2010/main" val="3018299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A11CA-52AB-1A23-8618-89B0F60B7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E2245-D852-5F32-9054-574D90FE3FE2}"/>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3AAC55BB-2CC4-F48D-76C3-2A9CB80DB0A9}"/>
              </a:ext>
            </a:extLst>
          </p:cNvPr>
          <p:cNvSpPr>
            <a:spLocks noGrp="1"/>
          </p:cNvSpPr>
          <p:nvPr>
            <p:ph type="body" idx="1"/>
          </p:nvPr>
        </p:nvSpPr>
        <p:spPr/>
        <p:txBody>
          <a:bodyPr/>
          <a:lstStyle/>
          <a:p>
            <a:r>
              <a:rPr lang="en-US"/>
              <a:t>b561d28e-20e7-444f-aff4-b3d3f578fe77.source.2.zh-Hans</a:t>
            </a:r>
            <a:endParaRPr/>
          </a:p>
        </p:txBody>
      </p:sp>
    </p:spTree>
    <p:extLst>
      <p:ext uri="{BB962C8B-B14F-4D97-AF65-F5344CB8AC3E}">
        <p14:creationId xmlns:p14="http://schemas.microsoft.com/office/powerpoint/2010/main" val="3638463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110FD-8823-0740-FB7F-34E33EFF9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0463C-E568-7146-7273-C3A3F1FFB8F8}"/>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CF7D0BD3-94DA-54C5-BEE4-98D792E7CD62}"/>
              </a:ext>
            </a:extLst>
          </p:cNvPr>
          <p:cNvSpPr>
            <a:spLocks noGrp="1"/>
          </p:cNvSpPr>
          <p:nvPr>
            <p:ph type="body" idx="1"/>
          </p:nvPr>
        </p:nvSpPr>
        <p:spPr/>
        <p:txBody>
          <a:bodyPr/>
          <a:lstStyle/>
          <a:p>
            <a:r>
              <a:rPr lang="en-US"/>
              <a:t>8d8d4dd4-7b47-40f1-8446-3c1a1ec8485b.source.4.zh-Hans</a:t>
            </a:r>
            <a:endParaRPr/>
          </a:p>
        </p:txBody>
      </p:sp>
    </p:spTree>
    <p:extLst>
      <p:ext uri="{BB962C8B-B14F-4D97-AF65-F5344CB8AC3E}">
        <p14:creationId xmlns:p14="http://schemas.microsoft.com/office/powerpoint/2010/main" val="1837368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551AE-55FB-7F70-A7CB-80D8F23B5C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CE31DB-43E5-5B99-22ED-D4872BE302F3}"/>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A2D6D003-CBB4-B748-2757-07EAEEAB7D15}"/>
              </a:ext>
            </a:extLst>
          </p:cNvPr>
          <p:cNvSpPr>
            <a:spLocks noGrp="1"/>
          </p:cNvSpPr>
          <p:nvPr>
            <p:ph type="body" idx="1"/>
          </p:nvPr>
        </p:nvSpPr>
        <p:spPr/>
        <p:txBody>
          <a:bodyPr/>
          <a:lstStyle/>
          <a:p>
            <a:r>
              <a:rPr lang="en-US"/>
              <a:t>d3dd08c9-508c-458b-a7f0-699e3fadb091.source.3.zh-Hans</a:t>
            </a:r>
            <a:endParaRPr/>
          </a:p>
        </p:txBody>
      </p:sp>
    </p:spTree>
    <p:extLst>
      <p:ext uri="{BB962C8B-B14F-4D97-AF65-F5344CB8AC3E}">
        <p14:creationId xmlns:p14="http://schemas.microsoft.com/office/powerpoint/2010/main" val="4237505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4304cadc-178f-4683-a06c-368d7f829db9.source.2.zh-Hans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72E11-A1CB-10C9-0AF7-41C64726D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35D3D-AA6A-37B8-27E5-0535E12221F8}"/>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3645B689-C553-91E7-DF31-D1A9051D365D}"/>
              </a:ext>
            </a:extLst>
          </p:cNvPr>
          <p:cNvSpPr>
            <a:spLocks noGrp="1"/>
          </p:cNvSpPr>
          <p:nvPr>
            <p:ph type="body" idx="1"/>
          </p:nvPr>
        </p:nvSpPr>
        <p:spPr/>
        <p:txBody>
          <a:bodyPr/>
          <a:lstStyle/>
          <a:p>
            <a:r>
              <a:rPr lang="en-US"/>
              <a:t>2885f783-4d78-49bc-a047-b532f2ca6b53.source.3.zh-Hans</a:t>
            </a:r>
            <a:endParaRPr/>
          </a:p>
        </p:txBody>
      </p:sp>
    </p:spTree>
    <p:extLst>
      <p:ext uri="{BB962C8B-B14F-4D97-AF65-F5344CB8AC3E}">
        <p14:creationId xmlns:p14="http://schemas.microsoft.com/office/powerpoint/2010/main" val="3742102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786BA-E3CD-4536-D824-7909A6DA8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F0526-26DC-8968-0872-3B0A64CF4AA8}"/>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DA443C20-36B8-2152-5EEC-C6BE1F6A2E07}"/>
              </a:ext>
            </a:extLst>
          </p:cNvPr>
          <p:cNvSpPr>
            <a:spLocks noGrp="1"/>
          </p:cNvSpPr>
          <p:nvPr>
            <p:ph type="body" idx="1"/>
          </p:nvPr>
        </p:nvSpPr>
        <p:spPr/>
        <p:txBody>
          <a:bodyPr/>
          <a:lstStyle/>
          <a:p>
            <a:r>
              <a:rPr lang="en-US"/>
              <a:t>59a4d8ac-d4a2-46e9-a8d0-8139e251820c.source.3.zh-Hans</a:t>
            </a:r>
            <a:endParaRPr/>
          </a:p>
        </p:txBody>
      </p:sp>
    </p:spTree>
    <p:extLst>
      <p:ext uri="{BB962C8B-B14F-4D97-AF65-F5344CB8AC3E}">
        <p14:creationId xmlns:p14="http://schemas.microsoft.com/office/powerpoint/2010/main" val="2611824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7E9D2-35D6-304C-69F1-56D2133C3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C58E7-4AC2-E75B-F3FA-1BB81B11960F}"/>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E2019108-CC75-A405-9E19-A7611C52FDC3}"/>
              </a:ext>
            </a:extLst>
          </p:cNvPr>
          <p:cNvSpPr>
            <a:spLocks noGrp="1"/>
          </p:cNvSpPr>
          <p:nvPr>
            <p:ph type="body" idx="1"/>
          </p:nvPr>
        </p:nvSpPr>
        <p:spPr/>
        <p:txBody>
          <a:bodyPr/>
          <a:lstStyle/>
          <a:p>
            <a:r>
              <a:rPr lang="en-US"/>
              <a:t>2dbe00f2-8362-4df7-a001-b63f7781bde4.source.3.zh-Hans</a:t>
            </a:r>
            <a:endParaRPr/>
          </a:p>
        </p:txBody>
      </p:sp>
    </p:spTree>
    <p:extLst>
      <p:ext uri="{BB962C8B-B14F-4D97-AF65-F5344CB8AC3E}">
        <p14:creationId xmlns:p14="http://schemas.microsoft.com/office/powerpoint/2010/main" val="3543102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62F6E-A35C-BB11-FB95-DC3E475F4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2EC02-26C5-4F8D-E79C-9F4C1BE6E39A}"/>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8C06F52C-EBC2-F1F7-A032-17204E19EC38}"/>
              </a:ext>
            </a:extLst>
          </p:cNvPr>
          <p:cNvSpPr>
            <a:spLocks noGrp="1"/>
          </p:cNvSpPr>
          <p:nvPr>
            <p:ph type="body" idx="1"/>
          </p:nvPr>
        </p:nvSpPr>
        <p:spPr/>
        <p:txBody>
          <a:bodyPr/>
          <a:lstStyle/>
          <a:p>
            <a:r>
              <a:rPr lang="en-US"/>
              <a:t>65abb55c-34ea-4aa7-9069-568925015235.source.4.zh-Hans</a:t>
            </a:r>
            <a:endParaRPr/>
          </a:p>
        </p:txBody>
      </p:sp>
    </p:spTree>
    <p:extLst>
      <p:ext uri="{BB962C8B-B14F-4D97-AF65-F5344CB8AC3E}">
        <p14:creationId xmlns:p14="http://schemas.microsoft.com/office/powerpoint/2010/main" val="915247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F62AB-C6FE-D999-732E-83D7152D8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F74A5-5CF8-3240-B3B4-FE4A330E896F}"/>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2C1BA3C9-6E3E-BD5B-8130-47C523CE77EE}"/>
              </a:ext>
            </a:extLst>
          </p:cNvPr>
          <p:cNvSpPr>
            <a:spLocks noGrp="1"/>
          </p:cNvSpPr>
          <p:nvPr>
            <p:ph type="body" idx="1"/>
          </p:nvPr>
        </p:nvSpPr>
        <p:spPr/>
        <p:txBody>
          <a:bodyPr/>
          <a:lstStyle/>
          <a:p>
            <a:r>
              <a:rPr lang="en-US"/>
              <a:t>b561d28e-20e7-444f-aff4-b3d3f578fe77.source.2.zh-Hans</a:t>
            </a:r>
            <a:endParaRPr/>
          </a:p>
        </p:txBody>
      </p:sp>
    </p:spTree>
    <p:extLst>
      <p:ext uri="{BB962C8B-B14F-4D97-AF65-F5344CB8AC3E}">
        <p14:creationId xmlns:p14="http://schemas.microsoft.com/office/powerpoint/2010/main" val="17956555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Title Slide" type="title" preserve="1">
  <p:cSld name="Title Slide">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9855B28-77BF-4C63-C82F-785FA3094177}"/>
              </a:ext>
            </a:extLst>
          </p:cNvPr>
          <p:cNvGrpSpPr/>
          <p:nvPr userDrawn="1"/>
        </p:nvGrpSpPr>
        <p:grpSpPr>
          <a:xfrm>
            <a:off x="-307637" y="-205054"/>
            <a:ext cx="12499637" cy="7063054"/>
            <a:chOff x="-307637" y="-205054"/>
            <a:chExt cx="12499637" cy="7063054"/>
          </a:xfrm>
        </p:grpSpPr>
        <p:pic>
          <p:nvPicPr>
            <p:cNvPr id="136" name="图片 135">
              <a:extLst>
                <a:ext uri="{FF2B5EF4-FFF2-40B4-BE49-F238E27FC236}">
                  <a16:creationId xmlns:a16="http://schemas.microsoft.com/office/drawing/2014/main" id="{2C8839E5-61FA-4B34-074C-C46A6D4B664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p:spPr>
        </p:pic>
        <p:sp>
          <p:nvSpPr>
            <p:cNvPr id="55" name="任意多边形: 形状 54">
              <a:extLst>
                <a:ext uri="{FF2B5EF4-FFF2-40B4-BE49-F238E27FC236}">
                  <a16:creationId xmlns:a16="http://schemas.microsoft.com/office/drawing/2014/main" id="{A9A59796-66F4-EF92-8D95-6EF84DCEC022}"/>
                </a:ext>
              </a:extLst>
            </p:cNvPr>
            <p:cNvSpPr/>
            <p:nvPr userDrawn="1"/>
          </p:nvSpPr>
          <p:spPr>
            <a:xfrm rot="19177941" flipH="1" flipV="1">
              <a:off x="-307637" y="-205054"/>
              <a:ext cx="3959248" cy="1836543"/>
            </a:xfrm>
            <a:custGeom>
              <a:avLst/>
              <a:gdLst>
                <a:gd name="connsiteX0" fmla="*/ 3548114 w 3548113"/>
                <a:gd name="connsiteY0" fmla="*/ 1045558 h 1712000"/>
                <a:gd name="connsiteX1" fmla="*/ 2011418 w 3548113"/>
                <a:gd name="connsiteY1" fmla="*/ 1708773 h 1712000"/>
                <a:gd name="connsiteX2" fmla="*/ 0 w 3548113"/>
                <a:gd name="connsiteY2" fmla="*/ 119931 h 1712000"/>
              </a:gdLst>
              <a:ahLst/>
              <a:cxnLst>
                <a:cxn ang="0">
                  <a:pos x="connsiteX0" y="connsiteY0"/>
                </a:cxn>
                <a:cxn ang="0">
                  <a:pos x="connsiteX1" y="connsiteY1"/>
                </a:cxn>
                <a:cxn ang="0">
                  <a:pos x="connsiteX2" y="connsiteY2"/>
                </a:cxn>
              </a:cxnLst>
              <a:rect l="l" t="t" r="r" b="b"/>
              <a:pathLst>
                <a:path w="3548113" h="1712000">
                  <a:moveTo>
                    <a:pt x="3548114" y="1045558"/>
                  </a:moveTo>
                  <a:cubicBezTo>
                    <a:pt x="1361737" y="1045558"/>
                    <a:pt x="1655940" y="1765904"/>
                    <a:pt x="2011418" y="1708773"/>
                  </a:cubicBezTo>
                  <a:cubicBezTo>
                    <a:pt x="2595364" y="1614920"/>
                    <a:pt x="3117092" y="-521566"/>
                    <a:pt x="0" y="119931"/>
                  </a:cubicBezTo>
                </a:path>
              </a:pathLst>
            </a:custGeom>
            <a:noFill/>
            <a:ln w="63500" cap="rnd">
              <a:gradFill flip="none" rotWithShape="1">
                <a:gsLst>
                  <a:gs pos="21000">
                    <a:schemeClr val="accent1"/>
                  </a:gs>
                  <a:gs pos="100000">
                    <a:schemeClr val="accent2">
                      <a:lumMod val="40000"/>
                      <a:lumOff val="60000"/>
                    </a:schemeClr>
                  </a:gs>
                </a:gsLst>
                <a:lin ang="13500000" scaled="1"/>
                <a:tileRect/>
              </a:gradFill>
              <a:prstDash val="solid"/>
              <a:round/>
            </a:ln>
          </p:spPr>
          <p:txBody>
            <a:bodyPr rtlCol="0" anchor="ctr"/>
            <a:lstStyle/>
            <a:p>
              <a:endParaRPr lang="zh-CN" altLang="en-US"/>
            </a:p>
          </p:txBody>
        </p:sp>
        <p:pic>
          <p:nvPicPr>
            <p:cNvPr id="73" name="图片 72">
              <a:extLst>
                <a:ext uri="{FF2B5EF4-FFF2-40B4-BE49-F238E27FC236}">
                  <a16:creationId xmlns:a16="http://schemas.microsoft.com/office/drawing/2014/main" id="{2819F151-7D51-8448-3321-910825A7231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rot="344130">
              <a:off x="4839797" y="1189043"/>
              <a:ext cx="7330320" cy="5527991"/>
            </a:xfrm>
            <a:custGeom>
              <a:avLst/>
              <a:gdLst>
                <a:gd name="csX0" fmla="*/ 0 w 7105837"/>
                <a:gd name="csY0" fmla="*/ 0 h 5358702"/>
                <a:gd name="csX1" fmla="*/ 7105837 w 7105837"/>
                <a:gd name="csY1" fmla="*/ 0 h 5358702"/>
                <a:gd name="csX2" fmla="*/ 7105837 w 7105837"/>
                <a:gd name="csY2" fmla="*/ 5358702 h 5358702"/>
                <a:gd name="csX3" fmla="*/ 0 w 7105837"/>
                <a:gd name="csY3" fmla="*/ 5358702 h 5358702"/>
              </a:gdLst>
              <a:ahLst/>
              <a:cxnLst>
                <a:cxn ang="0">
                  <a:pos x="csX0" y="csY0"/>
                </a:cxn>
                <a:cxn ang="0">
                  <a:pos x="csX1" y="csY1"/>
                </a:cxn>
                <a:cxn ang="0">
                  <a:pos x="csX2" y="csY2"/>
                </a:cxn>
                <a:cxn ang="0">
                  <a:pos x="csX3" y="csY3"/>
                </a:cxn>
              </a:cxnLst>
              <a:rect l="l" t="t" r="r" b="b"/>
              <a:pathLst>
                <a:path w="7105837" h="5358702">
                  <a:moveTo>
                    <a:pt x="0" y="0"/>
                  </a:moveTo>
                  <a:lnTo>
                    <a:pt x="7105837" y="0"/>
                  </a:lnTo>
                  <a:lnTo>
                    <a:pt x="7105837" y="5358702"/>
                  </a:lnTo>
                  <a:lnTo>
                    <a:pt x="0" y="5358702"/>
                  </a:lnTo>
                  <a:close/>
                </a:path>
              </a:pathLst>
            </a:custGeom>
          </p:spPr>
        </p:pic>
        <p:pic>
          <p:nvPicPr>
            <p:cNvPr id="109" name="图片 108">
              <a:extLst>
                <a:ext uri="{FF2B5EF4-FFF2-40B4-BE49-F238E27FC236}">
                  <a16:creationId xmlns:a16="http://schemas.microsoft.com/office/drawing/2014/main" id="{A998D658-B476-ED55-A75E-768CEC9A9C4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0717021" flipH="1">
              <a:off x="5431890" y="590502"/>
              <a:ext cx="1752852" cy="1752852"/>
            </a:xfrm>
            <a:prstGeom prst="rect">
              <a:avLst/>
            </a:prstGeom>
          </p:spPr>
        </p:pic>
      </p:grpSp>
      <p:sp>
        <p:nvSpPr>
          <p:cNvPr id="5" name="标题 4"/>
          <p:cNvSpPr>
            <a:spLocks noGrp="1"/>
          </p:cNvSpPr>
          <p:nvPr>
            <p:ph type="ctrTitle" hasCustomPrompt="1"/>
          </p:nvPr>
        </p:nvSpPr>
        <p:spPr>
          <a:xfrm>
            <a:off x="660399" y="1802561"/>
            <a:ext cx="5765801" cy="1699260"/>
          </a:xfrm>
          <a:prstGeom prst="rect">
            <a:avLst/>
          </a:prstGeom>
        </p:spPr>
        <p:txBody>
          <a:bodyPr wrap="square" anchor="b">
            <a:normAutofit/>
          </a:bodyPr>
          <a:lstStyle>
            <a:lvl1pPr>
              <a:lnSpc>
                <a:spcPct val="100000"/>
              </a:lnSpc>
              <a:defRPr sz="54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p:ph type="subTitle" sz="quarter" idx="1" hasCustomPrompt="1"/>
          </p:nvPr>
        </p:nvSpPr>
        <p:spPr>
          <a:xfrm>
            <a:off x="660400" y="3653826"/>
            <a:ext cx="5765800" cy="758795"/>
          </a:xfrm>
          <a:prstGeom prst="roundRect">
            <a:avLst>
              <a:gd name="adj" fmla="val 0"/>
            </a:avLst>
          </a:prstGeom>
          <a:noFill/>
          <a:ln w="254000">
            <a:noFill/>
          </a:ln>
          <a:effectLst>
            <a:softEdge rad="0"/>
          </a:effectLst>
        </p:spPr>
        <p:txBody>
          <a:bodyPr vert="horz" wrap="square" lIns="91440" tIns="45720" rIns="91440" bIns="45720" rtlCol="0" anchor="t" anchorCtr="0">
            <a:normAutofit/>
          </a:bodyPr>
          <a:lstStyle>
            <a:lvl1pPr marL="0" indent="0" algn="l">
              <a:lnSpc>
                <a:spcPct val="100000"/>
              </a:lnSpc>
              <a:buNone/>
              <a:defRPr lang="en-US" sz="200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p:ph type="body" sz="quarter" idx="13" hasCustomPrompt="1"/>
          </p:nvPr>
        </p:nvSpPr>
        <p:spPr>
          <a:xfrm>
            <a:off x="2907144" y="5699760"/>
            <a:ext cx="1723533" cy="425196"/>
          </a:xfrm>
          <a:prstGeom prst="rect">
            <a:avLst/>
          </a:prstGeom>
        </p:spPr>
        <p:txBody>
          <a:bodyPr wrap="square" lIns="90000" anchor="ctr">
            <a:normAutofit/>
          </a:bodyPr>
          <a:lstStyle>
            <a:lvl1pPr marL="0" indent="0" algn="l">
              <a:lnSpc>
                <a:spcPct val="100000"/>
              </a:lnSpc>
              <a:buNone/>
              <a:defRPr sz="1200"/>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1183611" y="5699760"/>
            <a:ext cx="1723533" cy="425196"/>
          </a:xfrm>
          <a:prstGeom prst="rect">
            <a:avLst/>
          </a:prstGeom>
        </p:spPr>
        <p:txBody>
          <a:bodyPr wrap="none" anchor="ctr">
            <a:normAutofit/>
          </a:bodyPr>
          <a:lstStyle>
            <a:lvl1pPr marL="0" indent="0" algn="l">
              <a:lnSpc>
                <a:spcPct val="100000"/>
              </a:lnSpc>
              <a:buNone/>
              <a:defRPr sz="1200"/>
            </a:lvl1pPr>
          </a:lstStyle>
          <a:p>
            <a:pPr lvl="0"/>
            <a:r>
              <a:rPr lang="zh-CN" altLang="en-US" dirty="0"/>
              <a:t>20XX.XX.XX</a:t>
            </a:r>
            <a:endParaRPr lang="en-US" dirty="0"/>
          </a:p>
        </p:txBody>
      </p:sp>
      <p:pic>
        <p:nvPicPr>
          <p:cNvPr id="27" name="图片 26">
            <a:extLst>
              <a:ext uri="{FF2B5EF4-FFF2-40B4-BE49-F238E27FC236}">
                <a16:creationId xmlns:a16="http://schemas.microsoft.com/office/drawing/2014/main" id="{79C80B9A-D4BC-216A-3107-680CD0DA8990}"/>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a:fillRect/>
          </a:stretch>
        </p:blipFill>
        <p:spPr>
          <a:xfrm rot="19187387">
            <a:off x="239982" y="715639"/>
            <a:ext cx="486584" cy="560271"/>
          </a:xfrm>
          <a:custGeom>
            <a:avLst/>
            <a:gdLst>
              <a:gd name="csX0" fmla="*/ 0 w 7874001"/>
              <a:gd name="csY0" fmla="*/ 0 h 4810161"/>
              <a:gd name="csX1" fmla="*/ 7874001 w 7874001"/>
              <a:gd name="csY1" fmla="*/ 0 h 4810161"/>
              <a:gd name="csX2" fmla="*/ 7874001 w 7874001"/>
              <a:gd name="csY2" fmla="*/ 4810161 h 4810161"/>
              <a:gd name="csX3" fmla="*/ 0 w 7874001"/>
              <a:gd name="csY3" fmla="*/ 4810161 h 4810161"/>
            </a:gdLst>
            <a:ahLst/>
            <a:cxnLst>
              <a:cxn ang="0">
                <a:pos x="csX0" y="csY0"/>
              </a:cxn>
              <a:cxn ang="0">
                <a:pos x="csX1" y="csY1"/>
              </a:cxn>
              <a:cxn ang="0">
                <a:pos x="csX2" y="csY2"/>
              </a:cxn>
              <a:cxn ang="0">
                <a:pos x="csX3" y="csY3"/>
              </a:cxn>
            </a:cxnLst>
            <a:rect l="l" t="t" r="r" b="b"/>
            <a:pathLst>
              <a:path w="7874001" h="4810161">
                <a:moveTo>
                  <a:pt x="0" y="0"/>
                </a:moveTo>
                <a:lnTo>
                  <a:pt x="7874001" y="0"/>
                </a:lnTo>
                <a:lnTo>
                  <a:pt x="7874001" y="4810161"/>
                </a:lnTo>
                <a:lnTo>
                  <a:pt x="0" y="4810161"/>
                </a:lnTo>
                <a:close/>
              </a:path>
            </a:pathLst>
          </a:custGeom>
        </p:spPr>
      </p:pic>
      <p:pic>
        <p:nvPicPr>
          <p:cNvPr id="3" name="图片 2">
            <a:extLst>
              <a:ext uri="{FF2B5EF4-FFF2-40B4-BE49-F238E27FC236}">
                <a16:creationId xmlns:a16="http://schemas.microsoft.com/office/drawing/2014/main" id="{6C023FA0-F9D6-20BC-B438-96288E648E35}"/>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a:fillRect/>
          </a:stretch>
        </p:blipFill>
        <p:spPr>
          <a:xfrm rot="988473">
            <a:off x="413804" y="5363264"/>
            <a:ext cx="872244" cy="1004334"/>
          </a:xfrm>
          <a:custGeom>
            <a:avLst/>
            <a:gdLst>
              <a:gd name="csX0" fmla="*/ 0 w 7874001"/>
              <a:gd name="csY0" fmla="*/ 0 h 4810161"/>
              <a:gd name="csX1" fmla="*/ 7874001 w 7874001"/>
              <a:gd name="csY1" fmla="*/ 0 h 4810161"/>
              <a:gd name="csX2" fmla="*/ 7874001 w 7874001"/>
              <a:gd name="csY2" fmla="*/ 4810161 h 4810161"/>
              <a:gd name="csX3" fmla="*/ 0 w 7874001"/>
              <a:gd name="csY3" fmla="*/ 4810161 h 4810161"/>
            </a:gdLst>
            <a:ahLst/>
            <a:cxnLst>
              <a:cxn ang="0">
                <a:pos x="csX0" y="csY0"/>
              </a:cxn>
              <a:cxn ang="0">
                <a:pos x="csX1" y="csY1"/>
              </a:cxn>
              <a:cxn ang="0">
                <a:pos x="csX2" y="csY2"/>
              </a:cxn>
              <a:cxn ang="0">
                <a:pos x="csX3" y="csY3"/>
              </a:cxn>
            </a:cxnLst>
            <a:rect l="l" t="t" r="r" b="b"/>
            <a:pathLst>
              <a:path w="7874001" h="4810161">
                <a:moveTo>
                  <a:pt x="0" y="0"/>
                </a:moveTo>
                <a:lnTo>
                  <a:pt x="7874001" y="0"/>
                </a:lnTo>
                <a:lnTo>
                  <a:pt x="7874001" y="4810161"/>
                </a:lnTo>
                <a:lnTo>
                  <a:pt x="0" y="4810161"/>
                </a:lnTo>
                <a:close/>
              </a:path>
            </a:pathLst>
          </a:cu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内容占位符 2"/>
          <p:cNvSpPr>
            <a:spLocks noGrp="1"/>
          </p:cNvSpPr>
          <p:nvPr>
            <p:ph idx="1" hasCustomPrompt="1"/>
          </p:nvPr>
        </p:nvSpPr>
        <p:spPr/>
        <p:txBody>
          <a:bodyPr/>
          <a:lstStyle>
            <a:lvl1pPr>
              <a:defRPr/>
            </a:lvl1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1DEAEE42-941C-B2EC-32A2-EA6FD06B2D64}"/>
              </a:ext>
            </a:extLst>
          </p:cNvPr>
          <p:cNvGrpSpPr/>
          <p:nvPr userDrawn="1"/>
        </p:nvGrpSpPr>
        <p:grpSpPr>
          <a:xfrm>
            <a:off x="-307637" y="-205054"/>
            <a:ext cx="12499637" cy="7063054"/>
            <a:chOff x="-307637" y="-205054"/>
            <a:chExt cx="12499637" cy="7063054"/>
          </a:xfrm>
        </p:grpSpPr>
        <p:pic>
          <p:nvPicPr>
            <p:cNvPr id="9" name="图片 8">
              <a:extLst>
                <a:ext uri="{FF2B5EF4-FFF2-40B4-BE49-F238E27FC236}">
                  <a16:creationId xmlns:a16="http://schemas.microsoft.com/office/drawing/2014/main" id="{1C3D8742-745C-A747-316E-04E7049E976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p:spPr>
        </p:pic>
        <p:grpSp>
          <p:nvGrpSpPr>
            <p:cNvPr id="14" name="组合 13">
              <a:extLst>
                <a:ext uri="{FF2B5EF4-FFF2-40B4-BE49-F238E27FC236}">
                  <a16:creationId xmlns:a16="http://schemas.microsoft.com/office/drawing/2014/main" id="{7BCE2270-2F19-E768-4869-CDF68340A65F}"/>
                </a:ext>
              </a:extLst>
            </p:cNvPr>
            <p:cNvGrpSpPr/>
            <p:nvPr userDrawn="1"/>
          </p:nvGrpSpPr>
          <p:grpSpPr>
            <a:xfrm>
              <a:off x="-307637" y="-205054"/>
              <a:ext cx="3778970" cy="1752919"/>
              <a:chOff x="-307637" y="-205054"/>
              <a:chExt cx="3959248" cy="1836543"/>
            </a:xfrm>
          </p:grpSpPr>
          <p:sp>
            <p:nvSpPr>
              <p:cNvPr id="12" name="任意多边形: 形状 11">
                <a:extLst>
                  <a:ext uri="{FF2B5EF4-FFF2-40B4-BE49-F238E27FC236}">
                    <a16:creationId xmlns:a16="http://schemas.microsoft.com/office/drawing/2014/main" id="{B3D75141-A121-0A81-0943-20CD3B22254E}"/>
                  </a:ext>
                </a:extLst>
              </p:cNvPr>
              <p:cNvSpPr/>
              <p:nvPr userDrawn="1"/>
            </p:nvSpPr>
            <p:spPr>
              <a:xfrm rot="19177941" flipH="1" flipV="1">
                <a:off x="-307637" y="-205054"/>
                <a:ext cx="3959248" cy="1836543"/>
              </a:xfrm>
              <a:custGeom>
                <a:avLst/>
                <a:gdLst>
                  <a:gd name="connsiteX0" fmla="*/ 3548114 w 3548113"/>
                  <a:gd name="connsiteY0" fmla="*/ 1045558 h 1712000"/>
                  <a:gd name="connsiteX1" fmla="*/ 2011418 w 3548113"/>
                  <a:gd name="connsiteY1" fmla="*/ 1708773 h 1712000"/>
                  <a:gd name="connsiteX2" fmla="*/ 0 w 3548113"/>
                  <a:gd name="connsiteY2" fmla="*/ 119931 h 1712000"/>
                </a:gdLst>
                <a:ahLst/>
                <a:cxnLst>
                  <a:cxn ang="0">
                    <a:pos x="connsiteX0" y="connsiteY0"/>
                  </a:cxn>
                  <a:cxn ang="0">
                    <a:pos x="connsiteX1" y="connsiteY1"/>
                  </a:cxn>
                  <a:cxn ang="0">
                    <a:pos x="connsiteX2" y="connsiteY2"/>
                  </a:cxn>
                </a:cxnLst>
                <a:rect l="l" t="t" r="r" b="b"/>
                <a:pathLst>
                  <a:path w="3548113" h="1712000">
                    <a:moveTo>
                      <a:pt x="3548114" y="1045558"/>
                    </a:moveTo>
                    <a:cubicBezTo>
                      <a:pt x="1361737" y="1045558"/>
                      <a:pt x="1655940" y="1765904"/>
                      <a:pt x="2011418" y="1708773"/>
                    </a:cubicBezTo>
                    <a:cubicBezTo>
                      <a:pt x="2595364" y="1614920"/>
                      <a:pt x="3117092" y="-521566"/>
                      <a:pt x="0" y="119931"/>
                    </a:cubicBezTo>
                  </a:path>
                </a:pathLst>
              </a:custGeom>
              <a:noFill/>
              <a:ln w="63500" cap="rnd">
                <a:gradFill flip="none" rotWithShape="1">
                  <a:gsLst>
                    <a:gs pos="21000">
                      <a:schemeClr val="accent1"/>
                    </a:gs>
                    <a:gs pos="100000">
                      <a:schemeClr val="accent2">
                        <a:lumMod val="40000"/>
                        <a:lumOff val="60000"/>
                      </a:schemeClr>
                    </a:gs>
                  </a:gsLst>
                  <a:lin ang="13500000" scaled="1"/>
                  <a:tileRect/>
                </a:gradFill>
                <a:prstDash val="solid"/>
                <a:round/>
              </a:ln>
            </p:spPr>
            <p:txBody>
              <a:bodyPr rtlCol="0" anchor="ctr"/>
              <a:lstStyle/>
              <a:p>
                <a:endParaRPr lang="zh-CN" altLang="en-US"/>
              </a:p>
            </p:txBody>
          </p:sp>
          <p:pic>
            <p:nvPicPr>
              <p:cNvPr id="13" name="图片 12">
                <a:extLst>
                  <a:ext uri="{FF2B5EF4-FFF2-40B4-BE49-F238E27FC236}">
                    <a16:creationId xmlns:a16="http://schemas.microsoft.com/office/drawing/2014/main" id="{8AD2CF91-DAE5-D539-A845-DB39D37B7717}"/>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a:stretch>
                <a:fillRect/>
              </a:stretch>
            </p:blipFill>
            <p:spPr>
              <a:xfrm rot="19187387">
                <a:off x="239982" y="715639"/>
                <a:ext cx="486584" cy="560271"/>
              </a:xfrm>
              <a:custGeom>
                <a:avLst/>
                <a:gdLst>
                  <a:gd name="csX0" fmla="*/ 0 w 7874001"/>
                  <a:gd name="csY0" fmla="*/ 0 h 4810161"/>
                  <a:gd name="csX1" fmla="*/ 7874001 w 7874001"/>
                  <a:gd name="csY1" fmla="*/ 0 h 4810161"/>
                  <a:gd name="csX2" fmla="*/ 7874001 w 7874001"/>
                  <a:gd name="csY2" fmla="*/ 4810161 h 4810161"/>
                  <a:gd name="csX3" fmla="*/ 0 w 7874001"/>
                  <a:gd name="csY3" fmla="*/ 4810161 h 4810161"/>
                </a:gdLst>
                <a:ahLst/>
                <a:cxnLst>
                  <a:cxn ang="0">
                    <a:pos x="csX0" y="csY0"/>
                  </a:cxn>
                  <a:cxn ang="0">
                    <a:pos x="csX1" y="csY1"/>
                  </a:cxn>
                  <a:cxn ang="0">
                    <a:pos x="csX2" y="csY2"/>
                  </a:cxn>
                  <a:cxn ang="0">
                    <a:pos x="csX3" y="csY3"/>
                  </a:cxn>
                </a:cxnLst>
                <a:rect l="l" t="t" r="r" b="b"/>
                <a:pathLst>
                  <a:path w="7874001" h="4810161">
                    <a:moveTo>
                      <a:pt x="0" y="0"/>
                    </a:moveTo>
                    <a:lnTo>
                      <a:pt x="7874001" y="0"/>
                    </a:lnTo>
                    <a:lnTo>
                      <a:pt x="7874001" y="4810161"/>
                    </a:lnTo>
                    <a:lnTo>
                      <a:pt x="0" y="4810161"/>
                    </a:lnTo>
                    <a:close/>
                  </a:path>
                </a:pathLst>
              </a:custGeom>
            </p:spPr>
          </p:pic>
        </p:grpSp>
        <p:sp>
          <p:nvSpPr>
            <p:cNvPr id="10" name="矩形: 圆角 9">
              <a:extLst>
                <a:ext uri="{FF2B5EF4-FFF2-40B4-BE49-F238E27FC236}">
                  <a16:creationId xmlns:a16="http://schemas.microsoft.com/office/drawing/2014/main" id="{4EB5CDB3-FE64-2ECA-7B81-82FFFA7A3D47}"/>
                </a:ext>
              </a:extLst>
            </p:cNvPr>
            <p:cNvSpPr/>
            <p:nvPr userDrawn="1"/>
          </p:nvSpPr>
          <p:spPr>
            <a:xfrm>
              <a:off x="660400" y="1130300"/>
              <a:ext cx="10858500" cy="5003800"/>
            </a:xfrm>
            <a:prstGeom prst="roundRect">
              <a:avLst>
                <a:gd name="adj" fmla="val 803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a:cxnSpLocks/>
            </p:cNvCxnSpPr>
            <p:nvPr userDrawn="1"/>
          </p:nvCxnSpPr>
          <p:spPr>
            <a:xfrm>
              <a:off x="3786065" y="1809750"/>
              <a:ext cx="0" cy="4324350"/>
            </a:xfrm>
            <a:prstGeom prst="line">
              <a:avLst/>
            </a:prstGeom>
            <a:solidFill>
              <a:srgbClr val="FFCC00"/>
            </a:solidFill>
            <a:ln w="3175" cap="flat" cmpd="sng" algn="ctr">
              <a:solidFill>
                <a:schemeClr val="tx2"/>
              </a:solidFill>
              <a:prstDash val="solid"/>
              <a:round/>
              <a:headEnd type="none" w="med" len="med"/>
              <a:tailEnd type="none" w="med" len="med"/>
            </a:ln>
            <a:effectLst/>
          </p:spPr>
        </p:cxnSp>
        <p:sp>
          <p:nvSpPr>
            <p:cNvPr id="8" name="任意多边形: 形状 7"/>
            <p:cNvSpPr>
              <a:spLocks noChangeAspect="1"/>
            </p:cNvSpPr>
            <p:nvPr userDrawn="1"/>
          </p:nvSpPr>
          <p:spPr bwMode="auto">
            <a:xfrm>
              <a:off x="2839760" y="5232400"/>
              <a:ext cx="857228" cy="901700"/>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2">
                <a:alpha val="50000"/>
              </a:schemeClr>
            </a:solidFill>
            <a:ln>
              <a:noFill/>
            </a:ln>
          </p:spPr>
          <p:txBody>
            <a:bodyPr/>
            <a:lstStyle/>
            <a:p>
              <a:endParaRPr lang="zh-CN" altLang="en-US">
                <a:cs typeface="+mn-ea"/>
                <a:sym typeface="+mn-lt"/>
              </a:endParaRPr>
            </a:p>
          </p:txBody>
        </p:sp>
      </p:grpSp>
      <p:sp>
        <p:nvSpPr>
          <p:cNvPr id="2" name="标题 1"/>
          <p:cNvSpPr>
            <a:spLocks noGrp="1"/>
          </p:cNvSpPr>
          <p:nvPr userDrawn="1">
            <p:ph type="title" hasCustomPrompt="1"/>
          </p:nvPr>
        </p:nvSpPr>
        <p:spPr>
          <a:xfrm>
            <a:off x="1504950" y="1809750"/>
            <a:ext cx="2122365" cy="1146921"/>
          </a:xfrm>
          <a:prstGeom prst="roundRect">
            <a:avLst>
              <a:gd name="adj" fmla="val 0"/>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3964220" y="1809750"/>
            <a:ext cx="7275279" cy="4324350"/>
          </a:xfrm>
        </p:spPr>
        <p:txBody>
          <a:bodyPr numCol="2"/>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p>
            <a:endParaRPr lang="en-US" dirty="0"/>
          </a:p>
        </p:txBody>
      </p:sp>
      <p:sp>
        <p:nvSpPr>
          <p:cNvPr id="5" name="页脚占位符 4"/>
          <p:cNvSpPr>
            <a:spLocks noGrp="1"/>
          </p:cNvSpPr>
          <p:nvPr userDrawn="1">
            <p:ph type="ftr" sz="quarter" idx="11"/>
          </p:nvPr>
        </p:nvSpPr>
        <p:spPr/>
        <p:txBody>
          <a:bodyPr/>
          <a:lstStyle/>
          <a:p>
            <a:endParaRPr lang="en-US" dirty="0"/>
          </a:p>
        </p:txBody>
      </p:sp>
      <p:sp>
        <p:nvSpPr>
          <p:cNvPr id="6" name="灯片编号占位符 5"/>
          <p:cNvSpPr>
            <a:spLocks noGrp="1"/>
          </p:cNvSpPr>
          <p:nvPr userDrawn="1">
            <p:ph type="sldNum" sz="quarter" idx="12"/>
          </p:nvPr>
        </p:nvSpPr>
        <p:spPr/>
        <p:txBody>
          <a:bodyPr/>
          <a:lstStyle/>
          <a:p>
            <a:fld id="{C8BB1146-E542-4D4E-B8E9-6919A11DDD4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spTree>
      <p:nvGrpSpPr>
        <p:cNvPr id="1" name=""/>
        <p:cNvGrpSpPr/>
        <p:nvPr/>
      </p:nvGrpSpPr>
      <p:grpSpPr>
        <a:xfrm>
          <a:off x="0" y="0"/>
          <a:ext cx="0" cy="0"/>
          <a:chOff x="0" y="0"/>
          <a:chExt cx="0" cy="0"/>
        </a:xfrm>
      </p:grpSpPr>
      <p:grpSp>
        <p:nvGrpSpPr>
          <p:cNvPr id="29" name="组合 28">
            <a:extLst>
              <a:ext uri="{FF2B5EF4-FFF2-40B4-BE49-F238E27FC236}">
                <a16:creationId xmlns:a16="http://schemas.microsoft.com/office/drawing/2014/main" id="{ECA58983-9B14-F135-A82F-25889FA20A98}"/>
              </a:ext>
            </a:extLst>
          </p:cNvPr>
          <p:cNvGrpSpPr/>
          <p:nvPr userDrawn="1"/>
        </p:nvGrpSpPr>
        <p:grpSpPr>
          <a:xfrm>
            <a:off x="0" y="-177805"/>
            <a:ext cx="12466728" cy="7169875"/>
            <a:chOff x="0" y="-177805"/>
            <a:chExt cx="12466728" cy="7169875"/>
          </a:xfrm>
        </p:grpSpPr>
        <p:grpSp>
          <p:nvGrpSpPr>
            <p:cNvPr id="23" name="组合 22">
              <a:extLst>
                <a:ext uri="{FF2B5EF4-FFF2-40B4-BE49-F238E27FC236}">
                  <a16:creationId xmlns:a16="http://schemas.microsoft.com/office/drawing/2014/main" id="{4A5C01D1-E432-A815-AA02-4BEEB46974BC}"/>
                </a:ext>
              </a:extLst>
            </p:cNvPr>
            <p:cNvGrpSpPr/>
            <p:nvPr userDrawn="1"/>
          </p:nvGrpSpPr>
          <p:grpSpPr>
            <a:xfrm>
              <a:off x="0" y="0"/>
              <a:ext cx="12466728" cy="6992070"/>
              <a:chOff x="0" y="0"/>
              <a:chExt cx="12466728" cy="6992070"/>
            </a:xfrm>
          </p:grpSpPr>
          <p:sp>
            <p:nvSpPr>
              <p:cNvPr id="21" name="任意多边形: 形状 20">
                <a:extLst>
                  <a:ext uri="{FF2B5EF4-FFF2-40B4-BE49-F238E27FC236}">
                    <a16:creationId xmlns:a16="http://schemas.microsoft.com/office/drawing/2014/main" id="{4994F42A-D698-8F77-F6AB-3F9BAAD22058}"/>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dpi="0" rotWithShape="1">
                <a:blip r:embed="rId2">
                  <a:alphaModFix amt="34000"/>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任意多边形: 形状 21">
                <a:extLst>
                  <a:ext uri="{FF2B5EF4-FFF2-40B4-BE49-F238E27FC236}">
                    <a16:creationId xmlns:a16="http://schemas.microsoft.com/office/drawing/2014/main" id="{BBD46A7B-D245-4222-714F-C2364EBEAF8B}"/>
                  </a:ext>
                </a:extLst>
              </p:cNvPr>
              <p:cNvSpPr/>
              <p:nvPr userDrawn="1"/>
            </p:nvSpPr>
            <p:spPr>
              <a:xfrm flipV="1">
                <a:off x="5135586" y="1285055"/>
                <a:ext cx="7331142" cy="5707015"/>
              </a:xfrm>
              <a:custGeom>
                <a:avLst/>
                <a:gdLst>
                  <a:gd name="connsiteX0" fmla="*/ 162115 w 6654298"/>
                  <a:gd name="connsiteY0" fmla="*/ 0 h 5180118"/>
                  <a:gd name="connsiteX1" fmla="*/ 6654298 w 6654298"/>
                  <a:gd name="connsiteY1" fmla="*/ 0 h 5180118"/>
                  <a:gd name="connsiteX2" fmla="*/ 6654298 w 6654298"/>
                  <a:gd name="connsiteY2" fmla="*/ 4233568 h 5180118"/>
                  <a:gd name="connsiteX3" fmla="*/ 6631157 w 6654298"/>
                  <a:gd name="connsiteY3" fmla="*/ 4254600 h 5180118"/>
                  <a:gd name="connsiteX4" fmla="*/ 4053044 w 6654298"/>
                  <a:gd name="connsiteY4" fmla="*/ 5180118 h 5180118"/>
                  <a:gd name="connsiteX5" fmla="*/ 0 w 6654298"/>
                  <a:gd name="connsiteY5" fmla="*/ 1127073 h 5180118"/>
                  <a:gd name="connsiteX6" fmla="*/ 82343 w 6654298"/>
                  <a:gd name="connsiteY6" fmla="*/ 310243 h 5180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54298" h="5180118">
                    <a:moveTo>
                      <a:pt x="162115" y="0"/>
                    </a:moveTo>
                    <a:lnTo>
                      <a:pt x="6654298" y="0"/>
                    </a:lnTo>
                    <a:lnTo>
                      <a:pt x="6654298" y="4233568"/>
                    </a:lnTo>
                    <a:lnTo>
                      <a:pt x="6631157" y="4254600"/>
                    </a:lnTo>
                    <a:cubicBezTo>
                      <a:pt x="5930552" y="4832791"/>
                      <a:pt x="5032359" y="5180118"/>
                      <a:pt x="4053044" y="5180118"/>
                    </a:cubicBezTo>
                    <a:cubicBezTo>
                      <a:pt x="1814609" y="5180118"/>
                      <a:pt x="0" y="3365508"/>
                      <a:pt x="0" y="1127073"/>
                    </a:cubicBezTo>
                    <a:cubicBezTo>
                      <a:pt x="0" y="847269"/>
                      <a:pt x="28353" y="574087"/>
                      <a:pt x="82343" y="310243"/>
                    </a:cubicBezTo>
                    <a:close/>
                  </a:path>
                </a:pathLst>
              </a:custGeom>
              <a:gradFill flip="none" rotWithShape="1">
                <a:gsLst>
                  <a:gs pos="0">
                    <a:schemeClr val="accent1">
                      <a:lumMod val="20000"/>
                      <a:lumOff val="80000"/>
                    </a:schemeClr>
                  </a:gs>
                  <a:gs pos="100000">
                    <a:schemeClr val="accent1">
                      <a:alpha val="51000"/>
                    </a:schemeClr>
                  </a:gs>
                </a:gsLst>
                <a:lin ang="5400000" scaled="1"/>
                <a:tileRect/>
              </a:gradFill>
              <a:ln>
                <a:noFill/>
              </a:ln>
              <a:effectLst>
                <a:softEdge rad="3048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pic>
          <p:nvPicPr>
            <p:cNvPr id="26" name="图片 25">
              <a:extLst>
                <a:ext uri="{FF2B5EF4-FFF2-40B4-BE49-F238E27FC236}">
                  <a16:creationId xmlns:a16="http://schemas.microsoft.com/office/drawing/2014/main" id="{9FC50FF8-AD5F-DFAB-E364-0A499E627DB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4849929" y="1647888"/>
              <a:ext cx="7200901" cy="4398970"/>
            </a:xfrm>
            <a:custGeom>
              <a:avLst/>
              <a:gdLst>
                <a:gd name="csX0" fmla="*/ 0 w 7874001"/>
                <a:gd name="csY0" fmla="*/ 0 h 4810161"/>
                <a:gd name="csX1" fmla="*/ 7874001 w 7874001"/>
                <a:gd name="csY1" fmla="*/ 0 h 4810161"/>
                <a:gd name="csX2" fmla="*/ 7874001 w 7874001"/>
                <a:gd name="csY2" fmla="*/ 4810161 h 4810161"/>
                <a:gd name="csX3" fmla="*/ 0 w 7874001"/>
                <a:gd name="csY3" fmla="*/ 4810161 h 4810161"/>
              </a:gdLst>
              <a:ahLst/>
              <a:cxnLst>
                <a:cxn ang="0">
                  <a:pos x="csX0" y="csY0"/>
                </a:cxn>
                <a:cxn ang="0">
                  <a:pos x="csX1" y="csY1"/>
                </a:cxn>
                <a:cxn ang="0">
                  <a:pos x="csX2" y="csY2"/>
                </a:cxn>
                <a:cxn ang="0">
                  <a:pos x="csX3" y="csY3"/>
                </a:cxn>
              </a:cxnLst>
              <a:rect l="l" t="t" r="r" b="b"/>
              <a:pathLst>
                <a:path w="7874001" h="4810161">
                  <a:moveTo>
                    <a:pt x="0" y="0"/>
                  </a:moveTo>
                  <a:lnTo>
                    <a:pt x="7874001" y="0"/>
                  </a:lnTo>
                  <a:lnTo>
                    <a:pt x="7874001" y="4810161"/>
                  </a:lnTo>
                  <a:lnTo>
                    <a:pt x="0" y="4810161"/>
                  </a:lnTo>
                  <a:close/>
                </a:path>
              </a:pathLst>
            </a:custGeom>
          </p:spPr>
        </p:pic>
        <p:sp>
          <p:nvSpPr>
            <p:cNvPr id="102" name="任意多边形: 形状 101">
              <a:extLst>
                <a:ext uri="{FF2B5EF4-FFF2-40B4-BE49-F238E27FC236}">
                  <a16:creationId xmlns:a16="http://schemas.microsoft.com/office/drawing/2014/main" id="{E48C35A5-1574-9028-9CBB-9C6A1709A242}"/>
                </a:ext>
              </a:extLst>
            </p:cNvPr>
            <p:cNvSpPr/>
            <p:nvPr userDrawn="1"/>
          </p:nvSpPr>
          <p:spPr>
            <a:xfrm rot="9372785" flipV="1">
              <a:off x="32149" y="-177805"/>
              <a:ext cx="5034925" cy="1400152"/>
            </a:xfrm>
            <a:custGeom>
              <a:avLst/>
              <a:gdLst>
                <a:gd name="connsiteX0" fmla="*/ 5966683 w 5966682"/>
                <a:gd name="connsiteY0" fmla="*/ 292616 h 1714421"/>
                <a:gd name="connsiteX1" fmla="*/ 4848943 w 5966682"/>
                <a:gd name="connsiteY1" fmla="*/ 1088296 h 1714421"/>
                <a:gd name="connsiteX2" fmla="*/ 3154759 w 5966682"/>
                <a:gd name="connsiteY2" fmla="*/ 437304 h 1714421"/>
                <a:gd name="connsiteX3" fmla="*/ 3567629 w 5966682"/>
                <a:gd name="connsiteY3" fmla="*/ 297809 h 1714421"/>
                <a:gd name="connsiteX4" fmla="*/ 181149 w 5966682"/>
                <a:gd name="connsiteY4" fmla="*/ 1714421 h 1714421"/>
                <a:gd name="connsiteX5" fmla="*/ 0 w 5966682"/>
                <a:gd name="connsiteY5" fmla="*/ 1714421 h 1714421"/>
                <a:gd name="csX0" fmla="*/ 6461520 w 6461520"/>
                <a:gd name="csY0" fmla="*/ 292616 h 1714421"/>
                <a:gd name="csX1" fmla="*/ 5343780 w 6461520"/>
                <a:gd name="csY1" fmla="*/ 1088296 h 1714421"/>
                <a:gd name="csX2" fmla="*/ 3649596 w 6461520"/>
                <a:gd name="csY2" fmla="*/ 437304 h 1714421"/>
                <a:gd name="csX3" fmla="*/ 4062466 w 6461520"/>
                <a:gd name="csY3" fmla="*/ 297809 h 1714421"/>
                <a:gd name="csX4" fmla="*/ 675986 w 6461520"/>
                <a:gd name="csY4" fmla="*/ 1714421 h 1714421"/>
                <a:gd name="csX5" fmla="*/ 0 w 6461520"/>
                <a:gd name="csY5" fmla="*/ 1556338 h 1714421"/>
                <a:gd name="csX0" fmla="*/ 6461520 w 6461520"/>
                <a:gd name="csY0" fmla="*/ 292616 h 1714421"/>
                <a:gd name="csX1" fmla="*/ 5343780 w 6461520"/>
                <a:gd name="csY1" fmla="*/ 1088296 h 1714421"/>
                <a:gd name="csX2" fmla="*/ 3649596 w 6461520"/>
                <a:gd name="csY2" fmla="*/ 437304 h 1714421"/>
                <a:gd name="csX3" fmla="*/ 4062466 w 6461520"/>
                <a:gd name="csY3" fmla="*/ 297809 h 1714421"/>
                <a:gd name="csX4" fmla="*/ 675986 w 6461520"/>
                <a:gd name="csY4" fmla="*/ 1714421 h 1714421"/>
                <a:gd name="csX5" fmla="*/ 0 w 6461520"/>
                <a:gd name="csY5" fmla="*/ 1556338 h 1714421"/>
              </a:gdLst>
              <a:ahLst/>
              <a:cxnLst>
                <a:cxn ang="0">
                  <a:pos x="csX0" y="csY0"/>
                </a:cxn>
                <a:cxn ang="0">
                  <a:pos x="csX1" y="csY1"/>
                </a:cxn>
                <a:cxn ang="0">
                  <a:pos x="csX2" y="csY2"/>
                </a:cxn>
                <a:cxn ang="0">
                  <a:pos x="csX3" y="csY3"/>
                </a:cxn>
                <a:cxn ang="0">
                  <a:pos x="csX4" y="csY4"/>
                </a:cxn>
                <a:cxn ang="0">
                  <a:pos x="csX5" y="csY5"/>
                </a:cxn>
              </a:cxnLst>
              <a:rect l="l" t="t" r="r" b="b"/>
              <a:pathLst>
                <a:path w="6461520" h="1714421">
                  <a:moveTo>
                    <a:pt x="6461520" y="292616"/>
                  </a:moveTo>
                  <a:cubicBezTo>
                    <a:pt x="6461520" y="292616"/>
                    <a:pt x="6164799" y="908931"/>
                    <a:pt x="5343780" y="1088296"/>
                  </a:cubicBezTo>
                  <a:cubicBezTo>
                    <a:pt x="4506551" y="1271228"/>
                    <a:pt x="3791084" y="840574"/>
                    <a:pt x="3649596" y="437304"/>
                  </a:cubicBezTo>
                  <a:cubicBezTo>
                    <a:pt x="3479149" y="-48488"/>
                    <a:pt x="4001034" y="-177962"/>
                    <a:pt x="4062466" y="297809"/>
                  </a:cubicBezTo>
                  <a:cubicBezTo>
                    <a:pt x="4143571" y="925823"/>
                    <a:pt x="3233368" y="1714421"/>
                    <a:pt x="675986" y="1714421"/>
                  </a:cubicBezTo>
                  <a:cubicBezTo>
                    <a:pt x="615603" y="1714421"/>
                    <a:pt x="179220" y="1699507"/>
                    <a:pt x="0" y="1556338"/>
                  </a:cubicBezTo>
                </a:path>
              </a:pathLst>
            </a:custGeom>
            <a:noFill/>
            <a:ln w="63500" cap="rnd">
              <a:gradFill flip="none" rotWithShape="1">
                <a:gsLst>
                  <a:gs pos="21000">
                    <a:schemeClr val="accent1"/>
                  </a:gs>
                  <a:gs pos="100000">
                    <a:schemeClr val="accent2">
                      <a:lumMod val="40000"/>
                      <a:lumOff val="60000"/>
                    </a:schemeClr>
                  </a:gs>
                </a:gsLst>
                <a:lin ang="13500000" scaled="1"/>
                <a:tileRect/>
              </a:gradFill>
              <a:prstDash val="solid"/>
              <a:round/>
            </a:ln>
          </p:spPr>
          <p:txBody>
            <a:bodyPr rtlCol="0" anchor="ctr"/>
            <a:lstStyle/>
            <a:p>
              <a:endParaRPr lang="zh-CN" altLang="en-US"/>
            </a:p>
          </p:txBody>
        </p:sp>
      </p:grpSp>
      <p:sp>
        <p:nvSpPr>
          <p:cNvPr id="5" name="标题 4"/>
          <p:cNvSpPr>
            <a:spLocks noGrp="1"/>
          </p:cNvSpPr>
          <p:nvPr userDrawn="1">
            <p:ph type="title" hasCustomPrompt="1"/>
          </p:nvPr>
        </p:nvSpPr>
        <p:spPr>
          <a:xfrm>
            <a:off x="732303" y="2541093"/>
            <a:ext cx="5050430" cy="1098680"/>
          </a:xfrm>
          <a:prstGeom prst="rect">
            <a:avLst/>
          </a:prstGeom>
        </p:spPr>
        <p:txBody>
          <a:bodyPr>
            <a:normAutofit/>
          </a:bodyPr>
          <a:lstStyle>
            <a:lvl1pPr algn="l">
              <a:lnSpc>
                <a:spcPct val="100000"/>
              </a:lnSpc>
              <a:defRPr sz="4000"/>
            </a:lvl1pPr>
          </a:lstStyle>
          <a:p>
            <a:pPr lvl="0"/>
            <a:r>
              <a:rPr lang="zh-CN" altLang="en-US" dirty="0"/>
              <a:t>Click to add title</a:t>
            </a:r>
            <a:endParaRPr lang="en-US" dirty="0"/>
          </a:p>
        </p:txBody>
      </p:sp>
      <p:sp>
        <p:nvSpPr>
          <p:cNvPr id="25" name="文本占位符 24"/>
          <p:cNvSpPr>
            <a:spLocks noGrp="1"/>
          </p:cNvSpPr>
          <p:nvPr userDrawn="1">
            <p:ph type="body" sz="quarter" idx="1" hasCustomPrompt="1"/>
          </p:nvPr>
        </p:nvSpPr>
        <p:spPr>
          <a:xfrm>
            <a:off x="732303" y="3774071"/>
            <a:ext cx="5050430" cy="1594064"/>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userDrawn="1">
            <p:ph type="dt" sz="half" idx="10"/>
          </p:nvPr>
        </p:nvSpPr>
        <p:spPr/>
        <p:txBody>
          <a:bodyPr/>
          <a:lstStyle/>
          <a:p>
            <a:fld id="{2A27A813-B2FD-42E1-9222-83B574E99074}" type="datetime1">
              <a:rPr lang="zh-CN" altLang="en-US" smtClean="0"/>
              <a:t>2026/6/29</a:t>
            </a:fld>
            <a:endParaRPr lang="en-US" altLang="zh-CN"/>
          </a:p>
        </p:txBody>
      </p:sp>
      <p:sp>
        <p:nvSpPr>
          <p:cNvPr id="6" name="页脚占位符 5"/>
          <p:cNvSpPr>
            <a:spLocks noGrp="1"/>
          </p:cNvSpPr>
          <p:nvPr userDrawn="1">
            <p:ph type="ftr" sz="quarter" idx="11"/>
          </p:nvPr>
        </p:nvSpPr>
        <p:spPr/>
        <p:txBody>
          <a:bodyPr/>
          <a:lstStyle/>
          <a:p>
            <a:r>
              <a:rPr lang="af-ZA" altLang="zh-CN"/>
              <a:t>iSlide</a:t>
            </a:r>
            <a:endParaRPr lang="zh-CN" altLang="en-US"/>
          </a:p>
        </p:txBody>
      </p:sp>
      <p:sp>
        <p:nvSpPr>
          <p:cNvPr id="8" name="灯片编号占位符 7"/>
          <p:cNvSpPr>
            <a:spLocks noGrp="1"/>
          </p:cNvSpPr>
          <p:nvPr userDrawn="1">
            <p:ph type="sldNum" sz="quarter" idx="12"/>
          </p:nvPr>
        </p:nvSpPr>
        <p:spPr/>
        <p:txBody>
          <a:bodyPr/>
          <a:lstStyle/>
          <a:p>
            <a:fld id="{7F65B630-C7FF-41C0-9923-C5E5E29EED81}" type="slidenum">
              <a:rPr lang="en-US" altLang="zh-CN" smtClean="0"/>
              <a:pPr/>
              <a:t>‹#›</a:t>
            </a:fld>
            <a:endParaRPr lang="en-US" altLang="zh-CN"/>
          </a:p>
        </p:txBody>
      </p:sp>
      <p:pic>
        <p:nvPicPr>
          <p:cNvPr id="28" name="图片 27">
            <a:extLst>
              <a:ext uri="{FF2B5EF4-FFF2-40B4-BE49-F238E27FC236}">
                <a16:creationId xmlns:a16="http://schemas.microsoft.com/office/drawing/2014/main" id="{6A077F53-F1B3-A517-1D2D-BF2E60E06525}"/>
              </a:ext>
            </a:extLst>
          </p:cNvPr>
          <p:cNvPicPr>
            <a:picLocks noChangeAspect="1"/>
          </p:cNvPicPr>
          <p:nvPr userDrawn="1"/>
        </p:nvPicPr>
        <p:blipFill rotWithShape="1">
          <a:blip r:embed="rId4">
            <a:alphaModFix/>
            <a:extLst>
              <a:ext uri="{28A0092B-C50C-407E-A947-70E740481C1C}">
                <a14:useLocalDpi xmlns:a14="http://schemas.microsoft.com/office/drawing/2010/main" val="0"/>
              </a:ext>
            </a:extLst>
          </a:blip>
          <a:srcRect/>
          <a:stretch>
            <a:fillRect/>
          </a:stretch>
        </p:blipFill>
        <p:spPr>
          <a:xfrm rot="988473">
            <a:off x="220887" y="1867693"/>
            <a:ext cx="1021900" cy="1176653"/>
          </a:xfrm>
          <a:custGeom>
            <a:avLst/>
            <a:gdLst>
              <a:gd name="csX0" fmla="*/ 0 w 7874001"/>
              <a:gd name="csY0" fmla="*/ 0 h 4810161"/>
              <a:gd name="csX1" fmla="*/ 7874001 w 7874001"/>
              <a:gd name="csY1" fmla="*/ 0 h 4810161"/>
              <a:gd name="csX2" fmla="*/ 7874001 w 7874001"/>
              <a:gd name="csY2" fmla="*/ 4810161 h 4810161"/>
              <a:gd name="csX3" fmla="*/ 0 w 7874001"/>
              <a:gd name="csY3" fmla="*/ 4810161 h 4810161"/>
            </a:gdLst>
            <a:ahLst/>
            <a:cxnLst>
              <a:cxn ang="0">
                <a:pos x="csX0" y="csY0"/>
              </a:cxn>
              <a:cxn ang="0">
                <a:pos x="csX1" y="csY1"/>
              </a:cxn>
              <a:cxn ang="0">
                <a:pos x="csX2" y="csY2"/>
              </a:cxn>
              <a:cxn ang="0">
                <a:pos x="csX3" y="csY3"/>
              </a:cxn>
            </a:cxnLst>
            <a:rect l="l" t="t" r="r" b="b"/>
            <a:pathLst>
              <a:path w="7874001" h="4810161">
                <a:moveTo>
                  <a:pt x="0" y="0"/>
                </a:moveTo>
                <a:lnTo>
                  <a:pt x="7874001" y="0"/>
                </a:lnTo>
                <a:lnTo>
                  <a:pt x="7874001" y="4810161"/>
                </a:lnTo>
                <a:lnTo>
                  <a:pt x="0" y="4810161"/>
                </a:lnTo>
                <a:close/>
              </a:path>
            </a:pathLst>
          </a:cu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Closing" preserve="1" userDrawn="1">
  <p:cSld name="Closin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9CBAEA0-C45B-6504-4268-77FFC9DFAAD2}"/>
              </a:ext>
            </a:extLst>
          </p:cNvPr>
          <p:cNvGrpSpPr/>
          <p:nvPr userDrawn="1"/>
        </p:nvGrpSpPr>
        <p:grpSpPr>
          <a:xfrm>
            <a:off x="-307637" y="-205054"/>
            <a:ext cx="12499637" cy="7063054"/>
            <a:chOff x="-307637" y="-205054"/>
            <a:chExt cx="12499637" cy="7063054"/>
          </a:xfrm>
        </p:grpSpPr>
        <p:pic>
          <p:nvPicPr>
            <p:cNvPr id="3" name="图片 2">
              <a:extLst>
                <a:ext uri="{FF2B5EF4-FFF2-40B4-BE49-F238E27FC236}">
                  <a16:creationId xmlns:a16="http://schemas.microsoft.com/office/drawing/2014/main" id="{0AD1CBAA-EC67-1C38-2CC4-ABEEA4EA19A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p:spPr>
        </p:pic>
        <p:sp>
          <p:nvSpPr>
            <p:cNvPr id="6" name="任意多边形: 形状 5">
              <a:extLst>
                <a:ext uri="{FF2B5EF4-FFF2-40B4-BE49-F238E27FC236}">
                  <a16:creationId xmlns:a16="http://schemas.microsoft.com/office/drawing/2014/main" id="{B7D2D522-E301-D025-4CF2-0E348EF3E1EA}"/>
                </a:ext>
              </a:extLst>
            </p:cNvPr>
            <p:cNvSpPr/>
            <p:nvPr userDrawn="1"/>
          </p:nvSpPr>
          <p:spPr>
            <a:xfrm rot="19177941" flipH="1" flipV="1">
              <a:off x="-307637" y="-205054"/>
              <a:ext cx="3959248" cy="1836543"/>
            </a:xfrm>
            <a:custGeom>
              <a:avLst/>
              <a:gdLst>
                <a:gd name="connsiteX0" fmla="*/ 3548114 w 3548113"/>
                <a:gd name="connsiteY0" fmla="*/ 1045558 h 1712000"/>
                <a:gd name="connsiteX1" fmla="*/ 2011418 w 3548113"/>
                <a:gd name="connsiteY1" fmla="*/ 1708773 h 1712000"/>
                <a:gd name="connsiteX2" fmla="*/ 0 w 3548113"/>
                <a:gd name="connsiteY2" fmla="*/ 119931 h 1712000"/>
              </a:gdLst>
              <a:ahLst/>
              <a:cxnLst>
                <a:cxn ang="0">
                  <a:pos x="connsiteX0" y="connsiteY0"/>
                </a:cxn>
                <a:cxn ang="0">
                  <a:pos x="connsiteX1" y="connsiteY1"/>
                </a:cxn>
                <a:cxn ang="0">
                  <a:pos x="connsiteX2" y="connsiteY2"/>
                </a:cxn>
              </a:cxnLst>
              <a:rect l="l" t="t" r="r" b="b"/>
              <a:pathLst>
                <a:path w="3548113" h="1712000">
                  <a:moveTo>
                    <a:pt x="3548114" y="1045558"/>
                  </a:moveTo>
                  <a:cubicBezTo>
                    <a:pt x="1361737" y="1045558"/>
                    <a:pt x="1655940" y="1765904"/>
                    <a:pt x="2011418" y="1708773"/>
                  </a:cubicBezTo>
                  <a:cubicBezTo>
                    <a:pt x="2595364" y="1614920"/>
                    <a:pt x="3117092" y="-521566"/>
                    <a:pt x="0" y="119931"/>
                  </a:cubicBezTo>
                </a:path>
              </a:pathLst>
            </a:custGeom>
            <a:noFill/>
            <a:ln w="63500" cap="rnd">
              <a:gradFill flip="none" rotWithShape="1">
                <a:gsLst>
                  <a:gs pos="21000">
                    <a:schemeClr val="accent1"/>
                  </a:gs>
                  <a:gs pos="100000">
                    <a:schemeClr val="accent2">
                      <a:lumMod val="40000"/>
                      <a:lumOff val="60000"/>
                    </a:schemeClr>
                  </a:gs>
                </a:gsLst>
                <a:lin ang="13500000" scaled="1"/>
                <a:tileRect/>
              </a:gradFill>
              <a:prstDash val="solid"/>
              <a:round/>
            </a:ln>
          </p:spPr>
          <p:txBody>
            <a:bodyPr rtlCol="0" anchor="ctr"/>
            <a:lstStyle/>
            <a:p>
              <a:endParaRPr lang="zh-CN" altLang="en-US"/>
            </a:p>
          </p:txBody>
        </p:sp>
        <p:pic>
          <p:nvPicPr>
            <p:cNvPr id="8" name="图片 7">
              <a:extLst>
                <a:ext uri="{FF2B5EF4-FFF2-40B4-BE49-F238E27FC236}">
                  <a16:creationId xmlns:a16="http://schemas.microsoft.com/office/drawing/2014/main" id="{F6960308-61EC-34F7-E11B-3A195BA86F4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rot="344130">
              <a:off x="4839797" y="1189043"/>
              <a:ext cx="7330320" cy="5527991"/>
            </a:xfrm>
            <a:custGeom>
              <a:avLst/>
              <a:gdLst>
                <a:gd name="csX0" fmla="*/ 0 w 7105837"/>
                <a:gd name="csY0" fmla="*/ 0 h 5358702"/>
                <a:gd name="csX1" fmla="*/ 7105837 w 7105837"/>
                <a:gd name="csY1" fmla="*/ 0 h 5358702"/>
                <a:gd name="csX2" fmla="*/ 7105837 w 7105837"/>
                <a:gd name="csY2" fmla="*/ 5358702 h 5358702"/>
                <a:gd name="csX3" fmla="*/ 0 w 7105837"/>
                <a:gd name="csY3" fmla="*/ 5358702 h 5358702"/>
              </a:gdLst>
              <a:ahLst/>
              <a:cxnLst>
                <a:cxn ang="0">
                  <a:pos x="csX0" y="csY0"/>
                </a:cxn>
                <a:cxn ang="0">
                  <a:pos x="csX1" y="csY1"/>
                </a:cxn>
                <a:cxn ang="0">
                  <a:pos x="csX2" y="csY2"/>
                </a:cxn>
                <a:cxn ang="0">
                  <a:pos x="csX3" y="csY3"/>
                </a:cxn>
              </a:cxnLst>
              <a:rect l="l" t="t" r="r" b="b"/>
              <a:pathLst>
                <a:path w="7105837" h="5358702">
                  <a:moveTo>
                    <a:pt x="0" y="0"/>
                  </a:moveTo>
                  <a:lnTo>
                    <a:pt x="7105837" y="0"/>
                  </a:lnTo>
                  <a:lnTo>
                    <a:pt x="7105837" y="5358702"/>
                  </a:lnTo>
                  <a:lnTo>
                    <a:pt x="0" y="5358702"/>
                  </a:lnTo>
                  <a:close/>
                </a:path>
              </a:pathLst>
            </a:custGeom>
          </p:spPr>
        </p:pic>
        <p:sp>
          <p:nvSpPr>
            <p:cNvPr id="9" name="任意多边形: 形状 8">
              <a:extLst>
                <a:ext uri="{FF2B5EF4-FFF2-40B4-BE49-F238E27FC236}">
                  <a16:creationId xmlns:a16="http://schemas.microsoft.com/office/drawing/2014/main" id="{5F6FAE32-AEBC-69B1-D0E7-BB4E0E7C221E}"/>
                </a:ext>
              </a:extLst>
            </p:cNvPr>
            <p:cNvSpPr/>
            <p:nvPr userDrawn="1"/>
          </p:nvSpPr>
          <p:spPr>
            <a:xfrm rot="19652942">
              <a:off x="132187" y="199347"/>
              <a:ext cx="635958" cy="677772"/>
            </a:xfrm>
            <a:custGeom>
              <a:avLst/>
              <a:gdLst>
                <a:gd name="csX0" fmla="*/ 457200 w 914400"/>
                <a:gd name="csY0" fmla="*/ 0 h 914400"/>
                <a:gd name="csX1" fmla="*/ 914400 w 914400"/>
                <a:gd name="csY1" fmla="*/ 457200 h 914400"/>
                <a:gd name="csX2" fmla="*/ 457200 w 914400"/>
                <a:gd name="csY2" fmla="*/ 914400 h 914400"/>
                <a:gd name="csX3" fmla="*/ 0 w 914400"/>
                <a:gd name="csY3" fmla="*/ 457200 h 914400"/>
                <a:gd name="csX4" fmla="*/ 457200 w 914400"/>
                <a:gd name="csY4" fmla="*/ 0 h 914400"/>
              </a:gdLst>
              <a:ahLst/>
              <a:cxnLst>
                <a:cxn ang="0">
                  <a:pos x="csX0" y="csY0"/>
                </a:cxn>
                <a:cxn ang="0">
                  <a:pos x="csX1" y="csY1"/>
                </a:cxn>
                <a:cxn ang="0">
                  <a:pos x="csX2" y="csY2"/>
                </a:cxn>
                <a:cxn ang="0">
                  <a:pos x="csX3" y="csY3"/>
                </a:cxn>
                <a:cxn ang="0">
                  <a:pos x="csX4" y="csY4"/>
                </a:cxn>
              </a:cxnLst>
              <a:rect l="l" t="t" r="r" b="b"/>
              <a:pathLst>
                <a:path w="914400" h="914400">
                  <a:moveTo>
                    <a:pt x="457200" y="0"/>
                  </a:moveTo>
                  <a:cubicBezTo>
                    <a:pt x="457200" y="252505"/>
                    <a:pt x="661895" y="457200"/>
                    <a:pt x="914400" y="457200"/>
                  </a:cubicBezTo>
                  <a:cubicBezTo>
                    <a:pt x="661895" y="457200"/>
                    <a:pt x="457200" y="661895"/>
                    <a:pt x="457200" y="914400"/>
                  </a:cubicBezTo>
                  <a:cubicBezTo>
                    <a:pt x="457200" y="661895"/>
                    <a:pt x="252505" y="457200"/>
                    <a:pt x="0" y="457200"/>
                  </a:cubicBezTo>
                  <a:cubicBezTo>
                    <a:pt x="252505" y="457200"/>
                    <a:pt x="457200" y="252505"/>
                    <a:pt x="4572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0" name="图片 9">
              <a:extLst>
                <a:ext uri="{FF2B5EF4-FFF2-40B4-BE49-F238E27FC236}">
                  <a16:creationId xmlns:a16="http://schemas.microsoft.com/office/drawing/2014/main" id="{2BB7E4E3-BA0B-F7DE-5E73-EFE2FACF269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0717021" flipH="1">
              <a:off x="5277885" y="918402"/>
              <a:ext cx="1752852" cy="1752852"/>
            </a:xfrm>
            <a:prstGeom prst="rect">
              <a:avLst/>
            </a:prstGeom>
          </p:spPr>
        </p:pic>
        <p:sp>
          <p:nvSpPr>
            <p:cNvPr id="11" name="任意多边形: 形状 10">
              <a:extLst>
                <a:ext uri="{FF2B5EF4-FFF2-40B4-BE49-F238E27FC236}">
                  <a16:creationId xmlns:a16="http://schemas.microsoft.com/office/drawing/2014/main" id="{331E3E6D-0F12-58A0-E364-AB8C6FF28456}"/>
                </a:ext>
              </a:extLst>
            </p:cNvPr>
            <p:cNvSpPr/>
            <p:nvPr userDrawn="1"/>
          </p:nvSpPr>
          <p:spPr>
            <a:xfrm rot="1363860">
              <a:off x="728612" y="5643265"/>
              <a:ext cx="439344" cy="468230"/>
            </a:xfrm>
            <a:custGeom>
              <a:avLst/>
              <a:gdLst>
                <a:gd name="csX0" fmla="*/ 457200 w 914400"/>
                <a:gd name="csY0" fmla="*/ 0 h 914400"/>
                <a:gd name="csX1" fmla="*/ 914400 w 914400"/>
                <a:gd name="csY1" fmla="*/ 457200 h 914400"/>
                <a:gd name="csX2" fmla="*/ 457200 w 914400"/>
                <a:gd name="csY2" fmla="*/ 914400 h 914400"/>
                <a:gd name="csX3" fmla="*/ 0 w 914400"/>
                <a:gd name="csY3" fmla="*/ 457200 h 914400"/>
                <a:gd name="csX4" fmla="*/ 457200 w 914400"/>
                <a:gd name="csY4" fmla="*/ 0 h 914400"/>
              </a:gdLst>
              <a:ahLst/>
              <a:cxnLst>
                <a:cxn ang="0">
                  <a:pos x="csX0" y="csY0"/>
                </a:cxn>
                <a:cxn ang="0">
                  <a:pos x="csX1" y="csY1"/>
                </a:cxn>
                <a:cxn ang="0">
                  <a:pos x="csX2" y="csY2"/>
                </a:cxn>
                <a:cxn ang="0">
                  <a:pos x="csX3" y="csY3"/>
                </a:cxn>
                <a:cxn ang="0">
                  <a:pos x="csX4" y="csY4"/>
                </a:cxn>
              </a:cxnLst>
              <a:rect l="l" t="t" r="r" b="b"/>
              <a:pathLst>
                <a:path w="914400" h="914400">
                  <a:moveTo>
                    <a:pt x="457200" y="0"/>
                  </a:moveTo>
                  <a:cubicBezTo>
                    <a:pt x="457200" y="252505"/>
                    <a:pt x="661895" y="457200"/>
                    <a:pt x="914400" y="457200"/>
                  </a:cubicBezTo>
                  <a:cubicBezTo>
                    <a:pt x="661895" y="457200"/>
                    <a:pt x="457200" y="661895"/>
                    <a:pt x="457200" y="914400"/>
                  </a:cubicBezTo>
                  <a:cubicBezTo>
                    <a:pt x="457200" y="661895"/>
                    <a:pt x="252505" y="457200"/>
                    <a:pt x="0" y="457200"/>
                  </a:cubicBezTo>
                  <a:cubicBezTo>
                    <a:pt x="252505" y="457200"/>
                    <a:pt x="457200" y="252505"/>
                    <a:pt x="4572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2" name="标题 4">
            <a:extLst>
              <a:ext uri="{FF2B5EF4-FFF2-40B4-BE49-F238E27FC236}">
                <a16:creationId xmlns:a16="http://schemas.microsoft.com/office/drawing/2014/main" id="{BF5FB293-EC1B-9C89-A929-4A0CC1E33BF4}"/>
              </a:ext>
            </a:extLst>
          </p:cNvPr>
          <p:cNvSpPr>
            <a:spLocks noGrp="1"/>
          </p:cNvSpPr>
          <p:nvPr>
            <p:ph type="ctrTitle" hasCustomPrompt="1"/>
          </p:nvPr>
        </p:nvSpPr>
        <p:spPr>
          <a:xfrm>
            <a:off x="660399" y="1802560"/>
            <a:ext cx="5765801" cy="2413839"/>
          </a:xfrm>
          <a:prstGeom prst="rect">
            <a:avLst/>
          </a:prstGeom>
        </p:spPr>
        <p:txBody>
          <a:bodyPr wrap="square" anchor="ctr">
            <a:normAutofit/>
          </a:bodyPr>
          <a:lstStyle>
            <a:lvl1pPr>
              <a:lnSpc>
                <a:spcPct val="100000"/>
              </a:lnSpc>
              <a:defRPr sz="5400">
                <a:ln w="19050">
                  <a:noFill/>
                </a:ln>
                <a:solidFill>
                  <a:schemeClr val="tx1"/>
                </a:solidFill>
              </a:defRPr>
            </a:lvl1pPr>
          </a:lstStyle>
          <a:p>
            <a:pPr lvl="0"/>
            <a:r>
              <a:rPr lang="zh-CN" altLang="en-US" dirty="0"/>
              <a:t>Click to add title</a:t>
            </a:r>
            <a:endParaRPr lang="en-US" dirty="0"/>
          </a:p>
        </p:txBody>
      </p:sp>
      <p:sp>
        <p:nvSpPr>
          <p:cNvPr id="14" name="文本占位符 3">
            <a:extLst>
              <a:ext uri="{FF2B5EF4-FFF2-40B4-BE49-F238E27FC236}">
                <a16:creationId xmlns:a16="http://schemas.microsoft.com/office/drawing/2014/main" id="{9719AAC3-BF15-75CC-CB56-F16C183AC358}"/>
              </a:ext>
            </a:extLst>
          </p:cNvPr>
          <p:cNvSpPr>
            <a:spLocks noGrp="1"/>
          </p:cNvSpPr>
          <p:nvPr>
            <p:ph type="body" sz="quarter" idx="13" hasCustomPrompt="1"/>
          </p:nvPr>
        </p:nvSpPr>
        <p:spPr>
          <a:xfrm>
            <a:off x="2907144" y="5699760"/>
            <a:ext cx="1723533" cy="425196"/>
          </a:xfrm>
          <a:prstGeom prst="rect">
            <a:avLst/>
          </a:prstGeom>
        </p:spPr>
        <p:txBody>
          <a:bodyPr wrap="square" lIns="90000" anchor="ctr">
            <a:normAutofit/>
          </a:bodyPr>
          <a:lstStyle>
            <a:lvl1pPr marL="0" indent="0" algn="l">
              <a:lnSpc>
                <a:spcPct val="100000"/>
              </a:lnSpc>
              <a:buNone/>
              <a:defRPr sz="1200"/>
            </a:lvl1pPr>
          </a:lstStyle>
          <a:p>
            <a:pPr lvl="0"/>
            <a:r>
              <a:rPr lang="zh-CN" altLang="en-US" dirty="0"/>
              <a:t>Presenter name</a:t>
            </a:r>
            <a:endParaRPr lang="en-US" dirty="0"/>
          </a:p>
        </p:txBody>
      </p:sp>
      <p:sp>
        <p:nvSpPr>
          <p:cNvPr id="15" name="文本占位符 6">
            <a:extLst>
              <a:ext uri="{FF2B5EF4-FFF2-40B4-BE49-F238E27FC236}">
                <a16:creationId xmlns:a16="http://schemas.microsoft.com/office/drawing/2014/main" id="{7FFE80D6-16C1-424A-5F29-9B4620139B4A}"/>
              </a:ext>
            </a:extLst>
          </p:cNvPr>
          <p:cNvSpPr>
            <a:spLocks noGrp="1"/>
          </p:cNvSpPr>
          <p:nvPr>
            <p:ph type="body" sz="quarter" idx="14" hasCustomPrompt="1"/>
          </p:nvPr>
        </p:nvSpPr>
        <p:spPr>
          <a:xfrm>
            <a:off x="1183611" y="5699760"/>
            <a:ext cx="1723533" cy="425196"/>
          </a:xfrm>
          <a:prstGeom prst="rect">
            <a:avLst/>
          </a:prstGeom>
        </p:spPr>
        <p:txBody>
          <a:bodyPr wrap="none" anchor="ctr">
            <a:normAutofit/>
          </a:bodyPr>
          <a:lstStyle>
            <a:lvl1pPr marL="0" indent="0" algn="l">
              <a:lnSpc>
                <a:spcPct val="100000"/>
              </a:lnSpc>
              <a:buNone/>
              <a:defRPr sz="1200"/>
            </a:lvl1pPr>
          </a:lstStyle>
          <a:p>
            <a:pPr lvl="0"/>
            <a:r>
              <a:rPr lang="zh-CN" altLang="en-US" dirty="0"/>
              <a:t>20XX.XX.XX</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zh-CN" altLang="en-US" dirty="0"/>
              <a:t>Click to add title</a:t>
            </a:r>
            <a:endParaRPr 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5.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4.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0.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&#65279;<?xml version="1.0" encoding="utf-8"?><Relationships xmlns="http://schemas.openxmlformats.org/package/2006/relationships"><Relationship Type="http://schemas.openxmlformats.org/officeDocument/2006/relationships/image" Target="/ppt/media/image234.png" Id="rId8" /><Relationship Type="http://schemas.openxmlformats.org/officeDocument/2006/relationships/image" Target="/ppt/media/image635.png" Id="rId13" /><Relationship Type="http://schemas.openxmlformats.org/officeDocument/2006/relationships/image" Target="/ppt/media/image536.png" Id="rId12" /><Relationship Type="http://schemas.openxmlformats.org/officeDocument/2006/relationships/image" Target="/ppt/media/image437.png" Id="rId11" /><Relationship Type="http://schemas.openxmlformats.org/officeDocument/2006/relationships/image" Target="/ppt/media/image338.png" Id="rId10" /><Relationship Type="http://schemas.openxmlformats.org/officeDocument/2006/relationships/image" Target="/ppt/media/image7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1c8dff89ff7340eb" /></Relationships>
</file>

<file path=ppt/slides/_rels/slide13.xml.rels>&#65279;<?xml version="1.0" encoding="utf-8"?><Relationships xmlns="http://schemas.openxmlformats.org/package/2006/relationships"><Relationship Type="http://schemas.openxmlformats.org/officeDocument/2006/relationships/image" Target="/ppt/media/image139.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b7d62ab9a93d4c05"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0EB43-7914-0FF8-8368-DE66676A14F5}"/>
            </a:ext>
          </a:extLst>
        </p:cNvPr>
        <p:cNvGrpSpPr/>
        <p:nvPr/>
      </p:nvGrpSpPr>
      <p:grpSpPr>
        <a:xfrm>
          <a:off x="0" y="0"/>
          <a:ext cx="0" cy="0"/>
          <a:chOff x="0" y="0"/>
          <a:chExt cx="0" cy="0"/>
        </a:xfrm>
      </p:grpSpPr>
      <p:sp>
        <p:nvSpPr>
          <p:cNvPr id="11" name="标题 10">
            <a:extLst>
              <a:ext uri="{FF2B5EF4-FFF2-40B4-BE49-F238E27FC236}">
                <a16:creationId xmlns:a16="http://schemas.microsoft.com/office/drawing/2014/main" id="{EBBA2FAA-C579-23A3-5464-B4993146690B}"/>
              </a:ext>
            </a:extLst>
          </p:cNvPr>
          <p:cNvSpPr>
            <a:spLocks noGrp="1"/>
          </p:cNvSpPr>
          <p:nvPr>
            <p:ph type="ctrTitle"/>
          </p:nvPr>
        </p:nvSpPr>
        <p:spPr/>
        <p:txBody>
          <a:bodyPr>
            <a:normAutofit fontScale="90000"/>
          </a:bodyPr>
          <a:lstStyle/>
          <a:p>
            <a:r>
              <a:rPr lang="zh-CN" altLang="en-US" dirty="0"/>
              <a:t>绿色创意风</a:t>
            </a:r>
            <a:br>
              <a:rPr lang="zh-CN" altLang="en-US" dirty="0"/>
            </a:br>
            <a:r>
              <a:rPr lang="zh-CN" altLang="en-US" dirty="0"/>
              <a:t>通用行业个人简历</a:t>
            </a:r>
          </a:p>
        </p:txBody>
      </p:sp>
      <p:sp>
        <p:nvSpPr>
          <p:cNvPr id="17" name="副标题 16">
            <a:extLst>
              <a:ext uri="{FF2B5EF4-FFF2-40B4-BE49-F238E27FC236}">
                <a16:creationId xmlns:a16="http://schemas.microsoft.com/office/drawing/2014/main" id="{55744D50-6361-248B-1D8A-2D89B51F9391}"/>
              </a:ext>
            </a:extLst>
          </p:cNvPr>
          <p:cNvSpPr>
            <a:spLocks noGrp="1"/>
          </p:cNvSpPr>
          <p:nvPr>
            <p:ph type="subTitle" sz="quarter" idx="1"/>
          </p:nvPr>
        </p:nvSpPr>
        <p:spPr/>
        <p:txBody>
          <a:bodyPr/>
          <a:lstStyle/>
          <a:p>
            <a:r>
              <a:rPr lang="zh-CN" altLang="en-US" dirty="0"/>
              <a:t>个人履历与能力展示</a:t>
            </a:r>
          </a:p>
        </p:txBody>
      </p:sp>
      <p:sp>
        <p:nvSpPr>
          <p:cNvPr id="18" name="文本占位符 17">
            <a:extLst>
              <a:ext uri="{FF2B5EF4-FFF2-40B4-BE49-F238E27FC236}">
                <a16:creationId xmlns:a16="http://schemas.microsoft.com/office/drawing/2014/main" id="{2C2064EF-6D79-5769-22BF-A12EDDDD2703}"/>
              </a:ext>
            </a:extLst>
          </p:cNvPr>
          <p:cNvSpPr>
            <a:spLocks noGrp="1"/>
          </p:cNvSpPr>
          <p:nvPr>
            <p:ph type="body" sz="quarter" idx="13"/>
          </p:nvPr>
        </p:nvSpPr>
        <p:spPr/>
        <p:txBody>
          <a:bodyPr>
            <a:normAutofit/>
          </a:bodyPr>
          <a:lstStyle/>
          <a:p>
            <a:r>
              <a:rPr lang="en-US" altLang="zh-CN" dirty="0" err="1"/>
              <a:t>Presentername</a:t>
            </a:r>
            <a:endParaRPr lang="en-US" altLang="zh-CN" dirty="0"/>
          </a:p>
        </p:txBody>
      </p:sp>
      <p:sp>
        <p:nvSpPr>
          <p:cNvPr id="19" name="文本占位符 18">
            <a:extLst>
              <a:ext uri="{FF2B5EF4-FFF2-40B4-BE49-F238E27FC236}">
                <a16:creationId xmlns:a16="http://schemas.microsoft.com/office/drawing/2014/main" id="{5664645F-23F7-941B-970E-22EBEAFC2579}"/>
              </a:ext>
            </a:extLst>
          </p:cNvPr>
          <p:cNvSpPr>
            <a:spLocks noGrp="1"/>
          </p:cNvSpPr>
          <p:nvPr>
            <p:ph type="body" sz="quarter" idx="14"/>
          </p:nvPr>
        </p:nvSpPr>
        <p:spPr/>
        <p:txBody>
          <a:bodyPr>
            <a:normAutofit/>
          </a:bodyPr>
          <a:lstStyle/>
          <a:p>
            <a:r>
              <a:rPr lang="en-US" altLang="zh-CN" dirty="0"/>
              <a:t>20XX.XX.XX</a:t>
            </a:r>
            <a:endParaRPr lang="zh-CN" altLang="en-US" dirty="0"/>
          </a:p>
        </p:txBody>
      </p:sp>
    </p:spTree>
    <p:extLst>
      <p:ext uri="{BB962C8B-B14F-4D97-AF65-F5344CB8AC3E}">
        <p14:creationId xmlns:p14="http://schemas.microsoft.com/office/powerpoint/2010/main" val="2509010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D7DD7-A196-77E3-7AEB-0E63B8B5A030}"/>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999CA65F-99C1-6235-88B7-3241245F3304}"/>
              </a:ext>
            </a:extLst>
          </p:cNvPr>
          <p:cNvGrpSpPr/>
          <p:nvPr/>
        </p:nvGrpSpPr>
        <p:grpSpPr>
          <a:xfrm>
            <a:off x="0" y="-14056"/>
            <a:ext cx="12216129" cy="6872056"/>
            <a:chOff x="0" y="-14056"/>
            <a:chExt cx="12216129" cy="6872056"/>
          </a:xfrm>
        </p:grpSpPr>
        <p:sp>
          <p:nvSpPr>
            <p:cNvPr id="3" name="PictureMisc1">
              <a:extLst>
                <a:ext uri="{FF2B5EF4-FFF2-40B4-BE49-F238E27FC236}">
                  <a16:creationId xmlns:a16="http://schemas.microsoft.com/office/drawing/2014/main" id="{8B597F34-7560-451E-F7E9-7D075040B373}"/>
                </a:ext>
              </a:extLst>
            </p:cNvPr>
            <p:cNvSpPr/>
            <p:nvPr userDrawn="1"/>
          </p:nvSpPr>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dpi="0" rotWithShape="1">
              <a:blip r:embed="rId3">
                <a:alphaModFix amt="34000"/>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cxnSp>
          <p:nvCxnSpPr>
            <p:cNvPr id="29" name="直接连接符 28">
              <a:extLst>
                <a:ext uri="{FF2B5EF4-FFF2-40B4-BE49-F238E27FC236}">
                  <a16:creationId xmlns:a16="http://schemas.microsoft.com/office/drawing/2014/main" id="{8B75D8B2-AF8A-4AC6-6E7B-E51779FA66EC}"/>
                </a:ext>
              </a:extLst>
            </p:cNvPr>
            <p:cNvCxnSpPr/>
            <p:nvPr/>
          </p:nvCxnSpPr>
          <p:spPr>
            <a:xfrm>
              <a:off x="5121503" y="2338730"/>
              <a:ext cx="492513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FEB32CA-1934-3CE1-DF46-CE9353C4E8CB}"/>
                </a:ext>
              </a:extLst>
            </p:cNvPr>
            <p:cNvCxnSpPr/>
            <p:nvPr/>
          </p:nvCxnSpPr>
          <p:spPr>
            <a:xfrm>
              <a:off x="5121503" y="3565861"/>
              <a:ext cx="492513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65D7875-0C62-0E45-C7DD-8557CA9E06DB}"/>
                </a:ext>
              </a:extLst>
            </p:cNvPr>
            <p:cNvCxnSpPr/>
            <p:nvPr/>
          </p:nvCxnSpPr>
          <p:spPr>
            <a:xfrm>
              <a:off x="5121503" y="4792992"/>
              <a:ext cx="492513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B07BC3F-0EDE-6CDF-B4C9-DDDBFF5FCB6C}"/>
                </a:ext>
              </a:extLst>
            </p:cNvPr>
            <p:cNvCxnSpPr/>
            <p:nvPr/>
          </p:nvCxnSpPr>
          <p:spPr>
            <a:xfrm>
              <a:off x="5121503" y="6020123"/>
              <a:ext cx="492513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37C112D3-0A2A-CC35-8145-EC29411809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4706" y="-14056"/>
              <a:ext cx="3121423" cy="2456901"/>
            </a:xfrm>
            <a:prstGeom prst="rect">
              <a:avLst/>
            </a:prstGeom>
          </p:spPr>
        </p:pic>
        <p:pic>
          <p:nvPicPr>
            <p:cNvPr id="7" name="图片 6">
              <a:extLst>
                <a:ext uri="{FF2B5EF4-FFF2-40B4-BE49-F238E27FC236}">
                  <a16:creationId xmlns:a16="http://schemas.microsoft.com/office/drawing/2014/main" id="{1A4D4B70-D9B8-A09C-22B1-BA88B1856E8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0" y="2710601"/>
              <a:ext cx="5097374" cy="4147399"/>
            </a:xfrm>
            <a:custGeom>
              <a:avLst/>
              <a:gdLst>
                <a:gd name="csX0" fmla="*/ 0 w 5097374"/>
                <a:gd name="csY0" fmla="*/ 0 h 4147399"/>
                <a:gd name="csX1" fmla="*/ 5097374 w 5097374"/>
                <a:gd name="csY1" fmla="*/ 0 h 4147399"/>
                <a:gd name="csX2" fmla="*/ 5097374 w 5097374"/>
                <a:gd name="csY2" fmla="*/ 4147399 h 4147399"/>
                <a:gd name="csX3" fmla="*/ 0 w 5097374"/>
                <a:gd name="csY3" fmla="*/ 4147399 h 4147399"/>
              </a:gdLst>
              <a:ahLst/>
              <a:cxnLst>
                <a:cxn ang="0">
                  <a:pos x="csX0" y="csY0"/>
                </a:cxn>
                <a:cxn ang="0">
                  <a:pos x="csX1" y="csY1"/>
                </a:cxn>
                <a:cxn ang="0">
                  <a:pos x="csX2" y="csY2"/>
                </a:cxn>
                <a:cxn ang="0">
                  <a:pos x="csX3" y="csY3"/>
                </a:cxn>
              </a:cxnLst>
              <a:rect l="l" t="t" r="r" b="b"/>
              <a:pathLst>
                <a:path w="5097374" h="4147399">
                  <a:moveTo>
                    <a:pt x="0" y="0"/>
                  </a:moveTo>
                  <a:lnTo>
                    <a:pt x="5097374" y="0"/>
                  </a:lnTo>
                  <a:lnTo>
                    <a:pt x="5097374" y="4147399"/>
                  </a:lnTo>
                  <a:lnTo>
                    <a:pt x="0" y="4147399"/>
                  </a:lnTo>
                  <a:close/>
                </a:path>
              </a:pathLst>
            </a:custGeom>
          </p:spPr>
        </p:pic>
        <p:pic>
          <p:nvPicPr>
            <p:cNvPr id="28" name="图片 27">
              <a:extLst>
                <a:ext uri="{FF2B5EF4-FFF2-40B4-BE49-F238E27FC236}">
                  <a16:creationId xmlns:a16="http://schemas.microsoft.com/office/drawing/2014/main" id="{D4D180AD-43DB-DC32-6C71-28262DC3A574}"/>
                </a:ext>
              </a:extLst>
            </p:cNvPr>
            <p:cNvPicPr>
              <a:picLocks noChangeAspect="1"/>
            </p:cNvPicPr>
            <p:nvPr/>
          </p:nvPicPr>
          <p:blipFill>
            <a:blip r:embed="rId6"/>
            <a:stretch>
              <a:fillRect/>
            </a:stretch>
          </p:blipFill>
          <p:spPr>
            <a:xfrm>
              <a:off x="748447" y="1673735"/>
              <a:ext cx="4060288" cy="4480948"/>
            </a:xfrm>
            <a:prstGeom prst="rect">
              <a:avLst/>
            </a:prstGeom>
          </p:spPr>
        </p:pic>
        <p:sp>
          <p:nvSpPr>
            <p:cNvPr id="30" name="Title">
              <a:extLst>
                <a:ext uri="{FF2B5EF4-FFF2-40B4-BE49-F238E27FC236}">
                  <a16:creationId xmlns:a16="http://schemas.microsoft.com/office/drawing/2014/main" id="{2F56DBEA-3E22-036D-7401-E7A60D41C6E2}"/>
                </a:ext>
              </a:extLst>
            </p:cNvPr>
            <p:cNvSpPr txBox="1"/>
            <p:nvPr/>
          </p:nvSpPr>
          <p:spPr>
            <a:xfrm>
              <a:off x="666751" y="1130300"/>
              <a:ext cx="3121424" cy="958001"/>
            </a:xfrm>
            <a:prstGeom prst="rect">
              <a:avLst/>
            </a:prstGeom>
            <a:noFill/>
          </p:spPr>
          <p:txBody>
            <a:bodyPr wrap="square" lIns="91440" tIns="45720" rIns="91440" bIns="45720" rtlCol="0" anchor="t">
              <a:normAutofit/>
            </a:bodyPr>
            <a:lstStyle/>
            <a:p>
              <a:r>
                <a:rPr lang="en-US" altLang="zh-CN" sz="2400" b="1">
                  <a:latin typeface="Arial" panose="020B0604020202020204" pitchFamily="34" charset="0"/>
                  <a:sym typeface="Arial" panose="020B0604020202020204" pitchFamily="34" charset="0"/>
                </a:rPr>
                <a:t>Agenda</a:t>
              </a:r>
              <a:endParaRPr lang="en-US" sz="2400" dirty="0">
                <a:latin typeface="Arial" panose="020B0604020202020204" pitchFamily="34" charset="0"/>
                <a:sym typeface="Arial" panose="020B0604020202020204" pitchFamily="34" charset="0"/>
              </a:endParaRPr>
            </a:p>
          </p:txBody>
        </p:sp>
        <p:grpSp>
          <p:nvGrpSpPr>
            <p:cNvPr id="2" name="组合 1">
              <a:extLst>
                <a:ext uri="{FF2B5EF4-FFF2-40B4-BE49-F238E27FC236}">
                  <a16:creationId xmlns:a16="http://schemas.microsoft.com/office/drawing/2014/main" id="{76802AEB-A736-3A92-0A99-CDCFE9AC5D45}"/>
                </a:ext>
              </a:extLst>
            </p:cNvPr>
            <p:cNvGrpSpPr/>
            <p:nvPr/>
          </p:nvGrpSpPr>
          <p:grpSpPr>
            <a:xfrm>
              <a:off x="4987645" y="1371276"/>
              <a:ext cx="5223037" cy="916008"/>
              <a:chOff x="4987645" y="1371276"/>
              <a:chExt cx="5223037" cy="916008"/>
            </a:xfrm>
          </p:grpSpPr>
          <p:sp>
            <p:nvSpPr>
              <p:cNvPr id="33" name="Number1">
                <a:extLst>
                  <a:ext uri="{FF2B5EF4-FFF2-40B4-BE49-F238E27FC236}">
                    <a16:creationId xmlns:a16="http://schemas.microsoft.com/office/drawing/2014/main" id="{8C9C0A71-2BFD-184C-436F-B2E1C68743FA}"/>
                  </a:ext>
                </a:extLst>
              </p:cNvPr>
              <p:cNvSpPr txBox="1"/>
              <p:nvPr/>
            </p:nvSpPr>
            <p:spPr>
              <a:xfrm>
                <a:off x="4987645" y="1386517"/>
                <a:ext cx="983839" cy="885525"/>
              </a:xfrm>
              <a:prstGeom prst="rect">
                <a:avLst/>
              </a:prstGeom>
              <a:no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3600" b="1">
                    <a:ea typeface="+mn-ea"/>
                    <a:cs typeface="+mn-ea"/>
                    <a:sym typeface="Arial" panose="020B0604020202020204" pitchFamily="34" charset="0"/>
                  </a:rPr>
                  <a:t>01</a:t>
                </a:r>
                <a:endParaRPr lang="de-DE" altLang="zh-CN" sz="3600" dirty="0">
                  <a:ea typeface="+mn-ea"/>
                  <a:cs typeface="+mn-ea"/>
                  <a:sym typeface="Arial" panose="020B0604020202020204" pitchFamily="34" charset="0"/>
                </a:endParaRPr>
              </a:p>
            </p:txBody>
          </p:sp>
          <p:sp>
            <p:nvSpPr>
              <p:cNvPr id="31" name="Bullet1">
                <a:extLst>
                  <a:ext uri="{FF2B5EF4-FFF2-40B4-BE49-F238E27FC236}">
                    <a16:creationId xmlns:a16="http://schemas.microsoft.com/office/drawing/2014/main" id="{D891EE36-B104-2257-7862-1120B13975AE}"/>
                  </a:ext>
                </a:extLst>
              </p:cNvPr>
              <p:cNvSpPr txBox="1"/>
              <p:nvPr/>
            </p:nvSpPr>
            <p:spPr>
              <a:xfrm>
                <a:off x="5971484" y="1371276"/>
                <a:ext cx="4239198" cy="916008"/>
              </a:xfrm>
              <a:prstGeom prst="rect">
                <a:avLst/>
              </a:prstGeom>
              <a:noFill/>
              <a:ln>
                <a:noFill/>
              </a:ln>
            </p:spPr>
            <p:txBody>
              <a:bodyPr wrap="square" lIns="91440" tIns="45720" rIns="91440" bIns="45720" anchor="ctr" anchorCtr="0">
                <a:normAutofit/>
              </a:bodyPr>
              <a:lstStyle/>
              <a:p>
                <a:r>
                  <a:rPr lang="zh-CN" altLang="en-US" b="1">
                    <a:latin typeface="Arial" panose="020B0604020202020204" pitchFamily="34" charset="0"/>
                    <a:cs typeface="+mn-ea"/>
                    <a:sym typeface="Arial" panose="020B0604020202020204" pitchFamily="34" charset="0"/>
                  </a:rPr>
                  <a:t>单击添加小标题</a:t>
                </a:r>
                <a:endParaRPr lang="en-US" b="1" dirty="0">
                  <a:latin typeface="Arial" panose="020B0604020202020204" pitchFamily="34" charset="0"/>
                  <a:sym typeface="Arial" panose="020B0604020202020204" pitchFamily="34" charset="0"/>
                </a:endParaRPr>
              </a:p>
            </p:txBody>
          </p:sp>
        </p:grpSp>
        <p:grpSp>
          <p:nvGrpSpPr>
            <p:cNvPr id="4" name="组合 3">
              <a:extLst>
                <a:ext uri="{FF2B5EF4-FFF2-40B4-BE49-F238E27FC236}">
                  <a16:creationId xmlns:a16="http://schemas.microsoft.com/office/drawing/2014/main" id="{15BD1721-7B85-3B63-2CD6-2E810320124B}"/>
                </a:ext>
              </a:extLst>
            </p:cNvPr>
            <p:cNvGrpSpPr/>
            <p:nvPr/>
          </p:nvGrpSpPr>
          <p:grpSpPr>
            <a:xfrm>
              <a:off x="4987645" y="2598407"/>
              <a:ext cx="5223037" cy="916008"/>
              <a:chOff x="4987645" y="2598407"/>
              <a:chExt cx="5223037" cy="916008"/>
            </a:xfrm>
          </p:grpSpPr>
          <p:sp>
            <p:nvSpPr>
              <p:cNvPr id="26" name="Number2">
                <a:extLst>
                  <a:ext uri="{FF2B5EF4-FFF2-40B4-BE49-F238E27FC236}">
                    <a16:creationId xmlns:a16="http://schemas.microsoft.com/office/drawing/2014/main" id="{0807F86B-1BE8-6F83-C65F-371E53000119}"/>
                  </a:ext>
                </a:extLst>
              </p:cNvPr>
              <p:cNvSpPr txBox="1"/>
              <p:nvPr/>
            </p:nvSpPr>
            <p:spPr>
              <a:xfrm>
                <a:off x="4987645" y="2613648"/>
                <a:ext cx="983839" cy="885525"/>
              </a:xfrm>
              <a:prstGeom prst="rect">
                <a:avLst/>
              </a:prstGeom>
              <a:no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3600" b="1">
                    <a:ea typeface="+mn-ea"/>
                    <a:cs typeface="+mn-ea"/>
                    <a:sym typeface="Arial" panose="020B0604020202020204" pitchFamily="34" charset="0"/>
                  </a:rPr>
                  <a:t>02</a:t>
                </a:r>
                <a:endParaRPr lang="de-DE" altLang="zh-CN" sz="3600" dirty="0">
                  <a:ea typeface="+mn-ea"/>
                  <a:cs typeface="+mn-ea"/>
                  <a:sym typeface="Arial" panose="020B0604020202020204" pitchFamily="34" charset="0"/>
                </a:endParaRPr>
              </a:p>
            </p:txBody>
          </p:sp>
          <p:sp>
            <p:nvSpPr>
              <p:cNvPr id="25" name="Bullet2">
                <a:extLst>
                  <a:ext uri="{FF2B5EF4-FFF2-40B4-BE49-F238E27FC236}">
                    <a16:creationId xmlns:a16="http://schemas.microsoft.com/office/drawing/2014/main" id="{0C55AC59-F49A-2880-B201-598947FDFEE2}"/>
                  </a:ext>
                </a:extLst>
              </p:cNvPr>
              <p:cNvSpPr txBox="1"/>
              <p:nvPr/>
            </p:nvSpPr>
            <p:spPr>
              <a:xfrm>
                <a:off x="5971484" y="2598407"/>
                <a:ext cx="4239198" cy="916008"/>
              </a:xfrm>
              <a:prstGeom prst="rect">
                <a:avLst/>
              </a:prstGeom>
              <a:noFill/>
              <a:ln>
                <a:noFill/>
              </a:ln>
            </p:spPr>
            <p:txBody>
              <a:bodyPr wrap="square" lIns="91440" tIns="45720" rIns="91440" bIns="45720" anchor="ctr" anchorCtr="0">
                <a:normAutofit/>
              </a:bodyPr>
              <a:lstStyle/>
              <a:p>
                <a:r>
                  <a:rPr lang="zh-CN" altLang="en-US" b="1">
                    <a:latin typeface="Arial" panose="020B0604020202020204" pitchFamily="34" charset="0"/>
                    <a:cs typeface="+mn-ea"/>
                    <a:sym typeface="Arial" panose="020B0604020202020204" pitchFamily="34" charset="0"/>
                  </a:rPr>
                  <a:t>单击添加小标题</a:t>
                </a:r>
                <a:endParaRPr lang="en-US" b="1" dirty="0">
                  <a:latin typeface="Arial" panose="020B0604020202020204" pitchFamily="34" charset="0"/>
                  <a:sym typeface="Arial" panose="020B0604020202020204" pitchFamily="34" charset="0"/>
                </a:endParaRPr>
              </a:p>
            </p:txBody>
          </p:sp>
        </p:grpSp>
        <p:grpSp>
          <p:nvGrpSpPr>
            <p:cNvPr id="8" name="组合 7">
              <a:extLst>
                <a:ext uri="{FF2B5EF4-FFF2-40B4-BE49-F238E27FC236}">
                  <a16:creationId xmlns:a16="http://schemas.microsoft.com/office/drawing/2014/main" id="{5A6B24AD-1BE4-A226-7F4D-921C9230921B}"/>
                </a:ext>
              </a:extLst>
            </p:cNvPr>
            <p:cNvGrpSpPr/>
            <p:nvPr/>
          </p:nvGrpSpPr>
          <p:grpSpPr>
            <a:xfrm>
              <a:off x="4987645" y="3825538"/>
              <a:ext cx="5223037" cy="916008"/>
              <a:chOff x="4987645" y="3825538"/>
              <a:chExt cx="5223037" cy="916008"/>
            </a:xfrm>
          </p:grpSpPr>
          <p:sp>
            <p:nvSpPr>
              <p:cNvPr id="22" name="Number3">
                <a:extLst>
                  <a:ext uri="{FF2B5EF4-FFF2-40B4-BE49-F238E27FC236}">
                    <a16:creationId xmlns:a16="http://schemas.microsoft.com/office/drawing/2014/main" id="{E7BA6CF0-EDBF-9BB8-C09C-0DB4E307B43B}"/>
                  </a:ext>
                </a:extLst>
              </p:cNvPr>
              <p:cNvSpPr txBox="1"/>
              <p:nvPr/>
            </p:nvSpPr>
            <p:spPr>
              <a:xfrm>
                <a:off x="4987645" y="3840779"/>
                <a:ext cx="983839" cy="885525"/>
              </a:xfrm>
              <a:prstGeom prst="rect">
                <a:avLst/>
              </a:prstGeom>
              <a:no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3600" b="1">
                    <a:ea typeface="+mn-ea"/>
                    <a:cs typeface="+mn-ea"/>
                    <a:sym typeface="Arial" panose="020B0604020202020204" pitchFamily="34" charset="0"/>
                  </a:rPr>
                  <a:t>03</a:t>
                </a:r>
                <a:endParaRPr lang="de-DE" altLang="zh-CN" sz="3600" dirty="0">
                  <a:ea typeface="+mn-ea"/>
                  <a:cs typeface="+mn-ea"/>
                  <a:sym typeface="Arial" panose="020B0604020202020204" pitchFamily="34" charset="0"/>
                </a:endParaRPr>
              </a:p>
            </p:txBody>
          </p:sp>
          <p:sp>
            <p:nvSpPr>
              <p:cNvPr id="21" name="Bullet3">
                <a:extLst>
                  <a:ext uri="{FF2B5EF4-FFF2-40B4-BE49-F238E27FC236}">
                    <a16:creationId xmlns:a16="http://schemas.microsoft.com/office/drawing/2014/main" id="{9E2D0A0F-2336-2D63-2921-25CB14AF8D83}"/>
                  </a:ext>
                </a:extLst>
              </p:cNvPr>
              <p:cNvSpPr txBox="1"/>
              <p:nvPr/>
            </p:nvSpPr>
            <p:spPr>
              <a:xfrm>
                <a:off x="5971484" y="3825538"/>
                <a:ext cx="4239198" cy="916008"/>
              </a:xfrm>
              <a:prstGeom prst="rect">
                <a:avLst/>
              </a:prstGeom>
              <a:noFill/>
              <a:ln>
                <a:noFill/>
              </a:ln>
            </p:spPr>
            <p:txBody>
              <a:bodyPr wrap="square" lIns="91440" tIns="45720" rIns="91440" bIns="45720" anchor="ctr" anchorCtr="0">
                <a:normAutofit/>
              </a:bodyPr>
              <a:lstStyle/>
              <a:p>
                <a:r>
                  <a:rPr lang="zh-CN" altLang="en-US" b="1">
                    <a:latin typeface="Arial" panose="020B0604020202020204" pitchFamily="34" charset="0"/>
                    <a:cs typeface="+mn-ea"/>
                    <a:sym typeface="Arial" panose="020B0604020202020204" pitchFamily="34" charset="0"/>
                  </a:rPr>
                  <a:t>单击添加小标题</a:t>
                </a:r>
                <a:endParaRPr lang="en-US" b="1" dirty="0">
                  <a:latin typeface="Arial" panose="020B0604020202020204" pitchFamily="34" charset="0"/>
                  <a:sym typeface="Arial" panose="020B0604020202020204" pitchFamily="34" charset="0"/>
                </a:endParaRPr>
              </a:p>
            </p:txBody>
          </p:sp>
        </p:grpSp>
        <p:grpSp>
          <p:nvGrpSpPr>
            <p:cNvPr id="9" name="组合 8">
              <a:extLst>
                <a:ext uri="{FF2B5EF4-FFF2-40B4-BE49-F238E27FC236}">
                  <a16:creationId xmlns:a16="http://schemas.microsoft.com/office/drawing/2014/main" id="{31CDD67E-D600-C6D9-2B87-EB8867AD0A1C}"/>
                </a:ext>
              </a:extLst>
            </p:cNvPr>
            <p:cNvGrpSpPr/>
            <p:nvPr/>
          </p:nvGrpSpPr>
          <p:grpSpPr>
            <a:xfrm>
              <a:off x="4987645" y="5052669"/>
              <a:ext cx="5223037" cy="916008"/>
              <a:chOff x="4987645" y="5052669"/>
              <a:chExt cx="5223037" cy="916008"/>
            </a:xfrm>
          </p:grpSpPr>
          <p:sp>
            <p:nvSpPr>
              <p:cNvPr id="18" name="Number4">
                <a:extLst>
                  <a:ext uri="{FF2B5EF4-FFF2-40B4-BE49-F238E27FC236}">
                    <a16:creationId xmlns:a16="http://schemas.microsoft.com/office/drawing/2014/main" id="{964DB0EB-EF66-3D5B-9B8D-A2317EB5C199}"/>
                  </a:ext>
                </a:extLst>
              </p:cNvPr>
              <p:cNvSpPr txBox="1"/>
              <p:nvPr/>
            </p:nvSpPr>
            <p:spPr>
              <a:xfrm>
                <a:off x="4987645" y="5067910"/>
                <a:ext cx="983839" cy="885525"/>
              </a:xfrm>
              <a:prstGeom prst="rect">
                <a:avLst/>
              </a:prstGeom>
              <a:no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3600" b="1">
                    <a:ea typeface="+mn-ea"/>
                    <a:cs typeface="+mn-ea"/>
                    <a:sym typeface="Arial" panose="020B0604020202020204" pitchFamily="34" charset="0"/>
                  </a:rPr>
                  <a:t>04</a:t>
                </a:r>
                <a:endParaRPr lang="de-DE" altLang="zh-CN" sz="3600" dirty="0">
                  <a:ea typeface="+mn-ea"/>
                  <a:cs typeface="+mn-ea"/>
                  <a:sym typeface="Arial" panose="020B0604020202020204" pitchFamily="34" charset="0"/>
                </a:endParaRPr>
              </a:p>
            </p:txBody>
          </p:sp>
          <p:sp>
            <p:nvSpPr>
              <p:cNvPr id="17" name="Bullet4">
                <a:extLst>
                  <a:ext uri="{FF2B5EF4-FFF2-40B4-BE49-F238E27FC236}">
                    <a16:creationId xmlns:a16="http://schemas.microsoft.com/office/drawing/2014/main" id="{B97CE6E4-5341-2426-58BC-D15D665AFE8A}"/>
                  </a:ext>
                </a:extLst>
              </p:cNvPr>
              <p:cNvSpPr txBox="1"/>
              <p:nvPr/>
            </p:nvSpPr>
            <p:spPr>
              <a:xfrm>
                <a:off x="5971484" y="5052669"/>
                <a:ext cx="4239198" cy="916008"/>
              </a:xfrm>
              <a:prstGeom prst="rect">
                <a:avLst/>
              </a:prstGeom>
              <a:noFill/>
              <a:ln>
                <a:noFill/>
              </a:ln>
            </p:spPr>
            <p:txBody>
              <a:bodyPr wrap="square" lIns="91440" tIns="45720" rIns="91440" bIns="45720" anchor="ctr" anchorCtr="0">
                <a:normAutofit/>
              </a:bodyPr>
              <a:lstStyle/>
              <a:p>
                <a:r>
                  <a:rPr lang="zh-CN" altLang="en-US" b="1">
                    <a:latin typeface="Arial" panose="020B0604020202020204" pitchFamily="34" charset="0"/>
                    <a:cs typeface="+mn-ea"/>
                    <a:sym typeface="Arial" panose="020B0604020202020204" pitchFamily="34" charset="0"/>
                  </a:rPr>
                  <a:t>单击添加小标题</a:t>
                </a:r>
                <a:endParaRPr lang="en-US" b="1" dirty="0">
                  <a:latin typeface="Arial" panose="020B0604020202020204" pitchFamily="34" charset="0"/>
                  <a:sym typeface="Arial" panose="020B0604020202020204" pitchFamily="34" charset="0"/>
                </a:endParaRPr>
              </a:p>
            </p:txBody>
          </p:sp>
        </p:grpSp>
      </p:grpSp>
      <p:sp>
        <p:nvSpPr>
          <p:cNvPr id="5" name="标题 4">
            <a:extLst>
              <a:ext uri="{FF2B5EF4-FFF2-40B4-BE49-F238E27FC236}">
                <a16:creationId xmlns:a16="http://schemas.microsoft.com/office/drawing/2014/main" id="{74F014BE-033F-030D-5518-4E7EEB135B6D}"/>
              </a:ext>
            </a:extLst>
          </p:cNvPr>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323883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0A908-3986-28F8-36C9-BCC6329C8191}"/>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B67258E4-C47B-1348-A435-66EB16605296}"/>
              </a:ext>
            </a:extLst>
          </p:cNvPr>
          <p:cNvSpPr>
            <a:spLocks noGrp="1"/>
          </p:cNvSpPr>
          <p:nvPr>
            <p:ph type="title"/>
          </p:nvPr>
        </p:nvSpPr>
        <p:spPr/>
        <p:txBody>
          <a:bodyPr>
            <a:normAutofit fontScale="90000"/>
          </a:bodyPr>
          <a:lstStyle/>
          <a:p>
            <a:r>
              <a:rPr lang="zh-CN" altLang="en-US"/>
              <a:t>点击此处添加页面标题</a:t>
            </a:r>
            <a:endParaRPr lang="zh-CN" altLang="en-US" dirty="0"/>
          </a:p>
        </p:txBody>
      </p:sp>
      <p:sp>
        <p:nvSpPr>
          <p:cNvPr id="11" name="文本占位符 10">
            <a:extLst>
              <a:ext uri="{FF2B5EF4-FFF2-40B4-BE49-F238E27FC236}">
                <a16:creationId xmlns:a16="http://schemas.microsoft.com/office/drawing/2014/main" id="{D612825A-F1CE-29B5-5C7F-47ED334AC2F8}"/>
              </a:ext>
            </a:extLst>
          </p:cNvPr>
          <p:cNvSpPr>
            <a:spLocks noGrp="1"/>
          </p:cNvSpPr>
          <p:nvPr>
            <p:ph type="body" sz="quarter" idx="1"/>
          </p:nvPr>
        </p:nvSpPr>
        <p:spPr/>
        <p:txBody>
          <a:bodyPr/>
          <a:lstStyle/>
          <a:p>
            <a:r>
              <a:rPr lang="zh-CN" altLang="en-US" dirty="0"/>
              <a:t>职淀成长，聚力前行</a:t>
            </a:r>
          </a:p>
        </p:txBody>
      </p:sp>
    </p:spTree>
    <p:extLst>
      <p:ext uri="{BB962C8B-B14F-4D97-AF65-F5344CB8AC3E}">
        <p14:creationId xmlns:p14="http://schemas.microsoft.com/office/powerpoint/2010/main" val="3551918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85D95-E24A-AB76-A41C-351E74AE3620}"/>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412B8516-5152-05A5-0D39-CB0E2B9BA393}"/>
              </a:ext>
            </a:extLst>
          </p:cNvPr>
          <p:cNvGrpSpPr/>
          <p:nvPr/>
        </p:nvGrpSpPr>
        <p:grpSpPr>
          <a:xfrm>
            <a:off x="0" y="0"/>
            <a:ext cx="12192000" cy="6858000"/>
            <a:chOff x="0" y="0"/>
            <a:chExt cx="12192000" cy="6858000"/>
          </a:xfrm>
        </p:grpSpPr>
        <p:sp>
          <p:nvSpPr>
            <p:cNvPr id="113" name="PictureMisc1">
              <a:extLst>
                <a:ext uri="{FF2B5EF4-FFF2-40B4-BE49-F238E27FC236}">
                  <a16:creationId xmlns:a16="http://schemas.microsoft.com/office/drawing/2014/main" id="{497EFE0C-577E-08D4-D4E6-7A18858B1E98}"/>
                </a:ext>
              </a:extLst>
            </p:cNvPr>
            <p:cNvSpPr/>
            <p:nvPr/>
          </p:nvSpPr>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dpi="0" rotWithShape="1">
              <a:blip r:embed="rId3">
                <a:alphaModFix amt="34000"/>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 name="ComponentBackground1">
              <a:extLst>
                <a:ext uri="{FF2B5EF4-FFF2-40B4-BE49-F238E27FC236}">
                  <a16:creationId xmlns:a16="http://schemas.microsoft.com/office/drawing/2014/main" id="{4B5A8233-AD00-D5F1-1F18-C45E11F672DB}"/>
                </a:ext>
              </a:extLst>
            </p:cNvPr>
            <p:cNvSpPr/>
            <p:nvPr/>
          </p:nvSpPr>
          <p:spPr>
            <a:xfrm>
              <a:off x="660401" y="3966634"/>
              <a:ext cx="2634346" cy="2167466"/>
            </a:xfrm>
            <a:prstGeom prst="roundRect">
              <a:avLst>
                <a:gd name="adj" fmla="val 659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solidFill>
                  <a:srgbClr val="FFFFFF"/>
                </a:solidFill>
                <a:cs typeface="+mn-ea"/>
                <a:sym typeface="+mn-lt"/>
              </a:endParaRPr>
            </a:p>
          </p:txBody>
        </p:sp>
        <p:pic>
          <p:nvPicPr>
            <p:cNvPr id="34" name="图片 33">
              <a:extLst>
                <a:ext uri="{FF2B5EF4-FFF2-40B4-BE49-F238E27FC236}">
                  <a16:creationId xmlns:a16="http://schemas.microsoft.com/office/drawing/2014/main" id="{ECC4F61B-A905-7991-3D59-CF46B4D343D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1189891" y="2211976"/>
              <a:ext cx="1639106" cy="1674426"/>
            </a:xfrm>
            <a:prstGeom prst="rect">
              <a:avLst/>
            </a:prstGeom>
          </p:spPr>
        </p:pic>
        <p:sp>
          <p:nvSpPr>
            <p:cNvPr id="8" name="ComponentBackground2">
              <a:extLst>
                <a:ext uri="{FF2B5EF4-FFF2-40B4-BE49-F238E27FC236}">
                  <a16:creationId xmlns:a16="http://schemas.microsoft.com/office/drawing/2014/main" id="{B902BB5C-37FA-FF8C-7853-C93062707D4E}"/>
                </a:ext>
              </a:extLst>
            </p:cNvPr>
            <p:cNvSpPr/>
            <p:nvPr/>
          </p:nvSpPr>
          <p:spPr>
            <a:xfrm>
              <a:off x="3401786" y="3966634"/>
              <a:ext cx="2634346" cy="2167466"/>
            </a:xfrm>
            <a:prstGeom prst="roundRect">
              <a:avLst>
                <a:gd name="adj" fmla="val 659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solidFill>
                  <a:srgbClr val="FFFFFF"/>
                </a:solidFill>
                <a:cs typeface="+mn-ea"/>
                <a:sym typeface="+mn-lt"/>
              </a:endParaRPr>
            </a:p>
          </p:txBody>
        </p:sp>
        <p:pic>
          <p:nvPicPr>
            <p:cNvPr id="47" name="图片 46">
              <a:extLst>
                <a:ext uri="{FF2B5EF4-FFF2-40B4-BE49-F238E27FC236}">
                  <a16:creationId xmlns:a16="http://schemas.microsoft.com/office/drawing/2014/main" id="{12AB45CE-F5CD-5962-9C6B-D1870971DF52}"/>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a:fillRect/>
            </a:stretch>
          </p:blipFill>
          <p:spPr>
            <a:xfrm>
              <a:off x="3871697" y="2204267"/>
              <a:ext cx="1730420" cy="1615004"/>
            </a:xfrm>
            <a:prstGeom prst="rect">
              <a:avLst/>
            </a:prstGeom>
          </p:spPr>
        </p:pic>
        <p:sp>
          <p:nvSpPr>
            <p:cNvPr id="11" name="ComponentBackground3">
              <a:extLst>
                <a:ext uri="{FF2B5EF4-FFF2-40B4-BE49-F238E27FC236}">
                  <a16:creationId xmlns:a16="http://schemas.microsoft.com/office/drawing/2014/main" id="{18704607-49B4-D105-8A13-EA11E0D218C4}"/>
                </a:ext>
              </a:extLst>
            </p:cNvPr>
            <p:cNvSpPr/>
            <p:nvPr/>
          </p:nvSpPr>
          <p:spPr>
            <a:xfrm>
              <a:off x="6143171" y="3966634"/>
              <a:ext cx="2634346" cy="2167466"/>
            </a:xfrm>
            <a:prstGeom prst="roundRect">
              <a:avLst>
                <a:gd name="adj" fmla="val 6598"/>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solidFill>
                  <a:srgbClr val="FFFFFF"/>
                </a:solidFill>
                <a:cs typeface="+mn-ea"/>
                <a:sym typeface="+mn-lt"/>
              </a:endParaRPr>
            </a:p>
          </p:txBody>
        </p:sp>
        <p:pic>
          <p:nvPicPr>
            <p:cNvPr id="32" name="图片 31">
              <a:extLst>
                <a:ext uri="{FF2B5EF4-FFF2-40B4-BE49-F238E27FC236}">
                  <a16:creationId xmlns:a16="http://schemas.microsoft.com/office/drawing/2014/main" id="{08A8CDC4-E1D3-ED1D-B843-C65C48FAFEE5}"/>
                </a:ext>
              </a:extLst>
            </p:cNvPr>
            <p:cNvPicPr>
              <a:picLocks noChangeAspect="1"/>
            </p:cNvPicPr>
            <p:nvPr/>
          </p:nvPicPr>
          <p:blipFill rotWithShape="1">
            <a:blip r:embed="rId6">
              <a:extLst>
                <a:ext uri="{28A0092B-C50C-407E-A947-70E740481C1C}">
                  <a14:useLocalDpi xmlns:a14="http://schemas.microsoft.com/office/drawing/2010/main" val="0"/>
                </a:ext>
              </a:extLst>
            </a:blip>
            <a:srcRect/>
            <a:stretch>
              <a:fillRect/>
            </a:stretch>
          </p:blipFill>
          <p:spPr>
            <a:xfrm>
              <a:off x="6610635" y="2141414"/>
              <a:ext cx="1837672" cy="1720936"/>
            </a:xfrm>
            <a:prstGeom prst="rect">
              <a:avLst/>
            </a:prstGeom>
          </p:spPr>
        </p:pic>
        <p:sp>
          <p:nvSpPr>
            <p:cNvPr id="14" name="ComponentBackground4">
              <a:extLst>
                <a:ext uri="{FF2B5EF4-FFF2-40B4-BE49-F238E27FC236}">
                  <a16:creationId xmlns:a16="http://schemas.microsoft.com/office/drawing/2014/main" id="{86D3B1BB-8A23-A56F-899E-3640410DD2C6}"/>
                </a:ext>
              </a:extLst>
            </p:cNvPr>
            <p:cNvSpPr/>
            <p:nvPr/>
          </p:nvSpPr>
          <p:spPr>
            <a:xfrm>
              <a:off x="8884555" y="3966634"/>
              <a:ext cx="2634346" cy="2167466"/>
            </a:xfrm>
            <a:prstGeom prst="roundRect">
              <a:avLst>
                <a:gd name="adj" fmla="val 659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solidFill>
                  <a:srgbClr val="FFFFFF"/>
                </a:solidFill>
                <a:cs typeface="+mn-ea"/>
                <a:sym typeface="+mn-lt"/>
              </a:endParaRPr>
            </a:p>
          </p:txBody>
        </p:sp>
        <p:pic>
          <p:nvPicPr>
            <p:cNvPr id="57" name="图片 56">
              <a:extLst>
                <a:ext uri="{FF2B5EF4-FFF2-40B4-BE49-F238E27FC236}">
                  <a16:creationId xmlns:a16="http://schemas.microsoft.com/office/drawing/2014/main" id="{B8D98A4E-95A8-9C5B-F799-D879E6897298}"/>
                </a:ext>
              </a:extLst>
            </p:cNvPr>
            <p:cNvPicPr>
              <a:picLocks noChangeAspect="1"/>
            </p:cNvPicPr>
            <p:nvPr/>
          </p:nvPicPr>
          <p:blipFill rotWithShape="1">
            <a:blip r:embed="rId7">
              <a:extLst>
                <a:ext uri="{28A0092B-C50C-407E-A947-70E740481C1C}">
                  <a14:useLocalDpi xmlns:a14="http://schemas.microsoft.com/office/drawing/2010/main" val="0"/>
                </a:ext>
              </a:extLst>
            </a:blip>
            <a:srcRect/>
            <a:stretch>
              <a:fillRect/>
            </a:stretch>
          </p:blipFill>
          <p:spPr>
            <a:xfrm>
              <a:off x="9384772" y="2108427"/>
              <a:ext cx="1830422" cy="1695280"/>
            </a:xfrm>
            <a:prstGeom prst="rect">
              <a:avLst/>
            </a:prstGeom>
          </p:spPr>
        </p:pic>
        <p:sp>
          <p:nvSpPr>
            <p:cNvPr id="111" name="Title">
              <a:extLst>
                <a:ext uri="{FF2B5EF4-FFF2-40B4-BE49-F238E27FC236}">
                  <a16:creationId xmlns:a16="http://schemas.microsoft.com/office/drawing/2014/main" id="{9D307ED8-76BC-206B-894C-011219A25642}"/>
                </a:ext>
              </a:extLst>
            </p:cNvPr>
            <p:cNvSpPr>
              <a:spLocks/>
            </p:cNvSpPr>
            <p:nvPr/>
          </p:nvSpPr>
          <p:spPr>
            <a:xfrm>
              <a:off x="660400" y="1130300"/>
              <a:ext cx="10858500" cy="7367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gn="ctr"/>
              <a:r>
                <a:rPr kumimoji="1" lang="zh-CN" altLang="en-US" sz="2400" b="1">
                  <a:solidFill>
                    <a:schemeClr val="tx1"/>
                  </a:solidFill>
                  <a:latin typeface="Arial" panose="020B0604020202020204" pitchFamily="34" charset="0"/>
                  <a:cs typeface="+mn-ea"/>
                  <a:sym typeface="Arial" panose="020B0604020202020204" pitchFamily="34" charset="0"/>
                </a:rPr>
                <a:t>点击此处添加长一点的副标题</a:t>
              </a:r>
              <a:endParaRPr lang="en-US" sz="2400" dirty="0">
                <a:solidFill>
                  <a:schemeClr val="tx1"/>
                </a:solidFill>
                <a:latin typeface="Arial" panose="020B0604020202020204" pitchFamily="34" charset="0"/>
                <a:sym typeface="Arial" panose="020B0604020202020204" pitchFamily="34" charset="0"/>
              </a:endParaRPr>
            </a:p>
          </p:txBody>
        </p:sp>
        <p:grpSp>
          <p:nvGrpSpPr>
            <p:cNvPr id="2" name="组合 1">
              <a:extLst>
                <a:ext uri="{FF2B5EF4-FFF2-40B4-BE49-F238E27FC236}">
                  <a16:creationId xmlns:a16="http://schemas.microsoft.com/office/drawing/2014/main" id="{2DFCF6E0-963F-74C9-D0A1-3D25D23FBAD2}"/>
                </a:ext>
              </a:extLst>
            </p:cNvPr>
            <p:cNvGrpSpPr/>
            <p:nvPr/>
          </p:nvGrpSpPr>
          <p:grpSpPr>
            <a:xfrm>
              <a:off x="774845" y="4060556"/>
              <a:ext cx="2405460" cy="1926181"/>
              <a:chOff x="774845" y="4060556"/>
              <a:chExt cx="2405460" cy="1926181"/>
            </a:xfrm>
          </p:grpSpPr>
          <p:sp>
            <p:nvSpPr>
              <p:cNvPr id="60" name="Text1">
                <a:extLst>
                  <a:ext uri="{FF2B5EF4-FFF2-40B4-BE49-F238E27FC236}">
                    <a16:creationId xmlns:a16="http://schemas.microsoft.com/office/drawing/2014/main" id="{BDA94E8B-B0CF-7CAA-A5C7-0A2AED9ED2FF}"/>
                  </a:ext>
                </a:extLst>
              </p:cNvPr>
              <p:cNvSpPr txBox="1"/>
              <p:nvPr/>
            </p:nvSpPr>
            <p:spPr>
              <a:xfrm>
                <a:off x="774845" y="4759028"/>
                <a:ext cx="2405460" cy="1227709"/>
              </a:xfrm>
              <a:prstGeom prst="rect">
                <a:avLst/>
              </a:prstGeom>
              <a:noFill/>
            </p:spPr>
            <p:txBody>
              <a:bodyPr wrap="square" lIns="91440" tIns="45720" rIns="91440" bIns="45720">
                <a:normAutofit/>
              </a:bodyPr>
              <a:lstStyle/>
              <a:p>
                <a:pPr>
                  <a:lnSpc>
                    <a:spcPct val="120000"/>
                  </a:lnSpc>
                  <a:buNone/>
                </a:pPr>
                <a:r>
                  <a:rPr lang="zh-CN" altLang="en-US" sz="1200">
                    <a:solidFill>
                      <a:srgbClr val="FFFFFF"/>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solidFill>
                    <a:srgbClr val="FFFFFF"/>
                  </a:solidFill>
                  <a:latin typeface="Arial" panose="020B0604020202020204" pitchFamily="34" charset="0"/>
                  <a:sym typeface="Arial" panose="020B0604020202020204" pitchFamily="34" charset="0"/>
                </a:endParaRPr>
              </a:p>
            </p:txBody>
          </p:sp>
          <p:sp>
            <p:nvSpPr>
              <p:cNvPr id="59" name="Bullet1">
                <a:extLst>
                  <a:ext uri="{FF2B5EF4-FFF2-40B4-BE49-F238E27FC236}">
                    <a16:creationId xmlns:a16="http://schemas.microsoft.com/office/drawing/2014/main" id="{884B1E3D-D296-6E9F-6A31-A688C703CAD6}"/>
                  </a:ext>
                </a:extLst>
              </p:cNvPr>
              <p:cNvSpPr txBox="1"/>
              <p:nvPr/>
            </p:nvSpPr>
            <p:spPr>
              <a:xfrm>
                <a:off x="774845" y="4060556"/>
                <a:ext cx="2405460" cy="698471"/>
              </a:xfrm>
              <a:prstGeom prst="rect">
                <a:avLst/>
              </a:prstGeom>
              <a:noFill/>
            </p:spPr>
            <p:txBody>
              <a:bodyPr wrap="square" lIns="91440" tIns="45720" rIns="91440" bIns="45720" rtlCol="0" anchor="b">
                <a:normAutofit/>
              </a:bodyPr>
              <a:lstStyle/>
              <a:p>
                <a:pPr lvl="0" algn="ctr" defTabSz="913765">
                  <a:buSzPct val="25000"/>
                  <a:defRPr/>
                </a:pPr>
                <a:r>
                  <a:rPr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nvGrpSpPr>
            <p:cNvPr id="3" name="组合 2">
              <a:extLst>
                <a:ext uri="{FF2B5EF4-FFF2-40B4-BE49-F238E27FC236}">
                  <a16:creationId xmlns:a16="http://schemas.microsoft.com/office/drawing/2014/main" id="{EA738B45-DC41-1AC8-1D36-07AF3835B992}"/>
                </a:ext>
              </a:extLst>
            </p:cNvPr>
            <p:cNvGrpSpPr/>
            <p:nvPr/>
          </p:nvGrpSpPr>
          <p:grpSpPr>
            <a:xfrm>
              <a:off x="3516230" y="4060556"/>
              <a:ext cx="2405460" cy="1926181"/>
              <a:chOff x="3516230" y="4060556"/>
              <a:chExt cx="2405460" cy="1926181"/>
            </a:xfrm>
          </p:grpSpPr>
          <p:sp>
            <p:nvSpPr>
              <p:cNvPr id="64" name="Text2">
                <a:extLst>
                  <a:ext uri="{FF2B5EF4-FFF2-40B4-BE49-F238E27FC236}">
                    <a16:creationId xmlns:a16="http://schemas.microsoft.com/office/drawing/2014/main" id="{2E3010B9-6809-1BD8-C82D-FE5A842A592C}"/>
                  </a:ext>
                </a:extLst>
              </p:cNvPr>
              <p:cNvSpPr txBox="1"/>
              <p:nvPr/>
            </p:nvSpPr>
            <p:spPr>
              <a:xfrm>
                <a:off x="3516230" y="4759028"/>
                <a:ext cx="2405460" cy="1227709"/>
              </a:xfrm>
              <a:prstGeom prst="rect">
                <a:avLst/>
              </a:prstGeom>
              <a:noFill/>
            </p:spPr>
            <p:txBody>
              <a:bodyPr wrap="square" lIns="91440" tIns="45720" rIns="91440" bIns="45720">
                <a:normAutofit/>
              </a:bodyPr>
              <a:lstStyle/>
              <a:p>
                <a:pPr>
                  <a:lnSpc>
                    <a:spcPct val="120000"/>
                  </a:lnSpc>
                  <a:buNone/>
                </a:pPr>
                <a:r>
                  <a:rPr lang="zh-CN" altLang="en-US" sz="1200">
                    <a:solidFill>
                      <a:srgbClr val="FFFFFF"/>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solidFill>
                    <a:srgbClr val="FFFFFF"/>
                  </a:solidFill>
                  <a:latin typeface="Arial" panose="020B0604020202020204" pitchFamily="34" charset="0"/>
                  <a:sym typeface="Arial" panose="020B0604020202020204" pitchFamily="34" charset="0"/>
                </a:endParaRPr>
              </a:p>
            </p:txBody>
          </p:sp>
          <p:sp>
            <p:nvSpPr>
              <p:cNvPr id="62" name="Bullet2">
                <a:extLst>
                  <a:ext uri="{FF2B5EF4-FFF2-40B4-BE49-F238E27FC236}">
                    <a16:creationId xmlns:a16="http://schemas.microsoft.com/office/drawing/2014/main" id="{8C85A9F2-4F91-C61E-5E51-47D6546F11F4}"/>
                  </a:ext>
                </a:extLst>
              </p:cNvPr>
              <p:cNvSpPr txBox="1"/>
              <p:nvPr/>
            </p:nvSpPr>
            <p:spPr>
              <a:xfrm>
                <a:off x="3516230" y="4060556"/>
                <a:ext cx="2405460" cy="698471"/>
              </a:xfrm>
              <a:prstGeom prst="rect">
                <a:avLst/>
              </a:prstGeom>
              <a:noFill/>
            </p:spPr>
            <p:txBody>
              <a:bodyPr wrap="square" lIns="91440" tIns="45720" rIns="91440" bIns="45720" rtlCol="0" anchor="b">
                <a:normAutofit/>
              </a:bodyPr>
              <a:lstStyle/>
              <a:p>
                <a:pPr lvl="0" algn="ctr" defTabSz="913765">
                  <a:buSzPct val="25000"/>
                  <a:defRPr/>
                </a:pPr>
                <a:r>
                  <a:rPr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nvGrpSpPr>
            <p:cNvPr id="5" name="组合 4">
              <a:extLst>
                <a:ext uri="{FF2B5EF4-FFF2-40B4-BE49-F238E27FC236}">
                  <a16:creationId xmlns:a16="http://schemas.microsoft.com/office/drawing/2014/main" id="{718738EA-5723-9D51-30A3-157F3E9A450F}"/>
                </a:ext>
              </a:extLst>
            </p:cNvPr>
            <p:cNvGrpSpPr/>
            <p:nvPr/>
          </p:nvGrpSpPr>
          <p:grpSpPr>
            <a:xfrm>
              <a:off x="6257615" y="4060556"/>
              <a:ext cx="2405460" cy="1926181"/>
              <a:chOff x="6257615" y="4060556"/>
              <a:chExt cx="2405460" cy="1926181"/>
            </a:xfrm>
          </p:grpSpPr>
          <p:sp>
            <p:nvSpPr>
              <p:cNvPr id="100" name="Text3">
                <a:extLst>
                  <a:ext uri="{FF2B5EF4-FFF2-40B4-BE49-F238E27FC236}">
                    <a16:creationId xmlns:a16="http://schemas.microsoft.com/office/drawing/2014/main" id="{9094D6BB-45C0-E3C7-18B9-7079F803E49D}"/>
                  </a:ext>
                </a:extLst>
              </p:cNvPr>
              <p:cNvSpPr txBox="1"/>
              <p:nvPr/>
            </p:nvSpPr>
            <p:spPr>
              <a:xfrm>
                <a:off x="6257615" y="4759028"/>
                <a:ext cx="2405460" cy="1227709"/>
              </a:xfrm>
              <a:prstGeom prst="rect">
                <a:avLst/>
              </a:prstGeom>
              <a:noFill/>
            </p:spPr>
            <p:txBody>
              <a:bodyPr wrap="square" lIns="91440" tIns="45720" rIns="91440" bIns="45720">
                <a:normAutofit/>
              </a:bodyPr>
              <a:lstStyle/>
              <a:p>
                <a:pPr>
                  <a:lnSpc>
                    <a:spcPct val="120000"/>
                  </a:lnSpc>
                  <a:buNone/>
                </a:pPr>
                <a:r>
                  <a:rPr lang="zh-CN" altLang="en-US" sz="1200">
                    <a:solidFill>
                      <a:srgbClr val="FFFFFF"/>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solidFill>
                    <a:srgbClr val="FFFFFF"/>
                  </a:solidFill>
                  <a:latin typeface="Arial" panose="020B0604020202020204" pitchFamily="34" charset="0"/>
                  <a:sym typeface="Arial" panose="020B0604020202020204" pitchFamily="34" charset="0"/>
                </a:endParaRPr>
              </a:p>
            </p:txBody>
          </p:sp>
          <p:sp>
            <p:nvSpPr>
              <p:cNvPr id="91" name="Bullet3">
                <a:extLst>
                  <a:ext uri="{FF2B5EF4-FFF2-40B4-BE49-F238E27FC236}">
                    <a16:creationId xmlns:a16="http://schemas.microsoft.com/office/drawing/2014/main" id="{197A8281-E61A-02FC-23CA-F7FF948A321E}"/>
                  </a:ext>
                </a:extLst>
              </p:cNvPr>
              <p:cNvSpPr txBox="1"/>
              <p:nvPr/>
            </p:nvSpPr>
            <p:spPr>
              <a:xfrm>
                <a:off x="6257615" y="4060556"/>
                <a:ext cx="2405460" cy="698471"/>
              </a:xfrm>
              <a:prstGeom prst="rect">
                <a:avLst/>
              </a:prstGeom>
              <a:noFill/>
            </p:spPr>
            <p:txBody>
              <a:bodyPr wrap="square" lIns="91440" tIns="45720" rIns="91440" bIns="45720" rtlCol="0" anchor="b">
                <a:normAutofit/>
              </a:bodyPr>
              <a:lstStyle/>
              <a:p>
                <a:pPr lvl="0" algn="ctr" defTabSz="913765">
                  <a:buSzPct val="25000"/>
                  <a:defRPr/>
                </a:pPr>
                <a:r>
                  <a:rPr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nvGrpSpPr>
            <p:cNvPr id="6" name="组合 5">
              <a:extLst>
                <a:ext uri="{FF2B5EF4-FFF2-40B4-BE49-F238E27FC236}">
                  <a16:creationId xmlns:a16="http://schemas.microsoft.com/office/drawing/2014/main" id="{1CCC5BA7-2944-4695-3F06-9602CF77ECE3}"/>
                </a:ext>
              </a:extLst>
            </p:cNvPr>
            <p:cNvGrpSpPr/>
            <p:nvPr/>
          </p:nvGrpSpPr>
          <p:grpSpPr>
            <a:xfrm>
              <a:off x="8998999" y="4060556"/>
              <a:ext cx="2405460" cy="1926181"/>
              <a:chOff x="8998999" y="4060556"/>
              <a:chExt cx="2405460" cy="1926181"/>
            </a:xfrm>
          </p:grpSpPr>
          <p:sp>
            <p:nvSpPr>
              <p:cNvPr id="102" name="Text4">
                <a:extLst>
                  <a:ext uri="{FF2B5EF4-FFF2-40B4-BE49-F238E27FC236}">
                    <a16:creationId xmlns:a16="http://schemas.microsoft.com/office/drawing/2014/main" id="{85ED287A-234D-1DFD-0F00-B5E9019D3983}"/>
                  </a:ext>
                </a:extLst>
              </p:cNvPr>
              <p:cNvSpPr txBox="1"/>
              <p:nvPr/>
            </p:nvSpPr>
            <p:spPr>
              <a:xfrm>
                <a:off x="8998999" y="4759028"/>
                <a:ext cx="2405460" cy="1227709"/>
              </a:xfrm>
              <a:prstGeom prst="rect">
                <a:avLst/>
              </a:prstGeom>
              <a:noFill/>
            </p:spPr>
            <p:txBody>
              <a:bodyPr wrap="square" lIns="91440" tIns="45720" rIns="91440" bIns="45720">
                <a:normAutofit/>
              </a:bodyPr>
              <a:lstStyle/>
              <a:p>
                <a:pPr>
                  <a:lnSpc>
                    <a:spcPct val="120000"/>
                  </a:lnSpc>
                  <a:buNone/>
                </a:pPr>
                <a:r>
                  <a:rPr lang="zh-CN" altLang="en-US" sz="1200">
                    <a:solidFill>
                      <a:srgbClr val="FFFFFF"/>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solidFill>
                    <a:srgbClr val="FFFFFF"/>
                  </a:solidFill>
                  <a:latin typeface="Arial" panose="020B0604020202020204" pitchFamily="34" charset="0"/>
                  <a:sym typeface="Arial" panose="020B0604020202020204" pitchFamily="34" charset="0"/>
                </a:endParaRPr>
              </a:p>
            </p:txBody>
          </p:sp>
          <p:sp>
            <p:nvSpPr>
              <p:cNvPr id="101" name="Bullet4">
                <a:extLst>
                  <a:ext uri="{FF2B5EF4-FFF2-40B4-BE49-F238E27FC236}">
                    <a16:creationId xmlns:a16="http://schemas.microsoft.com/office/drawing/2014/main" id="{3F889AA5-E7F0-718B-641B-DDB536763A49}"/>
                  </a:ext>
                </a:extLst>
              </p:cNvPr>
              <p:cNvSpPr txBox="1"/>
              <p:nvPr/>
            </p:nvSpPr>
            <p:spPr>
              <a:xfrm>
                <a:off x="8998999" y="4060556"/>
                <a:ext cx="2405460" cy="698471"/>
              </a:xfrm>
              <a:prstGeom prst="rect">
                <a:avLst/>
              </a:prstGeom>
              <a:noFill/>
            </p:spPr>
            <p:txBody>
              <a:bodyPr wrap="square" lIns="91440" tIns="45720" rIns="91440" bIns="45720" rtlCol="0" anchor="b">
                <a:normAutofit/>
              </a:bodyPr>
              <a:lstStyle/>
              <a:p>
                <a:pPr lvl="0" algn="ctr" defTabSz="913765">
                  <a:buSzPct val="25000"/>
                  <a:defRPr/>
                </a:pPr>
                <a:r>
                  <a:rPr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sp>
        <p:nvSpPr>
          <p:cNvPr id="9" name="标题 8">
            <a:extLst>
              <a:ext uri="{FF2B5EF4-FFF2-40B4-BE49-F238E27FC236}">
                <a16:creationId xmlns:a16="http://schemas.microsoft.com/office/drawing/2014/main" id="{AD2322F1-1C8F-0025-B1F5-3476268D0563}"/>
              </a:ext>
            </a:extLst>
          </p:cNvPr>
          <p:cNvSpPr>
            <a:spLocks noGrp="1"/>
          </p:cNvSpPr>
          <p:nvPr>
            <p:ph type="title"/>
          </p:nvPr>
        </p:nvSpPr>
        <p:spPr/>
        <p:txBody>
          <a:bodyPr/>
          <a:lstStyle/>
          <a:p>
            <a:r>
              <a:rPr lang="zh-CN" altLang="en-US"/>
              <a:t>点击此处添加页面标题</a:t>
            </a:r>
          </a:p>
        </p:txBody>
      </p:sp>
    </p:spTree>
    <p:extLst>
      <p:ext uri="{BB962C8B-B14F-4D97-AF65-F5344CB8AC3E}">
        <p14:creationId xmlns:p14="http://schemas.microsoft.com/office/powerpoint/2010/main" val="2039368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80C6A-0523-2F5A-42A0-000843D5E749}"/>
            </a:ext>
          </a:extLst>
        </p:cNvPr>
        <p:cNvGrpSpPr/>
        <p:nvPr/>
      </p:nvGrpSpPr>
      <p:grpSpPr>
        <a:xfrm>
          <a:off x="0" y="0"/>
          <a:ext cx="0" cy="0"/>
          <a:chOff x="0" y="0"/>
          <a:chExt cx="0" cy="0"/>
        </a:xfrm>
      </p:grpSpPr>
      <p:grpSp>
        <p:nvGrpSpPr>
          <p:cNvPr id="32" name="组合 31">
            <a:extLst>
              <a:ext uri="{FF2B5EF4-FFF2-40B4-BE49-F238E27FC236}">
                <a16:creationId xmlns:a16="http://schemas.microsoft.com/office/drawing/2014/main" id="{8E692734-CF2F-5DB7-33A8-85F20BEAB376}"/>
              </a:ext>
            </a:extLst>
          </p:cNvPr>
          <p:cNvGrpSpPr/>
          <p:nvPr/>
        </p:nvGrpSpPr>
        <p:grpSpPr>
          <a:xfrm>
            <a:off x="0" y="0"/>
            <a:ext cx="12192000" cy="6858000"/>
            <a:chOff x="0" y="0"/>
            <a:chExt cx="12192000" cy="6858000"/>
          </a:xfrm>
        </p:grpSpPr>
        <p:sp>
          <p:nvSpPr>
            <p:cNvPr id="4" name="PictureMisc1">
              <a:extLst>
                <a:ext uri="{FF2B5EF4-FFF2-40B4-BE49-F238E27FC236}">
                  <a16:creationId xmlns:a16="http://schemas.microsoft.com/office/drawing/2014/main" id="{A629A91B-FFBA-3AB2-48E6-9A5949CD4E95}"/>
                </a:ext>
              </a:extLst>
            </p:cNvPr>
            <p:cNvSpPr/>
            <p:nvPr/>
          </p:nvSpPr>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dpi="0" rotWithShape="1">
              <a:blip r:embed="rId3">
                <a:alphaModFix amt="34000"/>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5" name="Title">
              <a:extLst>
                <a:ext uri="{FF2B5EF4-FFF2-40B4-BE49-F238E27FC236}">
                  <a16:creationId xmlns:a16="http://schemas.microsoft.com/office/drawing/2014/main" id="{673F19E2-5409-0319-54D8-29CD5CCAF30B}"/>
                </a:ext>
              </a:extLst>
            </p:cNvPr>
            <p:cNvSpPr txBox="1"/>
            <p:nvPr/>
          </p:nvSpPr>
          <p:spPr>
            <a:xfrm>
              <a:off x="673102" y="1130300"/>
              <a:ext cx="4989432" cy="1435100"/>
            </a:xfrm>
            <a:prstGeom prst="rect">
              <a:avLst/>
            </a:prstGeom>
            <a:noFill/>
          </p:spPr>
          <p:txBody>
            <a:bodyPr wrap="square" lIns="91440" tIns="45720" rIns="91440" bIns="45720" rtlCol="0" anchor="t" anchorCtr="0">
              <a:normAutofit/>
            </a:bodyPr>
            <a:lstStyle/>
            <a:p>
              <a:r>
                <a:rPr lang="zh-CN" altLang="en-US" sz="2400" b="1">
                  <a:latin typeface="Arial" panose="020B0604020202020204" pitchFamily="34" charset="0"/>
                  <a:ea typeface="微软雅黑" panose="020B0503020204020204" pitchFamily="34" charset="-122"/>
                  <a:sym typeface="Arial" panose="020B0604020202020204" pitchFamily="34" charset="0"/>
                </a:rPr>
                <a:t>点击此处添加长一点的副标题</a:t>
              </a:r>
              <a:endParaRPr lang="en-US" sz="2400" dirty="0">
                <a:latin typeface="Arial" panose="020B0604020202020204" pitchFamily="34" charset="0"/>
                <a:sym typeface="Arial" panose="020B0604020202020204" pitchFamily="34" charset="0"/>
              </a:endParaRPr>
            </a:p>
          </p:txBody>
        </p:sp>
        <p:pic>
          <p:nvPicPr>
            <p:cNvPr id="6" name="图片 5">
              <a:extLst>
                <a:ext uri="{FF2B5EF4-FFF2-40B4-BE49-F238E27FC236}">
                  <a16:creationId xmlns:a16="http://schemas.microsoft.com/office/drawing/2014/main" id="{38E1A353-D60F-6972-74A3-BD22173156B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1" y="3832082"/>
              <a:ext cx="5089955" cy="3025918"/>
            </a:xfrm>
            <a:custGeom>
              <a:avLst/>
              <a:gdLst>
                <a:gd name="csX0" fmla="*/ 0 w 5089955"/>
                <a:gd name="csY0" fmla="*/ 0 h 3025918"/>
                <a:gd name="csX1" fmla="*/ 5089955 w 5089955"/>
                <a:gd name="csY1" fmla="*/ 0 h 3025918"/>
                <a:gd name="csX2" fmla="*/ 5089955 w 5089955"/>
                <a:gd name="csY2" fmla="*/ 3025918 h 3025918"/>
                <a:gd name="csX3" fmla="*/ 0 w 5089955"/>
                <a:gd name="csY3" fmla="*/ 3025918 h 3025918"/>
              </a:gdLst>
              <a:ahLst/>
              <a:cxnLst>
                <a:cxn ang="0">
                  <a:pos x="csX0" y="csY0"/>
                </a:cxn>
                <a:cxn ang="0">
                  <a:pos x="csX1" y="csY1"/>
                </a:cxn>
                <a:cxn ang="0">
                  <a:pos x="csX2" y="csY2"/>
                </a:cxn>
                <a:cxn ang="0">
                  <a:pos x="csX3" y="csY3"/>
                </a:cxn>
              </a:cxnLst>
              <a:rect l="l" t="t" r="r" b="b"/>
              <a:pathLst>
                <a:path w="5089955" h="3025918">
                  <a:moveTo>
                    <a:pt x="0" y="0"/>
                  </a:moveTo>
                  <a:lnTo>
                    <a:pt x="5089955" y="0"/>
                  </a:lnTo>
                  <a:lnTo>
                    <a:pt x="5089955" y="3025918"/>
                  </a:lnTo>
                  <a:lnTo>
                    <a:pt x="0" y="3025918"/>
                  </a:lnTo>
                  <a:close/>
                </a:path>
              </a:pathLst>
            </a:custGeom>
          </p:spPr>
        </p:pic>
        <p:pic>
          <p:nvPicPr>
            <p:cNvPr id="7" name="图片 6">
              <a:extLst>
                <a:ext uri="{FF2B5EF4-FFF2-40B4-BE49-F238E27FC236}">
                  <a16:creationId xmlns:a16="http://schemas.microsoft.com/office/drawing/2014/main" id="{01E3EE86-8181-DC9F-47FA-E9ABDCD5B74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0" y="2309250"/>
              <a:ext cx="5921486" cy="3827562"/>
            </a:xfrm>
            <a:custGeom>
              <a:avLst/>
              <a:gdLst>
                <a:gd name="csX0" fmla="*/ 0 w 5921486"/>
                <a:gd name="csY0" fmla="*/ 0 h 3827562"/>
                <a:gd name="csX1" fmla="*/ 5921486 w 5921486"/>
                <a:gd name="csY1" fmla="*/ 0 h 3827562"/>
                <a:gd name="csX2" fmla="*/ 5921486 w 5921486"/>
                <a:gd name="csY2" fmla="*/ 3827562 h 3827562"/>
                <a:gd name="csX3" fmla="*/ 0 w 5921486"/>
                <a:gd name="csY3" fmla="*/ 3827562 h 3827562"/>
              </a:gdLst>
              <a:ahLst/>
              <a:cxnLst>
                <a:cxn ang="0">
                  <a:pos x="csX0" y="csY0"/>
                </a:cxn>
                <a:cxn ang="0">
                  <a:pos x="csX1" y="csY1"/>
                </a:cxn>
                <a:cxn ang="0">
                  <a:pos x="csX2" y="csY2"/>
                </a:cxn>
                <a:cxn ang="0">
                  <a:pos x="csX3" y="csY3"/>
                </a:cxn>
              </a:cxnLst>
              <a:rect l="l" t="t" r="r" b="b"/>
              <a:pathLst>
                <a:path w="5921486" h="3827562">
                  <a:moveTo>
                    <a:pt x="0" y="0"/>
                  </a:moveTo>
                  <a:lnTo>
                    <a:pt x="5921486" y="0"/>
                  </a:lnTo>
                  <a:lnTo>
                    <a:pt x="5921486" y="3827562"/>
                  </a:lnTo>
                  <a:lnTo>
                    <a:pt x="0" y="3827562"/>
                  </a:lnTo>
                  <a:close/>
                </a:path>
              </a:pathLst>
            </a:custGeom>
          </p:spPr>
        </p:pic>
        <p:pic>
          <p:nvPicPr>
            <p:cNvPr id="8" name="图片 7">
              <a:extLst>
                <a:ext uri="{FF2B5EF4-FFF2-40B4-BE49-F238E27FC236}">
                  <a16:creationId xmlns:a16="http://schemas.microsoft.com/office/drawing/2014/main" id="{264BF432-D16F-D476-EA0B-E5B7EA5FB431}"/>
                </a:ext>
              </a:extLst>
            </p:cNvPr>
            <p:cNvPicPr>
              <a:picLocks noChangeAspect="1"/>
            </p:cNvPicPr>
            <p:nvPr/>
          </p:nvPicPr>
          <p:blipFill rotWithShape="1">
            <a:blip r:embed="rId6">
              <a:extLst>
                <a:ext uri="{28A0092B-C50C-407E-A947-70E740481C1C}">
                  <a14:useLocalDpi xmlns:a14="http://schemas.microsoft.com/office/drawing/2010/main" val="0"/>
                </a:ext>
              </a:extLst>
            </a:blip>
            <a:srcRect l="29438" r="29438"/>
            <a:stretch>
              <a:fillRect/>
            </a:stretch>
          </p:blipFill>
          <p:spPr>
            <a:xfrm>
              <a:off x="3181470" y="3426632"/>
              <a:ext cx="1951222" cy="2670354"/>
            </a:xfrm>
            <a:prstGeom prst="rect">
              <a:avLst/>
            </a:prstGeom>
          </p:spPr>
        </p:pic>
        <p:cxnSp>
          <p:nvCxnSpPr>
            <p:cNvPr id="9" name="išḷîďê">
              <a:extLst>
                <a:ext uri="{FF2B5EF4-FFF2-40B4-BE49-F238E27FC236}">
                  <a16:creationId xmlns:a16="http://schemas.microsoft.com/office/drawing/2014/main" id="{48DB4B98-BDAE-98A9-49D3-577E93FA56D2}"/>
                </a:ext>
              </a:extLst>
            </p:cNvPr>
            <p:cNvCxnSpPr>
              <a:cxnSpLocks/>
              <a:stCxn id="28" idx="4"/>
              <a:endCxn id="17" idx="0"/>
            </p:cNvCxnSpPr>
            <p:nvPr/>
          </p:nvCxnSpPr>
          <p:spPr>
            <a:xfrm>
              <a:off x="6234221" y="2335802"/>
              <a:ext cx="0" cy="2727201"/>
            </a:xfrm>
            <a:prstGeom prst="straightConnector1">
              <a:avLst/>
            </a:prstGeom>
            <a:ln w="63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6" name="矩形: 圆角 25">
              <a:extLst>
                <a:ext uri="{FF2B5EF4-FFF2-40B4-BE49-F238E27FC236}">
                  <a16:creationId xmlns:a16="http://schemas.microsoft.com/office/drawing/2014/main" id="{01FE81AE-8841-0098-3A0A-1FA46D66AD16}"/>
                </a:ext>
              </a:extLst>
            </p:cNvPr>
            <p:cNvSpPr/>
            <p:nvPr/>
          </p:nvSpPr>
          <p:spPr>
            <a:xfrm>
              <a:off x="6551073" y="1325435"/>
              <a:ext cx="4967827" cy="1541464"/>
            </a:xfrm>
            <a:prstGeom prst="roundRect">
              <a:avLst>
                <a:gd name="adj" fmla="val 10983"/>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solidFill>
                  <a:srgbClr val="000000"/>
                </a:solidFill>
              </a:endParaRPr>
            </a:p>
          </p:txBody>
        </p:sp>
        <p:pic>
          <p:nvPicPr>
            <p:cNvPr id="11" name="图片 10">
              <a:extLst>
                <a:ext uri="{FF2B5EF4-FFF2-40B4-BE49-F238E27FC236}">
                  <a16:creationId xmlns:a16="http://schemas.microsoft.com/office/drawing/2014/main" id="{A57B19A0-8DD7-35AA-45E2-D675191B78C1}"/>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rot="20763236">
              <a:off x="10650003" y="538393"/>
              <a:ext cx="1424684" cy="1147765"/>
            </a:xfrm>
            <a:custGeom>
              <a:avLst/>
              <a:gdLst>
                <a:gd name="csX0" fmla="*/ 0 w 2482846"/>
                <a:gd name="csY0" fmla="*/ 0 h 2000250"/>
                <a:gd name="csX1" fmla="*/ 2482846 w 2482846"/>
                <a:gd name="csY1" fmla="*/ 0 h 2000250"/>
                <a:gd name="csX2" fmla="*/ 2482846 w 2482846"/>
                <a:gd name="csY2" fmla="*/ 2000250 h 2000250"/>
                <a:gd name="csX3" fmla="*/ 0 w 2482846"/>
                <a:gd name="csY3" fmla="*/ 2000250 h 2000250"/>
              </a:gdLst>
              <a:ahLst/>
              <a:cxnLst>
                <a:cxn ang="0">
                  <a:pos x="csX0" y="csY0"/>
                </a:cxn>
                <a:cxn ang="0">
                  <a:pos x="csX1" y="csY1"/>
                </a:cxn>
                <a:cxn ang="0">
                  <a:pos x="csX2" y="csY2"/>
                </a:cxn>
                <a:cxn ang="0">
                  <a:pos x="csX3" y="csY3"/>
                </a:cxn>
              </a:cxnLst>
              <a:rect l="l" t="t" r="r" b="b"/>
              <a:pathLst>
                <a:path w="2482846" h="2000250">
                  <a:moveTo>
                    <a:pt x="0" y="0"/>
                  </a:moveTo>
                  <a:lnTo>
                    <a:pt x="2482846" y="0"/>
                  </a:lnTo>
                  <a:lnTo>
                    <a:pt x="2482846" y="2000250"/>
                  </a:lnTo>
                  <a:lnTo>
                    <a:pt x="0" y="2000250"/>
                  </a:lnTo>
                  <a:close/>
                </a:path>
              </a:pathLst>
            </a:custGeom>
          </p:spPr>
        </p:pic>
        <p:sp>
          <p:nvSpPr>
            <p:cNvPr id="21" name="矩形: 圆角 20">
              <a:extLst>
                <a:ext uri="{FF2B5EF4-FFF2-40B4-BE49-F238E27FC236}">
                  <a16:creationId xmlns:a16="http://schemas.microsoft.com/office/drawing/2014/main" id="{8A1DF778-E350-2E7F-8FF8-D663BF4BF83E}"/>
                </a:ext>
              </a:extLst>
            </p:cNvPr>
            <p:cNvSpPr/>
            <p:nvPr/>
          </p:nvSpPr>
          <p:spPr>
            <a:xfrm>
              <a:off x="6551073" y="2959036"/>
              <a:ext cx="4967827" cy="1541464"/>
            </a:xfrm>
            <a:prstGeom prst="roundRect">
              <a:avLst>
                <a:gd name="adj" fmla="val 10983"/>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solidFill>
                  <a:srgbClr val="000000"/>
                </a:solidFill>
              </a:endParaRPr>
            </a:p>
          </p:txBody>
        </p:sp>
        <p:sp>
          <p:nvSpPr>
            <p:cNvPr id="15" name="矩形: 圆角 14">
              <a:extLst>
                <a:ext uri="{FF2B5EF4-FFF2-40B4-BE49-F238E27FC236}">
                  <a16:creationId xmlns:a16="http://schemas.microsoft.com/office/drawing/2014/main" id="{26A3F93E-BE24-3608-FEAA-4DDA6ECC6853}"/>
                </a:ext>
              </a:extLst>
            </p:cNvPr>
            <p:cNvSpPr/>
            <p:nvPr/>
          </p:nvSpPr>
          <p:spPr>
            <a:xfrm>
              <a:off x="6551073" y="4592636"/>
              <a:ext cx="4967827" cy="1541464"/>
            </a:xfrm>
            <a:prstGeom prst="roundRect">
              <a:avLst>
                <a:gd name="adj" fmla="val 10983"/>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p>
          </p:txBody>
        </p:sp>
        <p:pic>
          <p:nvPicPr>
            <p:cNvPr id="14" name="图片 13">
              <a:extLst>
                <a:ext uri="{FF2B5EF4-FFF2-40B4-BE49-F238E27FC236}">
                  <a16:creationId xmlns:a16="http://schemas.microsoft.com/office/drawing/2014/main" id="{B9BC9B2A-0BD8-EC36-3150-9BEC2539260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4284625" y="2317967"/>
              <a:ext cx="723407" cy="774954"/>
            </a:xfrm>
            <a:custGeom>
              <a:avLst/>
              <a:gdLst>
                <a:gd name="csX0" fmla="*/ 0 w 1263650"/>
                <a:gd name="csY0" fmla="*/ 0 h 2096767"/>
                <a:gd name="csX1" fmla="*/ 1263650 w 1263650"/>
                <a:gd name="csY1" fmla="*/ 0 h 2096767"/>
                <a:gd name="csX2" fmla="*/ 1263650 w 1263650"/>
                <a:gd name="csY2" fmla="*/ 2096767 h 2096767"/>
                <a:gd name="csX3" fmla="*/ 318117 w 1263650"/>
                <a:gd name="csY3" fmla="*/ 2096767 h 2096767"/>
                <a:gd name="csX4" fmla="*/ 298450 w 1263650"/>
                <a:gd name="csY4" fmla="*/ 2032848 h 2096767"/>
                <a:gd name="csX5" fmla="*/ 237490 w 1263650"/>
                <a:gd name="csY5" fmla="*/ 1931248 h 2096767"/>
                <a:gd name="csX6" fmla="*/ 151130 w 1263650"/>
                <a:gd name="csY6" fmla="*/ 1865208 h 2096767"/>
                <a:gd name="csX7" fmla="*/ 0 w 1263650"/>
                <a:gd name="csY7" fmla="*/ 1840020 h 20967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63650" h="2096767">
                  <a:moveTo>
                    <a:pt x="0" y="0"/>
                  </a:moveTo>
                  <a:lnTo>
                    <a:pt x="1263650" y="0"/>
                  </a:lnTo>
                  <a:lnTo>
                    <a:pt x="1263650" y="2096767"/>
                  </a:lnTo>
                  <a:lnTo>
                    <a:pt x="318117" y="2096767"/>
                  </a:lnTo>
                  <a:lnTo>
                    <a:pt x="298450" y="2032848"/>
                  </a:lnTo>
                  <a:cubicBezTo>
                    <a:pt x="290926" y="2014791"/>
                    <a:pt x="252351" y="1948090"/>
                    <a:pt x="237490" y="1931248"/>
                  </a:cubicBezTo>
                  <a:cubicBezTo>
                    <a:pt x="207557" y="1897324"/>
                    <a:pt x="187338" y="1887838"/>
                    <a:pt x="151130" y="1865208"/>
                  </a:cubicBezTo>
                  <a:lnTo>
                    <a:pt x="0" y="1840020"/>
                  </a:lnTo>
                  <a:close/>
                </a:path>
              </a:pathLst>
            </a:custGeom>
          </p:spPr>
        </p:pic>
        <p:grpSp>
          <p:nvGrpSpPr>
            <p:cNvPr id="2" name="组合 1">
              <a:extLst>
                <a:ext uri="{FF2B5EF4-FFF2-40B4-BE49-F238E27FC236}">
                  <a16:creationId xmlns:a16="http://schemas.microsoft.com/office/drawing/2014/main" id="{F822C6F2-91D2-6B76-8EDE-01A368EC7ABD}"/>
                </a:ext>
              </a:extLst>
            </p:cNvPr>
            <p:cNvGrpSpPr/>
            <p:nvPr/>
          </p:nvGrpSpPr>
          <p:grpSpPr>
            <a:xfrm>
              <a:off x="5964221" y="1379901"/>
              <a:ext cx="4912060" cy="1353414"/>
              <a:chOff x="5964221" y="1379901"/>
              <a:chExt cx="4912060" cy="1353414"/>
            </a:xfrm>
          </p:grpSpPr>
          <p:sp>
            <p:nvSpPr>
              <p:cNvPr id="28" name="Number1">
                <a:extLst>
                  <a:ext uri="{FF2B5EF4-FFF2-40B4-BE49-F238E27FC236}">
                    <a16:creationId xmlns:a16="http://schemas.microsoft.com/office/drawing/2014/main" id="{67FFD44D-B698-FABF-B7D7-B3A2E37BBF26}"/>
                  </a:ext>
                </a:extLst>
              </p:cNvPr>
              <p:cNvSpPr txBox="1"/>
              <p:nvPr/>
            </p:nvSpPr>
            <p:spPr>
              <a:xfrm>
                <a:off x="5964221" y="1795802"/>
                <a:ext cx="540000" cy="540000"/>
              </a:xfrm>
              <a:prstGeom prst="ellipse">
                <a:avLst/>
              </a:prstGeom>
              <a:gradFill>
                <a:gsLst>
                  <a:gs pos="39000">
                    <a:schemeClr val="accent1"/>
                  </a:gs>
                  <a:gs pos="100000">
                    <a:schemeClr val="accent1">
                      <a:lumMod val="60000"/>
                      <a:lumOff val="40000"/>
                    </a:schemeClr>
                  </a:gs>
                </a:gsLst>
                <a:lin ang="13500000" scaled="1"/>
              </a:gradFill>
              <a:ln w="12700" cap="flat">
                <a:noFill/>
                <a:prstDash val="solid"/>
                <a:miter/>
              </a:ln>
              <a:effectLst/>
            </p:spPr>
            <p:txBody>
              <a:bodyPr wrap="none" lIns="91440" tIns="45720" rIns="91440" bIns="45720" rtlCol="0" anchor="ctr">
                <a:normAutofit/>
              </a:bodyPr>
              <a:lstStyle>
                <a:defPPr>
                  <a:defRPr lang="zh-CN"/>
                </a:defPPr>
                <a:lvl1pPr>
                  <a:defRPr/>
                </a:lvl1pPr>
              </a:lstStyle>
              <a:p>
                <a:pPr algn="ctr"/>
                <a:r>
                  <a:rPr lang="en-US" altLang="zh-CN" b="1">
                    <a:solidFill>
                      <a:srgbClr val="FFFFFF"/>
                    </a:solidFill>
                    <a:latin typeface="Arial" panose="020B0604020202020204" pitchFamily="34" charset="0"/>
                    <a:ea typeface="微软雅黑" panose="020B0503020204020204" pitchFamily="34" charset="-122"/>
                    <a:sym typeface="Arial" panose="020B0604020202020204" pitchFamily="34" charset="0"/>
                  </a:rPr>
                  <a:t>01</a:t>
                </a:r>
                <a:endParaRPr lang="zh-CN" altLang="en-US"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Text1">
                <a:extLst>
                  <a:ext uri="{FF2B5EF4-FFF2-40B4-BE49-F238E27FC236}">
                    <a16:creationId xmlns:a16="http://schemas.microsoft.com/office/drawing/2014/main" id="{3E92BE3E-FAE3-1780-05D9-17DBBC85D149}"/>
                  </a:ext>
                </a:extLst>
              </p:cNvPr>
              <p:cNvSpPr/>
              <p:nvPr/>
            </p:nvSpPr>
            <p:spPr>
              <a:xfrm flipH="1">
                <a:off x="6625827" y="1948861"/>
                <a:ext cx="4250452" cy="784454"/>
              </a:xfrm>
              <a:prstGeom prst="rect">
                <a:avLst/>
              </a:prstGeom>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a:t>
                </a:r>
                <a:endParaRPr lang="en-US" sz="1200" dirty="0">
                  <a:solidFill>
                    <a:srgbClr val="000000"/>
                  </a:solidFill>
                  <a:latin typeface="Arial" panose="020B0604020202020204" pitchFamily="34" charset="0"/>
                  <a:sym typeface="Arial" panose="020B0604020202020204" pitchFamily="34" charset="0"/>
                </a:endParaRPr>
              </a:p>
            </p:txBody>
          </p:sp>
          <p:sp>
            <p:nvSpPr>
              <p:cNvPr id="29" name="Bullet1">
                <a:extLst>
                  <a:ext uri="{FF2B5EF4-FFF2-40B4-BE49-F238E27FC236}">
                    <a16:creationId xmlns:a16="http://schemas.microsoft.com/office/drawing/2014/main" id="{39FD2462-34C1-A3CD-B48F-8C6A7E5BA24C}"/>
                  </a:ext>
                </a:extLst>
              </p:cNvPr>
              <p:cNvSpPr txBox="1"/>
              <p:nvPr/>
            </p:nvSpPr>
            <p:spPr>
              <a:xfrm>
                <a:off x="6625831" y="1379901"/>
                <a:ext cx="4250450" cy="568960"/>
              </a:xfrm>
              <a:prstGeom prst="rect">
                <a:avLst/>
              </a:prstGeom>
              <a:noFill/>
            </p:spPr>
            <p:txBody>
              <a:bodyPr wrap="square" lIns="91440" tIns="45720" rIns="91440" bIns="45720" rtlCol="0" anchor="b" anchorCtr="0">
                <a:norm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lnSpc>
                    <a:spcPct val="120000"/>
                  </a:lnSpc>
                </a:pPr>
                <a:r>
                  <a:rPr lang="zh-CN" altLang="en-US" sz="1800">
                    <a:solidFill>
                      <a:srgbClr val="000000"/>
                    </a:solidFill>
                    <a:effectLst/>
                    <a:latin typeface="Arial" panose="020B0604020202020204" pitchFamily="34" charset="0"/>
                    <a:ea typeface="微软雅黑" panose="020B0503020204020204" pitchFamily="34" charset="-122"/>
                    <a:sym typeface="Arial" panose="020B0604020202020204" pitchFamily="34" charset="0"/>
                  </a:rPr>
                  <a:t>单击添加小标题</a:t>
                </a:r>
                <a:endParaRPr lang="en-US" sz="1800" dirty="0">
                  <a:solidFill>
                    <a:srgbClr val="000000"/>
                  </a:solidFill>
                  <a:latin typeface="Arial" panose="020B0604020202020204" pitchFamily="34" charset="0"/>
                  <a:sym typeface="Arial" panose="020B0604020202020204" pitchFamily="34" charset="0"/>
                </a:endParaRPr>
              </a:p>
            </p:txBody>
          </p:sp>
        </p:grpSp>
        <p:grpSp>
          <p:nvGrpSpPr>
            <p:cNvPr id="19" name="组合 18">
              <a:extLst>
                <a:ext uri="{FF2B5EF4-FFF2-40B4-BE49-F238E27FC236}">
                  <a16:creationId xmlns:a16="http://schemas.microsoft.com/office/drawing/2014/main" id="{1FD03EC8-A1ED-E13A-DB0D-D39699B7933D}"/>
                </a:ext>
              </a:extLst>
            </p:cNvPr>
            <p:cNvGrpSpPr/>
            <p:nvPr/>
          </p:nvGrpSpPr>
          <p:grpSpPr>
            <a:xfrm>
              <a:off x="5964221" y="3013502"/>
              <a:ext cx="4912060" cy="1353414"/>
              <a:chOff x="5964221" y="3013502"/>
              <a:chExt cx="4912060" cy="1353414"/>
            </a:xfrm>
          </p:grpSpPr>
          <p:sp>
            <p:nvSpPr>
              <p:cNvPr id="23" name="Number2">
                <a:extLst>
                  <a:ext uri="{FF2B5EF4-FFF2-40B4-BE49-F238E27FC236}">
                    <a16:creationId xmlns:a16="http://schemas.microsoft.com/office/drawing/2014/main" id="{3F2B0BC0-5FA2-08EF-044E-653895A6EF3A}"/>
                  </a:ext>
                </a:extLst>
              </p:cNvPr>
              <p:cNvSpPr txBox="1"/>
              <p:nvPr/>
            </p:nvSpPr>
            <p:spPr>
              <a:xfrm>
                <a:off x="5964221" y="3429403"/>
                <a:ext cx="540000" cy="540000"/>
              </a:xfrm>
              <a:prstGeom prst="ellipse">
                <a:avLst/>
              </a:prstGeom>
              <a:gradFill>
                <a:gsLst>
                  <a:gs pos="39000">
                    <a:schemeClr val="accent2"/>
                  </a:gs>
                  <a:gs pos="100000">
                    <a:schemeClr val="accent2">
                      <a:lumMod val="60000"/>
                      <a:lumOff val="40000"/>
                    </a:schemeClr>
                  </a:gs>
                </a:gsLst>
                <a:lin ang="13500000" scaled="1"/>
              </a:gradFill>
              <a:ln w="12700" cap="flat">
                <a:noFill/>
                <a:prstDash val="solid"/>
                <a:miter/>
              </a:ln>
              <a:effectLst/>
            </p:spPr>
            <p:txBody>
              <a:bodyPr wrap="none" lIns="91440" tIns="45720" rIns="91440" bIns="45720" rtlCol="0" anchor="ctr">
                <a:normAutofit/>
              </a:bodyPr>
              <a:lstStyle>
                <a:defPPr>
                  <a:defRPr lang="zh-CN"/>
                </a:defPPr>
                <a:lvl1pPr>
                  <a:defRPr/>
                </a:lvl1pPr>
              </a:lstStyle>
              <a:p>
                <a:pPr algn="ctr"/>
                <a:r>
                  <a:rPr lang="en-US" altLang="zh-CN" b="1">
                    <a:solidFill>
                      <a:srgbClr val="FFFFFF"/>
                    </a:solidFill>
                    <a:latin typeface="Arial" panose="020B0604020202020204" pitchFamily="34" charset="0"/>
                    <a:ea typeface="微软雅黑" panose="020B0503020204020204" pitchFamily="34" charset="-122"/>
                    <a:sym typeface="Arial" panose="020B0604020202020204" pitchFamily="34" charset="0"/>
                  </a:rPr>
                  <a:t>02</a:t>
                </a:r>
                <a:endParaRPr lang="zh-CN" altLang="en-US"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Text2">
                <a:extLst>
                  <a:ext uri="{FF2B5EF4-FFF2-40B4-BE49-F238E27FC236}">
                    <a16:creationId xmlns:a16="http://schemas.microsoft.com/office/drawing/2014/main" id="{FBBC39A9-8FAD-F5FF-2CB9-ED1DB84FEB50}"/>
                  </a:ext>
                </a:extLst>
              </p:cNvPr>
              <p:cNvSpPr/>
              <p:nvPr/>
            </p:nvSpPr>
            <p:spPr>
              <a:xfrm flipH="1">
                <a:off x="6625827" y="3582462"/>
                <a:ext cx="4250452" cy="784454"/>
              </a:xfrm>
              <a:prstGeom prst="rect">
                <a:avLst/>
              </a:prstGeom>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a:t>
                </a:r>
                <a:endParaRPr lang="en-US" sz="1200" dirty="0">
                  <a:solidFill>
                    <a:srgbClr val="000000"/>
                  </a:solidFill>
                  <a:latin typeface="Arial" panose="020B0604020202020204" pitchFamily="34" charset="0"/>
                  <a:sym typeface="Arial" panose="020B0604020202020204" pitchFamily="34" charset="0"/>
                </a:endParaRPr>
              </a:p>
            </p:txBody>
          </p:sp>
          <p:sp>
            <p:nvSpPr>
              <p:cNvPr id="24" name="Bullet2">
                <a:extLst>
                  <a:ext uri="{FF2B5EF4-FFF2-40B4-BE49-F238E27FC236}">
                    <a16:creationId xmlns:a16="http://schemas.microsoft.com/office/drawing/2014/main" id="{B8DB06C1-5259-2C68-9547-01A0491185D7}"/>
                  </a:ext>
                </a:extLst>
              </p:cNvPr>
              <p:cNvSpPr txBox="1"/>
              <p:nvPr/>
            </p:nvSpPr>
            <p:spPr>
              <a:xfrm>
                <a:off x="6625831" y="3013502"/>
                <a:ext cx="4250450" cy="568960"/>
              </a:xfrm>
              <a:prstGeom prst="rect">
                <a:avLst/>
              </a:prstGeom>
              <a:noFill/>
            </p:spPr>
            <p:txBody>
              <a:bodyPr wrap="square" lIns="91440" tIns="45720" rIns="91440" bIns="45720" rtlCol="0" anchor="b" anchorCtr="0">
                <a:norm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lnSpc>
                    <a:spcPct val="120000"/>
                  </a:lnSpc>
                </a:pPr>
                <a:r>
                  <a:rPr lang="zh-CN" altLang="en-US" sz="1800">
                    <a:solidFill>
                      <a:srgbClr val="000000"/>
                    </a:solidFill>
                    <a:effectLst/>
                    <a:latin typeface="Arial" panose="020B0604020202020204" pitchFamily="34" charset="0"/>
                    <a:ea typeface="微软雅黑" panose="020B0503020204020204" pitchFamily="34" charset="-122"/>
                    <a:sym typeface="Arial" panose="020B0604020202020204" pitchFamily="34" charset="0"/>
                  </a:rPr>
                  <a:t>单击添加小标题</a:t>
                </a:r>
                <a:endParaRPr lang="en-US" sz="1800" dirty="0">
                  <a:solidFill>
                    <a:srgbClr val="000000"/>
                  </a:solidFill>
                  <a:latin typeface="Arial" panose="020B0604020202020204" pitchFamily="34" charset="0"/>
                  <a:sym typeface="Arial" panose="020B0604020202020204" pitchFamily="34" charset="0"/>
                </a:endParaRPr>
              </a:p>
            </p:txBody>
          </p:sp>
        </p:grpSp>
        <p:grpSp>
          <p:nvGrpSpPr>
            <p:cNvPr id="31" name="组合 30">
              <a:extLst>
                <a:ext uri="{FF2B5EF4-FFF2-40B4-BE49-F238E27FC236}">
                  <a16:creationId xmlns:a16="http://schemas.microsoft.com/office/drawing/2014/main" id="{103EC531-1AF6-C4FF-355E-2EA325115DD9}"/>
                </a:ext>
              </a:extLst>
            </p:cNvPr>
            <p:cNvGrpSpPr/>
            <p:nvPr/>
          </p:nvGrpSpPr>
          <p:grpSpPr>
            <a:xfrm>
              <a:off x="5964221" y="4647102"/>
              <a:ext cx="4912060" cy="1353414"/>
              <a:chOff x="5964221" y="4647102"/>
              <a:chExt cx="4912060" cy="1353414"/>
            </a:xfrm>
          </p:grpSpPr>
          <p:sp>
            <p:nvSpPr>
              <p:cNvPr id="17" name="Number3">
                <a:extLst>
                  <a:ext uri="{FF2B5EF4-FFF2-40B4-BE49-F238E27FC236}">
                    <a16:creationId xmlns:a16="http://schemas.microsoft.com/office/drawing/2014/main" id="{A6FADD8C-F3A3-415A-54EF-1E02B98DE203}"/>
                  </a:ext>
                </a:extLst>
              </p:cNvPr>
              <p:cNvSpPr txBox="1"/>
              <p:nvPr/>
            </p:nvSpPr>
            <p:spPr>
              <a:xfrm>
                <a:off x="5964221" y="5063003"/>
                <a:ext cx="540000" cy="540000"/>
              </a:xfrm>
              <a:prstGeom prst="ellipse">
                <a:avLst/>
              </a:prstGeom>
              <a:gradFill>
                <a:gsLst>
                  <a:gs pos="39000">
                    <a:schemeClr val="accent1"/>
                  </a:gs>
                  <a:gs pos="100000">
                    <a:schemeClr val="accent1">
                      <a:lumMod val="60000"/>
                      <a:lumOff val="40000"/>
                    </a:schemeClr>
                  </a:gs>
                </a:gsLst>
                <a:lin ang="13500000" scaled="1"/>
              </a:gradFill>
              <a:ln w="12700" cap="flat">
                <a:noFill/>
                <a:prstDash val="solid"/>
                <a:miter/>
              </a:ln>
              <a:effectLst/>
            </p:spPr>
            <p:txBody>
              <a:bodyPr wrap="none" lIns="91440" tIns="45720" rIns="91440" bIns="45720" rtlCol="0" anchor="ctr">
                <a:normAutofit/>
              </a:bodyPr>
              <a:lstStyle>
                <a:defPPr>
                  <a:defRPr lang="zh-CN"/>
                </a:defPPr>
                <a:lvl1pPr>
                  <a:defRPr/>
                </a:lvl1pPr>
              </a:lstStyle>
              <a:p>
                <a:pPr algn="ctr"/>
                <a:r>
                  <a:rPr lang="en-US" altLang="zh-CN" b="1">
                    <a:solidFill>
                      <a:srgbClr val="FFFFFF"/>
                    </a:solidFill>
                    <a:latin typeface="Arial" panose="020B0604020202020204" pitchFamily="34" charset="0"/>
                    <a:ea typeface="微软雅黑" panose="020B0503020204020204" pitchFamily="34" charset="-122"/>
                    <a:sym typeface="Arial" panose="020B0604020202020204" pitchFamily="34" charset="0"/>
                  </a:rPr>
                  <a:t>03</a:t>
                </a:r>
                <a:endParaRPr lang="zh-CN" altLang="en-US"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Text3">
                <a:extLst>
                  <a:ext uri="{FF2B5EF4-FFF2-40B4-BE49-F238E27FC236}">
                    <a16:creationId xmlns:a16="http://schemas.microsoft.com/office/drawing/2014/main" id="{5132A5E1-0490-A6DA-B905-F1E847ECFBA2}"/>
                  </a:ext>
                </a:extLst>
              </p:cNvPr>
              <p:cNvSpPr/>
              <p:nvPr/>
            </p:nvSpPr>
            <p:spPr>
              <a:xfrm flipH="1">
                <a:off x="6625827" y="5216062"/>
                <a:ext cx="4250452" cy="784454"/>
              </a:xfrm>
              <a:prstGeom prst="rect">
                <a:avLst/>
              </a:prstGeom>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a:t>
                </a:r>
                <a:endParaRPr lang="en-US" sz="1200" dirty="0">
                  <a:solidFill>
                    <a:srgbClr val="000000"/>
                  </a:solidFill>
                  <a:latin typeface="Arial" panose="020B0604020202020204" pitchFamily="34" charset="0"/>
                  <a:sym typeface="Arial" panose="020B0604020202020204" pitchFamily="34" charset="0"/>
                </a:endParaRPr>
              </a:p>
            </p:txBody>
          </p:sp>
          <p:sp>
            <p:nvSpPr>
              <p:cNvPr id="18" name="Bullet3">
                <a:extLst>
                  <a:ext uri="{FF2B5EF4-FFF2-40B4-BE49-F238E27FC236}">
                    <a16:creationId xmlns:a16="http://schemas.microsoft.com/office/drawing/2014/main" id="{7AF2748D-F473-3951-F9C9-F55A1E6ABBA4}"/>
                  </a:ext>
                </a:extLst>
              </p:cNvPr>
              <p:cNvSpPr txBox="1"/>
              <p:nvPr/>
            </p:nvSpPr>
            <p:spPr>
              <a:xfrm>
                <a:off x="6625831" y="4647102"/>
                <a:ext cx="4250450" cy="568960"/>
              </a:xfrm>
              <a:prstGeom prst="rect">
                <a:avLst/>
              </a:prstGeom>
              <a:noFill/>
            </p:spPr>
            <p:txBody>
              <a:bodyPr wrap="square" lIns="91440" tIns="45720" rIns="91440" bIns="45720" rtlCol="0" anchor="b" anchorCtr="0">
                <a:norm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lnSpc>
                    <a:spcPct val="120000"/>
                  </a:lnSpc>
                </a:pPr>
                <a:r>
                  <a:rPr lang="zh-CN" altLang="en-US" sz="1800">
                    <a:solidFill>
                      <a:srgbClr val="000000"/>
                    </a:solidFill>
                    <a:effectLst/>
                    <a:latin typeface="Arial" panose="020B0604020202020204" pitchFamily="34" charset="0"/>
                    <a:ea typeface="微软雅黑" panose="020B0503020204020204" pitchFamily="34" charset="-122"/>
                    <a:sym typeface="Arial" panose="020B0604020202020204" pitchFamily="34" charset="0"/>
                  </a:rPr>
                  <a:t>单击添加小标题</a:t>
                </a:r>
                <a:endParaRPr lang="en-US" sz="1800" dirty="0">
                  <a:solidFill>
                    <a:srgbClr val="000000"/>
                  </a:solidFill>
                  <a:latin typeface="Arial" panose="020B0604020202020204" pitchFamily="34" charset="0"/>
                  <a:sym typeface="Arial" panose="020B0604020202020204" pitchFamily="34" charset="0"/>
                </a:endParaRPr>
              </a:p>
            </p:txBody>
          </p:sp>
        </p:grpSp>
      </p:grpSp>
      <p:sp>
        <p:nvSpPr>
          <p:cNvPr id="3" name="标题 2">
            <a:extLst>
              <a:ext uri="{FF2B5EF4-FFF2-40B4-BE49-F238E27FC236}">
                <a16:creationId xmlns:a16="http://schemas.microsoft.com/office/drawing/2014/main" id="{00F4BC95-B5EB-1F05-65B6-5CE4D0D192D1}"/>
              </a:ext>
            </a:extLst>
          </p:cNvPr>
          <p:cNvSpPr>
            <a:spLocks noGrp="1"/>
          </p:cNvSpPr>
          <p:nvPr>
            <p:ph type="title"/>
          </p:nvPr>
        </p:nvSpPr>
        <p:spPr/>
        <p:txBody>
          <a:bodyPr/>
          <a:lstStyle/>
          <a:p>
            <a:r>
              <a:rPr lang="zh-CN" altLang="en-US"/>
              <a:t>点击此处添加页面标题</a:t>
            </a:r>
          </a:p>
        </p:txBody>
      </p:sp>
    </p:spTree>
    <p:extLst>
      <p:ext uri="{BB962C8B-B14F-4D97-AF65-F5344CB8AC3E}">
        <p14:creationId xmlns:p14="http://schemas.microsoft.com/office/powerpoint/2010/main" val="2263361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E3667-AD55-BC5C-EFFA-FC86C81D117B}"/>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97523967-62B0-94DD-A70C-B09231DCCF02}"/>
              </a:ext>
            </a:extLst>
          </p:cNvPr>
          <p:cNvGrpSpPr/>
          <p:nvPr/>
        </p:nvGrpSpPr>
        <p:grpSpPr>
          <a:xfrm>
            <a:off x="0" y="0"/>
            <a:ext cx="12192000" cy="6858000"/>
            <a:chOff x="0" y="0"/>
            <a:chExt cx="12192000" cy="6858000"/>
          </a:xfrm>
        </p:grpSpPr>
        <p:sp>
          <p:nvSpPr>
            <p:cNvPr id="26" name="PictureMisc1">
              <a:extLst>
                <a:ext uri="{FF2B5EF4-FFF2-40B4-BE49-F238E27FC236}">
                  <a16:creationId xmlns:a16="http://schemas.microsoft.com/office/drawing/2014/main" id="{0A1F1DDF-03E9-32FD-3FA8-96B80791AA50}"/>
                </a:ext>
              </a:extLst>
            </p:cNvPr>
            <p:cNvSpPr/>
            <p:nvPr/>
          </p:nvSpPr>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dpi="0" rotWithShape="1">
              <a:blip r:embed="rId3">
                <a:alphaModFix amt="34000"/>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 name="Title">
              <a:extLst>
                <a:ext uri="{FF2B5EF4-FFF2-40B4-BE49-F238E27FC236}">
                  <a16:creationId xmlns:a16="http://schemas.microsoft.com/office/drawing/2014/main" id="{0FD10D6C-6ABC-4165-4131-59BBC1213EBD}"/>
                </a:ext>
              </a:extLst>
            </p:cNvPr>
            <p:cNvSpPr txBox="1"/>
            <p:nvPr/>
          </p:nvSpPr>
          <p:spPr>
            <a:xfrm>
              <a:off x="2178048" y="1130301"/>
              <a:ext cx="7823202" cy="831849"/>
            </a:xfrm>
            <a:prstGeom prst="rect">
              <a:avLst/>
            </a:prstGeom>
            <a:noFill/>
          </p:spPr>
          <p:txBody>
            <a:bodyPr vert="horz" wrap="square" lIns="91440" tIns="45720" rIns="91440" bIns="45720"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latin typeface="Arial" panose="020B0604020202020204" pitchFamily="34" charset="0"/>
                  <a:sym typeface="Arial" panose="020B0604020202020204" pitchFamily="34" charset="0"/>
                </a:rPr>
                <a:t>点击此处添加长一点的副标题</a:t>
              </a:r>
              <a:endParaRPr lang="en-US" sz="2400" dirty="0">
                <a:latin typeface="Arial" panose="020B0604020202020204" pitchFamily="34" charset="0"/>
                <a:sym typeface="Arial" panose="020B0604020202020204" pitchFamily="34" charset="0"/>
              </a:endParaRPr>
            </a:p>
          </p:txBody>
        </p:sp>
        <p:sp>
          <p:nvSpPr>
            <p:cNvPr id="5" name="任意多边形: 形状 4">
              <a:extLst>
                <a:ext uri="{FF2B5EF4-FFF2-40B4-BE49-F238E27FC236}">
                  <a16:creationId xmlns:a16="http://schemas.microsoft.com/office/drawing/2014/main" id="{A8CAB540-0472-7E51-DE8B-21E4788EAE28}"/>
                </a:ext>
              </a:extLst>
            </p:cNvPr>
            <p:cNvSpPr/>
            <p:nvPr userDrawn="1"/>
          </p:nvSpPr>
          <p:spPr>
            <a:xfrm>
              <a:off x="908748" y="1835150"/>
              <a:ext cx="6768403" cy="4298952"/>
            </a:xfrm>
            <a:custGeom>
              <a:avLst/>
              <a:gdLst>
                <a:gd name="csX0" fmla="*/ 119279 w 9357489"/>
                <a:gd name="csY0" fmla="*/ 0 h 5129517"/>
                <a:gd name="csX1" fmla="*/ 1394571 w 9357489"/>
                <a:gd name="csY1" fmla="*/ 0 h 5129517"/>
                <a:gd name="csX2" fmla="*/ 1522332 w 9357489"/>
                <a:gd name="csY2" fmla="*/ 55216 h 5129517"/>
                <a:gd name="csX3" fmla="*/ 1815554 w 9357489"/>
                <a:gd name="csY3" fmla="*/ 351624 h 5129517"/>
                <a:gd name="csX4" fmla="*/ 9218309 w 9357489"/>
                <a:gd name="csY4" fmla="*/ 351624 h 5129517"/>
                <a:gd name="csX5" fmla="*/ 9357489 w 9357489"/>
                <a:gd name="csY5" fmla="*/ 490804 h 5129517"/>
                <a:gd name="csX6" fmla="*/ 9357489 w 9357489"/>
                <a:gd name="csY6" fmla="*/ 4990337 h 5129517"/>
                <a:gd name="csX7" fmla="*/ 9218309 w 9357489"/>
                <a:gd name="csY7" fmla="*/ 5129517 h 5129517"/>
                <a:gd name="csX8" fmla="*/ 139180 w 9357489"/>
                <a:gd name="csY8" fmla="*/ 5129517 h 5129517"/>
                <a:gd name="csX9" fmla="*/ 0 w 9357489"/>
                <a:gd name="csY9" fmla="*/ 4990337 h 5129517"/>
                <a:gd name="csX10" fmla="*/ 0 w 9357489"/>
                <a:gd name="csY10" fmla="*/ 567390 h 5129517"/>
                <a:gd name="csX11" fmla="*/ 0 w 9357489"/>
                <a:gd name="csY11" fmla="*/ 490804 h 5129517"/>
                <a:gd name="csX12" fmla="*/ 0 w 9357489"/>
                <a:gd name="csY12" fmla="*/ 135598 h 5129517"/>
                <a:gd name="csX13" fmla="*/ 119279 w 9357489"/>
                <a:gd name="csY13" fmla="*/ 0 h 51295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9357489" h="5129517">
                  <a:moveTo>
                    <a:pt x="119279" y="0"/>
                  </a:moveTo>
                  <a:lnTo>
                    <a:pt x="1394571" y="0"/>
                  </a:lnTo>
                  <a:cubicBezTo>
                    <a:pt x="1441664" y="0"/>
                    <a:pt x="1487137" y="19646"/>
                    <a:pt x="1522332" y="55216"/>
                  </a:cubicBezTo>
                  <a:lnTo>
                    <a:pt x="1815554" y="351624"/>
                  </a:lnTo>
                  <a:lnTo>
                    <a:pt x="9218309" y="351624"/>
                  </a:lnTo>
                  <a:cubicBezTo>
                    <a:pt x="9295176" y="351624"/>
                    <a:pt x="9357489" y="413937"/>
                    <a:pt x="9357489" y="490804"/>
                  </a:cubicBezTo>
                  <a:lnTo>
                    <a:pt x="9357489" y="4990337"/>
                  </a:lnTo>
                  <a:cubicBezTo>
                    <a:pt x="9357489" y="5067204"/>
                    <a:pt x="9295176" y="5129517"/>
                    <a:pt x="9218309" y="5129517"/>
                  </a:cubicBezTo>
                  <a:lnTo>
                    <a:pt x="139180" y="5129517"/>
                  </a:lnTo>
                  <a:cubicBezTo>
                    <a:pt x="62313" y="5129517"/>
                    <a:pt x="0" y="5067204"/>
                    <a:pt x="0" y="4990337"/>
                  </a:cubicBezTo>
                  <a:lnTo>
                    <a:pt x="0" y="567390"/>
                  </a:lnTo>
                  <a:lnTo>
                    <a:pt x="0" y="490804"/>
                  </a:lnTo>
                  <a:lnTo>
                    <a:pt x="0" y="135598"/>
                  </a:lnTo>
                  <a:cubicBezTo>
                    <a:pt x="0" y="60698"/>
                    <a:pt x="53394" y="0"/>
                    <a:pt x="119279" y="0"/>
                  </a:cubicBezTo>
                  <a:close/>
                </a:path>
              </a:pathLst>
            </a:custGeom>
            <a:gradFill>
              <a:gsLst>
                <a:gs pos="39000">
                  <a:schemeClr val="accent1"/>
                </a:gs>
                <a:gs pos="100000">
                  <a:schemeClr val="accent2">
                    <a:lumMod val="60000"/>
                    <a:lumOff val="40000"/>
                  </a:schemeClr>
                </a:gs>
              </a:gsLst>
              <a:lin ang="13500000" scaled="1"/>
            </a:gradFill>
            <a:ln w="5715" cap="flat">
              <a:noFill/>
              <a:prstDash val="solid"/>
              <a:miter/>
            </a:ln>
          </p:spPr>
          <p:txBody>
            <a:bodyPr wrap="square" lIns="91440" tIns="45720" rIns="91440" bIns="4572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 name="任意多边形: 形状 6">
              <a:extLst>
                <a:ext uri="{FF2B5EF4-FFF2-40B4-BE49-F238E27FC236}">
                  <a16:creationId xmlns:a16="http://schemas.microsoft.com/office/drawing/2014/main" id="{271EBE14-4B46-4DF1-8F71-426E328BEA48}"/>
                </a:ext>
              </a:extLst>
            </p:cNvPr>
            <p:cNvSpPr/>
            <p:nvPr userDrawn="1"/>
          </p:nvSpPr>
          <p:spPr>
            <a:xfrm>
              <a:off x="660400" y="2409606"/>
              <a:ext cx="6959600" cy="3724496"/>
            </a:xfrm>
            <a:custGeom>
              <a:avLst/>
              <a:gdLst>
                <a:gd name="csX0" fmla="*/ 9638385 w 9638385"/>
                <a:gd name="csY0" fmla="*/ 4161769 h 4288419"/>
                <a:gd name="csX1" fmla="*/ 9338293 w 9638385"/>
                <a:gd name="csY1" fmla="*/ 126650 h 4288419"/>
                <a:gd name="csX2" fmla="*/ 9201874 w 9638385"/>
                <a:gd name="csY2" fmla="*/ 0 h 4288419"/>
                <a:gd name="csX3" fmla="*/ 117581 w 9638385"/>
                <a:gd name="csY3" fmla="*/ 0 h 4288419"/>
                <a:gd name="csX4" fmla="*/ 0 w 9638385"/>
                <a:gd name="csY4" fmla="*/ 126650 h 4288419"/>
                <a:gd name="csX5" fmla="*/ 300092 w 9638385"/>
                <a:gd name="csY5" fmla="*/ 4161769 h 4288419"/>
                <a:gd name="csX6" fmla="*/ 436511 w 9638385"/>
                <a:gd name="csY6" fmla="*/ 4288419 h 4288419"/>
                <a:gd name="csX7" fmla="*/ 9520804 w 9638385"/>
                <a:gd name="csY7" fmla="*/ 4288419 h 4288419"/>
                <a:gd name="csX8" fmla="*/ 9638385 w 9638385"/>
                <a:gd name="csY8" fmla="*/ 4161769 h 42884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638385" h="4288419">
                  <a:moveTo>
                    <a:pt x="9638385" y="4161769"/>
                  </a:moveTo>
                  <a:lnTo>
                    <a:pt x="9338293" y="126650"/>
                  </a:lnTo>
                  <a:cubicBezTo>
                    <a:pt x="9338293" y="126650"/>
                    <a:pt x="9317116" y="12665"/>
                    <a:pt x="9201874" y="0"/>
                  </a:cubicBezTo>
                  <a:lnTo>
                    <a:pt x="117581" y="0"/>
                  </a:lnTo>
                  <a:cubicBezTo>
                    <a:pt x="117581" y="0"/>
                    <a:pt x="4223" y="12665"/>
                    <a:pt x="0" y="126650"/>
                  </a:cubicBezTo>
                  <a:lnTo>
                    <a:pt x="300092" y="4161769"/>
                  </a:lnTo>
                  <a:cubicBezTo>
                    <a:pt x="300092" y="4161769"/>
                    <a:pt x="321269" y="4275754"/>
                    <a:pt x="436511" y="4288419"/>
                  </a:cubicBezTo>
                  <a:lnTo>
                    <a:pt x="9520804" y="4288419"/>
                  </a:lnTo>
                  <a:cubicBezTo>
                    <a:pt x="9520804" y="4288419"/>
                    <a:pt x="9634162" y="4275754"/>
                    <a:pt x="9638385" y="4161769"/>
                  </a:cubicBezTo>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solidFill>
                  <a:schemeClr val="lt1"/>
                </a:solidFill>
              </a:endParaRPr>
            </a:p>
          </p:txBody>
        </p:sp>
        <p:pic>
          <p:nvPicPr>
            <p:cNvPr id="43" name="图片 42">
              <a:extLst>
                <a:ext uri="{FF2B5EF4-FFF2-40B4-BE49-F238E27FC236}">
                  <a16:creationId xmlns:a16="http://schemas.microsoft.com/office/drawing/2014/main" id="{B9C0977C-809C-D75B-AB4E-EB7EEE1E4E03}"/>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a:fillRect/>
            </a:stretch>
          </p:blipFill>
          <p:spPr>
            <a:xfrm>
              <a:off x="6407150" y="1712323"/>
              <a:ext cx="5784850" cy="5017090"/>
            </a:xfrm>
            <a:custGeom>
              <a:avLst/>
              <a:gdLst>
                <a:gd name="csX0" fmla="*/ 0 w 5784850"/>
                <a:gd name="csY0" fmla="*/ 0 h 5017090"/>
                <a:gd name="csX1" fmla="*/ 5784850 w 5784850"/>
                <a:gd name="csY1" fmla="*/ 0 h 5017090"/>
                <a:gd name="csX2" fmla="*/ 5784850 w 5784850"/>
                <a:gd name="csY2" fmla="*/ 5017090 h 5017090"/>
                <a:gd name="csX3" fmla="*/ 0 w 5784850"/>
                <a:gd name="csY3" fmla="*/ 5017090 h 5017090"/>
              </a:gdLst>
              <a:ahLst/>
              <a:cxnLst>
                <a:cxn ang="0">
                  <a:pos x="csX0" y="csY0"/>
                </a:cxn>
                <a:cxn ang="0">
                  <a:pos x="csX1" y="csY1"/>
                </a:cxn>
                <a:cxn ang="0">
                  <a:pos x="csX2" y="csY2"/>
                </a:cxn>
                <a:cxn ang="0">
                  <a:pos x="csX3" y="csY3"/>
                </a:cxn>
              </a:cxnLst>
              <a:rect l="l" t="t" r="r" b="b"/>
              <a:pathLst>
                <a:path w="5784850" h="5017090">
                  <a:moveTo>
                    <a:pt x="0" y="0"/>
                  </a:moveTo>
                  <a:lnTo>
                    <a:pt x="5784850" y="0"/>
                  </a:lnTo>
                  <a:lnTo>
                    <a:pt x="5784850" y="5017090"/>
                  </a:lnTo>
                  <a:lnTo>
                    <a:pt x="0" y="5017090"/>
                  </a:lnTo>
                  <a:close/>
                </a:path>
              </a:pathLst>
            </a:custGeom>
          </p:spPr>
        </p:pic>
        <p:cxnSp>
          <p:nvCxnSpPr>
            <p:cNvPr id="38" name="直接连接符 37">
              <a:extLst>
                <a:ext uri="{FF2B5EF4-FFF2-40B4-BE49-F238E27FC236}">
                  <a16:creationId xmlns:a16="http://schemas.microsoft.com/office/drawing/2014/main" id="{9DC74BED-69EB-D8B4-A27E-6761573DF2B3}"/>
                </a:ext>
              </a:extLst>
            </p:cNvPr>
            <p:cNvCxnSpPr/>
            <p:nvPr/>
          </p:nvCxnSpPr>
          <p:spPr>
            <a:xfrm>
              <a:off x="1158240" y="3271520"/>
              <a:ext cx="52489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DFC5F135-F1D3-5D83-D353-87910A9E5691}"/>
                </a:ext>
              </a:extLst>
            </p:cNvPr>
            <p:cNvCxnSpPr/>
            <p:nvPr/>
          </p:nvCxnSpPr>
          <p:spPr>
            <a:xfrm>
              <a:off x="1158240" y="4936329"/>
              <a:ext cx="524891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E628A896-ECF3-AD14-1E30-A7F34643F48B}"/>
                </a:ext>
              </a:extLst>
            </p:cNvPr>
            <p:cNvGrpSpPr/>
            <p:nvPr/>
          </p:nvGrpSpPr>
          <p:grpSpPr>
            <a:xfrm>
              <a:off x="1040199" y="2635980"/>
              <a:ext cx="5366951" cy="1535830"/>
              <a:chOff x="1040199" y="2635980"/>
              <a:chExt cx="5366951" cy="1535830"/>
            </a:xfrm>
          </p:grpSpPr>
          <p:sp>
            <p:nvSpPr>
              <p:cNvPr id="10" name="Text1">
                <a:extLst>
                  <a:ext uri="{FF2B5EF4-FFF2-40B4-BE49-F238E27FC236}">
                    <a16:creationId xmlns:a16="http://schemas.microsoft.com/office/drawing/2014/main" id="{0B3F56E0-573E-B064-71CF-11051D466FA6}"/>
                  </a:ext>
                </a:extLst>
              </p:cNvPr>
              <p:cNvSpPr/>
              <p:nvPr/>
            </p:nvSpPr>
            <p:spPr>
              <a:xfrm>
                <a:off x="1040199" y="3305061"/>
                <a:ext cx="5366951" cy="86674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zh-CN" altLang="en-US" sz="1200">
                    <a:solidFill>
                      <a:srgbClr val="000000"/>
                    </a:solidFill>
                    <a:latin typeface="Arial" panose="020B0604020202020204" pitchFamily="34" charset="0"/>
                    <a:sym typeface="Arial" panose="020B0604020202020204" pitchFamily="34" charset="0"/>
                  </a:rPr>
                  <a:t>单击此处添加文本单击此处添加文本单击此处添加文本单击此处添加文本</a:t>
                </a:r>
                <a:endParaRPr lang="en-US" altLang="zh-CN" sz="1200" dirty="0">
                  <a:solidFill>
                    <a:srgbClr val="000000"/>
                  </a:solidFill>
                  <a:latin typeface="Arial" panose="020B0604020202020204" pitchFamily="34" charset="0"/>
                  <a:sym typeface="Arial" panose="020B0604020202020204" pitchFamily="34" charset="0"/>
                </a:endParaRPr>
              </a:p>
            </p:txBody>
          </p:sp>
          <p:sp>
            <p:nvSpPr>
              <p:cNvPr id="9" name="Bullet1">
                <a:extLst>
                  <a:ext uri="{FF2B5EF4-FFF2-40B4-BE49-F238E27FC236}">
                    <a16:creationId xmlns:a16="http://schemas.microsoft.com/office/drawing/2014/main" id="{F743A7C8-1E8B-41CD-1053-217B516E7244}"/>
                  </a:ext>
                </a:extLst>
              </p:cNvPr>
              <p:cNvSpPr txBox="1"/>
              <p:nvPr/>
            </p:nvSpPr>
            <p:spPr>
              <a:xfrm>
                <a:off x="1040199" y="2635980"/>
                <a:ext cx="5366951" cy="616511"/>
              </a:xfrm>
              <a:prstGeom prst="rect">
                <a:avLst/>
              </a:prstGeom>
              <a:noFill/>
            </p:spPr>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rgbClr val="000000"/>
                    </a:solidFill>
                    <a:latin typeface="Arial" panose="020B0604020202020204" pitchFamily="34" charset="0"/>
                    <a:sym typeface="Arial" panose="020B0604020202020204" pitchFamily="34" charset="0"/>
                  </a:rPr>
                  <a:t>单击添加小标题</a:t>
                </a:r>
                <a:endParaRPr lang="en-US" dirty="0">
                  <a:solidFill>
                    <a:srgbClr val="000000"/>
                  </a:solidFill>
                  <a:latin typeface="Arial" panose="020B0604020202020204" pitchFamily="34" charset="0"/>
                  <a:sym typeface="Arial" panose="020B0604020202020204" pitchFamily="34" charset="0"/>
                </a:endParaRPr>
              </a:p>
            </p:txBody>
          </p:sp>
        </p:grpSp>
        <p:grpSp>
          <p:nvGrpSpPr>
            <p:cNvPr id="8" name="组合 7">
              <a:extLst>
                <a:ext uri="{FF2B5EF4-FFF2-40B4-BE49-F238E27FC236}">
                  <a16:creationId xmlns:a16="http://schemas.microsoft.com/office/drawing/2014/main" id="{82C5F897-84E4-F267-EEBE-EED9832D3F94}"/>
                </a:ext>
              </a:extLst>
            </p:cNvPr>
            <p:cNvGrpSpPr/>
            <p:nvPr/>
          </p:nvGrpSpPr>
          <p:grpSpPr>
            <a:xfrm>
              <a:off x="1040199" y="4341206"/>
              <a:ext cx="5366951" cy="1496562"/>
              <a:chOff x="1040199" y="4341206"/>
              <a:chExt cx="5366951" cy="1496562"/>
            </a:xfrm>
          </p:grpSpPr>
          <p:sp>
            <p:nvSpPr>
              <p:cNvPr id="3" name="Text2">
                <a:extLst>
                  <a:ext uri="{FF2B5EF4-FFF2-40B4-BE49-F238E27FC236}">
                    <a16:creationId xmlns:a16="http://schemas.microsoft.com/office/drawing/2014/main" id="{EC66F873-34B6-BE31-7965-EC2BA4E35F23}"/>
                  </a:ext>
                </a:extLst>
              </p:cNvPr>
              <p:cNvSpPr/>
              <p:nvPr/>
            </p:nvSpPr>
            <p:spPr>
              <a:xfrm>
                <a:off x="1040199" y="4992879"/>
                <a:ext cx="5366951" cy="84488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zh-CN" altLang="en-US" sz="1200">
                    <a:solidFill>
                      <a:srgbClr val="000000"/>
                    </a:solidFill>
                    <a:latin typeface="Arial" panose="020B0604020202020204" pitchFamily="34" charset="0"/>
                    <a:sym typeface="Arial" panose="020B0604020202020204" pitchFamily="34" charset="0"/>
                  </a:rPr>
                  <a:t>单击此处添加文本单击此处添加文本单击此处添加文本单击此处添加文本</a:t>
                </a:r>
                <a:endParaRPr lang="en-US" altLang="zh-CN" sz="1200" dirty="0">
                  <a:solidFill>
                    <a:srgbClr val="000000"/>
                  </a:solidFill>
                  <a:latin typeface="Arial" panose="020B0604020202020204" pitchFamily="34" charset="0"/>
                  <a:sym typeface="Arial" panose="020B0604020202020204" pitchFamily="34" charset="0"/>
                </a:endParaRPr>
              </a:p>
            </p:txBody>
          </p:sp>
          <p:sp>
            <p:nvSpPr>
              <p:cNvPr id="2" name="Bullet2">
                <a:extLst>
                  <a:ext uri="{FF2B5EF4-FFF2-40B4-BE49-F238E27FC236}">
                    <a16:creationId xmlns:a16="http://schemas.microsoft.com/office/drawing/2014/main" id="{E4D895AD-2256-0488-9CA2-0F9CCE3AC8E7}"/>
                  </a:ext>
                </a:extLst>
              </p:cNvPr>
              <p:cNvSpPr txBox="1"/>
              <p:nvPr/>
            </p:nvSpPr>
            <p:spPr>
              <a:xfrm>
                <a:off x="1040199" y="4341206"/>
                <a:ext cx="5366951" cy="569723"/>
              </a:xfrm>
              <a:prstGeom prst="rect">
                <a:avLst/>
              </a:prstGeom>
              <a:noFill/>
            </p:spPr>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rgbClr val="000000"/>
                    </a:solidFill>
                    <a:latin typeface="Arial" panose="020B0604020202020204" pitchFamily="34" charset="0"/>
                    <a:sym typeface="Arial" panose="020B0604020202020204" pitchFamily="34" charset="0"/>
                  </a:rPr>
                  <a:t>单击添加小标题</a:t>
                </a:r>
                <a:endParaRPr lang="en-US" dirty="0">
                  <a:solidFill>
                    <a:srgbClr val="000000"/>
                  </a:solidFill>
                  <a:latin typeface="Arial" panose="020B0604020202020204" pitchFamily="34" charset="0"/>
                  <a:sym typeface="Arial" panose="020B0604020202020204" pitchFamily="34" charset="0"/>
                </a:endParaRPr>
              </a:p>
            </p:txBody>
          </p:sp>
        </p:grpSp>
      </p:grpSp>
      <p:sp>
        <p:nvSpPr>
          <p:cNvPr id="12" name="标题 11">
            <a:extLst>
              <a:ext uri="{FF2B5EF4-FFF2-40B4-BE49-F238E27FC236}">
                <a16:creationId xmlns:a16="http://schemas.microsoft.com/office/drawing/2014/main" id="{A98C6231-FD6F-1C12-CC27-EAFCC2A3BD52}"/>
              </a:ext>
            </a:extLst>
          </p:cNvPr>
          <p:cNvSpPr>
            <a:spLocks noGrp="1"/>
          </p:cNvSpPr>
          <p:nvPr>
            <p:ph type="title"/>
          </p:nvPr>
        </p:nvSpPr>
        <p:spPr/>
        <p:txBody>
          <a:bodyPr/>
          <a:lstStyle/>
          <a:p>
            <a:r>
              <a:rPr lang="zh-CN" altLang="en-US"/>
              <a:t>点击此处添加页面标题</a:t>
            </a:r>
          </a:p>
        </p:txBody>
      </p:sp>
    </p:spTree>
    <p:extLst>
      <p:ext uri="{BB962C8B-B14F-4D97-AF65-F5344CB8AC3E}">
        <p14:creationId xmlns:p14="http://schemas.microsoft.com/office/powerpoint/2010/main" val="1156830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1C3F7-703A-2A91-1F9C-90302A5D8471}"/>
            </a:ext>
          </a:extLst>
        </p:cNvPr>
        <p:cNvGrpSpPr/>
        <p:nvPr/>
      </p:nvGrpSpPr>
      <p:grpSpPr>
        <a:xfrm>
          <a:off x="0" y="0"/>
          <a:ext cx="0" cy="0"/>
          <a:chOff x="0" y="0"/>
          <a:chExt cx="0" cy="0"/>
        </a:xfrm>
      </p:grpSpPr>
      <p:grpSp>
        <p:nvGrpSpPr>
          <p:cNvPr id="9" name="组合 8">
            <a:extLst>
              <a:ext uri="{FF2B5EF4-FFF2-40B4-BE49-F238E27FC236}">
                <a16:creationId xmlns:a16="http://schemas.microsoft.com/office/drawing/2014/main" id="{B41BC310-522B-3C86-E598-39C732C53F69}"/>
              </a:ext>
            </a:extLst>
          </p:cNvPr>
          <p:cNvGrpSpPr/>
          <p:nvPr/>
        </p:nvGrpSpPr>
        <p:grpSpPr>
          <a:xfrm>
            <a:off x="0" y="0"/>
            <a:ext cx="12192000" cy="6857999"/>
            <a:chOff x="0" y="0"/>
            <a:chExt cx="12192000" cy="6857999"/>
          </a:xfrm>
        </p:grpSpPr>
        <p:pic>
          <p:nvPicPr>
            <p:cNvPr id="3" name="图片 2">
              <a:extLst>
                <a:ext uri="{FF2B5EF4-FFF2-40B4-BE49-F238E27FC236}">
                  <a16:creationId xmlns:a16="http://schemas.microsoft.com/office/drawing/2014/main" id="{D3F74088-35A1-EBD7-B6C9-FC5CAEE233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6" name="矩形: 圆角 5">
              <a:extLst>
                <a:ext uri="{FF2B5EF4-FFF2-40B4-BE49-F238E27FC236}">
                  <a16:creationId xmlns:a16="http://schemas.microsoft.com/office/drawing/2014/main" id="{AE277F8A-810E-FFC1-2ABE-AFBCE6644CEB}"/>
                </a:ext>
              </a:extLst>
            </p:cNvPr>
            <p:cNvSpPr/>
            <p:nvPr/>
          </p:nvSpPr>
          <p:spPr>
            <a:xfrm>
              <a:off x="660400" y="1329266"/>
              <a:ext cx="3854224" cy="4804833"/>
            </a:xfrm>
            <a:prstGeom prst="roundRect">
              <a:avLst>
                <a:gd name="adj" fmla="val 7580"/>
              </a:avLst>
            </a:prstGeom>
            <a:gradFill flip="none" rotWithShape="1">
              <a:gsLst>
                <a:gs pos="22000">
                  <a:schemeClr val="accent1"/>
                </a:gs>
                <a:gs pos="100000">
                  <a:schemeClr val="accent1">
                    <a:lumMod val="60000"/>
                    <a:lumOff val="4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p>
              <a:pPr algn="ctr"/>
              <a:endParaRPr kumimoji="1" lang="zh-CN" altLang="en-US" b="1" dirty="0">
                <a:solidFill>
                  <a:srgbClr val="FFFFFF"/>
                </a:solidFill>
                <a:cs typeface="+mn-ea"/>
              </a:endParaRPr>
            </a:p>
          </p:txBody>
        </p:sp>
        <p:pic>
          <p:nvPicPr>
            <p:cNvPr id="8" name="图片 7">
              <a:extLst>
                <a:ext uri="{FF2B5EF4-FFF2-40B4-BE49-F238E27FC236}">
                  <a16:creationId xmlns:a16="http://schemas.microsoft.com/office/drawing/2014/main" id="{5F39247F-14FA-3A39-A690-B0E6189F74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309638" y="3039760"/>
              <a:ext cx="6301136" cy="3546273"/>
            </a:xfrm>
            <a:prstGeom prst="rect">
              <a:avLst/>
            </a:prstGeom>
          </p:spPr>
        </p:pic>
        <p:sp>
          <p:nvSpPr>
            <p:cNvPr id="30" name="Title">
              <a:extLst>
                <a:ext uri="{FF2B5EF4-FFF2-40B4-BE49-F238E27FC236}">
                  <a16:creationId xmlns:a16="http://schemas.microsoft.com/office/drawing/2014/main" id="{3029DECF-286F-9F07-1FE9-930E7D6080EA}"/>
                </a:ext>
              </a:extLst>
            </p:cNvPr>
            <p:cNvSpPr txBox="1"/>
            <p:nvPr/>
          </p:nvSpPr>
          <p:spPr>
            <a:xfrm>
              <a:off x="811015" y="1524000"/>
              <a:ext cx="3552997" cy="1352842"/>
            </a:xfrm>
            <a:prstGeom prst="rect">
              <a:avLst/>
            </a:prstGeom>
            <a:noFill/>
          </p:spPr>
          <p:txBody>
            <a:bodyPr vert="horz" wrap="square" lIns="91440" tIns="45720" rIns="91440" bIns="45720" rtlCol="0" anchor="t" anchorCtr="0">
              <a:normAutofit/>
            </a:bodyPr>
            <a:lstStyle/>
            <a:p>
              <a:r>
                <a:rPr lang="zh-CN" altLang="en-US" sz="2400" b="1">
                  <a:solidFill>
                    <a:srgbClr val="FFFFFF"/>
                  </a:solidFill>
                  <a:latin typeface="Arial" panose="020B0604020202020204" pitchFamily="34" charset="0"/>
                  <a:sym typeface="Arial" panose="020B0604020202020204" pitchFamily="34" charset="0"/>
                </a:rPr>
                <a:t>点击此处添加长一点的副标题</a:t>
              </a:r>
              <a:endParaRPr lang="en-US" sz="2400" dirty="0">
                <a:solidFill>
                  <a:srgbClr val="FFFFFF"/>
                </a:solidFill>
                <a:latin typeface="Arial" panose="020B0604020202020204" pitchFamily="34" charset="0"/>
                <a:sym typeface="Arial" panose="020B0604020202020204" pitchFamily="34" charset="0"/>
              </a:endParaRPr>
            </a:p>
          </p:txBody>
        </p:sp>
        <p:grpSp>
          <p:nvGrpSpPr>
            <p:cNvPr id="2" name="组合 1">
              <a:extLst>
                <a:ext uri="{FF2B5EF4-FFF2-40B4-BE49-F238E27FC236}">
                  <a16:creationId xmlns:a16="http://schemas.microsoft.com/office/drawing/2014/main" id="{76E1CA30-8953-0CBC-3C4D-E9576DE9B50E}"/>
                </a:ext>
              </a:extLst>
            </p:cNvPr>
            <p:cNvGrpSpPr/>
            <p:nvPr/>
          </p:nvGrpSpPr>
          <p:grpSpPr>
            <a:xfrm>
              <a:off x="6267337" y="1130300"/>
              <a:ext cx="5264263" cy="1510716"/>
              <a:chOff x="6267337" y="1130300"/>
              <a:chExt cx="5264263" cy="1510716"/>
            </a:xfrm>
          </p:grpSpPr>
          <p:sp>
            <p:nvSpPr>
              <p:cNvPr id="34" name="Number1">
                <a:extLst>
                  <a:ext uri="{FF2B5EF4-FFF2-40B4-BE49-F238E27FC236}">
                    <a16:creationId xmlns:a16="http://schemas.microsoft.com/office/drawing/2014/main" id="{BF61D016-2845-BF65-7DD4-6B4746AEA491}"/>
                  </a:ext>
                </a:extLst>
              </p:cNvPr>
              <p:cNvSpPr>
                <a:spLocks/>
              </p:cNvSpPr>
              <p:nvPr/>
            </p:nvSpPr>
            <p:spPr>
              <a:xfrm flipH="1">
                <a:off x="6267337" y="1130300"/>
                <a:ext cx="583795" cy="551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en-US" altLang="zh-CN" sz="2800" b="1">
                    <a:solidFill>
                      <a:schemeClr val="accent1"/>
                    </a:solidFill>
                    <a:latin typeface="Arial" panose="020B0604020202020204" pitchFamily="34" charset="0"/>
                    <a:cs typeface="+mn-ea"/>
                    <a:sym typeface="Arial" panose="020B0604020202020204" pitchFamily="34" charset="0"/>
                  </a:rPr>
                  <a:t>01</a:t>
                </a:r>
                <a:endParaRPr lang="en-US" sz="2800" dirty="0">
                  <a:solidFill>
                    <a:schemeClr val="accent1"/>
                  </a:solidFill>
                  <a:latin typeface="Arial" panose="020B0604020202020204" pitchFamily="34" charset="0"/>
                  <a:sym typeface="Arial" panose="020B0604020202020204" pitchFamily="34" charset="0"/>
                </a:endParaRPr>
              </a:p>
            </p:txBody>
          </p:sp>
          <p:sp>
            <p:nvSpPr>
              <p:cNvPr id="33" name="Text1">
                <a:extLst>
                  <a:ext uri="{FF2B5EF4-FFF2-40B4-BE49-F238E27FC236}">
                    <a16:creationId xmlns:a16="http://schemas.microsoft.com/office/drawing/2014/main" id="{E7F4A064-A259-73F6-68D5-BC852F52AFC8}"/>
                  </a:ext>
                </a:extLst>
              </p:cNvPr>
              <p:cNvSpPr/>
              <p:nvPr/>
            </p:nvSpPr>
            <p:spPr>
              <a:xfrm flipH="1">
                <a:off x="6851132" y="1682007"/>
                <a:ext cx="4680468" cy="959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sp>
            <p:nvSpPr>
              <p:cNvPr id="32" name="Bullet1">
                <a:extLst>
                  <a:ext uri="{FF2B5EF4-FFF2-40B4-BE49-F238E27FC236}">
                    <a16:creationId xmlns:a16="http://schemas.microsoft.com/office/drawing/2014/main" id="{2E0A512E-AD78-218F-34ED-4BA4A1253457}"/>
                  </a:ext>
                </a:extLst>
              </p:cNvPr>
              <p:cNvSpPr>
                <a:spLocks/>
              </p:cNvSpPr>
              <p:nvPr/>
            </p:nvSpPr>
            <p:spPr>
              <a:xfrm flipH="1">
                <a:off x="6851132" y="1130300"/>
                <a:ext cx="4680468" cy="551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grpSp>
        <p:grpSp>
          <p:nvGrpSpPr>
            <p:cNvPr id="5" name="组合 4">
              <a:extLst>
                <a:ext uri="{FF2B5EF4-FFF2-40B4-BE49-F238E27FC236}">
                  <a16:creationId xmlns:a16="http://schemas.microsoft.com/office/drawing/2014/main" id="{C3513BAD-84F5-BE01-29E3-94939EBE642B}"/>
                </a:ext>
              </a:extLst>
            </p:cNvPr>
            <p:cNvGrpSpPr/>
            <p:nvPr/>
          </p:nvGrpSpPr>
          <p:grpSpPr>
            <a:xfrm>
              <a:off x="6267337" y="2876842"/>
              <a:ext cx="5264263" cy="1510716"/>
              <a:chOff x="6267337" y="2876842"/>
              <a:chExt cx="5264263" cy="1510716"/>
            </a:xfrm>
          </p:grpSpPr>
          <p:sp>
            <p:nvSpPr>
              <p:cNvPr id="38" name="Number2">
                <a:extLst>
                  <a:ext uri="{FF2B5EF4-FFF2-40B4-BE49-F238E27FC236}">
                    <a16:creationId xmlns:a16="http://schemas.microsoft.com/office/drawing/2014/main" id="{C605FC19-2095-6947-46CD-09C06CD4256C}"/>
                  </a:ext>
                </a:extLst>
              </p:cNvPr>
              <p:cNvSpPr>
                <a:spLocks/>
              </p:cNvSpPr>
              <p:nvPr/>
            </p:nvSpPr>
            <p:spPr>
              <a:xfrm flipH="1">
                <a:off x="6267337" y="2876842"/>
                <a:ext cx="583795" cy="551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en-US" altLang="zh-CN" sz="2800" b="1">
                    <a:solidFill>
                      <a:schemeClr val="accent2"/>
                    </a:solidFill>
                    <a:latin typeface="Arial" panose="020B0604020202020204" pitchFamily="34" charset="0"/>
                    <a:cs typeface="+mn-ea"/>
                    <a:sym typeface="Arial" panose="020B0604020202020204" pitchFamily="34" charset="0"/>
                  </a:rPr>
                  <a:t>02</a:t>
                </a:r>
                <a:endParaRPr lang="en-US" sz="2800" dirty="0">
                  <a:solidFill>
                    <a:schemeClr val="accent2"/>
                  </a:solidFill>
                  <a:latin typeface="Arial" panose="020B0604020202020204" pitchFamily="34" charset="0"/>
                  <a:sym typeface="Arial" panose="020B0604020202020204" pitchFamily="34" charset="0"/>
                </a:endParaRPr>
              </a:p>
            </p:txBody>
          </p:sp>
          <p:sp>
            <p:nvSpPr>
              <p:cNvPr id="37" name="Text2">
                <a:extLst>
                  <a:ext uri="{FF2B5EF4-FFF2-40B4-BE49-F238E27FC236}">
                    <a16:creationId xmlns:a16="http://schemas.microsoft.com/office/drawing/2014/main" id="{AA40C1AC-41E6-3BB0-C609-14E9446BB360}"/>
                  </a:ext>
                </a:extLst>
              </p:cNvPr>
              <p:cNvSpPr/>
              <p:nvPr/>
            </p:nvSpPr>
            <p:spPr>
              <a:xfrm flipH="1">
                <a:off x="6851132" y="3428549"/>
                <a:ext cx="4680468" cy="959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sp>
            <p:nvSpPr>
              <p:cNvPr id="36" name="Bullet2">
                <a:extLst>
                  <a:ext uri="{FF2B5EF4-FFF2-40B4-BE49-F238E27FC236}">
                    <a16:creationId xmlns:a16="http://schemas.microsoft.com/office/drawing/2014/main" id="{9336F7A5-0482-3DDB-6990-FF50E6E52485}"/>
                  </a:ext>
                </a:extLst>
              </p:cNvPr>
              <p:cNvSpPr>
                <a:spLocks/>
              </p:cNvSpPr>
              <p:nvPr/>
            </p:nvSpPr>
            <p:spPr>
              <a:xfrm flipH="1">
                <a:off x="6851132" y="2876842"/>
                <a:ext cx="4680468" cy="551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grpSp>
        <p:grpSp>
          <p:nvGrpSpPr>
            <p:cNvPr id="7" name="组合 6">
              <a:extLst>
                <a:ext uri="{FF2B5EF4-FFF2-40B4-BE49-F238E27FC236}">
                  <a16:creationId xmlns:a16="http://schemas.microsoft.com/office/drawing/2014/main" id="{65C66AAA-1944-788D-D5E3-1027B6F50904}"/>
                </a:ext>
              </a:extLst>
            </p:cNvPr>
            <p:cNvGrpSpPr/>
            <p:nvPr/>
          </p:nvGrpSpPr>
          <p:grpSpPr>
            <a:xfrm>
              <a:off x="6267337" y="4623384"/>
              <a:ext cx="5264263" cy="1510716"/>
              <a:chOff x="6267337" y="4623384"/>
              <a:chExt cx="5264263" cy="1510716"/>
            </a:xfrm>
          </p:grpSpPr>
          <p:sp>
            <p:nvSpPr>
              <p:cNvPr id="42" name="Number3">
                <a:extLst>
                  <a:ext uri="{FF2B5EF4-FFF2-40B4-BE49-F238E27FC236}">
                    <a16:creationId xmlns:a16="http://schemas.microsoft.com/office/drawing/2014/main" id="{67B0E859-8F1E-F3C2-0228-74084BFBB13C}"/>
                  </a:ext>
                </a:extLst>
              </p:cNvPr>
              <p:cNvSpPr>
                <a:spLocks/>
              </p:cNvSpPr>
              <p:nvPr/>
            </p:nvSpPr>
            <p:spPr>
              <a:xfrm flipH="1">
                <a:off x="6267337" y="4623384"/>
                <a:ext cx="583795" cy="551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en-US" altLang="zh-CN" sz="2800" b="1">
                    <a:solidFill>
                      <a:schemeClr val="accent1"/>
                    </a:solidFill>
                    <a:latin typeface="Arial" panose="020B0604020202020204" pitchFamily="34" charset="0"/>
                    <a:cs typeface="+mn-ea"/>
                    <a:sym typeface="Arial" panose="020B0604020202020204" pitchFamily="34" charset="0"/>
                  </a:rPr>
                  <a:t>03</a:t>
                </a:r>
                <a:endParaRPr lang="en-US" sz="2800" dirty="0">
                  <a:solidFill>
                    <a:schemeClr val="accent1"/>
                  </a:solidFill>
                  <a:latin typeface="Arial" panose="020B0604020202020204" pitchFamily="34" charset="0"/>
                  <a:sym typeface="Arial" panose="020B0604020202020204" pitchFamily="34" charset="0"/>
                </a:endParaRPr>
              </a:p>
            </p:txBody>
          </p:sp>
          <p:sp>
            <p:nvSpPr>
              <p:cNvPr id="41" name="Text3">
                <a:extLst>
                  <a:ext uri="{FF2B5EF4-FFF2-40B4-BE49-F238E27FC236}">
                    <a16:creationId xmlns:a16="http://schemas.microsoft.com/office/drawing/2014/main" id="{D9DFF37F-99B3-6FD6-261C-49E2ABEBC4EE}"/>
                  </a:ext>
                </a:extLst>
              </p:cNvPr>
              <p:cNvSpPr/>
              <p:nvPr/>
            </p:nvSpPr>
            <p:spPr>
              <a:xfrm flipH="1">
                <a:off x="6851132" y="5175091"/>
                <a:ext cx="4680468" cy="959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sp>
            <p:nvSpPr>
              <p:cNvPr id="40" name="Bullet3">
                <a:extLst>
                  <a:ext uri="{FF2B5EF4-FFF2-40B4-BE49-F238E27FC236}">
                    <a16:creationId xmlns:a16="http://schemas.microsoft.com/office/drawing/2014/main" id="{ED06DCDD-EB50-FB3E-86CD-07297F36642D}"/>
                  </a:ext>
                </a:extLst>
              </p:cNvPr>
              <p:cNvSpPr>
                <a:spLocks/>
              </p:cNvSpPr>
              <p:nvPr/>
            </p:nvSpPr>
            <p:spPr>
              <a:xfrm flipH="1">
                <a:off x="6851132" y="4623384"/>
                <a:ext cx="4680468" cy="551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grpSp>
      </p:grpSp>
      <p:sp>
        <p:nvSpPr>
          <p:cNvPr id="4" name="标题 3">
            <a:extLst>
              <a:ext uri="{FF2B5EF4-FFF2-40B4-BE49-F238E27FC236}">
                <a16:creationId xmlns:a16="http://schemas.microsoft.com/office/drawing/2014/main" id="{686B377A-521A-082E-042F-7C59240F0306}"/>
              </a:ext>
            </a:extLst>
          </p:cNvPr>
          <p:cNvSpPr>
            <a:spLocks noGrp="1"/>
          </p:cNvSpPr>
          <p:nvPr>
            <p:ph type="title"/>
          </p:nvPr>
        </p:nvSpPr>
        <p:spPr/>
        <p:txBody>
          <a:bodyPr/>
          <a:lstStyle/>
          <a:p>
            <a:r>
              <a:rPr lang="zh-CN" altLang="en-US"/>
              <a:t>点击此处添加页面标题</a:t>
            </a:r>
          </a:p>
        </p:txBody>
      </p:sp>
    </p:spTree>
    <p:extLst>
      <p:ext uri="{BB962C8B-B14F-4D97-AF65-F5344CB8AC3E}">
        <p14:creationId xmlns:p14="http://schemas.microsoft.com/office/powerpoint/2010/main" val="121799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77DD6-B656-FAD3-1495-6019FC27C8D5}"/>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84634AA4-040C-58A0-73BA-2B30720639B8}"/>
              </a:ext>
            </a:extLst>
          </p:cNvPr>
          <p:cNvGrpSpPr/>
          <p:nvPr/>
        </p:nvGrpSpPr>
        <p:grpSpPr>
          <a:xfrm>
            <a:off x="0" y="0"/>
            <a:ext cx="12284125" cy="6857999"/>
            <a:chOff x="0" y="0"/>
            <a:chExt cx="12284125" cy="6857999"/>
          </a:xfrm>
        </p:grpSpPr>
        <p:pic>
          <p:nvPicPr>
            <p:cNvPr id="5" name="图片 4">
              <a:extLst>
                <a:ext uri="{FF2B5EF4-FFF2-40B4-BE49-F238E27FC236}">
                  <a16:creationId xmlns:a16="http://schemas.microsoft.com/office/drawing/2014/main" id="{825E6992-D438-32C8-7B38-5B8407C171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3" name="Title">
              <a:extLst>
                <a:ext uri="{FF2B5EF4-FFF2-40B4-BE49-F238E27FC236}">
                  <a16:creationId xmlns:a16="http://schemas.microsoft.com/office/drawing/2014/main" id="{32140959-91E7-C94D-D4FD-E8CBCC7FB184}"/>
                </a:ext>
              </a:extLst>
            </p:cNvPr>
            <p:cNvSpPr txBox="1"/>
            <p:nvPr/>
          </p:nvSpPr>
          <p:spPr>
            <a:xfrm>
              <a:off x="660399" y="1130300"/>
              <a:ext cx="6616701" cy="1098550"/>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a:ln>
                    <a:noFill/>
                  </a:ln>
                  <a:effectLst/>
                  <a:uLnTx/>
                  <a:uFillTx/>
                  <a:latin typeface="Arial" panose="020B0604020202020204" pitchFamily="34" charset="0"/>
                  <a:cs typeface="+mn-ea"/>
                  <a:sym typeface="Arial" panose="020B0604020202020204" pitchFamily="34" charset="0"/>
                </a:rPr>
                <a:t>点击此处添加长一点的副标题</a:t>
              </a:r>
              <a:endParaRPr lang="en-US" sz="2400" dirty="0">
                <a:latin typeface="Arial" panose="020B0604020202020204" pitchFamily="34" charset="0"/>
                <a:sym typeface="Arial" panose="020B0604020202020204" pitchFamily="34" charset="0"/>
              </a:endParaRPr>
            </a:p>
          </p:txBody>
        </p:sp>
        <p:pic>
          <p:nvPicPr>
            <p:cNvPr id="26" name="图片 25">
              <a:extLst>
                <a:ext uri="{FF2B5EF4-FFF2-40B4-BE49-F238E27FC236}">
                  <a16:creationId xmlns:a16="http://schemas.microsoft.com/office/drawing/2014/main" id="{6627CE2C-521E-40E6-4F30-A7089954E2C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a:fillRect/>
            </a:stretch>
          </p:blipFill>
          <p:spPr>
            <a:xfrm rot="1072647">
              <a:off x="8015452" y="2421440"/>
              <a:ext cx="4268673" cy="4268673"/>
            </a:xfrm>
            <a:prstGeom prst="rect">
              <a:avLst/>
            </a:prstGeom>
          </p:spPr>
        </p:pic>
        <p:pic>
          <p:nvPicPr>
            <p:cNvPr id="36" name="图片 35">
              <a:extLst>
                <a:ext uri="{FF2B5EF4-FFF2-40B4-BE49-F238E27FC236}">
                  <a16:creationId xmlns:a16="http://schemas.microsoft.com/office/drawing/2014/main" id="{43D3CB5A-3A16-357A-F4DD-E980243A5A2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8719819" y="1426552"/>
              <a:ext cx="1233471" cy="1266546"/>
            </a:xfrm>
            <a:custGeom>
              <a:avLst/>
              <a:gdLst>
                <a:gd name="csX0" fmla="*/ 0 w 1752600"/>
                <a:gd name="csY0" fmla="*/ 0 h 1799595"/>
                <a:gd name="csX1" fmla="*/ 1752600 w 1752600"/>
                <a:gd name="csY1" fmla="*/ 0 h 1799595"/>
                <a:gd name="csX2" fmla="*/ 1752600 w 1752600"/>
                <a:gd name="csY2" fmla="*/ 1799595 h 1799595"/>
                <a:gd name="csX3" fmla="*/ 0 w 1752600"/>
                <a:gd name="csY3" fmla="*/ 1799595 h 1799595"/>
              </a:gdLst>
              <a:ahLst/>
              <a:cxnLst>
                <a:cxn ang="0">
                  <a:pos x="csX0" y="csY0"/>
                </a:cxn>
                <a:cxn ang="0">
                  <a:pos x="csX1" y="csY1"/>
                </a:cxn>
                <a:cxn ang="0">
                  <a:pos x="csX2" y="csY2"/>
                </a:cxn>
                <a:cxn ang="0">
                  <a:pos x="csX3" y="csY3"/>
                </a:cxn>
              </a:cxnLst>
              <a:rect l="l" t="t" r="r" b="b"/>
              <a:pathLst>
                <a:path w="1752600" h="1799595">
                  <a:moveTo>
                    <a:pt x="0" y="0"/>
                  </a:moveTo>
                  <a:lnTo>
                    <a:pt x="1752600" y="0"/>
                  </a:lnTo>
                  <a:lnTo>
                    <a:pt x="1752600" y="1799595"/>
                  </a:lnTo>
                  <a:lnTo>
                    <a:pt x="0" y="1799595"/>
                  </a:lnTo>
                  <a:close/>
                </a:path>
              </a:pathLst>
            </a:custGeom>
          </p:spPr>
        </p:pic>
        <p:pic>
          <p:nvPicPr>
            <p:cNvPr id="43" name="图片 42">
              <a:extLst>
                <a:ext uri="{FF2B5EF4-FFF2-40B4-BE49-F238E27FC236}">
                  <a16:creationId xmlns:a16="http://schemas.microsoft.com/office/drawing/2014/main" id="{76754B3B-C139-3712-551D-7A7EBFEC5D7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9935421" y="1152697"/>
              <a:ext cx="428734" cy="526878"/>
            </a:xfrm>
            <a:custGeom>
              <a:avLst/>
              <a:gdLst>
                <a:gd name="csX0" fmla="*/ 0 w 527050"/>
                <a:gd name="csY0" fmla="*/ 0 h 647700"/>
                <a:gd name="csX1" fmla="*/ 527050 w 527050"/>
                <a:gd name="csY1" fmla="*/ 0 h 647700"/>
                <a:gd name="csX2" fmla="*/ 527050 w 527050"/>
                <a:gd name="csY2" fmla="*/ 647700 h 647700"/>
                <a:gd name="csX3" fmla="*/ 0 w 527050"/>
                <a:gd name="csY3" fmla="*/ 647700 h 647700"/>
              </a:gdLst>
              <a:ahLst/>
              <a:cxnLst>
                <a:cxn ang="0">
                  <a:pos x="csX0" y="csY0"/>
                </a:cxn>
                <a:cxn ang="0">
                  <a:pos x="csX1" y="csY1"/>
                </a:cxn>
                <a:cxn ang="0">
                  <a:pos x="csX2" y="csY2"/>
                </a:cxn>
                <a:cxn ang="0">
                  <a:pos x="csX3" y="csY3"/>
                </a:cxn>
              </a:cxnLst>
              <a:rect l="l" t="t" r="r" b="b"/>
              <a:pathLst>
                <a:path w="527050" h="647700">
                  <a:moveTo>
                    <a:pt x="0" y="0"/>
                  </a:moveTo>
                  <a:lnTo>
                    <a:pt x="527050" y="0"/>
                  </a:lnTo>
                  <a:lnTo>
                    <a:pt x="527050" y="647700"/>
                  </a:lnTo>
                  <a:lnTo>
                    <a:pt x="0" y="647700"/>
                  </a:lnTo>
                  <a:close/>
                </a:path>
              </a:pathLst>
            </a:custGeom>
          </p:spPr>
        </p:pic>
        <p:pic>
          <p:nvPicPr>
            <p:cNvPr id="45" name="图片 44">
              <a:extLst>
                <a:ext uri="{FF2B5EF4-FFF2-40B4-BE49-F238E27FC236}">
                  <a16:creationId xmlns:a16="http://schemas.microsoft.com/office/drawing/2014/main" id="{1B1E8DD2-0DE7-3136-986A-87E0B52E16E1}"/>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7457323" y="1587468"/>
              <a:ext cx="709377" cy="871764"/>
            </a:xfrm>
            <a:custGeom>
              <a:avLst/>
              <a:gdLst>
                <a:gd name="csX0" fmla="*/ 0 w 527050"/>
                <a:gd name="csY0" fmla="*/ 0 h 647700"/>
                <a:gd name="csX1" fmla="*/ 527050 w 527050"/>
                <a:gd name="csY1" fmla="*/ 0 h 647700"/>
                <a:gd name="csX2" fmla="*/ 527050 w 527050"/>
                <a:gd name="csY2" fmla="*/ 647700 h 647700"/>
                <a:gd name="csX3" fmla="*/ 0 w 527050"/>
                <a:gd name="csY3" fmla="*/ 647700 h 647700"/>
              </a:gdLst>
              <a:ahLst/>
              <a:cxnLst>
                <a:cxn ang="0">
                  <a:pos x="csX0" y="csY0"/>
                </a:cxn>
                <a:cxn ang="0">
                  <a:pos x="csX1" y="csY1"/>
                </a:cxn>
                <a:cxn ang="0">
                  <a:pos x="csX2" y="csY2"/>
                </a:cxn>
                <a:cxn ang="0">
                  <a:pos x="csX3" y="csY3"/>
                </a:cxn>
              </a:cxnLst>
              <a:rect l="l" t="t" r="r" b="b"/>
              <a:pathLst>
                <a:path w="527050" h="647700">
                  <a:moveTo>
                    <a:pt x="0" y="0"/>
                  </a:moveTo>
                  <a:lnTo>
                    <a:pt x="527050" y="0"/>
                  </a:lnTo>
                  <a:lnTo>
                    <a:pt x="527050" y="647700"/>
                  </a:lnTo>
                  <a:lnTo>
                    <a:pt x="0" y="647700"/>
                  </a:lnTo>
                  <a:close/>
                </a:path>
              </a:pathLst>
            </a:custGeom>
          </p:spPr>
        </p:pic>
        <p:pic>
          <p:nvPicPr>
            <p:cNvPr id="77" name="图片 76">
              <a:extLst>
                <a:ext uri="{FF2B5EF4-FFF2-40B4-BE49-F238E27FC236}">
                  <a16:creationId xmlns:a16="http://schemas.microsoft.com/office/drawing/2014/main" id="{88271B89-3F27-B82B-E63C-8242DC1B2E5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9811303" y="3304941"/>
              <a:ext cx="396978" cy="487852"/>
            </a:xfrm>
            <a:custGeom>
              <a:avLst/>
              <a:gdLst>
                <a:gd name="csX0" fmla="*/ 0 w 527050"/>
                <a:gd name="csY0" fmla="*/ 0 h 647700"/>
                <a:gd name="csX1" fmla="*/ 527050 w 527050"/>
                <a:gd name="csY1" fmla="*/ 0 h 647700"/>
                <a:gd name="csX2" fmla="*/ 527050 w 527050"/>
                <a:gd name="csY2" fmla="*/ 647700 h 647700"/>
                <a:gd name="csX3" fmla="*/ 0 w 527050"/>
                <a:gd name="csY3" fmla="*/ 647700 h 647700"/>
              </a:gdLst>
              <a:ahLst/>
              <a:cxnLst>
                <a:cxn ang="0">
                  <a:pos x="csX0" y="csY0"/>
                </a:cxn>
                <a:cxn ang="0">
                  <a:pos x="csX1" y="csY1"/>
                </a:cxn>
                <a:cxn ang="0">
                  <a:pos x="csX2" y="csY2"/>
                </a:cxn>
                <a:cxn ang="0">
                  <a:pos x="csX3" y="csY3"/>
                </a:cxn>
              </a:cxnLst>
              <a:rect l="l" t="t" r="r" b="b"/>
              <a:pathLst>
                <a:path w="527050" h="647700">
                  <a:moveTo>
                    <a:pt x="0" y="0"/>
                  </a:moveTo>
                  <a:lnTo>
                    <a:pt x="527050" y="0"/>
                  </a:lnTo>
                  <a:lnTo>
                    <a:pt x="527050" y="647700"/>
                  </a:lnTo>
                  <a:lnTo>
                    <a:pt x="0" y="647700"/>
                  </a:lnTo>
                  <a:close/>
                </a:path>
              </a:pathLst>
            </a:custGeom>
          </p:spPr>
        </p:pic>
        <p:cxnSp>
          <p:nvCxnSpPr>
            <p:cNvPr id="47" name="直接连接符 46">
              <a:extLst>
                <a:ext uri="{FF2B5EF4-FFF2-40B4-BE49-F238E27FC236}">
                  <a16:creationId xmlns:a16="http://schemas.microsoft.com/office/drawing/2014/main" id="{ACBFFA0D-C290-68D6-5899-EFCBC2F7E011}"/>
                </a:ext>
              </a:extLst>
            </p:cNvPr>
            <p:cNvCxnSpPr>
              <a:cxnSpLocks/>
            </p:cNvCxnSpPr>
            <p:nvPr/>
          </p:nvCxnSpPr>
          <p:spPr>
            <a:xfrm>
              <a:off x="854277" y="5790473"/>
              <a:ext cx="19205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592AF3C-ADD3-699C-049F-C0856D0574F3}"/>
                </a:ext>
              </a:extLst>
            </p:cNvPr>
            <p:cNvCxnSpPr>
              <a:cxnSpLocks/>
            </p:cNvCxnSpPr>
            <p:nvPr/>
          </p:nvCxnSpPr>
          <p:spPr>
            <a:xfrm>
              <a:off x="3310209" y="5790473"/>
              <a:ext cx="192052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C4631363-57AF-2CDA-686B-716E85EB0D17}"/>
                </a:ext>
              </a:extLst>
            </p:cNvPr>
            <p:cNvCxnSpPr>
              <a:cxnSpLocks/>
            </p:cNvCxnSpPr>
            <p:nvPr/>
          </p:nvCxnSpPr>
          <p:spPr>
            <a:xfrm>
              <a:off x="5766140" y="5790473"/>
              <a:ext cx="192052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F8870C94-A0D1-A954-52A6-3942C3BBF889}"/>
                </a:ext>
              </a:extLst>
            </p:cNvPr>
            <p:cNvGrpSpPr/>
            <p:nvPr/>
          </p:nvGrpSpPr>
          <p:grpSpPr>
            <a:xfrm>
              <a:off x="712681" y="2741056"/>
              <a:ext cx="2203040" cy="2960516"/>
              <a:chOff x="712681" y="2741056"/>
              <a:chExt cx="2203040" cy="2960516"/>
            </a:xfrm>
          </p:grpSpPr>
          <p:sp>
            <p:nvSpPr>
              <p:cNvPr id="11" name="Number1">
                <a:extLst>
                  <a:ext uri="{FF2B5EF4-FFF2-40B4-BE49-F238E27FC236}">
                    <a16:creationId xmlns:a16="http://schemas.microsoft.com/office/drawing/2014/main" id="{FD77B254-B33A-956E-AC2C-D98C2E082652}"/>
                  </a:ext>
                </a:extLst>
              </p:cNvPr>
              <p:cNvSpPr/>
              <p:nvPr/>
            </p:nvSpPr>
            <p:spPr>
              <a:xfrm>
                <a:off x="797660" y="2741056"/>
                <a:ext cx="583926" cy="572540"/>
              </a:xfrm>
              <a:prstGeom prst="roundRect">
                <a:avLst/>
              </a:prstGeom>
              <a:gradFill flip="none" rotWithShape="1">
                <a:gsLst>
                  <a:gs pos="22000">
                    <a:schemeClr val="accent1"/>
                  </a:gs>
                  <a:gs pos="100000">
                    <a:schemeClr val="accent1">
                      <a:lumMod val="60000"/>
                      <a:lumOff val="4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p>
                <a:pPr algn="ctr"/>
                <a:r>
                  <a:rPr kumimoji="1" lang="en-US" altLang="zh-CN" b="1">
                    <a:solidFill>
                      <a:srgbClr val="FFFFFF"/>
                    </a:solidFill>
                    <a:latin typeface="Arial" panose="020B0604020202020204" pitchFamily="34" charset="0"/>
                    <a:cs typeface="+mn-ea"/>
                    <a:sym typeface="Arial" panose="020B0604020202020204" pitchFamily="34" charset="0"/>
                  </a:rPr>
                  <a:t>01</a:t>
                </a:r>
                <a:endParaRPr kumimoji="1" lang="zh-CN" altLang="en-US" b="1" dirty="0">
                  <a:solidFill>
                    <a:srgbClr val="FFFFFF"/>
                  </a:solidFill>
                  <a:latin typeface="Arial" panose="020B0604020202020204" pitchFamily="34" charset="0"/>
                  <a:cs typeface="+mn-ea"/>
                  <a:sym typeface="Arial" panose="020B0604020202020204" pitchFamily="34" charset="0"/>
                </a:endParaRPr>
              </a:p>
            </p:txBody>
          </p:sp>
          <p:sp>
            <p:nvSpPr>
              <p:cNvPr id="14" name="Text1">
                <a:extLst>
                  <a:ext uri="{FF2B5EF4-FFF2-40B4-BE49-F238E27FC236}">
                    <a16:creationId xmlns:a16="http://schemas.microsoft.com/office/drawing/2014/main" id="{6B120C42-B8AA-ED77-726C-8B519769672E}"/>
                  </a:ext>
                </a:extLst>
              </p:cNvPr>
              <p:cNvSpPr/>
              <p:nvPr/>
            </p:nvSpPr>
            <p:spPr>
              <a:xfrm>
                <a:off x="712681" y="4120178"/>
                <a:ext cx="2203040" cy="15813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sp>
            <p:nvSpPr>
              <p:cNvPr id="13" name="Bullet1">
                <a:extLst>
                  <a:ext uri="{FF2B5EF4-FFF2-40B4-BE49-F238E27FC236}">
                    <a16:creationId xmlns:a16="http://schemas.microsoft.com/office/drawing/2014/main" id="{2C1959CA-429C-EDDE-CB2C-E7424D9CE344}"/>
                  </a:ext>
                </a:extLst>
              </p:cNvPr>
              <p:cNvSpPr>
                <a:spLocks/>
              </p:cNvSpPr>
              <p:nvPr/>
            </p:nvSpPr>
            <p:spPr>
              <a:xfrm>
                <a:off x="712681" y="3490080"/>
                <a:ext cx="2203040" cy="6301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grpSp>
        <p:grpSp>
          <p:nvGrpSpPr>
            <p:cNvPr id="4" name="组合 3">
              <a:extLst>
                <a:ext uri="{FF2B5EF4-FFF2-40B4-BE49-F238E27FC236}">
                  <a16:creationId xmlns:a16="http://schemas.microsoft.com/office/drawing/2014/main" id="{C2165B2B-70BB-D1C2-6FD6-BAF69C7838C9}"/>
                </a:ext>
              </a:extLst>
            </p:cNvPr>
            <p:cNvGrpSpPr/>
            <p:nvPr/>
          </p:nvGrpSpPr>
          <p:grpSpPr>
            <a:xfrm>
              <a:off x="3168613" y="2741056"/>
              <a:ext cx="2203040" cy="2960516"/>
              <a:chOff x="3168613" y="2741056"/>
              <a:chExt cx="2203040" cy="2960516"/>
            </a:xfrm>
          </p:grpSpPr>
          <p:sp>
            <p:nvSpPr>
              <p:cNvPr id="60" name="Number2">
                <a:extLst>
                  <a:ext uri="{FF2B5EF4-FFF2-40B4-BE49-F238E27FC236}">
                    <a16:creationId xmlns:a16="http://schemas.microsoft.com/office/drawing/2014/main" id="{AE70D1FC-222E-5E19-D88A-738A3F969E42}"/>
                  </a:ext>
                </a:extLst>
              </p:cNvPr>
              <p:cNvSpPr/>
              <p:nvPr/>
            </p:nvSpPr>
            <p:spPr>
              <a:xfrm>
                <a:off x="3253592" y="2741056"/>
                <a:ext cx="583926" cy="572540"/>
              </a:xfrm>
              <a:prstGeom prst="roundRect">
                <a:avLst/>
              </a:prstGeom>
              <a:gradFill flip="none" rotWithShape="1">
                <a:gsLst>
                  <a:gs pos="22000">
                    <a:schemeClr val="accent2"/>
                  </a:gs>
                  <a:gs pos="100000">
                    <a:schemeClr val="accent2">
                      <a:lumMod val="60000"/>
                      <a:lumOff val="4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p>
                <a:pPr algn="ctr"/>
                <a:r>
                  <a:rPr kumimoji="1" lang="en-US" altLang="zh-CN" b="1">
                    <a:solidFill>
                      <a:srgbClr val="FFFFFF"/>
                    </a:solidFill>
                    <a:latin typeface="Arial" panose="020B0604020202020204" pitchFamily="34" charset="0"/>
                    <a:cs typeface="+mn-ea"/>
                    <a:sym typeface="Arial" panose="020B0604020202020204" pitchFamily="34" charset="0"/>
                  </a:rPr>
                  <a:t>02</a:t>
                </a:r>
                <a:endParaRPr kumimoji="1" lang="zh-CN" altLang="en-US" b="1" dirty="0">
                  <a:solidFill>
                    <a:srgbClr val="FFFFFF"/>
                  </a:solidFill>
                  <a:latin typeface="Arial" panose="020B0604020202020204" pitchFamily="34" charset="0"/>
                  <a:cs typeface="+mn-ea"/>
                  <a:sym typeface="Arial" panose="020B0604020202020204" pitchFamily="34" charset="0"/>
                </a:endParaRPr>
              </a:p>
            </p:txBody>
          </p:sp>
          <p:sp>
            <p:nvSpPr>
              <p:cNvPr id="64" name="Text2">
                <a:extLst>
                  <a:ext uri="{FF2B5EF4-FFF2-40B4-BE49-F238E27FC236}">
                    <a16:creationId xmlns:a16="http://schemas.microsoft.com/office/drawing/2014/main" id="{47A1E88F-488F-A6F5-F10B-D477E8F27A2E}"/>
                  </a:ext>
                </a:extLst>
              </p:cNvPr>
              <p:cNvSpPr/>
              <p:nvPr/>
            </p:nvSpPr>
            <p:spPr>
              <a:xfrm>
                <a:off x="3168613" y="4120178"/>
                <a:ext cx="2203040" cy="15813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sp>
            <p:nvSpPr>
              <p:cNvPr id="63" name="Bullet2">
                <a:extLst>
                  <a:ext uri="{FF2B5EF4-FFF2-40B4-BE49-F238E27FC236}">
                    <a16:creationId xmlns:a16="http://schemas.microsoft.com/office/drawing/2014/main" id="{9172D228-66C8-F568-4D4F-3B78E02DB847}"/>
                  </a:ext>
                </a:extLst>
              </p:cNvPr>
              <p:cNvSpPr>
                <a:spLocks/>
              </p:cNvSpPr>
              <p:nvPr/>
            </p:nvSpPr>
            <p:spPr>
              <a:xfrm>
                <a:off x="3168613" y="3490080"/>
                <a:ext cx="2203040" cy="6301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grpSp>
        <p:grpSp>
          <p:nvGrpSpPr>
            <p:cNvPr id="6" name="组合 5">
              <a:extLst>
                <a:ext uri="{FF2B5EF4-FFF2-40B4-BE49-F238E27FC236}">
                  <a16:creationId xmlns:a16="http://schemas.microsoft.com/office/drawing/2014/main" id="{D9874B4D-AECC-9E8C-12E9-7F3FB301CF2D}"/>
                </a:ext>
              </a:extLst>
            </p:cNvPr>
            <p:cNvGrpSpPr/>
            <p:nvPr/>
          </p:nvGrpSpPr>
          <p:grpSpPr>
            <a:xfrm>
              <a:off x="5624544" y="2741056"/>
              <a:ext cx="2203040" cy="2960516"/>
              <a:chOff x="5624544" y="2741056"/>
              <a:chExt cx="2203040" cy="2960516"/>
            </a:xfrm>
          </p:grpSpPr>
          <p:sp>
            <p:nvSpPr>
              <p:cNvPr id="66" name="Number3">
                <a:extLst>
                  <a:ext uri="{FF2B5EF4-FFF2-40B4-BE49-F238E27FC236}">
                    <a16:creationId xmlns:a16="http://schemas.microsoft.com/office/drawing/2014/main" id="{2D741E7E-F8C4-D13A-A816-04A719C640A5}"/>
                  </a:ext>
                </a:extLst>
              </p:cNvPr>
              <p:cNvSpPr/>
              <p:nvPr/>
            </p:nvSpPr>
            <p:spPr>
              <a:xfrm>
                <a:off x="5709523" y="2741056"/>
                <a:ext cx="583926" cy="572540"/>
              </a:xfrm>
              <a:prstGeom prst="roundRect">
                <a:avLst/>
              </a:prstGeom>
              <a:gradFill flip="none" rotWithShape="1">
                <a:gsLst>
                  <a:gs pos="22000">
                    <a:schemeClr val="accent1"/>
                  </a:gs>
                  <a:gs pos="100000">
                    <a:schemeClr val="accent1">
                      <a:lumMod val="60000"/>
                      <a:lumOff val="4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p>
                <a:pPr algn="ctr"/>
                <a:r>
                  <a:rPr kumimoji="1" lang="en-US" altLang="zh-CN" b="1">
                    <a:solidFill>
                      <a:srgbClr val="FFFFFF"/>
                    </a:solidFill>
                    <a:latin typeface="Arial" panose="020B0604020202020204" pitchFamily="34" charset="0"/>
                    <a:cs typeface="+mn-ea"/>
                    <a:sym typeface="Arial" panose="020B0604020202020204" pitchFamily="34" charset="0"/>
                  </a:rPr>
                  <a:t>03</a:t>
                </a:r>
                <a:endParaRPr kumimoji="1" lang="zh-CN" altLang="en-US" b="1" dirty="0">
                  <a:solidFill>
                    <a:srgbClr val="FFFFFF"/>
                  </a:solidFill>
                  <a:latin typeface="Arial" panose="020B0604020202020204" pitchFamily="34" charset="0"/>
                  <a:cs typeface="+mn-ea"/>
                  <a:sym typeface="Arial" panose="020B0604020202020204" pitchFamily="34" charset="0"/>
                </a:endParaRPr>
              </a:p>
            </p:txBody>
          </p:sp>
          <p:sp>
            <p:nvSpPr>
              <p:cNvPr id="70" name="Text3">
                <a:extLst>
                  <a:ext uri="{FF2B5EF4-FFF2-40B4-BE49-F238E27FC236}">
                    <a16:creationId xmlns:a16="http://schemas.microsoft.com/office/drawing/2014/main" id="{6D545A22-985C-4B4A-8BA2-4A3674A3A754}"/>
                  </a:ext>
                </a:extLst>
              </p:cNvPr>
              <p:cNvSpPr/>
              <p:nvPr/>
            </p:nvSpPr>
            <p:spPr>
              <a:xfrm>
                <a:off x="5624544" y="4120178"/>
                <a:ext cx="2203040" cy="15813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sp>
            <p:nvSpPr>
              <p:cNvPr id="69" name="Bullet3">
                <a:extLst>
                  <a:ext uri="{FF2B5EF4-FFF2-40B4-BE49-F238E27FC236}">
                    <a16:creationId xmlns:a16="http://schemas.microsoft.com/office/drawing/2014/main" id="{9BDB46CC-D672-DAC4-6277-EB9D0D2E9DAB}"/>
                  </a:ext>
                </a:extLst>
              </p:cNvPr>
              <p:cNvSpPr>
                <a:spLocks/>
              </p:cNvSpPr>
              <p:nvPr/>
            </p:nvSpPr>
            <p:spPr>
              <a:xfrm>
                <a:off x="5624544" y="3490080"/>
                <a:ext cx="2203040" cy="6301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grpSp>
      </p:grpSp>
      <p:sp>
        <p:nvSpPr>
          <p:cNvPr id="8" name="标题 7">
            <a:extLst>
              <a:ext uri="{FF2B5EF4-FFF2-40B4-BE49-F238E27FC236}">
                <a16:creationId xmlns:a16="http://schemas.microsoft.com/office/drawing/2014/main" id="{45EE0312-FD9A-E8E3-451E-737177EC63B7}"/>
              </a:ext>
            </a:extLst>
          </p:cNvPr>
          <p:cNvSpPr>
            <a:spLocks noGrp="1"/>
          </p:cNvSpPr>
          <p:nvPr>
            <p:ph type="title"/>
          </p:nvPr>
        </p:nvSpPr>
        <p:spPr/>
        <p:txBody>
          <a:bodyPr/>
          <a:lstStyle/>
          <a:p>
            <a:r>
              <a:rPr lang="zh-CN" altLang="en-US"/>
              <a:t>点击此处添加页面标题</a:t>
            </a:r>
          </a:p>
        </p:txBody>
      </p:sp>
    </p:spTree>
    <p:extLst>
      <p:ext uri="{BB962C8B-B14F-4D97-AF65-F5344CB8AC3E}">
        <p14:creationId xmlns:p14="http://schemas.microsoft.com/office/powerpoint/2010/main" val="2887934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E9D54-381D-2B2A-EAB8-B2963B495316}"/>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5AA0B792-04D5-C052-C34A-AD10585952F0}"/>
              </a:ext>
            </a:extLst>
          </p:cNvPr>
          <p:cNvGrpSpPr/>
          <p:nvPr/>
        </p:nvGrpSpPr>
        <p:grpSpPr>
          <a:xfrm>
            <a:off x="0" y="1"/>
            <a:ext cx="12192000" cy="6858838"/>
            <a:chOff x="0" y="1"/>
            <a:chExt cx="12192000" cy="6858838"/>
          </a:xfrm>
        </p:grpSpPr>
        <p:pic>
          <p:nvPicPr>
            <p:cNvPr id="34" name="图片 33">
              <a:extLst>
                <a:ext uri="{FF2B5EF4-FFF2-40B4-BE49-F238E27FC236}">
                  <a16:creationId xmlns:a16="http://schemas.microsoft.com/office/drawing/2014/main" id="{DE9DC1F6-7C64-3295-A738-747600F7A7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57999"/>
            </a:xfrm>
            <a:prstGeom prst="rect">
              <a:avLst/>
            </a:prstGeom>
          </p:spPr>
        </p:pic>
        <p:pic>
          <p:nvPicPr>
            <p:cNvPr id="2" name="图片 1">
              <a:extLst>
                <a:ext uri="{FF2B5EF4-FFF2-40B4-BE49-F238E27FC236}">
                  <a16:creationId xmlns:a16="http://schemas.microsoft.com/office/drawing/2014/main" id="{055954A2-DBAF-B9D7-3DCE-C6F8898C27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236662"/>
              <a:ext cx="3346994" cy="3621338"/>
            </a:xfrm>
            <a:prstGeom prst="rect">
              <a:avLst/>
            </a:prstGeom>
          </p:spPr>
        </p:pic>
        <p:sp>
          <p:nvSpPr>
            <p:cNvPr id="38" name="Title">
              <a:extLst>
                <a:ext uri="{FF2B5EF4-FFF2-40B4-BE49-F238E27FC236}">
                  <a16:creationId xmlns:a16="http://schemas.microsoft.com/office/drawing/2014/main" id="{4BA780BD-75F1-A4FE-6048-4C0E036DBD1C}"/>
                </a:ext>
              </a:extLst>
            </p:cNvPr>
            <p:cNvSpPr txBox="1"/>
            <p:nvPr/>
          </p:nvSpPr>
          <p:spPr>
            <a:xfrm>
              <a:off x="660399" y="1270479"/>
              <a:ext cx="7147347" cy="1199591"/>
            </a:xfrm>
            <a:prstGeom prst="rect">
              <a:avLst/>
            </a:prstGeom>
            <a:noFill/>
            <a:ln>
              <a:noFill/>
            </a:ln>
          </p:spPr>
          <p:txBody>
            <a:bodyPr wrap="square" lIns="91440" tIns="45720" rIns="91440" bIns="45720" anchor="ctr" anchorCtr="0">
              <a:normAutofit/>
            </a:bodyPr>
            <a:lstStyle/>
            <a:p>
              <a:pPr marL="0" marR="0" lvl="0" indent="0" defTabSz="913765" rtl="0" eaLnBrk="1" fontAlgn="auto" latinLnBrk="0" hangingPunct="1">
                <a:spcBef>
                  <a:spcPts val="0"/>
                </a:spcBef>
                <a:spcAft>
                  <a:spcPts val="0"/>
                </a:spcAft>
                <a:buClrTx/>
                <a:buSzPct val="25000"/>
                <a:buFontTx/>
                <a:buNone/>
                <a:defRPr/>
              </a:pPr>
              <a:r>
                <a:rPr lang="zh-CN" altLang="en-US" sz="2400" b="1">
                  <a:latin typeface="Arial" panose="020B0604020202020204" pitchFamily="34" charset="0"/>
                  <a:sym typeface="Arial" panose="020B0604020202020204" pitchFamily="34" charset="0"/>
                </a:rPr>
                <a:t>点击此处添加长一点的副标题</a:t>
              </a:r>
              <a:endParaRPr lang="en-US" sz="2400" dirty="0">
                <a:latin typeface="Arial" panose="020B0604020202020204" pitchFamily="34" charset="0"/>
                <a:sym typeface="Arial" panose="020B0604020202020204" pitchFamily="34" charset="0"/>
              </a:endParaRPr>
            </a:p>
          </p:txBody>
        </p:sp>
        <p:sp>
          <p:nvSpPr>
            <p:cNvPr id="40" name="ComponentBackground1">
              <a:extLst>
                <a:ext uri="{FF2B5EF4-FFF2-40B4-BE49-F238E27FC236}">
                  <a16:creationId xmlns:a16="http://schemas.microsoft.com/office/drawing/2014/main" id="{2ACB5E83-ED9C-E152-9282-550556B201E1}"/>
                </a:ext>
              </a:extLst>
            </p:cNvPr>
            <p:cNvSpPr/>
            <p:nvPr/>
          </p:nvSpPr>
          <p:spPr>
            <a:xfrm>
              <a:off x="660401" y="2638430"/>
              <a:ext cx="3423491" cy="3079854"/>
            </a:xfrm>
            <a:prstGeom prst="roundRect">
              <a:avLst>
                <a:gd name="adj" fmla="val 8545"/>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p>
          </p:txBody>
        </p:sp>
        <p:sp>
          <p:nvSpPr>
            <p:cNvPr id="41" name="ComponentBackground1">
              <a:extLst>
                <a:ext uri="{FF2B5EF4-FFF2-40B4-BE49-F238E27FC236}">
                  <a16:creationId xmlns:a16="http://schemas.microsoft.com/office/drawing/2014/main" id="{ECD57ED9-F3D6-2ACD-CD09-5A2990692589}"/>
                </a:ext>
              </a:extLst>
            </p:cNvPr>
            <p:cNvSpPr/>
            <p:nvPr/>
          </p:nvSpPr>
          <p:spPr>
            <a:xfrm>
              <a:off x="4384255" y="2638430"/>
              <a:ext cx="3423491" cy="3079854"/>
            </a:xfrm>
            <a:prstGeom prst="roundRect">
              <a:avLst>
                <a:gd name="adj" fmla="val 8545"/>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p>
          </p:txBody>
        </p:sp>
        <p:sp>
          <p:nvSpPr>
            <p:cNvPr id="42" name="ComponentBackground1">
              <a:extLst>
                <a:ext uri="{FF2B5EF4-FFF2-40B4-BE49-F238E27FC236}">
                  <a16:creationId xmlns:a16="http://schemas.microsoft.com/office/drawing/2014/main" id="{380538A6-CC6F-1B31-1D5A-DD760BE81EB9}"/>
                </a:ext>
              </a:extLst>
            </p:cNvPr>
            <p:cNvSpPr/>
            <p:nvPr/>
          </p:nvSpPr>
          <p:spPr>
            <a:xfrm>
              <a:off x="8108108" y="2638430"/>
              <a:ext cx="3423491" cy="3079854"/>
            </a:xfrm>
            <a:prstGeom prst="roundRect">
              <a:avLst>
                <a:gd name="adj" fmla="val 8545"/>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p>
          </p:txBody>
        </p:sp>
        <p:pic>
          <p:nvPicPr>
            <p:cNvPr id="45" name="图片 44">
              <a:extLst>
                <a:ext uri="{FF2B5EF4-FFF2-40B4-BE49-F238E27FC236}">
                  <a16:creationId xmlns:a16="http://schemas.microsoft.com/office/drawing/2014/main" id="{B0AFA170-7072-0816-1A7E-FDB510ACC798}"/>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a:fillRect/>
            </a:stretch>
          </p:blipFill>
          <p:spPr>
            <a:xfrm rot="988473">
              <a:off x="3222069" y="5854505"/>
              <a:ext cx="872244" cy="1004334"/>
            </a:xfrm>
            <a:custGeom>
              <a:avLst/>
              <a:gdLst>
                <a:gd name="csX0" fmla="*/ 0 w 7874001"/>
                <a:gd name="csY0" fmla="*/ 0 h 4810161"/>
                <a:gd name="csX1" fmla="*/ 7874001 w 7874001"/>
                <a:gd name="csY1" fmla="*/ 0 h 4810161"/>
                <a:gd name="csX2" fmla="*/ 7874001 w 7874001"/>
                <a:gd name="csY2" fmla="*/ 4810161 h 4810161"/>
                <a:gd name="csX3" fmla="*/ 0 w 7874001"/>
                <a:gd name="csY3" fmla="*/ 4810161 h 4810161"/>
              </a:gdLst>
              <a:ahLst/>
              <a:cxnLst>
                <a:cxn ang="0">
                  <a:pos x="csX0" y="csY0"/>
                </a:cxn>
                <a:cxn ang="0">
                  <a:pos x="csX1" y="csY1"/>
                </a:cxn>
                <a:cxn ang="0">
                  <a:pos x="csX2" y="csY2"/>
                </a:cxn>
                <a:cxn ang="0">
                  <a:pos x="csX3" y="csY3"/>
                </a:cxn>
              </a:cxnLst>
              <a:rect l="l" t="t" r="r" b="b"/>
              <a:pathLst>
                <a:path w="7874001" h="4810161">
                  <a:moveTo>
                    <a:pt x="0" y="0"/>
                  </a:moveTo>
                  <a:lnTo>
                    <a:pt x="7874001" y="0"/>
                  </a:lnTo>
                  <a:lnTo>
                    <a:pt x="7874001" y="4810161"/>
                  </a:lnTo>
                  <a:lnTo>
                    <a:pt x="0" y="4810161"/>
                  </a:lnTo>
                  <a:close/>
                </a:path>
              </a:pathLst>
            </a:custGeom>
          </p:spPr>
        </p:pic>
        <p:pic>
          <p:nvPicPr>
            <p:cNvPr id="8" name="图片 7">
              <a:extLst>
                <a:ext uri="{FF2B5EF4-FFF2-40B4-BE49-F238E27FC236}">
                  <a16:creationId xmlns:a16="http://schemas.microsoft.com/office/drawing/2014/main" id="{93F60B19-FE3C-185F-42D9-58760FB7F38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7957427" y="665014"/>
              <a:ext cx="4084892" cy="2767498"/>
            </a:xfrm>
            <a:custGeom>
              <a:avLst/>
              <a:gdLst>
                <a:gd name="csX0" fmla="*/ 0 w 4625291"/>
                <a:gd name="csY0" fmla="*/ 0 h 3133616"/>
                <a:gd name="csX1" fmla="*/ 4625291 w 4625291"/>
                <a:gd name="csY1" fmla="*/ 0 h 3133616"/>
                <a:gd name="csX2" fmla="*/ 4625291 w 4625291"/>
                <a:gd name="csY2" fmla="*/ 3133616 h 3133616"/>
                <a:gd name="csX3" fmla="*/ 0 w 4625291"/>
                <a:gd name="csY3" fmla="*/ 3133616 h 3133616"/>
              </a:gdLst>
              <a:ahLst/>
              <a:cxnLst>
                <a:cxn ang="0">
                  <a:pos x="csX0" y="csY0"/>
                </a:cxn>
                <a:cxn ang="0">
                  <a:pos x="csX1" y="csY1"/>
                </a:cxn>
                <a:cxn ang="0">
                  <a:pos x="csX2" y="csY2"/>
                </a:cxn>
                <a:cxn ang="0">
                  <a:pos x="csX3" y="csY3"/>
                </a:cxn>
              </a:cxnLst>
              <a:rect l="l" t="t" r="r" b="b"/>
              <a:pathLst>
                <a:path w="4625291" h="3133616">
                  <a:moveTo>
                    <a:pt x="0" y="0"/>
                  </a:moveTo>
                  <a:lnTo>
                    <a:pt x="4625291" y="0"/>
                  </a:lnTo>
                  <a:lnTo>
                    <a:pt x="4625291" y="3133616"/>
                  </a:lnTo>
                  <a:lnTo>
                    <a:pt x="0" y="3133616"/>
                  </a:lnTo>
                  <a:close/>
                </a:path>
              </a:pathLst>
            </a:custGeom>
          </p:spPr>
        </p:pic>
        <p:grpSp>
          <p:nvGrpSpPr>
            <p:cNvPr id="3" name="组合 2">
              <a:extLst>
                <a:ext uri="{FF2B5EF4-FFF2-40B4-BE49-F238E27FC236}">
                  <a16:creationId xmlns:a16="http://schemas.microsoft.com/office/drawing/2014/main" id="{09C8C608-5664-57B6-BE11-211745204C0B}"/>
                </a:ext>
              </a:extLst>
            </p:cNvPr>
            <p:cNvGrpSpPr/>
            <p:nvPr/>
          </p:nvGrpSpPr>
          <p:grpSpPr>
            <a:xfrm>
              <a:off x="793103" y="2782663"/>
              <a:ext cx="3158084" cy="2847274"/>
              <a:chOff x="793103" y="2782663"/>
              <a:chExt cx="3158084" cy="2847274"/>
            </a:xfrm>
          </p:grpSpPr>
          <p:sp>
            <p:nvSpPr>
              <p:cNvPr id="58" name="Number1">
                <a:extLst>
                  <a:ext uri="{FF2B5EF4-FFF2-40B4-BE49-F238E27FC236}">
                    <a16:creationId xmlns:a16="http://schemas.microsoft.com/office/drawing/2014/main" id="{23F4B575-A054-CA65-A6FA-1932E67FDD97}"/>
                  </a:ext>
                </a:extLst>
              </p:cNvPr>
              <p:cNvSpPr>
                <a:spLocks/>
              </p:cNvSpPr>
              <p:nvPr/>
            </p:nvSpPr>
            <p:spPr>
              <a:xfrm flipH="1">
                <a:off x="793106" y="4709988"/>
                <a:ext cx="3158081" cy="919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4400" b="1">
                    <a:solidFill>
                      <a:schemeClr val="accent1"/>
                    </a:solidFill>
                    <a:latin typeface="Arial" panose="020B0604020202020204" pitchFamily="34" charset="0"/>
                    <a:cs typeface="+mn-ea"/>
                    <a:sym typeface="Arial" panose="020B0604020202020204" pitchFamily="34" charset="0"/>
                  </a:rPr>
                  <a:t>01</a:t>
                </a:r>
                <a:endParaRPr lang="en-US" sz="4400" dirty="0">
                  <a:solidFill>
                    <a:schemeClr val="accent1"/>
                  </a:solidFill>
                  <a:latin typeface="Arial" panose="020B0604020202020204" pitchFamily="34" charset="0"/>
                  <a:sym typeface="Arial" panose="020B0604020202020204" pitchFamily="34" charset="0"/>
                </a:endParaRPr>
              </a:p>
            </p:txBody>
          </p:sp>
          <p:sp>
            <p:nvSpPr>
              <p:cNvPr id="57" name="Text1">
                <a:extLst>
                  <a:ext uri="{FF2B5EF4-FFF2-40B4-BE49-F238E27FC236}">
                    <a16:creationId xmlns:a16="http://schemas.microsoft.com/office/drawing/2014/main" id="{B87B57B3-80EB-31F8-1823-7658655EFF63}"/>
                  </a:ext>
                </a:extLst>
              </p:cNvPr>
              <p:cNvSpPr/>
              <p:nvPr/>
            </p:nvSpPr>
            <p:spPr>
              <a:xfrm flipH="1">
                <a:off x="793103" y="3432514"/>
                <a:ext cx="3158080" cy="10696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zh-CN" sz="1200" dirty="0">
                  <a:solidFill>
                    <a:srgbClr val="000000"/>
                  </a:solidFill>
                  <a:latin typeface="Arial" panose="020B0604020202020204" pitchFamily="34" charset="0"/>
                  <a:sym typeface="Arial" panose="020B0604020202020204" pitchFamily="34" charset="0"/>
                </a:endParaRPr>
              </a:p>
            </p:txBody>
          </p:sp>
          <p:sp>
            <p:nvSpPr>
              <p:cNvPr id="56" name="Bullet1">
                <a:extLst>
                  <a:ext uri="{FF2B5EF4-FFF2-40B4-BE49-F238E27FC236}">
                    <a16:creationId xmlns:a16="http://schemas.microsoft.com/office/drawing/2014/main" id="{76FDEF76-56A1-B53A-B1B2-FFBF8A943DA1}"/>
                  </a:ext>
                </a:extLst>
              </p:cNvPr>
              <p:cNvSpPr>
                <a:spLocks/>
              </p:cNvSpPr>
              <p:nvPr/>
            </p:nvSpPr>
            <p:spPr>
              <a:xfrm flipH="1">
                <a:off x="793106" y="2782663"/>
                <a:ext cx="3158081" cy="649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rgbClr val="000000"/>
                    </a:solidFill>
                    <a:latin typeface="Arial" panose="020B0604020202020204" pitchFamily="34" charset="0"/>
                    <a:cs typeface="+mn-ea"/>
                    <a:sym typeface="Arial" panose="020B0604020202020204" pitchFamily="34" charset="0"/>
                  </a:rPr>
                  <a:t>单击添加小标题</a:t>
                </a:r>
                <a:endParaRPr lang="en-US" dirty="0">
                  <a:solidFill>
                    <a:srgbClr val="000000"/>
                  </a:solidFill>
                  <a:latin typeface="Arial" panose="020B0604020202020204" pitchFamily="34" charset="0"/>
                  <a:sym typeface="Arial" panose="020B0604020202020204" pitchFamily="34" charset="0"/>
                </a:endParaRPr>
              </a:p>
            </p:txBody>
          </p:sp>
        </p:grpSp>
        <p:grpSp>
          <p:nvGrpSpPr>
            <p:cNvPr id="4" name="组合 3">
              <a:extLst>
                <a:ext uri="{FF2B5EF4-FFF2-40B4-BE49-F238E27FC236}">
                  <a16:creationId xmlns:a16="http://schemas.microsoft.com/office/drawing/2014/main" id="{927DBA82-836E-7B35-78A0-AA427D438D87}"/>
                </a:ext>
              </a:extLst>
            </p:cNvPr>
            <p:cNvGrpSpPr/>
            <p:nvPr/>
          </p:nvGrpSpPr>
          <p:grpSpPr>
            <a:xfrm>
              <a:off x="4516957" y="2782663"/>
              <a:ext cx="3158084" cy="2847274"/>
              <a:chOff x="4516957" y="2782663"/>
              <a:chExt cx="3158084" cy="2847274"/>
            </a:xfrm>
          </p:grpSpPr>
          <p:sp>
            <p:nvSpPr>
              <p:cNvPr id="55" name="Number2">
                <a:extLst>
                  <a:ext uri="{FF2B5EF4-FFF2-40B4-BE49-F238E27FC236}">
                    <a16:creationId xmlns:a16="http://schemas.microsoft.com/office/drawing/2014/main" id="{3D7ADEE8-1AA5-C193-46B3-7C7580FC7D06}"/>
                  </a:ext>
                </a:extLst>
              </p:cNvPr>
              <p:cNvSpPr>
                <a:spLocks/>
              </p:cNvSpPr>
              <p:nvPr/>
            </p:nvSpPr>
            <p:spPr>
              <a:xfrm flipH="1">
                <a:off x="4516960" y="4709988"/>
                <a:ext cx="3158081" cy="919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4400" b="1">
                    <a:solidFill>
                      <a:schemeClr val="accent2"/>
                    </a:solidFill>
                    <a:latin typeface="Arial" panose="020B0604020202020204" pitchFamily="34" charset="0"/>
                    <a:cs typeface="+mn-ea"/>
                    <a:sym typeface="Arial" panose="020B0604020202020204" pitchFamily="34" charset="0"/>
                  </a:rPr>
                  <a:t>02</a:t>
                </a:r>
                <a:endParaRPr lang="en-US" sz="4400" dirty="0">
                  <a:solidFill>
                    <a:schemeClr val="accent2"/>
                  </a:solidFill>
                  <a:latin typeface="Arial" panose="020B0604020202020204" pitchFamily="34" charset="0"/>
                  <a:sym typeface="Arial" panose="020B0604020202020204" pitchFamily="34" charset="0"/>
                </a:endParaRPr>
              </a:p>
            </p:txBody>
          </p:sp>
          <p:sp>
            <p:nvSpPr>
              <p:cNvPr id="54" name="Text2">
                <a:extLst>
                  <a:ext uri="{FF2B5EF4-FFF2-40B4-BE49-F238E27FC236}">
                    <a16:creationId xmlns:a16="http://schemas.microsoft.com/office/drawing/2014/main" id="{D4A897C6-3EE4-6397-C93A-93324AB6EF7C}"/>
                  </a:ext>
                </a:extLst>
              </p:cNvPr>
              <p:cNvSpPr/>
              <p:nvPr/>
            </p:nvSpPr>
            <p:spPr>
              <a:xfrm flipH="1">
                <a:off x="4516957" y="3432514"/>
                <a:ext cx="3158080" cy="10696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zh-CN" sz="1200" dirty="0">
                  <a:solidFill>
                    <a:srgbClr val="000000"/>
                  </a:solidFill>
                  <a:latin typeface="Arial" panose="020B0604020202020204" pitchFamily="34" charset="0"/>
                  <a:sym typeface="Arial" panose="020B0604020202020204" pitchFamily="34" charset="0"/>
                </a:endParaRPr>
              </a:p>
            </p:txBody>
          </p:sp>
          <p:sp>
            <p:nvSpPr>
              <p:cNvPr id="53" name="Bullet2">
                <a:extLst>
                  <a:ext uri="{FF2B5EF4-FFF2-40B4-BE49-F238E27FC236}">
                    <a16:creationId xmlns:a16="http://schemas.microsoft.com/office/drawing/2014/main" id="{3DA72946-D710-7291-569E-626D2D72EB61}"/>
                  </a:ext>
                </a:extLst>
              </p:cNvPr>
              <p:cNvSpPr>
                <a:spLocks/>
              </p:cNvSpPr>
              <p:nvPr/>
            </p:nvSpPr>
            <p:spPr>
              <a:xfrm flipH="1">
                <a:off x="4516960" y="2782663"/>
                <a:ext cx="3158081" cy="649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rgbClr val="000000"/>
                    </a:solidFill>
                    <a:latin typeface="Arial" panose="020B0604020202020204" pitchFamily="34" charset="0"/>
                    <a:cs typeface="+mn-ea"/>
                    <a:sym typeface="Arial" panose="020B0604020202020204" pitchFamily="34" charset="0"/>
                  </a:rPr>
                  <a:t>单击添加小标题</a:t>
                </a:r>
                <a:endParaRPr lang="en-US" dirty="0">
                  <a:solidFill>
                    <a:srgbClr val="000000"/>
                  </a:solidFill>
                  <a:latin typeface="Arial" panose="020B0604020202020204" pitchFamily="34" charset="0"/>
                  <a:sym typeface="Arial" panose="020B0604020202020204" pitchFamily="34" charset="0"/>
                </a:endParaRPr>
              </a:p>
            </p:txBody>
          </p:sp>
        </p:grpSp>
        <p:grpSp>
          <p:nvGrpSpPr>
            <p:cNvPr id="5" name="组合 4">
              <a:extLst>
                <a:ext uri="{FF2B5EF4-FFF2-40B4-BE49-F238E27FC236}">
                  <a16:creationId xmlns:a16="http://schemas.microsoft.com/office/drawing/2014/main" id="{F5829089-5619-7DED-1B22-F43D0F981C9B}"/>
                </a:ext>
              </a:extLst>
            </p:cNvPr>
            <p:cNvGrpSpPr/>
            <p:nvPr/>
          </p:nvGrpSpPr>
          <p:grpSpPr>
            <a:xfrm>
              <a:off x="8240810" y="2782663"/>
              <a:ext cx="3158084" cy="2847274"/>
              <a:chOff x="8240810" y="2782663"/>
              <a:chExt cx="3158084" cy="2847274"/>
            </a:xfrm>
          </p:grpSpPr>
          <p:sp>
            <p:nvSpPr>
              <p:cNvPr id="52" name="Number3">
                <a:extLst>
                  <a:ext uri="{FF2B5EF4-FFF2-40B4-BE49-F238E27FC236}">
                    <a16:creationId xmlns:a16="http://schemas.microsoft.com/office/drawing/2014/main" id="{99B27F7B-4527-8BAA-BA7C-7C27B7A7836D}"/>
                  </a:ext>
                </a:extLst>
              </p:cNvPr>
              <p:cNvSpPr>
                <a:spLocks/>
              </p:cNvSpPr>
              <p:nvPr/>
            </p:nvSpPr>
            <p:spPr>
              <a:xfrm flipH="1">
                <a:off x="8240813" y="4709988"/>
                <a:ext cx="3158081" cy="919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4400" b="1">
                    <a:solidFill>
                      <a:schemeClr val="accent1"/>
                    </a:solidFill>
                    <a:latin typeface="Arial" panose="020B0604020202020204" pitchFamily="34" charset="0"/>
                    <a:cs typeface="+mn-ea"/>
                    <a:sym typeface="Arial" panose="020B0604020202020204" pitchFamily="34" charset="0"/>
                  </a:rPr>
                  <a:t>03</a:t>
                </a:r>
                <a:endParaRPr lang="en-US" sz="4400" dirty="0">
                  <a:solidFill>
                    <a:schemeClr val="accent1"/>
                  </a:solidFill>
                  <a:latin typeface="Arial" panose="020B0604020202020204" pitchFamily="34" charset="0"/>
                  <a:sym typeface="Arial" panose="020B0604020202020204" pitchFamily="34" charset="0"/>
                </a:endParaRPr>
              </a:p>
            </p:txBody>
          </p:sp>
          <p:sp>
            <p:nvSpPr>
              <p:cNvPr id="51" name="Text3">
                <a:extLst>
                  <a:ext uri="{FF2B5EF4-FFF2-40B4-BE49-F238E27FC236}">
                    <a16:creationId xmlns:a16="http://schemas.microsoft.com/office/drawing/2014/main" id="{1E9423F4-7B85-8844-C796-AAF7E682EC94}"/>
                  </a:ext>
                </a:extLst>
              </p:cNvPr>
              <p:cNvSpPr/>
              <p:nvPr/>
            </p:nvSpPr>
            <p:spPr>
              <a:xfrm flipH="1">
                <a:off x="8240810" y="3432514"/>
                <a:ext cx="3158080" cy="10696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zh-CN" sz="1200" dirty="0">
                  <a:solidFill>
                    <a:srgbClr val="000000"/>
                  </a:solidFill>
                  <a:latin typeface="Arial" panose="020B0604020202020204" pitchFamily="34" charset="0"/>
                  <a:sym typeface="Arial" panose="020B0604020202020204" pitchFamily="34" charset="0"/>
                </a:endParaRPr>
              </a:p>
            </p:txBody>
          </p:sp>
          <p:sp>
            <p:nvSpPr>
              <p:cNvPr id="50" name="Bullet3">
                <a:extLst>
                  <a:ext uri="{FF2B5EF4-FFF2-40B4-BE49-F238E27FC236}">
                    <a16:creationId xmlns:a16="http://schemas.microsoft.com/office/drawing/2014/main" id="{112CC138-2D98-D71A-E618-24D54899E730}"/>
                  </a:ext>
                </a:extLst>
              </p:cNvPr>
              <p:cNvSpPr>
                <a:spLocks/>
              </p:cNvSpPr>
              <p:nvPr/>
            </p:nvSpPr>
            <p:spPr>
              <a:xfrm flipH="1">
                <a:off x="8240813" y="2782663"/>
                <a:ext cx="3158081" cy="649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rgbClr val="000000"/>
                    </a:solidFill>
                    <a:latin typeface="Arial" panose="020B0604020202020204" pitchFamily="34" charset="0"/>
                    <a:cs typeface="+mn-ea"/>
                    <a:sym typeface="Arial" panose="020B0604020202020204" pitchFamily="34" charset="0"/>
                  </a:rPr>
                  <a:t>单击添加小标题</a:t>
                </a:r>
                <a:endParaRPr lang="en-US" dirty="0">
                  <a:solidFill>
                    <a:srgbClr val="000000"/>
                  </a:solidFill>
                  <a:latin typeface="Arial" panose="020B0604020202020204" pitchFamily="34" charset="0"/>
                  <a:sym typeface="Arial" panose="020B0604020202020204" pitchFamily="34" charset="0"/>
                </a:endParaRPr>
              </a:p>
            </p:txBody>
          </p:sp>
        </p:grpSp>
      </p:grpSp>
      <p:sp>
        <p:nvSpPr>
          <p:cNvPr id="7" name="标题 6">
            <a:extLst>
              <a:ext uri="{FF2B5EF4-FFF2-40B4-BE49-F238E27FC236}">
                <a16:creationId xmlns:a16="http://schemas.microsoft.com/office/drawing/2014/main" id="{44D8A5B3-0195-21DF-99EB-33C810AFC53F}"/>
              </a:ext>
            </a:extLst>
          </p:cNvPr>
          <p:cNvSpPr>
            <a:spLocks noGrp="1"/>
          </p:cNvSpPr>
          <p:nvPr>
            <p:ph type="title"/>
          </p:nvPr>
        </p:nvSpPr>
        <p:spPr/>
        <p:txBody>
          <a:bodyPr/>
          <a:lstStyle/>
          <a:p>
            <a:r>
              <a:rPr lang="zh-CN" altLang="en-US"/>
              <a:t>点击此处添加页面标题</a:t>
            </a:r>
          </a:p>
        </p:txBody>
      </p:sp>
    </p:spTree>
    <p:extLst>
      <p:ext uri="{BB962C8B-B14F-4D97-AF65-F5344CB8AC3E}">
        <p14:creationId xmlns:p14="http://schemas.microsoft.com/office/powerpoint/2010/main" val="3308671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823A9-2FB9-6A93-BD0B-161669AA22AD}"/>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1022F89E-DDE5-3DCE-5178-043919009570}"/>
              </a:ext>
            </a:extLst>
          </p:cNvPr>
          <p:cNvGrpSpPr/>
          <p:nvPr/>
        </p:nvGrpSpPr>
        <p:grpSpPr>
          <a:xfrm>
            <a:off x="0" y="0"/>
            <a:ext cx="12192001" cy="6858000"/>
            <a:chOff x="0" y="0"/>
            <a:chExt cx="12192001" cy="6858000"/>
          </a:xfrm>
        </p:grpSpPr>
        <p:pic>
          <p:nvPicPr>
            <p:cNvPr id="27" name="图片 26">
              <a:extLst>
                <a:ext uri="{FF2B5EF4-FFF2-40B4-BE49-F238E27FC236}">
                  <a16:creationId xmlns:a16="http://schemas.microsoft.com/office/drawing/2014/main" id="{677C22D7-6FEC-CC35-73D3-E4C03DE2C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pic>
          <p:nvPicPr>
            <p:cNvPr id="32" name="图片 31">
              <a:extLst>
                <a:ext uri="{FF2B5EF4-FFF2-40B4-BE49-F238E27FC236}">
                  <a16:creationId xmlns:a16="http://schemas.microsoft.com/office/drawing/2014/main" id="{02A86EC1-1771-3657-9780-D44AC3417A4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0" y="2590887"/>
              <a:ext cx="5202558" cy="4267113"/>
            </a:xfrm>
            <a:custGeom>
              <a:avLst/>
              <a:gdLst>
                <a:gd name="csX0" fmla="*/ 0 w 5202558"/>
                <a:gd name="csY0" fmla="*/ 0 h 4267113"/>
                <a:gd name="csX1" fmla="*/ 5202558 w 5202558"/>
                <a:gd name="csY1" fmla="*/ 0 h 4267113"/>
                <a:gd name="csX2" fmla="*/ 5202558 w 5202558"/>
                <a:gd name="csY2" fmla="*/ 4267113 h 4267113"/>
                <a:gd name="csX3" fmla="*/ 0 w 5202558"/>
                <a:gd name="csY3" fmla="*/ 4267113 h 4267113"/>
              </a:gdLst>
              <a:ahLst/>
              <a:cxnLst>
                <a:cxn ang="0">
                  <a:pos x="csX0" y="csY0"/>
                </a:cxn>
                <a:cxn ang="0">
                  <a:pos x="csX1" y="csY1"/>
                </a:cxn>
                <a:cxn ang="0">
                  <a:pos x="csX2" y="csY2"/>
                </a:cxn>
                <a:cxn ang="0">
                  <a:pos x="csX3" y="csY3"/>
                </a:cxn>
              </a:cxnLst>
              <a:rect l="l" t="t" r="r" b="b"/>
              <a:pathLst>
                <a:path w="5202558" h="4267113">
                  <a:moveTo>
                    <a:pt x="0" y="0"/>
                  </a:moveTo>
                  <a:lnTo>
                    <a:pt x="5202558" y="0"/>
                  </a:lnTo>
                  <a:lnTo>
                    <a:pt x="5202558" y="4267113"/>
                  </a:lnTo>
                  <a:lnTo>
                    <a:pt x="0" y="4267113"/>
                  </a:lnTo>
                  <a:close/>
                </a:path>
              </a:pathLst>
            </a:custGeom>
          </p:spPr>
        </p:pic>
        <p:pic>
          <p:nvPicPr>
            <p:cNvPr id="29" name="图片 28">
              <a:extLst>
                <a:ext uri="{FF2B5EF4-FFF2-40B4-BE49-F238E27FC236}">
                  <a16:creationId xmlns:a16="http://schemas.microsoft.com/office/drawing/2014/main" id="{0C5CE478-9782-291A-9373-F2D8BC022A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16980" y="0"/>
              <a:ext cx="3475021" cy="3499407"/>
            </a:xfrm>
            <a:prstGeom prst="rect">
              <a:avLst/>
            </a:prstGeom>
          </p:spPr>
        </p:pic>
        <p:sp>
          <p:nvSpPr>
            <p:cNvPr id="34" name="Title">
              <a:extLst>
                <a:ext uri="{FF2B5EF4-FFF2-40B4-BE49-F238E27FC236}">
                  <a16:creationId xmlns:a16="http://schemas.microsoft.com/office/drawing/2014/main" id="{F6B53EE8-4EE8-1574-5C2E-3AC892306509}"/>
                </a:ext>
              </a:extLst>
            </p:cNvPr>
            <p:cNvSpPr/>
            <p:nvPr/>
          </p:nvSpPr>
          <p:spPr>
            <a:xfrm>
              <a:off x="714092" y="1130300"/>
              <a:ext cx="8836308" cy="681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sz="2400" b="1">
                  <a:solidFill>
                    <a:schemeClr val="tx1"/>
                  </a:solidFill>
                  <a:latin typeface="Arial" panose="020B0604020202020204" pitchFamily="34" charset="0"/>
                  <a:cs typeface="+mn-ea"/>
                  <a:sym typeface="Arial" panose="020B0604020202020204" pitchFamily="34" charset="0"/>
                </a:rPr>
                <a:t>点击此处添加长一点的副标题</a:t>
              </a:r>
              <a:endParaRPr lang="en-US" sz="2400" dirty="0">
                <a:latin typeface="Arial" panose="020B0604020202020204" pitchFamily="34" charset="0"/>
                <a:sym typeface="Arial" panose="020B0604020202020204" pitchFamily="34" charset="0"/>
              </a:endParaRPr>
            </a:p>
          </p:txBody>
        </p:sp>
        <p:sp>
          <p:nvSpPr>
            <p:cNvPr id="24" name="Shape1">
              <a:extLst>
                <a:ext uri="{FF2B5EF4-FFF2-40B4-BE49-F238E27FC236}">
                  <a16:creationId xmlns:a16="http://schemas.microsoft.com/office/drawing/2014/main" id="{0180CEBF-E772-54B6-5212-B28C7C609B92}"/>
                </a:ext>
              </a:extLst>
            </p:cNvPr>
            <p:cNvSpPr/>
            <p:nvPr/>
          </p:nvSpPr>
          <p:spPr>
            <a:xfrm>
              <a:off x="753956" y="1913210"/>
              <a:ext cx="5227744" cy="1876237"/>
            </a:xfrm>
            <a:prstGeom prst="roundRect">
              <a:avLst>
                <a:gd name="adj" fmla="val 958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a:cs typeface="+mn-ea"/>
                <a:sym typeface="+mn-lt"/>
              </a:endParaRPr>
            </a:p>
          </p:txBody>
        </p:sp>
        <p:pic>
          <p:nvPicPr>
            <p:cNvPr id="36" name="图片 35">
              <a:extLst>
                <a:ext uri="{FF2B5EF4-FFF2-40B4-BE49-F238E27FC236}">
                  <a16:creationId xmlns:a16="http://schemas.microsoft.com/office/drawing/2014/main" id="{194328C0-90AC-C447-94A3-DA000A5AA01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4985702" y="1805539"/>
              <a:ext cx="970812" cy="850618"/>
            </a:xfrm>
            <a:prstGeom prst="rect">
              <a:avLst/>
            </a:prstGeom>
          </p:spPr>
        </p:pic>
        <p:sp>
          <p:nvSpPr>
            <p:cNvPr id="21" name="Shape2">
              <a:extLst>
                <a:ext uri="{FF2B5EF4-FFF2-40B4-BE49-F238E27FC236}">
                  <a16:creationId xmlns:a16="http://schemas.microsoft.com/office/drawing/2014/main" id="{46F8C50A-D6AC-8C72-6542-CC24403B3CB9}"/>
                </a:ext>
              </a:extLst>
            </p:cNvPr>
            <p:cNvSpPr/>
            <p:nvPr/>
          </p:nvSpPr>
          <p:spPr>
            <a:xfrm>
              <a:off x="753956" y="4137213"/>
              <a:ext cx="5227744" cy="1876237"/>
            </a:xfrm>
            <a:prstGeom prst="roundRect">
              <a:avLst>
                <a:gd name="adj" fmla="val 958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a:cs typeface="+mn-ea"/>
                <a:sym typeface="+mn-lt"/>
              </a:endParaRPr>
            </a:p>
          </p:txBody>
        </p:sp>
        <p:pic>
          <p:nvPicPr>
            <p:cNvPr id="39" name="图片 38">
              <a:extLst>
                <a:ext uri="{FF2B5EF4-FFF2-40B4-BE49-F238E27FC236}">
                  <a16:creationId xmlns:a16="http://schemas.microsoft.com/office/drawing/2014/main" id="{FDEF0904-C7A9-CD55-9FAC-6D2C86B86B0F}"/>
                </a:ext>
              </a:extLst>
            </p:cNvPr>
            <p:cNvPicPr>
              <a:picLocks noChangeAspect="1"/>
            </p:cNvPicPr>
            <p:nvPr/>
          </p:nvPicPr>
          <p:blipFill rotWithShape="1">
            <a:blip r:embed="rId7">
              <a:extLst>
                <a:ext uri="{28A0092B-C50C-407E-A947-70E740481C1C}">
                  <a14:useLocalDpi xmlns:a14="http://schemas.microsoft.com/office/drawing/2010/main" val="0"/>
                </a:ext>
              </a:extLst>
            </a:blip>
            <a:srcRect/>
            <a:stretch>
              <a:fillRect/>
            </a:stretch>
          </p:blipFill>
          <p:spPr>
            <a:xfrm>
              <a:off x="4985702" y="4087116"/>
              <a:ext cx="883583" cy="789016"/>
            </a:xfrm>
            <a:prstGeom prst="rect">
              <a:avLst/>
            </a:prstGeom>
          </p:spPr>
        </p:pic>
        <p:sp>
          <p:nvSpPr>
            <p:cNvPr id="18" name="Shape1">
              <a:extLst>
                <a:ext uri="{FF2B5EF4-FFF2-40B4-BE49-F238E27FC236}">
                  <a16:creationId xmlns:a16="http://schemas.microsoft.com/office/drawing/2014/main" id="{E5A0BA43-CC25-D542-5592-AFE395F033F0}"/>
                </a:ext>
              </a:extLst>
            </p:cNvPr>
            <p:cNvSpPr/>
            <p:nvPr/>
          </p:nvSpPr>
          <p:spPr>
            <a:xfrm>
              <a:off x="6189556" y="1913210"/>
              <a:ext cx="5227744" cy="1876237"/>
            </a:xfrm>
            <a:prstGeom prst="roundRect">
              <a:avLst>
                <a:gd name="adj" fmla="val 958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a:cs typeface="+mn-ea"/>
                <a:sym typeface="+mn-lt"/>
              </a:endParaRPr>
            </a:p>
          </p:txBody>
        </p:sp>
        <p:pic>
          <p:nvPicPr>
            <p:cNvPr id="37" name="图片 36">
              <a:extLst>
                <a:ext uri="{FF2B5EF4-FFF2-40B4-BE49-F238E27FC236}">
                  <a16:creationId xmlns:a16="http://schemas.microsoft.com/office/drawing/2014/main" id="{32A85ABD-9499-AFB4-0C17-9ADBDF82236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39400" y="1794620"/>
              <a:ext cx="877900" cy="938865"/>
            </a:xfrm>
            <a:prstGeom prst="rect">
              <a:avLst/>
            </a:prstGeom>
          </p:spPr>
        </p:pic>
        <p:sp>
          <p:nvSpPr>
            <p:cNvPr id="15" name="Shape2">
              <a:extLst>
                <a:ext uri="{FF2B5EF4-FFF2-40B4-BE49-F238E27FC236}">
                  <a16:creationId xmlns:a16="http://schemas.microsoft.com/office/drawing/2014/main" id="{A5698F79-679C-5F2E-7311-A6495A41700C}"/>
                </a:ext>
              </a:extLst>
            </p:cNvPr>
            <p:cNvSpPr/>
            <p:nvPr/>
          </p:nvSpPr>
          <p:spPr>
            <a:xfrm>
              <a:off x="6189556" y="4137213"/>
              <a:ext cx="5227744" cy="1876237"/>
            </a:xfrm>
            <a:prstGeom prst="roundRect">
              <a:avLst>
                <a:gd name="adj" fmla="val 958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a:cs typeface="+mn-ea"/>
                <a:sym typeface="+mn-lt"/>
              </a:endParaRPr>
            </a:p>
          </p:txBody>
        </p:sp>
        <p:pic>
          <p:nvPicPr>
            <p:cNvPr id="38" name="图片 37">
              <a:extLst>
                <a:ext uri="{FF2B5EF4-FFF2-40B4-BE49-F238E27FC236}">
                  <a16:creationId xmlns:a16="http://schemas.microsoft.com/office/drawing/2014/main" id="{DBD29768-254B-BA29-A370-A81C22882261}"/>
                </a:ext>
              </a:extLst>
            </p:cNvPr>
            <p:cNvPicPr>
              <a:picLocks noChangeAspect="1"/>
            </p:cNvPicPr>
            <p:nvPr/>
          </p:nvPicPr>
          <p:blipFill rotWithShape="1">
            <a:blip r:embed="rId9">
              <a:extLst>
                <a:ext uri="{28A0092B-C50C-407E-A947-70E740481C1C}">
                  <a14:useLocalDpi xmlns:a14="http://schemas.microsoft.com/office/drawing/2010/main" val="0"/>
                </a:ext>
              </a:extLst>
            </a:blip>
            <a:srcRect/>
            <a:stretch>
              <a:fillRect/>
            </a:stretch>
          </p:blipFill>
          <p:spPr>
            <a:xfrm>
              <a:off x="10539400" y="3951371"/>
              <a:ext cx="793044" cy="908618"/>
            </a:xfrm>
            <a:prstGeom prst="rect">
              <a:avLst/>
            </a:prstGeom>
          </p:spPr>
        </p:pic>
        <p:grpSp>
          <p:nvGrpSpPr>
            <p:cNvPr id="2" name="组合 1">
              <a:extLst>
                <a:ext uri="{FF2B5EF4-FFF2-40B4-BE49-F238E27FC236}">
                  <a16:creationId xmlns:a16="http://schemas.microsoft.com/office/drawing/2014/main" id="{EC5DDB0F-BB2A-31CC-8C47-B7AAB89054FB}"/>
                </a:ext>
              </a:extLst>
            </p:cNvPr>
            <p:cNvGrpSpPr/>
            <p:nvPr/>
          </p:nvGrpSpPr>
          <p:grpSpPr>
            <a:xfrm>
              <a:off x="920751" y="2018186"/>
              <a:ext cx="4922228" cy="1663590"/>
              <a:chOff x="920751" y="2018186"/>
              <a:chExt cx="4922228" cy="1663590"/>
            </a:xfrm>
          </p:grpSpPr>
          <p:sp>
            <p:nvSpPr>
              <p:cNvPr id="41" name="Text1">
                <a:extLst>
                  <a:ext uri="{FF2B5EF4-FFF2-40B4-BE49-F238E27FC236}">
                    <a16:creationId xmlns:a16="http://schemas.microsoft.com/office/drawing/2014/main" id="{93651CE1-78C2-0312-BFBB-5744649727BE}"/>
                  </a:ext>
                </a:extLst>
              </p:cNvPr>
              <p:cNvSpPr/>
              <p:nvPr/>
            </p:nvSpPr>
            <p:spPr>
              <a:xfrm>
                <a:off x="920751" y="2743657"/>
                <a:ext cx="4922228" cy="9381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solidFill>
                    <a:srgbClr val="000000"/>
                  </a:solidFill>
                  <a:latin typeface="Arial" panose="020B0604020202020204" pitchFamily="34" charset="0"/>
                  <a:sym typeface="Arial" panose="020B0604020202020204" pitchFamily="34" charset="0"/>
                </a:endParaRPr>
              </a:p>
            </p:txBody>
          </p:sp>
          <p:sp>
            <p:nvSpPr>
              <p:cNvPr id="40" name="Bullet1">
                <a:extLst>
                  <a:ext uri="{FF2B5EF4-FFF2-40B4-BE49-F238E27FC236}">
                    <a16:creationId xmlns:a16="http://schemas.microsoft.com/office/drawing/2014/main" id="{092E860C-1ACF-C4AA-C1D8-6ECB2384E98F}"/>
                  </a:ext>
                </a:extLst>
              </p:cNvPr>
              <p:cNvSpPr/>
              <p:nvPr/>
            </p:nvSpPr>
            <p:spPr>
              <a:xfrm>
                <a:off x="920751" y="2018186"/>
                <a:ext cx="3829049" cy="661766"/>
              </a:xfrm>
              <a:prstGeom prst="roundRect">
                <a:avLst/>
              </a:prstGeom>
              <a:gradFill flip="none" rotWithShape="1">
                <a:gsLst>
                  <a:gs pos="22000">
                    <a:schemeClr val="accent2"/>
                  </a:gs>
                  <a:gs pos="100000">
                    <a:schemeClr val="accent2">
                      <a:lumMod val="60000"/>
                      <a:lumOff val="4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nvGrpSpPr>
            <p:cNvPr id="3" name="组合 2">
              <a:extLst>
                <a:ext uri="{FF2B5EF4-FFF2-40B4-BE49-F238E27FC236}">
                  <a16:creationId xmlns:a16="http://schemas.microsoft.com/office/drawing/2014/main" id="{06FF88DB-DF82-9AC6-006B-4127486DB2F5}"/>
                </a:ext>
              </a:extLst>
            </p:cNvPr>
            <p:cNvGrpSpPr/>
            <p:nvPr/>
          </p:nvGrpSpPr>
          <p:grpSpPr>
            <a:xfrm>
              <a:off x="6356351" y="2018186"/>
              <a:ext cx="4922228" cy="1663590"/>
              <a:chOff x="6356351" y="2018186"/>
              <a:chExt cx="4922228" cy="1663590"/>
            </a:xfrm>
          </p:grpSpPr>
          <p:sp>
            <p:nvSpPr>
              <p:cNvPr id="45" name="Text2">
                <a:extLst>
                  <a:ext uri="{FF2B5EF4-FFF2-40B4-BE49-F238E27FC236}">
                    <a16:creationId xmlns:a16="http://schemas.microsoft.com/office/drawing/2014/main" id="{84BA6ED3-709E-C11C-C3F9-AABA738AAE29}"/>
                  </a:ext>
                </a:extLst>
              </p:cNvPr>
              <p:cNvSpPr/>
              <p:nvPr/>
            </p:nvSpPr>
            <p:spPr>
              <a:xfrm>
                <a:off x="6356351" y="2743657"/>
                <a:ext cx="4922228" cy="9381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zh-CN" sz="1200" dirty="0">
                  <a:solidFill>
                    <a:srgbClr val="000000"/>
                  </a:solidFill>
                  <a:latin typeface="Arial" panose="020B0604020202020204" pitchFamily="34" charset="0"/>
                  <a:sym typeface="Arial" panose="020B0604020202020204" pitchFamily="34" charset="0"/>
                </a:endParaRPr>
              </a:p>
            </p:txBody>
          </p:sp>
          <p:sp>
            <p:nvSpPr>
              <p:cNvPr id="44" name="Bullet2">
                <a:extLst>
                  <a:ext uri="{FF2B5EF4-FFF2-40B4-BE49-F238E27FC236}">
                    <a16:creationId xmlns:a16="http://schemas.microsoft.com/office/drawing/2014/main" id="{43B0526F-FB3F-A8F6-AB07-D8B8DA150CCA}"/>
                  </a:ext>
                </a:extLst>
              </p:cNvPr>
              <p:cNvSpPr/>
              <p:nvPr/>
            </p:nvSpPr>
            <p:spPr>
              <a:xfrm>
                <a:off x="6356351" y="2018186"/>
                <a:ext cx="3829049" cy="661766"/>
              </a:xfrm>
              <a:prstGeom prst="roundRect">
                <a:avLst/>
              </a:prstGeom>
              <a:gradFill flip="none" rotWithShape="1">
                <a:gsLst>
                  <a:gs pos="22000">
                    <a:schemeClr val="accent1"/>
                  </a:gs>
                  <a:gs pos="100000">
                    <a:schemeClr val="accent1">
                      <a:lumMod val="60000"/>
                      <a:lumOff val="4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nvGrpSpPr>
            <p:cNvPr id="4" name="组合 3">
              <a:extLst>
                <a:ext uri="{FF2B5EF4-FFF2-40B4-BE49-F238E27FC236}">
                  <a16:creationId xmlns:a16="http://schemas.microsoft.com/office/drawing/2014/main" id="{EF6076BD-BFCD-FC54-F3FA-A8522B8EB3E9}"/>
                </a:ext>
              </a:extLst>
            </p:cNvPr>
            <p:cNvGrpSpPr/>
            <p:nvPr/>
          </p:nvGrpSpPr>
          <p:grpSpPr>
            <a:xfrm>
              <a:off x="920751" y="4242189"/>
              <a:ext cx="4922228" cy="1663590"/>
              <a:chOff x="920751" y="4242189"/>
              <a:chExt cx="4922228" cy="1663590"/>
            </a:xfrm>
          </p:grpSpPr>
          <p:sp>
            <p:nvSpPr>
              <p:cNvPr id="43" name="Text3">
                <a:extLst>
                  <a:ext uri="{FF2B5EF4-FFF2-40B4-BE49-F238E27FC236}">
                    <a16:creationId xmlns:a16="http://schemas.microsoft.com/office/drawing/2014/main" id="{2D1AE3E5-D3BA-8AF2-374A-CEBD6EEF8876}"/>
                  </a:ext>
                </a:extLst>
              </p:cNvPr>
              <p:cNvSpPr/>
              <p:nvPr/>
            </p:nvSpPr>
            <p:spPr>
              <a:xfrm>
                <a:off x="920751" y="4967660"/>
                <a:ext cx="4922228" cy="9381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zh-CN" sz="1200" dirty="0">
                  <a:solidFill>
                    <a:srgbClr val="000000"/>
                  </a:solidFill>
                  <a:latin typeface="Arial" panose="020B0604020202020204" pitchFamily="34" charset="0"/>
                  <a:sym typeface="Arial" panose="020B0604020202020204" pitchFamily="34" charset="0"/>
                </a:endParaRPr>
              </a:p>
            </p:txBody>
          </p:sp>
          <p:sp>
            <p:nvSpPr>
              <p:cNvPr id="42" name="Bullet3">
                <a:extLst>
                  <a:ext uri="{FF2B5EF4-FFF2-40B4-BE49-F238E27FC236}">
                    <a16:creationId xmlns:a16="http://schemas.microsoft.com/office/drawing/2014/main" id="{FD23CC1A-0F57-1463-5C8C-15D37B98FF89}"/>
                  </a:ext>
                </a:extLst>
              </p:cNvPr>
              <p:cNvSpPr/>
              <p:nvPr/>
            </p:nvSpPr>
            <p:spPr>
              <a:xfrm>
                <a:off x="920751" y="4242189"/>
                <a:ext cx="3829049" cy="661766"/>
              </a:xfrm>
              <a:prstGeom prst="roundRect">
                <a:avLst/>
              </a:prstGeom>
              <a:gradFill flip="none" rotWithShape="1">
                <a:gsLst>
                  <a:gs pos="22000">
                    <a:schemeClr val="accent3"/>
                  </a:gs>
                  <a:gs pos="100000">
                    <a:schemeClr val="accent3">
                      <a:lumMod val="60000"/>
                      <a:lumOff val="4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nvGrpSpPr>
            <p:cNvPr id="5" name="组合 4">
              <a:extLst>
                <a:ext uri="{FF2B5EF4-FFF2-40B4-BE49-F238E27FC236}">
                  <a16:creationId xmlns:a16="http://schemas.microsoft.com/office/drawing/2014/main" id="{EE6817B9-2E1D-6F83-708B-D6FC4B68F116}"/>
                </a:ext>
              </a:extLst>
            </p:cNvPr>
            <p:cNvGrpSpPr/>
            <p:nvPr/>
          </p:nvGrpSpPr>
          <p:grpSpPr>
            <a:xfrm>
              <a:off x="6356351" y="4242189"/>
              <a:ext cx="4922228" cy="1663590"/>
              <a:chOff x="6356351" y="4242189"/>
              <a:chExt cx="4922228" cy="1663590"/>
            </a:xfrm>
          </p:grpSpPr>
          <p:sp>
            <p:nvSpPr>
              <p:cNvPr id="47" name="Text4">
                <a:extLst>
                  <a:ext uri="{FF2B5EF4-FFF2-40B4-BE49-F238E27FC236}">
                    <a16:creationId xmlns:a16="http://schemas.microsoft.com/office/drawing/2014/main" id="{B3A9DCC1-F11F-A985-53A2-9396D7EFF13C}"/>
                  </a:ext>
                </a:extLst>
              </p:cNvPr>
              <p:cNvSpPr/>
              <p:nvPr/>
            </p:nvSpPr>
            <p:spPr>
              <a:xfrm>
                <a:off x="6356351" y="4967660"/>
                <a:ext cx="4922228" cy="9381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zh-CN" sz="1200" dirty="0">
                  <a:solidFill>
                    <a:srgbClr val="000000"/>
                  </a:solidFill>
                  <a:latin typeface="Arial" panose="020B0604020202020204" pitchFamily="34" charset="0"/>
                  <a:sym typeface="Arial" panose="020B0604020202020204" pitchFamily="34" charset="0"/>
                </a:endParaRPr>
              </a:p>
            </p:txBody>
          </p:sp>
          <p:sp>
            <p:nvSpPr>
              <p:cNvPr id="46" name="Bullet4">
                <a:extLst>
                  <a:ext uri="{FF2B5EF4-FFF2-40B4-BE49-F238E27FC236}">
                    <a16:creationId xmlns:a16="http://schemas.microsoft.com/office/drawing/2014/main" id="{57B9B693-D326-EE6A-8B53-E82988CAB124}"/>
                  </a:ext>
                </a:extLst>
              </p:cNvPr>
              <p:cNvSpPr/>
              <p:nvPr/>
            </p:nvSpPr>
            <p:spPr>
              <a:xfrm>
                <a:off x="6356351" y="4242189"/>
                <a:ext cx="3829049" cy="661766"/>
              </a:xfrm>
              <a:prstGeom prst="roundRect">
                <a:avLst/>
              </a:prstGeom>
              <a:gradFill flip="none" rotWithShape="1">
                <a:gsLst>
                  <a:gs pos="22000">
                    <a:schemeClr val="accent4"/>
                  </a:gs>
                  <a:gs pos="100000">
                    <a:schemeClr val="accent4">
                      <a:lumMod val="60000"/>
                      <a:lumOff val="4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sp>
        <p:nvSpPr>
          <p:cNvPr id="7" name="标题 6">
            <a:extLst>
              <a:ext uri="{FF2B5EF4-FFF2-40B4-BE49-F238E27FC236}">
                <a16:creationId xmlns:a16="http://schemas.microsoft.com/office/drawing/2014/main" id="{0379A6B7-9E2C-C120-1B0F-A4DFA031A7F5}"/>
              </a:ext>
            </a:extLst>
          </p:cNvPr>
          <p:cNvSpPr>
            <a:spLocks noGrp="1"/>
          </p:cNvSpPr>
          <p:nvPr>
            <p:ph type="title"/>
          </p:nvPr>
        </p:nvSpPr>
        <p:spPr/>
        <p:txBody>
          <a:bodyPr/>
          <a:lstStyle/>
          <a:p>
            <a:r>
              <a:rPr lang="zh-CN" altLang="en-US"/>
              <a:t>点击此处添加页面标题</a:t>
            </a:r>
          </a:p>
        </p:txBody>
      </p:sp>
    </p:spTree>
    <p:extLst>
      <p:ext uri="{BB962C8B-B14F-4D97-AF65-F5344CB8AC3E}">
        <p14:creationId xmlns:p14="http://schemas.microsoft.com/office/powerpoint/2010/main" val="1423476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FAE3-D74C-A2B9-BBF7-300649FFE41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761FE13-82F0-2756-9C26-40052C08B323}"/>
              </a:ext>
            </a:extLst>
          </p:cNvPr>
          <p:cNvSpPr>
            <a:spLocks noGrp="1"/>
          </p:cNvSpPr>
          <p:nvPr>
            <p:ph type="ctrTitle"/>
          </p:nvPr>
        </p:nvSpPr>
        <p:spPr/>
        <p:txBody>
          <a:bodyPr/>
          <a:lstStyle/>
          <a:p>
            <a:r>
              <a:rPr lang="en-US" altLang="zh-CN" dirty="0"/>
              <a:t>Thankyou</a:t>
            </a:r>
          </a:p>
        </p:txBody>
      </p:sp>
      <p:sp>
        <p:nvSpPr>
          <p:cNvPr id="3" name="文本占位符 2">
            <a:extLst>
              <a:ext uri="{FF2B5EF4-FFF2-40B4-BE49-F238E27FC236}">
                <a16:creationId xmlns:a16="http://schemas.microsoft.com/office/drawing/2014/main" id="{D0F8198B-7334-6F1E-CBBB-491FBDE8325C}"/>
              </a:ext>
            </a:extLst>
          </p:cNvPr>
          <p:cNvSpPr>
            <a:spLocks noGrp="1"/>
          </p:cNvSpPr>
          <p:nvPr>
            <p:ph type="body" sz="quarter" idx="13"/>
          </p:nvPr>
        </p:nvSpPr>
        <p:spPr/>
        <p:txBody>
          <a:bodyPr/>
          <a:lstStyle/>
          <a:p>
            <a:r>
              <a:rPr lang="en-US" altLang="zh-CN" dirty="0" err="1"/>
              <a:t>Presentername</a:t>
            </a:r>
            <a:endParaRPr lang="en-US" altLang="zh-CN" dirty="0"/>
          </a:p>
        </p:txBody>
      </p:sp>
      <p:sp>
        <p:nvSpPr>
          <p:cNvPr id="4" name="文本占位符 3">
            <a:extLst>
              <a:ext uri="{FF2B5EF4-FFF2-40B4-BE49-F238E27FC236}">
                <a16:creationId xmlns:a16="http://schemas.microsoft.com/office/drawing/2014/main" id="{DF8509A8-B3F4-1A41-3A6C-C69137DB7A7A}"/>
              </a:ext>
            </a:extLst>
          </p:cNvPr>
          <p:cNvSpPr>
            <a:spLocks noGrp="1"/>
          </p:cNvSpPr>
          <p:nvPr>
            <p:ph type="body" sz="quarter" idx="14"/>
          </p:nvPr>
        </p:nvSpPr>
        <p:spPr/>
        <p:txBody>
          <a:bodyPr/>
          <a:lstStyle/>
          <a:p>
            <a:r>
              <a:rPr lang="en-US" altLang="zh-CN" dirty="0"/>
              <a:t>20XX.XX.XX</a:t>
            </a:r>
            <a:endParaRPr lang="zh-CN" altLang="en-US" dirty="0"/>
          </a:p>
        </p:txBody>
      </p:sp>
    </p:spTree>
    <p:extLst>
      <p:ext uri="{BB962C8B-B14F-4D97-AF65-F5344CB8AC3E}">
        <p14:creationId xmlns:p14="http://schemas.microsoft.com/office/powerpoint/2010/main" val="179409687"/>
      </p:ext>
    </p:extLst>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自定义 6">
      <a:dk1>
        <a:srgbClr val="000000"/>
      </a:dk1>
      <a:lt1>
        <a:srgbClr val="FFFFFF"/>
      </a:lt1>
      <a:dk2>
        <a:srgbClr val="778495"/>
      </a:dk2>
      <a:lt2>
        <a:srgbClr val="F0F0F0"/>
      </a:lt2>
      <a:accent1>
        <a:srgbClr val="62CD8C"/>
      </a:accent1>
      <a:accent2>
        <a:srgbClr val="FFC000"/>
      </a:accent2>
      <a:accent3>
        <a:srgbClr val="9FCD76"/>
      </a:accent3>
      <a:accent4>
        <a:srgbClr val="F59A00"/>
      </a:accent4>
      <a:accent5>
        <a:srgbClr val="C0B775"/>
      </a:accent5>
      <a:accent6>
        <a:srgbClr val="AFB295"/>
      </a:accent6>
      <a:hlink>
        <a:srgbClr val="62CD8C"/>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562</TotalTime>
  <Words>647</Words>
  <Application>Microsoft Office PowerPoint</Application>
  <PresentationFormat>宽屏</PresentationFormat>
  <Paragraphs>100</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绿色创意风 通用行业个人简历</vt:lpstr>
      <vt:lpstr>目录</vt:lpstr>
      <vt:lpstr>点击此处添加页面标题</vt:lpstr>
      <vt:lpstr>点击此处添加页面标题</vt:lpstr>
      <vt:lpstr>点击此处添加页面标题</vt:lpstr>
      <vt:lpstr>点击此处添加页面标题</vt:lpstr>
      <vt:lpstr>点击此处添加页面标题</vt:lpstr>
      <vt:lpstr>点击此处添加页面标题</vt:lpstr>
      <vt:lpstr>点击此处添加页面标题</vt:lpstr>
      <vt:lpstr>点击此处添加页面标题</vt:lpstr>
      <vt:lpstr>Thankyou</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iSlide</dc:creator>
  <cp:lastModifiedBy>陈秋涵</cp:lastModifiedBy>
  <cp:revision>263</cp:revision>
  <cp:lastPrinted>2025-05-23T00:00:00Z</cp:lastPrinted>
  <dcterms:created xsi:type="dcterms:W3CDTF">2025-05-23T00:00:00Z</dcterms:created>
  <dcterms:modified xsi:type="dcterms:W3CDTF">2026-06-29T10:23:32Z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8da5d54c-8099-496d-baf7-4f02a6040b7d</vt:lpwstr>
  </property>
</Properties>
</file>