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theme/themeOverride3.xml" ContentType="application/vnd.openxmlformats-officedocument.themeOverride+xml"/>
  <Override PartName="/ppt/theme/themeOverride4.xml" ContentType="application/vnd.openxmlformats-officedocument.themeOverride+xml"/>
  <Override PartName="/ppt/notesSlides/notesSlide2.xml" ContentType="application/vnd.openxmlformats-officedocument.presentationml.notesSlide+xml"/>
  <Override PartName="/ppt/theme/themeOverride5.xml" ContentType="application/vnd.openxmlformats-officedocument.themeOverride+xml"/>
  <Override PartName="/ppt/notesSlides/notesSlide3.xml" ContentType="application/vnd.openxmlformats-officedocument.presentationml.notesSlide+xml"/>
  <Override PartName="/ppt/theme/themeOverride6.xml" ContentType="application/vnd.openxmlformats-officedocument.themeOverride+xml"/>
  <Override PartName="/ppt/notesSlides/notesSlide4.xml" ContentType="application/vnd.openxmlformats-officedocument.presentationml.notesSlide+xml"/>
  <Override PartName="/ppt/theme/themeOverride7.xml" ContentType="application/vnd.openxmlformats-officedocument.themeOverride+xml"/>
  <Override PartName="/ppt/notesSlides/notesSlide5.xml" ContentType="application/vnd.openxmlformats-officedocument.presentationml.notesSlide+xml"/>
  <Override PartName="/ppt/theme/themeOverride8.xml" ContentType="application/vnd.openxmlformats-officedocument.themeOverride+xml"/>
  <Override PartName="/ppt/notesSlides/notesSlide6.xml" ContentType="application/vnd.openxmlformats-officedocument.presentationml.notesSlide+xml"/>
  <Override PartName="/ppt/theme/themeOverride9.xml" ContentType="application/vnd.openxmlformats-officedocument.themeOverride+xml"/>
  <Override PartName="/ppt/notesSlides/notesSlide7.xml" ContentType="application/vnd.openxmlformats-officedocument.presentationml.notesSlide+xml"/>
  <Override PartName="/ppt/theme/themeOverride10.xml" ContentType="application/vnd.openxmlformats-officedocument.themeOverride+xml"/>
  <Override PartName="/ppt/notesSlides/notesSlide8.xml" ContentType="application/vnd.openxmlformats-officedocument.presentationml.notesSlide+xml"/>
  <Override PartName="/ppt/theme/themeOverride1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4" r:id="rId3"/>
    <p:sldId id="265" r:id="rId4"/>
    <p:sldId id="297" r:id="rId5"/>
    <p:sldId id="275" r:id="rId6"/>
    <p:sldId id="292" r:id="rId7"/>
    <p:sldId id="268" r:id="rId8"/>
    <p:sldId id="273" r:id="rId9"/>
    <p:sldId id="288" r:id="rId10"/>
    <p:sldId id="282" r:id="rId11"/>
    <p:sldId id="306" r:id="rId12"/>
    <p:sldId id="307" r:id="R512c5c4dec3b4a49"/>
    <p:sldId id="308" r:id="R730c7ce80dd84d9c"/>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0062EE"/>
    <a:srgbClr val="EAEEF2"/>
    <a:srgbClr val="F7F7F7"/>
    <a:srgbClr val="F8F7F7"/>
    <a:srgbClr val="0063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86483" autoAdjust="0"/>
  </p:normalViewPr>
  <p:slideViewPr>
    <p:cSldViewPr snapToGrid="0" showGuides="1">
      <p:cViewPr>
        <p:scale>
          <a:sx n="66" d="100"/>
          <a:sy n="66" d="100"/>
        </p:scale>
        <p:origin x="3136" y="202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200" d="100"/>
        <a:sy n="200" d="100"/>
      </p:scale>
      <p:origin x="0" y="-3124"/>
    </p:cViewPr>
  </p:sorter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notesMaster" Target="notesMasters/notesMaster1.xml" Id="rId13" /><Relationship Type="http://schemas.openxmlformats.org/officeDocument/2006/relationships/tableStyles" Target="tableStyles.xml" Id="rId18" /><Relationship Type="http://schemas.openxmlformats.org/officeDocument/2006/relationships/slide" Target="slides/slide2.xml" Id="rId3"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theme" Target="theme/theme1.xml" Id="rId17" /><Relationship Type="http://schemas.openxmlformats.org/officeDocument/2006/relationships/slide" Target="slides/slide1.xml" Id="rId2" /><Relationship Type="http://schemas.openxmlformats.org/officeDocument/2006/relationships/viewProps" Target="viewProps.xml" Id="rId16"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slide" Target="slides/slide4.xml" Id="rId5" /><Relationship Type="http://schemas.openxmlformats.org/officeDocument/2006/relationships/presProps" Target="presProps.xml" Id="rId15" /><Relationship Type="http://schemas.openxmlformats.org/officeDocument/2006/relationships/slide" Target="slides/slide9.xml" Id="rId10"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tags" Target="tags/tag1.xml" Id="rId14" /><Relationship Type="http://schemas.openxmlformats.org/officeDocument/2006/relationships/slide" Target="/ppt/slides/slide12.xml" Id="R512c5c4dec3b4a49" /><Relationship Type="http://schemas.openxmlformats.org/officeDocument/2006/relationships/slide" Target="/ppt/slides/slide13.xml" Id="R730c7ce80dd84d9c"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91CA87-BA3D-4BFC-A9AF-8178352A464C}" type="datetimeFigureOut">
              <a:rPr lang="zh-CN" altLang="en-US" smtClean="0"/>
              <a:t>2026/6/29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FCA1F5-31F7-4E85-9FF8-5CBE0B797A96}" type="slidenum">
              <a:rPr lang="zh-CN" altLang="en-US" smtClean="0"/>
              <a:t>‹#›</a:t>
            </a:fld>
            <a:endParaRPr lang="zh-CN" altLang="en-US"/>
          </a:p>
        </p:txBody>
      </p:sp>
    </p:spTree>
    <p:extLst>
      <p:ext uri="{BB962C8B-B14F-4D97-AF65-F5344CB8AC3E}">
        <p14:creationId xmlns:p14="http://schemas.microsoft.com/office/powerpoint/2010/main" val="3021268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4c92c2e3-b9f4-447c-a029-5433207bc179.source.8.zh-Hans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00a87f26-c0a6-4de2-9a35-33577b2a8d38.source.4.zh-Hans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b879c05a-f1e5-411d-9786-509b7ee5c747.source.3.zh-Hans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9a6b36b3-0536-4ec1-ab1c-b98f64f84f0a.source.3.zh-Hans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6264342e-f2a4-4e94-9fa2-e4b0979bcc5a.source.4.zh-Hans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a0e962e9-2fb9-4259-a731-3d8d82d3a3f1.source.2.zh-Hans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c80cabd6-eccb-4df5-8763-b8ff8a980288.source.4.zh-Hans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fd012b24-ae9b-44e5-af5c-c5350a88d390.source.4.zh-Hans</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Title Slide" type="title" preserve="1">
  <p:cSld name="Title Slide">
    <p:bg>
      <p:bgRef idx="1001">
        <a:schemeClr val="bg1"/>
      </p:bgRef>
    </p:bg>
    <p:spTree>
      <p:nvGrpSpPr>
        <p:cNvPr id="1" name=""/>
        <p:cNvGrpSpPr/>
        <p:nvPr/>
      </p:nvGrpSpPr>
      <p:grpSpPr>
        <a:xfrm>
          <a:off x="0" y="0"/>
          <a:ext cx="0" cy="0"/>
          <a:chOff x="0" y="0"/>
          <a:chExt cx="0" cy="0"/>
        </a:xfrm>
      </p:grpSpPr>
      <p:grpSp>
        <p:nvGrpSpPr>
          <p:cNvPr id="42" name="组合 41">
            <a:extLst>
              <a:ext uri="{FF2B5EF4-FFF2-40B4-BE49-F238E27FC236}">
                <a16:creationId xmlns:a16="http://schemas.microsoft.com/office/drawing/2014/main" id="{0FAFE870-8DBF-F786-36E1-93AF4AAC50AF}"/>
              </a:ext>
            </a:extLst>
          </p:cNvPr>
          <p:cNvGrpSpPr/>
          <p:nvPr userDrawn="1"/>
        </p:nvGrpSpPr>
        <p:grpSpPr>
          <a:xfrm>
            <a:off x="0" y="0"/>
            <a:ext cx="12192000" cy="6858000"/>
            <a:chOff x="0" y="0"/>
            <a:chExt cx="12192000" cy="6858000"/>
          </a:xfrm>
        </p:grpSpPr>
        <p:pic>
          <p:nvPicPr>
            <p:cNvPr id="41" name="图片 40">
              <a:extLst>
                <a:ext uri="{FF2B5EF4-FFF2-40B4-BE49-F238E27FC236}">
                  <a16:creationId xmlns:a16="http://schemas.microsoft.com/office/drawing/2014/main" id="{6D51B13B-1915-7DB7-5089-ACD6B98C18E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p:spPr>
        </p:pic>
        <p:cxnSp>
          <p:nvCxnSpPr>
            <p:cNvPr id="8" name="直接连接符 7">
              <a:extLst>
                <a:ext uri="{FF2B5EF4-FFF2-40B4-BE49-F238E27FC236}">
                  <a16:creationId xmlns:a16="http://schemas.microsoft.com/office/drawing/2014/main" id="{B9F914A5-E5F5-4DCE-D115-97C3F27F8B50}"/>
                </a:ext>
              </a:extLst>
            </p:cNvPr>
            <p:cNvCxnSpPr>
              <a:cxnSpLocks/>
            </p:cNvCxnSpPr>
            <p:nvPr userDrawn="1"/>
          </p:nvCxnSpPr>
          <p:spPr>
            <a:xfrm>
              <a:off x="834498" y="3454402"/>
              <a:ext cx="330200"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13" name="Group 20">
              <a:extLst>
                <a:ext uri="{FF2B5EF4-FFF2-40B4-BE49-F238E27FC236}">
                  <a16:creationId xmlns:a16="http://schemas.microsoft.com/office/drawing/2014/main" id="{C3A8830C-62E7-C8EF-AEEE-5DC1EEEA6ADF}"/>
                </a:ext>
              </a:extLst>
            </p:cNvPr>
            <p:cNvGrpSpPr>
              <a:grpSpLocks noChangeAspect="1"/>
            </p:cNvGrpSpPr>
            <p:nvPr/>
          </p:nvGrpSpPr>
          <p:grpSpPr>
            <a:xfrm>
              <a:off x="834498" y="4973102"/>
              <a:ext cx="360000" cy="360000"/>
              <a:chOff x="666750" y="5424487"/>
              <a:chExt cx="476250" cy="476250"/>
            </a:xfrm>
            <a:gradFill flip="none" rotWithShape="1">
              <a:gsLst>
                <a:gs pos="3000">
                  <a:schemeClr val="tx1"/>
                </a:gs>
                <a:gs pos="100000">
                  <a:schemeClr val="accent1">
                    <a:lumMod val="20000"/>
                    <a:lumOff val="80000"/>
                  </a:schemeClr>
                </a:gs>
              </a:gsLst>
              <a:lin ang="2700000" scaled="1"/>
              <a:tileRect/>
            </a:gradFill>
          </p:grpSpPr>
          <p:sp>
            <p:nvSpPr>
              <p:cNvPr id="17" name="椭圆 16">
                <a:extLst>
                  <a:ext uri="{FF2B5EF4-FFF2-40B4-BE49-F238E27FC236}">
                    <a16:creationId xmlns:a16="http://schemas.microsoft.com/office/drawing/2014/main" id="{18619C6D-1563-BA45-FB3B-7CFC5B453E6F}"/>
                  </a:ext>
                </a:extLst>
              </p:cNvPr>
              <p:cNvSpPr>
                <a:spLocks/>
              </p:cNvSpPr>
              <p:nvPr/>
            </p:nvSpPr>
            <p:spPr>
              <a:xfrm>
                <a:off x="666750" y="5424487"/>
                <a:ext cx="476250" cy="47625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8" name="Isosceles Triangle 6">
                <a:extLst>
                  <a:ext uri="{FF2B5EF4-FFF2-40B4-BE49-F238E27FC236}">
                    <a16:creationId xmlns:a16="http://schemas.microsoft.com/office/drawing/2014/main" id="{3B34366D-CC43-ECCE-16B9-55E05A77C2E2}"/>
                  </a:ext>
                </a:extLst>
              </p:cNvPr>
              <p:cNvSpPr>
                <a:spLocks noChangeAspect="1"/>
              </p:cNvSpPr>
              <p:nvPr/>
            </p:nvSpPr>
            <p:spPr>
              <a:xfrm>
                <a:off x="800974" y="5561736"/>
                <a:ext cx="207799" cy="201752"/>
              </a:xfrm>
              <a:custGeom>
                <a:avLst/>
                <a:gdLst>
                  <a:gd name="T0" fmla="*/ 5933 w 6739"/>
                  <a:gd name="T1" fmla="*/ 597 h 6553"/>
                  <a:gd name="T2" fmla="*/ 4544 w 6739"/>
                  <a:gd name="T3" fmla="*/ 0 h 6553"/>
                  <a:gd name="T4" fmla="*/ 3488 w 6739"/>
                  <a:gd name="T5" fmla="*/ 417 h 6553"/>
                  <a:gd name="T6" fmla="*/ 328 w 6739"/>
                  <a:gd name="T7" fmla="*/ 3591 h 6553"/>
                  <a:gd name="T8" fmla="*/ 195 w 6739"/>
                  <a:gd name="T9" fmla="*/ 3808 h 6553"/>
                  <a:gd name="T10" fmla="*/ 0 w 6739"/>
                  <a:gd name="T11" fmla="*/ 6239 h 6553"/>
                  <a:gd name="T12" fmla="*/ 292 w 6739"/>
                  <a:gd name="T13" fmla="*/ 6531 h 6553"/>
                  <a:gd name="T14" fmla="*/ 2743 w 6739"/>
                  <a:gd name="T15" fmla="*/ 6335 h 6553"/>
                  <a:gd name="T16" fmla="*/ 2904 w 6739"/>
                  <a:gd name="T17" fmla="*/ 6253 h 6553"/>
                  <a:gd name="T18" fmla="*/ 6113 w 6739"/>
                  <a:gd name="T19" fmla="*/ 3029 h 6553"/>
                  <a:gd name="T20" fmla="*/ 5933 w 6739"/>
                  <a:gd name="T21" fmla="*/ 597 h 6553"/>
                  <a:gd name="T22" fmla="*/ 3876 w 6739"/>
                  <a:gd name="T23" fmla="*/ 807 h 6553"/>
                  <a:gd name="T24" fmla="*/ 4543 w 6739"/>
                  <a:gd name="T25" fmla="*/ 543 h 6553"/>
                  <a:gd name="T26" fmla="*/ 5332 w 6739"/>
                  <a:gd name="T27" fmla="*/ 809 h 6553"/>
                  <a:gd name="T28" fmla="*/ 1967 w 6739"/>
                  <a:gd name="T29" fmla="*/ 4175 h 6553"/>
                  <a:gd name="T30" fmla="*/ 1003 w 6739"/>
                  <a:gd name="T31" fmla="*/ 3680 h 6553"/>
                  <a:gd name="T32" fmla="*/ 3876 w 6739"/>
                  <a:gd name="T33" fmla="*/ 807 h 6553"/>
                  <a:gd name="T34" fmla="*/ 717 w 6739"/>
                  <a:gd name="T35" fmla="*/ 4169 h 6553"/>
                  <a:gd name="T36" fmla="*/ 819 w 6739"/>
                  <a:gd name="T37" fmla="*/ 4196 h 6553"/>
                  <a:gd name="T38" fmla="*/ 2333 w 6739"/>
                  <a:gd name="T39" fmla="*/ 5711 h 6553"/>
                  <a:gd name="T40" fmla="*/ 2360 w 6739"/>
                  <a:gd name="T41" fmla="*/ 5812 h 6553"/>
                  <a:gd name="T42" fmla="*/ 569 w 6739"/>
                  <a:gd name="T43" fmla="*/ 5961 h 6553"/>
                  <a:gd name="T44" fmla="*/ 717 w 6739"/>
                  <a:gd name="T45" fmla="*/ 4169 h 6553"/>
                  <a:gd name="T46" fmla="*/ 5724 w 6739"/>
                  <a:gd name="T47" fmla="*/ 2653 h 6553"/>
                  <a:gd name="T48" fmla="*/ 2851 w 6739"/>
                  <a:gd name="T49" fmla="*/ 5528 h 6553"/>
                  <a:gd name="T50" fmla="*/ 2356 w 6739"/>
                  <a:gd name="T51" fmla="*/ 4564 h 6553"/>
                  <a:gd name="T52" fmla="*/ 5720 w 6739"/>
                  <a:gd name="T53" fmla="*/ 1200 h 6553"/>
                  <a:gd name="T54" fmla="*/ 5724 w 6739"/>
                  <a:gd name="T55" fmla="*/ 2653 h 6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39" h="6553">
                    <a:moveTo>
                      <a:pt x="5933" y="597"/>
                    </a:moveTo>
                    <a:cubicBezTo>
                      <a:pt x="5544" y="223"/>
                      <a:pt x="5044" y="0"/>
                      <a:pt x="4544" y="0"/>
                    </a:cubicBezTo>
                    <a:cubicBezTo>
                      <a:pt x="4127" y="0"/>
                      <a:pt x="3752" y="153"/>
                      <a:pt x="3488" y="417"/>
                    </a:cubicBezTo>
                    <a:lnTo>
                      <a:pt x="328" y="3591"/>
                    </a:lnTo>
                    <a:cubicBezTo>
                      <a:pt x="299" y="3611"/>
                      <a:pt x="195" y="3709"/>
                      <a:pt x="195" y="3808"/>
                    </a:cubicBezTo>
                    <a:lnTo>
                      <a:pt x="0" y="6239"/>
                    </a:lnTo>
                    <a:cubicBezTo>
                      <a:pt x="28" y="6553"/>
                      <a:pt x="292" y="6531"/>
                      <a:pt x="292" y="6531"/>
                    </a:cubicBezTo>
                    <a:cubicBezTo>
                      <a:pt x="292" y="6531"/>
                      <a:pt x="2741" y="6335"/>
                      <a:pt x="2743" y="6335"/>
                    </a:cubicBezTo>
                    <a:cubicBezTo>
                      <a:pt x="2751" y="6333"/>
                      <a:pt x="2851" y="6305"/>
                      <a:pt x="2904" y="6253"/>
                    </a:cubicBezTo>
                    <a:lnTo>
                      <a:pt x="6113" y="3029"/>
                    </a:lnTo>
                    <a:cubicBezTo>
                      <a:pt x="6739" y="2417"/>
                      <a:pt x="6655" y="1320"/>
                      <a:pt x="5933" y="597"/>
                    </a:cubicBezTo>
                    <a:close/>
                    <a:moveTo>
                      <a:pt x="3876" y="807"/>
                    </a:moveTo>
                    <a:cubicBezTo>
                      <a:pt x="4043" y="627"/>
                      <a:pt x="4279" y="543"/>
                      <a:pt x="4543" y="543"/>
                    </a:cubicBezTo>
                    <a:cubicBezTo>
                      <a:pt x="4808" y="543"/>
                      <a:pt x="5089" y="640"/>
                      <a:pt x="5332" y="809"/>
                    </a:cubicBezTo>
                    <a:lnTo>
                      <a:pt x="1967" y="4175"/>
                    </a:lnTo>
                    <a:cubicBezTo>
                      <a:pt x="1687" y="3948"/>
                      <a:pt x="1360" y="3777"/>
                      <a:pt x="1003" y="3680"/>
                    </a:cubicBezTo>
                    <a:lnTo>
                      <a:pt x="3876" y="807"/>
                    </a:lnTo>
                    <a:close/>
                    <a:moveTo>
                      <a:pt x="717" y="4169"/>
                    </a:moveTo>
                    <a:lnTo>
                      <a:pt x="819" y="4196"/>
                    </a:lnTo>
                    <a:cubicBezTo>
                      <a:pt x="1555" y="4391"/>
                      <a:pt x="2139" y="4975"/>
                      <a:pt x="2333" y="5711"/>
                    </a:cubicBezTo>
                    <a:lnTo>
                      <a:pt x="2360" y="5812"/>
                    </a:lnTo>
                    <a:lnTo>
                      <a:pt x="569" y="5961"/>
                    </a:lnTo>
                    <a:lnTo>
                      <a:pt x="717" y="4169"/>
                    </a:lnTo>
                    <a:close/>
                    <a:moveTo>
                      <a:pt x="5724" y="2653"/>
                    </a:moveTo>
                    <a:lnTo>
                      <a:pt x="2851" y="5528"/>
                    </a:lnTo>
                    <a:cubicBezTo>
                      <a:pt x="2753" y="5171"/>
                      <a:pt x="2583" y="4844"/>
                      <a:pt x="2356" y="4564"/>
                    </a:cubicBezTo>
                    <a:lnTo>
                      <a:pt x="5720" y="1200"/>
                    </a:lnTo>
                    <a:cubicBezTo>
                      <a:pt x="6057" y="1692"/>
                      <a:pt x="6075" y="2304"/>
                      <a:pt x="5724" y="2653"/>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14" name="Group 20">
              <a:extLst>
                <a:ext uri="{FF2B5EF4-FFF2-40B4-BE49-F238E27FC236}">
                  <a16:creationId xmlns:a16="http://schemas.microsoft.com/office/drawing/2014/main" id="{EE616682-5A66-DC67-F616-7307002E2D98}"/>
                </a:ext>
              </a:extLst>
            </p:cNvPr>
            <p:cNvGrpSpPr>
              <a:grpSpLocks noChangeAspect="1"/>
            </p:cNvGrpSpPr>
            <p:nvPr/>
          </p:nvGrpSpPr>
          <p:grpSpPr>
            <a:xfrm>
              <a:off x="2991781" y="4973102"/>
              <a:ext cx="360000" cy="360000"/>
              <a:chOff x="666750" y="5424487"/>
              <a:chExt cx="476250" cy="476250"/>
            </a:xfrm>
            <a:gradFill flip="none" rotWithShape="1">
              <a:gsLst>
                <a:gs pos="3000">
                  <a:schemeClr val="tx1"/>
                </a:gs>
                <a:gs pos="100000">
                  <a:schemeClr val="accent1">
                    <a:lumMod val="20000"/>
                    <a:lumOff val="80000"/>
                  </a:schemeClr>
                </a:gs>
              </a:gsLst>
              <a:lin ang="2700000" scaled="1"/>
              <a:tileRect/>
            </a:gradFill>
          </p:grpSpPr>
          <p:sp>
            <p:nvSpPr>
              <p:cNvPr id="15" name="椭圆 14">
                <a:extLst>
                  <a:ext uri="{FF2B5EF4-FFF2-40B4-BE49-F238E27FC236}">
                    <a16:creationId xmlns:a16="http://schemas.microsoft.com/office/drawing/2014/main" id="{A8E2E22D-B987-C749-5356-13B952194A9B}"/>
                  </a:ext>
                </a:extLst>
              </p:cNvPr>
              <p:cNvSpPr>
                <a:spLocks/>
              </p:cNvSpPr>
              <p:nvPr/>
            </p:nvSpPr>
            <p:spPr>
              <a:xfrm>
                <a:off x="666750" y="5424487"/>
                <a:ext cx="476250" cy="476250"/>
              </a:xfrm>
              <a:prstGeom prst="ellipse">
                <a:avLst/>
              </a:prstGeom>
              <a:solidFill>
                <a:schemeClr val="accent2"/>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6" name="Isosceles Triangle 6">
                <a:extLst>
                  <a:ext uri="{FF2B5EF4-FFF2-40B4-BE49-F238E27FC236}">
                    <a16:creationId xmlns:a16="http://schemas.microsoft.com/office/drawing/2014/main" id="{251B5078-E009-2EC7-0DEC-E23170B0EC4A}"/>
                  </a:ext>
                </a:extLst>
              </p:cNvPr>
              <p:cNvSpPr>
                <a:spLocks noChangeAspect="1"/>
              </p:cNvSpPr>
              <p:nvPr/>
            </p:nvSpPr>
            <p:spPr>
              <a:xfrm>
                <a:off x="800974" y="5558881"/>
                <a:ext cx="207799" cy="207461"/>
              </a:xfrm>
              <a:custGeom>
                <a:avLst/>
                <a:gdLst>
                  <a:gd name="T0" fmla="*/ 6445 w 6557"/>
                  <a:gd name="T1" fmla="*/ 6058 h 6556"/>
                  <a:gd name="T2" fmla="*/ 4828 w 6557"/>
                  <a:gd name="T3" fmla="*/ 4440 h 6556"/>
                  <a:gd name="T4" fmla="*/ 5441 w 6557"/>
                  <a:gd name="T5" fmla="*/ 2721 h 6556"/>
                  <a:gd name="T6" fmla="*/ 2720 w 6557"/>
                  <a:gd name="T7" fmla="*/ 0 h 6556"/>
                  <a:gd name="T8" fmla="*/ 0 w 6557"/>
                  <a:gd name="T9" fmla="*/ 2721 h 6556"/>
                  <a:gd name="T10" fmla="*/ 2721 w 6557"/>
                  <a:gd name="T11" fmla="*/ 5441 h 6556"/>
                  <a:gd name="T12" fmla="*/ 4440 w 6557"/>
                  <a:gd name="T13" fmla="*/ 4828 h 6556"/>
                  <a:gd name="T14" fmla="*/ 6057 w 6557"/>
                  <a:gd name="T15" fmla="*/ 6445 h 6556"/>
                  <a:gd name="T16" fmla="*/ 6447 w 6557"/>
                  <a:gd name="T17" fmla="*/ 6445 h 6556"/>
                  <a:gd name="T18" fmla="*/ 6445 w 6557"/>
                  <a:gd name="T19" fmla="*/ 6058 h 6556"/>
                  <a:gd name="T20" fmla="*/ 543 w 6557"/>
                  <a:gd name="T21" fmla="*/ 2721 h 6556"/>
                  <a:gd name="T22" fmla="*/ 2720 w 6557"/>
                  <a:gd name="T23" fmla="*/ 544 h 6556"/>
                  <a:gd name="T24" fmla="*/ 4899 w 6557"/>
                  <a:gd name="T25" fmla="*/ 2722 h 6556"/>
                  <a:gd name="T26" fmla="*/ 2720 w 6557"/>
                  <a:gd name="T27" fmla="*/ 4901 h 6556"/>
                  <a:gd name="T28" fmla="*/ 543 w 6557"/>
                  <a:gd name="T29" fmla="*/ 2721 h 6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57" h="6556">
                    <a:moveTo>
                      <a:pt x="6445" y="6058"/>
                    </a:moveTo>
                    <a:lnTo>
                      <a:pt x="4828" y="4440"/>
                    </a:lnTo>
                    <a:cubicBezTo>
                      <a:pt x="5211" y="3970"/>
                      <a:pt x="5441" y="3373"/>
                      <a:pt x="5441" y="2721"/>
                    </a:cubicBezTo>
                    <a:cubicBezTo>
                      <a:pt x="5441" y="1221"/>
                      <a:pt x="4221" y="0"/>
                      <a:pt x="2720" y="0"/>
                    </a:cubicBezTo>
                    <a:cubicBezTo>
                      <a:pt x="1219" y="0"/>
                      <a:pt x="0" y="1221"/>
                      <a:pt x="0" y="2721"/>
                    </a:cubicBezTo>
                    <a:cubicBezTo>
                      <a:pt x="0" y="4221"/>
                      <a:pt x="1220" y="5441"/>
                      <a:pt x="2721" y="5441"/>
                    </a:cubicBezTo>
                    <a:cubicBezTo>
                      <a:pt x="3372" y="5441"/>
                      <a:pt x="3971" y="5210"/>
                      <a:pt x="4440" y="4828"/>
                    </a:cubicBezTo>
                    <a:lnTo>
                      <a:pt x="6057" y="6445"/>
                    </a:lnTo>
                    <a:cubicBezTo>
                      <a:pt x="6168" y="6556"/>
                      <a:pt x="6336" y="6556"/>
                      <a:pt x="6447" y="6445"/>
                    </a:cubicBezTo>
                    <a:cubicBezTo>
                      <a:pt x="6557" y="6334"/>
                      <a:pt x="6557" y="6169"/>
                      <a:pt x="6445" y="6058"/>
                    </a:cubicBezTo>
                    <a:close/>
                    <a:moveTo>
                      <a:pt x="543" y="2721"/>
                    </a:moveTo>
                    <a:cubicBezTo>
                      <a:pt x="543" y="1520"/>
                      <a:pt x="1519" y="544"/>
                      <a:pt x="2720" y="544"/>
                    </a:cubicBezTo>
                    <a:cubicBezTo>
                      <a:pt x="3921" y="544"/>
                      <a:pt x="4899" y="1521"/>
                      <a:pt x="4899" y="2722"/>
                    </a:cubicBezTo>
                    <a:cubicBezTo>
                      <a:pt x="4899" y="3924"/>
                      <a:pt x="3921" y="4901"/>
                      <a:pt x="2720" y="4901"/>
                    </a:cubicBezTo>
                    <a:cubicBezTo>
                      <a:pt x="1519" y="4901"/>
                      <a:pt x="543" y="3922"/>
                      <a:pt x="543" y="2721"/>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sp>
        <p:nvSpPr>
          <p:cNvPr id="5" name="a465d58f-47fa-4734-b1ef-e6aa4a19f13b"/>
          <p:cNvSpPr>
            <a:spLocks noGrp="1"/>
          </p:cNvSpPr>
          <p:nvPr userDrawn="1">
            <p:ph type="ctrTitle" hasCustomPrompt="1"/>
          </p:nvPr>
        </p:nvSpPr>
        <p:spPr>
          <a:xfrm>
            <a:off x="728136" y="1130300"/>
            <a:ext cx="5168900" cy="2153921"/>
          </a:xfrm>
          <a:prstGeom prst="rect">
            <a:avLst/>
          </a:prstGeom>
        </p:spPr>
        <p:txBody>
          <a:bodyPr wrap="square" anchor="b">
            <a:normAutofit/>
          </a:bodyPr>
          <a:lstStyle>
            <a:lvl1pPr algn="l">
              <a:lnSpc>
                <a:spcPct val="100000"/>
              </a:lnSpc>
              <a:defRPr sz="5400">
                <a:ln w="19050">
                  <a:noFill/>
                </a:ln>
                <a:solidFill>
                  <a:schemeClr val="accent1"/>
                </a:solidFill>
              </a:defRPr>
            </a:lvl1pPr>
          </a:lstStyle>
          <a:p>
            <a:pPr lvl="0"/>
            <a:r>
              <a:rPr lang="zh-CN" altLang="en-US" dirty="0"/>
              <a:t>Click to add title</a:t>
            </a:r>
            <a:endParaRPr lang="en-US" dirty="0"/>
          </a:p>
        </p:txBody>
      </p:sp>
      <p:sp>
        <p:nvSpPr>
          <p:cNvPr id="9" name="副标题 8"/>
          <p:cNvSpPr>
            <a:spLocks noGrp="1"/>
          </p:cNvSpPr>
          <p:nvPr userDrawn="1">
            <p:ph type="subTitle" sz="quarter" idx="1" hasCustomPrompt="1"/>
          </p:nvPr>
        </p:nvSpPr>
        <p:spPr>
          <a:xfrm>
            <a:off x="728136" y="3624581"/>
            <a:ext cx="4768850" cy="1056995"/>
          </a:xfrm>
          <a:prstGeom prst="roundRect">
            <a:avLst>
              <a:gd name="adj" fmla="val 0"/>
            </a:avLst>
          </a:prstGeom>
          <a:noFill/>
          <a:ln>
            <a:noFill/>
          </a:ln>
        </p:spPr>
        <p:txBody>
          <a:bodyPr vert="horz" wrap="square" lIns="91440" tIns="45720" rIns="91440" bIns="45720" rtlCol="0" anchor="t" anchorCtr="0">
            <a:normAutofit/>
          </a:bodyPr>
          <a:lstStyle>
            <a:lvl1pPr marL="0" indent="0" algn="l">
              <a:lnSpc>
                <a:spcPct val="100000"/>
              </a:lnSpc>
              <a:buNone/>
              <a:defRPr lang="en-US" sz="2000" dirty="0">
                <a:solidFill>
                  <a:srgbClr val="000000"/>
                </a:solidFill>
                <a:latin typeface="+mj-lt"/>
              </a:defRPr>
            </a:lvl1pPr>
          </a:lstStyle>
          <a:p>
            <a:pPr lvl="0"/>
            <a:r>
              <a:rPr lang="zh-CN" altLang="en-US" dirty="0"/>
              <a:t>Click to add subtitle</a:t>
            </a:r>
            <a:endParaRPr lang="en-US" dirty="0"/>
          </a:p>
        </p:txBody>
      </p:sp>
      <p:sp>
        <p:nvSpPr>
          <p:cNvPr id="4" name="文本占位符 3"/>
          <p:cNvSpPr>
            <a:spLocks noGrp="1"/>
          </p:cNvSpPr>
          <p:nvPr userDrawn="1">
            <p:ph type="body" sz="quarter" idx="13" hasCustomPrompt="1"/>
          </p:nvPr>
        </p:nvSpPr>
        <p:spPr>
          <a:xfrm>
            <a:off x="1260562" y="4952012"/>
            <a:ext cx="1479725" cy="402180"/>
          </a:xfrm>
          <a:prstGeom prst="rect">
            <a:avLst/>
          </a:prstGeom>
        </p:spPr>
        <p:txBody>
          <a:bodyPr wrap="square" lIns="91440" tIns="45720" rIns="91440" bIns="45720" anchor="ctr">
            <a:normAutofit/>
          </a:bodyPr>
          <a:lstStyle>
            <a:lvl1pPr marL="0" indent="0" algn="l">
              <a:lnSpc>
                <a:spcPct val="100000"/>
              </a:lnSpc>
              <a:buNone/>
              <a:defRPr sz="1200">
                <a:solidFill>
                  <a:srgbClr val="000000"/>
                </a:solidFill>
              </a:defRPr>
            </a:lvl1pPr>
          </a:lstStyle>
          <a:p>
            <a:pPr lvl="0"/>
            <a:r>
              <a:rPr lang="zh-CN" altLang="en-US" dirty="0"/>
              <a:t>Presenter name</a:t>
            </a:r>
            <a:endParaRPr lang="en-US" dirty="0"/>
          </a:p>
        </p:txBody>
      </p:sp>
      <p:sp>
        <p:nvSpPr>
          <p:cNvPr id="7" name="文本占位符 6"/>
          <p:cNvSpPr>
            <a:spLocks noGrp="1"/>
          </p:cNvSpPr>
          <p:nvPr userDrawn="1">
            <p:ph type="body" sz="quarter" idx="14" hasCustomPrompt="1"/>
          </p:nvPr>
        </p:nvSpPr>
        <p:spPr>
          <a:xfrm>
            <a:off x="3419375" y="4952012"/>
            <a:ext cx="1479725" cy="402180"/>
          </a:xfrm>
          <a:prstGeom prst="rect">
            <a:avLst/>
          </a:prstGeom>
        </p:spPr>
        <p:txBody>
          <a:bodyPr wrap="none" lIns="91440" tIns="45720" rIns="91440" bIns="45720" anchor="ctr">
            <a:normAutofit/>
          </a:bodyPr>
          <a:lstStyle>
            <a:lvl1pPr marL="0" indent="0" algn="l">
              <a:lnSpc>
                <a:spcPct val="100000"/>
              </a:lnSpc>
              <a:buNone/>
              <a:defRPr sz="1200">
                <a:solidFill>
                  <a:srgbClr val="000000"/>
                </a:solidFill>
              </a:defRPr>
            </a:lvl1pPr>
          </a:lstStyle>
          <a:p>
            <a:pPr lvl="0"/>
            <a:r>
              <a:rPr lang="zh-CN" altLang="en-US" dirty="0"/>
              <a:t>20XX.XX.XX</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Content Placeholder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E0C047FB-84DC-DAD6-51E3-77C97A496A78}"/>
              </a:ext>
            </a:extLst>
          </p:cNvPr>
          <p:cNvGrpSpPr/>
          <p:nvPr userDrawn="1"/>
        </p:nvGrpSpPr>
        <p:grpSpPr>
          <a:xfrm>
            <a:off x="0" y="0"/>
            <a:ext cx="12192000" cy="6858001"/>
            <a:chOff x="0" y="0"/>
            <a:chExt cx="12192000" cy="6858001"/>
          </a:xfrm>
        </p:grpSpPr>
        <p:sp>
          <p:nvSpPr>
            <p:cNvPr id="12" name="矩形 11">
              <a:extLst>
                <a:ext uri="{FF2B5EF4-FFF2-40B4-BE49-F238E27FC236}">
                  <a16:creationId xmlns:a16="http://schemas.microsoft.com/office/drawing/2014/main" id="{50EDD392-8965-F004-2870-3574A4106463}"/>
                </a:ext>
              </a:extLst>
            </p:cNvPr>
            <p:cNvSpPr/>
            <p:nvPr userDrawn="1"/>
          </p:nvSpPr>
          <p:spPr>
            <a:xfrm>
              <a:off x="660400" y="1130299"/>
              <a:ext cx="4940300" cy="5003800"/>
            </a:xfrm>
            <a:prstGeom prst="rect">
              <a:avLst/>
            </a:prstGeom>
            <a:blipFill>
              <a:blip r:embed="rId2" cstate="print">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8" name="矩形 7">
              <a:extLst>
                <a:ext uri="{FF2B5EF4-FFF2-40B4-BE49-F238E27FC236}">
                  <a16:creationId xmlns:a16="http://schemas.microsoft.com/office/drawing/2014/main" id="{BB7E4AED-0ED9-0248-3457-12BB44D74E7A}"/>
                </a:ext>
              </a:extLst>
            </p:cNvPr>
            <p:cNvSpPr/>
            <p:nvPr userDrawn="1"/>
          </p:nvSpPr>
          <p:spPr>
            <a:xfrm>
              <a:off x="11785600" y="0"/>
              <a:ext cx="406400" cy="8688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9" name="矩形 8">
              <a:extLst>
                <a:ext uri="{FF2B5EF4-FFF2-40B4-BE49-F238E27FC236}">
                  <a16:creationId xmlns:a16="http://schemas.microsoft.com/office/drawing/2014/main" id="{00329E0B-EDBC-EF73-77A0-A65D7DEF2E21}"/>
                </a:ext>
              </a:extLst>
            </p:cNvPr>
            <p:cNvSpPr/>
            <p:nvPr userDrawn="1"/>
          </p:nvSpPr>
          <p:spPr>
            <a:xfrm>
              <a:off x="0" y="5905500"/>
              <a:ext cx="952500" cy="952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16" name="任意多边形: 形状 15">
              <a:extLst>
                <a:ext uri="{FF2B5EF4-FFF2-40B4-BE49-F238E27FC236}">
                  <a16:creationId xmlns:a16="http://schemas.microsoft.com/office/drawing/2014/main" id="{76A210B7-E1BF-C043-1421-2A4C27153131}"/>
                </a:ext>
              </a:extLst>
            </p:cNvPr>
            <p:cNvSpPr/>
            <p:nvPr userDrawn="1"/>
          </p:nvSpPr>
          <p:spPr>
            <a:xfrm flipH="1">
              <a:off x="0" y="2467455"/>
              <a:ext cx="476250" cy="961066"/>
            </a:xfrm>
            <a:custGeom>
              <a:avLst/>
              <a:gdLst>
                <a:gd name="csX0" fmla="*/ 476250 w 476250"/>
                <a:gd name="csY0" fmla="*/ 0 h 961066"/>
                <a:gd name="csX1" fmla="*/ 476250 w 476250"/>
                <a:gd name="csY1" fmla="*/ 961066 h 961066"/>
                <a:gd name="csX2" fmla="*/ 384072 w 476250"/>
                <a:gd name="csY2" fmla="*/ 951774 h 961066"/>
                <a:gd name="csX3" fmla="*/ 0 w 476250"/>
                <a:gd name="csY3" fmla="*/ 480533 h 961066"/>
                <a:gd name="csX4" fmla="*/ 384072 w 476250"/>
                <a:gd name="csY4" fmla="*/ 9293 h 961066"/>
              </a:gdLst>
              <a:ahLst/>
              <a:cxnLst>
                <a:cxn ang="0">
                  <a:pos x="csX0" y="csY0"/>
                </a:cxn>
                <a:cxn ang="0">
                  <a:pos x="csX1" y="csY1"/>
                </a:cxn>
                <a:cxn ang="0">
                  <a:pos x="csX2" y="csY2"/>
                </a:cxn>
                <a:cxn ang="0">
                  <a:pos x="csX3" y="csY3"/>
                </a:cxn>
                <a:cxn ang="0">
                  <a:pos x="csX4" y="csY4"/>
                </a:cxn>
              </a:cxnLst>
              <a:rect l="l" t="t" r="r" b="b"/>
              <a:pathLst>
                <a:path w="476250" h="961066">
                  <a:moveTo>
                    <a:pt x="476250" y="0"/>
                  </a:moveTo>
                  <a:lnTo>
                    <a:pt x="476250" y="961066"/>
                  </a:lnTo>
                  <a:lnTo>
                    <a:pt x="384072" y="951774"/>
                  </a:lnTo>
                  <a:cubicBezTo>
                    <a:pt x="164883" y="906921"/>
                    <a:pt x="0" y="712982"/>
                    <a:pt x="0" y="480533"/>
                  </a:cubicBezTo>
                  <a:cubicBezTo>
                    <a:pt x="0" y="248084"/>
                    <a:pt x="164883" y="54145"/>
                    <a:pt x="384072" y="9293"/>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21" name="组合 20">
              <a:extLst>
                <a:ext uri="{FF2B5EF4-FFF2-40B4-BE49-F238E27FC236}">
                  <a16:creationId xmlns:a16="http://schemas.microsoft.com/office/drawing/2014/main" id="{189050AB-A1D3-1BEF-C763-E50D30F5CA67}"/>
                </a:ext>
              </a:extLst>
            </p:cNvPr>
            <p:cNvGrpSpPr/>
            <p:nvPr userDrawn="1"/>
          </p:nvGrpSpPr>
          <p:grpSpPr>
            <a:xfrm flipH="1">
              <a:off x="5227352" y="854708"/>
              <a:ext cx="373348" cy="739828"/>
              <a:chOff x="9827506" y="2149422"/>
              <a:chExt cx="486853" cy="964750"/>
            </a:xfrm>
          </p:grpSpPr>
          <p:sp>
            <p:nvSpPr>
              <p:cNvPr id="18" name="任意多边形: 形状 17">
                <a:extLst>
                  <a:ext uri="{FF2B5EF4-FFF2-40B4-BE49-F238E27FC236}">
                    <a16:creationId xmlns:a16="http://schemas.microsoft.com/office/drawing/2014/main" id="{72E28831-E3C7-D00D-F77C-8CEE1176916E}"/>
                  </a:ext>
                </a:extLst>
              </p:cNvPr>
              <p:cNvSpPr/>
              <p:nvPr userDrawn="1"/>
            </p:nvSpPr>
            <p:spPr>
              <a:xfrm flipH="1">
                <a:off x="9828506" y="2149422"/>
                <a:ext cx="485853" cy="485476"/>
              </a:xfrm>
              <a:custGeom>
                <a:avLst/>
                <a:gdLst>
                  <a:gd name="csX0" fmla="*/ 0 w 923052"/>
                  <a:gd name="csY0" fmla="*/ 0 h 922337"/>
                  <a:gd name="csX1" fmla="*/ 923052 w 923052"/>
                  <a:gd name="csY1" fmla="*/ 0 h 922337"/>
                  <a:gd name="csX2" fmla="*/ 923052 w 923052"/>
                  <a:gd name="csY2" fmla="*/ 922337 h 922337"/>
                  <a:gd name="csX3" fmla="*/ 18675 w 923052"/>
                  <a:gd name="csY3" fmla="*/ 185248 h 922337"/>
                </a:gdLst>
                <a:ahLst/>
                <a:cxnLst>
                  <a:cxn ang="0">
                    <a:pos x="csX0" y="csY0"/>
                  </a:cxn>
                  <a:cxn ang="0">
                    <a:pos x="csX1" y="csY1"/>
                  </a:cxn>
                  <a:cxn ang="0">
                    <a:pos x="csX2" y="csY2"/>
                  </a:cxn>
                  <a:cxn ang="0">
                    <a:pos x="csX3" y="csY3"/>
                  </a:cxn>
                </a:cxnLst>
                <a:rect l="l" t="t" r="r" b="b"/>
                <a:pathLst>
                  <a:path w="923052" h="922337">
                    <a:moveTo>
                      <a:pt x="0" y="0"/>
                    </a:moveTo>
                    <a:lnTo>
                      <a:pt x="923052" y="0"/>
                    </a:lnTo>
                    <a:lnTo>
                      <a:pt x="923052" y="922337"/>
                    </a:lnTo>
                    <a:cubicBezTo>
                      <a:pt x="476949" y="922337"/>
                      <a:pt x="104754" y="605904"/>
                      <a:pt x="18675" y="18524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0" name="矩形 19">
                <a:extLst>
                  <a:ext uri="{FF2B5EF4-FFF2-40B4-BE49-F238E27FC236}">
                    <a16:creationId xmlns:a16="http://schemas.microsoft.com/office/drawing/2014/main" id="{9D51FAC8-4A0C-8B44-E562-D0608C546C5C}"/>
                  </a:ext>
                </a:extLst>
              </p:cNvPr>
              <p:cNvSpPr/>
              <p:nvPr userDrawn="1"/>
            </p:nvSpPr>
            <p:spPr>
              <a:xfrm flipH="1">
                <a:off x="9827506" y="2632669"/>
                <a:ext cx="481502" cy="48150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grpSp>
        <p:grpSp>
          <p:nvGrpSpPr>
            <p:cNvPr id="22" name="组合 21">
              <a:extLst>
                <a:ext uri="{FF2B5EF4-FFF2-40B4-BE49-F238E27FC236}">
                  <a16:creationId xmlns:a16="http://schemas.microsoft.com/office/drawing/2014/main" id="{428B8F7A-C8F3-748C-1AAB-A4C249787530}"/>
                </a:ext>
              </a:extLst>
            </p:cNvPr>
            <p:cNvGrpSpPr/>
            <p:nvPr userDrawn="1"/>
          </p:nvGrpSpPr>
          <p:grpSpPr>
            <a:xfrm>
              <a:off x="6170017" y="865457"/>
              <a:ext cx="626669" cy="282871"/>
              <a:chOff x="3212079" y="1357946"/>
              <a:chExt cx="1042214" cy="470443"/>
            </a:xfrm>
          </p:grpSpPr>
          <p:sp>
            <p:nvSpPr>
              <p:cNvPr id="23" name="十字形 22">
                <a:extLst>
                  <a:ext uri="{FF2B5EF4-FFF2-40B4-BE49-F238E27FC236}">
                    <a16:creationId xmlns:a16="http://schemas.microsoft.com/office/drawing/2014/main" id="{B930E44D-995E-90AE-9D27-7740388D08E2}"/>
                  </a:ext>
                </a:extLst>
              </p:cNvPr>
              <p:cNvSpPr/>
              <p:nvPr userDrawn="1"/>
            </p:nvSpPr>
            <p:spPr>
              <a:xfrm>
                <a:off x="3212079" y="1357946"/>
                <a:ext cx="470443" cy="470443"/>
              </a:xfrm>
              <a:prstGeom prst="plus">
                <a:avLst>
                  <a:gd name="adj" fmla="val 3611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endParaRPr lang="zh-CN" altLang="en-US"/>
              </a:p>
            </p:txBody>
          </p:sp>
          <p:sp>
            <p:nvSpPr>
              <p:cNvPr id="24" name="十字形 23">
                <a:extLst>
                  <a:ext uri="{FF2B5EF4-FFF2-40B4-BE49-F238E27FC236}">
                    <a16:creationId xmlns:a16="http://schemas.microsoft.com/office/drawing/2014/main" id="{45155C34-8935-9789-AF56-FF53F2FF5944}"/>
                  </a:ext>
                </a:extLst>
              </p:cNvPr>
              <p:cNvSpPr/>
              <p:nvPr userDrawn="1"/>
            </p:nvSpPr>
            <p:spPr>
              <a:xfrm>
                <a:off x="3783850" y="1357946"/>
                <a:ext cx="470443" cy="470443"/>
              </a:xfrm>
              <a:prstGeom prst="plus">
                <a:avLst>
                  <a:gd name="adj" fmla="val 3611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endParaRPr lang="zh-CN" altLang="en-US"/>
              </a:p>
            </p:txBody>
          </p:sp>
        </p:grpSp>
        <p:sp>
          <p:nvSpPr>
            <p:cNvPr id="27" name="任意多边形: 形状 26">
              <a:extLst>
                <a:ext uri="{FF2B5EF4-FFF2-40B4-BE49-F238E27FC236}">
                  <a16:creationId xmlns:a16="http://schemas.microsoft.com/office/drawing/2014/main" id="{B5B5A315-E3E9-8E0F-DA7E-D0283DD0108B}"/>
                </a:ext>
              </a:extLst>
            </p:cNvPr>
            <p:cNvSpPr/>
            <p:nvPr userDrawn="1"/>
          </p:nvSpPr>
          <p:spPr>
            <a:xfrm>
              <a:off x="7868600" y="6553200"/>
              <a:ext cx="609602" cy="304801"/>
            </a:xfrm>
            <a:custGeom>
              <a:avLst/>
              <a:gdLst>
                <a:gd name="csX0" fmla="*/ 382431 w 764862"/>
                <a:gd name="csY0" fmla="*/ 0 h 382431"/>
                <a:gd name="csX1" fmla="*/ 764862 w 764862"/>
                <a:gd name="csY1" fmla="*/ 382431 h 382431"/>
                <a:gd name="csX2" fmla="*/ 0 w 764862"/>
                <a:gd name="csY2" fmla="*/ 382431 h 382431"/>
                <a:gd name="csX3" fmla="*/ 382431 w 764862"/>
                <a:gd name="csY3" fmla="*/ 0 h 382431"/>
              </a:gdLst>
              <a:ahLst/>
              <a:cxnLst>
                <a:cxn ang="0">
                  <a:pos x="csX0" y="csY0"/>
                </a:cxn>
                <a:cxn ang="0">
                  <a:pos x="csX1" y="csY1"/>
                </a:cxn>
                <a:cxn ang="0">
                  <a:pos x="csX2" y="csY2"/>
                </a:cxn>
                <a:cxn ang="0">
                  <a:pos x="csX3" y="csY3"/>
                </a:cxn>
              </a:cxnLst>
              <a:rect l="l" t="t" r="r" b="b"/>
              <a:pathLst>
                <a:path w="764862" h="382431">
                  <a:moveTo>
                    <a:pt x="382431" y="0"/>
                  </a:moveTo>
                  <a:cubicBezTo>
                    <a:pt x="593642" y="0"/>
                    <a:pt x="764862" y="171220"/>
                    <a:pt x="764862" y="382431"/>
                  </a:cubicBezTo>
                  <a:lnTo>
                    <a:pt x="0" y="382431"/>
                  </a:lnTo>
                  <a:cubicBezTo>
                    <a:pt x="0" y="171220"/>
                    <a:pt x="171220" y="0"/>
                    <a:pt x="38243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9" name="任意多边形: 形状 28">
              <a:extLst>
                <a:ext uri="{FF2B5EF4-FFF2-40B4-BE49-F238E27FC236}">
                  <a16:creationId xmlns:a16="http://schemas.microsoft.com/office/drawing/2014/main" id="{5E69C574-1C4C-B4B6-4AA9-42DF61E76237}"/>
                </a:ext>
              </a:extLst>
            </p:cNvPr>
            <p:cNvSpPr/>
            <p:nvPr userDrawn="1"/>
          </p:nvSpPr>
          <p:spPr>
            <a:xfrm flipH="1" flipV="1">
              <a:off x="9610931" y="0"/>
              <a:ext cx="1920670" cy="1930369"/>
            </a:xfrm>
            <a:custGeom>
              <a:avLst/>
              <a:gdLst>
                <a:gd name="csX0" fmla="*/ 362230 w 2592275"/>
                <a:gd name="csY0" fmla="*/ 1681205 h 2605366"/>
                <a:gd name="csX1" fmla="*/ 177553 w 2592275"/>
                <a:gd name="csY1" fmla="*/ 1494749 h 2605366"/>
                <a:gd name="csX2" fmla="*/ 175774 w 2592275"/>
                <a:gd name="csY2" fmla="*/ 1494749 h 2605366"/>
                <a:gd name="csX3" fmla="*/ 362230 w 2592275"/>
                <a:gd name="csY3" fmla="*/ 1308293 h 2605366"/>
                <a:gd name="csX4" fmla="*/ 548681 w 2592275"/>
                <a:gd name="csY4" fmla="*/ 1494749 h 2605366"/>
                <a:gd name="csX5" fmla="*/ 362230 w 2592275"/>
                <a:gd name="csY5" fmla="*/ 1681205 h 2605366"/>
                <a:gd name="csX6" fmla="*/ 1765309 w 2592275"/>
                <a:gd name="csY6" fmla="*/ 1827610 h 2605366"/>
                <a:gd name="csX7" fmla="*/ 1533907 w 2592275"/>
                <a:gd name="csY7" fmla="*/ 1522787 h 2605366"/>
                <a:gd name="csX8" fmla="*/ 1997155 w 2592275"/>
                <a:gd name="csY8" fmla="*/ 1522787 h 2605366"/>
                <a:gd name="csX9" fmla="*/ 1525222 w 2592275"/>
                <a:gd name="csY9" fmla="*/ 2605366 h 2605366"/>
                <a:gd name="csX10" fmla="*/ 1768540 w 2592275"/>
                <a:gd name="csY10" fmla="*/ 2605366 h 2605366"/>
                <a:gd name="csX11" fmla="*/ 1814121 w 2592275"/>
                <a:gd name="csY11" fmla="*/ 2521394 h 2605366"/>
                <a:gd name="csX12" fmla="*/ 1856087 w 2592275"/>
                <a:gd name="csY12" fmla="*/ 2313546 h 2605366"/>
                <a:gd name="csX13" fmla="*/ 1856087 w 2592275"/>
                <a:gd name="csY13" fmla="*/ 2004271 h 2605366"/>
                <a:gd name="csX14" fmla="*/ 2326453 w 2592275"/>
                <a:gd name="csY14" fmla="*/ 1385728 h 2605366"/>
                <a:gd name="csX15" fmla="*/ 2479532 w 2592275"/>
                <a:gd name="csY15" fmla="*/ 1089802 h 2605366"/>
                <a:gd name="csX16" fmla="*/ 2590339 w 2592275"/>
                <a:gd name="csY16" fmla="*/ 281238 h 2605366"/>
                <a:gd name="csX17" fmla="*/ 2529816 w 2592275"/>
                <a:gd name="csY17" fmla="*/ 84998 h 2605366"/>
                <a:gd name="csX18" fmla="*/ 2342916 w 2592275"/>
                <a:gd name="csY18" fmla="*/ 445 h 2605366"/>
                <a:gd name="csX19" fmla="*/ 2223213 w 2592275"/>
                <a:gd name="csY19" fmla="*/ 445 h 2605366"/>
                <a:gd name="csX20" fmla="*/ 2134215 w 2592275"/>
                <a:gd name="csY20" fmla="*/ 89443 h 2605366"/>
                <a:gd name="csX21" fmla="*/ 2134215 w 2592275"/>
                <a:gd name="csY21" fmla="*/ 159312 h 2605366"/>
                <a:gd name="csX22" fmla="*/ 2223213 w 2592275"/>
                <a:gd name="csY22" fmla="*/ 248310 h 2605366"/>
                <a:gd name="csX23" fmla="*/ 2309989 w 2592275"/>
                <a:gd name="csY23" fmla="*/ 178447 h 2605366"/>
                <a:gd name="csX24" fmla="*/ 2342916 w 2592275"/>
                <a:gd name="csY24" fmla="*/ 178447 h 2605366"/>
                <a:gd name="csX25" fmla="*/ 2395429 w 2592275"/>
                <a:gd name="csY25" fmla="*/ 202029 h 2605366"/>
                <a:gd name="csX26" fmla="*/ 2411892 w 2592275"/>
                <a:gd name="csY26" fmla="*/ 257656 h 2605366"/>
                <a:gd name="csX27" fmla="*/ 2301529 w 2592275"/>
                <a:gd name="csY27" fmla="*/ 1066215 h 2605366"/>
                <a:gd name="csX28" fmla="*/ 1981578 w 2592275"/>
                <a:gd name="csY28" fmla="*/ 1345228 h 2605366"/>
                <a:gd name="csX29" fmla="*/ 1550820 w 2592275"/>
                <a:gd name="csY29" fmla="*/ 1345228 h 2605366"/>
                <a:gd name="csX30" fmla="*/ 1230863 w 2592275"/>
                <a:gd name="csY30" fmla="*/ 1066215 h 2605366"/>
                <a:gd name="csX31" fmla="*/ 1120506 w 2592275"/>
                <a:gd name="csY31" fmla="*/ 257213 h 2605366"/>
                <a:gd name="csX32" fmla="*/ 1137419 w 2592275"/>
                <a:gd name="csY32" fmla="*/ 201585 h 2605366"/>
                <a:gd name="csX33" fmla="*/ 1189926 w 2592275"/>
                <a:gd name="csY33" fmla="*/ 177998 h 2605366"/>
                <a:gd name="csX34" fmla="*/ 1227754 w 2592275"/>
                <a:gd name="csY34" fmla="*/ 177998 h 2605366"/>
                <a:gd name="csX35" fmla="*/ 1314523 w 2592275"/>
                <a:gd name="csY35" fmla="*/ 247867 h 2605366"/>
                <a:gd name="csX36" fmla="*/ 1403528 w 2592275"/>
                <a:gd name="csY36" fmla="*/ 158868 h 2605366"/>
                <a:gd name="csX37" fmla="*/ 1403528 w 2592275"/>
                <a:gd name="csY37" fmla="*/ 89000 h 2605366"/>
                <a:gd name="csX38" fmla="*/ 1314523 w 2592275"/>
                <a:gd name="csY38" fmla="*/ 1 h 2605366"/>
                <a:gd name="csX39" fmla="*/ 1189926 w 2592275"/>
                <a:gd name="csY39" fmla="*/ 1 h 2605366"/>
                <a:gd name="csX40" fmla="*/ 1003026 w 2592275"/>
                <a:gd name="csY40" fmla="*/ 84548 h 2605366"/>
                <a:gd name="csX41" fmla="*/ 944289 w 2592275"/>
                <a:gd name="csY41" fmla="*/ 281238 h 2605366"/>
                <a:gd name="csX42" fmla="*/ 1055089 w 2592275"/>
                <a:gd name="csY42" fmla="*/ 1089802 h 2605366"/>
                <a:gd name="csX43" fmla="*/ 1208618 w 2592275"/>
                <a:gd name="csY43" fmla="*/ 1385728 h 2605366"/>
                <a:gd name="csX44" fmla="*/ 1678090 w 2592275"/>
                <a:gd name="csY44" fmla="*/ 2004271 h 2605366"/>
                <a:gd name="csX45" fmla="*/ 1678090 w 2592275"/>
                <a:gd name="csY45" fmla="*/ 2313546 h 2605366"/>
                <a:gd name="csX46" fmla="*/ 1573816 w 2592275"/>
                <a:gd name="csY46" fmla="*/ 2565271 h 2605366"/>
                <a:gd name="csX47" fmla="*/ 363002 w 2592275"/>
                <a:gd name="csY47" fmla="*/ 2605366 h 2605366"/>
                <a:gd name="csX48" fmla="*/ 606322 w 2592275"/>
                <a:gd name="csY48" fmla="*/ 2605366 h 2605366"/>
                <a:gd name="csX49" fmla="*/ 557728 w 2592275"/>
                <a:gd name="csY49" fmla="*/ 2565271 h 2605366"/>
                <a:gd name="csX50" fmla="*/ 453452 w 2592275"/>
                <a:gd name="csY50" fmla="*/ 2313546 h 2605366"/>
                <a:gd name="csX51" fmla="*/ 453452 w 2592275"/>
                <a:gd name="csY51" fmla="*/ 1847633 h 2605366"/>
                <a:gd name="csX52" fmla="*/ 728907 w 2592275"/>
                <a:gd name="csY52" fmla="*/ 1494305 h 2605366"/>
                <a:gd name="csX53" fmla="*/ 364453 w 2592275"/>
                <a:gd name="csY53" fmla="*/ 1129852 h 2605366"/>
                <a:gd name="csX54" fmla="*/ 0 w 2592275"/>
                <a:gd name="csY54" fmla="*/ 1494305 h 2605366"/>
                <a:gd name="csX55" fmla="*/ 275455 w 2592275"/>
                <a:gd name="csY55" fmla="*/ 1847633 h 2605366"/>
                <a:gd name="csX56" fmla="*/ 275455 w 2592275"/>
                <a:gd name="csY56" fmla="*/ 2313546 h 2605366"/>
                <a:gd name="csX57" fmla="*/ 317421 w 2592275"/>
                <a:gd name="csY57" fmla="*/ 2521394 h 2605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2592275" h="2605366">
                  <a:moveTo>
                    <a:pt x="362230" y="1681205"/>
                  </a:moveTo>
                  <a:cubicBezTo>
                    <a:pt x="260056" y="1680001"/>
                    <a:pt x="177778" y="1596923"/>
                    <a:pt x="177553" y="1494749"/>
                  </a:cubicBezTo>
                  <a:lnTo>
                    <a:pt x="175774" y="1494749"/>
                  </a:lnTo>
                  <a:cubicBezTo>
                    <a:pt x="175999" y="1391866"/>
                    <a:pt x="259342" y="1308517"/>
                    <a:pt x="362230" y="1308293"/>
                  </a:cubicBezTo>
                  <a:cubicBezTo>
                    <a:pt x="465113" y="1308517"/>
                    <a:pt x="548462" y="1391866"/>
                    <a:pt x="548681" y="1494749"/>
                  </a:cubicBezTo>
                  <a:cubicBezTo>
                    <a:pt x="548462" y="1597631"/>
                    <a:pt x="465113" y="1680980"/>
                    <a:pt x="362230" y="1681205"/>
                  </a:cubicBezTo>
                  <a:close/>
                  <a:moveTo>
                    <a:pt x="1765309" y="1827610"/>
                  </a:moveTo>
                  <a:lnTo>
                    <a:pt x="1533907" y="1522787"/>
                  </a:lnTo>
                  <a:lnTo>
                    <a:pt x="1997155" y="1522787"/>
                  </a:lnTo>
                  <a:close/>
                  <a:moveTo>
                    <a:pt x="1525222" y="2605366"/>
                  </a:moveTo>
                  <a:lnTo>
                    <a:pt x="1768540" y="2605366"/>
                  </a:lnTo>
                  <a:lnTo>
                    <a:pt x="1814121" y="2521394"/>
                  </a:lnTo>
                  <a:cubicBezTo>
                    <a:pt x="1841144" y="2457508"/>
                    <a:pt x="1856087" y="2387271"/>
                    <a:pt x="1856087" y="2313546"/>
                  </a:cubicBezTo>
                  <a:lnTo>
                    <a:pt x="1856087" y="2004271"/>
                  </a:lnTo>
                  <a:cubicBezTo>
                    <a:pt x="1856087" y="2004271"/>
                    <a:pt x="2196511" y="1529905"/>
                    <a:pt x="2326453" y="1385728"/>
                  </a:cubicBezTo>
                  <a:cubicBezTo>
                    <a:pt x="2406197" y="1304826"/>
                    <a:pt x="2459550" y="1201627"/>
                    <a:pt x="2479532" y="1089802"/>
                  </a:cubicBezTo>
                  <a:lnTo>
                    <a:pt x="2590339" y="281238"/>
                  </a:lnTo>
                  <a:cubicBezTo>
                    <a:pt x="2599235" y="210171"/>
                    <a:pt x="2577209" y="138708"/>
                    <a:pt x="2529816" y="84998"/>
                  </a:cubicBezTo>
                  <a:cubicBezTo>
                    <a:pt x="2482601" y="31195"/>
                    <a:pt x="2414472" y="358"/>
                    <a:pt x="2342916" y="445"/>
                  </a:cubicBezTo>
                  <a:lnTo>
                    <a:pt x="2223213" y="445"/>
                  </a:lnTo>
                  <a:cubicBezTo>
                    <a:pt x="2174041" y="445"/>
                    <a:pt x="2134215" y="40277"/>
                    <a:pt x="2134215" y="89443"/>
                  </a:cubicBezTo>
                  <a:lnTo>
                    <a:pt x="2134215" y="159312"/>
                  </a:lnTo>
                  <a:cubicBezTo>
                    <a:pt x="2134215" y="208484"/>
                    <a:pt x="2174041" y="248310"/>
                    <a:pt x="2223213" y="248310"/>
                  </a:cubicBezTo>
                  <a:cubicBezTo>
                    <a:pt x="2264951" y="248224"/>
                    <a:pt x="2300999" y="219206"/>
                    <a:pt x="2309989" y="178447"/>
                  </a:cubicBezTo>
                  <a:lnTo>
                    <a:pt x="2342916" y="178447"/>
                  </a:lnTo>
                  <a:cubicBezTo>
                    <a:pt x="2363031" y="178223"/>
                    <a:pt x="2382253" y="186855"/>
                    <a:pt x="2395429" y="202029"/>
                  </a:cubicBezTo>
                  <a:cubicBezTo>
                    <a:pt x="2409001" y="217162"/>
                    <a:pt x="2415054" y="237588"/>
                    <a:pt x="2411892" y="257656"/>
                  </a:cubicBezTo>
                  <a:lnTo>
                    <a:pt x="2301529" y="1066215"/>
                  </a:lnTo>
                  <a:cubicBezTo>
                    <a:pt x="2279151" y="1225882"/>
                    <a:pt x="2142801" y="1344785"/>
                    <a:pt x="1981578" y="1345228"/>
                  </a:cubicBezTo>
                  <a:lnTo>
                    <a:pt x="1550820" y="1345228"/>
                  </a:lnTo>
                  <a:cubicBezTo>
                    <a:pt x="1389598" y="1344785"/>
                    <a:pt x="1253247" y="1225882"/>
                    <a:pt x="1230863" y="1066215"/>
                  </a:cubicBezTo>
                  <a:lnTo>
                    <a:pt x="1120506" y="257213"/>
                  </a:lnTo>
                  <a:cubicBezTo>
                    <a:pt x="1117794" y="237098"/>
                    <a:pt x="1123979" y="216805"/>
                    <a:pt x="1137419" y="201585"/>
                  </a:cubicBezTo>
                  <a:cubicBezTo>
                    <a:pt x="1150589" y="186411"/>
                    <a:pt x="1169811" y="177779"/>
                    <a:pt x="1189926" y="177998"/>
                  </a:cubicBezTo>
                  <a:lnTo>
                    <a:pt x="1227754" y="177998"/>
                  </a:lnTo>
                  <a:cubicBezTo>
                    <a:pt x="1236743" y="218763"/>
                    <a:pt x="1272786" y="247775"/>
                    <a:pt x="1314523" y="247867"/>
                  </a:cubicBezTo>
                  <a:cubicBezTo>
                    <a:pt x="1363696" y="247867"/>
                    <a:pt x="1403528" y="208041"/>
                    <a:pt x="1403528" y="158868"/>
                  </a:cubicBezTo>
                  <a:lnTo>
                    <a:pt x="1403528" y="89000"/>
                  </a:lnTo>
                  <a:cubicBezTo>
                    <a:pt x="1403528" y="39827"/>
                    <a:pt x="1363696" y="1"/>
                    <a:pt x="1314523" y="1"/>
                  </a:cubicBezTo>
                  <a:lnTo>
                    <a:pt x="1189926" y="1"/>
                  </a:lnTo>
                  <a:cubicBezTo>
                    <a:pt x="1118370" y="-85"/>
                    <a:pt x="1050240" y="30752"/>
                    <a:pt x="1003026" y="84548"/>
                  </a:cubicBezTo>
                  <a:cubicBezTo>
                    <a:pt x="955944" y="138529"/>
                    <a:pt x="934539" y="210263"/>
                    <a:pt x="944289" y="281238"/>
                  </a:cubicBezTo>
                  <a:lnTo>
                    <a:pt x="1055089" y="1089802"/>
                  </a:lnTo>
                  <a:cubicBezTo>
                    <a:pt x="1075025" y="1201765"/>
                    <a:pt x="1128562" y="1304958"/>
                    <a:pt x="1208618" y="1385728"/>
                  </a:cubicBezTo>
                  <a:cubicBezTo>
                    <a:pt x="1338111" y="1529905"/>
                    <a:pt x="1678090" y="2004271"/>
                    <a:pt x="1678090" y="2004271"/>
                  </a:cubicBezTo>
                  <a:lnTo>
                    <a:pt x="1678090" y="2313546"/>
                  </a:lnTo>
                  <a:cubicBezTo>
                    <a:pt x="1678090" y="2411847"/>
                    <a:pt x="1638241" y="2500847"/>
                    <a:pt x="1573816" y="2565271"/>
                  </a:cubicBezTo>
                  <a:close/>
                  <a:moveTo>
                    <a:pt x="363002" y="2605366"/>
                  </a:moveTo>
                  <a:lnTo>
                    <a:pt x="606322" y="2605366"/>
                  </a:lnTo>
                  <a:lnTo>
                    <a:pt x="557728" y="2565271"/>
                  </a:lnTo>
                  <a:cubicBezTo>
                    <a:pt x="493302" y="2500847"/>
                    <a:pt x="453452" y="2411847"/>
                    <a:pt x="453452" y="2313546"/>
                  </a:cubicBezTo>
                  <a:lnTo>
                    <a:pt x="453452" y="1847633"/>
                  </a:lnTo>
                  <a:cubicBezTo>
                    <a:pt x="615164" y="1806557"/>
                    <a:pt x="728550" y="1661177"/>
                    <a:pt x="728907" y="1494305"/>
                  </a:cubicBezTo>
                  <a:cubicBezTo>
                    <a:pt x="728907" y="1293032"/>
                    <a:pt x="565726" y="1129852"/>
                    <a:pt x="364453" y="1129852"/>
                  </a:cubicBezTo>
                  <a:cubicBezTo>
                    <a:pt x="163180" y="1129852"/>
                    <a:pt x="0" y="1293032"/>
                    <a:pt x="0" y="1494305"/>
                  </a:cubicBezTo>
                  <a:cubicBezTo>
                    <a:pt x="357" y="1661177"/>
                    <a:pt x="113743" y="1806557"/>
                    <a:pt x="275455" y="1847633"/>
                  </a:cubicBezTo>
                  <a:lnTo>
                    <a:pt x="275455" y="2313546"/>
                  </a:lnTo>
                  <a:cubicBezTo>
                    <a:pt x="275455" y="2387271"/>
                    <a:pt x="290398" y="2457508"/>
                    <a:pt x="317421" y="2521394"/>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1" name="vitamins_95848">
              <a:extLst>
                <a:ext uri="{FF2B5EF4-FFF2-40B4-BE49-F238E27FC236}">
                  <a16:creationId xmlns:a16="http://schemas.microsoft.com/office/drawing/2014/main" id="{D830F97C-6539-A301-2DAF-C7854118D01B}"/>
                </a:ext>
              </a:extLst>
            </p:cNvPr>
            <p:cNvSpPr/>
            <p:nvPr userDrawn="1"/>
          </p:nvSpPr>
          <p:spPr>
            <a:xfrm>
              <a:off x="10656104" y="5077402"/>
              <a:ext cx="875497" cy="1056698"/>
            </a:xfrm>
            <a:custGeom>
              <a:avLst/>
              <a:gdLst>
                <a:gd name="T0" fmla="*/ 4291 w 4457"/>
                <a:gd name="T1" fmla="*/ 4524 h 5387"/>
                <a:gd name="T2" fmla="*/ 4143 w 4457"/>
                <a:gd name="T3" fmla="*/ 4469 h 5387"/>
                <a:gd name="T4" fmla="*/ 4241 w 4457"/>
                <a:gd name="T5" fmla="*/ 4250 h 5387"/>
                <a:gd name="T6" fmla="*/ 4401 w 4457"/>
                <a:gd name="T7" fmla="*/ 4453 h 5387"/>
                <a:gd name="T8" fmla="*/ 560 w 4457"/>
                <a:gd name="T9" fmla="*/ 1518 h 5387"/>
                <a:gd name="T10" fmla="*/ 800 w 4457"/>
                <a:gd name="T11" fmla="*/ 1518 h 5387"/>
                <a:gd name="T12" fmla="*/ 1076 w 4457"/>
                <a:gd name="T13" fmla="*/ 1220 h 5387"/>
                <a:gd name="T14" fmla="*/ 4219 w 4457"/>
                <a:gd name="T15" fmla="*/ 3583 h 5387"/>
                <a:gd name="T16" fmla="*/ 4363 w 4457"/>
                <a:gd name="T17" fmla="*/ 3536 h 5387"/>
                <a:gd name="T18" fmla="*/ 4278 w 4457"/>
                <a:gd name="T19" fmla="*/ 3312 h 5387"/>
                <a:gd name="T20" fmla="*/ 4107 w 4457"/>
                <a:gd name="T21" fmla="*/ 3506 h 5387"/>
                <a:gd name="T22" fmla="*/ 240 w 4457"/>
                <a:gd name="T23" fmla="*/ 4014 h 5387"/>
                <a:gd name="T24" fmla="*/ 592 w 4457"/>
                <a:gd name="T25" fmla="*/ 4718 h 5387"/>
                <a:gd name="T26" fmla="*/ 2090 w 4457"/>
                <a:gd name="T27" fmla="*/ 4838 h 5387"/>
                <a:gd name="T28" fmla="*/ 592 w 4457"/>
                <a:gd name="T29" fmla="*/ 4958 h 5387"/>
                <a:gd name="T30" fmla="*/ 0 w 4457"/>
                <a:gd name="T31" fmla="*/ 3899 h 5387"/>
                <a:gd name="T32" fmla="*/ 0 w 4457"/>
                <a:gd name="T33" fmla="*/ 3889 h 5387"/>
                <a:gd name="T34" fmla="*/ 0 w 4457"/>
                <a:gd name="T35" fmla="*/ 2007 h 5387"/>
                <a:gd name="T36" fmla="*/ 0 w 4457"/>
                <a:gd name="T37" fmla="*/ 1197 h 5387"/>
                <a:gd name="T38" fmla="*/ 472 w 4457"/>
                <a:gd name="T39" fmla="*/ 120 h 5387"/>
                <a:gd name="T40" fmla="*/ 2479 w 4457"/>
                <a:gd name="T41" fmla="*/ 0 h 5387"/>
                <a:gd name="T42" fmla="*/ 2599 w 4457"/>
                <a:gd name="T43" fmla="*/ 617 h 5387"/>
                <a:gd name="T44" fmla="*/ 3070 w 4457"/>
                <a:gd name="T45" fmla="*/ 2824 h 5387"/>
                <a:gd name="T46" fmla="*/ 2830 w 4457"/>
                <a:gd name="T47" fmla="*/ 2824 h 5387"/>
                <a:gd name="T48" fmla="*/ 240 w 4457"/>
                <a:gd name="T49" fmla="*/ 2127 h 5387"/>
                <a:gd name="T50" fmla="*/ 1970 w 4457"/>
                <a:gd name="T51" fmla="*/ 3774 h 5387"/>
                <a:gd name="T52" fmla="*/ 1970 w 4457"/>
                <a:gd name="T53" fmla="*/ 4014 h 5387"/>
                <a:gd name="T54" fmla="*/ 712 w 4457"/>
                <a:gd name="T55" fmla="*/ 605 h 5387"/>
                <a:gd name="T56" fmla="*/ 2359 w 4457"/>
                <a:gd name="T57" fmla="*/ 240 h 5387"/>
                <a:gd name="T58" fmla="*/ 712 w 4457"/>
                <a:gd name="T59" fmla="*/ 605 h 5387"/>
                <a:gd name="T60" fmla="*/ 2830 w 4457"/>
                <a:gd name="T61" fmla="*/ 1887 h 5387"/>
                <a:gd name="T62" fmla="*/ 2479 w 4457"/>
                <a:gd name="T63" fmla="*/ 845 h 5387"/>
                <a:gd name="T64" fmla="*/ 240 w 4457"/>
                <a:gd name="T65" fmla="*/ 1197 h 5387"/>
                <a:gd name="T66" fmla="*/ 560 w 4457"/>
                <a:gd name="T67" fmla="*/ 2479 h 5387"/>
                <a:gd name="T68" fmla="*/ 680 w 4457"/>
                <a:gd name="T69" fmla="*/ 3542 h 5387"/>
                <a:gd name="T70" fmla="*/ 800 w 4457"/>
                <a:gd name="T71" fmla="*/ 2479 h 5387"/>
                <a:gd name="T72" fmla="*/ 560 w 4457"/>
                <a:gd name="T73" fmla="*/ 2479 h 5387"/>
                <a:gd name="T74" fmla="*/ 3577 w 4457"/>
                <a:gd name="T75" fmla="*/ 4795 h 5387"/>
                <a:gd name="T76" fmla="*/ 2393 w 4457"/>
                <a:gd name="T77" fmla="*/ 4795 h 5387"/>
                <a:gd name="T78" fmla="*/ 2393 w 4457"/>
                <a:gd name="T79" fmla="*/ 4323 h 5387"/>
                <a:gd name="T80" fmla="*/ 2393 w 4457"/>
                <a:gd name="T81" fmla="*/ 3851 h 5387"/>
                <a:gd name="T82" fmla="*/ 2985 w 4457"/>
                <a:gd name="T83" fmla="*/ 3260 h 5387"/>
                <a:gd name="T84" fmla="*/ 3337 w 4457"/>
                <a:gd name="T85" fmla="*/ 3851 h 5387"/>
                <a:gd name="T86" fmla="*/ 2985 w 4457"/>
                <a:gd name="T87" fmla="*/ 3500 h 5387"/>
                <a:gd name="T88" fmla="*/ 2633 w 4457"/>
                <a:gd name="T89" fmla="*/ 4203 h 5387"/>
                <a:gd name="T90" fmla="*/ 3105 w 4457"/>
                <a:gd name="T91" fmla="*/ 4323 h 5387"/>
                <a:gd name="T92" fmla="*/ 2633 w 4457"/>
                <a:gd name="T93" fmla="*/ 4443 h 5387"/>
                <a:gd name="T94" fmla="*/ 2985 w 4457"/>
                <a:gd name="T95" fmla="*/ 5147 h 5387"/>
                <a:gd name="T96" fmla="*/ 3337 w 4457"/>
                <a:gd name="T97" fmla="*/ 3851 h 5387"/>
                <a:gd name="T98" fmla="*/ 3539 w 4457"/>
                <a:gd name="T99" fmla="*/ 2661 h 5387"/>
                <a:gd name="T100" fmla="*/ 3555 w 4457"/>
                <a:gd name="T101" fmla="*/ 2920 h 5387"/>
                <a:gd name="T102" fmla="*/ 3713 w 4457"/>
                <a:gd name="T103" fmla="*/ 2859 h 5387"/>
                <a:gd name="T104" fmla="*/ 3698 w 4457"/>
                <a:gd name="T105" fmla="*/ 2601 h 5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457" h="5387">
                  <a:moveTo>
                    <a:pt x="4401" y="4453"/>
                  </a:moveTo>
                  <a:cubicBezTo>
                    <a:pt x="4381" y="4498"/>
                    <a:pt x="4337" y="4524"/>
                    <a:pt x="4291" y="4524"/>
                  </a:cubicBezTo>
                  <a:cubicBezTo>
                    <a:pt x="4275" y="4524"/>
                    <a:pt x="4258" y="4521"/>
                    <a:pt x="4242" y="4514"/>
                  </a:cubicBezTo>
                  <a:lnTo>
                    <a:pt x="4143" y="4469"/>
                  </a:lnTo>
                  <a:cubicBezTo>
                    <a:pt x="4082" y="4442"/>
                    <a:pt x="4055" y="4371"/>
                    <a:pt x="4082" y="4310"/>
                  </a:cubicBezTo>
                  <a:cubicBezTo>
                    <a:pt x="4110" y="4250"/>
                    <a:pt x="4181" y="4223"/>
                    <a:pt x="4241" y="4250"/>
                  </a:cubicBezTo>
                  <a:lnTo>
                    <a:pt x="4341" y="4295"/>
                  </a:lnTo>
                  <a:cubicBezTo>
                    <a:pt x="4401" y="4322"/>
                    <a:pt x="4428" y="4393"/>
                    <a:pt x="4401" y="4453"/>
                  </a:cubicBezTo>
                  <a:close/>
                  <a:moveTo>
                    <a:pt x="956" y="1100"/>
                  </a:moveTo>
                  <a:cubicBezTo>
                    <a:pt x="738" y="1100"/>
                    <a:pt x="560" y="1288"/>
                    <a:pt x="560" y="1518"/>
                  </a:cubicBezTo>
                  <a:cubicBezTo>
                    <a:pt x="560" y="1584"/>
                    <a:pt x="614" y="1638"/>
                    <a:pt x="680" y="1638"/>
                  </a:cubicBezTo>
                  <a:cubicBezTo>
                    <a:pt x="746" y="1638"/>
                    <a:pt x="800" y="1584"/>
                    <a:pt x="800" y="1518"/>
                  </a:cubicBezTo>
                  <a:cubicBezTo>
                    <a:pt x="800" y="1420"/>
                    <a:pt x="870" y="1340"/>
                    <a:pt x="956" y="1340"/>
                  </a:cubicBezTo>
                  <a:cubicBezTo>
                    <a:pt x="1022" y="1340"/>
                    <a:pt x="1076" y="1287"/>
                    <a:pt x="1076" y="1220"/>
                  </a:cubicBezTo>
                  <a:cubicBezTo>
                    <a:pt x="1076" y="1154"/>
                    <a:pt x="1022" y="1100"/>
                    <a:pt x="956" y="1100"/>
                  </a:cubicBezTo>
                  <a:close/>
                  <a:moveTo>
                    <a:pt x="4219" y="3583"/>
                  </a:moveTo>
                  <a:cubicBezTo>
                    <a:pt x="4233" y="3583"/>
                    <a:pt x="4247" y="3581"/>
                    <a:pt x="4261" y="3575"/>
                  </a:cubicBezTo>
                  <a:lnTo>
                    <a:pt x="4363" y="3536"/>
                  </a:lnTo>
                  <a:cubicBezTo>
                    <a:pt x="4425" y="3513"/>
                    <a:pt x="4457" y="3444"/>
                    <a:pt x="4433" y="3382"/>
                  </a:cubicBezTo>
                  <a:cubicBezTo>
                    <a:pt x="4410" y="3320"/>
                    <a:pt x="4340" y="3288"/>
                    <a:pt x="4278" y="3312"/>
                  </a:cubicBezTo>
                  <a:lnTo>
                    <a:pt x="4176" y="3351"/>
                  </a:lnTo>
                  <a:cubicBezTo>
                    <a:pt x="4114" y="3374"/>
                    <a:pt x="4083" y="3444"/>
                    <a:pt x="4107" y="3506"/>
                  </a:cubicBezTo>
                  <a:cubicBezTo>
                    <a:pt x="4125" y="3554"/>
                    <a:pt x="4170" y="3583"/>
                    <a:pt x="4219" y="3583"/>
                  </a:cubicBezTo>
                  <a:close/>
                  <a:moveTo>
                    <a:pt x="240" y="4014"/>
                  </a:moveTo>
                  <a:lnTo>
                    <a:pt x="240" y="4366"/>
                  </a:lnTo>
                  <a:cubicBezTo>
                    <a:pt x="240" y="4560"/>
                    <a:pt x="398" y="4718"/>
                    <a:pt x="592" y="4718"/>
                  </a:cubicBezTo>
                  <a:lnTo>
                    <a:pt x="1970" y="4718"/>
                  </a:lnTo>
                  <a:cubicBezTo>
                    <a:pt x="2037" y="4718"/>
                    <a:pt x="2090" y="4771"/>
                    <a:pt x="2090" y="4838"/>
                  </a:cubicBezTo>
                  <a:cubicBezTo>
                    <a:pt x="2090" y="4904"/>
                    <a:pt x="2037" y="4958"/>
                    <a:pt x="1970" y="4958"/>
                  </a:cubicBezTo>
                  <a:lnTo>
                    <a:pt x="592" y="4958"/>
                  </a:lnTo>
                  <a:cubicBezTo>
                    <a:pt x="265" y="4958"/>
                    <a:pt x="0" y="4692"/>
                    <a:pt x="0" y="4366"/>
                  </a:cubicBezTo>
                  <a:lnTo>
                    <a:pt x="0" y="3899"/>
                  </a:lnTo>
                  <a:cubicBezTo>
                    <a:pt x="0" y="3897"/>
                    <a:pt x="0" y="3896"/>
                    <a:pt x="0" y="3894"/>
                  </a:cubicBezTo>
                  <a:cubicBezTo>
                    <a:pt x="0" y="3892"/>
                    <a:pt x="0" y="3891"/>
                    <a:pt x="0" y="3889"/>
                  </a:cubicBezTo>
                  <a:lnTo>
                    <a:pt x="0" y="2012"/>
                  </a:lnTo>
                  <a:cubicBezTo>
                    <a:pt x="0" y="2010"/>
                    <a:pt x="0" y="2009"/>
                    <a:pt x="0" y="2007"/>
                  </a:cubicBezTo>
                  <a:cubicBezTo>
                    <a:pt x="0" y="2005"/>
                    <a:pt x="0" y="2004"/>
                    <a:pt x="0" y="2002"/>
                  </a:cubicBezTo>
                  <a:lnTo>
                    <a:pt x="0" y="1197"/>
                  </a:lnTo>
                  <a:cubicBezTo>
                    <a:pt x="0" y="912"/>
                    <a:pt x="203" y="673"/>
                    <a:pt x="472" y="617"/>
                  </a:cubicBezTo>
                  <a:lnTo>
                    <a:pt x="472" y="120"/>
                  </a:lnTo>
                  <a:cubicBezTo>
                    <a:pt x="472" y="54"/>
                    <a:pt x="525" y="0"/>
                    <a:pt x="592" y="0"/>
                  </a:cubicBezTo>
                  <a:lnTo>
                    <a:pt x="2479" y="0"/>
                  </a:lnTo>
                  <a:cubicBezTo>
                    <a:pt x="2545" y="0"/>
                    <a:pt x="2599" y="54"/>
                    <a:pt x="2599" y="120"/>
                  </a:cubicBezTo>
                  <a:lnTo>
                    <a:pt x="2599" y="617"/>
                  </a:lnTo>
                  <a:cubicBezTo>
                    <a:pt x="2867" y="673"/>
                    <a:pt x="3070" y="912"/>
                    <a:pt x="3070" y="1197"/>
                  </a:cubicBezTo>
                  <a:lnTo>
                    <a:pt x="3070" y="2824"/>
                  </a:lnTo>
                  <a:cubicBezTo>
                    <a:pt x="3070" y="2891"/>
                    <a:pt x="3017" y="2944"/>
                    <a:pt x="2950" y="2944"/>
                  </a:cubicBezTo>
                  <a:cubicBezTo>
                    <a:pt x="2884" y="2944"/>
                    <a:pt x="2830" y="2891"/>
                    <a:pt x="2830" y="2824"/>
                  </a:cubicBezTo>
                  <a:lnTo>
                    <a:pt x="2830" y="2127"/>
                  </a:lnTo>
                  <a:lnTo>
                    <a:pt x="240" y="2127"/>
                  </a:lnTo>
                  <a:lnTo>
                    <a:pt x="240" y="3774"/>
                  </a:lnTo>
                  <a:lnTo>
                    <a:pt x="1970" y="3774"/>
                  </a:lnTo>
                  <a:cubicBezTo>
                    <a:pt x="2037" y="3774"/>
                    <a:pt x="2090" y="3828"/>
                    <a:pt x="2090" y="3894"/>
                  </a:cubicBezTo>
                  <a:cubicBezTo>
                    <a:pt x="2090" y="3960"/>
                    <a:pt x="2037" y="4014"/>
                    <a:pt x="1970" y="4014"/>
                  </a:cubicBezTo>
                  <a:lnTo>
                    <a:pt x="240" y="4014"/>
                  </a:lnTo>
                  <a:close/>
                  <a:moveTo>
                    <a:pt x="712" y="605"/>
                  </a:moveTo>
                  <a:lnTo>
                    <a:pt x="2359" y="605"/>
                  </a:lnTo>
                  <a:lnTo>
                    <a:pt x="2359" y="240"/>
                  </a:lnTo>
                  <a:lnTo>
                    <a:pt x="712" y="240"/>
                  </a:lnTo>
                  <a:lnTo>
                    <a:pt x="712" y="605"/>
                  </a:lnTo>
                  <a:close/>
                  <a:moveTo>
                    <a:pt x="240" y="1887"/>
                  </a:moveTo>
                  <a:lnTo>
                    <a:pt x="2830" y="1887"/>
                  </a:lnTo>
                  <a:lnTo>
                    <a:pt x="2830" y="1197"/>
                  </a:lnTo>
                  <a:cubicBezTo>
                    <a:pt x="2830" y="1003"/>
                    <a:pt x="2673" y="845"/>
                    <a:pt x="2479" y="845"/>
                  </a:cubicBezTo>
                  <a:lnTo>
                    <a:pt x="592" y="845"/>
                  </a:lnTo>
                  <a:cubicBezTo>
                    <a:pt x="398" y="845"/>
                    <a:pt x="240" y="1003"/>
                    <a:pt x="240" y="1197"/>
                  </a:cubicBezTo>
                  <a:lnTo>
                    <a:pt x="240" y="1887"/>
                  </a:lnTo>
                  <a:close/>
                  <a:moveTo>
                    <a:pt x="560" y="2479"/>
                  </a:moveTo>
                  <a:lnTo>
                    <a:pt x="560" y="3422"/>
                  </a:lnTo>
                  <a:cubicBezTo>
                    <a:pt x="560" y="3489"/>
                    <a:pt x="614" y="3542"/>
                    <a:pt x="680" y="3542"/>
                  </a:cubicBezTo>
                  <a:cubicBezTo>
                    <a:pt x="746" y="3542"/>
                    <a:pt x="800" y="3489"/>
                    <a:pt x="800" y="3422"/>
                  </a:cubicBezTo>
                  <a:lnTo>
                    <a:pt x="800" y="2479"/>
                  </a:lnTo>
                  <a:cubicBezTo>
                    <a:pt x="800" y="2412"/>
                    <a:pt x="746" y="2359"/>
                    <a:pt x="680" y="2359"/>
                  </a:cubicBezTo>
                  <a:cubicBezTo>
                    <a:pt x="614" y="2359"/>
                    <a:pt x="560" y="2413"/>
                    <a:pt x="560" y="2479"/>
                  </a:cubicBezTo>
                  <a:close/>
                  <a:moveTo>
                    <a:pt x="3577" y="3851"/>
                  </a:moveTo>
                  <a:lnTo>
                    <a:pt x="3577" y="4795"/>
                  </a:lnTo>
                  <a:cubicBezTo>
                    <a:pt x="3577" y="5121"/>
                    <a:pt x="3311" y="5387"/>
                    <a:pt x="2985" y="5387"/>
                  </a:cubicBezTo>
                  <a:cubicBezTo>
                    <a:pt x="2659" y="5387"/>
                    <a:pt x="2393" y="5121"/>
                    <a:pt x="2393" y="4795"/>
                  </a:cubicBezTo>
                  <a:lnTo>
                    <a:pt x="2393" y="4326"/>
                  </a:lnTo>
                  <a:cubicBezTo>
                    <a:pt x="2393" y="4325"/>
                    <a:pt x="2393" y="4324"/>
                    <a:pt x="2393" y="4323"/>
                  </a:cubicBezTo>
                  <a:cubicBezTo>
                    <a:pt x="2393" y="4322"/>
                    <a:pt x="2393" y="4321"/>
                    <a:pt x="2393" y="4321"/>
                  </a:cubicBezTo>
                  <a:lnTo>
                    <a:pt x="2393" y="3851"/>
                  </a:lnTo>
                  <a:cubicBezTo>
                    <a:pt x="2393" y="3525"/>
                    <a:pt x="2659" y="3260"/>
                    <a:pt x="2985" y="3260"/>
                  </a:cubicBezTo>
                  <a:lnTo>
                    <a:pt x="2985" y="3260"/>
                  </a:lnTo>
                  <a:cubicBezTo>
                    <a:pt x="3311" y="3260"/>
                    <a:pt x="3577" y="3525"/>
                    <a:pt x="3577" y="3851"/>
                  </a:cubicBezTo>
                  <a:close/>
                  <a:moveTo>
                    <a:pt x="3337" y="3851"/>
                  </a:moveTo>
                  <a:cubicBezTo>
                    <a:pt x="3337" y="3657"/>
                    <a:pt x="3179" y="3500"/>
                    <a:pt x="2985" y="3500"/>
                  </a:cubicBezTo>
                  <a:lnTo>
                    <a:pt x="2985" y="3500"/>
                  </a:lnTo>
                  <a:cubicBezTo>
                    <a:pt x="2791" y="3500"/>
                    <a:pt x="2633" y="3657"/>
                    <a:pt x="2633" y="3851"/>
                  </a:cubicBezTo>
                  <a:lnTo>
                    <a:pt x="2633" y="4203"/>
                  </a:lnTo>
                  <a:lnTo>
                    <a:pt x="2985" y="4203"/>
                  </a:lnTo>
                  <a:cubicBezTo>
                    <a:pt x="3051" y="4203"/>
                    <a:pt x="3105" y="4257"/>
                    <a:pt x="3105" y="4323"/>
                  </a:cubicBezTo>
                  <a:cubicBezTo>
                    <a:pt x="3105" y="4389"/>
                    <a:pt x="3051" y="4443"/>
                    <a:pt x="2985" y="4443"/>
                  </a:cubicBezTo>
                  <a:lnTo>
                    <a:pt x="2633" y="4443"/>
                  </a:lnTo>
                  <a:lnTo>
                    <a:pt x="2633" y="4795"/>
                  </a:lnTo>
                  <a:cubicBezTo>
                    <a:pt x="2633" y="4989"/>
                    <a:pt x="2791" y="5147"/>
                    <a:pt x="2985" y="5147"/>
                  </a:cubicBezTo>
                  <a:cubicBezTo>
                    <a:pt x="3179" y="5147"/>
                    <a:pt x="3337" y="4989"/>
                    <a:pt x="3337" y="4795"/>
                  </a:cubicBezTo>
                  <a:lnTo>
                    <a:pt x="3337" y="3851"/>
                  </a:lnTo>
                  <a:close/>
                  <a:moveTo>
                    <a:pt x="3698" y="2601"/>
                  </a:moveTo>
                  <a:cubicBezTo>
                    <a:pt x="3637" y="2574"/>
                    <a:pt x="3566" y="2601"/>
                    <a:pt x="3539" y="2661"/>
                  </a:cubicBezTo>
                  <a:lnTo>
                    <a:pt x="3494" y="2761"/>
                  </a:lnTo>
                  <a:cubicBezTo>
                    <a:pt x="3467" y="2821"/>
                    <a:pt x="3494" y="2892"/>
                    <a:pt x="3555" y="2920"/>
                  </a:cubicBezTo>
                  <a:cubicBezTo>
                    <a:pt x="3571" y="2927"/>
                    <a:pt x="3587" y="2930"/>
                    <a:pt x="3604" y="2930"/>
                  </a:cubicBezTo>
                  <a:cubicBezTo>
                    <a:pt x="3650" y="2930"/>
                    <a:pt x="3693" y="2904"/>
                    <a:pt x="3713" y="2859"/>
                  </a:cubicBezTo>
                  <a:lnTo>
                    <a:pt x="3758" y="2760"/>
                  </a:lnTo>
                  <a:cubicBezTo>
                    <a:pt x="3785" y="2699"/>
                    <a:pt x="3758" y="2628"/>
                    <a:pt x="3698" y="2601"/>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endParaRPr lang="en-US"/>
            </a:p>
          </p:txBody>
        </p:sp>
        <p:sp>
          <p:nvSpPr>
            <p:cNvPr id="35" name="任意多边形: 形状 34">
              <a:extLst>
                <a:ext uri="{FF2B5EF4-FFF2-40B4-BE49-F238E27FC236}">
                  <a16:creationId xmlns:a16="http://schemas.microsoft.com/office/drawing/2014/main" id="{BFC41682-FD8B-A937-41C5-0058B0E47BE3}"/>
                </a:ext>
              </a:extLst>
            </p:cNvPr>
            <p:cNvSpPr/>
            <p:nvPr userDrawn="1"/>
          </p:nvSpPr>
          <p:spPr>
            <a:xfrm flipV="1">
              <a:off x="5713020" y="5798493"/>
              <a:ext cx="1220188" cy="1059507"/>
            </a:xfrm>
            <a:custGeom>
              <a:avLst/>
              <a:gdLst>
                <a:gd name="csX0" fmla="*/ 793122 w 1220188"/>
                <a:gd name="csY0" fmla="*/ 437081 h 1059507"/>
                <a:gd name="csX1" fmla="*/ 623344 w 1220188"/>
                <a:gd name="csY1" fmla="*/ 267552 h 1059507"/>
                <a:gd name="csX2" fmla="*/ 747519 w 1220188"/>
                <a:gd name="csY2" fmla="*/ 143559 h 1059507"/>
                <a:gd name="csX3" fmla="*/ 917298 w 1220188"/>
                <a:gd name="csY3" fmla="*/ 313088 h 1059507"/>
                <a:gd name="csX4" fmla="*/ 382966 w 1220188"/>
                <a:gd name="csY4" fmla="*/ 824136 h 1059507"/>
                <a:gd name="csX5" fmla="*/ 344488 w 1220188"/>
                <a:gd name="csY5" fmla="*/ 808444 h 1059507"/>
                <a:gd name="csX6" fmla="*/ 251433 w 1220188"/>
                <a:gd name="csY6" fmla="*/ 715527 h 1059507"/>
                <a:gd name="csX7" fmla="*/ 251433 w 1220188"/>
                <a:gd name="csY7" fmla="*/ 638915 h 1059507"/>
                <a:gd name="csX8" fmla="*/ 300426 w 1220188"/>
                <a:gd name="csY8" fmla="*/ 589995 h 1059507"/>
                <a:gd name="csX9" fmla="*/ 344488 w 1220188"/>
                <a:gd name="csY9" fmla="*/ 633993 h 1059507"/>
                <a:gd name="csX10" fmla="*/ 364824 w 1220188"/>
                <a:gd name="csY10" fmla="*/ 642300 h 1059507"/>
                <a:gd name="csX11" fmla="*/ 385161 w 1220188"/>
                <a:gd name="csY11" fmla="*/ 633993 h 1059507"/>
                <a:gd name="csX12" fmla="*/ 385161 w 1220188"/>
                <a:gd name="csY12" fmla="*/ 593380 h 1059507"/>
                <a:gd name="csX13" fmla="*/ 341099 w 1220188"/>
                <a:gd name="csY13" fmla="*/ 549382 h 1059507"/>
                <a:gd name="csX14" fmla="*/ 391632 w 1220188"/>
                <a:gd name="csY14" fmla="*/ 498923 h 1059507"/>
                <a:gd name="csX15" fmla="*/ 435694 w 1220188"/>
                <a:gd name="csY15" fmla="*/ 542921 h 1059507"/>
                <a:gd name="csX16" fmla="*/ 456030 w 1220188"/>
                <a:gd name="csY16" fmla="*/ 551536 h 1059507"/>
                <a:gd name="csX17" fmla="*/ 476367 w 1220188"/>
                <a:gd name="csY17" fmla="*/ 542921 h 1059507"/>
                <a:gd name="csX18" fmla="*/ 476367 w 1220188"/>
                <a:gd name="csY18" fmla="*/ 502308 h 1059507"/>
                <a:gd name="csX19" fmla="*/ 432304 w 1220188"/>
                <a:gd name="csY19" fmla="*/ 458310 h 1059507"/>
                <a:gd name="csX20" fmla="*/ 482837 w 1220188"/>
                <a:gd name="csY20" fmla="*/ 407851 h 1059507"/>
                <a:gd name="csX21" fmla="*/ 526900 w 1220188"/>
                <a:gd name="csY21" fmla="*/ 451849 h 1059507"/>
                <a:gd name="csX22" fmla="*/ 547236 w 1220188"/>
                <a:gd name="csY22" fmla="*/ 460464 h 1059507"/>
                <a:gd name="csX23" fmla="*/ 567573 w 1220188"/>
                <a:gd name="csY23" fmla="*/ 451849 h 1059507"/>
                <a:gd name="csX24" fmla="*/ 567573 w 1220188"/>
                <a:gd name="csY24" fmla="*/ 411236 h 1059507"/>
                <a:gd name="csX25" fmla="*/ 523510 w 1220188"/>
                <a:gd name="csY25" fmla="*/ 367238 h 1059507"/>
                <a:gd name="csX26" fmla="*/ 565108 w 1220188"/>
                <a:gd name="csY26" fmla="*/ 325702 h 1059507"/>
                <a:gd name="csX27" fmla="*/ 734886 w 1220188"/>
                <a:gd name="csY27" fmla="*/ 495231 h 1059507"/>
                <a:gd name="csX28" fmla="*/ 421212 w 1220188"/>
                <a:gd name="csY28" fmla="*/ 808444 h 1059507"/>
                <a:gd name="csX29" fmla="*/ 382966 w 1220188"/>
                <a:gd name="csY29" fmla="*/ 824136 h 1059507"/>
                <a:gd name="csX30" fmla="*/ 40982 w 1220188"/>
                <a:gd name="csY30" fmla="*/ 1059507 h 1059507"/>
                <a:gd name="csX31" fmla="*/ 70254 w 1220188"/>
                <a:gd name="csY31" fmla="*/ 1047508 h 1059507"/>
                <a:gd name="csX32" fmla="*/ 268997 w 1220188"/>
                <a:gd name="csY32" fmla="*/ 849057 h 1059507"/>
                <a:gd name="csX33" fmla="*/ 286560 w 1220188"/>
                <a:gd name="csY33" fmla="*/ 866287 h 1059507"/>
                <a:gd name="csX34" fmla="*/ 383004 w 1220188"/>
                <a:gd name="csY34" fmla="*/ 906285 h 1059507"/>
                <a:gd name="csX35" fmla="*/ 479448 w 1220188"/>
                <a:gd name="csY35" fmla="*/ 866287 h 1059507"/>
                <a:gd name="csX36" fmla="*/ 1004498 w 1220188"/>
                <a:gd name="csY36" fmla="*/ 342009 h 1059507"/>
                <a:gd name="csX37" fmla="*/ 1016515 w 1220188"/>
                <a:gd name="csY37" fmla="*/ 313088 h 1059507"/>
                <a:gd name="csX38" fmla="*/ 1004498 w 1220188"/>
                <a:gd name="csY38" fmla="*/ 284166 h 1059507"/>
                <a:gd name="csX39" fmla="*/ 965058 w 1220188"/>
                <a:gd name="csY39" fmla="*/ 244784 h 1059507"/>
                <a:gd name="csX40" fmla="*/ 1134837 w 1220188"/>
                <a:gd name="csY40" fmla="*/ 75255 h 1059507"/>
                <a:gd name="csX41" fmla="*/ 1149934 w 1220188"/>
                <a:gd name="csY41" fmla="*/ 90331 h 1059507"/>
                <a:gd name="csX42" fmla="*/ 1179207 w 1220188"/>
                <a:gd name="csY42" fmla="*/ 102330 h 1059507"/>
                <a:gd name="csX43" fmla="*/ 1208171 w 1220188"/>
                <a:gd name="csY43" fmla="*/ 90331 h 1059507"/>
                <a:gd name="csX44" fmla="*/ 1208171 w 1220188"/>
                <a:gd name="csY44" fmla="*/ 32488 h 1059507"/>
                <a:gd name="csX45" fmla="*/ 1175636 w 1220188"/>
                <a:gd name="csY45" fmla="*/ 0 h 1059507"/>
                <a:gd name="csX46" fmla="*/ 1059471 w 1220188"/>
                <a:gd name="csY46" fmla="*/ 0 h 1059507"/>
                <a:gd name="csX47" fmla="*/ 1076908 w 1220188"/>
                <a:gd name="csY47" fmla="*/ 17412 h 1059507"/>
                <a:gd name="csX48" fmla="*/ 907130 w 1220188"/>
                <a:gd name="csY48" fmla="*/ 186941 h 1059507"/>
                <a:gd name="csX49" fmla="*/ 873852 w 1220188"/>
                <a:gd name="csY49" fmla="*/ 153712 h 1059507"/>
                <a:gd name="csX50" fmla="*/ 1027790 w 1220188"/>
                <a:gd name="csY50" fmla="*/ 0 h 1059507"/>
                <a:gd name="csX51" fmla="*/ 911934 w 1220188"/>
                <a:gd name="csY51" fmla="*/ 0 h 1059507"/>
                <a:gd name="csX52" fmla="*/ 815924 w 1220188"/>
                <a:gd name="csY52" fmla="*/ 95869 h 1059507"/>
                <a:gd name="csX53" fmla="*/ 776483 w 1220188"/>
                <a:gd name="csY53" fmla="*/ 56487 h 1059507"/>
                <a:gd name="csX54" fmla="*/ 747519 w 1220188"/>
                <a:gd name="csY54" fmla="*/ 44487 h 1059507"/>
                <a:gd name="csX55" fmla="*/ 718555 w 1220188"/>
                <a:gd name="csY55" fmla="*/ 56487 h 1059507"/>
                <a:gd name="csX56" fmla="*/ 193506 w 1220188"/>
                <a:gd name="csY56" fmla="*/ 580765 h 1059507"/>
                <a:gd name="csX57" fmla="*/ 193506 w 1220188"/>
                <a:gd name="csY57" fmla="*/ 773369 h 1059507"/>
                <a:gd name="csX58" fmla="*/ 210760 w 1220188"/>
                <a:gd name="csY58" fmla="*/ 790907 h 1059507"/>
                <a:gd name="csX59" fmla="*/ 12018 w 1220188"/>
                <a:gd name="csY59" fmla="*/ 989357 h 1059507"/>
                <a:gd name="csX60" fmla="*/ 12018 w 1220188"/>
                <a:gd name="csY60" fmla="*/ 1047508 h 1059507"/>
                <a:gd name="csX61" fmla="*/ 40982 w 1220188"/>
                <a:gd name="csY61" fmla="*/ 1059507 h 10595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Lst>
              <a:rect l="l" t="t" r="r" b="b"/>
              <a:pathLst>
                <a:path w="1220188" h="1059507">
                  <a:moveTo>
                    <a:pt x="793122" y="437081"/>
                  </a:moveTo>
                  <a:lnTo>
                    <a:pt x="623344" y="267552"/>
                  </a:lnTo>
                  <a:lnTo>
                    <a:pt x="747519" y="143559"/>
                  </a:lnTo>
                  <a:lnTo>
                    <a:pt x="917298" y="313088"/>
                  </a:lnTo>
                  <a:close/>
                  <a:moveTo>
                    <a:pt x="382966" y="824136"/>
                  </a:moveTo>
                  <a:cubicBezTo>
                    <a:pt x="369061" y="824136"/>
                    <a:pt x="355118" y="818905"/>
                    <a:pt x="344488" y="808444"/>
                  </a:cubicBezTo>
                  <a:lnTo>
                    <a:pt x="251433" y="715527"/>
                  </a:lnTo>
                  <a:cubicBezTo>
                    <a:pt x="230481" y="694297"/>
                    <a:pt x="230481" y="659837"/>
                    <a:pt x="251433" y="638915"/>
                  </a:cubicBezTo>
                  <a:lnTo>
                    <a:pt x="300426" y="589995"/>
                  </a:lnTo>
                  <a:lnTo>
                    <a:pt x="344488" y="633993"/>
                  </a:lnTo>
                  <a:cubicBezTo>
                    <a:pt x="350342" y="639531"/>
                    <a:pt x="357737" y="642300"/>
                    <a:pt x="364824" y="642300"/>
                  </a:cubicBezTo>
                  <a:cubicBezTo>
                    <a:pt x="372219" y="642300"/>
                    <a:pt x="379615" y="639531"/>
                    <a:pt x="385161" y="633993"/>
                  </a:cubicBezTo>
                  <a:cubicBezTo>
                    <a:pt x="396562" y="622916"/>
                    <a:pt x="396562" y="604763"/>
                    <a:pt x="385161" y="593380"/>
                  </a:cubicBezTo>
                  <a:lnTo>
                    <a:pt x="341099" y="549382"/>
                  </a:lnTo>
                  <a:lnTo>
                    <a:pt x="391632" y="498923"/>
                  </a:lnTo>
                  <a:lnTo>
                    <a:pt x="435694" y="542921"/>
                  </a:lnTo>
                  <a:cubicBezTo>
                    <a:pt x="441240" y="548767"/>
                    <a:pt x="448635" y="551536"/>
                    <a:pt x="456030" y="551536"/>
                  </a:cubicBezTo>
                  <a:cubicBezTo>
                    <a:pt x="463425" y="551536"/>
                    <a:pt x="470820" y="548767"/>
                    <a:pt x="476367" y="542921"/>
                  </a:cubicBezTo>
                  <a:cubicBezTo>
                    <a:pt x="487767" y="531844"/>
                    <a:pt x="487767" y="513692"/>
                    <a:pt x="476367" y="502308"/>
                  </a:cubicBezTo>
                  <a:lnTo>
                    <a:pt x="432304" y="458310"/>
                  </a:lnTo>
                  <a:lnTo>
                    <a:pt x="482837" y="407851"/>
                  </a:lnTo>
                  <a:lnTo>
                    <a:pt x="526900" y="451849"/>
                  </a:lnTo>
                  <a:cubicBezTo>
                    <a:pt x="532446" y="457695"/>
                    <a:pt x="539841" y="460464"/>
                    <a:pt x="547236" y="460464"/>
                  </a:cubicBezTo>
                  <a:cubicBezTo>
                    <a:pt x="554631" y="460464"/>
                    <a:pt x="562026" y="457695"/>
                    <a:pt x="567573" y="451849"/>
                  </a:cubicBezTo>
                  <a:cubicBezTo>
                    <a:pt x="578666" y="440773"/>
                    <a:pt x="578666" y="422620"/>
                    <a:pt x="567573" y="411236"/>
                  </a:cubicBezTo>
                  <a:lnTo>
                    <a:pt x="523510" y="367238"/>
                  </a:lnTo>
                  <a:lnTo>
                    <a:pt x="565108" y="325702"/>
                  </a:lnTo>
                  <a:lnTo>
                    <a:pt x="734886" y="495231"/>
                  </a:lnTo>
                  <a:lnTo>
                    <a:pt x="421212" y="808444"/>
                  </a:lnTo>
                  <a:cubicBezTo>
                    <a:pt x="410736" y="818905"/>
                    <a:pt x="396870" y="824136"/>
                    <a:pt x="382966" y="824136"/>
                  </a:cubicBezTo>
                  <a:close/>
                  <a:moveTo>
                    <a:pt x="40982" y="1059507"/>
                  </a:moveTo>
                  <a:cubicBezTo>
                    <a:pt x="51458" y="1059507"/>
                    <a:pt x="62243" y="1055507"/>
                    <a:pt x="70254" y="1047508"/>
                  </a:cubicBezTo>
                  <a:lnTo>
                    <a:pt x="268997" y="849057"/>
                  </a:lnTo>
                  <a:lnTo>
                    <a:pt x="286560" y="866287"/>
                  </a:lnTo>
                  <a:cubicBezTo>
                    <a:pt x="313059" y="893055"/>
                    <a:pt x="347877" y="906285"/>
                    <a:pt x="383004" y="906285"/>
                  </a:cubicBezTo>
                  <a:cubicBezTo>
                    <a:pt x="417822" y="906285"/>
                    <a:pt x="452641" y="893055"/>
                    <a:pt x="479448" y="866287"/>
                  </a:cubicBezTo>
                  <a:lnTo>
                    <a:pt x="1004498" y="342009"/>
                  </a:lnTo>
                  <a:cubicBezTo>
                    <a:pt x="1012201" y="334317"/>
                    <a:pt x="1016515" y="323856"/>
                    <a:pt x="1016515" y="313088"/>
                  </a:cubicBezTo>
                  <a:cubicBezTo>
                    <a:pt x="1016515" y="302319"/>
                    <a:pt x="1012201" y="291858"/>
                    <a:pt x="1004498" y="284166"/>
                  </a:cubicBezTo>
                  <a:lnTo>
                    <a:pt x="965058" y="244784"/>
                  </a:lnTo>
                  <a:lnTo>
                    <a:pt x="1134837" y="75255"/>
                  </a:lnTo>
                  <a:lnTo>
                    <a:pt x="1149934" y="90331"/>
                  </a:lnTo>
                  <a:cubicBezTo>
                    <a:pt x="1157946" y="98330"/>
                    <a:pt x="1168731" y="102330"/>
                    <a:pt x="1179207" y="102330"/>
                  </a:cubicBezTo>
                  <a:cubicBezTo>
                    <a:pt x="1189683" y="102330"/>
                    <a:pt x="1200159" y="98330"/>
                    <a:pt x="1208171" y="90331"/>
                  </a:cubicBezTo>
                  <a:cubicBezTo>
                    <a:pt x="1224194" y="74332"/>
                    <a:pt x="1224194" y="48487"/>
                    <a:pt x="1208171" y="32488"/>
                  </a:cubicBezTo>
                  <a:lnTo>
                    <a:pt x="1175636" y="0"/>
                  </a:lnTo>
                  <a:lnTo>
                    <a:pt x="1059471" y="0"/>
                  </a:lnTo>
                  <a:lnTo>
                    <a:pt x="1076908" y="17412"/>
                  </a:lnTo>
                  <a:lnTo>
                    <a:pt x="907130" y="186941"/>
                  </a:lnTo>
                  <a:lnTo>
                    <a:pt x="873852" y="153712"/>
                  </a:lnTo>
                  <a:lnTo>
                    <a:pt x="1027790" y="0"/>
                  </a:lnTo>
                  <a:lnTo>
                    <a:pt x="911934" y="0"/>
                  </a:lnTo>
                  <a:lnTo>
                    <a:pt x="815924" y="95869"/>
                  </a:lnTo>
                  <a:lnTo>
                    <a:pt x="776483" y="56487"/>
                  </a:lnTo>
                  <a:cubicBezTo>
                    <a:pt x="768780" y="48795"/>
                    <a:pt x="758304" y="44487"/>
                    <a:pt x="747519" y="44487"/>
                  </a:cubicBezTo>
                  <a:cubicBezTo>
                    <a:pt x="736735" y="44487"/>
                    <a:pt x="726258" y="48795"/>
                    <a:pt x="718555" y="56487"/>
                  </a:cubicBezTo>
                  <a:lnTo>
                    <a:pt x="193506" y="580765"/>
                  </a:lnTo>
                  <a:cubicBezTo>
                    <a:pt x="140199" y="633993"/>
                    <a:pt x="140199" y="720449"/>
                    <a:pt x="193506" y="773369"/>
                  </a:cubicBezTo>
                  <a:lnTo>
                    <a:pt x="210760" y="790907"/>
                  </a:lnTo>
                  <a:lnTo>
                    <a:pt x="12018" y="989357"/>
                  </a:lnTo>
                  <a:cubicBezTo>
                    <a:pt x="-4005" y="1005356"/>
                    <a:pt x="-4005" y="1031509"/>
                    <a:pt x="12018" y="1047508"/>
                  </a:cubicBezTo>
                  <a:cubicBezTo>
                    <a:pt x="20029" y="1055507"/>
                    <a:pt x="30506" y="1059507"/>
                    <a:pt x="40982" y="1059507"/>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1cd4bb4b-b883-4ce7-892d-5c2a76afae8a"/>
          <p:cNvSpPr>
            <a:spLocks noGrp="1"/>
          </p:cNvSpPr>
          <p:nvPr userDrawn="1">
            <p:ph type="title" hasCustomPrompt="1"/>
          </p:nvPr>
        </p:nvSpPr>
        <p:spPr>
          <a:xfrm>
            <a:off x="6096000" y="1225291"/>
            <a:ext cx="5422900" cy="980668"/>
          </a:xfrm>
          <a:prstGeom prst="rect">
            <a:avLst/>
          </a:prstGeom>
          <a:noFill/>
        </p:spPr>
        <p:txBody>
          <a:bodyPr anchor="ctr" anchorCtr="0">
            <a:normAutofit/>
          </a:bodyPr>
          <a:lstStyle>
            <a:lvl1pPr algn="l">
              <a:defRPr sz="2800">
                <a:solidFill>
                  <a:schemeClr val="tx1"/>
                </a:solidFill>
              </a:defRPr>
            </a:lvl1pPr>
          </a:lstStyle>
          <a:p>
            <a:pPr lvl="0"/>
            <a:r>
              <a:rPr lang="zh-CN" altLang="en-US" dirty="0"/>
              <a:t>Agenda</a:t>
            </a:r>
            <a:endParaRPr lang="en-US" dirty="0"/>
          </a:p>
        </p:txBody>
      </p:sp>
      <p:sp>
        <p:nvSpPr>
          <p:cNvPr id="3" name="内容占位符 2"/>
          <p:cNvSpPr>
            <a:spLocks noGrp="1"/>
          </p:cNvSpPr>
          <p:nvPr userDrawn="1">
            <p:ph sz="quarter" idx="1" hasCustomPrompt="1"/>
          </p:nvPr>
        </p:nvSpPr>
        <p:spPr>
          <a:xfrm>
            <a:off x="6096000" y="2365396"/>
            <a:ext cx="5422900" cy="3696737"/>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userDrawn="1">
            <p:ph type="dt" sz="half" idx="10"/>
          </p:nvPr>
        </p:nvSpPr>
        <p:spPr/>
        <p:txBody>
          <a:bodyPr/>
          <a:lstStyle>
            <a:lvl1pPr>
              <a:defRPr>
                <a:solidFill>
                  <a:srgbClr val="8E8E8E"/>
                </a:solidFill>
              </a:defRPr>
            </a:lvl1pPr>
          </a:lstStyle>
          <a:p>
            <a:endParaRPr lang="en-US" dirty="0"/>
          </a:p>
        </p:txBody>
      </p:sp>
      <p:sp>
        <p:nvSpPr>
          <p:cNvPr id="5" name="页脚占位符 4"/>
          <p:cNvSpPr>
            <a:spLocks noGrp="1"/>
          </p:cNvSpPr>
          <p:nvPr userDrawn="1">
            <p:ph type="ftr" sz="quarter" idx="11"/>
          </p:nvPr>
        </p:nvSpPr>
        <p:spPr/>
        <p:txBody>
          <a:bodyPr/>
          <a:lstStyle>
            <a:lvl1pPr>
              <a:defRPr>
                <a:solidFill>
                  <a:srgbClr val="8E8E8E"/>
                </a:solidFill>
              </a:defRPr>
            </a:lvl1pPr>
          </a:lstStyle>
          <a:p>
            <a:endParaRPr lang="en-US" dirty="0"/>
          </a:p>
        </p:txBody>
      </p:sp>
      <p:sp>
        <p:nvSpPr>
          <p:cNvPr id="6" name="灯片编号占位符 5"/>
          <p:cNvSpPr>
            <a:spLocks noGrp="1"/>
          </p:cNvSpPr>
          <p:nvPr userDrawn="1">
            <p:ph type="sldNum" sz="quarter" idx="12"/>
          </p:nvPr>
        </p:nvSpPr>
        <p:spPr/>
        <p:txBody>
          <a:bodyPr/>
          <a:lstStyle>
            <a:lvl1pPr>
              <a:defRPr>
                <a:solidFill>
                  <a:srgbClr val="8E8E8E"/>
                </a:solidFill>
              </a:defRPr>
            </a:lvl1pPr>
          </a:lstStyle>
          <a:p>
            <a:fld id="{C8BB1146-E542-4D4E-B8E9-6919A11DDD4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reserve="1">
  <p:cSld name="Section Header">
    <p:spTree>
      <p:nvGrpSpPr>
        <p:cNvPr id="1" name=""/>
        <p:cNvGrpSpPr/>
        <p:nvPr/>
      </p:nvGrpSpPr>
      <p:grpSpPr>
        <a:xfrm>
          <a:off x="0" y="0"/>
          <a:ext cx="0" cy="0"/>
          <a:chOff x="0" y="0"/>
          <a:chExt cx="0" cy="0"/>
        </a:xfrm>
      </p:grpSpPr>
      <p:grpSp>
        <p:nvGrpSpPr>
          <p:cNvPr id="24" name="组合 23">
            <a:extLst>
              <a:ext uri="{FF2B5EF4-FFF2-40B4-BE49-F238E27FC236}">
                <a16:creationId xmlns:a16="http://schemas.microsoft.com/office/drawing/2014/main" id="{4BEBB000-59D5-B502-0BF4-E621E1107BC0}"/>
              </a:ext>
            </a:extLst>
          </p:cNvPr>
          <p:cNvGrpSpPr/>
          <p:nvPr userDrawn="1"/>
        </p:nvGrpSpPr>
        <p:grpSpPr>
          <a:xfrm>
            <a:off x="0" y="0"/>
            <a:ext cx="12192000" cy="6858000"/>
            <a:chOff x="0" y="0"/>
            <a:chExt cx="12192000" cy="6858000"/>
          </a:xfrm>
        </p:grpSpPr>
        <p:pic>
          <p:nvPicPr>
            <p:cNvPr id="19" name="图片 18">
              <a:extLst>
                <a:ext uri="{FF2B5EF4-FFF2-40B4-BE49-F238E27FC236}">
                  <a16:creationId xmlns:a16="http://schemas.microsoft.com/office/drawing/2014/main" id="{2C61B03C-5FE6-A9A0-84B3-5D4AF5F014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p:spPr>
        </p:pic>
        <p:sp>
          <p:nvSpPr>
            <p:cNvPr id="22" name="任意多边形: 形状 21">
              <a:extLst>
                <a:ext uri="{FF2B5EF4-FFF2-40B4-BE49-F238E27FC236}">
                  <a16:creationId xmlns:a16="http://schemas.microsoft.com/office/drawing/2014/main" id="{3991B761-28EC-FDAC-BE99-265EB809278F}"/>
                </a:ext>
              </a:extLst>
            </p:cNvPr>
            <p:cNvSpPr/>
            <p:nvPr userDrawn="1"/>
          </p:nvSpPr>
          <p:spPr>
            <a:xfrm>
              <a:off x="239393" y="3669626"/>
              <a:ext cx="459107" cy="894558"/>
            </a:xfrm>
            <a:custGeom>
              <a:avLst/>
              <a:gdLst>
                <a:gd name="csX0" fmla="*/ 17014 w 660400"/>
                <a:gd name="csY0" fmla="*/ 0 h 1286772"/>
                <a:gd name="csX1" fmla="*/ 660400 w 660400"/>
                <a:gd name="csY1" fmla="*/ 643386 h 1286772"/>
                <a:gd name="csX2" fmla="*/ 17014 w 660400"/>
                <a:gd name="csY2" fmla="*/ 1286772 h 1286772"/>
                <a:gd name="csX3" fmla="*/ 0 w 660400"/>
                <a:gd name="csY3" fmla="*/ 1285057 h 1286772"/>
                <a:gd name="csX4" fmla="*/ 0 w 660400"/>
                <a:gd name="csY4" fmla="*/ 1715 h 1286772"/>
              </a:gdLst>
              <a:ahLst/>
              <a:cxnLst>
                <a:cxn ang="0">
                  <a:pos x="csX0" y="csY0"/>
                </a:cxn>
                <a:cxn ang="0">
                  <a:pos x="csX1" y="csY1"/>
                </a:cxn>
                <a:cxn ang="0">
                  <a:pos x="csX2" y="csY2"/>
                </a:cxn>
                <a:cxn ang="0">
                  <a:pos x="csX3" y="csY3"/>
                </a:cxn>
                <a:cxn ang="0">
                  <a:pos x="csX4" y="csY4"/>
                </a:cxn>
              </a:cxnLst>
              <a:rect l="l" t="t" r="r" b="b"/>
              <a:pathLst>
                <a:path w="660400" h="1286772">
                  <a:moveTo>
                    <a:pt x="17014" y="0"/>
                  </a:moveTo>
                  <a:cubicBezTo>
                    <a:pt x="372346" y="0"/>
                    <a:pt x="660400" y="288054"/>
                    <a:pt x="660400" y="643386"/>
                  </a:cubicBezTo>
                  <a:cubicBezTo>
                    <a:pt x="660400" y="998718"/>
                    <a:pt x="372346" y="1286772"/>
                    <a:pt x="17014" y="1286772"/>
                  </a:cubicBezTo>
                  <a:lnTo>
                    <a:pt x="0" y="1285057"/>
                  </a:lnTo>
                  <a:lnTo>
                    <a:pt x="0" y="171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3" name="矩形 22">
              <a:extLst>
                <a:ext uri="{FF2B5EF4-FFF2-40B4-BE49-F238E27FC236}">
                  <a16:creationId xmlns:a16="http://schemas.microsoft.com/office/drawing/2014/main" id="{7E0E2537-8057-D34F-AAEC-79764127C73F}"/>
                </a:ext>
              </a:extLst>
            </p:cNvPr>
            <p:cNvSpPr/>
            <p:nvPr userDrawn="1"/>
          </p:nvSpPr>
          <p:spPr>
            <a:xfrm>
              <a:off x="239394" y="4703257"/>
              <a:ext cx="421006" cy="49899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a465d58f-47fa-4734-b1ef-e6aa4a19f13b"/>
          <p:cNvSpPr>
            <a:spLocks noGrp="1"/>
          </p:cNvSpPr>
          <p:nvPr userDrawn="1">
            <p:ph type="title" hasCustomPrompt="1"/>
          </p:nvPr>
        </p:nvSpPr>
        <p:spPr>
          <a:xfrm>
            <a:off x="6290734" y="1615143"/>
            <a:ext cx="5228168" cy="1870621"/>
          </a:xfrm>
          <a:prstGeom prst="rect">
            <a:avLst/>
          </a:prstGeom>
        </p:spPr>
        <p:txBody>
          <a:bodyPr>
            <a:normAutofit/>
          </a:bodyPr>
          <a:lstStyle>
            <a:lvl1pPr algn="l">
              <a:lnSpc>
                <a:spcPct val="100000"/>
              </a:lnSpc>
              <a:defRPr sz="4000">
                <a:solidFill>
                  <a:schemeClr val="accent1"/>
                </a:solidFill>
              </a:defRPr>
            </a:lvl1pPr>
          </a:lstStyle>
          <a:p>
            <a:pPr lvl="0"/>
            <a:r>
              <a:rPr lang="zh-CN" altLang="en-US" dirty="0"/>
              <a:t>Click to add title</a:t>
            </a:r>
            <a:endParaRPr lang="en-US" dirty="0"/>
          </a:p>
        </p:txBody>
      </p:sp>
      <p:sp>
        <p:nvSpPr>
          <p:cNvPr id="25" name="文本占位符 24"/>
          <p:cNvSpPr>
            <a:spLocks noGrp="1"/>
          </p:cNvSpPr>
          <p:nvPr userDrawn="1">
            <p:ph type="body" sz="quarter" idx="1" hasCustomPrompt="1"/>
          </p:nvPr>
        </p:nvSpPr>
        <p:spPr>
          <a:xfrm>
            <a:off x="6290734" y="3547371"/>
            <a:ext cx="5228168" cy="1451683"/>
          </a:xfrm>
          <a:prstGeom prst="rect">
            <a:avLst/>
          </a:prstGeom>
        </p:spPr>
        <p:txBody>
          <a:bodyPr anchor="t">
            <a:normAutofit/>
          </a:bodyPr>
          <a:lstStyle>
            <a:lvl1pPr marL="0" indent="0" algn="l">
              <a:lnSpc>
                <a:spcPct val="120000"/>
              </a:lnSpc>
              <a:buFont typeface="+mj-lt"/>
              <a:buNone/>
              <a:defRPr sz="2000" b="0">
                <a:solidFill>
                  <a:srgbClr val="000000"/>
                </a:solidFill>
                <a:latin typeface="+mn-lt"/>
              </a:defRPr>
            </a:lvl1pPr>
          </a:lstStyle>
          <a:p>
            <a:pPr lvl="0"/>
            <a:r>
              <a:rPr lang="zh-CN" altLang="en-US" dirty="0"/>
              <a:t>Click to add text</a:t>
            </a:r>
            <a:endParaRPr lang="en-US" dirty="0"/>
          </a:p>
        </p:txBody>
      </p:sp>
      <p:sp>
        <p:nvSpPr>
          <p:cNvPr id="96" name="日期占位符 95">
            <a:extLst>
              <a:ext uri="{FF2B5EF4-FFF2-40B4-BE49-F238E27FC236}">
                <a16:creationId xmlns:a16="http://schemas.microsoft.com/office/drawing/2014/main" id="{EBF68771-883F-A84A-6258-8729D07A51A2}"/>
              </a:ext>
            </a:extLst>
          </p:cNvPr>
          <p:cNvSpPr>
            <a:spLocks noGrp="1"/>
          </p:cNvSpPr>
          <p:nvPr>
            <p:ph type="dt" sz="half" idx="10"/>
          </p:nvPr>
        </p:nvSpPr>
        <p:spPr/>
        <p:txBody>
          <a:bodyPr/>
          <a:lstStyle>
            <a:lvl1pPr>
              <a:defRPr>
                <a:solidFill>
                  <a:schemeClr val="tx2"/>
                </a:solidFill>
              </a:defRPr>
            </a:lvl1pPr>
          </a:lstStyle>
          <a:p>
            <a:endParaRPr lang="en-US">
              <a:solidFill>
                <a:schemeClr val="tx2"/>
              </a:solidFill>
            </a:endParaRPr>
          </a:p>
        </p:txBody>
      </p:sp>
      <p:sp>
        <p:nvSpPr>
          <p:cNvPr id="97" name="页脚占位符 96">
            <a:extLst>
              <a:ext uri="{FF2B5EF4-FFF2-40B4-BE49-F238E27FC236}">
                <a16:creationId xmlns:a16="http://schemas.microsoft.com/office/drawing/2014/main" id="{0F51BCED-F385-E42D-8B67-83155B28B150}"/>
              </a:ext>
            </a:extLst>
          </p:cNvPr>
          <p:cNvSpPr>
            <a:spLocks noGrp="1"/>
          </p:cNvSpPr>
          <p:nvPr>
            <p:ph type="ftr" sz="quarter" idx="11"/>
          </p:nvPr>
        </p:nvSpPr>
        <p:spPr/>
        <p:txBody>
          <a:bodyPr/>
          <a:lstStyle>
            <a:lvl1pPr>
              <a:defRPr>
                <a:solidFill>
                  <a:schemeClr val="tx2"/>
                </a:solidFill>
              </a:defRPr>
            </a:lvl1pPr>
          </a:lstStyle>
          <a:p>
            <a:endParaRPr lang="en-US" dirty="0">
              <a:solidFill>
                <a:schemeClr val="tx2"/>
              </a:solidFill>
            </a:endParaRPr>
          </a:p>
        </p:txBody>
      </p:sp>
      <p:sp>
        <p:nvSpPr>
          <p:cNvPr id="98" name="灯片编号占位符 97">
            <a:extLst>
              <a:ext uri="{FF2B5EF4-FFF2-40B4-BE49-F238E27FC236}">
                <a16:creationId xmlns:a16="http://schemas.microsoft.com/office/drawing/2014/main" id="{135DBE1F-3219-032B-D63D-D875E544776D}"/>
              </a:ext>
            </a:extLst>
          </p:cNvPr>
          <p:cNvSpPr>
            <a:spLocks noGrp="1"/>
          </p:cNvSpPr>
          <p:nvPr>
            <p:ph type="sldNum" sz="quarter" idx="12"/>
          </p:nvPr>
        </p:nvSpPr>
        <p:spPr/>
        <p:txBody>
          <a:bodyPr/>
          <a:lstStyle>
            <a:lvl1pPr>
              <a:defRPr>
                <a:solidFill>
                  <a:schemeClr val="tx2"/>
                </a:solidFill>
              </a:defRPr>
            </a:lvl1pPr>
          </a:lstStyle>
          <a:p>
            <a:fld id="{C8BB1146-E542-4D4E-B8E9-6919A11DDD4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Closing" preserve="1" userDrawn="1">
  <p:cSld name="Closing">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D4D9AB4A-B7AC-9C2E-2E24-D372F1CAA052}"/>
              </a:ext>
            </a:extLst>
          </p:cNvPr>
          <p:cNvGrpSpPr/>
          <p:nvPr userDrawn="1"/>
        </p:nvGrpSpPr>
        <p:grpSpPr>
          <a:xfrm>
            <a:off x="0" y="0"/>
            <a:ext cx="12192000" cy="6858000"/>
            <a:chOff x="0" y="0"/>
            <a:chExt cx="12192000" cy="6858000"/>
          </a:xfrm>
        </p:grpSpPr>
        <p:pic>
          <p:nvPicPr>
            <p:cNvPr id="9" name="图片 8">
              <a:extLst>
                <a:ext uri="{FF2B5EF4-FFF2-40B4-BE49-F238E27FC236}">
                  <a16:creationId xmlns:a16="http://schemas.microsoft.com/office/drawing/2014/main" id="{04D0018A-759D-8E32-B82A-CBCB49625E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p:spPr>
        </p:pic>
        <p:grpSp>
          <p:nvGrpSpPr>
            <p:cNvPr id="11" name="Group 20">
              <a:extLst>
                <a:ext uri="{FF2B5EF4-FFF2-40B4-BE49-F238E27FC236}">
                  <a16:creationId xmlns:a16="http://schemas.microsoft.com/office/drawing/2014/main" id="{3907DEF9-4FCC-283E-F34A-F4C2EE261A0A}"/>
                </a:ext>
              </a:extLst>
            </p:cNvPr>
            <p:cNvGrpSpPr>
              <a:grpSpLocks noChangeAspect="1"/>
            </p:cNvGrpSpPr>
            <p:nvPr userDrawn="1"/>
          </p:nvGrpSpPr>
          <p:grpSpPr>
            <a:xfrm>
              <a:off x="862012" y="4777859"/>
              <a:ext cx="360000" cy="360000"/>
              <a:chOff x="666750" y="5424487"/>
              <a:chExt cx="476250" cy="476250"/>
            </a:xfrm>
            <a:gradFill flip="none" rotWithShape="1">
              <a:gsLst>
                <a:gs pos="3000">
                  <a:schemeClr val="tx1"/>
                </a:gs>
                <a:gs pos="100000">
                  <a:schemeClr val="accent1">
                    <a:lumMod val="20000"/>
                    <a:lumOff val="80000"/>
                  </a:schemeClr>
                </a:gs>
              </a:gsLst>
              <a:lin ang="2700000" scaled="1"/>
              <a:tileRect/>
            </a:gradFill>
          </p:grpSpPr>
          <p:sp>
            <p:nvSpPr>
              <p:cNvPr id="17" name="椭圆 16">
                <a:extLst>
                  <a:ext uri="{FF2B5EF4-FFF2-40B4-BE49-F238E27FC236}">
                    <a16:creationId xmlns:a16="http://schemas.microsoft.com/office/drawing/2014/main" id="{49842975-500D-5BB2-D5F9-BA2B951419F8}"/>
                  </a:ext>
                </a:extLst>
              </p:cNvPr>
              <p:cNvSpPr>
                <a:spLocks/>
              </p:cNvSpPr>
              <p:nvPr/>
            </p:nvSpPr>
            <p:spPr>
              <a:xfrm>
                <a:off x="666750" y="5424487"/>
                <a:ext cx="476250" cy="47625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8" name="Isosceles Triangle 6">
                <a:extLst>
                  <a:ext uri="{FF2B5EF4-FFF2-40B4-BE49-F238E27FC236}">
                    <a16:creationId xmlns:a16="http://schemas.microsoft.com/office/drawing/2014/main" id="{F3DD6E14-DC1A-2251-7B47-3666EBEC2A54}"/>
                  </a:ext>
                </a:extLst>
              </p:cNvPr>
              <p:cNvSpPr>
                <a:spLocks noChangeAspect="1"/>
              </p:cNvSpPr>
              <p:nvPr/>
            </p:nvSpPr>
            <p:spPr>
              <a:xfrm>
                <a:off x="800974" y="5561736"/>
                <a:ext cx="207799" cy="201752"/>
              </a:xfrm>
              <a:custGeom>
                <a:avLst/>
                <a:gdLst>
                  <a:gd name="T0" fmla="*/ 5933 w 6739"/>
                  <a:gd name="T1" fmla="*/ 597 h 6553"/>
                  <a:gd name="T2" fmla="*/ 4544 w 6739"/>
                  <a:gd name="T3" fmla="*/ 0 h 6553"/>
                  <a:gd name="T4" fmla="*/ 3488 w 6739"/>
                  <a:gd name="T5" fmla="*/ 417 h 6553"/>
                  <a:gd name="T6" fmla="*/ 328 w 6739"/>
                  <a:gd name="T7" fmla="*/ 3591 h 6553"/>
                  <a:gd name="T8" fmla="*/ 195 w 6739"/>
                  <a:gd name="T9" fmla="*/ 3808 h 6553"/>
                  <a:gd name="T10" fmla="*/ 0 w 6739"/>
                  <a:gd name="T11" fmla="*/ 6239 h 6553"/>
                  <a:gd name="T12" fmla="*/ 292 w 6739"/>
                  <a:gd name="T13" fmla="*/ 6531 h 6553"/>
                  <a:gd name="T14" fmla="*/ 2743 w 6739"/>
                  <a:gd name="T15" fmla="*/ 6335 h 6553"/>
                  <a:gd name="T16" fmla="*/ 2904 w 6739"/>
                  <a:gd name="T17" fmla="*/ 6253 h 6553"/>
                  <a:gd name="T18" fmla="*/ 6113 w 6739"/>
                  <a:gd name="T19" fmla="*/ 3029 h 6553"/>
                  <a:gd name="T20" fmla="*/ 5933 w 6739"/>
                  <a:gd name="T21" fmla="*/ 597 h 6553"/>
                  <a:gd name="T22" fmla="*/ 3876 w 6739"/>
                  <a:gd name="T23" fmla="*/ 807 h 6553"/>
                  <a:gd name="T24" fmla="*/ 4543 w 6739"/>
                  <a:gd name="T25" fmla="*/ 543 h 6553"/>
                  <a:gd name="T26" fmla="*/ 5332 w 6739"/>
                  <a:gd name="T27" fmla="*/ 809 h 6553"/>
                  <a:gd name="T28" fmla="*/ 1967 w 6739"/>
                  <a:gd name="T29" fmla="*/ 4175 h 6553"/>
                  <a:gd name="T30" fmla="*/ 1003 w 6739"/>
                  <a:gd name="T31" fmla="*/ 3680 h 6553"/>
                  <a:gd name="T32" fmla="*/ 3876 w 6739"/>
                  <a:gd name="T33" fmla="*/ 807 h 6553"/>
                  <a:gd name="T34" fmla="*/ 717 w 6739"/>
                  <a:gd name="T35" fmla="*/ 4169 h 6553"/>
                  <a:gd name="T36" fmla="*/ 819 w 6739"/>
                  <a:gd name="T37" fmla="*/ 4196 h 6553"/>
                  <a:gd name="T38" fmla="*/ 2333 w 6739"/>
                  <a:gd name="T39" fmla="*/ 5711 h 6553"/>
                  <a:gd name="T40" fmla="*/ 2360 w 6739"/>
                  <a:gd name="T41" fmla="*/ 5812 h 6553"/>
                  <a:gd name="T42" fmla="*/ 569 w 6739"/>
                  <a:gd name="T43" fmla="*/ 5961 h 6553"/>
                  <a:gd name="T44" fmla="*/ 717 w 6739"/>
                  <a:gd name="T45" fmla="*/ 4169 h 6553"/>
                  <a:gd name="T46" fmla="*/ 5724 w 6739"/>
                  <a:gd name="T47" fmla="*/ 2653 h 6553"/>
                  <a:gd name="T48" fmla="*/ 2851 w 6739"/>
                  <a:gd name="T49" fmla="*/ 5528 h 6553"/>
                  <a:gd name="T50" fmla="*/ 2356 w 6739"/>
                  <a:gd name="T51" fmla="*/ 4564 h 6553"/>
                  <a:gd name="T52" fmla="*/ 5720 w 6739"/>
                  <a:gd name="T53" fmla="*/ 1200 h 6553"/>
                  <a:gd name="T54" fmla="*/ 5724 w 6739"/>
                  <a:gd name="T55" fmla="*/ 2653 h 6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39" h="6553">
                    <a:moveTo>
                      <a:pt x="5933" y="597"/>
                    </a:moveTo>
                    <a:cubicBezTo>
                      <a:pt x="5544" y="223"/>
                      <a:pt x="5044" y="0"/>
                      <a:pt x="4544" y="0"/>
                    </a:cubicBezTo>
                    <a:cubicBezTo>
                      <a:pt x="4127" y="0"/>
                      <a:pt x="3752" y="153"/>
                      <a:pt x="3488" y="417"/>
                    </a:cubicBezTo>
                    <a:lnTo>
                      <a:pt x="328" y="3591"/>
                    </a:lnTo>
                    <a:cubicBezTo>
                      <a:pt x="299" y="3611"/>
                      <a:pt x="195" y="3709"/>
                      <a:pt x="195" y="3808"/>
                    </a:cubicBezTo>
                    <a:lnTo>
                      <a:pt x="0" y="6239"/>
                    </a:lnTo>
                    <a:cubicBezTo>
                      <a:pt x="28" y="6553"/>
                      <a:pt x="292" y="6531"/>
                      <a:pt x="292" y="6531"/>
                    </a:cubicBezTo>
                    <a:cubicBezTo>
                      <a:pt x="292" y="6531"/>
                      <a:pt x="2741" y="6335"/>
                      <a:pt x="2743" y="6335"/>
                    </a:cubicBezTo>
                    <a:cubicBezTo>
                      <a:pt x="2751" y="6333"/>
                      <a:pt x="2851" y="6305"/>
                      <a:pt x="2904" y="6253"/>
                    </a:cubicBezTo>
                    <a:lnTo>
                      <a:pt x="6113" y="3029"/>
                    </a:lnTo>
                    <a:cubicBezTo>
                      <a:pt x="6739" y="2417"/>
                      <a:pt x="6655" y="1320"/>
                      <a:pt x="5933" y="597"/>
                    </a:cubicBezTo>
                    <a:close/>
                    <a:moveTo>
                      <a:pt x="3876" y="807"/>
                    </a:moveTo>
                    <a:cubicBezTo>
                      <a:pt x="4043" y="627"/>
                      <a:pt x="4279" y="543"/>
                      <a:pt x="4543" y="543"/>
                    </a:cubicBezTo>
                    <a:cubicBezTo>
                      <a:pt x="4808" y="543"/>
                      <a:pt x="5089" y="640"/>
                      <a:pt x="5332" y="809"/>
                    </a:cubicBezTo>
                    <a:lnTo>
                      <a:pt x="1967" y="4175"/>
                    </a:lnTo>
                    <a:cubicBezTo>
                      <a:pt x="1687" y="3948"/>
                      <a:pt x="1360" y="3777"/>
                      <a:pt x="1003" y="3680"/>
                    </a:cubicBezTo>
                    <a:lnTo>
                      <a:pt x="3876" y="807"/>
                    </a:lnTo>
                    <a:close/>
                    <a:moveTo>
                      <a:pt x="717" y="4169"/>
                    </a:moveTo>
                    <a:lnTo>
                      <a:pt x="819" y="4196"/>
                    </a:lnTo>
                    <a:cubicBezTo>
                      <a:pt x="1555" y="4391"/>
                      <a:pt x="2139" y="4975"/>
                      <a:pt x="2333" y="5711"/>
                    </a:cubicBezTo>
                    <a:lnTo>
                      <a:pt x="2360" y="5812"/>
                    </a:lnTo>
                    <a:lnTo>
                      <a:pt x="569" y="5961"/>
                    </a:lnTo>
                    <a:lnTo>
                      <a:pt x="717" y="4169"/>
                    </a:lnTo>
                    <a:close/>
                    <a:moveTo>
                      <a:pt x="5724" y="2653"/>
                    </a:moveTo>
                    <a:lnTo>
                      <a:pt x="2851" y="5528"/>
                    </a:lnTo>
                    <a:cubicBezTo>
                      <a:pt x="2753" y="5171"/>
                      <a:pt x="2583" y="4844"/>
                      <a:pt x="2356" y="4564"/>
                    </a:cubicBezTo>
                    <a:lnTo>
                      <a:pt x="5720" y="1200"/>
                    </a:lnTo>
                    <a:cubicBezTo>
                      <a:pt x="6057" y="1692"/>
                      <a:pt x="6075" y="2304"/>
                      <a:pt x="5724" y="2653"/>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20" name="Group 20">
              <a:extLst>
                <a:ext uri="{FF2B5EF4-FFF2-40B4-BE49-F238E27FC236}">
                  <a16:creationId xmlns:a16="http://schemas.microsoft.com/office/drawing/2014/main" id="{B22CB39E-B8B6-B5AF-7B3B-17DF7469CD3D}"/>
                </a:ext>
              </a:extLst>
            </p:cNvPr>
            <p:cNvGrpSpPr>
              <a:grpSpLocks noChangeAspect="1"/>
            </p:cNvGrpSpPr>
            <p:nvPr userDrawn="1"/>
          </p:nvGrpSpPr>
          <p:grpSpPr>
            <a:xfrm>
              <a:off x="3019295" y="4777859"/>
              <a:ext cx="360000" cy="360000"/>
              <a:chOff x="666750" y="5424487"/>
              <a:chExt cx="476250" cy="476250"/>
            </a:xfrm>
            <a:gradFill flip="none" rotWithShape="1">
              <a:gsLst>
                <a:gs pos="3000">
                  <a:schemeClr val="tx1"/>
                </a:gs>
                <a:gs pos="100000">
                  <a:schemeClr val="accent1">
                    <a:lumMod val="20000"/>
                    <a:lumOff val="80000"/>
                  </a:schemeClr>
                </a:gs>
              </a:gsLst>
              <a:lin ang="2700000" scaled="1"/>
              <a:tileRect/>
            </a:gradFill>
          </p:grpSpPr>
          <p:sp>
            <p:nvSpPr>
              <p:cNvPr id="21" name="椭圆 20">
                <a:extLst>
                  <a:ext uri="{FF2B5EF4-FFF2-40B4-BE49-F238E27FC236}">
                    <a16:creationId xmlns:a16="http://schemas.microsoft.com/office/drawing/2014/main" id="{79B540DD-45CE-1C12-F557-AE78D220FEC4}"/>
                  </a:ext>
                </a:extLst>
              </p:cNvPr>
              <p:cNvSpPr>
                <a:spLocks/>
              </p:cNvSpPr>
              <p:nvPr/>
            </p:nvSpPr>
            <p:spPr>
              <a:xfrm>
                <a:off x="666750" y="5424487"/>
                <a:ext cx="476250" cy="476250"/>
              </a:xfrm>
              <a:prstGeom prst="ellipse">
                <a:avLst/>
              </a:prstGeom>
              <a:solidFill>
                <a:schemeClr val="accent2"/>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25" name="Isosceles Triangle 6">
                <a:extLst>
                  <a:ext uri="{FF2B5EF4-FFF2-40B4-BE49-F238E27FC236}">
                    <a16:creationId xmlns:a16="http://schemas.microsoft.com/office/drawing/2014/main" id="{5DB3D8D3-AC25-0078-ACC4-2E6EF31B6F63}"/>
                  </a:ext>
                </a:extLst>
              </p:cNvPr>
              <p:cNvSpPr>
                <a:spLocks noChangeAspect="1"/>
              </p:cNvSpPr>
              <p:nvPr/>
            </p:nvSpPr>
            <p:spPr>
              <a:xfrm>
                <a:off x="800974" y="5558881"/>
                <a:ext cx="207799" cy="207461"/>
              </a:xfrm>
              <a:custGeom>
                <a:avLst/>
                <a:gdLst>
                  <a:gd name="T0" fmla="*/ 6445 w 6557"/>
                  <a:gd name="T1" fmla="*/ 6058 h 6556"/>
                  <a:gd name="T2" fmla="*/ 4828 w 6557"/>
                  <a:gd name="T3" fmla="*/ 4440 h 6556"/>
                  <a:gd name="T4" fmla="*/ 5441 w 6557"/>
                  <a:gd name="T5" fmla="*/ 2721 h 6556"/>
                  <a:gd name="T6" fmla="*/ 2720 w 6557"/>
                  <a:gd name="T7" fmla="*/ 0 h 6556"/>
                  <a:gd name="T8" fmla="*/ 0 w 6557"/>
                  <a:gd name="T9" fmla="*/ 2721 h 6556"/>
                  <a:gd name="T10" fmla="*/ 2721 w 6557"/>
                  <a:gd name="T11" fmla="*/ 5441 h 6556"/>
                  <a:gd name="T12" fmla="*/ 4440 w 6557"/>
                  <a:gd name="T13" fmla="*/ 4828 h 6556"/>
                  <a:gd name="T14" fmla="*/ 6057 w 6557"/>
                  <a:gd name="T15" fmla="*/ 6445 h 6556"/>
                  <a:gd name="T16" fmla="*/ 6447 w 6557"/>
                  <a:gd name="T17" fmla="*/ 6445 h 6556"/>
                  <a:gd name="T18" fmla="*/ 6445 w 6557"/>
                  <a:gd name="T19" fmla="*/ 6058 h 6556"/>
                  <a:gd name="T20" fmla="*/ 543 w 6557"/>
                  <a:gd name="T21" fmla="*/ 2721 h 6556"/>
                  <a:gd name="T22" fmla="*/ 2720 w 6557"/>
                  <a:gd name="T23" fmla="*/ 544 h 6556"/>
                  <a:gd name="T24" fmla="*/ 4899 w 6557"/>
                  <a:gd name="T25" fmla="*/ 2722 h 6556"/>
                  <a:gd name="T26" fmla="*/ 2720 w 6557"/>
                  <a:gd name="T27" fmla="*/ 4901 h 6556"/>
                  <a:gd name="T28" fmla="*/ 543 w 6557"/>
                  <a:gd name="T29" fmla="*/ 2721 h 6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57" h="6556">
                    <a:moveTo>
                      <a:pt x="6445" y="6058"/>
                    </a:moveTo>
                    <a:lnTo>
                      <a:pt x="4828" y="4440"/>
                    </a:lnTo>
                    <a:cubicBezTo>
                      <a:pt x="5211" y="3970"/>
                      <a:pt x="5441" y="3373"/>
                      <a:pt x="5441" y="2721"/>
                    </a:cubicBezTo>
                    <a:cubicBezTo>
                      <a:pt x="5441" y="1221"/>
                      <a:pt x="4221" y="0"/>
                      <a:pt x="2720" y="0"/>
                    </a:cubicBezTo>
                    <a:cubicBezTo>
                      <a:pt x="1219" y="0"/>
                      <a:pt x="0" y="1221"/>
                      <a:pt x="0" y="2721"/>
                    </a:cubicBezTo>
                    <a:cubicBezTo>
                      <a:pt x="0" y="4221"/>
                      <a:pt x="1220" y="5441"/>
                      <a:pt x="2721" y="5441"/>
                    </a:cubicBezTo>
                    <a:cubicBezTo>
                      <a:pt x="3372" y="5441"/>
                      <a:pt x="3971" y="5210"/>
                      <a:pt x="4440" y="4828"/>
                    </a:cubicBezTo>
                    <a:lnTo>
                      <a:pt x="6057" y="6445"/>
                    </a:lnTo>
                    <a:cubicBezTo>
                      <a:pt x="6168" y="6556"/>
                      <a:pt x="6336" y="6556"/>
                      <a:pt x="6447" y="6445"/>
                    </a:cubicBezTo>
                    <a:cubicBezTo>
                      <a:pt x="6557" y="6334"/>
                      <a:pt x="6557" y="6169"/>
                      <a:pt x="6445" y="6058"/>
                    </a:cubicBezTo>
                    <a:close/>
                    <a:moveTo>
                      <a:pt x="543" y="2721"/>
                    </a:moveTo>
                    <a:cubicBezTo>
                      <a:pt x="543" y="1520"/>
                      <a:pt x="1519" y="544"/>
                      <a:pt x="2720" y="544"/>
                    </a:cubicBezTo>
                    <a:cubicBezTo>
                      <a:pt x="3921" y="544"/>
                      <a:pt x="4899" y="1521"/>
                      <a:pt x="4899" y="2722"/>
                    </a:cubicBezTo>
                    <a:cubicBezTo>
                      <a:pt x="4899" y="3924"/>
                      <a:pt x="3921" y="4901"/>
                      <a:pt x="2720" y="4901"/>
                    </a:cubicBezTo>
                    <a:cubicBezTo>
                      <a:pt x="1519" y="4901"/>
                      <a:pt x="543" y="3922"/>
                      <a:pt x="543" y="2721"/>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cxnSp>
          <p:nvCxnSpPr>
            <p:cNvPr id="33" name="直接连接符 32">
              <a:extLst>
                <a:ext uri="{FF2B5EF4-FFF2-40B4-BE49-F238E27FC236}">
                  <a16:creationId xmlns:a16="http://schemas.microsoft.com/office/drawing/2014/main" id="{3A40FC2D-B8B0-DDFA-0885-A34ABCABA9DB}"/>
                </a:ext>
              </a:extLst>
            </p:cNvPr>
            <p:cNvCxnSpPr>
              <a:cxnSpLocks/>
            </p:cNvCxnSpPr>
            <p:nvPr userDrawn="1"/>
          </p:nvCxnSpPr>
          <p:spPr>
            <a:xfrm>
              <a:off x="862012" y="4014478"/>
              <a:ext cx="330200" cy="0"/>
            </a:xfrm>
            <a:prstGeom prst="line">
              <a:avLst/>
            </a:prstGeom>
            <a:ln w="25400"/>
          </p:spPr>
          <p:style>
            <a:lnRef idx="1">
              <a:schemeClr val="accent1"/>
            </a:lnRef>
            <a:fillRef idx="0">
              <a:schemeClr val="accent1"/>
            </a:fillRef>
            <a:effectRef idx="0">
              <a:schemeClr val="accent1"/>
            </a:effectRef>
            <a:fontRef idx="minor">
              <a:schemeClr val="tx1"/>
            </a:fontRef>
          </p:style>
        </p:cxnSp>
      </p:grpSp>
      <p:sp>
        <p:nvSpPr>
          <p:cNvPr id="5" name="a465d58f-47fa-4734-b1ef-e6aa4a19f13b">
            <a:extLst>
              <a:ext uri="{FF2B5EF4-FFF2-40B4-BE49-F238E27FC236}">
                <a16:creationId xmlns:a16="http://schemas.microsoft.com/office/drawing/2014/main" id="{B402147C-567F-1A4F-9F65-FBDD762C6FBF}"/>
              </a:ext>
            </a:extLst>
          </p:cNvPr>
          <p:cNvSpPr>
            <a:spLocks noGrp="1"/>
          </p:cNvSpPr>
          <p:nvPr userDrawn="1">
            <p:ph type="ctrTitle" hasCustomPrompt="1"/>
          </p:nvPr>
        </p:nvSpPr>
        <p:spPr>
          <a:xfrm>
            <a:off x="755650" y="1130299"/>
            <a:ext cx="4965700" cy="2700017"/>
          </a:xfrm>
          <a:prstGeom prst="rect">
            <a:avLst/>
          </a:prstGeom>
        </p:spPr>
        <p:txBody>
          <a:bodyPr wrap="square" anchor="b">
            <a:normAutofit/>
          </a:bodyPr>
          <a:lstStyle>
            <a:lvl1pPr algn="l">
              <a:lnSpc>
                <a:spcPct val="100000"/>
              </a:lnSpc>
              <a:defRPr sz="5400">
                <a:ln w="19050">
                  <a:noFill/>
                </a:ln>
                <a:solidFill>
                  <a:schemeClr val="accent1"/>
                </a:solidFill>
              </a:defRPr>
            </a:lvl1pPr>
          </a:lstStyle>
          <a:p>
            <a:pPr lvl="0"/>
            <a:r>
              <a:rPr lang="zh-CN" altLang="en-US" dirty="0"/>
              <a:t>Click to add title</a:t>
            </a:r>
            <a:endParaRPr lang="en-US" dirty="0"/>
          </a:p>
        </p:txBody>
      </p:sp>
      <p:sp>
        <p:nvSpPr>
          <p:cNvPr id="8" name="文本占位符 3">
            <a:extLst>
              <a:ext uri="{FF2B5EF4-FFF2-40B4-BE49-F238E27FC236}">
                <a16:creationId xmlns:a16="http://schemas.microsoft.com/office/drawing/2014/main" id="{14B7D8F7-06BD-630B-EF7C-A58B6F9A0D45}"/>
              </a:ext>
            </a:extLst>
          </p:cNvPr>
          <p:cNvSpPr>
            <a:spLocks noGrp="1"/>
          </p:cNvSpPr>
          <p:nvPr userDrawn="1">
            <p:ph type="body" sz="quarter" idx="13" hasCustomPrompt="1"/>
          </p:nvPr>
        </p:nvSpPr>
        <p:spPr>
          <a:xfrm>
            <a:off x="1288076" y="4756769"/>
            <a:ext cx="1479725" cy="402180"/>
          </a:xfrm>
          <a:prstGeom prst="rect">
            <a:avLst/>
          </a:prstGeom>
        </p:spPr>
        <p:txBody>
          <a:bodyPr wrap="square" lIns="91440" tIns="45720" rIns="91440" bIns="45720" anchor="ctr">
            <a:normAutofit/>
          </a:bodyPr>
          <a:lstStyle>
            <a:lvl1pPr marL="0" indent="0" algn="l">
              <a:lnSpc>
                <a:spcPct val="100000"/>
              </a:lnSpc>
              <a:buNone/>
              <a:defRPr sz="1200">
                <a:solidFill>
                  <a:srgbClr val="000000"/>
                </a:solidFill>
              </a:defRPr>
            </a:lvl1pPr>
          </a:lstStyle>
          <a:p>
            <a:pPr lvl="0"/>
            <a:r>
              <a:rPr lang="zh-CN" altLang="en-US" dirty="0"/>
              <a:t>Presenter name</a:t>
            </a:r>
            <a:endParaRPr lang="en-US" dirty="0"/>
          </a:p>
        </p:txBody>
      </p:sp>
      <p:sp>
        <p:nvSpPr>
          <p:cNvPr id="10" name="文本占位符 6">
            <a:extLst>
              <a:ext uri="{FF2B5EF4-FFF2-40B4-BE49-F238E27FC236}">
                <a16:creationId xmlns:a16="http://schemas.microsoft.com/office/drawing/2014/main" id="{BAFE6D09-E70D-5D77-D332-FCA2F2249E09}"/>
              </a:ext>
            </a:extLst>
          </p:cNvPr>
          <p:cNvSpPr>
            <a:spLocks noGrp="1"/>
          </p:cNvSpPr>
          <p:nvPr userDrawn="1">
            <p:ph type="body" sz="quarter" idx="14" hasCustomPrompt="1"/>
          </p:nvPr>
        </p:nvSpPr>
        <p:spPr>
          <a:xfrm>
            <a:off x="3446889" y="4756769"/>
            <a:ext cx="1479725" cy="402180"/>
          </a:xfrm>
          <a:prstGeom prst="rect">
            <a:avLst/>
          </a:prstGeom>
        </p:spPr>
        <p:txBody>
          <a:bodyPr wrap="none" lIns="91440" tIns="45720" rIns="91440" bIns="45720" anchor="ctr">
            <a:normAutofit/>
          </a:bodyPr>
          <a:lstStyle>
            <a:lvl1pPr marL="0" indent="0" algn="l">
              <a:lnSpc>
                <a:spcPct val="100000"/>
              </a:lnSpc>
              <a:buNone/>
              <a:defRPr sz="1200">
                <a:solidFill>
                  <a:srgbClr val="000000"/>
                </a:solidFill>
              </a:defRPr>
            </a:lvl1pPr>
          </a:lstStyle>
          <a:p>
            <a:pPr lvl="0"/>
            <a:r>
              <a:rPr lang="zh-CN" altLang="en-US" dirty="0"/>
              <a:t>20XX.XX.XX</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Pr>
        <a:solidFill>
          <a:schemeClr val="tx1">
            <a:alpha val="5000"/>
          </a:schemeClr>
        </a:solidFill>
        <a:effectLst/>
      </p:bgPr>
    </p:bg>
    <p:spTree>
      <p:nvGrpSpPr>
        <p:cNvPr id="1" name=""/>
        <p:cNvGrpSpPr/>
        <p:nvPr/>
      </p:nvGrpSpPr>
      <p:grpSpPr>
        <a:xfrm>
          <a:off x="0" y="0"/>
          <a:ext cx="0" cy="0"/>
          <a:chOff x="0" y="0"/>
          <a:chExt cx="0" cy="0"/>
        </a:xfrm>
      </p:grpSpPr>
      <p:sp>
        <p:nvSpPr>
          <p:cNvPr id="2" name="df82dfe6-d493-4ca8-a2d5-f3777af095c7"/>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dirty="0"/>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hemeOverride" Target="../theme/themeOverride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hemeOverride" Target="../theme/themeOverride4.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hemeOverride" Target="../theme/themeOverride5.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hemeOverride" Target="../theme/themeOverride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hemeOverride" Target="../theme/themeOverride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hemeOverride" Target="../theme/themeOverride8.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hemeOverride" Target="../theme/themeOverride9.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hemeOverride" Target="../theme/themeOverride10.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1.xml"/></Relationships>
</file>

<file path=ppt/slides/_rels/slide12.xml.rels>&#65279;<?xml version="1.0" encoding="utf-8"?><Relationships xmlns="http://schemas.openxmlformats.org/package/2006/relationships"><Relationship Type="http://schemas.openxmlformats.org/officeDocument/2006/relationships/image" Target="/ppt/media/image212.png" Id="rId8" /><Relationship Type="http://schemas.openxmlformats.org/officeDocument/2006/relationships/image" Target="/ppt/media/image613.png" Id="rId13" /><Relationship Type="http://schemas.openxmlformats.org/officeDocument/2006/relationships/image" Target="/ppt/media/image514.png" Id="rId12" /><Relationship Type="http://schemas.openxmlformats.org/officeDocument/2006/relationships/image" Target="/ppt/media/image415.png" Id="rId11" /><Relationship Type="http://schemas.openxmlformats.org/officeDocument/2006/relationships/image" Target="/ppt/media/image316.png" Id="rId10" /><Relationship Type="http://schemas.openxmlformats.org/officeDocument/2006/relationships/image" Target="/ppt/media/image72.jpg" Id="rId14" /><Relationship Type="http://schemas.openxmlformats.org/officeDocument/2006/relationships/hyperlink" Target="http://www.islide.cc/" TargetMode="External" Id="rId3" /><Relationship Type="http://schemas.openxmlformats.org/officeDocument/2006/relationships/hyperlink" Target="https://qr10.cn/AvcOJF" TargetMode="External" Id="rId7" /><Relationship Type="http://schemas.openxmlformats.org/officeDocument/2006/relationships/hyperlink" Target="https://qr10.cn/AJClXH" TargetMode="External" Id="rId6" /><Relationship Type="http://schemas.openxmlformats.org/officeDocument/2006/relationships/hyperlink" Target="https://qr10.cn/BlrYkD" TargetMode="External" Id="rId5" /><Relationship Type="http://schemas.openxmlformats.org/officeDocument/2006/relationships/hyperlink" Target="https://qr10.cn/EqbapX" TargetMode="External" Id="rId4" /><Relationship Type="http://schemas.openxmlformats.org/officeDocument/2006/relationships/hyperlink" Target="https://www.toutiao.com/c/user/token/MS4wLjABAAAA4iEx56C0_-0TYakxi5ZDzkL63vnOXTDA_u8TGCGhUo4/?source=m_redirect" TargetMode="External" Id="rId9" /><Relationship Type="http://schemas.openxmlformats.org/officeDocument/2006/relationships/slideLayout" Target="/ppt/slideLayouts/slideLayout6.xml" Id="R9acdc808b2c74bd3" /></Relationships>
</file>

<file path=ppt/slides/_rels/slide13.xml.rels>&#65279;<?xml version="1.0" encoding="utf-8"?><Relationships xmlns="http://schemas.openxmlformats.org/package/2006/relationships"><Relationship Type="http://schemas.openxmlformats.org/officeDocument/2006/relationships/image" Target="/ppt/media/image117.png" Id="rId5" /><Relationship Type="http://schemas.openxmlformats.org/officeDocument/2006/relationships/hyperlink" Target="http://www.islide.cc/" TargetMode="External" Id="rId3" /><Relationship Type="http://schemas.openxmlformats.org/officeDocument/2006/relationships/hyperlink" Target="https://www.islide.cc/" TargetMode="External" Id="rId4" /><Relationship Type="http://schemas.openxmlformats.org/officeDocument/2006/relationships/slideLayout" Target="/ppt/slideLayouts/slideLayout6.xml" Id="R3052d8fabd8f4244"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728136" y="1130300"/>
            <a:ext cx="5168900" cy="2153921"/>
          </a:xfrm>
        </p:spPr>
        <p:txBody>
          <a:bodyPr lIns="91440" tIns="45720" rIns="91440" bIns="45720">
            <a:normAutofit/>
          </a:bodyPr>
          <a:lstStyle/>
          <a:p>
            <a:r>
              <a:rPr lang="zh-CN" altLang="en-US" dirty="0">
                <a:sym typeface="+mn-lt"/>
              </a:rPr>
              <a:t>医疗行业护理</a:t>
            </a:r>
            <a:br>
              <a:rPr lang="en-US" altLang="zh-CN" dirty="0">
                <a:sym typeface="+mn-lt"/>
              </a:rPr>
            </a:br>
            <a:r>
              <a:rPr lang="zh-CN" altLang="en-US" dirty="0">
                <a:sym typeface="+mn-lt"/>
              </a:rPr>
              <a:t>工作汇报</a:t>
            </a:r>
            <a:endParaRPr lang="en-US" dirty="0">
              <a:sym typeface="+mn-lt"/>
            </a:endParaRPr>
          </a:p>
        </p:txBody>
      </p:sp>
      <p:sp>
        <p:nvSpPr>
          <p:cNvPr id="9" name="副标题 8"/>
          <p:cNvSpPr>
            <a:spLocks noGrp="1"/>
          </p:cNvSpPr>
          <p:nvPr>
            <p:ph type="subTitle" sz="quarter" idx="1" hasCustomPrompt="1"/>
          </p:nvPr>
        </p:nvSpPr>
        <p:spPr>
          <a:xfrm>
            <a:off x="728136" y="3624581"/>
            <a:ext cx="4768850" cy="1056995"/>
          </a:xfrm>
        </p:spPr>
        <p:txBody>
          <a:bodyPr lIns="91440" tIns="45720" rIns="91440" bIns="45720">
            <a:normAutofit/>
          </a:bodyPr>
          <a:lstStyle/>
          <a:p>
            <a:r>
              <a:rPr lang="zh-CN" altLang="en-US" dirty="0">
                <a:sym typeface="+mn-lt"/>
              </a:rPr>
              <a:t>提升护理质量，保障患者安全</a:t>
            </a:r>
            <a:endParaRPr lang="en-US" dirty="0">
              <a:sym typeface="+mn-lt"/>
            </a:endParaRPr>
          </a:p>
        </p:txBody>
      </p:sp>
      <p:sp>
        <p:nvSpPr>
          <p:cNvPr id="4" name="文本占位符 3"/>
          <p:cNvSpPr>
            <a:spLocks noGrp="1"/>
          </p:cNvSpPr>
          <p:nvPr>
            <p:ph type="body" sz="quarter" idx="13" hasCustomPrompt="1"/>
          </p:nvPr>
        </p:nvSpPr>
        <p:spPr>
          <a:xfrm>
            <a:off x="1260562" y="4952012"/>
            <a:ext cx="1479725" cy="402180"/>
          </a:xfrm>
        </p:spPr>
        <p:txBody>
          <a:bodyPr lIns="91440" tIns="45720" rIns="91440" bIns="45720">
            <a:normAutofit/>
          </a:bodyPr>
          <a:lstStyle/>
          <a:p>
            <a:r>
              <a:rPr lang="zh-CN" altLang="en-US">
                <a:sym typeface="+mn-lt"/>
              </a:rPr>
              <a:t>Presenter name</a:t>
            </a:r>
            <a:endParaRPr lang="en-US" dirty="0">
              <a:sym typeface="+mn-lt"/>
            </a:endParaRPr>
          </a:p>
        </p:txBody>
      </p:sp>
      <p:sp>
        <p:nvSpPr>
          <p:cNvPr id="7" name="文本占位符 6"/>
          <p:cNvSpPr>
            <a:spLocks noGrp="1"/>
          </p:cNvSpPr>
          <p:nvPr>
            <p:ph type="body" sz="quarter" idx="14" hasCustomPrompt="1"/>
          </p:nvPr>
        </p:nvSpPr>
        <p:spPr>
          <a:xfrm>
            <a:off x="3419375" y="4952012"/>
            <a:ext cx="1479725" cy="402180"/>
          </a:xfrm>
        </p:spPr>
        <p:txBody>
          <a:bodyPr lIns="91440" tIns="45720" rIns="91440" bIns="45720">
            <a:normAutofit/>
          </a:bodyPr>
          <a:lstStyle/>
          <a:p>
            <a:r>
              <a:rPr lang="zh-CN" altLang="en-US">
                <a:sym typeface="+mn-lt"/>
              </a:rPr>
              <a:t>20XX.XX.XX</a:t>
            </a:r>
            <a:endParaRPr lang="en-US" dirty="0">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F9374-4C81-848B-A948-B27545D76471}"/>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40183B1D-C0D6-4ABB-29FE-4FD25A2013ED}"/>
              </a:ext>
            </a:extLst>
          </p:cNvPr>
          <p:cNvGrpSpPr/>
          <p:nvPr/>
        </p:nvGrpSpPr>
        <p:grpSpPr>
          <a:xfrm>
            <a:off x="660400" y="0"/>
            <a:ext cx="10871201" cy="6858000"/>
            <a:chOff x="660400" y="0"/>
            <a:chExt cx="10871201" cy="6858000"/>
          </a:xfrm>
        </p:grpSpPr>
        <p:sp>
          <p:nvSpPr>
            <p:cNvPr id="3" name="任意多边形: 形状 2">
              <a:extLst>
                <a:ext uri="{FF2B5EF4-FFF2-40B4-BE49-F238E27FC236}">
                  <a16:creationId xmlns:a16="http://schemas.microsoft.com/office/drawing/2014/main" id="{7AE46C4F-F385-BF24-E443-54332BFF8690}"/>
                </a:ext>
              </a:extLst>
            </p:cNvPr>
            <p:cNvSpPr/>
            <p:nvPr userDrawn="1"/>
          </p:nvSpPr>
          <p:spPr>
            <a:xfrm flipH="1" flipV="1">
              <a:off x="9610931" y="0"/>
              <a:ext cx="1920670" cy="1930369"/>
            </a:xfrm>
            <a:custGeom>
              <a:avLst/>
              <a:gdLst>
                <a:gd name="csX0" fmla="*/ 362230 w 2592275"/>
                <a:gd name="csY0" fmla="*/ 1681205 h 2605366"/>
                <a:gd name="csX1" fmla="*/ 177553 w 2592275"/>
                <a:gd name="csY1" fmla="*/ 1494749 h 2605366"/>
                <a:gd name="csX2" fmla="*/ 175774 w 2592275"/>
                <a:gd name="csY2" fmla="*/ 1494749 h 2605366"/>
                <a:gd name="csX3" fmla="*/ 362230 w 2592275"/>
                <a:gd name="csY3" fmla="*/ 1308293 h 2605366"/>
                <a:gd name="csX4" fmla="*/ 548681 w 2592275"/>
                <a:gd name="csY4" fmla="*/ 1494749 h 2605366"/>
                <a:gd name="csX5" fmla="*/ 362230 w 2592275"/>
                <a:gd name="csY5" fmla="*/ 1681205 h 2605366"/>
                <a:gd name="csX6" fmla="*/ 1765309 w 2592275"/>
                <a:gd name="csY6" fmla="*/ 1827610 h 2605366"/>
                <a:gd name="csX7" fmla="*/ 1533907 w 2592275"/>
                <a:gd name="csY7" fmla="*/ 1522787 h 2605366"/>
                <a:gd name="csX8" fmla="*/ 1997155 w 2592275"/>
                <a:gd name="csY8" fmla="*/ 1522787 h 2605366"/>
                <a:gd name="csX9" fmla="*/ 1525222 w 2592275"/>
                <a:gd name="csY9" fmla="*/ 2605366 h 2605366"/>
                <a:gd name="csX10" fmla="*/ 1768540 w 2592275"/>
                <a:gd name="csY10" fmla="*/ 2605366 h 2605366"/>
                <a:gd name="csX11" fmla="*/ 1814121 w 2592275"/>
                <a:gd name="csY11" fmla="*/ 2521394 h 2605366"/>
                <a:gd name="csX12" fmla="*/ 1856087 w 2592275"/>
                <a:gd name="csY12" fmla="*/ 2313546 h 2605366"/>
                <a:gd name="csX13" fmla="*/ 1856087 w 2592275"/>
                <a:gd name="csY13" fmla="*/ 2004271 h 2605366"/>
                <a:gd name="csX14" fmla="*/ 2326453 w 2592275"/>
                <a:gd name="csY14" fmla="*/ 1385728 h 2605366"/>
                <a:gd name="csX15" fmla="*/ 2479532 w 2592275"/>
                <a:gd name="csY15" fmla="*/ 1089802 h 2605366"/>
                <a:gd name="csX16" fmla="*/ 2590339 w 2592275"/>
                <a:gd name="csY16" fmla="*/ 281238 h 2605366"/>
                <a:gd name="csX17" fmla="*/ 2529816 w 2592275"/>
                <a:gd name="csY17" fmla="*/ 84998 h 2605366"/>
                <a:gd name="csX18" fmla="*/ 2342916 w 2592275"/>
                <a:gd name="csY18" fmla="*/ 445 h 2605366"/>
                <a:gd name="csX19" fmla="*/ 2223213 w 2592275"/>
                <a:gd name="csY19" fmla="*/ 445 h 2605366"/>
                <a:gd name="csX20" fmla="*/ 2134215 w 2592275"/>
                <a:gd name="csY20" fmla="*/ 89443 h 2605366"/>
                <a:gd name="csX21" fmla="*/ 2134215 w 2592275"/>
                <a:gd name="csY21" fmla="*/ 159312 h 2605366"/>
                <a:gd name="csX22" fmla="*/ 2223213 w 2592275"/>
                <a:gd name="csY22" fmla="*/ 248310 h 2605366"/>
                <a:gd name="csX23" fmla="*/ 2309989 w 2592275"/>
                <a:gd name="csY23" fmla="*/ 178447 h 2605366"/>
                <a:gd name="csX24" fmla="*/ 2342916 w 2592275"/>
                <a:gd name="csY24" fmla="*/ 178447 h 2605366"/>
                <a:gd name="csX25" fmla="*/ 2395429 w 2592275"/>
                <a:gd name="csY25" fmla="*/ 202029 h 2605366"/>
                <a:gd name="csX26" fmla="*/ 2411892 w 2592275"/>
                <a:gd name="csY26" fmla="*/ 257656 h 2605366"/>
                <a:gd name="csX27" fmla="*/ 2301529 w 2592275"/>
                <a:gd name="csY27" fmla="*/ 1066215 h 2605366"/>
                <a:gd name="csX28" fmla="*/ 1981578 w 2592275"/>
                <a:gd name="csY28" fmla="*/ 1345228 h 2605366"/>
                <a:gd name="csX29" fmla="*/ 1550820 w 2592275"/>
                <a:gd name="csY29" fmla="*/ 1345228 h 2605366"/>
                <a:gd name="csX30" fmla="*/ 1230863 w 2592275"/>
                <a:gd name="csY30" fmla="*/ 1066215 h 2605366"/>
                <a:gd name="csX31" fmla="*/ 1120506 w 2592275"/>
                <a:gd name="csY31" fmla="*/ 257213 h 2605366"/>
                <a:gd name="csX32" fmla="*/ 1137419 w 2592275"/>
                <a:gd name="csY32" fmla="*/ 201585 h 2605366"/>
                <a:gd name="csX33" fmla="*/ 1189926 w 2592275"/>
                <a:gd name="csY33" fmla="*/ 177998 h 2605366"/>
                <a:gd name="csX34" fmla="*/ 1227754 w 2592275"/>
                <a:gd name="csY34" fmla="*/ 177998 h 2605366"/>
                <a:gd name="csX35" fmla="*/ 1314523 w 2592275"/>
                <a:gd name="csY35" fmla="*/ 247867 h 2605366"/>
                <a:gd name="csX36" fmla="*/ 1403528 w 2592275"/>
                <a:gd name="csY36" fmla="*/ 158868 h 2605366"/>
                <a:gd name="csX37" fmla="*/ 1403528 w 2592275"/>
                <a:gd name="csY37" fmla="*/ 89000 h 2605366"/>
                <a:gd name="csX38" fmla="*/ 1314523 w 2592275"/>
                <a:gd name="csY38" fmla="*/ 1 h 2605366"/>
                <a:gd name="csX39" fmla="*/ 1189926 w 2592275"/>
                <a:gd name="csY39" fmla="*/ 1 h 2605366"/>
                <a:gd name="csX40" fmla="*/ 1003026 w 2592275"/>
                <a:gd name="csY40" fmla="*/ 84548 h 2605366"/>
                <a:gd name="csX41" fmla="*/ 944289 w 2592275"/>
                <a:gd name="csY41" fmla="*/ 281238 h 2605366"/>
                <a:gd name="csX42" fmla="*/ 1055089 w 2592275"/>
                <a:gd name="csY42" fmla="*/ 1089802 h 2605366"/>
                <a:gd name="csX43" fmla="*/ 1208618 w 2592275"/>
                <a:gd name="csY43" fmla="*/ 1385728 h 2605366"/>
                <a:gd name="csX44" fmla="*/ 1678090 w 2592275"/>
                <a:gd name="csY44" fmla="*/ 2004271 h 2605366"/>
                <a:gd name="csX45" fmla="*/ 1678090 w 2592275"/>
                <a:gd name="csY45" fmla="*/ 2313546 h 2605366"/>
                <a:gd name="csX46" fmla="*/ 1573816 w 2592275"/>
                <a:gd name="csY46" fmla="*/ 2565271 h 2605366"/>
                <a:gd name="csX47" fmla="*/ 363002 w 2592275"/>
                <a:gd name="csY47" fmla="*/ 2605366 h 2605366"/>
                <a:gd name="csX48" fmla="*/ 606322 w 2592275"/>
                <a:gd name="csY48" fmla="*/ 2605366 h 2605366"/>
                <a:gd name="csX49" fmla="*/ 557728 w 2592275"/>
                <a:gd name="csY49" fmla="*/ 2565271 h 2605366"/>
                <a:gd name="csX50" fmla="*/ 453452 w 2592275"/>
                <a:gd name="csY50" fmla="*/ 2313546 h 2605366"/>
                <a:gd name="csX51" fmla="*/ 453452 w 2592275"/>
                <a:gd name="csY51" fmla="*/ 1847633 h 2605366"/>
                <a:gd name="csX52" fmla="*/ 728907 w 2592275"/>
                <a:gd name="csY52" fmla="*/ 1494305 h 2605366"/>
                <a:gd name="csX53" fmla="*/ 364453 w 2592275"/>
                <a:gd name="csY53" fmla="*/ 1129852 h 2605366"/>
                <a:gd name="csX54" fmla="*/ 0 w 2592275"/>
                <a:gd name="csY54" fmla="*/ 1494305 h 2605366"/>
                <a:gd name="csX55" fmla="*/ 275455 w 2592275"/>
                <a:gd name="csY55" fmla="*/ 1847633 h 2605366"/>
                <a:gd name="csX56" fmla="*/ 275455 w 2592275"/>
                <a:gd name="csY56" fmla="*/ 2313546 h 2605366"/>
                <a:gd name="csX57" fmla="*/ 317421 w 2592275"/>
                <a:gd name="csY57" fmla="*/ 2521394 h 2605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2592275" h="2605366">
                  <a:moveTo>
                    <a:pt x="362230" y="1681205"/>
                  </a:moveTo>
                  <a:cubicBezTo>
                    <a:pt x="260056" y="1680001"/>
                    <a:pt x="177778" y="1596923"/>
                    <a:pt x="177553" y="1494749"/>
                  </a:cubicBezTo>
                  <a:lnTo>
                    <a:pt x="175774" y="1494749"/>
                  </a:lnTo>
                  <a:cubicBezTo>
                    <a:pt x="175999" y="1391866"/>
                    <a:pt x="259342" y="1308517"/>
                    <a:pt x="362230" y="1308293"/>
                  </a:cubicBezTo>
                  <a:cubicBezTo>
                    <a:pt x="465113" y="1308517"/>
                    <a:pt x="548462" y="1391866"/>
                    <a:pt x="548681" y="1494749"/>
                  </a:cubicBezTo>
                  <a:cubicBezTo>
                    <a:pt x="548462" y="1597631"/>
                    <a:pt x="465113" y="1680980"/>
                    <a:pt x="362230" y="1681205"/>
                  </a:cubicBezTo>
                  <a:close/>
                  <a:moveTo>
                    <a:pt x="1765309" y="1827610"/>
                  </a:moveTo>
                  <a:lnTo>
                    <a:pt x="1533907" y="1522787"/>
                  </a:lnTo>
                  <a:lnTo>
                    <a:pt x="1997155" y="1522787"/>
                  </a:lnTo>
                  <a:close/>
                  <a:moveTo>
                    <a:pt x="1525222" y="2605366"/>
                  </a:moveTo>
                  <a:lnTo>
                    <a:pt x="1768540" y="2605366"/>
                  </a:lnTo>
                  <a:lnTo>
                    <a:pt x="1814121" y="2521394"/>
                  </a:lnTo>
                  <a:cubicBezTo>
                    <a:pt x="1841144" y="2457508"/>
                    <a:pt x="1856087" y="2387271"/>
                    <a:pt x="1856087" y="2313546"/>
                  </a:cubicBezTo>
                  <a:lnTo>
                    <a:pt x="1856087" y="2004271"/>
                  </a:lnTo>
                  <a:cubicBezTo>
                    <a:pt x="1856087" y="2004271"/>
                    <a:pt x="2196511" y="1529905"/>
                    <a:pt x="2326453" y="1385728"/>
                  </a:cubicBezTo>
                  <a:cubicBezTo>
                    <a:pt x="2406197" y="1304826"/>
                    <a:pt x="2459550" y="1201627"/>
                    <a:pt x="2479532" y="1089802"/>
                  </a:cubicBezTo>
                  <a:lnTo>
                    <a:pt x="2590339" y="281238"/>
                  </a:lnTo>
                  <a:cubicBezTo>
                    <a:pt x="2599235" y="210171"/>
                    <a:pt x="2577209" y="138708"/>
                    <a:pt x="2529816" y="84998"/>
                  </a:cubicBezTo>
                  <a:cubicBezTo>
                    <a:pt x="2482601" y="31195"/>
                    <a:pt x="2414472" y="358"/>
                    <a:pt x="2342916" y="445"/>
                  </a:cubicBezTo>
                  <a:lnTo>
                    <a:pt x="2223213" y="445"/>
                  </a:lnTo>
                  <a:cubicBezTo>
                    <a:pt x="2174041" y="445"/>
                    <a:pt x="2134215" y="40277"/>
                    <a:pt x="2134215" y="89443"/>
                  </a:cubicBezTo>
                  <a:lnTo>
                    <a:pt x="2134215" y="159312"/>
                  </a:lnTo>
                  <a:cubicBezTo>
                    <a:pt x="2134215" y="208484"/>
                    <a:pt x="2174041" y="248310"/>
                    <a:pt x="2223213" y="248310"/>
                  </a:cubicBezTo>
                  <a:cubicBezTo>
                    <a:pt x="2264951" y="248224"/>
                    <a:pt x="2300999" y="219206"/>
                    <a:pt x="2309989" y="178447"/>
                  </a:cubicBezTo>
                  <a:lnTo>
                    <a:pt x="2342916" y="178447"/>
                  </a:lnTo>
                  <a:cubicBezTo>
                    <a:pt x="2363031" y="178223"/>
                    <a:pt x="2382253" y="186855"/>
                    <a:pt x="2395429" y="202029"/>
                  </a:cubicBezTo>
                  <a:cubicBezTo>
                    <a:pt x="2409001" y="217162"/>
                    <a:pt x="2415054" y="237588"/>
                    <a:pt x="2411892" y="257656"/>
                  </a:cubicBezTo>
                  <a:lnTo>
                    <a:pt x="2301529" y="1066215"/>
                  </a:lnTo>
                  <a:cubicBezTo>
                    <a:pt x="2279151" y="1225882"/>
                    <a:pt x="2142801" y="1344785"/>
                    <a:pt x="1981578" y="1345228"/>
                  </a:cubicBezTo>
                  <a:lnTo>
                    <a:pt x="1550820" y="1345228"/>
                  </a:lnTo>
                  <a:cubicBezTo>
                    <a:pt x="1389598" y="1344785"/>
                    <a:pt x="1253247" y="1225882"/>
                    <a:pt x="1230863" y="1066215"/>
                  </a:cubicBezTo>
                  <a:lnTo>
                    <a:pt x="1120506" y="257213"/>
                  </a:lnTo>
                  <a:cubicBezTo>
                    <a:pt x="1117794" y="237098"/>
                    <a:pt x="1123979" y="216805"/>
                    <a:pt x="1137419" y="201585"/>
                  </a:cubicBezTo>
                  <a:cubicBezTo>
                    <a:pt x="1150589" y="186411"/>
                    <a:pt x="1169811" y="177779"/>
                    <a:pt x="1189926" y="177998"/>
                  </a:cubicBezTo>
                  <a:lnTo>
                    <a:pt x="1227754" y="177998"/>
                  </a:lnTo>
                  <a:cubicBezTo>
                    <a:pt x="1236743" y="218763"/>
                    <a:pt x="1272786" y="247775"/>
                    <a:pt x="1314523" y="247867"/>
                  </a:cubicBezTo>
                  <a:cubicBezTo>
                    <a:pt x="1363696" y="247867"/>
                    <a:pt x="1403528" y="208041"/>
                    <a:pt x="1403528" y="158868"/>
                  </a:cubicBezTo>
                  <a:lnTo>
                    <a:pt x="1403528" y="89000"/>
                  </a:lnTo>
                  <a:cubicBezTo>
                    <a:pt x="1403528" y="39827"/>
                    <a:pt x="1363696" y="1"/>
                    <a:pt x="1314523" y="1"/>
                  </a:cubicBezTo>
                  <a:lnTo>
                    <a:pt x="1189926" y="1"/>
                  </a:lnTo>
                  <a:cubicBezTo>
                    <a:pt x="1118370" y="-85"/>
                    <a:pt x="1050240" y="30752"/>
                    <a:pt x="1003026" y="84548"/>
                  </a:cubicBezTo>
                  <a:cubicBezTo>
                    <a:pt x="955944" y="138529"/>
                    <a:pt x="934539" y="210263"/>
                    <a:pt x="944289" y="281238"/>
                  </a:cubicBezTo>
                  <a:lnTo>
                    <a:pt x="1055089" y="1089802"/>
                  </a:lnTo>
                  <a:cubicBezTo>
                    <a:pt x="1075025" y="1201765"/>
                    <a:pt x="1128562" y="1304958"/>
                    <a:pt x="1208618" y="1385728"/>
                  </a:cubicBezTo>
                  <a:cubicBezTo>
                    <a:pt x="1338111" y="1529905"/>
                    <a:pt x="1678090" y="2004271"/>
                    <a:pt x="1678090" y="2004271"/>
                  </a:cubicBezTo>
                  <a:lnTo>
                    <a:pt x="1678090" y="2313546"/>
                  </a:lnTo>
                  <a:cubicBezTo>
                    <a:pt x="1678090" y="2411847"/>
                    <a:pt x="1638241" y="2500847"/>
                    <a:pt x="1573816" y="2565271"/>
                  </a:cubicBezTo>
                  <a:close/>
                  <a:moveTo>
                    <a:pt x="363002" y="2605366"/>
                  </a:moveTo>
                  <a:lnTo>
                    <a:pt x="606322" y="2605366"/>
                  </a:lnTo>
                  <a:lnTo>
                    <a:pt x="557728" y="2565271"/>
                  </a:lnTo>
                  <a:cubicBezTo>
                    <a:pt x="493302" y="2500847"/>
                    <a:pt x="453452" y="2411847"/>
                    <a:pt x="453452" y="2313546"/>
                  </a:cubicBezTo>
                  <a:lnTo>
                    <a:pt x="453452" y="1847633"/>
                  </a:lnTo>
                  <a:cubicBezTo>
                    <a:pt x="615164" y="1806557"/>
                    <a:pt x="728550" y="1661177"/>
                    <a:pt x="728907" y="1494305"/>
                  </a:cubicBezTo>
                  <a:cubicBezTo>
                    <a:pt x="728907" y="1293032"/>
                    <a:pt x="565726" y="1129852"/>
                    <a:pt x="364453" y="1129852"/>
                  </a:cubicBezTo>
                  <a:cubicBezTo>
                    <a:pt x="163180" y="1129852"/>
                    <a:pt x="0" y="1293032"/>
                    <a:pt x="0" y="1494305"/>
                  </a:cubicBezTo>
                  <a:cubicBezTo>
                    <a:pt x="357" y="1661177"/>
                    <a:pt x="113743" y="1806557"/>
                    <a:pt x="275455" y="1847633"/>
                  </a:cubicBezTo>
                  <a:lnTo>
                    <a:pt x="275455" y="2313546"/>
                  </a:lnTo>
                  <a:cubicBezTo>
                    <a:pt x="275455" y="2387271"/>
                    <a:pt x="290398" y="2457508"/>
                    <a:pt x="317421" y="2521394"/>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cs typeface="+mn-ea"/>
                <a:sym typeface="+mn-lt"/>
              </a:endParaRPr>
            </a:p>
          </p:txBody>
        </p:sp>
        <p:sp>
          <p:nvSpPr>
            <p:cNvPr id="5" name="任意多边形: 形状 4">
              <a:extLst>
                <a:ext uri="{FF2B5EF4-FFF2-40B4-BE49-F238E27FC236}">
                  <a16:creationId xmlns:a16="http://schemas.microsoft.com/office/drawing/2014/main" id="{0536779F-E229-B9C4-B974-91DB24837C70}"/>
                </a:ext>
              </a:extLst>
            </p:cNvPr>
            <p:cNvSpPr/>
            <p:nvPr userDrawn="1"/>
          </p:nvSpPr>
          <p:spPr>
            <a:xfrm>
              <a:off x="10656104" y="5077402"/>
              <a:ext cx="875497" cy="1056698"/>
            </a:xfrm>
            <a:custGeom>
              <a:avLst/>
              <a:gdLst>
                <a:gd name="T0" fmla="*/ 4291 w 4457"/>
                <a:gd name="T1" fmla="*/ 4524 h 5387"/>
                <a:gd name="T2" fmla="*/ 4143 w 4457"/>
                <a:gd name="T3" fmla="*/ 4469 h 5387"/>
                <a:gd name="T4" fmla="*/ 4241 w 4457"/>
                <a:gd name="T5" fmla="*/ 4250 h 5387"/>
                <a:gd name="T6" fmla="*/ 4401 w 4457"/>
                <a:gd name="T7" fmla="*/ 4453 h 5387"/>
                <a:gd name="T8" fmla="*/ 560 w 4457"/>
                <a:gd name="T9" fmla="*/ 1518 h 5387"/>
                <a:gd name="T10" fmla="*/ 800 w 4457"/>
                <a:gd name="T11" fmla="*/ 1518 h 5387"/>
                <a:gd name="T12" fmla="*/ 1076 w 4457"/>
                <a:gd name="T13" fmla="*/ 1220 h 5387"/>
                <a:gd name="T14" fmla="*/ 4219 w 4457"/>
                <a:gd name="T15" fmla="*/ 3583 h 5387"/>
                <a:gd name="T16" fmla="*/ 4363 w 4457"/>
                <a:gd name="T17" fmla="*/ 3536 h 5387"/>
                <a:gd name="T18" fmla="*/ 4278 w 4457"/>
                <a:gd name="T19" fmla="*/ 3312 h 5387"/>
                <a:gd name="T20" fmla="*/ 4107 w 4457"/>
                <a:gd name="T21" fmla="*/ 3506 h 5387"/>
                <a:gd name="T22" fmla="*/ 240 w 4457"/>
                <a:gd name="T23" fmla="*/ 4014 h 5387"/>
                <a:gd name="T24" fmla="*/ 592 w 4457"/>
                <a:gd name="T25" fmla="*/ 4718 h 5387"/>
                <a:gd name="T26" fmla="*/ 2090 w 4457"/>
                <a:gd name="T27" fmla="*/ 4838 h 5387"/>
                <a:gd name="T28" fmla="*/ 592 w 4457"/>
                <a:gd name="T29" fmla="*/ 4958 h 5387"/>
                <a:gd name="T30" fmla="*/ 0 w 4457"/>
                <a:gd name="T31" fmla="*/ 3899 h 5387"/>
                <a:gd name="T32" fmla="*/ 0 w 4457"/>
                <a:gd name="T33" fmla="*/ 3889 h 5387"/>
                <a:gd name="T34" fmla="*/ 0 w 4457"/>
                <a:gd name="T35" fmla="*/ 2007 h 5387"/>
                <a:gd name="T36" fmla="*/ 0 w 4457"/>
                <a:gd name="T37" fmla="*/ 1197 h 5387"/>
                <a:gd name="T38" fmla="*/ 472 w 4457"/>
                <a:gd name="T39" fmla="*/ 120 h 5387"/>
                <a:gd name="T40" fmla="*/ 2479 w 4457"/>
                <a:gd name="T41" fmla="*/ 0 h 5387"/>
                <a:gd name="T42" fmla="*/ 2599 w 4457"/>
                <a:gd name="T43" fmla="*/ 617 h 5387"/>
                <a:gd name="T44" fmla="*/ 3070 w 4457"/>
                <a:gd name="T45" fmla="*/ 2824 h 5387"/>
                <a:gd name="T46" fmla="*/ 2830 w 4457"/>
                <a:gd name="T47" fmla="*/ 2824 h 5387"/>
                <a:gd name="T48" fmla="*/ 240 w 4457"/>
                <a:gd name="T49" fmla="*/ 2127 h 5387"/>
                <a:gd name="T50" fmla="*/ 1970 w 4457"/>
                <a:gd name="T51" fmla="*/ 3774 h 5387"/>
                <a:gd name="T52" fmla="*/ 1970 w 4457"/>
                <a:gd name="T53" fmla="*/ 4014 h 5387"/>
                <a:gd name="T54" fmla="*/ 712 w 4457"/>
                <a:gd name="T55" fmla="*/ 605 h 5387"/>
                <a:gd name="T56" fmla="*/ 2359 w 4457"/>
                <a:gd name="T57" fmla="*/ 240 h 5387"/>
                <a:gd name="T58" fmla="*/ 712 w 4457"/>
                <a:gd name="T59" fmla="*/ 605 h 5387"/>
                <a:gd name="T60" fmla="*/ 2830 w 4457"/>
                <a:gd name="T61" fmla="*/ 1887 h 5387"/>
                <a:gd name="T62" fmla="*/ 2479 w 4457"/>
                <a:gd name="T63" fmla="*/ 845 h 5387"/>
                <a:gd name="T64" fmla="*/ 240 w 4457"/>
                <a:gd name="T65" fmla="*/ 1197 h 5387"/>
                <a:gd name="T66" fmla="*/ 560 w 4457"/>
                <a:gd name="T67" fmla="*/ 2479 h 5387"/>
                <a:gd name="T68" fmla="*/ 680 w 4457"/>
                <a:gd name="T69" fmla="*/ 3542 h 5387"/>
                <a:gd name="T70" fmla="*/ 800 w 4457"/>
                <a:gd name="T71" fmla="*/ 2479 h 5387"/>
                <a:gd name="T72" fmla="*/ 560 w 4457"/>
                <a:gd name="T73" fmla="*/ 2479 h 5387"/>
                <a:gd name="T74" fmla="*/ 3577 w 4457"/>
                <a:gd name="T75" fmla="*/ 4795 h 5387"/>
                <a:gd name="T76" fmla="*/ 2393 w 4457"/>
                <a:gd name="T77" fmla="*/ 4795 h 5387"/>
                <a:gd name="T78" fmla="*/ 2393 w 4457"/>
                <a:gd name="T79" fmla="*/ 4323 h 5387"/>
                <a:gd name="T80" fmla="*/ 2393 w 4457"/>
                <a:gd name="T81" fmla="*/ 3851 h 5387"/>
                <a:gd name="T82" fmla="*/ 2985 w 4457"/>
                <a:gd name="T83" fmla="*/ 3260 h 5387"/>
                <a:gd name="T84" fmla="*/ 3337 w 4457"/>
                <a:gd name="T85" fmla="*/ 3851 h 5387"/>
                <a:gd name="T86" fmla="*/ 2985 w 4457"/>
                <a:gd name="T87" fmla="*/ 3500 h 5387"/>
                <a:gd name="T88" fmla="*/ 2633 w 4457"/>
                <a:gd name="T89" fmla="*/ 4203 h 5387"/>
                <a:gd name="T90" fmla="*/ 3105 w 4457"/>
                <a:gd name="T91" fmla="*/ 4323 h 5387"/>
                <a:gd name="T92" fmla="*/ 2633 w 4457"/>
                <a:gd name="T93" fmla="*/ 4443 h 5387"/>
                <a:gd name="T94" fmla="*/ 2985 w 4457"/>
                <a:gd name="T95" fmla="*/ 5147 h 5387"/>
                <a:gd name="T96" fmla="*/ 3337 w 4457"/>
                <a:gd name="T97" fmla="*/ 3851 h 5387"/>
                <a:gd name="T98" fmla="*/ 3539 w 4457"/>
                <a:gd name="T99" fmla="*/ 2661 h 5387"/>
                <a:gd name="T100" fmla="*/ 3555 w 4457"/>
                <a:gd name="T101" fmla="*/ 2920 h 5387"/>
                <a:gd name="T102" fmla="*/ 3713 w 4457"/>
                <a:gd name="T103" fmla="*/ 2859 h 5387"/>
                <a:gd name="T104" fmla="*/ 3698 w 4457"/>
                <a:gd name="T105" fmla="*/ 2601 h 5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457" h="5387">
                  <a:moveTo>
                    <a:pt x="4401" y="4453"/>
                  </a:moveTo>
                  <a:cubicBezTo>
                    <a:pt x="4381" y="4498"/>
                    <a:pt x="4337" y="4524"/>
                    <a:pt x="4291" y="4524"/>
                  </a:cubicBezTo>
                  <a:cubicBezTo>
                    <a:pt x="4275" y="4524"/>
                    <a:pt x="4258" y="4521"/>
                    <a:pt x="4242" y="4514"/>
                  </a:cubicBezTo>
                  <a:lnTo>
                    <a:pt x="4143" y="4469"/>
                  </a:lnTo>
                  <a:cubicBezTo>
                    <a:pt x="4082" y="4442"/>
                    <a:pt x="4055" y="4371"/>
                    <a:pt x="4082" y="4310"/>
                  </a:cubicBezTo>
                  <a:cubicBezTo>
                    <a:pt x="4110" y="4250"/>
                    <a:pt x="4181" y="4223"/>
                    <a:pt x="4241" y="4250"/>
                  </a:cubicBezTo>
                  <a:lnTo>
                    <a:pt x="4341" y="4295"/>
                  </a:lnTo>
                  <a:cubicBezTo>
                    <a:pt x="4401" y="4322"/>
                    <a:pt x="4428" y="4393"/>
                    <a:pt x="4401" y="4453"/>
                  </a:cubicBezTo>
                  <a:close/>
                  <a:moveTo>
                    <a:pt x="956" y="1100"/>
                  </a:moveTo>
                  <a:cubicBezTo>
                    <a:pt x="738" y="1100"/>
                    <a:pt x="560" y="1288"/>
                    <a:pt x="560" y="1518"/>
                  </a:cubicBezTo>
                  <a:cubicBezTo>
                    <a:pt x="560" y="1584"/>
                    <a:pt x="614" y="1638"/>
                    <a:pt x="680" y="1638"/>
                  </a:cubicBezTo>
                  <a:cubicBezTo>
                    <a:pt x="746" y="1638"/>
                    <a:pt x="800" y="1584"/>
                    <a:pt x="800" y="1518"/>
                  </a:cubicBezTo>
                  <a:cubicBezTo>
                    <a:pt x="800" y="1420"/>
                    <a:pt x="870" y="1340"/>
                    <a:pt x="956" y="1340"/>
                  </a:cubicBezTo>
                  <a:cubicBezTo>
                    <a:pt x="1022" y="1340"/>
                    <a:pt x="1076" y="1287"/>
                    <a:pt x="1076" y="1220"/>
                  </a:cubicBezTo>
                  <a:cubicBezTo>
                    <a:pt x="1076" y="1154"/>
                    <a:pt x="1022" y="1100"/>
                    <a:pt x="956" y="1100"/>
                  </a:cubicBezTo>
                  <a:close/>
                  <a:moveTo>
                    <a:pt x="4219" y="3583"/>
                  </a:moveTo>
                  <a:cubicBezTo>
                    <a:pt x="4233" y="3583"/>
                    <a:pt x="4247" y="3581"/>
                    <a:pt x="4261" y="3575"/>
                  </a:cubicBezTo>
                  <a:lnTo>
                    <a:pt x="4363" y="3536"/>
                  </a:lnTo>
                  <a:cubicBezTo>
                    <a:pt x="4425" y="3513"/>
                    <a:pt x="4457" y="3444"/>
                    <a:pt x="4433" y="3382"/>
                  </a:cubicBezTo>
                  <a:cubicBezTo>
                    <a:pt x="4410" y="3320"/>
                    <a:pt x="4340" y="3288"/>
                    <a:pt x="4278" y="3312"/>
                  </a:cubicBezTo>
                  <a:lnTo>
                    <a:pt x="4176" y="3351"/>
                  </a:lnTo>
                  <a:cubicBezTo>
                    <a:pt x="4114" y="3374"/>
                    <a:pt x="4083" y="3444"/>
                    <a:pt x="4107" y="3506"/>
                  </a:cubicBezTo>
                  <a:cubicBezTo>
                    <a:pt x="4125" y="3554"/>
                    <a:pt x="4170" y="3583"/>
                    <a:pt x="4219" y="3583"/>
                  </a:cubicBezTo>
                  <a:close/>
                  <a:moveTo>
                    <a:pt x="240" y="4014"/>
                  </a:moveTo>
                  <a:lnTo>
                    <a:pt x="240" y="4366"/>
                  </a:lnTo>
                  <a:cubicBezTo>
                    <a:pt x="240" y="4560"/>
                    <a:pt x="398" y="4718"/>
                    <a:pt x="592" y="4718"/>
                  </a:cubicBezTo>
                  <a:lnTo>
                    <a:pt x="1970" y="4718"/>
                  </a:lnTo>
                  <a:cubicBezTo>
                    <a:pt x="2037" y="4718"/>
                    <a:pt x="2090" y="4771"/>
                    <a:pt x="2090" y="4838"/>
                  </a:cubicBezTo>
                  <a:cubicBezTo>
                    <a:pt x="2090" y="4904"/>
                    <a:pt x="2037" y="4958"/>
                    <a:pt x="1970" y="4958"/>
                  </a:cubicBezTo>
                  <a:lnTo>
                    <a:pt x="592" y="4958"/>
                  </a:lnTo>
                  <a:cubicBezTo>
                    <a:pt x="265" y="4958"/>
                    <a:pt x="0" y="4692"/>
                    <a:pt x="0" y="4366"/>
                  </a:cubicBezTo>
                  <a:lnTo>
                    <a:pt x="0" y="3899"/>
                  </a:lnTo>
                  <a:cubicBezTo>
                    <a:pt x="0" y="3897"/>
                    <a:pt x="0" y="3896"/>
                    <a:pt x="0" y="3894"/>
                  </a:cubicBezTo>
                  <a:cubicBezTo>
                    <a:pt x="0" y="3892"/>
                    <a:pt x="0" y="3891"/>
                    <a:pt x="0" y="3889"/>
                  </a:cubicBezTo>
                  <a:lnTo>
                    <a:pt x="0" y="2012"/>
                  </a:lnTo>
                  <a:cubicBezTo>
                    <a:pt x="0" y="2010"/>
                    <a:pt x="0" y="2009"/>
                    <a:pt x="0" y="2007"/>
                  </a:cubicBezTo>
                  <a:cubicBezTo>
                    <a:pt x="0" y="2005"/>
                    <a:pt x="0" y="2004"/>
                    <a:pt x="0" y="2002"/>
                  </a:cubicBezTo>
                  <a:lnTo>
                    <a:pt x="0" y="1197"/>
                  </a:lnTo>
                  <a:cubicBezTo>
                    <a:pt x="0" y="912"/>
                    <a:pt x="203" y="673"/>
                    <a:pt x="472" y="617"/>
                  </a:cubicBezTo>
                  <a:lnTo>
                    <a:pt x="472" y="120"/>
                  </a:lnTo>
                  <a:cubicBezTo>
                    <a:pt x="472" y="54"/>
                    <a:pt x="525" y="0"/>
                    <a:pt x="592" y="0"/>
                  </a:cubicBezTo>
                  <a:lnTo>
                    <a:pt x="2479" y="0"/>
                  </a:lnTo>
                  <a:cubicBezTo>
                    <a:pt x="2545" y="0"/>
                    <a:pt x="2599" y="54"/>
                    <a:pt x="2599" y="120"/>
                  </a:cubicBezTo>
                  <a:lnTo>
                    <a:pt x="2599" y="617"/>
                  </a:lnTo>
                  <a:cubicBezTo>
                    <a:pt x="2867" y="673"/>
                    <a:pt x="3070" y="912"/>
                    <a:pt x="3070" y="1197"/>
                  </a:cubicBezTo>
                  <a:lnTo>
                    <a:pt x="3070" y="2824"/>
                  </a:lnTo>
                  <a:cubicBezTo>
                    <a:pt x="3070" y="2891"/>
                    <a:pt x="3017" y="2944"/>
                    <a:pt x="2950" y="2944"/>
                  </a:cubicBezTo>
                  <a:cubicBezTo>
                    <a:pt x="2884" y="2944"/>
                    <a:pt x="2830" y="2891"/>
                    <a:pt x="2830" y="2824"/>
                  </a:cubicBezTo>
                  <a:lnTo>
                    <a:pt x="2830" y="2127"/>
                  </a:lnTo>
                  <a:lnTo>
                    <a:pt x="240" y="2127"/>
                  </a:lnTo>
                  <a:lnTo>
                    <a:pt x="240" y="3774"/>
                  </a:lnTo>
                  <a:lnTo>
                    <a:pt x="1970" y="3774"/>
                  </a:lnTo>
                  <a:cubicBezTo>
                    <a:pt x="2037" y="3774"/>
                    <a:pt x="2090" y="3828"/>
                    <a:pt x="2090" y="3894"/>
                  </a:cubicBezTo>
                  <a:cubicBezTo>
                    <a:pt x="2090" y="3960"/>
                    <a:pt x="2037" y="4014"/>
                    <a:pt x="1970" y="4014"/>
                  </a:cubicBezTo>
                  <a:lnTo>
                    <a:pt x="240" y="4014"/>
                  </a:lnTo>
                  <a:close/>
                  <a:moveTo>
                    <a:pt x="712" y="605"/>
                  </a:moveTo>
                  <a:lnTo>
                    <a:pt x="2359" y="605"/>
                  </a:lnTo>
                  <a:lnTo>
                    <a:pt x="2359" y="240"/>
                  </a:lnTo>
                  <a:lnTo>
                    <a:pt x="712" y="240"/>
                  </a:lnTo>
                  <a:lnTo>
                    <a:pt x="712" y="605"/>
                  </a:lnTo>
                  <a:close/>
                  <a:moveTo>
                    <a:pt x="240" y="1887"/>
                  </a:moveTo>
                  <a:lnTo>
                    <a:pt x="2830" y="1887"/>
                  </a:lnTo>
                  <a:lnTo>
                    <a:pt x="2830" y="1197"/>
                  </a:lnTo>
                  <a:cubicBezTo>
                    <a:pt x="2830" y="1003"/>
                    <a:pt x="2673" y="845"/>
                    <a:pt x="2479" y="845"/>
                  </a:cubicBezTo>
                  <a:lnTo>
                    <a:pt x="592" y="845"/>
                  </a:lnTo>
                  <a:cubicBezTo>
                    <a:pt x="398" y="845"/>
                    <a:pt x="240" y="1003"/>
                    <a:pt x="240" y="1197"/>
                  </a:cubicBezTo>
                  <a:lnTo>
                    <a:pt x="240" y="1887"/>
                  </a:lnTo>
                  <a:close/>
                  <a:moveTo>
                    <a:pt x="560" y="2479"/>
                  </a:moveTo>
                  <a:lnTo>
                    <a:pt x="560" y="3422"/>
                  </a:lnTo>
                  <a:cubicBezTo>
                    <a:pt x="560" y="3489"/>
                    <a:pt x="614" y="3542"/>
                    <a:pt x="680" y="3542"/>
                  </a:cubicBezTo>
                  <a:cubicBezTo>
                    <a:pt x="746" y="3542"/>
                    <a:pt x="800" y="3489"/>
                    <a:pt x="800" y="3422"/>
                  </a:cubicBezTo>
                  <a:lnTo>
                    <a:pt x="800" y="2479"/>
                  </a:lnTo>
                  <a:cubicBezTo>
                    <a:pt x="800" y="2412"/>
                    <a:pt x="746" y="2359"/>
                    <a:pt x="680" y="2359"/>
                  </a:cubicBezTo>
                  <a:cubicBezTo>
                    <a:pt x="614" y="2359"/>
                    <a:pt x="560" y="2413"/>
                    <a:pt x="560" y="2479"/>
                  </a:cubicBezTo>
                  <a:close/>
                  <a:moveTo>
                    <a:pt x="3577" y="3851"/>
                  </a:moveTo>
                  <a:lnTo>
                    <a:pt x="3577" y="4795"/>
                  </a:lnTo>
                  <a:cubicBezTo>
                    <a:pt x="3577" y="5121"/>
                    <a:pt x="3311" y="5387"/>
                    <a:pt x="2985" y="5387"/>
                  </a:cubicBezTo>
                  <a:cubicBezTo>
                    <a:pt x="2659" y="5387"/>
                    <a:pt x="2393" y="5121"/>
                    <a:pt x="2393" y="4795"/>
                  </a:cubicBezTo>
                  <a:lnTo>
                    <a:pt x="2393" y="4326"/>
                  </a:lnTo>
                  <a:cubicBezTo>
                    <a:pt x="2393" y="4325"/>
                    <a:pt x="2393" y="4324"/>
                    <a:pt x="2393" y="4323"/>
                  </a:cubicBezTo>
                  <a:cubicBezTo>
                    <a:pt x="2393" y="4322"/>
                    <a:pt x="2393" y="4321"/>
                    <a:pt x="2393" y="4321"/>
                  </a:cubicBezTo>
                  <a:lnTo>
                    <a:pt x="2393" y="3851"/>
                  </a:lnTo>
                  <a:cubicBezTo>
                    <a:pt x="2393" y="3525"/>
                    <a:pt x="2659" y="3260"/>
                    <a:pt x="2985" y="3260"/>
                  </a:cubicBezTo>
                  <a:lnTo>
                    <a:pt x="2985" y="3260"/>
                  </a:lnTo>
                  <a:cubicBezTo>
                    <a:pt x="3311" y="3260"/>
                    <a:pt x="3577" y="3525"/>
                    <a:pt x="3577" y="3851"/>
                  </a:cubicBezTo>
                  <a:close/>
                  <a:moveTo>
                    <a:pt x="3337" y="3851"/>
                  </a:moveTo>
                  <a:cubicBezTo>
                    <a:pt x="3337" y="3657"/>
                    <a:pt x="3179" y="3500"/>
                    <a:pt x="2985" y="3500"/>
                  </a:cubicBezTo>
                  <a:lnTo>
                    <a:pt x="2985" y="3500"/>
                  </a:lnTo>
                  <a:cubicBezTo>
                    <a:pt x="2791" y="3500"/>
                    <a:pt x="2633" y="3657"/>
                    <a:pt x="2633" y="3851"/>
                  </a:cubicBezTo>
                  <a:lnTo>
                    <a:pt x="2633" y="4203"/>
                  </a:lnTo>
                  <a:lnTo>
                    <a:pt x="2985" y="4203"/>
                  </a:lnTo>
                  <a:cubicBezTo>
                    <a:pt x="3051" y="4203"/>
                    <a:pt x="3105" y="4257"/>
                    <a:pt x="3105" y="4323"/>
                  </a:cubicBezTo>
                  <a:cubicBezTo>
                    <a:pt x="3105" y="4389"/>
                    <a:pt x="3051" y="4443"/>
                    <a:pt x="2985" y="4443"/>
                  </a:cubicBezTo>
                  <a:lnTo>
                    <a:pt x="2633" y="4443"/>
                  </a:lnTo>
                  <a:lnTo>
                    <a:pt x="2633" y="4795"/>
                  </a:lnTo>
                  <a:cubicBezTo>
                    <a:pt x="2633" y="4989"/>
                    <a:pt x="2791" y="5147"/>
                    <a:pt x="2985" y="5147"/>
                  </a:cubicBezTo>
                  <a:cubicBezTo>
                    <a:pt x="3179" y="5147"/>
                    <a:pt x="3337" y="4989"/>
                    <a:pt x="3337" y="4795"/>
                  </a:cubicBezTo>
                  <a:lnTo>
                    <a:pt x="3337" y="3851"/>
                  </a:lnTo>
                  <a:close/>
                  <a:moveTo>
                    <a:pt x="3698" y="2601"/>
                  </a:moveTo>
                  <a:cubicBezTo>
                    <a:pt x="3637" y="2574"/>
                    <a:pt x="3566" y="2601"/>
                    <a:pt x="3539" y="2661"/>
                  </a:cubicBezTo>
                  <a:lnTo>
                    <a:pt x="3494" y="2761"/>
                  </a:lnTo>
                  <a:cubicBezTo>
                    <a:pt x="3467" y="2821"/>
                    <a:pt x="3494" y="2892"/>
                    <a:pt x="3555" y="2920"/>
                  </a:cubicBezTo>
                  <a:cubicBezTo>
                    <a:pt x="3571" y="2927"/>
                    <a:pt x="3587" y="2930"/>
                    <a:pt x="3604" y="2930"/>
                  </a:cubicBezTo>
                  <a:cubicBezTo>
                    <a:pt x="3650" y="2930"/>
                    <a:pt x="3693" y="2904"/>
                    <a:pt x="3713" y="2859"/>
                  </a:cubicBezTo>
                  <a:lnTo>
                    <a:pt x="3758" y="2760"/>
                  </a:lnTo>
                  <a:cubicBezTo>
                    <a:pt x="3785" y="2699"/>
                    <a:pt x="3758" y="2628"/>
                    <a:pt x="3698" y="2601"/>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lvl="0" algn="ctr"/>
              <a:endParaRPr lang="en-US">
                <a:cs typeface="+mn-ea"/>
                <a:sym typeface="+mn-lt"/>
              </a:endParaRPr>
            </a:p>
          </p:txBody>
        </p:sp>
        <p:sp>
          <p:nvSpPr>
            <p:cNvPr id="6" name="任意多边形: 形状 5">
              <a:extLst>
                <a:ext uri="{FF2B5EF4-FFF2-40B4-BE49-F238E27FC236}">
                  <a16:creationId xmlns:a16="http://schemas.microsoft.com/office/drawing/2014/main" id="{83444EB7-EB31-8BD4-1A96-D87D80405319}"/>
                </a:ext>
              </a:extLst>
            </p:cNvPr>
            <p:cNvSpPr/>
            <p:nvPr userDrawn="1"/>
          </p:nvSpPr>
          <p:spPr>
            <a:xfrm flipV="1">
              <a:off x="5713020" y="5798493"/>
              <a:ext cx="1220188" cy="1059507"/>
            </a:xfrm>
            <a:custGeom>
              <a:avLst/>
              <a:gdLst>
                <a:gd name="csX0" fmla="*/ 793122 w 1220188"/>
                <a:gd name="csY0" fmla="*/ 437081 h 1059507"/>
                <a:gd name="csX1" fmla="*/ 623344 w 1220188"/>
                <a:gd name="csY1" fmla="*/ 267552 h 1059507"/>
                <a:gd name="csX2" fmla="*/ 747519 w 1220188"/>
                <a:gd name="csY2" fmla="*/ 143559 h 1059507"/>
                <a:gd name="csX3" fmla="*/ 917298 w 1220188"/>
                <a:gd name="csY3" fmla="*/ 313088 h 1059507"/>
                <a:gd name="csX4" fmla="*/ 382966 w 1220188"/>
                <a:gd name="csY4" fmla="*/ 824136 h 1059507"/>
                <a:gd name="csX5" fmla="*/ 344488 w 1220188"/>
                <a:gd name="csY5" fmla="*/ 808444 h 1059507"/>
                <a:gd name="csX6" fmla="*/ 251433 w 1220188"/>
                <a:gd name="csY6" fmla="*/ 715527 h 1059507"/>
                <a:gd name="csX7" fmla="*/ 251433 w 1220188"/>
                <a:gd name="csY7" fmla="*/ 638915 h 1059507"/>
                <a:gd name="csX8" fmla="*/ 300426 w 1220188"/>
                <a:gd name="csY8" fmla="*/ 589995 h 1059507"/>
                <a:gd name="csX9" fmla="*/ 344488 w 1220188"/>
                <a:gd name="csY9" fmla="*/ 633993 h 1059507"/>
                <a:gd name="csX10" fmla="*/ 364824 w 1220188"/>
                <a:gd name="csY10" fmla="*/ 642300 h 1059507"/>
                <a:gd name="csX11" fmla="*/ 385161 w 1220188"/>
                <a:gd name="csY11" fmla="*/ 633993 h 1059507"/>
                <a:gd name="csX12" fmla="*/ 385161 w 1220188"/>
                <a:gd name="csY12" fmla="*/ 593380 h 1059507"/>
                <a:gd name="csX13" fmla="*/ 341099 w 1220188"/>
                <a:gd name="csY13" fmla="*/ 549382 h 1059507"/>
                <a:gd name="csX14" fmla="*/ 391632 w 1220188"/>
                <a:gd name="csY14" fmla="*/ 498923 h 1059507"/>
                <a:gd name="csX15" fmla="*/ 435694 w 1220188"/>
                <a:gd name="csY15" fmla="*/ 542921 h 1059507"/>
                <a:gd name="csX16" fmla="*/ 456030 w 1220188"/>
                <a:gd name="csY16" fmla="*/ 551536 h 1059507"/>
                <a:gd name="csX17" fmla="*/ 476367 w 1220188"/>
                <a:gd name="csY17" fmla="*/ 542921 h 1059507"/>
                <a:gd name="csX18" fmla="*/ 476367 w 1220188"/>
                <a:gd name="csY18" fmla="*/ 502308 h 1059507"/>
                <a:gd name="csX19" fmla="*/ 432304 w 1220188"/>
                <a:gd name="csY19" fmla="*/ 458310 h 1059507"/>
                <a:gd name="csX20" fmla="*/ 482837 w 1220188"/>
                <a:gd name="csY20" fmla="*/ 407851 h 1059507"/>
                <a:gd name="csX21" fmla="*/ 526900 w 1220188"/>
                <a:gd name="csY21" fmla="*/ 451849 h 1059507"/>
                <a:gd name="csX22" fmla="*/ 547236 w 1220188"/>
                <a:gd name="csY22" fmla="*/ 460464 h 1059507"/>
                <a:gd name="csX23" fmla="*/ 567573 w 1220188"/>
                <a:gd name="csY23" fmla="*/ 451849 h 1059507"/>
                <a:gd name="csX24" fmla="*/ 567573 w 1220188"/>
                <a:gd name="csY24" fmla="*/ 411236 h 1059507"/>
                <a:gd name="csX25" fmla="*/ 523510 w 1220188"/>
                <a:gd name="csY25" fmla="*/ 367238 h 1059507"/>
                <a:gd name="csX26" fmla="*/ 565108 w 1220188"/>
                <a:gd name="csY26" fmla="*/ 325702 h 1059507"/>
                <a:gd name="csX27" fmla="*/ 734886 w 1220188"/>
                <a:gd name="csY27" fmla="*/ 495231 h 1059507"/>
                <a:gd name="csX28" fmla="*/ 421212 w 1220188"/>
                <a:gd name="csY28" fmla="*/ 808444 h 1059507"/>
                <a:gd name="csX29" fmla="*/ 382966 w 1220188"/>
                <a:gd name="csY29" fmla="*/ 824136 h 1059507"/>
                <a:gd name="csX30" fmla="*/ 40982 w 1220188"/>
                <a:gd name="csY30" fmla="*/ 1059507 h 1059507"/>
                <a:gd name="csX31" fmla="*/ 70254 w 1220188"/>
                <a:gd name="csY31" fmla="*/ 1047508 h 1059507"/>
                <a:gd name="csX32" fmla="*/ 268997 w 1220188"/>
                <a:gd name="csY32" fmla="*/ 849057 h 1059507"/>
                <a:gd name="csX33" fmla="*/ 286560 w 1220188"/>
                <a:gd name="csY33" fmla="*/ 866287 h 1059507"/>
                <a:gd name="csX34" fmla="*/ 383004 w 1220188"/>
                <a:gd name="csY34" fmla="*/ 906285 h 1059507"/>
                <a:gd name="csX35" fmla="*/ 479448 w 1220188"/>
                <a:gd name="csY35" fmla="*/ 866287 h 1059507"/>
                <a:gd name="csX36" fmla="*/ 1004498 w 1220188"/>
                <a:gd name="csY36" fmla="*/ 342009 h 1059507"/>
                <a:gd name="csX37" fmla="*/ 1016515 w 1220188"/>
                <a:gd name="csY37" fmla="*/ 313088 h 1059507"/>
                <a:gd name="csX38" fmla="*/ 1004498 w 1220188"/>
                <a:gd name="csY38" fmla="*/ 284166 h 1059507"/>
                <a:gd name="csX39" fmla="*/ 965058 w 1220188"/>
                <a:gd name="csY39" fmla="*/ 244784 h 1059507"/>
                <a:gd name="csX40" fmla="*/ 1134837 w 1220188"/>
                <a:gd name="csY40" fmla="*/ 75255 h 1059507"/>
                <a:gd name="csX41" fmla="*/ 1149934 w 1220188"/>
                <a:gd name="csY41" fmla="*/ 90331 h 1059507"/>
                <a:gd name="csX42" fmla="*/ 1179207 w 1220188"/>
                <a:gd name="csY42" fmla="*/ 102330 h 1059507"/>
                <a:gd name="csX43" fmla="*/ 1208171 w 1220188"/>
                <a:gd name="csY43" fmla="*/ 90331 h 1059507"/>
                <a:gd name="csX44" fmla="*/ 1208171 w 1220188"/>
                <a:gd name="csY44" fmla="*/ 32488 h 1059507"/>
                <a:gd name="csX45" fmla="*/ 1175636 w 1220188"/>
                <a:gd name="csY45" fmla="*/ 0 h 1059507"/>
                <a:gd name="csX46" fmla="*/ 1059471 w 1220188"/>
                <a:gd name="csY46" fmla="*/ 0 h 1059507"/>
                <a:gd name="csX47" fmla="*/ 1076908 w 1220188"/>
                <a:gd name="csY47" fmla="*/ 17412 h 1059507"/>
                <a:gd name="csX48" fmla="*/ 907130 w 1220188"/>
                <a:gd name="csY48" fmla="*/ 186941 h 1059507"/>
                <a:gd name="csX49" fmla="*/ 873852 w 1220188"/>
                <a:gd name="csY49" fmla="*/ 153712 h 1059507"/>
                <a:gd name="csX50" fmla="*/ 1027790 w 1220188"/>
                <a:gd name="csY50" fmla="*/ 0 h 1059507"/>
                <a:gd name="csX51" fmla="*/ 911934 w 1220188"/>
                <a:gd name="csY51" fmla="*/ 0 h 1059507"/>
                <a:gd name="csX52" fmla="*/ 815924 w 1220188"/>
                <a:gd name="csY52" fmla="*/ 95869 h 1059507"/>
                <a:gd name="csX53" fmla="*/ 776483 w 1220188"/>
                <a:gd name="csY53" fmla="*/ 56487 h 1059507"/>
                <a:gd name="csX54" fmla="*/ 747519 w 1220188"/>
                <a:gd name="csY54" fmla="*/ 44487 h 1059507"/>
                <a:gd name="csX55" fmla="*/ 718555 w 1220188"/>
                <a:gd name="csY55" fmla="*/ 56487 h 1059507"/>
                <a:gd name="csX56" fmla="*/ 193506 w 1220188"/>
                <a:gd name="csY56" fmla="*/ 580765 h 1059507"/>
                <a:gd name="csX57" fmla="*/ 193506 w 1220188"/>
                <a:gd name="csY57" fmla="*/ 773369 h 1059507"/>
                <a:gd name="csX58" fmla="*/ 210760 w 1220188"/>
                <a:gd name="csY58" fmla="*/ 790907 h 1059507"/>
                <a:gd name="csX59" fmla="*/ 12018 w 1220188"/>
                <a:gd name="csY59" fmla="*/ 989357 h 1059507"/>
                <a:gd name="csX60" fmla="*/ 12018 w 1220188"/>
                <a:gd name="csY60" fmla="*/ 1047508 h 1059507"/>
                <a:gd name="csX61" fmla="*/ 40982 w 1220188"/>
                <a:gd name="csY61" fmla="*/ 1059507 h 10595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Lst>
              <a:rect l="l" t="t" r="r" b="b"/>
              <a:pathLst>
                <a:path w="1220188" h="1059507">
                  <a:moveTo>
                    <a:pt x="793122" y="437081"/>
                  </a:moveTo>
                  <a:lnTo>
                    <a:pt x="623344" y="267552"/>
                  </a:lnTo>
                  <a:lnTo>
                    <a:pt x="747519" y="143559"/>
                  </a:lnTo>
                  <a:lnTo>
                    <a:pt x="917298" y="313088"/>
                  </a:lnTo>
                  <a:close/>
                  <a:moveTo>
                    <a:pt x="382966" y="824136"/>
                  </a:moveTo>
                  <a:cubicBezTo>
                    <a:pt x="369061" y="824136"/>
                    <a:pt x="355118" y="818905"/>
                    <a:pt x="344488" y="808444"/>
                  </a:cubicBezTo>
                  <a:lnTo>
                    <a:pt x="251433" y="715527"/>
                  </a:lnTo>
                  <a:cubicBezTo>
                    <a:pt x="230481" y="694297"/>
                    <a:pt x="230481" y="659837"/>
                    <a:pt x="251433" y="638915"/>
                  </a:cubicBezTo>
                  <a:lnTo>
                    <a:pt x="300426" y="589995"/>
                  </a:lnTo>
                  <a:lnTo>
                    <a:pt x="344488" y="633993"/>
                  </a:lnTo>
                  <a:cubicBezTo>
                    <a:pt x="350342" y="639531"/>
                    <a:pt x="357737" y="642300"/>
                    <a:pt x="364824" y="642300"/>
                  </a:cubicBezTo>
                  <a:cubicBezTo>
                    <a:pt x="372219" y="642300"/>
                    <a:pt x="379615" y="639531"/>
                    <a:pt x="385161" y="633993"/>
                  </a:cubicBezTo>
                  <a:cubicBezTo>
                    <a:pt x="396562" y="622916"/>
                    <a:pt x="396562" y="604763"/>
                    <a:pt x="385161" y="593380"/>
                  </a:cubicBezTo>
                  <a:lnTo>
                    <a:pt x="341099" y="549382"/>
                  </a:lnTo>
                  <a:lnTo>
                    <a:pt x="391632" y="498923"/>
                  </a:lnTo>
                  <a:lnTo>
                    <a:pt x="435694" y="542921"/>
                  </a:lnTo>
                  <a:cubicBezTo>
                    <a:pt x="441240" y="548767"/>
                    <a:pt x="448635" y="551536"/>
                    <a:pt x="456030" y="551536"/>
                  </a:cubicBezTo>
                  <a:cubicBezTo>
                    <a:pt x="463425" y="551536"/>
                    <a:pt x="470820" y="548767"/>
                    <a:pt x="476367" y="542921"/>
                  </a:cubicBezTo>
                  <a:cubicBezTo>
                    <a:pt x="487767" y="531844"/>
                    <a:pt x="487767" y="513692"/>
                    <a:pt x="476367" y="502308"/>
                  </a:cubicBezTo>
                  <a:lnTo>
                    <a:pt x="432304" y="458310"/>
                  </a:lnTo>
                  <a:lnTo>
                    <a:pt x="482837" y="407851"/>
                  </a:lnTo>
                  <a:lnTo>
                    <a:pt x="526900" y="451849"/>
                  </a:lnTo>
                  <a:cubicBezTo>
                    <a:pt x="532446" y="457695"/>
                    <a:pt x="539841" y="460464"/>
                    <a:pt x="547236" y="460464"/>
                  </a:cubicBezTo>
                  <a:cubicBezTo>
                    <a:pt x="554631" y="460464"/>
                    <a:pt x="562026" y="457695"/>
                    <a:pt x="567573" y="451849"/>
                  </a:cubicBezTo>
                  <a:cubicBezTo>
                    <a:pt x="578666" y="440773"/>
                    <a:pt x="578666" y="422620"/>
                    <a:pt x="567573" y="411236"/>
                  </a:cubicBezTo>
                  <a:lnTo>
                    <a:pt x="523510" y="367238"/>
                  </a:lnTo>
                  <a:lnTo>
                    <a:pt x="565108" y="325702"/>
                  </a:lnTo>
                  <a:lnTo>
                    <a:pt x="734886" y="495231"/>
                  </a:lnTo>
                  <a:lnTo>
                    <a:pt x="421212" y="808444"/>
                  </a:lnTo>
                  <a:cubicBezTo>
                    <a:pt x="410736" y="818905"/>
                    <a:pt x="396870" y="824136"/>
                    <a:pt x="382966" y="824136"/>
                  </a:cubicBezTo>
                  <a:close/>
                  <a:moveTo>
                    <a:pt x="40982" y="1059507"/>
                  </a:moveTo>
                  <a:cubicBezTo>
                    <a:pt x="51458" y="1059507"/>
                    <a:pt x="62243" y="1055507"/>
                    <a:pt x="70254" y="1047508"/>
                  </a:cubicBezTo>
                  <a:lnTo>
                    <a:pt x="268997" y="849057"/>
                  </a:lnTo>
                  <a:lnTo>
                    <a:pt x="286560" y="866287"/>
                  </a:lnTo>
                  <a:cubicBezTo>
                    <a:pt x="313059" y="893055"/>
                    <a:pt x="347877" y="906285"/>
                    <a:pt x="383004" y="906285"/>
                  </a:cubicBezTo>
                  <a:cubicBezTo>
                    <a:pt x="417822" y="906285"/>
                    <a:pt x="452641" y="893055"/>
                    <a:pt x="479448" y="866287"/>
                  </a:cubicBezTo>
                  <a:lnTo>
                    <a:pt x="1004498" y="342009"/>
                  </a:lnTo>
                  <a:cubicBezTo>
                    <a:pt x="1012201" y="334317"/>
                    <a:pt x="1016515" y="323856"/>
                    <a:pt x="1016515" y="313088"/>
                  </a:cubicBezTo>
                  <a:cubicBezTo>
                    <a:pt x="1016515" y="302319"/>
                    <a:pt x="1012201" y="291858"/>
                    <a:pt x="1004498" y="284166"/>
                  </a:cubicBezTo>
                  <a:lnTo>
                    <a:pt x="965058" y="244784"/>
                  </a:lnTo>
                  <a:lnTo>
                    <a:pt x="1134837" y="75255"/>
                  </a:lnTo>
                  <a:lnTo>
                    <a:pt x="1149934" y="90331"/>
                  </a:lnTo>
                  <a:cubicBezTo>
                    <a:pt x="1157946" y="98330"/>
                    <a:pt x="1168731" y="102330"/>
                    <a:pt x="1179207" y="102330"/>
                  </a:cubicBezTo>
                  <a:cubicBezTo>
                    <a:pt x="1189683" y="102330"/>
                    <a:pt x="1200159" y="98330"/>
                    <a:pt x="1208171" y="90331"/>
                  </a:cubicBezTo>
                  <a:cubicBezTo>
                    <a:pt x="1224194" y="74332"/>
                    <a:pt x="1224194" y="48487"/>
                    <a:pt x="1208171" y="32488"/>
                  </a:cubicBezTo>
                  <a:lnTo>
                    <a:pt x="1175636" y="0"/>
                  </a:lnTo>
                  <a:lnTo>
                    <a:pt x="1059471" y="0"/>
                  </a:lnTo>
                  <a:lnTo>
                    <a:pt x="1076908" y="17412"/>
                  </a:lnTo>
                  <a:lnTo>
                    <a:pt x="907130" y="186941"/>
                  </a:lnTo>
                  <a:lnTo>
                    <a:pt x="873852" y="153712"/>
                  </a:lnTo>
                  <a:lnTo>
                    <a:pt x="1027790" y="0"/>
                  </a:lnTo>
                  <a:lnTo>
                    <a:pt x="911934" y="0"/>
                  </a:lnTo>
                  <a:lnTo>
                    <a:pt x="815924" y="95869"/>
                  </a:lnTo>
                  <a:lnTo>
                    <a:pt x="776483" y="56487"/>
                  </a:lnTo>
                  <a:cubicBezTo>
                    <a:pt x="768780" y="48795"/>
                    <a:pt x="758304" y="44487"/>
                    <a:pt x="747519" y="44487"/>
                  </a:cubicBezTo>
                  <a:cubicBezTo>
                    <a:pt x="736735" y="44487"/>
                    <a:pt x="726258" y="48795"/>
                    <a:pt x="718555" y="56487"/>
                  </a:cubicBezTo>
                  <a:lnTo>
                    <a:pt x="193506" y="580765"/>
                  </a:lnTo>
                  <a:cubicBezTo>
                    <a:pt x="140199" y="633993"/>
                    <a:pt x="140199" y="720449"/>
                    <a:pt x="193506" y="773369"/>
                  </a:cubicBezTo>
                  <a:lnTo>
                    <a:pt x="210760" y="790907"/>
                  </a:lnTo>
                  <a:lnTo>
                    <a:pt x="12018" y="989357"/>
                  </a:lnTo>
                  <a:cubicBezTo>
                    <a:pt x="-4005" y="1005356"/>
                    <a:pt x="-4005" y="1031509"/>
                    <a:pt x="12018" y="1047508"/>
                  </a:cubicBezTo>
                  <a:cubicBezTo>
                    <a:pt x="20029" y="1055507"/>
                    <a:pt x="30506" y="1059507"/>
                    <a:pt x="40982" y="1059507"/>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en-US">
                <a:cs typeface="+mn-ea"/>
                <a:sym typeface="+mn-lt"/>
              </a:endParaRPr>
            </a:p>
          </p:txBody>
        </p:sp>
        <p:sp>
          <p:nvSpPr>
            <p:cNvPr id="9" name="Title">
              <a:extLst>
                <a:ext uri="{FF2B5EF4-FFF2-40B4-BE49-F238E27FC236}">
                  <a16:creationId xmlns:a16="http://schemas.microsoft.com/office/drawing/2014/main" id="{3B122B07-EE24-6EF9-EE74-AA389FDEFDF2}"/>
                </a:ext>
              </a:extLst>
            </p:cNvPr>
            <p:cNvSpPr/>
            <p:nvPr/>
          </p:nvSpPr>
          <p:spPr>
            <a:xfrm>
              <a:off x="6005784" y="1130299"/>
              <a:ext cx="5513116" cy="638227"/>
            </a:xfrm>
            <a:prstGeom prst="rect">
              <a:avLst/>
            </a:prstGeom>
            <a:noFill/>
          </p:spPr>
          <p:txBody>
            <a:bodyPr wrap="square" lIns="91440" tIns="45720" rIns="91440" bIns="45720" anchor="ctr" anchorCtr="0">
              <a:normAutofit/>
            </a:bodyPr>
            <a:lstStyle/>
            <a:p>
              <a:r>
                <a:rPr lang="zh-CN" altLang="en-US" sz="2400" b="1" dirty="0">
                  <a:cs typeface="+mn-ea"/>
                  <a:sym typeface="+mn-lt"/>
                </a:rPr>
                <a:t>Agenda</a:t>
              </a:r>
              <a:endParaRPr lang="en-US" altLang="zh-CN" sz="2400" dirty="0">
                <a:cs typeface="+mn-ea"/>
                <a:sym typeface="+mn-lt"/>
              </a:endParaRPr>
            </a:p>
          </p:txBody>
        </p:sp>
        <p:cxnSp>
          <p:nvCxnSpPr>
            <p:cNvPr id="10" name="直接连接符 9">
              <a:extLst>
                <a:ext uri="{FF2B5EF4-FFF2-40B4-BE49-F238E27FC236}">
                  <a16:creationId xmlns:a16="http://schemas.microsoft.com/office/drawing/2014/main" id="{F0A2E4D8-AFC6-5EF6-AF31-2B69325547A6}"/>
                </a:ext>
              </a:extLst>
            </p:cNvPr>
            <p:cNvCxnSpPr/>
            <p:nvPr/>
          </p:nvCxnSpPr>
          <p:spPr>
            <a:xfrm>
              <a:off x="6096000" y="2632260"/>
              <a:ext cx="5422900" cy="0"/>
            </a:xfrm>
            <a:prstGeom prst="line">
              <a:avLst/>
            </a:prstGeom>
            <a:ln w="12700">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8C9CB1CF-880B-5AE2-61A1-142F33230410}"/>
                </a:ext>
              </a:extLst>
            </p:cNvPr>
            <p:cNvCxnSpPr/>
            <p:nvPr/>
          </p:nvCxnSpPr>
          <p:spPr>
            <a:xfrm>
              <a:off x="6096000" y="3507720"/>
              <a:ext cx="5422900" cy="0"/>
            </a:xfrm>
            <a:prstGeom prst="line">
              <a:avLst/>
            </a:prstGeom>
            <a:ln w="12700">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D82DAA39-FBAC-E071-D6C9-812B35A48C86}"/>
                </a:ext>
              </a:extLst>
            </p:cNvPr>
            <p:cNvCxnSpPr/>
            <p:nvPr/>
          </p:nvCxnSpPr>
          <p:spPr>
            <a:xfrm>
              <a:off x="6096000" y="4383180"/>
              <a:ext cx="5422900" cy="0"/>
            </a:xfrm>
            <a:prstGeom prst="line">
              <a:avLst/>
            </a:prstGeom>
            <a:ln w="12700">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D43AF49B-7236-8342-BCA7-F3D8BB0BBD60}"/>
                </a:ext>
              </a:extLst>
            </p:cNvPr>
            <p:cNvCxnSpPr/>
            <p:nvPr/>
          </p:nvCxnSpPr>
          <p:spPr>
            <a:xfrm>
              <a:off x="6096000" y="5258640"/>
              <a:ext cx="5422900" cy="0"/>
            </a:xfrm>
            <a:prstGeom prst="line">
              <a:avLst/>
            </a:prstGeom>
            <a:ln w="12700">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8BBB3E3F-78CC-7513-C569-B5CC511EFE70}"/>
                </a:ext>
              </a:extLst>
            </p:cNvPr>
            <p:cNvCxnSpPr/>
            <p:nvPr/>
          </p:nvCxnSpPr>
          <p:spPr>
            <a:xfrm>
              <a:off x="6096000" y="6134100"/>
              <a:ext cx="5422900" cy="0"/>
            </a:xfrm>
            <a:prstGeom prst="line">
              <a:avLst/>
            </a:prstGeom>
            <a:ln w="12700">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15" name="PictureMisc1">
              <a:extLst>
                <a:ext uri="{FF2B5EF4-FFF2-40B4-BE49-F238E27FC236}">
                  <a16:creationId xmlns:a16="http://schemas.microsoft.com/office/drawing/2014/main" id="{15E2E168-AAC5-0E0E-FC0E-710768CE5413}"/>
                </a:ext>
              </a:extLst>
            </p:cNvPr>
            <p:cNvSpPr/>
            <p:nvPr/>
          </p:nvSpPr>
          <p:spPr>
            <a:xfrm>
              <a:off x="660400" y="1130299"/>
              <a:ext cx="4940300" cy="5003800"/>
            </a:xfrm>
            <a:prstGeom prst="rect">
              <a:avLst/>
            </a:prstGeom>
            <a:blipFill>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grpSp>
          <p:nvGrpSpPr>
            <p:cNvPr id="16" name="组合 15">
              <a:extLst>
                <a:ext uri="{FF2B5EF4-FFF2-40B4-BE49-F238E27FC236}">
                  <a16:creationId xmlns:a16="http://schemas.microsoft.com/office/drawing/2014/main" id="{944EEF7A-4235-1570-39AC-0BF152DBC232}"/>
                </a:ext>
              </a:extLst>
            </p:cNvPr>
            <p:cNvGrpSpPr/>
            <p:nvPr/>
          </p:nvGrpSpPr>
          <p:grpSpPr>
            <a:xfrm>
              <a:off x="6005784" y="1930369"/>
              <a:ext cx="5513116" cy="528322"/>
              <a:chOff x="6005784" y="1930369"/>
              <a:chExt cx="5513116" cy="528322"/>
            </a:xfrm>
          </p:grpSpPr>
          <p:sp>
            <p:nvSpPr>
              <p:cNvPr id="29" name="Number1">
                <a:extLst>
                  <a:ext uri="{FF2B5EF4-FFF2-40B4-BE49-F238E27FC236}">
                    <a16:creationId xmlns:a16="http://schemas.microsoft.com/office/drawing/2014/main" id="{577F3811-7563-8DE3-3016-587521D3B103}"/>
                  </a:ext>
                </a:extLst>
              </p:cNvPr>
              <p:cNvSpPr txBox="1">
                <a:spLocks/>
              </p:cNvSpPr>
              <p:nvPr/>
            </p:nvSpPr>
            <p:spPr>
              <a:xfrm>
                <a:off x="10703560" y="1930370"/>
                <a:ext cx="815340" cy="528321"/>
              </a:xfrm>
              <a:prstGeom prst="rect">
                <a:avLst/>
              </a:prstGeom>
            </p:spPr>
            <p:txBody>
              <a:bodyPr vert="horz" wrap="non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buFont typeface="Arial" panose="020B0604020202020204" pitchFamily="34" charset="0"/>
                  <a:buNone/>
                </a:pPr>
                <a:r>
                  <a:rPr lang="en-US" altLang="zh-CN" b="1">
                    <a:solidFill>
                      <a:schemeClr val="accent1"/>
                    </a:solidFill>
                    <a:cs typeface="+mn-ea"/>
                    <a:sym typeface="+mn-lt"/>
                  </a:rPr>
                  <a:t>01</a:t>
                </a:r>
                <a:endParaRPr lang="en-US" b="1" dirty="0">
                  <a:solidFill>
                    <a:schemeClr val="accent1"/>
                  </a:solidFill>
                  <a:cs typeface="+mn-ea"/>
                  <a:sym typeface="+mn-lt"/>
                </a:endParaRPr>
              </a:p>
            </p:txBody>
          </p:sp>
          <p:sp>
            <p:nvSpPr>
              <p:cNvPr id="30" name="Bullet1">
                <a:extLst>
                  <a:ext uri="{FF2B5EF4-FFF2-40B4-BE49-F238E27FC236}">
                    <a16:creationId xmlns:a16="http://schemas.microsoft.com/office/drawing/2014/main" id="{C1B4AFEC-7C4D-E105-5F1C-CCD7E4EBDE86}"/>
                  </a:ext>
                </a:extLst>
              </p:cNvPr>
              <p:cNvSpPr txBox="1">
                <a:spLocks/>
              </p:cNvSpPr>
              <p:nvPr/>
            </p:nvSpPr>
            <p:spPr>
              <a:xfrm>
                <a:off x="6005784" y="1930369"/>
                <a:ext cx="4047536" cy="528321"/>
              </a:xfrm>
              <a:prstGeom prst="rect">
                <a:avLst/>
              </a:prstGeom>
            </p:spPr>
            <p:txBody>
              <a:bodyPr vert="horz" wrap="squar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zh-CN" altLang="en-US" b="1">
                    <a:cs typeface="+mn-ea"/>
                    <a:sym typeface="+mn-lt"/>
                  </a:rPr>
                  <a:t>单击添加小标题</a:t>
                </a:r>
                <a:endParaRPr lang="en-US" dirty="0">
                  <a:cs typeface="+mn-ea"/>
                  <a:sym typeface="+mn-lt"/>
                </a:endParaRPr>
              </a:p>
            </p:txBody>
          </p:sp>
        </p:grpSp>
        <p:grpSp>
          <p:nvGrpSpPr>
            <p:cNvPr id="17" name="组合 16">
              <a:extLst>
                <a:ext uri="{FF2B5EF4-FFF2-40B4-BE49-F238E27FC236}">
                  <a16:creationId xmlns:a16="http://schemas.microsoft.com/office/drawing/2014/main" id="{55E0CE92-ABF9-27E5-E081-0D8CDE27A03B}"/>
                </a:ext>
              </a:extLst>
            </p:cNvPr>
            <p:cNvGrpSpPr/>
            <p:nvPr/>
          </p:nvGrpSpPr>
          <p:grpSpPr>
            <a:xfrm>
              <a:off x="6005784" y="2805829"/>
              <a:ext cx="5513116" cy="528322"/>
              <a:chOff x="6005784" y="2805829"/>
              <a:chExt cx="5513116" cy="528322"/>
            </a:xfrm>
          </p:grpSpPr>
          <p:sp>
            <p:nvSpPr>
              <p:cNvPr id="27" name="Number2">
                <a:extLst>
                  <a:ext uri="{FF2B5EF4-FFF2-40B4-BE49-F238E27FC236}">
                    <a16:creationId xmlns:a16="http://schemas.microsoft.com/office/drawing/2014/main" id="{17C7143F-B715-2720-F124-53DF673DC17B}"/>
                  </a:ext>
                </a:extLst>
              </p:cNvPr>
              <p:cNvSpPr txBox="1">
                <a:spLocks/>
              </p:cNvSpPr>
              <p:nvPr/>
            </p:nvSpPr>
            <p:spPr>
              <a:xfrm>
                <a:off x="10703560" y="2805830"/>
                <a:ext cx="815340" cy="528321"/>
              </a:xfrm>
              <a:prstGeom prst="rect">
                <a:avLst/>
              </a:prstGeom>
            </p:spPr>
            <p:txBody>
              <a:bodyPr vert="horz" wrap="non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buFont typeface="Arial" panose="020B0604020202020204" pitchFamily="34" charset="0"/>
                  <a:buNone/>
                </a:pPr>
                <a:r>
                  <a:rPr lang="en-US" altLang="zh-CN" b="1">
                    <a:solidFill>
                      <a:schemeClr val="accent2"/>
                    </a:solidFill>
                    <a:cs typeface="+mn-ea"/>
                    <a:sym typeface="+mn-lt"/>
                  </a:rPr>
                  <a:t>02</a:t>
                </a:r>
                <a:endParaRPr lang="en-US" b="1" dirty="0">
                  <a:solidFill>
                    <a:schemeClr val="accent2"/>
                  </a:solidFill>
                  <a:cs typeface="+mn-ea"/>
                  <a:sym typeface="+mn-lt"/>
                </a:endParaRPr>
              </a:p>
            </p:txBody>
          </p:sp>
          <p:sp>
            <p:nvSpPr>
              <p:cNvPr id="28" name="Bullet2">
                <a:extLst>
                  <a:ext uri="{FF2B5EF4-FFF2-40B4-BE49-F238E27FC236}">
                    <a16:creationId xmlns:a16="http://schemas.microsoft.com/office/drawing/2014/main" id="{2CB095DE-B000-15A2-4E72-AE69ADAB09F6}"/>
                  </a:ext>
                </a:extLst>
              </p:cNvPr>
              <p:cNvSpPr txBox="1">
                <a:spLocks/>
              </p:cNvSpPr>
              <p:nvPr/>
            </p:nvSpPr>
            <p:spPr>
              <a:xfrm>
                <a:off x="6005784" y="2805829"/>
                <a:ext cx="4047536" cy="528321"/>
              </a:xfrm>
              <a:prstGeom prst="rect">
                <a:avLst/>
              </a:prstGeom>
            </p:spPr>
            <p:txBody>
              <a:bodyPr vert="horz" wrap="squar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zh-CN" altLang="en-US" b="1">
                    <a:cs typeface="+mn-ea"/>
                    <a:sym typeface="+mn-lt"/>
                  </a:rPr>
                  <a:t>单击添加小标题</a:t>
                </a:r>
                <a:endParaRPr lang="en-US" dirty="0">
                  <a:cs typeface="+mn-ea"/>
                  <a:sym typeface="+mn-lt"/>
                </a:endParaRPr>
              </a:p>
            </p:txBody>
          </p:sp>
        </p:grpSp>
        <p:grpSp>
          <p:nvGrpSpPr>
            <p:cNvPr id="18" name="组合 17">
              <a:extLst>
                <a:ext uri="{FF2B5EF4-FFF2-40B4-BE49-F238E27FC236}">
                  <a16:creationId xmlns:a16="http://schemas.microsoft.com/office/drawing/2014/main" id="{1591FD57-B943-1527-0738-021C5ADED368}"/>
                </a:ext>
              </a:extLst>
            </p:cNvPr>
            <p:cNvGrpSpPr/>
            <p:nvPr/>
          </p:nvGrpSpPr>
          <p:grpSpPr>
            <a:xfrm>
              <a:off x="6005784" y="3681289"/>
              <a:ext cx="5513116" cy="528322"/>
              <a:chOff x="6005784" y="3681289"/>
              <a:chExt cx="5513116" cy="528322"/>
            </a:xfrm>
          </p:grpSpPr>
          <p:sp>
            <p:nvSpPr>
              <p:cNvPr id="25" name="Number3">
                <a:extLst>
                  <a:ext uri="{FF2B5EF4-FFF2-40B4-BE49-F238E27FC236}">
                    <a16:creationId xmlns:a16="http://schemas.microsoft.com/office/drawing/2014/main" id="{8674BECF-1924-6544-FBB0-2EA80F6412F0}"/>
                  </a:ext>
                </a:extLst>
              </p:cNvPr>
              <p:cNvSpPr txBox="1">
                <a:spLocks/>
              </p:cNvSpPr>
              <p:nvPr/>
            </p:nvSpPr>
            <p:spPr>
              <a:xfrm>
                <a:off x="10703560" y="3681290"/>
                <a:ext cx="815340" cy="528321"/>
              </a:xfrm>
              <a:prstGeom prst="rect">
                <a:avLst/>
              </a:prstGeom>
            </p:spPr>
            <p:txBody>
              <a:bodyPr vert="horz" wrap="non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buFont typeface="Arial" panose="020B0604020202020204" pitchFamily="34" charset="0"/>
                  <a:buNone/>
                </a:pPr>
                <a:r>
                  <a:rPr lang="en-US" altLang="zh-CN" b="1">
                    <a:solidFill>
                      <a:schemeClr val="accent1"/>
                    </a:solidFill>
                    <a:cs typeface="+mn-ea"/>
                    <a:sym typeface="+mn-lt"/>
                  </a:rPr>
                  <a:t>03</a:t>
                </a:r>
                <a:endParaRPr lang="en-US" b="1" dirty="0">
                  <a:solidFill>
                    <a:schemeClr val="accent1"/>
                  </a:solidFill>
                  <a:cs typeface="+mn-ea"/>
                  <a:sym typeface="+mn-lt"/>
                </a:endParaRPr>
              </a:p>
            </p:txBody>
          </p:sp>
          <p:sp>
            <p:nvSpPr>
              <p:cNvPr id="26" name="Bullet3">
                <a:extLst>
                  <a:ext uri="{FF2B5EF4-FFF2-40B4-BE49-F238E27FC236}">
                    <a16:creationId xmlns:a16="http://schemas.microsoft.com/office/drawing/2014/main" id="{D45EF7F2-2987-8BAF-7992-9A98B83AC680}"/>
                  </a:ext>
                </a:extLst>
              </p:cNvPr>
              <p:cNvSpPr txBox="1">
                <a:spLocks/>
              </p:cNvSpPr>
              <p:nvPr/>
            </p:nvSpPr>
            <p:spPr>
              <a:xfrm>
                <a:off x="6005784" y="3681289"/>
                <a:ext cx="4047536" cy="528321"/>
              </a:xfrm>
              <a:prstGeom prst="rect">
                <a:avLst/>
              </a:prstGeom>
            </p:spPr>
            <p:txBody>
              <a:bodyPr vert="horz" wrap="squar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zh-CN" altLang="en-US" b="1">
                    <a:cs typeface="+mn-ea"/>
                    <a:sym typeface="+mn-lt"/>
                  </a:rPr>
                  <a:t>单击添加小标题</a:t>
                </a:r>
                <a:endParaRPr lang="en-US" dirty="0">
                  <a:cs typeface="+mn-ea"/>
                  <a:sym typeface="+mn-lt"/>
                </a:endParaRPr>
              </a:p>
            </p:txBody>
          </p:sp>
        </p:grpSp>
        <p:grpSp>
          <p:nvGrpSpPr>
            <p:cNvPr id="19" name="组合 18">
              <a:extLst>
                <a:ext uri="{FF2B5EF4-FFF2-40B4-BE49-F238E27FC236}">
                  <a16:creationId xmlns:a16="http://schemas.microsoft.com/office/drawing/2014/main" id="{BF2EC832-E472-E345-D0D2-34A2C5C61BFE}"/>
                </a:ext>
              </a:extLst>
            </p:cNvPr>
            <p:cNvGrpSpPr/>
            <p:nvPr/>
          </p:nvGrpSpPr>
          <p:grpSpPr>
            <a:xfrm>
              <a:off x="6005784" y="4556749"/>
              <a:ext cx="5513116" cy="528322"/>
              <a:chOff x="6005784" y="4556749"/>
              <a:chExt cx="5513116" cy="528322"/>
            </a:xfrm>
          </p:grpSpPr>
          <p:sp>
            <p:nvSpPr>
              <p:cNvPr id="23" name="Number4">
                <a:extLst>
                  <a:ext uri="{FF2B5EF4-FFF2-40B4-BE49-F238E27FC236}">
                    <a16:creationId xmlns:a16="http://schemas.microsoft.com/office/drawing/2014/main" id="{9DD59DCD-1286-FAEC-32A1-936F0B54A39A}"/>
                  </a:ext>
                </a:extLst>
              </p:cNvPr>
              <p:cNvSpPr txBox="1">
                <a:spLocks/>
              </p:cNvSpPr>
              <p:nvPr/>
            </p:nvSpPr>
            <p:spPr>
              <a:xfrm>
                <a:off x="10703560" y="4556750"/>
                <a:ext cx="815340" cy="528321"/>
              </a:xfrm>
              <a:prstGeom prst="rect">
                <a:avLst/>
              </a:prstGeom>
            </p:spPr>
            <p:txBody>
              <a:bodyPr vert="horz" wrap="non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buFont typeface="Arial" panose="020B0604020202020204" pitchFamily="34" charset="0"/>
                  <a:buNone/>
                </a:pPr>
                <a:r>
                  <a:rPr lang="en-US" altLang="zh-CN" b="1">
                    <a:solidFill>
                      <a:schemeClr val="accent2"/>
                    </a:solidFill>
                    <a:cs typeface="+mn-ea"/>
                    <a:sym typeface="+mn-lt"/>
                  </a:rPr>
                  <a:t>04</a:t>
                </a:r>
                <a:endParaRPr lang="en-US" b="1" dirty="0">
                  <a:solidFill>
                    <a:schemeClr val="accent2"/>
                  </a:solidFill>
                  <a:cs typeface="+mn-ea"/>
                  <a:sym typeface="+mn-lt"/>
                </a:endParaRPr>
              </a:p>
            </p:txBody>
          </p:sp>
          <p:sp>
            <p:nvSpPr>
              <p:cNvPr id="24" name="Bullet4">
                <a:extLst>
                  <a:ext uri="{FF2B5EF4-FFF2-40B4-BE49-F238E27FC236}">
                    <a16:creationId xmlns:a16="http://schemas.microsoft.com/office/drawing/2014/main" id="{901A0259-74AF-3F0A-B4A9-5407088B869A}"/>
                  </a:ext>
                </a:extLst>
              </p:cNvPr>
              <p:cNvSpPr txBox="1">
                <a:spLocks/>
              </p:cNvSpPr>
              <p:nvPr/>
            </p:nvSpPr>
            <p:spPr>
              <a:xfrm>
                <a:off x="6005784" y="4556749"/>
                <a:ext cx="4047536" cy="528321"/>
              </a:xfrm>
              <a:prstGeom prst="rect">
                <a:avLst/>
              </a:prstGeom>
            </p:spPr>
            <p:txBody>
              <a:bodyPr vert="horz" wrap="squar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zh-CN" altLang="en-US" b="1">
                    <a:cs typeface="+mn-ea"/>
                    <a:sym typeface="+mn-lt"/>
                  </a:rPr>
                  <a:t>单击添加小标题</a:t>
                </a:r>
                <a:endParaRPr lang="en-US" dirty="0">
                  <a:cs typeface="+mn-ea"/>
                  <a:sym typeface="+mn-lt"/>
                </a:endParaRPr>
              </a:p>
            </p:txBody>
          </p:sp>
        </p:grpSp>
        <p:grpSp>
          <p:nvGrpSpPr>
            <p:cNvPr id="20" name="组合 19">
              <a:extLst>
                <a:ext uri="{FF2B5EF4-FFF2-40B4-BE49-F238E27FC236}">
                  <a16:creationId xmlns:a16="http://schemas.microsoft.com/office/drawing/2014/main" id="{82E973E8-1B15-D8AC-4C77-C1D6C0127435}"/>
                </a:ext>
              </a:extLst>
            </p:cNvPr>
            <p:cNvGrpSpPr/>
            <p:nvPr/>
          </p:nvGrpSpPr>
          <p:grpSpPr>
            <a:xfrm>
              <a:off x="6005784" y="5432209"/>
              <a:ext cx="5513116" cy="528322"/>
              <a:chOff x="6005784" y="5432209"/>
              <a:chExt cx="5513116" cy="528322"/>
            </a:xfrm>
          </p:grpSpPr>
          <p:sp>
            <p:nvSpPr>
              <p:cNvPr id="21" name="Number5">
                <a:extLst>
                  <a:ext uri="{FF2B5EF4-FFF2-40B4-BE49-F238E27FC236}">
                    <a16:creationId xmlns:a16="http://schemas.microsoft.com/office/drawing/2014/main" id="{09C09FAD-A767-6711-8E09-FAC0C4893375}"/>
                  </a:ext>
                </a:extLst>
              </p:cNvPr>
              <p:cNvSpPr txBox="1">
                <a:spLocks/>
              </p:cNvSpPr>
              <p:nvPr/>
            </p:nvSpPr>
            <p:spPr>
              <a:xfrm>
                <a:off x="10703560" y="5432210"/>
                <a:ext cx="815340" cy="528321"/>
              </a:xfrm>
              <a:prstGeom prst="rect">
                <a:avLst/>
              </a:prstGeom>
            </p:spPr>
            <p:txBody>
              <a:bodyPr vert="horz" wrap="non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buFont typeface="Arial" panose="020B0604020202020204" pitchFamily="34" charset="0"/>
                  <a:buNone/>
                </a:pPr>
                <a:r>
                  <a:rPr lang="en-US" altLang="zh-CN" b="1">
                    <a:solidFill>
                      <a:schemeClr val="accent1"/>
                    </a:solidFill>
                    <a:cs typeface="+mn-ea"/>
                    <a:sym typeface="+mn-lt"/>
                  </a:rPr>
                  <a:t>05</a:t>
                </a:r>
                <a:endParaRPr lang="en-US" b="1" dirty="0">
                  <a:solidFill>
                    <a:schemeClr val="accent1"/>
                  </a:solidFill>
                  <a:cs typeface="+mn-ea"/>
                  <a:sym typeface="+mn-lt"/>
                </a:endParaRPr>
              </a:p>
            </p:txBody>
          </p:sp>
          <p:sp>
            <p:nvSpPr>
              <p:cNvPr id="22" name="Bullet5">
                <a:extLst>
                  <a:ext uri="{FF2B5EF4-FFF2-40B4-BE49-F238E27FC236}">
                    <a16:creationId xmlns:a16="http://schemas.microsoft.com/office/drawing/2014/main" id="{4738743F-ED65-1354-1FDA-809EB4FF7CCE}"/>
                  </a:ext>
                </a:extLst>
              </p:cNvPr>
              <p:cNvSpPr txBox="1">
                <a:spLocks/>
              </p:cNvSpPr>
              <p:nvPr/>
            </p:nvSpPr>
            <p:spPr>
              <a:xfrm>
                <a:off x="6005784" y="5432209"/>
                <a:ext cx="4047536" cy="528321"/>
              </a:xfrm>
              <a:prstGeom prst="rect">
                <a:avLst/>
              </a:prstGeom>
            </p:spPr>
            <p:txBody>
              <a:bodyPr vert="horz" wrap="squar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zh-CN" altLang="en-US" b="1">
                    <a:cs typeface="+mn-ea"/>
                    <a:sym typeface="+mn-lt"/>
                  </a:rPr>
                  <a:t>单击添加小标题</a:t>
                </a:r>
                <a:endParaRPr lang="en-US" dirty="0">
                  <a:cs typeface="+mn-ea"/>
                  <a:sym typeface="+mn-lt"/>
                </a:endParaRPr>
              </a:p>
            </p:txBody>
          </p:sp>
        </p:grpSp>
      </p:grpSp>
      <p:sp>
        <p:nvSpPr>
          <p:cNvPr id="62" name="Title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dirty="0">
                <a:sym typeface="+mn-lt"/>
              </a:rPr>
              <a:t>目录</a:t>
            </a:r>
            <a:endParaRPr lang="en-US" dirty="0">
              <a:sym typeface="+mn-lt"/>
            </a:endParaRPr>
          </a:p>
        </p:txBody>
      </p:sp>
    </p:spTree>
    <p:extLst>
      <p:ext uri="{BB962C8B-B14F-4D97-AF65-F5344CB8AC3E}">
        <p14:creationId xmlns:p14="http://schemas.microsoft.com/office/powerpoint/2010/main" val="3467345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6290734" y="1615143"/>
            <a:ext cx="5228168" cy="1870621"/>
          </a:xfrm>
        </p:spPr>
        <p:txBody>
          <a:bodyPr lIns="91440" tIns="45720" rIns="91440" bIns="45720">
            <a:normAutofit/>
          </a:bodyPr>
          <a:lstStyle/>
          <a:p>
            <a:r>
              <a:rPr lang="zh-CN" altLang="en-US" dirty="0">
                <a:sym typeface="+mn-lt"/>
              </a:rPr>
              <a:t>工作概述</a:t>
            </a:r>
            <a:endParaRPr lang="en-US" dirty="0">
              <a:sym typeface="+mn-lt"/>
            </a:endParaRPr>
          </a:p>
        </p:txBody>
      </p:sp>
      <p:sp>
        <p:nvSpPr>
          <p:cNvPr id="25" name="文本占位符 24"/>
          <p:cNvSpPr>
            <a:spLocks noGrp="1"/>
          </p:cNvSpPr>
          <p:nvPr>
            <p:ph type="body" sz="quarter" idx="1" hasCustomPrompt="1"/>
          </p:nvPr>
        </p:nvSpPr>
        <p:spPr>
          <a:xfrm>
            <a:off x="6290734" y="3547371"/>
            <a:ext cx="5228168" cy="1451683"/>
          </a:xfrm>
        </p:spPr>
        <p:txBody>
          <a:bodyPr lIns="91440" tIns="45720" rIns="91440" bIns="45720">
            <a:normAutofit/>
          </a:bodyPr>
          <a:lstStyle/>
          <a:p>
            <a:r>
              <a:rPr lang="zh-CN" altLang="en-US">
                <a:sym typeface="+mn-lt"/>
              </a:rPr>
              <a:t>回顾过去一年护理工作的整体情况</a:t>
            </a:r>
            <a:endParaRPr lang="en-US" dirty="0">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D7B14-949A-1260-0AF7-3FB1F7F10C6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1AA98A9B-20E4-015D-382A-87FF448E7455}"/>
              </a:ext>
            </a:extLst>
          </p:cNvPr>
          <p:cNvGrpSpPr/>
          <p:nvPr/>
        </p:nvGrpSpPr>
        <p:grpSpPr>
          <a:xfrm>
            <a:off x="0" y="1130300"/>
            <a:ext cx="12192000" cy="5727700"/>
            <a:chOff x="0" y="1130300"/>
            <a:chExt cx="12192000" cy="5727700"/>
          </a:xfrm>
        </p:grpSpPr>
        <p:sp>
          <p:nvSpPr>
            <p:cNvPr id="4" name="任意多边形: 形状 3">
              <a:extLst>
                <a:ext uri="{FF2B5EF4-FFF2-40B4-BE49-F238E27FC236}">
                  <a16:creationId xmlns:a16="http://schemas.microsoft.com/office/drawing/2014/main" id="{D72C7962-9B09-C938-8D1A-41C44B609F3C}"/>
                </a:ext>
              </a:extLst>
            </p:cNvPr>
            <p:cNvSpPr/>
            <p:nvPr/>
          </p:nvSpPr>
          <p:spPr>
            <a:xfrm>
              <a:off x="0" y="1130300"/>
              <a:ext cx="12192000" cy="5727700"/>
            </a:xfrm>
            <a:custGeom>
              <a:avLst/>
              <a:gdLst>
                <a:gd name="csX0" fmla="*/ 0 w 12192000"/>
                <a:gd name="csY0" fmla="*/ 0 h 5727700"/>
                <a:gd name="csX1" fmla="*/ 12192000 w 12192000"/>
                <a:gd name="csY1" fmla="*/ 0 h 5727700"/>
                <a:gd name="csX2" fmla="*/ 12192000 w 12192000"/>
                <a:gd name="csY2" fmla="*/ 5727700 h 5727700"/>
                <a:gd name="csX3" fmla="*/ 0 w 12192000"/>
                <a:gd name="csY3" fmla="*/ 5727700 h 5727700"/>
              </a:gdLst>
              <a:ahLst/>
              <a:cxnLst>
                <a:cxn ang="0">
                  <a:pos x="csX0" y="csY0"/>
                </a:cxn>
                <a:cxn ang="0">
                  <a:pos x="csX1" y="csY1"/>
                </a:cxn>
                <a:cxn ang="0">
                  <a:pos x="csX2" y="csY2"/>
                </a:cxn>
                <a:cxn ang="0">
                  <a:pos x="csX3" y="csY3"/>
                </a:cxn>
              </a:cxnLst>
              <a:rect l="l" t="t" r="r" b="b"/>
              <a:pathLst>
                <a:path w="12192000" h="5727700">
                  <a:moveTo>
                    <a:pt x="0" y="0"/>
                  </a:moveTo>
                  <a:lnTo>
                    <a:pt x="12192000" y="0"/>
                  </a:lnTo>
                  <a:lnTo>
                    <a:pt x="12192000" y="5727700"/>
                  </a:lnTo>
                  <a:lnTo>
                    <a:pt x="0" y="57277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cs typeface="+mn-ea"/>
                <a:sym typeface="+mn-lt"/>
              </a:endParaRPr>
            </a:p>
          </p:txBody>
        </p:sp>
        <p:sp>
          <p:nvSpPr>
            <p:cNvPr id="5" name="Title">
              <a:extLst>
                <a:ext uri="{FF2B5EF4-FFF2-40B4-BE49-F238E27FC236}">
                  <a16:creationId xmlns:a16="http://schemas.microsoft.com/office/drawing/2014/main" id="{456A341B-112F-1E12-0B82-3B60FC993BDB}"/>
                </a:ext>
              </a:extLst>
            </p:cNvPr>
            <p:cNvSpPr txBox="1"/>
            <p:nvPr/>
          </p:nvSpPr>
          <p:spPr>
            <a:xfrm>
              <a:off x="660400" y="1294300"/>
              <a:ext cx="10858500" cy="628479"/>
            </a:xfrm>
            <a:prstGeom prst="rect">
              <a:avLst/>
            </a:prstGeom>
            <a:noFill/>
            <a:ln>
              <a:noFill/>
            </a:ln>
          </p:spPr>
          <p:txBody>
            <a:bodyPr wrap="square" lIns="91440" tIns="45720" rIns="91440" bIns="45720" anchor="ctr" anchorCtr="0">
              <a:normAutofit/>
            </a:bodyPr>
            <a:lstStyle/>
            <a:p>
              <a:pPr marL="0" marR="0" lvl="0" indent="0" algn="ctr"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a:ln>
                    <a:noFill/>
                  </a:ln>
                  <a:solidFill>
                    <a:srgbClr val="FFFFFF"/>
                  </a:solidFill>
                  <a:effectLst/>
                  <a:uLnTx/>
                  <a:uFillTx/>
                  <a:cs typeface="+mn-ea"/>
                  <a:sym typeface="+mn-lt"/>
                </a:rPr>
                <a:t>单击此处添加长一点的副标题</a:t>
              </a:r>
              <a:endParaRPr lang="en-US" sz="2400" dirty="0">
                <a:solidFill>
                  <a:srgbClr val="FFFFFF"/>
                </a:solidFill>
                <a:cs typeface="+mn-ea"/>
                <a:sym typeface="+mn-lt"/>
              </a:endParaRPr>
            </a:p>
          </p:txBody>
        </p:sp>
        <p:sp>
          <p:nvSpPr>
            <p:cNvPr id="6" name="矩形 5">
              <a:extLst>
                <a:ext uri="{FF2B5EF4-FFF2-40B4-BE49-F238E27FC236}">
                  <a16:creationId xmlns:a16="http://schemas.microsoft.com/office/drawing/2014/main" id="{951F51DB-3C6D-F48E-13B4-3AE1BA714511}"/>
                </a:ext>
              </a:extLst>
            </p:cNvPr>
            <p:cNvSpPr/>
            <p:nvPr/>
          </p:nvSpPr>
          <p:spPr>
            <a:xfrm>
              <a:off x="660400" y="2626360"/>
              <a:ext cx="3234267" cy="1402080"/>
            </a:xfrm>
            <a:prstGeom prst="rect">
              <a:avLst/>
            </a:prstGeom>
            <a:solidFill>
              <a:srgbClr val="FFFFFF"/>
            </a:solidFill>
            <a:ln>
              <a:noFill/>
            </a:ln>
            <a:effectLst>
              <a:outerShdw blurRad="317500" sx="103000" sy="103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9" name="矩形 8">
              <a:extLst>
                <a:ext uri="{FF2B5EF4-FFF2-40B4-BE49-F238E27FC236}">
                  <a16:creationId xmlns:a16="http://schemas.microsoft.com/office/drawing/2014/main" id="{F92A3B05-F51B-0031-4DB3-AE3B65AED420}"/>
                </a:ext>
              </a:extLst>
            </p:cNvPr>
            <p:cNvSpPr/>
            <p:nvPr/>
          </p:nvSpPr>
          <p:spPr>
            <a:xfrm>
              <a:off x="660400" y="4732020"/>
              <a:ext cx="3234267" cy="1402080"/>
            </a:xfrm>
            <a:prstGeom prst="rect">
              <a:avLst/>
            </a:prstGeom>
            <a:solidFill>
              <a:srgbClr val="FFFFFF"/>
            </a:solidFill>
            <a:ln>
              <a:noFill/>
            </a:ln>
            <a:effectLst>
              <a:outerShdw blurRad="317500" sx="103000" sy="103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10" name="矩形 9">
              <a:extLst>
                <a:ext uri="{FF2B5EF4-FFF2-40B4-BE49-F238E27FC236}">
                  <a16:creationId xmlns:a16="http://schemas.microsoft.com/office/drawing/2014/main" id="{F9538033-0885-7CF3-C29A-6FE12968B73A}"/>
                </a:ext>
              </a:extLst>
            </p:cNvPr>
            <p:cNvSpPr/>
            <p:nvPr/>
          </p:nvSpPr>
          <p:spPr>
            <a:xfrm>
              <a:off x="8284633" y="2626360"/>
              <a:ext cx="3234267" cy="1402080"/>
            </a:xfrm>
            <a:prstGeom prst="rect">
              <a:avLst/>
            </a:prstGeom>
            <a:solidFill>
              <a:srgbClr val="FFFFFF"/>
            </a:solidFill>
            <a:ln>
              <a:noFill/>
            </a:ln>
            <a:effectLst>
              <a:outerShdw blurRad="317500" sx="103000" sy="103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11" name="矩形 10">
              <a:extLst>
                <a:ext uri="{FF2B5EF4-FFF2-40B4-BE49-F238E27FC236}">
                  <a16:creationId xmlns:a16="http://schemas.microsoft.com/office/drawing/2014/main" id="{7C9B6859-CA13-39BC-08DD-D676CB888F48}"/>
                </a:ext>
              </a:extLst>
            </p:cNvPr>
            <p:cNvSpPr/>
            <p:nvPr/>
          </p:nvSpPr>
          <p:spPr>
            <a:xfrm>
              <a:off x="8284633" y="4732020"/>
              <a:ext cx="3234267" cy="1402080"/>
            </a:xfrm>
            <a:prstGeom prst="rect">
              <a:avLst/>
            </a:prstGeom>
            <a:solidFill>
              <a:srgbClr val="FFFFFF"/>
            </a:solidFill>
            <a:ln>
              <a:noFill/>
            </a:ln>
            <a:effectLst>
              <a:outerShdw blurRad="317500" sx="103000" sy="103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12" name="十字形 11">
              <a:extLst>
                <a:ext uri="{FF2B5EF4-FFF2-40B4-BE49-F238E27FC236}">
                  <a16:creationId xmlns:a16="http://schemas.microsoft.com/office/drawing/2014/main" id="{326A9A3C-DE7E-114E-3456-CFD73A5CC42E}"/>
                </a:ext>
              </a:extLst>
            </p:cNvPr>
            <p:cNvSpPr/>
            <p:nvPr/>
          </p:nvSpPr>
          <p:spPr>
            <a:xfrm>
              <a:off x="7256480" y="1997881"/>
              <a:ext cx="230969" cy="230969"/>
            </a:xfrm>
            <a:prstGeom prst="plus">
              <a:avLst>
                <a:gd name="adj" fmla="val 36111"/>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62500" lnSpcReduction="20000"/>
            </a:bodyPr>
            <a:lstStyle/>
            <a:p>
              <a:pPr algn="ctr"/>
              <a:endParaRPr lang="zh-CN" altLang="en-US">
                <a:cs typeface="+mn-ea"/>
                <a:sym typeface="+mn-lt"/>
              </a:endParaRPr>
            </a:p>
          </p:txBody>
        </p:sp>
        <p:sp>
          <p:nvSpPr>
            <p:cNvPr id="14" name="十字形 13">
              <a:extLst>
                <a:ext uri="{FF2B5EF4-FFF2-40B4-BE49-F238E27FC236}">
                  <a16:creationId xmlns:a16="http://schemas.microsoft.com/office/drawing/2014/main" id="{2C251FB1-CF72-51E5-F4E7-699FCC185F18}"/>
                </a:ext>
              </a:extLst>
            </p:cNvPr>
            <p:cNvSpPr/>
            <p:nvPr/>
          </p:nvSpPr>
          <p:spPr>
            <a:xfrm>
              <a:off x="7537197" y="1997881"/>
              <a:ext cx="230969" cy="230969"/>
            </a:xfrm>
            <a:prstGeom prst="plus">
              <a:avLst>
                <a:gd name="adj" fmla="val 36111"/>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62500" lnSpcReduction="20000"/>
            </a:bodyPr>
            <a:lstStyle/>
            <a:p>
              <a:pPr algn="ctr"/>
              <a:endParaRPr lang="zh-CN" altLang="en-US" dirty="0">
                <a:cs typeface="+mn-ea"/>
                <a:sym typeface="+mn-lt"/>
              </a:endParaRPr>
            </a:p>
          </p:txBody>
        </p:sp>
        <p:sp>
          <p:nvSpPr>
            <p:cNvPr id="15" name="PictureMisc1">
              <a:extLst>
                <a:ext uri="{FF2B5EF4-FFF2-40B4-BE49-F238E27FC236}">
                  <a16:creationId xmlns:a16="http://schemas.microsoft.com/office/drawing/2014/main" id="{837F2522-6811-F791-D262-029201CCEAAF}"/>
                </a:ext>
              </a:extLst>
            </p:cNvPr>
            <p:cNvSpPr/>
            <p:nvPr/>
          </p:nvSpPr>
          <p:spPr>
            <a:xfrm>
              <a:off x="4411134" y="2228850"/>
              <a:ext cx="3357032" cy="3905250"/>
            </a:xfrm>
            <a:prstGeom prst="rect">
              <a:avLst/>
            </a:prstGeom>
            <a:blipFill>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grpSp>
          <p:nvGrpSpPr>
            <p:cNvPr id="16" name="组合 15">
              <a:extLst>
                <a:ext uri="{FF2B5EF4-FFF2-40B4-BE49-F238E27FC236}">
                  <a16:creationId xmlns:a16="http://schemas.microsoft.com/office/drawing/2014/main" id="{3BED2FE0-2A63-290B-9706-EA9FB85A7308}"/>
                </a:ext>
              </a:extLst>
            </p:cNvPr>
            <p:cNvGrpSpPr/>
            <p:nvPr/>
          </p:nvGrpSpPr>
          <p:grpSpPr>
            <a:xfrm>
              <a:off x="793521" y="2080682"/>
              <a:ext cx="2968026" cy="1816329"/>
              <a:chOff x="793521" y="2080682"/>
              <a:chExt cx="2968026" cy="1816329"/>
            </a:xfrm>
          </p:grpSpPr>
          <p:sp>
            <p:nvSpPr>
              <p:cNvPr id="32" name="Number1">
                <a:extLst>
                  <a:ext uri="{FF2B5EF4-FFF2-40B4-BE49-F238E27FC236}">
                    <a16:creationId xmlns:a16="http://schemas.microsoft.com/office/drawing/2014/main" id="{F956F15B-FBBC-08E8-1FEF-AA006A43E347}"/>
                  </a:ext>
                </a:extLst>
              </p:cNvPr>
              <p:cNvSpPr txBox="1"/>
              <p:nvPr/>
            </p:nvSpPr>
            <p:spPr>
              <a:xfrm>
                <a:off x="885889" y="2080682"/>
                <a:ext cx="2783291" cy="479963"/>
              </a:xfrm>
              <a:prstGeom prst="rect">
                <a:avLst/>
              </a:prstGeom>
              <a:noFill/>
            </p:spPr>
            <p:txBody>
              <a:bodyPr wrap="none" lIns="91440" tIns="45720" rIns="91440" bIns="45720" rtlCol="0" anchor="b">
                <a:normAutofit/>
              </a:bodyPr>
              <a:lstStyle/>
              <a:p>
                <a:pPr algn="ctr"/>
                <a:r>
                  <a:rPr lang="en-US" altLang="zh-CN" sz="2400" b="1">
                    <a:solidFill>
                      <a:srgbClr val="FFFFFF"/>
                    </a:solidFill>
                    <a:cs typeface="+mn-ea"/>
                    <a:sym typeface="+mn-lt"/>
                  </a:rPr>
                  <a:t>01</a:t>
                </a:r>
                <a:endParaRPr lang="zh-CN" altLang="en-US" sz="2400" b="1" dirty="0">
                  <a:solidFill>
                    <a:srgbClr val="FFFFFF"/>
                  </a:solidFill>
                  <a:cs typeface="+mn-ea"/>
                  <a:sym typeface="+mn-lt"/>
                </a:endParaRPr>
              </a:p>
            </p:txBody>
          </p:sp>
          <p:sp>
            <p:nvSpPr>
              <p:cNvPr id="34" name="Text1">
                <a:extLst>
                  <a:ext uri="{FF2B5EF4-FFF2-40B4-BE49-F238E27FC236}">
                    <a16:creationId xmlns:a16="http://schemas.microsoft.com/office/drawing/2014/main" id="{7455263F-BD88-A5AD-A5B8-2F1B5023725B}"/>
                  </a:ext>
                </a:extLst>
              </p:cNvPr>
              <p:cNvSpPr txBox="1"/>
              <p:nvPr/>
            </p:nvSpPr>
            <p:spPr>
              <a:xfrm>
                <a:off x="793521" y="3263636"/>
                <a:ext cx="2968026" cy="633375"/>
              </a:xfrm>
              <a:prstGeom prst="rect">
                <a:avLst/>
              </a:prstGeom>
              <a:noFill/>
            </p:spPr>
            <p:txBody>
              <a:bodyPr wrap="square" lIns="91440" tIns="45720" rIns="91440" bIns="45720"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a:solidFill>
                      <a:srgbClr val="000000"/>
                    </a:solidFill>
                    <a:cs typeface="+mn-ea"/>
                    <a:sym typeface="+mn-lt"/>
                  </a:rPr>
                  <a:t>单击此处添加文本单击此处添加文本单击此处添加文本单击此处添加文本</a:t>
                </a:r>
                <a:endParaRPr lang="en-US" dirty="0">
                  <a:solidFill>
                    <a:srgbClr val="000000"/>
                  </a:solidFill>
                  <a:cs typeface="+mn-ea"/>
                  <a:sym typeface="+mn-lt"/>
                </a:endParaRPr>
              </a:p>
            </p:txBody>
          </p:sp>
          <p:sp>
            <p:nvSpPr>
              <p:cNvPr id="35" name="Bullet1">
                <a:extLst>
                  <a:ext uri="{FF2B5EF4-FFF2-40B4-BE49-F238E27FC236}">
                    <a16:creationId xmlns:a16="http://schemas.microsoft.com/office/drawing/2014/main" id="{5828AE6B-E00E-6172-4D11-78AAFB8C4532}"/>
                  </a:ext>
                </a:extLst>
              </p:cNvPr>
              <p:cNvSpPr txBox="1"/>
              <p:nvPr/>
            </p:nvSpPr>
            <p:spPr>
              <a:xfrm>
                <a:off x="793521" y="2757789"/>
                <a:ext cx="2968026" cy="505847"/>
              </a:xfrm>
              <a:prstGeom prst="rect">
                <a:avLst/>
              </a:prstGeom>
              <a:noFill/>
            </p:spPr>
            <p:txBody>
              <a:bodyPr wrap="square" lIns="91440" tIns="45720" rIns="91440" bIns="45720"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1800" b="1">
                    <a:solidFill>
                      <a:schemeClr val="accent1"/>
                    </a:solidFill>
                    <a:cs typeface="+mn-ea"/>
                    <a:sym typeface="+mn-lt"/>
                  </a:rPr>
                  <a:t>单击添加小标题</a:t>
                </a:r>
                <a:endParaRPr lang="en-US" sz="1800" dirty="0">
                  <a:solidFill>
                    <a:schemeClr val="accent1"/>
                  </a:solidFill>
                  <a:cs typeface="+mn-ea"/>
                  <a:sym typeface="+mn-lt"/>
                </a:endParaRPr>
              </a:p>
            </p:txBody>
          </p:sp>
        </p:grpSp>
        <p:grpSp>
          <p:nvGrpSpPr>
            <p:cNvPr id="17" name="组合 16">
              <a:extLst>
                <a:ext uri="{FF2B5EF4-FFF2-40B4-BE49-F238E27FC236}">
                  <a16:creationId xmlns:a16="http://schemas.microsoft.com/office/drawing/2014/main" id="{CA24AC8D-2C10-36BB-6844-3E637D4D5861}"/>
                </a:ext>
              </a:extLst>
            </p:cNvPr>
            <p:cNvGrpSpPr/>
            <p:nvPr/>
          </p:nvGrpSpPr>
          <p:grpSpPr>
            <a:xfrm>
              <a:off x="8417754" y="2080682"/>
              <a:ext cx="2968026" cy="1816329"/>
              <a:chOff x="8417754" y="2080682"/>
              <a:chExt cx="2968026" cy="1816329"/>
            </a:xfrm>
          </p:grpSpPr>
          <p:sp>
            <p:nvSpPr>
              <p:cNvPr id="28" name="Number2">
                <a:extLst>
                  <a:ext uri="{FF2B5EF4-FFF2-40B4-BE49-F238E27FC236}">
                    <a16:creationId xmlns:a16="http://schemas.microsoft.com/office/drawing/2014/main" id="{BA8B9F48-2A41-9441-61E8-6E06AFFEE6BC}"/>
                  </a:ext>
                </a:extLst>
              </p:cNvPr>
              <p:cNvSpPr txBox="1"/>
              <p:nvPr/>
            </p:nvSpPr>
            <p:spPr>
              <a:xfrm>
                <a:off x="8510122" y="2080682"/>
                <a:ext cx="2783291" cy="479963"/>
              </a:xfrm>
              <a:prstGeom prst="rect">
                <a:avLst/>
              </a:prstGeom>
              <a:noFill/>
            </p:spPr>
            <p:txBody>
              <a:bodyPr wrap="none" lIns="91440" tIns="45720" rIns="91440" bIns="45720" rtlCol="0" anchor="b">
                <a:normAutofit/>
              </a:bodyPr>
              <a:lstStyle/>
              <a:p>
                <a:pPr algn="ctr"/>
                <a:r>
                  <a:rPr lang="en-US" altLang="zh-CN" sz="2400" b="1">
                    <a:solidFill>
                      <a:srgbClr val="FFFFFF"/>
                    </a:solidFill>
                    <a:cs typeface="+mn-ea"/>
                    <a:sym typeface="+mn-lt"/>
                  </a:rPr>
                  <a:t>02</a:t>
                </a:r>
                <a:endParaRPr lang="zh-CN" altLang="en-US" sz="2400" b="1" dirty="0">
                  <a:solidFill>
                    <a:srgbClr val="FFFFFF"/>
                  </a:solidFill>
                  <a:cs typeface="+mn-ea"/>
                  <a:sym typeface="+mn-lt"/>
                </a:endParaRPr>
              </a:p>
            </p:txBody>
          </p:sp>
          <p:sp>
            <p:nvSpPr>
              <p:cNvPr id="30" name="Text2">
                <a:extLst>
                  <a:ext uri="{FF2B5EF4-FFF2-40B4-BE49-F238E27FC236}">
                    <a16:creationId xmlns:a16="http://schemas.microsoft.com/office/drawing/2014/main" id="{8E502BC2-F345-A2D1-3C35-08562A99D042}"/>
                  </a:ext>
                </a:extLst>
              </p:cNvPr>
              <p:cNvSpPr txBox="1"/>
              <p:nvPr/>
            </p:nvSpPr>
            <p:spPr>
              <a:xfrm>
                <a:off x="8417754" y="3263636"/>
                <a:ext cx="2968026" cy="633375"/>
              </a:xfrm>
              <a:prstGeom prst="rect">
                <a:avLst/>
              </a:prstGeom>
              <a:noFill/>
            </p:spPr>
            <p:txBody>
              <a:bodyPr wrap="square" lIns="91440" tIns="45720" rIns="91440" bIns="45720"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a:solidFill>
                      <a:srgbClr val="000000"/>
                    </a:solidFill>
                    <a:cs typeface="+mn-ea"/>
                    <a:sym typeface="+mn-lt"/>
                  </a:rPr>
                  <a:t>单击此处添加文本单击此处添加文本单击此处添加文本单击此处添加文本</a:t>
                </a:r>
                <a:endParaRPr lang="en-US" dirty="0">
                  <a:solidFill>
                    <a:srgbClr val="000000"/>
                  </a:solidFill>
                  <a:cs typeface="+mn-ea"/>
                  <a:sym typeface="+mn-lt"/>
                </a:endParaRPr>
              </a:p>
            </p:txBody>
          </p:sp>
          <p:sp>
            <p:nvSpPr>
              <p:cNvPr id="31" name="Bullet2">
                <a:extLst>
                  <a:ext uri="{FF2B5EF4-FFF2-40B4-BE49-F238E27FC236}">
                    <a16:creationId xmlns:a16="http://schemas.microsoft.com/office/drawing/2014/main" id="{90706B11-92D9-A082-C09C-F516EC38941D}"/>
                  </a:ext>
                </a:extLst>
              </p:cNvPr>
              <p:cNvSpPr txBox="1"/>
              <p:nvPr/>
            </p:nvSpPr>
            <p:spPr>
              <a:xfrm>
                <a:off x="8417754" y="2757789"/>
                <a:ext cx="2968026" cy="505847"/>
              </a:xfrm>
              <a:prstGeom prst="rect">
                <a:avLst/>
              </a:prstGeom>
              <a:noFill/>
            </p:spPr>
            <p:txBody>
              <a:bodyPr wrap="square" lIns="91440" tIns="45720" rIns="91440" bIns="45720"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1800" b="1">
                    <a:solidFill>
                      <a:schemeClr val="accent2"/>
                    </a:solidFill>
                    <a:cs typeface="+mn-ea"/>
                    <a:sym typeface="+mn-lt"/>
                  </a:rPr>
                  <a:t>单击添加小标题</a:t>
                </a:r>
                <a:endParaRPr lang="en-US" sz="1800" dirty="0">
                  <a:solidFill>
                    <a:schemeClr val="accent2"/>
                  </a:solidFill>
                  <a:cs typeface="+mn-ea"/>
                  <a:sym typeface="+mn-lt"/>
                </a:endParaRPr>
              </a:p>
            </p:txBody>
          </p:sp>
        </p:grpSp>
        <p:grpSp>
          <p:nvGrpSpPr>
            <p:cNvPr id="18" name="组合 17">
              <a:extLst>
                <a:ext uri="{FF2B5EF4-FFF2-40B4-BE49-F238E27FC236}">
                  <a16:creationId xmlns:a16="http://schemas.microsoft.com/office/drawing/2014/main" id="{A1923F24-0AB5-A355-6F3C-705FC547032B}"/>
                </a:ext>
              </a:extLst>
            </p:cNvPr>
            <p:cNvGrpSpPr/>
            <p:nvPr/>
          </p:nvGrpSpPr>
          <p:grpSpPr>
            <a:xfrm>
              <a:off x="793521" y="4186342"/>
              <a:ext cx="2968026" cy="1816329"/>
              <a:chOff x="793521" y="4186342"/>
              <a:chExt cx="2968026" cy="1816329"/>
            </a:xfrm>
          </p:grpSpPr>
          <p:sp>
            <p:nvSpPr>
              <p:cNvPr id="24" name="Number3">
                <a:extLst>
                  <a:ext uri="{FF2B5EF4-FFF2-40B4-BE49-F238E27FC236}">
                    <a16:creationId xmlns:a16="http://schemas.microsoft.com/office/drawing/2014/main" id="{1397749E-0C98-D3CD-B81E-3D6424EE14CD}"/>
                  </a:ext>
                </a:extLst>
              </p:cNvPr>
              <p:cNvSpPr txBox="1"/>
              <p:nvPr/>
            </p:nvSpPr>
            <p:spPr>
              <a:xfrm>
                <a:off x="885889" y="4186342"/>
                <a:ext cx="2783291" cy="479963"/>
              </a:xfrm>
              <a:prstGeom prst="rect">
                <a:avLst/>
              </a:prstGeom>
              <a:noFill/>
            </p:spPr>
            <p:txBody>
              <a:bodyPr wrap="none" lIns="91440" tIns="45720" rIns="91440" bIns="45720" rtlCol="0" anchor="b">
                <a:normAutofit/>
              </a:bodyPr>
              <a:lstStyle/>
              <a:p>
                <a:pPr algn="ctr"/>
                <a:r>
                  <a:rPr lang="en-US" altLang="zh-CN" sz="2400" b="1">
                    <a:solidFill>
                      <a:srgbClr val="FFFFFF"/>
                    </a:solidFill>
                    <a:cs typeface="+mn-ea"/>
                    <a:sym typeface="+mn-lt"/>
                  </a:rPr>
                  <a:t>03</a:t>
                </a:r>
                <a:endParaRPr lang="zh-CN" altLang="en-US" sz="2400" b="1" dirty="0">
                  <a:solidFill>
                    <a:srgbClr val="FFFFFF"/>
                  </a:solidFill>
                  <a:cs typeface="+mn-ea"/>
                  <a:sym typeface="+mn-lt"/>
                </a:endParaRPr>
              </a:p>
            </p:txBody>
          </p:sp>
          <p:sp>
            <p:nvSpPr>
              <p:cNvPr id="25" name="Text3">
                <a:extLst>
                  <a:ext uri="{FF2B5EF4-FFF2-40B4-BE49-F238E27FC236}">
                    <a16:creationId xmlns:a16="http://schemas.microsoft.com/office/drawing/2014/main" id="{1BB370C3-7ABD-7533-3337-4CAF7B3D0689}"/>
                  </a:ext>
                </a:extLst>
              </p:cNvPr>
              <p:cNvSpPr txBox="1"/>
              <p:nvPr/>
            </p:nvSpPr>
            <p:spPr>
              <a:xfrm>
                <a:off x="793521" y="5369296"/>
                <a:ext cx="2968026" cy="633375"/>
              </a:xfrm>
              <a:prstGeom prst="rect">
                <a:avLst/>
              </a:prstGeom>
              <a:noFill/>
            </p:spPr>
            <p:txBody>
              <a:bodyPr wrap="square" lIns="91440" tIns="45720" rIns="91440" bIns="45720"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a:solidFill>
                      <a:srgbClr val="000000"/>
                    </a:solidFill>
                    <a:cs typeface="+mn-ea"/>
                    <a:sym typeface="+mn-lt"/>
                  </a:rPr>
                  <a:t>单击此处添加文本单击此处添加文本单击此处添加文本单击此处添加文本</a:t>
                </a:r>
                <a:endParaRPr lang="en-US" dirty="0">
                  <a:solidFill>
                    <a:srgbClr val="000000"/>
                  </a:solidFill>
                  <a:cs typeface="+mn-ea"/>
                  <a:sym typeface="+mn-lt"/>
                </a:endParaRPr>
              </a:p>
            </p:txBody>
          </p:sp>
          <p:sp>
            <p:nvSpPr>
              <p:cNvPr id="26" name="Bullet3">
                <a:extLst>
                  <a:ext uri="{FF2B5EF4-FFF2-40B4-BE49-F238E27FC236}">
                    <a16:creationId xmlns:a16="http://schemas.microsoft.com/office/drawing/2014/main" id="{95E4C9B5-EB3D-EC4B-1F66-653A626C631F}"/>
                  </a:ext>
                </a:extLst>
              </p:cNvPr>
              <p:cNvSpPr txBox="1"/>
              <p:nvPr/>
            </p:nvSpPr>
            <p:spPr>
              <a:xfrm>
                <a:off x="793521" y="4863449"/>
                <a:ext cx="2968026" cy="505847"/>
              </a:xfrm>
              <a:prstGeom prst="rect">
                <a:avLst/>
              </a:prstGeom>
              <a:noFill/>
            </p:spPr>
            <p:txBody>
              <a:bodyPr wrap="square" lIns="91440" tIns="45720" rIns="91440" bIns="45720"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1800" b="1">
                    <a:solidFill>
                      <a:schemeClr val="accent2"/>
                    </a:solidFill>
                    <a:cs typeface="+mn-ea"/>
                    <a:sym typeface="+mn-lt"/>
                  </a:rPr>
                  <a:t>单击添加小标题</a:t>
                </a:r>
                <a:endParaRPr lang="en-US" sz="1800" dirty="0">
                  <a:solidFill>
                    <a:schemeClr val="accent2"/>
                  </a:solidFill>
                  <a:cs typeface="+mn-ea"/>
                  <a:sym typeface="+mn-lt"/>
                </a:endParaRPr>
              </a:p>
            </p:txBody>
          </p:sp>
        </p:grpSp>
        <p:grpSp>
          <p:nvGrpSpPr>
            <p:cNvPr id="20" name="组合 19">
              <a:extLst>
                <a:ext uri="{FF2B5EF4-FFF2-40B4-BE49-F238E27FC236}">
                  <a16:creationId xmlns:a16="http://schemas.microsoft.com/office/drawing/2014/main" id="{D1841457-D0A4-FD68-2DA7-828D9E33D12F}"/>
                </a:ext>
              </a:extLst>
            </p:cNvPr>
            <p:cNvGrpSpPr/>
            <p:nvPr/>
          </p:nvGrpSpPr>
          <p:grpSpPr>
            <a:xfrm>
              <a:off x="8417754" y="4186342"/>
              <a:ext cx="2968026" cy="1816329"/>
              <a:chOff x="8417754" y="4186342"/>
              <a:chExt cx="2968026" cy="1816329"/>
            </a:xfrm>
          </p:grpSpPr>
          <p:sp>
            <p:nvSpPr>
              <p:cNvPr id="21" name="Number4">
                <a:extLst>
                  <a:ext uri="{FF2B5EF4-FFF2-40B4-BE49-F238E27FC236}">
                    <a16:creationId xmlns:a16="http://schemas.microsoft.com/office/drawing/2014/main" id="{374BABC0-3D93-6DFE-85E8-E101E0688831}"/>
                  </a:ext>
                </a:extLst>
              </p:cNvPr>
              <p:cNvSpPr txBox="1"/>
              <p:nvPr/>
            </p:nvSpPr>
            <p:spPr>
              <a:xfrm>
                <a:off x="8510122" y="4186342"/>
                <a:ext cx="2783291" cy="479963"/>
              </a:xfrm>
              <a:prstGeom prst="rect">
                <a:avLst/>
              </a:prstGeom>
              <a:noFill/>
            </p:spPr>
            <p:txBody>
              <a:bodyPr wrap="none" lIns="91440" tIns="45720" rIns="91440" bIns="45720" rtlCol="0" anchor="b">
                <a:normAutofit/>
              </a:bodyPr>
              <a:lstStyle/>
              <a:p>
                <a:pPr algn="ctr"/>
                <a:r>
                  <a:rPr lang="en-US" altLang="zh-CN" sz="2400" b="1">
                    <a:solidFill>
                      <a:srgbClr val="FFFFFF"/>
                    </a:solidFill>
                    <a:cs typeface="+mn-ea"/>
                    <a:sym typeface="+mn-lt"/>
                  </a:rPr>
                  <a:t>04</a:t>
                </a:r>
                <a:endParaRPr lang="zh-CN" altLang="en-US" sz="2400" b="1" dirty="0">
                  <a:solidFill>
                    <a:srgbClr val="FFFFFF"/>
                  </a:solidFill>
                  <a:cs typeface="+mn-ea"/>
                  <a:sym typeface="+mn-lt"/>
                </a:endParaRPr>
              </a:p>
            </p:txBody>
          </p:sp>
          <p:sp>
            <p:nvSpPr>
              <p:cNvPr id="22" name="Text4">
                <a:extLst>
                  <a:ext uri="{FF2B5EF4-FFF2-40B4-BE49-F238E27FC236}">
                    <a16:creationId xmlns:a16="http://schemas.microsoft.com/office/drawing/2014/main" id="{EBFFD459-3CC6-F938-93F6-159394301593}"/>
                  </a:ext>
                </a:extLst>
              </p:cNvPr>
              <p:cNvSpPr txBox="1"/>
              <p:nvPr/>
            </p:nvSpPr>
            <p:spPr>
              <a:xfrm>
                <a:off x="8417754" y="5369296"/>
                <a:ext cx="2968026" cy="633375"/>
              </a:xfrm>
              <a:prstGeom prst="rect">
                <a:avLst/>
              </a:prstGeom>
              <a:noFill/>
            </p:spPr>
            <p:txBody>
              <a:bodyPr wrap="square" lIns="91440" tIns="45720" rIns="91440" bIns="45720"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a:solidFill>
                      <a:srgbClr val="000000"/>
                    </a:solidFill>
                    <a:cs typeface="+mn-ea"/>
                    <a:sym typeface="+mn-lt"/>
                  </a:rPr>
                  <a:t>单击此处添加文本单击此处添加文本单击此处添加文本单击此处添加文本</a:t>
                </a:r>
                <a:endParaRPr lang="en-US" dirty="0">
                  <a:solidFill>
                    <a:srgbClr val="000000"/>
                  </a:solidFill>
                  <a:cs typeface="+mn-ea"/>
                  <a:sym typeface="+mn-lt"/>
                </a:endParaRPr>
              </a:p>
            </p:txBody>
          </p:sp>
          <p:sp>
            <p:nvSpPr>
              <p:cNvPr id="23" name="Bullet4">
                <a:extLst>
                  <a:ext uri="{FF2B5EF4-FFF2-40B4-BE49-F238E27FC236}">
                    <a16:creationId xmlns:a16="http://schemas.microsoft.com/office/drawing/2014/main" id="{B6E30ABA-851D-787E-D041-F09456065F29}"/>
                  </a:ext>
                </a:extLst>
              </p:cNvPr>
              <p:cNvSpPr txBox="1"/>
              <p:nvPr/>
            </p:nvSpPr>
            <p:spPr>
              <a:xfrm>
                <a:off x="8417754" y="4863449"/>
                <a:ext cx="2968026" cy="505847"/>
              </a:xfrm>
              <a:prstGeom prst="rect">
                <a:avLst/>
              </a:prstGeom>
              <a:noFill/>
            </p:spPr>
            <p:txBody>
              <a:bodyPr wrap="square" lIns="91440" tIns="45720" rIns="91440" bIns="45720"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1800" b="1">
                    <a:solidFill>
                      <a:schemeClr val="accent1"/>
                    </a:solidFill>
                    <a:cs typeface="+mn-ea"/>
                    <a:sym typeface="+mn-lt"/>
                  </a:rPr>
                  <a:t>单击添加小标题</a:t>
                </a:r>
                <a:endParaRPr lang="en-US" sz="1800" dirty="0">
                  <a:solidFill>
                    <a:schemeClr val="accent1"/>
                  </a:solidFill>
                  <a:cs typeface="+mn-ea"/>
                  <a:sym typeface="+mn-lt"/>
                </a:endParaRPr>
              </a:p>
            </p:txBody>
          </p:sp>
        </p:grpSp>
      </p:grpSp>
      <p:sp>
        <p:nvSpPr>
          <p:cNvPr id="39" name="Title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a:sym typeface="+mn-lt"/>
              </a:rPr>
              <a:t>单击此处添加页面标题</a:t>
            </a:r>
            <a:endParaRPr lang="en-US" dirty="0">
              <a:sym typeface="+mn-lt"/>
            </a:endParaRPr>
          </a:p>
        </p:txBody>
      </p:sp>
    </p:spTree>
    <p:extLst>
      <p:ext uri="{BB962C8B-B14F-4D97-AF65-F5344CB8AC3E}">
        <p14:creationId xmlns:p14="http://schemas.microsoft.com/office/powerpoint/2010/main" val="2295600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3C27F-111E-91E4-CB32-1A014343A68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22BE76F-5E42-222F-A86B-F78976973367}"/>
              </a:ext>
            </a:extLst>
          </p:cNvPr>
          <p:cNvGrpSpPr/>
          <p:nvPr/>
        </p:nvGrpSpPr>
        <p:grpSpPr>
          <a:xfrm>
            <a:off x="660399" y="1130300"/>
            <a:ext cx="10858500" cy="5003800"/>
            <a:chOff x="660399" y="1130300"/>
            <a:chExt cx="10858500" cy="5003800"/>
          </a:xfrm>
        </p:grpSpPr>
        <p:sp>
          <p:nvSpPr>
            <p:cNvPr id="4" name="Title">
              <a:extLst>
                <a:ext uri="{FF2B5EF4-FFF2-40B4-BE49-F238E27FC236}">
                  <a16:creationId xmlns:a16="http://schemas.microsoft.com/office/drawing/2014/main" id="{111079FF-B67F-2702-9410-E66E11256F8C}"/>
                </a:ext>
              </a:extLst>
            </p:cNvPr>
            <p:cNvSpPr>
              <a:spLocks/>
            </p:cNvSpPr>
            <p:nvPr/>
          </p:nvSpPr>
          <p:spPr>
            <a:xfrm>
              <a:off x="660401" y="1130300"/>
              <a:ext cx="9950450" cy="8313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kumimoji="1" lang="zh-CN" altLang="en-US" sz="2400" b="1">
                  <a:solidFill>
                    <a:schemeClr val="tx1"/>
                  </a:solidFill>
                  <a:cs typeface="+mn-ea"/>
                  <a:sym typeface="+mn-lt"/>
                </a:rPr>
                <a:t>单击此处添加长一点的副标题</a:t>
              </a:r>
              <a:endParaRPr lang="en-US" sz="2400" dirty="0">
                <a:solidFill>
                  <a:schemeClr val="tx1"/>
                </a:solidFill>
                <a:cs typeface="+mn-ea"/>
                <a:sym typeface="+mn-lt"/>
              </a:endParaRPr>
            </a:p>
          </p:txBody>
        </p:sp>
        <p:sp>
          <p:nvSpPr>
            <p:cNvPr id="5" name="矩形 4">
              <a:extLst>
                <a:ext uri="{FF2B5EF4-FFF2-40B4-BE49-F238E27FC236}">
                  <a16:creationId xmlns:a16="http://schemas.microsoft.com/office/drawing/2014/main" id="{6793A96F-4B3F-3F2E-6256-3EC4B29A2353}"/>
                </a:ext>
              </a:extLst>
            </p:cNvPr>
            <p:cNvSpPr/>
            <p:nvPr/>
          </p:nvSpPr>
          <p:spPr>
            <a:xfrm>
              <a:off x="660399" y="2105187"/>
              <a:ext cx="10858500" cy="1146014"/>
            </a:xfrm>
            <a:prstGeom prst="rect">
              <a:avLst/>
            </a:prstGeom>
            <a:solidFill>
              <a:srgbClr val="FFFFFF"/>
            </a:solidFill>
            <a:ln>
              <a:noFill/>
            </a:ln>
            <a:effectLst>
              <a:outerShdw blurRad="317500" sx="103000" sy="103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6" name="矩形 5">
              <a:extLst>
                <a:ext uri="{FF2B5EF4-FFF2-40B4-BE49-F238E27FC236}">
                  <a16:creationId xmlns:a16="http://schemas.microsoft.com/office/drawing/2014/main" id="{7289EC1F-6498-C364-96D1-C0F63A484C73}"/>
                </a:ext>
              </a:extLst>
            </p:cNvPr>
            <p:cNvSpPr/>
            <p:nvPr/>
          </p:nvSpPr>
          <p:spPr>
            <a:xfrm>
              <a:off x="2978150" y="3546637"/>
              <a:ext cx="8540748" cy="1146014"/>
            </a:xfrm>
            <a:prstGeom prst="rect">
              <a:avLst/>
            </a:prstGeom>
            <a:solidFill>
              <a:srgbClr val="FFFFFF"/>
            </a:solidFill>
            <a:ln>
              <a:noFill/>
            </a:ln>
            <a:effectLst>
              <a:outerShdw blurRad="317500" sx="103000" sy="103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7" name="矩形 6">
              <a:extLst>
                <a:ext uri="{FF2B5EF4-FFF2-40B4-BE49-F238E27FC236}">
                  <a16:creationId xmlns:a16="http://schemas.microsoft.com/office/drawing/2014/main" id="{9CECD413-CD3C-91DA-70E9-DBA43256E34D}"/>
                </a:ext>
              </a:extLst>
            </p:cNvPr>
            <p:cNvSpPr/>
            <p:nvPr/>
          </p:nvSpPr>
          <p:spPr>
            <a:xfrm>
              <a:off x="5492749" y="4988086"/>
              <a:ext cx="6026149" cy="1146014"/>
            </a:xfrm>
            <a:prstGeom prst="rect">
              <a:avLst/>
            </a:prstGeom>
            <a:solidFill>
              <a:srgbClr val="FFFFFF"/>
            </a:solidFill>
            <a:ln>
              <a:noFill/>
            </a:ln>
            <a:effectLst>
              <a:outerShdw blurRad="317500" sx="103000" sy="103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9" name="十字形 8">
              <a:extLst>
                <a:ext uri="{FF2B5EF4-FFF2-40B4-BE49-F238E27FC236}">
                  <a16:creationId xmlns:a16="http://schemas.microsoft.com/office/drawing/2014/main" id="{B1C9DB40-2010-D727-EB8B-59D74966A3C5}"/>
                </a:ext>
              </a:extLst>
            </p:cNvPr>
            <p:cNvSpPr/>
            <p:nvPr/>
          </p:nvSpPr>
          <p:spPr>
            <a:xfrm>
              <a:off x="10777164" y="1404535"/>
              <a:ext cx="282871" cy="282871"/>
            </a:xfrm>
            <a:prstGeom prst="plus">
              <a:avLst>
                <a:gd name="adj" fmla="val 3611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85000" lnSpcReduction="20000"/>
            </a:bodyPr>
            <a:lstStyle/>
            <a:p>
              <a:pPr algn="ctr"/>
              <a:endParaRPr lang="zh-CN" altLang="en-US">
                <a:cs typeface="+mn-ea"/>
                <a:sym typeface="+mn-lt"/>
              </a:endParaRPr>
            </a:p>
          </p:txBody>
        </p:sp>
        <p:sp>
          <p:nvSpPr>
            <p:cNvPr id="11" name="十字形 10">
              <a:extLst>
                <a:ext uri="{FF2B5EF4-FFF2-40B4-BE49-F238E27FC236}">
                  <a16:creationId xmlns:a16="http://schemas.microsoft.com/office/drawing/2014/main" id="{3208BA7F-2CAA-9DA2-BC8B-35AACC4F5D15}"/>
                </a:ext>
              </a:extLst>
            </p:cNvPr>
            <p:cNvSpPr/>
            <p:nvPr/>
          </p:nvSpPr>
          <p:spPr>
            <a:xfrm>
              <a:off x="11120962" y="1404535"/>
              <a:ext cx="282871" cy="282871"/>
            </a:xfrm>
            <a:prstGeom prst="plus">
              <a:avLst>
                <a:gd name="adj" fmla="val 3611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85000" lnSpcReduction="20000"/>
            </a:bodyPr>
            <a:lstStyle/>
            <a:p>
              <a:pPr algn="ctr"/>
              <a:endParaRPr lang="zh-CN" altLang="en-US">
                <a:cs typeface="+mn-ea"/>
                <a:sym typeface="+mn-lt"/>
              </a:endParaRPr>
            </a:p>
          </p:txBody>
        </p:sp>
        <p:sp>
          <p:nvSpPr>
            <p:cNvPr id="12" name="矩形 11">
              <a:extLst>
                <a:ext uri="{FF2B5EF4-FFF2-40B4-BE49-F238E27FC236}">
                  <a16:creationId xmlns:a16="http://schemas.microsoft.com/office/drawing/2014/main" id="{DF7881B1-82E7-39C3-3F50-1ED53FF981D1}"/>
                </a:ext>
              </a:extLst>
            </p:cNvPr>
            <p:cNvSpPr/>
            <p:nvPr/>
          </p:nvSpPr>
          <p:spPr>
            <a:xfrm>
              <a:off x="2978150" y="4988082"/>
              <a:ext cx="342891" cy="3428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lnSpcReduction="10000"/>
            </a:bodyPr>
            <a:lstStyle/>
            <a:p>
              <a:pPr algn="ctr"/>
              <a:endParaRPr lang="zh-CN" altLang="en-US">
                <a:cs typeface="+mn-ea"/>
                <a:sym typeface="+mn-lt"/>
              </a:endParaRPr>
            </a:p>
          </p:txBody>
        </p:sp>
        <p:sp>
          <p:nvSpPr>
            <p:cNvPr id="13" name="任意多边形: 形状 12">
              <a:extLst>
                <a:ext uri="{FF2B5EF4-FFF2-40B4-BE49-F238E27FC236}">
                  <a16:creationId xmlns:a16="http://schemas.microsoft.com/office/drawing/2014/main" id="{BC400D9E-A913-0595-3D6C-46F97389FC97}"/>
                </a:ext>
              </a:extLst>
            </p:cNvPr>
            <p:cNvSpPr/>
            <p:nvPr/>
          </p:nvSpPr>
          <p:spPr>
            <a:xfrm flipH="1" flipV="1">
              <a:off x="2978149" y="5330971"/>
              <a:ext cx="342891" cy="338379"/>
            </a:xfrm>
            <a:custGeom>
              <a:avLst/>
              <a:gdLst>
                <a:gd name="csX0" fmla="*/ 0 w 923052"/>
                <a:gd name="csY0" fmla="*/ 0 h 922337"/>
                <a:gd name="csX1" fmla="*/ 923052 w 923052"/>
                <a:gd name="csY1" fmla="*/ 0 h 922337"/>
                <a:gd name="csX2" fmla="*/ 923052 w 923052"/>
                <a:gd name="csY2" fmla="*/ 922337 h 922337"/>
                <a:gd name="csX3" fmla="*/ 18675 w 923052"/>
                <a:gd name="csY3" fmla="*/ 185248 h 922337"/>
              </a:gdLst>
              <a:ahLst/>
              <a:cxnLst>
                <a:cxn ang="0">
                  <a:pos x="csX0" y="csY0"/>
                </a:cxn>
                <a:cxn ang="0">
                  <a:pos x="csX1" y="csY1"/>
                </a:cxn>
                <a:cxn ang="0">
                  <a:pos x="csX2" y="csY2"/>
                </a:cxn>
                <a:cxn ang="0">
                  <a:pos x="csX3" y="csY3"/>
                </a:cxn>
              </a:cxnLst>
              <a:rect l="l" t="t" r="r" b="b"/>
              <a:pathLst>
                <a:path w="923052" h="922337">
                  <a:moveTo>
                    <a:pt x="0" y="0"/>
                  </a:moveTo>
                  <a:lnTo>
                    <a:pt x="923052" y="0"/>
                  </a:lnTo>
                  <a:lnTo>
                    <a:pt x="923052" y="922337"/>
                  </a:lnTo>
                  <a:cubicBezTo>
                    <a:pt x="476949" y="922337"/>
                    <a:pt x="104754" y="605904"/>
                    <a:pt x="18675" y="18524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lnSpcReduction="10000"/>
            </a:bodyPr>
            <a:lstStyle/>
            <a:p>
              <a:pPr algn="ctr"/>
              <a:endParaRPr lang="zh-CN" altLang="en-US">
                <a:cs typeface="+mn-ea"/>
                <a:sym typeface="+mn-lt"/>
              </a:endParaRPr>
            </a:p>
          </p:txBody>
        </p:sp>
        <p:sp>
          <p:nvSpPr>
            <p:cNvPr id="18" name="矩形 17">
              <a:extLst>
                <a:ext uri="{FF2B5EF4-FFF2-40B4-BE49-F238E27FC236}">
                  <a16:creationId xmlns:a16="http://schemas.microsoft.com/office/drawing/2014/main" id="{F773CB9C-BD04-B364-8004-FC7B72717F29}"/>
                </a:ext>
              </a:extLst>
            </p:cNvPr>
            <p:cNvSpPr/>
            <p:nvPr/>
          </p:nvSpPr>
          <p:spPr>
            <a:xfrm>
              <a:off x="2978150" y="5669350"/>
              <a:ext cx="342891" cy="46474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19" name="PictureMisc1">
              <a:extLst>
                <a:ext uri="{FF2B5EF4-FFF2-40B4-BE49-F238E27FC236}">
                  <a16:creationId xmlns:a16="http://schemas.microsoft.com/office/drawing/2014/main" id="{87E6ED97-F2D6-F366-5393-B06B8B9CE551}"/>
                </a:ext>
              </a:extLst>
            </p:cNvPr>
            <p:cNvSpPr/>
            <p:nvPr/>
          </p:nvSpPr>
          <p:spPr>
            <a:xfrm>
              <a:off x="660400" y="3542827"/>
              <a:ext cx="2057400" cy="2591272"/>
            </a:xfrm>
            <a:prstGeom prst="rect">
              <a:avLst/>
            </a:prstGeom>
            <a:blipFill>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20" name="PictureMisc2">
              <a:extLst>
                <a:ext uri="{FF2B5EF4-FFF2-40B4-BE49-F238E27FC236}">
                  <a16:creationId xmlns:a16="http://schemas.microsoft.com/office/drawing/2014/main" id="{B45ED698-8D14-3EF3-0F7B-8A6EE233D2AC}"/>
                </a:ext>
              </a:extLst>
            </p:cNvPr>
            <p:cNvSpPr/>
            <p:nvPr/>
          </p:nvSpPr>
          <p:spPr>
            <a:xfrm>
              <a:off x="3321046" y="4988083"/>
              <a:ext cx="1905003" cy="1146015"/>
            </a:xfrm>
            <a:prstGeom prst="rect">
              <a:avLst/>
            </a:prstGeom>
            <a:blipFill>
              <a:blip r:embed="rId5"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grpSp>
          <p:nvGrpSpPr>
            <p:cNvPr id="21" name="组合 20">
              <a:extLst>
                <a:ext uri="{FF2B5EF4-FFF2-40B4-BE49-F238E27FC236}">
                  <a16:creationId xmlns:a16="http://schemas.microsoft.com/office/drawing/2014/main" id="{828F1C94-A633-F97E-B83D-A25409122666}"/>
                </a:ext>
              </a:extLst>
            </p:cNvPr>
            <p:cNvGrpSpPr/>
            <p:nvPr/>
          </p:nvGrpSpPr>
          <p:grpSpPr>
            <a:xfrm>
              <a:off x="804332" y="2213791"/>
              <a:ext cx="10570634" cy="928807"/>
              <a:chOff x="804332" y="2213791"/>
              <a:chExt cx="10570634" cy="928807"/>
            </a:xfrm>
          </p:grpSpPr>
          <p:sp>
            <p:nvSpPr>
              <p:cNvPr id="30" name="Number1">
                <a:extLst>
                  <a:ext uri="{FF2B5EF4-FFF2-40B4-BE49-F238E27FC236}">
                    <a16:creationId xmlns:a16="http://schemas.microsoft.com/office/drawing/2014/main" id="{2C05E440-6A89-ED09-696D-7CD764F3B50F}"/>
                  </a:ext>
                </a:extLst>
              </p:cNvPr>
              <p:cNvSpPr txBox="1"/>
              <p:nvPr/>
            </p:nvSpPr>
            <p:spPr>
              <a:xfrm>
                <a:off x="804332" y="2297534"/>
                <a:ext cx="541866" cy="542369"/>
              </a:xfrm>
              <a:prstGeom prst="ellipse">
                <a:avLst/>
              </a:prstGeom>
              <a:solidFill>
                <a:schemeClr val="accent1"/>
              </a:solidFill>
            </p:spPr>
            <p:txBody>
              <a:bodyPr wrap="none" lIns="91440" tIns="45720" rIns="91440" bIns="45720" rtlCol="0" anchor="ctr">
                <a:normAutofit/>
              </a:bodyPr>
              <a:lstStyle/>
              <a:p>
                <a:pPr algn="ctr"/>
                <a:r>
                  <a:rPr lang="en-US" altLang="zh-CN" sz="1400" b="1">
                    <a:solidFill>
                      <a:srgbClr val="FFFFFF"/>
                    </a:solidFill>
                    <a:cs typeface="+mn-ea"/>
                    <a:sym typeface="+mn-lt"/>
                  </a:rPr>
                  <a:t>01</a:t>
                </a:r>
                <a:endParaRPr lang="zh-CN" altLang="en-US" sz="1400" b="1" dirty="0">
                  <a:solidFill>
                    <a:srgbClr val="FFFFFF"/>
                  </a:solidFill>
                  <a:cs typeface="+mn-ea"/>
                  <a:sym typeface="+mn-lt"/>
                </a:endParaRPr>
              </a:p>
            </p:txBody>
          </p:sp>
          <p:sp>
            <p:nvSpPr>
              <p:cNvPr id="31" name="Text1">
                <a:extLst>
                  <a:ext uri="{FF2B5EF4-FFF2-40B4-BE49-F238E27FC236}">
                    <a16:creationId xmlns:a16="http://schemas.microsoft.com/office/drawing/2014/main" id="{E07C9411-CFBC-A3F9-1CF6-4CBFA40B179A}"/>
                  </a:ext>
                </a:extLst>
              </p:cNvPr>
              <p:cNvSpPr txBox="1"/>
              <p:nvPr/>
            </p:nvSpPr>
            <p:spPr>
              <a:xfrm>
                <a:off x="1441510" y="2701395"/>
                <a:ext cx="9933456" cy="441203"/>
              </a:xfrm>
              <a:prstGeom prst="rect">
                <a:avLst/>
              </a:prstGeom>
              <a:noFill/>
            </p:spPr>
            <p:txBody>
              <a:bodyPr wrap="square" lIns="91440" tIns="45720" rIns="91440" bIns="45720"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a:solidFill>
                      <a:srgbClr val="000000"/>
                    </a:solidFill>
                    <a:cs typeface="+mn-ea"/>
                    <a:sym typeface="+mn-lt"/>
                  </a:rPr>
                  <a:t>单击此处添加文本单击此处添加文本单击此处添加文本单击此处添加文本</a:t>
                </a:r>
                <a:endParaRPr lang="en-US" dirty="0">
                  <a:solidFill>
                    <a:srgbClr val="000000"/>
                  </a:solidFill>
                  <a:cs typeface="+mn-ea"/>
                  <a:sym typeface="+mn-lt"/>
                </a:endParaRPr>
              </a:p>
            </p:txBody>
          </p:sp>
          <p:sp>
            <p:nvSpPr>
              <p:cNvPr id="32" name="Bullet1">
                <a:extLst>
                  <a:ext uri="{FF2B5EF4-FFF2-40B4-BE49-F238E27FC236}">
                    <a16:creationId xmlns:a16="http://schemas.microsoft.com/office/drawing/2014/main" id="{1995D9E0-3FC4-962D-6766-D835A486549B}"/>
                  </a:ext>
                </a:extLst>
              </p:cNvPr>
              <p:cNvSpPr txBox="1"/>
              <p:nvPr/>
            </p:nvSpPr>
            <p:spPr>
              <a:xfrm>
                <a:off x="1441510" y="2213791"/>
                <a:ext cx="9933452" cy="487603"/>
              </a:xfrm>
              <a:prstGeom prst="rect">
                <a:avLst/>
              </a:prstGeom>
              <a:noFill/>
            </p:spPr>
            <p:txBody>
              <a:bodyPr wrap="square" lIns="91440" tIns="45720" rIns="91440" bIns="45720"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1800" b="1">
                    <a:solidFill>
                      <a:srgbClr val="000000"/>
                    </a:solidFill>
                    <a:cs typeface="+mn-ea"/>
                    <a:sym typeface="+mn-lt"/>
                  </a:rPr>
                  <a:t>单击添加小标题</a:t>
                </a:r>
                <a:endParaRPr lang="en-US" sz="1800" dirty="0">
                  <a:solidFill>
                    <a:srgbClr val="000000"/>
                  </a:solidFill>
                  <a:cs typeface="+mn-ea"/>
                  <a:sym typeface="+mn-lt"/>
                </a:endParaRPr>
              </a:p>
            </p:txBody>
          </p:sp>
        </p:grpSp>
        <p:grpSp>
          <p:nvGrpSpPr>
            <p:cNvPr id="22" name="组合 21">
              <a:extLst>
                <a:ext uri="{FF2B5EF4-FFF2-40B4-BE49-F238E27FC236}">
                  <a16:creationId xmlns:a16="http://schemas.microsoft.com/office/drawing/2014/main" id="{87AD12A5-6FC7-3F99-2E7A-71AA86625FC1}"/>
                </a:ext>
              </a:extLst>
            </p:cNvPr>
            <p:cNvGrpSpPr/>
            <p:nvPr/>
          </p:nvGrpSpPr>
          <p:grpSpPr>
            <a:xfrm>
              <a:off x="3104088" y="3655241"/>
              <a:ext cx="8288872" cy="928807"/>
              <a:chOff x="3104088" y="3655241"/>
              <a:chExt cx="8288872" cy="928807"/>
            </a:xfrm>
          </p:grpSpPr>
          <p:sp>
            <p:nvSpPr>
              <p:cNvPr id="27" name="Number2">
                <a:extLst>
                  <a:ext uri="{FF2B5EF4-FFF2-40B4-BE49-F238E27FC236}">
                    <a16:creationId xmlns:a16="http://schemas.microsoft.com/office/drawing/2014/main" id="{E4365B69-C8C7-74FC-C543-34EE0CC1F49A}"/>
                  </a:ext>
                </a:extLst>
              </p:cNvPr>
              <p:cNvSpPr txBox="1"/>
              <p:nvPr/>
            </p:nvSpPr>
            <p:spPr>
              <a:xfrm>
                <a:off x="3104088" y="3738984"/>
                <a:ext cx="541866" cy="542369"/>
              </a:xfrm>
              <a:prstGeom prst="ellipse">
                <a:avLst/>
              </a:prstGeom>
              <a:solidFill>
                <a:schemeClr val="accent2"/>
              </a:solidFill>
            </p:spPr>
            <p:txBody>
              <a:bodyPr wrap="none" lIns="91440" tIns="45720" rIns="91440" bIns="45720" rtlCol="0" anchor="ctr">
                <a:normAutofit/>
              </a:bodyPr>
              <a:lstStyle/>
              <a:p>
                <a:pPr algn="ctr"/>
                <a:r>
                  <a:rPr lang="en-US" altLang="zh-CN" sz="1400" b="1">
                    <a:solidFill>
                      <a:srgbClr val="FFFFFF"/>
                    </a:solidFill>
                    <a:cs typeface="+mn-ea"/>
                    <a:sym typeface="+mn-lt"/>
                  </a:rPr>
                  <a:t>02</a:t>
                </a:r>
                <a:endParaRPr lang="zh-CN" altLang="en-US" sz="1400" b="1" dirty="0">
                  <a:solidFill>
                    <a:srgbClr val="FFFFFF"/>
                  </a:solidFill>
                  <a:cs typeface="+mn-ea"/>
                  <a:sym typeface="+mn-lt"/>
                </a:endParaRPr>
              </a:p>
            </p:txBody>
          </p:sp>
          <p:sp>
            <p:nvSpPr>
              <p:cNvPr id="28" name="Text2">
                <a:extLst>
                  <a:ext uri="{FF2B5EF4-FFF2-40B4-BE49-F238E27FC236}">
                    <a16:creationId xmlns:a16="http://schemas.microsoft.com/office/drawing/2014/main" id="{39F533D9-6011-0A2F-A94B-CAB24F49AC7F}"/>
                  </a:ext>
                </a:extLst>
              </p:cNvPr>
              <p:cNvSpPr txBox="1"/>
              <p:nvPr/>
            </p:nvSpPr>
            <p:spPr>
              <a:xfrm>
                <a:off x="3726394" y="4142845"/>
                <a:ext cx="7666566" cy="441203"/>
              </a:xfrm>
              <a:prstGeom prst="rect">
                <a:avLst/>
              </a:prstGeom>
              <a:noFill/>
            </p:spPr>
            <p:txBody>
              <a:bodyPr wrap="square" lIns="91440" tIns="45720" rIns="91440" bIns="45720"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a:solidFill>
                      <a:srgbClr val="000000"/>
                    </a:solidFill>
                    <a:cs typeface="+mn-ea"/>
                    <a:sym typeface="+mn-lt"/>
                  </a:rPr>
                  <a:t>单击此处添加文本单击此处添加文本单击此处添加文本单击此处添加文本</a:t>
                </a:r>
                <a:endParaRPr lang="en-US" dirty="0">
                  <a:solidFill>
                    <a:srgbClr val="000000"/>
                  </a:solidFill>
                  <a:cs typeface="+mn-ea"/>
                  <a:sym typeface="+mn-lt"/>
                </a:endParaRPr>
              </a:p>
            </p:txBody>
          </p:sp>
          <p:sp>
            <p:nvSpPr>
              <p:cNvPr id="29" name="Bullet2">
                <a:extLst>
                  <a:ext uri="{FF2B5EF4-FFF2-40B4-BE49-F238E27FC236}">
                    <a16:creationId xmlns:a16="http://schemas.microsoft.com/office/drawing/2014/main" id="{F2C79658-BFD7-71B0-08A7-3730B27EAB8C}"/>
                  </a:ext>
                </a:extLst>
              </p:cNvPr>
              <p:cNvSpPr txBox="1"/>
              <p:nvPr/>
            </p:nvSpPr>
            <p:spPr>
              <a:xfrm>
                <a:off x="3726392" y="3655241"/>
                <a:ext cx="7666563" cy="487603"/>
              </a:xfrm>
              <a:prstGeom prst="rect">
                <a:avLst/>
              </a:prstGeom>
              <a:noFill/>
            </p:spPr>
            <p:txBody>
              <a:bodyPr wrap="square" lIns="91440" tIns="45720" rIns="91440" bIns="45720"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1800" b="1">
                    <a:solidFill>
                      <a:srgbClr val="000000"/>
                    </a:solidFill>
                    <a:cs typeface="+mn-ea"/>
                    <a:sym typeface="+mn-lt"/>
                  </a:rPr>
                  <a:t>单击添加小标题</a:t>
                </a:r>
                <a:endParaRPr lang="en-US" sz="1800" dirty="0">
                  <a:solidFill>
                    <a:srgbClr val="000000"/>
                  </a:solidFill>
                  <a:cs typeface="+mn-ea"/>
                  <a:sym typeface="+mn-lt"/>
                </a:endParaRPr>
              </a:p>
            </p:txBody>
          </p:sp>
        </p:grpSp>
        <p:grpSp>
          <p:nvGrpSpPr>
            <p:cNvPr id="23" name="组合 22">
              <a:extLst>
                <a:ext uri="{FF2B5EF4-FFF2-40B4-BE49-F238E27FC236}">
                  <a16:creationId xmlns:a16="http://schemas.microsoft.com/office/drawing/2014/main" id="{1BA7E34B-B560-18A1-4C7E-05D3D530B66A}"/>
                </a:ext>
              </a:extLst>
            </p:cNvPr>
            <p:cNvGrpSpPr/>
            <p:nvPr/>
          </p:nvGrpSpPr>
          <p:grpSpPr>
            <a:xfrm>
              <a:off x="5645149" y="5096690"/>
              <a:ext cx="5721348" cy="928807"/>
              <a:chOff x="5645149" y="5096690"/>
              <a:chExt cx="5721348" cy="928807"/>
            </a:xfrm>
          </p:grpSpPr>
          <p:sp>
            <p:nvSpPr>
              <p:cNvPr id="24" name="Number3">
                <a:extLst>
                  <a:ext uri="{FF2B5EF4-FFF2-40B4-BE49-F238E27FC236}">
                    <a16:creationId xmlns:a16="http://schemas.microsoft.com/office/drawing/2014/main" id="{59D259CF-7BD1-D92D-F8DC-792D7CBAA194}"/>
                  </a:ext>
                </a:extLst>
              </p:cNvPr>
              <p:cNvSpPr txBox="1"/>
              <p:nvPr/>
            </p:nvSpPr>
            <p:spPr>
              <a:xfrm>
                <a:off x="5645149" y="5180433"/>
                <a:ext cx="541866" cy="542369"/>
              </a:xfrm>
              <a:prstGeom prst="ellipse">
                <a:avLst/>
              </a:prstGeom>
              <a:solidFill>
                <a:schemeClr val="accent1"/>
              </a:solidFill>
            </p:spPr>
            <p:txBody>
              <a:bodyPr wrap="none" lIns="91440" tIns="45720" rIns="91440" bIns="45720" rtlCol="0" anchor="ctr">
                <a:normAutofit/>
              </a:bodyPr>
              <a:lstStyle/>
              <a:p>
                <a:pPr algn="ctr"/>
                <a:r>
                  <a:rPr lang="en-US" altLang="zh-CN" sz="1400" b="1">
                    <a:solidFill>
                      <a:srgbClr val="FFFFFF"/>
                    </a:solidFill>
                    <a:cs typeface="+mn-ea"/>
                    <a:sym typeface="+mn-lt"/>
                  </a:rPr>
                  <a:t>03</a:t>
                </a:r>
                <a:endParaRPr lang="zh-CN" altLang="en-US" sz="1400" b="1" dirty="0">
                  <a:solidFill>
                    <a:srgbClr val="FFFFFF"/>
                  </a:solidFill>
                  <a:cs typeface="+mn-ea"/>
                  <a:sym typeface="+mn-lt"/>
                </a:endParaRPr>
              </a:p>
            </p:txBody>
          </p:sp>
          <p:sp>
            <p:nvSpPr>
              <p:cNvPr id="25" name="Text3">
                <a:extLst>
                  <a:ext uri="{FF2B5EF4-FFF2-40B4-BE49-F238E27FC236}">
                    <a16:creationId xmlns:a16="http://schemas.microsoft.com/office/drawing/2014/main" id="{EB2AF258-EBEA-F6E3-CABF-5A35B3126BA3}"/>
                  </a:ext>
                </a:extLst>
              </p:cNvPr>
              <p:cNvSpPr txBox="1"/>
              <p:nvPr/>
            </p:nvSpPr>
            <p:spPr>
              <a:xfrm>
                <a:off x="6284381" y="5584294"/>
                <a:ext cx="5082116" cy="441203"/>
              </a:xfrm>
              <a:prstGeom prst="rect">
                <a:avLst/>
              </a:prstGeom>
              <a:noFill/>
            </p:spPr>
            <p:txBody>
              <a:bodyPr wrap="square" lIns="91440" tIns="45720" rIns="91440" bIns="45720"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a:solidFill>
                      <a:srgbClr val="000000"/>
                    </a:solidFill>
                    <a:cs typeface="+mn-ea"/>
                    <a:sym typeface="+mn-lt"/>
                  </a:rPr>
                  <a:t>单击此处添加文本单击此处添加文本单击此处添加文本单击此处添加文本</a:t>
                </a:r>
                <a:endParaRPr lang="en-US" dirty="0">
                  <a:solidFill>
                    <a:srgbClr val="000000"/>
                  </a:solidFill>
                  <a:cs typeface="+mn-ea"/>
                  <a:sym typeface="+mn-lt"/>
                </a:endParaRPr>
              </a:p>
            </p:txBody>
          </p:sp>
          <p:sp>
            <p:nvSpPr>
              <p:cNvPr id="26" name="Bullet3">
                <a:extLst>
                  <a:ext uri="{FF2B5EF4-FFF2-40B4-BE49-F238E27FC236}">
                    <a16:creationId xmlns:a16="http://schemas.microsoft.com/office/drawing/2014/main" id="{EDC1FAAA-CC3B-2439-EEEE-75D446B2AF93}"/>
                  </a:ext>
                </a:extLst>
              </p:cNvPr>
              <p:cNvSpPr txBox="1"/>
              <p:nvPr/>
            </p:nvSpPr>
            <p:spPr>
              <a:xfrm>
                <a:off x="6284378" y="5096690"/>
                <a:ext cx="5082114" cy="487603"/>
              </a:xfrm>
              <a:prstGeom prst="rect">
                <a:avLst/>
              </a:prstGeom>
              <a:noFill/>
            </p:spPr>
            <p:txBody>
              <a:bodyPr wrap="square" lIns="91440" tIns="45720" rIns="91440" bIns="45720"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1800" b="1">
                    <a:solidFill>
                      <a:srgbClr val="000000"/>
                    </a:solidFill>
                    <a:cs typeface="+mn-ea"/>
                    <a:sym typeface="+mn-lt"/>
                  </a:rPr>
                  <a:t>单击添加小标题</a:t>
                </a:r>
                <a:endParaRPr lang="en-US" sz="1800" dirty="0">
                  <a:solidFill>
                    <a:srgbClr val="000000"/>
                  </a:solidFill>
                  <a:cs typeface="+mn-ea"/>
                  <a:sym typeface="+mn-lt"/>
                </a:endParaRPr>
              </a:p>
            </p:txBody>
          </p:sp>
        </p:grpSp>
      </p:grpSp>
      <p:sp>
        <p:nvSpPr>
          <p:cNvPr id="41" name="Title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a:sym typeface="+mn-lt"/>
              </a:rPr>
              <a:t>单击此处添加页面标题</a:t>
            </a:r>
            <a:endParaRPr lang="en-US" dirty="0">
              <a:sym typeface="+mn-lt"/>
            </a:endParaRPr>
          </a:p>
        </p:txBody>
      </p:sp>
    </p:spTree>
    <p:extLst>
      <p:ext uri="{BB962C8B-B14F-4D97-AF65-F5344CB8AC3E}">
        <p14:creationId xmlns:p14="http://schemas.microsoft.com/office/powerpoint/2010/main" val="4049532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94CEB-29D2-3FD9-3382-3B2E0E2B39C9}"/>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D01851BA-124A-4B41-BFDB-A8A46F43F2D2}"/>
              </a:ext>
            </a:extLst>
          </p:cNvPr>
          <p:cNvGrpSpPr/>
          <p:nvPr/>
        </p:nvGrpSpPr>
        <p:grpSpPr>
          <a:xfrm>
            <a:off x="236656" y="1130300"/>
            <a:ext cx="11282244" cy="5257800"/>
            <a:chOff x="236656" y="1130300"/>
            <a:chExt cx="11282244" cy="5257800"/>
          </a:xfrm>
        </p:grpSpPr>
        <p:sp>
          <p:nvSpPr>
            <p:cNvPr id="4" name="vitamins_95848">
              <a:extLst>
                <a:ext uri="{FF2B5EF4-FFF2-40B4-BE49-F238E27FC236}">
                  <a16:creationId xmlns:a16="http://schemas.microsoft.com/office/drawing/2014/main" id="{9B76AA2B-F8A7-C544-22B2-3EFD8AB1DC5A}"/>
                </a:ext>
              </a:extLst>
            </p:cNvPr>
            <p:cNvSpPr/>
            <p:nvPr/>
          </p:nvSpPr>
          <p:spPr>
            <a:xfrm>
              <a:off x="236656" y="5342902"/>
              <a:ext cx="865969" cy="1045198"/>
            </a:xfrm>
            <a:custGeom>
              <a:avLst/>
              <a:gdLst>
                <a:gd name="T0" fmla="*/ 4291 w 4457"/>
                <a:gd name="T1" fmla="*/ 4524 h 5387"/>
                <a:gd name="T2" fmla="*/ 4143 w 4457"/>
                <a:gd name="T3" fmla="*/ 4469 h 5387"/>
                <a:gd name="T4" fmla="*/ 4241 w 4457"/>
                <a:gd name="T5" fmla="*/ 4250 h 5387"/>
                <a:gd name="T6" fmla="*/ 4401 w 4457"/>
                <a:gd name="T7" fmla="*/ 4453 h 5387"/>
                <a:gd name="T8" fmla="*/ 560 w 4457"/>
                <a:gd name="T9" fmla="*/ 1518 h 5387"/>
                <a:gd name="T10" fmla="*/ 800 w 4457"/>
                <a:gd name="T11" fmla="*/ 1518 h 5387"/>
                <a:gd name="T12" fmla="*/ 1076 w 4457"/>
                <a:gd name="T13" fmla="*/ 1220 h 5387"/>
                <a:gd name="T14" fmla="*/ 4219 w 4457"/>
                <a:gd name="T15" fmla="*/ 3583 h 5387"/>
                <a:gd name="T16" fmla="*/ 4363 w 4457"/>
                <a:gd name="T17" fmla="*/ 3536 h 5387"/>
                <a:gd name="T18" fmla="*/ 4278 w 4457"/>
                <a:gd name="T19" fmla="*/ 3312 h 5387"/>
                <a:gd name="T20" fmla="*/ 4107 w 4457"/>
                <a:gd name="T21" fmla="*/ 3506 h 5387"/>
                <a:gd name="T22" fmla="*/ 240 w 4457"/>
                <a:gd name="T23" fmla="*/ 4014 h 5387"/>
                <a:gd name="T24" fmla="*/ 592 w 4457"/>
                <a:gd name="T25" fmla="*/ 4718 h 5387"/>
                <a:gd name="T26" fmla="*/ 2090 w 4457"/>
                <a:gd name="T27" fmla="*/ 4838 h 5387"/>
                <a:gd name="T28" fmla="*/ 592 w 4457"/>
                <a:gd name="T29" fmla="*/ 4958 h 5387"/>
                <a:gd name="T30" fmla="*/ 0 w 4457"/>
                <a:gd name="T31" fmla="*/ 3899 h 5387"/>
                <a:gd name="T32" fmla="*/ 0 w 4457"/>
                <a:gd name="T33" fmla="*/ 3889 h 5387"/>
                <a:gd name="T34" fmla="*/ 0 w 4457"/>
                <a:gd name="T35" fmla="*/ 2007 h 5387"/>
                <a:gd name="T36" fmla="*/ 0 w 4457"/>
                <a:gd name="T37" fmla="*/ 1197 h 5387"/>
                <a:gd name="T38" fmla="*/ 472 w 4457"/>
                <a:gd name="T39" fmla="*/ 120 h 5387"/>
                <a:gd name="T40" fmla="*/ 2479 w 4457"/>
                <a:gd name="T41" fmla="*/ 0 h 5387"/>
                <a:gd name="T42" fmla="*/ 2599 w 4457"/>
                <a:gd name="T43" fmla="*/ 617 h 5387"/>
                <a:gd name="T44" fmla="*/ 3070 w 4457"/>
                <a:gd name="T45" fmla="*/ 2824 h 5387"/>
                <a:gd name="T46" fmla="*/ 2830 w 4457"/>
                <a:gd name="T47" fmla="*/ 2824 h 5387"/>
                <a:gd name="T48" fmla="*/ 240 w 4457"/>
                <a:gd name="T49" fmla="*/ 2127 h 5387"/>
                <a:gd name="T50" fmla="*/ 1970 w 4457"/>
                <a:gd name="T51" fmla="*/ 3774 h 5387"/>
                <a:gd name="T52" fmla="*/ 1970 w 4457"/>
                <a:gd name="T53" fmla="*/ 4014 h 5387"/>
                <a:gd name="T54" fmla="*/ 712 w 4457"/>
                <a:gd name="T55" fmla="*/ 605 h 5387"/>
                <a:gd name="T56" fmla="*/ 2359 w 4457"/>
                <a:gd name="T57" fmla="*/ 240 h 5387"/>
                <a:gd name="T58" fmla="*/ 712 w 4457"/>
                <a:gd name="T59" fmla="*/ 605 h 5387"/>
                <a:gd name="T60" fmla="*/ 2830 w 4457"/>
                <a:gd name="T61" fmla="*/ 1887 h 5387"/>
                <a:gd name="T62" fmla="*/ 2479 w 4457"/>
                <a:gd name="T63" fmla="*/ 845 h 5387"/>
                <a:gd name="T64" fmla="*/ 240 w 4457"/>
                <a:gd name="T65" fmla="*/ 1197 h 5387"/>
                <a:gd name="T66" fmla="*/ 560 w 4457"/>
                <a:gd name="T67" fmla="*/ 2479 h 5387"/>
                <a:gd name="T68" fmla="*/ 680 w 4457"/>
                <a:gd name="T69" fmla="*/ 3542 h 5387"/>
                <a:gd name="T70" fmla="*/ 800 w 4457"/>
                <a:gd name="T71" fmla="*/ 2479 h 5387"/>
                <a:gd name="T72" fmla="*/ 560 w 4457"/>
                <a:gd name="T73" fmla="*/ 2479 h 5387"/>
                <a:gd name="T74" fmla="*/ 3577 w 4457"/>
                <a:gd name="T75" fmla="*/ 4795 h 5387"/>
                <a:gd name="T76" fmla="*/ 2393 w 4457"/>
                <a:gd name="T77" fmla="*/ 4795 h 5387"/>
                <a:gd name="T78" fmla="*/ 2393 w 4457"/>
                <a:gd name="T79" fmla="*/ 4323 h 5387"/>
                <a:gd name="T80" fmla="*/ 2393 w 4457"/>
                <a:gd name="T81" fmla="*/ 3851 h 5387"/>
                <a:gd name="T82" fmla="*/ 2985 w 4457"/>
                <a:gd name="T83" fmla="*/ 3260 h 5387"/>
                <a:gd name="T84" fmla="*/ 3337 w 4457"/>
                <a:gd name="T85" fmla="*/ 3851 h 5387"/>
                <a:gd name="T86" fmla="*/ 2985 w 4457"/>
                <a:gd name="T87" fmla="*/ 3500 h 5387"/>
                <a:gd name="T88" fmla="*/ 2633 w 4457"/>
                <a:gd name="T89" fmla="*/ 4203 h 5387"/>
                <a:gd name="T90" fmla="*/ 3105 w 4457"/>
                <a:gd name="T91" fmla="*/ 4323 h 5387"/>
                <a:gd name="T92" fmla="*/ 2633 w 4457"/>
                <a:gd name="T93" fmla="*/ 4443 h 5387"/>
                <a:gd name="T94" fmla="*/ 2985 w 4457"/>
                <a:gd name="T95" fmla="*/ 5147 h 5387"/>
                <a:gd name="T96" fmla="*/ 3337 w 4457"/>
                <a:gd name="T97" fmla="*/ 3851 h 5387"/>
                <a:gd name="T98" fmla="*/ 3539 w 4457"/>
                <a:gd name="T99" fmla="*/ 2661 h 5387"/>
                <a:gd name="T100" fmla="*/ 3555 w 4457"/>
                <a:gd name="T101" fmla="*/ 2920 h 5387"/>
                <a:gd name="T102" fmla="*/ 3713 w 4457"/>
                <a:gd name="T103" fmla="*/ 2859 h 5387"/>
                <a:gd name="T104" fmla="*/ 3698 w 4457"/>
                <a:gd name="T105" fmla="*/ 2601 h 5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457" h="5387">
                  <a:moveTo>
                    <a:pt x="4401" y="4453"/>
                  </a:moveTo>
                  <a:cubicBezTo>
                    <a:pt x="4381" y="4498"/>
                    <a:pt x="4337" y="4524"/>
                    <a:pt x="4291" y="4524"/>
                  </a:cubicBezTo>
                  <a:cubicBezTo>
                    <a:pt x="4275" y="4524"/>
                    <a:pt x="4258" y="4521"/>
                    <a:pt x="4242" y="4514"/>
                  </a:cubicBezTo>
                  <a:lnTo>
                    <a:pt x="4143" y="4469"/>
                  </a:lnTo>
                  <a:cubicBezTo>
                    <a:pt x="4082" y="4442"/>
                    <a:pt x="4055" y="4371"/>
                    <a:pt x="4082" y="4310"/>
                  </a:cubicBezTo>
                  <a:cubicBezTo>
                    <a:pt x="4110" y="4250"/>
                    <a:pt x="4181" y="4223"/>
                    <a:pt x="4241" y="4250"/>
                  </a:cubicBezTo>
                  <a:lnTo>
                    <a:pt x="4341" y="4295"/>
                  </a:lnTo>
                  <a:cubicBezTo>
                    <a:pt x="4401" y="4322"/>
                    <a:pt x="4428" y="4393"/>
                    <a:pt x="4401" y="4453"/>
                  </a:cubicBezTo>
                  <a:close/>
                  <a:moveTo>
                    <a:pt x="956" y="1100"/>
                  </a:moveTo>
                  <a:cubicBezTo>
                    <a:pt x="738" y="1100"/>
                    <a:pt x="560" y="1288"/>
                    <a:pt x="560" y="1518"/>
                  </a:cubicBezTo>
                  <a:cubicBezTo>
                    <a:pt x="560" y="1584"/>
                    <a:pt x="614" y="1638"/>
                    <a:pt x="680" y="1638"/>
                  </a:cubicBezTo>
                  <a:cubicBezTo>
                    <a:pt x="746" y="1638"/>
                    <a:pt x="800" y="1584"/>
                    <a:pt x="800" y="1518"/>
                  </a:cubicBezTo>
                  <a:cubicBezTo>
                    <a:pt x="800" y="1420"/>
                    <a:pt x="870" y="1340"/>
                    <a:pt x="956" y="1340"/>
                  </a:cubicBezTo>
                  <a:cubicBezTo>
                    <a:pt x="1022" y="1340"/>
                    <a:pt x="1076" y="1287"/>
                    <a:pt x="1076" y="1220"/>
                  </a:cubicBezTo>
                  <a:cubicBezTo>
                    <a:pt x="1076" y="1154"/>
                    <a:pt x="1022" y="1100"/>
                    <a:pt x="956" y="1100"/>
                  </a:cubicBezTo>
                  <a:close/>
                  <a:moveTo>
                    <a:pt x="4219" y="3583"/>
                  </a:moveTo>
                  <a:cubicBezTo>
                    <a:pt x="4233" y="3583"/>
                    <a:pt x="4247" y="3581"/>
                    <a:pt x="4261" y="3575"/>
                  </a:cubicBezTo>
                  <a:lnTo>
                    <a:pt x="4363" y="3536"/>
                  </a:lnTo>
                  <a:cubicBezTo>
                    <a:pt x="4425" y="3513"/>
                    <a:pt x="4457" y="3444"/>
                    <a:pt x="4433" y="3382"/>
                  </a:cubicBezTo>
                  <a:cubicBezTo>
                    <a:pt x="4410" y="3320"/>
                    <a:pt x="4340" y="3288"/>
                    <a:pt x="4278" y="3312"/>
                  </a:cubicBezTo>
                  <a:lnTo>
                    <a:pt x="4176" y="3351"/>
                  </a:lnTo>
                  <a:cubicBezTo>
                    <a:pt x="4114" y="3374"/>
                    <a:pt x="4083" y="3444"/>
                    <a:pt x="4107" y="3506"/>
                  </a:cubicBezTo>
                  <a:cubicBezTo>
                    <a:pt x="4125" y="3554"/>
                    <a:pt x="4170" y="3583"/>
                    <a:pt x="4219" y="3583"/>
                  </a:cubicBezTo>
                  <a:close/>
                  <a:moveTo>
                    <a:pt x="240" y="4014"/>
                  </a:moveTo>
                  <a:lnTo>
                    <a:pt x="240" y="4366"/>
                  </a:lnTo>
                  <a:cubicBezTo>
                    <a:pt x="240" y="4560"/>
                    <a:pt x="398" y="4718"/>
                    <a:pt x="592" y="4718"/>
                  </a:cubicBezTo>
                  <a:lnTo>
                    <a:pt x="1970" y="4718"/>
                  </a:lnTo>
                  <a:cubicBezTo>
                    <a:pt x="2037" y="4718"/>
                    <a:pt x="2090" y="4771"/>
                    <a:pt x="2090" y="4838"/>
                  </a:cubicBezTo>
                  <a:cubicBezTo>
                    <a:pt x="2090" y="4904"/>
                    <a:pt x="2037" y="4958"/>
                    <a:pt x="1970" y="4958"/>
                  </a:cubicBezTo>
                  <a:lnTo>
                    <a:pt x="592" y="4958"/>
                  </a:lnTo>
                  <a:cubicBezTo>
                    <a:pt x="265" y="4958"/>
                    <a:pt x="0" y="4692"/>
                    <a:pt x="0" y="4366"/>
                  </a:cubicBezTo>
                  <a:lnTo>
                    <a:pt x="0" y="3899"/>
                  </a:lnTo>
                  <a:cubicBezTo>
                    <a:pt x="0" y="3897"/>
                    <a:pt x="0" y="3896"/>
                    <a:pt x="0" y="3894"/>
                  </a:cubicBezTo>
                  <a:cubicBezTo>
                    <a:pt x="0" y="3892"/>
                    <a:pt x="0" y="3891"/>
                    <a:pt x="0" y="3889"/>
                  </a:cubicBezTo>
                  <a:lnTo>
                    <a:pt x="0" y="2012"/>
                  </a:lnTo>
                  <a:cubicBezTo>
                    <a:pt x="0" y="2010"/>
                    <a:pt x="0" y="2009"/>
                    <a:pt x="0" y="2007"/>
                  </a:cubicBezTo>
                  <a:cubicBezTo>
                    <a:pt x="0" y="2005"/>
                    <a:pt x="0" y="2004"/>
                    <a:pt x="0" y="2002"/>
                  </a:cubicBezTo>
                  <a:lnTo>
                    <a:pt x="0" y="1197"/>
                  </a:lnTo>
                  <a:cubicBezTo>
                    <a:pt x="0" y="912"/>
                    <a:pt x="203" y="673"/>
                    <a:pt x="472" y="617"/>
                  </a:cubicBezTo>
                  <a:lnTo>
                    <a:pt x="472" y="120"/>
                  </a:lnTo>
                  <a:cubicBezTo>
                    <a:pt x="472" y="54"/>
                    <a:pt x="525" y="0"/>
                    <a:pt x="592" y="0"/>
                  </a:cubicBezTo>
                  <a:lnTo>
                    <a:pt x="2479" y="0"/>
                  </a:lnTo>
                  <a:cubicBezTo>
                    <a:pt x="2545" y="0"/>
                    <a:pt x="2599" y="54"/>
                    <a:pt x="2599" y="120"/>
                  </a:cubicBezTo>
                  <a:lnTo>
                    <a:pt x="2599" y="617"/>
                  </a:lnTo>
                  <a:cubicBezTo>
                    <a:pt x="2867" y="673"/>
                    <a:pt x="3070" y="912"/>
                    <a:pt x="3070" y="1197"/>
                  </a:cubicBezTo>
                  <a:lnTo>
                    <a:pt x="3070" y="2824"/>
                  </a:lnTo>
                  <a:cubicBezTo>
                    <a:pt x="3070" y="2891"/>
                    <a:pt x="3017" y="2944"/>
                    <a:pt x="2950" y="2944"/>
                  </a:cubicBezTo>
                  <a:cubicBezTo>
                    <a:pt x="2884" y="2944"/>
                    <a:pt x="2830" y="2891"/>
                    <a:pt x="2830" y="2824"/>
                  </a:cubicBezTo>
                  <a:lnTo>
                    <a:pt x="2830" y="2127"/>
                  </a:lnTo>
                  <a:lnTo>
                    <a:pt x="240" y="2127"/>
                  </a:lnTo>
                  <a:lnTo>
                    <a:pt x="240" y="3774"/>
                  </a:lnTo>
                  <a:lnTo>
                    <a:pt x="1970" y="3774"/>
                  </a:lnTo>
                  <a:cubicBezTo>
                    <a:pt x="2037" y="3774"/>
                    <a:pt x="2090" y="3828"/>
                    <a:pt x="2090" y="3894"/>
                  </a:cubicBezTo>
                  <a:cubicBezTo>
                    <a:pt x="2090" y="3960"/>
                    <a:pt x="2037" y="4014"/>
                    <a:pt x="1970" y="4014"/>
                  </a:cubicBezTo>
                  <a:lnTo>
                    <a:pt x="240" y="4014"/>
                  </a:lnTo>
                  <a:close/>
                  <a:moveTo>
                    <a:pt x="712" y="605"/>
                  </a:moveTo>
                  <a:lnTo>
                    <a:pt x="2359" y="605"/>
                  </a:lnTo>
                  <a:lnTo>
                    <a:pt x="2359" y="240"/>
                  </a:lnTo>
                  <a:lnTo>
                    <a:pt x="712" y="240"/>
                  </a:lnTo>
                  <a:lnTo>
                    <a:pt x="712" y="605"/>
                  </a:lnTo>
                  <a:close/>
                  <a:moveTo>
                    <a:pt x="240" y="1887"/>
                  </a:moveTo>
                  <a:lnTo>
                    <a:pt x="2830" y="1887"/>
                  </a:lnTo>
                  <a:lnTo>
                    <a:pt x="2830" y="1197"/>
                  </a:lnTo>
                  <a:cubicBezTo>
                    <a:pt x="2830" y="1003"/>
                    <a:pt x="2673" y="845"/>
                    <a:pt x="2479" y="845"/>
                  </a:cubicBezTo>
                  <a:lnTo>
                    <a:pt x="592" y="845"/>
                  </a:lnTo>
                  <a:cubicBezTo>
                    <a:pt x="398" y="845"/>
                    <a:pt x="240" y="1003"/>
                    <a:pt x="240" y="1197"/>
                  </a:cubicBezTo>
                  <a:lnTo>
                    <a:pt x="240" y="1887"/>
                  </a:lnTo>
                  <a:close/>
                  <a:moveTo>
                    <a:pt x="560" y="2479"/>
                  </a:moveTo>
                  <a:lnTo>
                    <a:pt x="560" y="3422"/>
                  </a:lnTo>
                  <a:cubicBezTo>
                    <a:pt x="560" y="3489"/>
                    <a:pt x="614" y="3542"/>
                    <a:pt x="680" y="3542"/>
                  </a:cubicBezTo>
                  <a:cubicBezTo>
                    <a:pt x="746" y="3542"/>
                    <a:pt x="800" y="3489"/>
                    <a:pt x="800" y="3422"/>
                  </a:cubicBezTo>
                  <a:lnTo>
                    <a:pt x="800" y="2479"/>
                  </a:lnTo>
                  <a:cubicBezTo>
                    <a:pt x="800" y="2412"/>
                    <a:pt x="746" y="2359"/>
                    <a:pt x="680" y="2359"/>
                  </a:cubicBezTo>
                  <a:cubicBezTo>
                    <a:pt x="614" y="2359"/>
                    <a:pt x="560" y="2413"/>
                    <a:pt x="560" y="2479"/>
                  </a:cubicBezTo>
                  <a:close/>
                  <a:moveTo>
                    <a:pt x="3577" y="3851"/>
                  </a:moveTo>
                  <a:lnTo>
                    <a:pt x="3577" y="4795"/>
                  </a:lnTo>
                  <a:cubicBezTo>
                    <a:pt x="3577" y="5121"/>
                    <a:pt x="3311" y="5387"/>
                    <a:pt x="2985" y="5387"/>
                  </a:cubicBezTo>
                  <a:cubicBezTo>
                    <a:pt x="2659" y="5387"/>
                    <a:pt x="2393" y="5121"/>
                    <a:pt x="2393" y="4795"/>
                  </a:cubicBezTo>
                  <a:lnTo>
                    <a:pt x="2393" y="4326"/>
                  </a:lnTo>
                  <a:cubicBezTo>
                    <a:pt x="2393" y="4325"/>
                    <a:pt x="2393" y="4324"/>
                    <a:pt x="2393" y="4323"/>
                  </a:cubicBezTo>
                  <a:cubicBezTo>
                    <a:pt x="2393" y="4322"/>
                    <a:pt x="2393" y="4321"/>
                    <a:pt x="2393" y="4321"/>
                  </a:cubicBezTo>
                  <a:lnTo>
                    <a:pt x="2393" y="3851"/>
                  </a:lnTo>
                  <a:cubicBezTo>
                    <a:pt x="2393" y="3525"/>
                    <a:pt x="2659" y="3260"/>
                    <a:pt x="2985" y="3260"/>
                  </a:cubicBezTo>
                  <a:lnTo>
                    <a:pt x="2985" y="3260"/>
                  </a:lnTo>
                  <a:cubicBezTo>
                    <a:pt x="3311" y="3260"/>
                    <a:pt x="3577" y="3525"/>
                    <a:pt x="3577" y="3851"/>
                  </a:cubicBezTo>
                  <a:close/>
                  <a:moveTo>
                    <a:pt x="3337" y="3851"/>
                  </a:moveTo>
                  <a:cubicBezTo>
                    <a:pt x="3337" y="3657"/>
                    <a:pt x="3179" y="3500"/>
                    <a:pt x="2985" y="3500"/>
                  </a:cubicBezTo>
                  <a:lnTo>
                    <a:pt x="2985" y="3500"/>
                  </a:lnTo>
                  <a:cubicBezTo>
                    <a:pt x="2791" y="3500"/>
                    <a:pt x="2633" y="3657"/>
                    <a:pt x="2633" y="3851"/>
                  </a:cubicBezTo>
                  <a:lnTo>
                    <a:pt x="2633" y="4203"/>
                  </a:lnTo>
                  <a:lnTo>
                    <a:pt x="2985" y="4203"/>
                  </a:lnTo>
                  <a:cubicBezTo>
                    <a:pt x="3051" y="4203"/>
                    <a:pt x="3105" y="4257"/>
                    <a:pt x="3105" y="4323"/>
                  </a:cubicBezTo>
                  <a:cubicBezTo>
                    <a:pt x="3105" y="4389"/>
                    <a:pt x="3051" y="4443"/>
                    <a:pt x="2985" y="4443"/>
                  </a:cubicBezTo>
                  <a:lnTo>
                    <a:pt x="2633" y="4443"/>
                  </a:lnTo>
                  <a:lnTo>
                    <a:pt x="2633" y="4795"/>
                  </a:lnTo>
                  <a:cubicBezTo>
                    <a:pt x="2633" y="4989"/>
                    <a:pt x="2791" y="5147"/>
                    <a:pt x="2985" y="5147"/>
                  </a:cubicBezTo>
                  <a:cubicBezTo>
                    <a:pt x="3179" y="5147"/>
                    <a:pt x="3337" y="4989"/>
                    <a:pt x="3337" y="4795"/>
                  </a:cubicBezTo>
                  <a:lnTo>
                    <a:pt x="3337" y="3851"/>
                  </a:lnTo>
                  <a:close/>
                  <a:moveTo>
                    <a:pt x="3698" y="2601"/>
                  </a:moveTo>
                  <a:cubicBezTo>
                    <a:pt x="3637" y="2574"/>
                    <a:pt x="3566" y="2601"/>
                    <a:pt x="3539" y="2661"/>
                  </a:cubicBezTo>
                  <a:lnTo>
                    <a:pt x="3494" y="2761"/>
                  </a:lnTo>
                  <a:cubicBezTo>
                    <a:pt x="3467" y="2821"/>
                    <a:pt x="3494" y="2892"/>
                    <a:pt x="3555" y="2920"/>
                  </a:cubicBezTo>
                  <a:cubicBezTo>
                    <a:pt x="3571" y="2927"/>
                    <a:pt x="3587" y="2930"/>
                    <a:pt x="3604" y="2930"/>
                  </a:cubicBezTo>
                  <a:cubicBezTo>
                    <a:pt x="3650" y="2930"/>
                    <a:pt x="3693" y="2904"/>
                    <a:pt x="3713" y="2859"/>
                  </a:cubicBezTo>
                  <a:lnTo>
                    <a:pt x="3758" y="2760"/>
                  </a:lnTo>
                  <a:cubicBezTo>
                    <a:pt x="3785" y="2699"/>
                    <a:pt x="3758" y="2628"/>
                    <a:pt x="3698" y="2601"/>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lvl="0" algn="ctr"/>
              <a:endParaRPr lang="en-US">
                <a:cs typeface="+mn-ea"/>
                <a:sym typeface="+mn-lt"/>
              </a:endParaRPr>
            </a:p>
          </p:txBody>
        </p:sp>
        <p:sp>
          <p:nvSpPr>
            <p:cNvPr id="6" name="ComponentBackground1">
              <a:extLst>
                <a:ext uri="{FF2B5EF4-FFF2-40B4-BE49-F238E27FC236}">
                  <a16:creationId xmlns:a16="http://schemas.microsoft.com/office/drawing/2014/main" id="{713231F0-9D15-9B7B-53EE-6759E7D5DA90}"/>
                </a:ext>
              </a:extLst>
            </p:cNvPr>
            <p:cNvSpPr/>
            <p:nvPr/>
          </p:nvSpPr>
          <p:spPr>
            <a:xfrm>
              <a:off x="660400" y="4646954"/>
              <a:ext cx="2997726" cy="1391896"/>
            </a:xfrm>
            <a:prstGeom prst="rect">
              <a:avLst/>
            </a:prstGeom>
            <a:solidFill>
              <a:srgbClr val="FFFFFF"/>
            </a:solidFill>
            <a:ln>
              <a:noFill/>
            </a:ln>
            <a:effectLst>
              <a:outerShdw blurRad="317500" sx="103000" sy="103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dirty="0">
                <a:cs typeface="+mn-ea"/>
                <a:sym typeface="+mn-lt"/>
              </a:endParaRPr>
            </a:p>
          </p:txBody>
        </p:sp>
        <p:cxnSp>
          <p:nvCxnSpPr>
            <p:cNvPr id="7" name="任意多边形: 形状 210">
              <a:extLst>
                <a:ext uri="{FF2B5EF4-FFF2-40B4-BE49-F238E27FC236}">
                  <a16:creationId xmlns:a16="http://schemas.microsoft.com/office/drawing/2014/main" id="{94F5D2E8-A51E-00EF-D775-13E8BF12FDBF}"/>
                </a:ext>
              </a:extLst>
            </p:cNvPr>
            <p:cNvCxnSpPr>
              <a:cxnSpLocks/>
            </p:cNvCxnSpPr>
            <p:nvPr/>
          </p:nvCxnSpPr>
          <p:spPr>
            <a:xfrm>
              <a:off x="2159263" y="3286029"/>
              <a:ext cx="0" cy="312716"/>
            </a:xfrm>
            <a:prstGeom prst="line">
              <a:avLst/>
            </a:prstGeom>
            <a:ln w="9525">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 name="任意多边形: 形状 211">
              <a:extLst>
                <a:ext uri="{FF2B5EF4-FFF2-40B4-BE49-F238E27FC236}">
                  <a16:creationId xmlns:a16="http://schemas.microsoft.com/office/drawing/2014/main" id="{A9CBFBD5-2A01-3D92-9730-C2B672071CB4}"/>
                </a:ext>
              </a:extLst>
            </p:cNvPr>
            <p:cNvCxnSpPr>
              <a:cxnSpLocks/>
            </p:cNvCxnSpPr>
            <p:nvPr/>
          </p:nvCxnSpPr>
          <p:spPr>
            <a:xfrm>
              <a:off x="2159263" y="4269187"/>
              <a:ext cx="0" cy="310441"/>
            </a:xfrm>
            <a:prstGeom prst="line">
              <a:avLst/>
            </a:prstGeom>
            <a:ln w="9525">
              <a:prstDash val="solid"/>
              <a:tailEnd type="triangle"/>
            </a:ln>
          </p:spPr>
          <p:style>
            <a:lnRef idx="1">
              <a:schemeClr val="accent1"/>
            </a:lnRef>
            <a:fillRef idx="0">
              <a:schemeClr val="accent1"/>
            </a:fillRef>
            <a:effectRef idx="0">
              <a:schemeClr val="accent1"/>
            </a:effectRef>
            <a:fontRef idx="minor">
              <a:schemeClr val="tx1"/>
            </a:fontRef>
          </p:style>
        </p:cxnSp>
        <p:sp>
          <p:nvSpPr>
            <p:cNvPr id="9" name="ComponentBackground2">
              <a:extLst>
                <a:ext uri="{FF2B5EF4-FFF2-40B4-BE49-F238E27FC236}">
                  <a16:creationId xmlns:a16="http://schemas.microsoft.com/office/drawing/2014/main" id="{6FE183BE-2414-F161-F40F-EEBD75FE8DAD}"/>
                </a:ext>
              </a:extLst>
            </p:cNvPr>
            <p:cNvSpPr/>
            <p:nvPr/>
          </p:nvSpPr>
          <p:spPr>
            <a:xfrm>
              <a:off x="4590787" y="4646954"/>
              <a:ext cx="2997726" cy="1391896"/>
            </a:xfrm>
            <a:prstGeom prst="rect">
              <a:avLst/>
            </a:prstGeom>
            <a:solidFill>
              <a:srgbClr val="FFFFFF"/>
            </a:solidFill>
            <a:ln>
              <a:noFill/>
            </a:ln>
            <a:effectLst>
              <a:outerShdw blurRad="317500" sx="103000" sy="103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cxnSp>
          <p:nvCxnSpPr>
            <p:cNvPr id="10" name="任意多边形: 形状 212">
              <a:extLst>
                <a:ext uri="{FF2B5EF4-FFF2-40B4-BE49-F238E27FC236}">
                  <a16:creationId xmlns:a16="http://schemas.microsoft.com/office/drawing/2014/main" id="{DC421DC1-5C1D-E795-CE90-C57DBEF8489C}"/>
                </a:ext>
              </a:extLst>
            </p:cNvPr>
            <p:cNvCxnSpPr>
              <a:cxnSpLocks/>
            </p:cNvCxnSpPr>
            <p:nvPr/>
          </p:nvCxnSpPr>
          <p:spPr>
            <a:xfrm>
              <a:off x="6089651" y="3286029"/>
              <a:ext cx="0" cy="312716"/>
            </a:xfrm>
            <a:prstGeom prst="line">
              <a:avLst/>
            </a:prstGeom>
            <a:ln w="9525">
              <a:solidFill>
                <a:schemeClr val="accent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 name="任意多边形: 形状 213">
              <a:extLst>
                <a:ext uri="{FF2B5EF4-FFF2-40B4-BE49-F238E27FC236}">
                  <a16:creationId xmlns:a16="http://schemas.microsoft.com/office/drawing/2014/main" id="{4FD99503-0D7C-E554-E52A-9CE3E5D89CC9}"/>
                </a:ext>
              </a:extLst>
            </p:cNvPr>
            <p:cNvCxnSpPr>
              <a:cxnSpLocks/>
            </p:cNvCxnSpPr>
            <p:nvPr/>
          </p:nvCxnSpPr>
          <p:spPr>
            <a:xfrm>
              <a:off x="6089651" y="4269187"/>
              <a:ext cx="0" cy="310441"/>
            </a:xfrm>
            <a:prstGeom prst="line">
              <a:avLst/>
            </a:prstGeom>
            <a:ln w="9525">
              <a:solidFill>
                <a:schemeClr val="accent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2" name="ComponentBackground3">
              <a:extLst>
                <a:ext uri="{FF2B5EF4-FFF2-40B4-BE49-F238E27FC236}">
                  <a16:creationId xmlns:a16="http://schemas.microsoft.com/office/drawing/2014/main" id="{F7DDBBDE-46D6-C1CD-D716-41AB580222B8}"/>
                </a:ext>
              </a:extLst>
            </p:cNvPr>
            <p:cNvSpPr/>
            <p:nvPr/>
          </p:nvSpPr>
          <p:spPr>
            <a:xfrm>
              <a:off x="8521174" y="4646954"/>
              <a:ext cx="2997726" cy="1391896"/>
            </a:xfrm>
            <a:prstGeom prst="rect">
              <a:avLst/>
            </a:prstGeom>
            <a:solidFill>
              <a:srgbClr val="FFFFFF"/>
            </a:solidFill>
            <a:ln>
              <a:noFill/>
            </a:ln>
            <a:effectLst>
              <a:outerShdw blurRad="317500" sx="103000" sy="103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cxnSp>
          <p:nvCxnSpPr>
            <p:cNvPr id="17" name="任意多边形: 形状 214">
              <a:extLst>
                <a:ext uri="{FF2B5EF4-FFF2-40B4-BE49-F238E27FC236}">
                  <a16:creationId xmlns:a16="http://schemas.microsoft.com/office/drawing/2014/main" id="{3838E622-6937-2F47-5172-A127A6C49F9C}"/>
                </a:ext>
              </a:extLst>
            </p:cNvPr>
            <p:cNvCxnSpPr>
              <a:cxnSpLocks/>
            </p:cNvCxnSpPr>
            <p:nvPr/>
          </p:nvCxnSpPr>
          <p:spPr>
            <a:xfrm>
              <a:off x="10020036" y="3286029"/>
              <a:ext cx="0" cy="312716"/>
            </a:xfrm>
            <a:prstGeom prst="line">
              <a:avLst/>
            </a:prstGeom>
            <a:ln w="9525">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8" name="任意多边形: 形状 215">
              <a:extLst>
                <a:ext uri="{FF2B5EF4-FFF2-40B4-BE49-F238E27FC236}">
                  <a16:creationId xmlns:a16="http://schemas.microsoft.com/office/drawing/2014/main" id="{95F1FC4C-F395-FBDE-91E7-2BCFAB96AC6C}"/>
                </a:ext>
              </a:extLst>
            </p:cNvPr>
            <p:cNvCxnSpPr>
              <a:cxnSpLocks/>
            </p:cNvCxnSpPr>
            <p:nvPr/>
          </p:nvCxnSpPr>
          <p:spPr>
            <a:xfrm>
              <a:off x="10020036" y="4269187"/>
              <a:ext cx="0" cy="310441"/>
            </a:xfrm>
            <a:prstGeom prst="line">
              <a:avLst/>
            </a:prstGeom>
            <a:ln w="9525">
              <a:prstDash val="solid"/>
              <a:tailEnd type="triangle"/>
            </a:ln>
          </p:spPr>
          <p:style>
            <a:lnRef idx="1">
              <a:schemeClr val="accent1"/>
            </a:lnRef>
            <a:fillRef idx="0">
              <a:schemeClr val="accent1"/>
            </a:fillRef>
            <a:effectRef idx="0">
              <a:schemeClr val="accent1"/>
            </a:effectRef>
            <a:fontRef idx="minor">
              <a:schemeClr val="tx1"/>
            </a:fontRef>
          </p:style>
        </p:cxnSp>
        <p:sp>
          <p:nvSpPr>
            <p:cNvPr id="19" name="Title">
              <a:extLst>
                <a:ext uri="{FF2B5EF4-FFF2-40B4-BE49-F238E27FC236}">
                  <a16:creationId xmlns:a16="http://schemas.microsoft.com/office/drawing/2014/main" id="{E6798545-D408-C5D0-E17C-8439732602AD}"/>
                </a:ext>
              </a:extLst>
            </p:cNvPr>
            <p:cNvSpPr txBox="1"/>
            <p:nvPr/>
          </p:nvSpPr>
          <p:spPr>
            <a:xfrm>
              <a:off x="660400" y="1130300"/>
              <a:ext cx="10172700" cy="900112"/>
            </a:xfrm>
            <a:prstGeom prst="rect">
              <a:avLst/>
            </a:prstGeom>
            <a:noFill/>
          </p:spPr>
          <p:txBody>
            <a:bodyPr vert="horz" wrap="square" lIns="91440" tIns="45720" rIns="91440" bIns="45720" rtlCol="0" anchor="ctr" anchorCtr="0">
              <a:normAutofit/>
            </a:bodyPr>
            <a:lstStyle/>
            <a:p>
              <a:r>
                <a:rPr kumimoji="1" lang="zh-CN" altLang="en-US" sz="2400" b="1">
                  <a:cs typeface="+mn-ea"/>
                  <a:sym typeface="+mn-lt"/>
                </a:rPr>
                <a:t>单击此处添加长一点的副标题</a:t>
              </a:r>
              <a:endParaRPr lang="en-US" sz="2400" dirty="0">
                <a:cs typeface="+mn-ea"/>
                <a:sym typeface="+mn-lt"/>
              </a:endParaRPr>
            </a:p>
          </p:txBody>
        </p:sp>
        <p:sp>
          <p:nvSpPr>
            <p:cNvPr id="20" name="十字形 19">
              <a:extLst>
                <a:ext uri="{FF2B5EF4-FFF2-40B4-BE49-F238E27FC236}">
                  <a16:creationId xmlns:a16="http://schemas.microsoft.com/office/drawing/2014/main" id="{04D165C5-A706-C964-8043-A79808177C23}"/>
                </a:ext>
              </a:extLst>
            </p:cNvPr>
            <p:cNvSpPr/>
            <p:nvPr/>
          </p:nvSpPr>
          <p:spPr>
            <a:xfrm>
              <a:off x="11007214" y="1464872"/>
              <a:ext cx="230969" cy="230969"/>
            </a:xfrm>
            <a:prstGeom prst="plus">
              <a:avLst>
                <a:gd name="adj" fmla="val 3611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62500" lnSpcReduction="20000"/>
            </a:bodyPr>
            <a:lstStyle/>
            <a:p>
              <a:pPr algn="ctr"/>
              <a:endParaRPr lang="zh-CN" altLang="en-US">
                <a:cs typeface="+mn-ea"/>
                <a:sym typeface="+mn-lt"/>
              </a:endParaRPr>
            </a:p>
          </p:txBody>
        </p:sp>
        <p:sp>
          <p:nvSpPr>
            <p:cNvPr id="21" name="十字形 20">
              <a:extLst>
                <a:ext uri="{FF2B5EF4-FFF2-40B4-BE49-F238E27FC236}">
                  <a16:creationId xmlns:a16="http://schemas.microsoft.com/office/drawing/2014/main" id="{CA229355-8B48-E401-0084-0E9CD6D6F7C1}"/>
                </a:ext>
              </a:extLst>
            </p:cNvPr>
            <p:cNvSpPr/>
            <p:nvPr/>
          </p:nvSpPr>
          <p:spPr>
            <a:xfrm>
              <a:off x="11287931" y="1464872"/>
              <a:ext cx="230969" cy="230969"/>
            </a:xfrm>
            <a:prstGeom prst="plus">
              <a:avLst>
                <a:gd name="adj" fmla="val 3611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62500" lnSpcReduction="20000"/>
            </a:bodyPr>
            <a:lstStyle/>
            <a:p>
              <a:pPr algn="ctr"/>
              <a:endParaRPr lang="zh-CN" altLang="en-US" dirty="0">
                <a:cs typeface="+mn-ea"/>
                <a:sym typeface="+mn-lt"/>
              </a:endParaRPr>
            </a:p>
          </p:txBody>
        </p:sp>
        <p:grpSp>
          <p:nvGrpSpPr>
            <p:cNvPr id="22" name="组合 21">
              <a:extLst>
                <a:ext uri="{FF2B5EF4-FFF2-40B4-BE49-F238E27FC236}">
                  <a16:creationId xmlns:a16="http://schemas.microsoft.com/office/drawing/2014/main" id="{02DE074C-3D80-FA91-463F-02497FCAB81C}"/>
                </a:ext>
              </a:extLst>
            </p:cNvPr>
            <p:cNvGrpSpPr/>
            <p:nvPr/>
          </p:nvGrpSpPr>
          <p:grpSpPr>
            <a:xfrm>
              <a:off x="660400" y="2398042"/>
              <a:ext cx="2997726" cy="3511883"/>
              <a:chOff x="660400" y="2398042"/>
              <a:chExt cx="2997726" cy="3511883"/>
            </a:xfrm>
          </p:grpSpPr>
          <p:sp>
            <p:nvSpPr>
              <p:cNvPr id="49" name="Number1">
                <a:extLst>
                  <a:ext uri="{FF2B5EF4-FFF2-40B4-BE49-F238E27FC236}">
                    <a16:creationId xmlns:a16="http://schemas.microsoft.com/office/drawing/2014/main" id="{660365A4-3A45-4D65-3B03-81B1011C0EDE}"/>
                  </a:ext>
                </a:extLst>
              </p:cNvPr>
              <p:cNvSpPr/>
              <p:nvPr/>
            </p:nvSpPr>
            <p:spPr>
              <a:xfrm>
                <a:off x="1748932" y="2398042"/>
                <a:ext cx="820662" cy="82066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000" b="1">
                    <a:solidFill>
                      <a:srgbClr val="FFFFFF"/>
                    </a:solidFill>
                    <a:cs typeface="+mn-ea"/>
                    <a:sym typeface="+mn-lt"/>
                  </a:rPr>
                  <a:t>01</a:t>
                </a:r>
                <a:endParaRPr lang="zh-CN" altLang="en-US" sz="2000" b="1" dirty="0">
                  <a:solidFill>
                    <a:srgbClr val="FFFFFF"/>
                  </a:solidFill>
                  <a:cs typeface="+mn-ea"/>
                  <a:sym typeface="+mn-lt"/>
                </a:endParaRPr>
              </a:p>
            </p:txBody>
          </p:sp>
          <p:sp>
            <p:nvSpPr>
              <p:cNvPr id="50" name="Text1">
                <a:extLst>
                  <a:ext uri="{FF2B5EF4-FFF2-40B4-BE49-F238E27FC236}">
                    <a16:creationId xmlns:a16="http://schemas.microsoft.com/office/drawing/2014/main" id="{90771532-F4D7-9AD0-C2B4-8858499F20DB}"/>
                  </a:ext>
                </a:extLst>
              </p:cNvPr>
              <p:cNvSpPr/>
              <p:nvPr/>
            </p:nvSpPr>
            <p:spPr>
              <a:xfrm>
                <a:off x="751681" y="4775880"/>
                <a:ext cx="2815164" cy="1134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20000"/>
                  </a:lnSpc>
                </a:pPr>
                <a:r>
                  <a:rPr kumimoji="1" lang="zh-CN" altLang="en-US" sz="1200">
                    <a:solidFill>
                      <a:srgbClr val="000000"/>
                    </a:solidFill>
                    <a:cs typeface="+mn-ea"/>
                    <a:sym typeface="+mn-lt"/>
                  </a:rPr>
                  <a:t>单击此处添加文本单击此处添加文本单击此处添加文本单击此处添加文本</a:t>
                </a:r>
                <a:endParaRPr lang="en-US" altLang="zh-CN" sz="1200" dirty="0">
                  <a:solidFill>
                    <a:srgbClr val="000000"/>
                  </a:solidFill>
                  <a:cs typeface="+mn-ea"/>
                  <a:sym typeface="+mn-lt"/>
                </a:endParaRPr>
              </a:p>
            </p:txBody>
          </p:sp>
          <p:sp>
            <p:nvSpPr>
              <p:cNvPr id="51" name="Bullet1">
                <a:extLst>
                  <a:ext uri="{FF2B5EF4-FFF2-40B4-BE49-F238E27FC236}">
                    <a16:creationId xmlns:a16="http://schemas.microsoft.com/office/drawing/2014/main" id="{48DC9AB5-B7D2-8EB9-35E2-8A83359E5D5B}"/>
                  </a:ext>
                </a:extLst>
              </p:cNvPr>
              <p:cNvSpPr/>
              <p:nvPr/>
            </p:nvSpPr>
            <p:spPr>
              <a:xfrm>
                <a:off x="660400" y="3666070"/>
                <a:ext cx="2997726" cy="5357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zh-CN" altLang="en-US" b="1">
                    <a:cs typeface="+mn-ea"/>
                    <a:sym typeface="+mn-lt"/>
                  </a:rPr>
                  <a:t>单击添加小标题</a:t>
                </a:r>
                <a:endParaRPr lang="en-US" dirty="0">
                  <a:cs typeface="+mn-ea"/>
                  <a:sym typeface="+mn-lt"/>
                </a:endParaRPr>
              </a:p>
            </p:txBody>
          </p:sp>
        </p:grpSp>
        <p:grpSp>
          <p:nvGrpSpPr>
            <p:cNvPr id="23" name="组合 22">
              <a:extLst>
                <a:ext uri="{FF2B5EF4-FFF2-40B4-BE49-F238E27FC236}">
                  <a16:creationId xmlns:a16="http://schemas.microsoft.com/office/drawing/2014/main" id="{601C9484-EC7C-9323-77D3-30A7431A0435}"/>
                </a:ext>
              </a:extLst>
            </p:cNvPr>
            <p:cNvGrpSpPr/>
            <p:nvPr/>
          </p:nvGrpSpPr>
          <p:grpSpPr>
            <a:xfrm>
              <a:off x="4590787" y="2398042"/>
              <a:ext cx="2997726" cy="3511883"/>
              <a:chOff x="4590787" y="2398042"/>
              <a:chExt cx="2997726" cy="3511883"/>
            </a:xfrm>
          </p:grpSpPr>
          <p:sp>
            <p:nvSpPr>
              <p:cNvPr id="46" name="Number2">
                <a:extLst>
                  <a:ext uri="{FF2B5EF4-FFF2-40B4-BE49-F238E27FC236}">
                    <a16:creationId xmlns:a16="http://schemas.microsoft.com/office/drawing/2014/main" id="{E261BF28-A757-67B5-2E89-601095794FC8}"/>
                  </a:ext>
                </a:extLst>
              </p:cNvPr>
              <p:cNvSpPr/>
              <p:nvPr/>
            </p:nvSpPr>
            <p:spPr>
              <a:xfrm>
                <a:off x="5679319" y="2398042"/>
                <a:ext cx="820662" cy="82066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000" b="1">
                    <a:solidFill>
                      <a:srgbClr val="FFFFFF"/>
                    </a:solidFill>
                    <a:cs typeface="+mn-ea"/>
                    <a:sym typeface="+mn-lt"/>
                  </a:rPr>
                  <a:t>02</a:t>
                </a:r>
                <a:endParaRPr lang="zh-CN" altLang="en-US" sz="2000" b="1" dirty="0">
                  <a:solidFill>
                    <a:srgbClr val="FFFFFF"/>
                  </a:solidFill>
                  <a:cs typeface="+mn-ea"/>
                  <a:sym typeface="+mn-lt"/>
                </a:endParaRPr>
              </a:p>
            </p:txBody>
          </p:sp>
          <p:sp>
            <p:nvSpPr>
              <p:cNvPr id="47" name="Text2">
                <a:extLst>
                  <a:ext uri="{FF2B5EF4-FFF2-40B4-BE49-F238E27FC236}">
                    <a16:creationId xmlns:a16="http://schemas.microsoft.com/office/drawing/2014/main" id="{CDF77FFA-220B-1971-0506-4431263F1AF7}"/>
                  </a:ext>
                </a:extLst>
              </p:cNvPr>
              <p:cNvSpPr/>
              <p:nvPr/>
            </p:nvSpPr>
            <p:spPr>
              <a:xfrm>
                <a:off x="4682068" y="4775880"/>
                <a:ext cx="2815164" cy="1134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20000"/>
                  </a:lnSpc>
                </a:pPr>
                <a:r>
                  <a:rPr kumimoji="1" lang="zh-CN" altLang="en-US" sz="1200">
                    <a:solidFill>
                      <a:srgbClr val="000000"/>
                    </a:solidFill>
                    <a:cs typeface="+mn-ea"/>
                    <a:sym typeface="+mn-lt"/>
                  </a:rPr>
                  <a:t>单击此处添加文本单击此处添加文本单击此处添加文本单击此处添加文本</a:t>
                </a:r>
                <a:endParaRPr lang="en-US" altLang="zh-CN" sz="1200" dirty="0">
                  <a:solidFill>
                    <a:srgbClr val="000000"/>
                  </a:solidFill>
                  <a:cs typeface="+mn-ea"/>
                  <a:sym typeface="+mn-lt"/>
                </a:endParaRPr>
              </a:p>
            </p:txBody>
          </p:sp>
          <p:sp>
            <p:nvSpPr>
              <p:cNvPr id="48" name="Bullet2">
                <a:extLst>
                  <a:ext uri="{FF2B5EF4-FFF2-40B4-BE49-F238E27FC236}">
                    <a16:creationId xmlns:a16="http://schemas.microsoft.com/office/drawing/2014/main" id="{274475C1-C730-C6A7-D778-1C3E8879F9DD}"/>
                  </a:ext>
                </a:extLst>
              </p:cNvPr>
              <p:cNvSpPr/>
              <p:nvPr/>
            </p:nvSpPr>
            <p:spPr>
              <a:xfrm>
                <a:off x="4590787" y="3666070"/>
                <a:ext cx="2997726" cy="53579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zh-CN" altLang="en-US" b="1">
                    <a:cs typeface="+mn-ea"/>
                    <a:sym typeface="+mn-lt"/>
                  </a:rPr>
                  <a:t>单击添加小标题</a:t>
                </a:r>
                <a:endParaRPr lang="en-US" dirty="0">
                  <a:cs typeface="+mn-ea"/>
                  <a:sym typeface="+mn-lt"/>
                </a:endParaRPr>
              </a:p>
            </p:txBody>
          </p:sp>
        </p:grpSp>
        <p:grpSp>
          <p:nvGrpSpPr>
            <p:cNvPr id="24" name="组合 23">
              <a:extLst>
                <a:ext uri="{FF2B5EF4-FFF2-40B4-BE49-F238E27FC236}">
                  <a16:creationId xmlns:a16="http://schemas.microsoft.com/office/drawing/2014/main" id="{18C7892D-1911-8E8A-0B8C-59688351546B}"/>
                </a:ext>
              </a:extLst>
            </p:cNvPr>
            <p:cNvGrpSpPr/>
            <p:nvPr/>
          </p:nvGrpSpPr>
          <p:grpSpPr>
            <a:xfrm>
              <a:off x="8521174" y="2398042"/>
              <a:ext cx="2997726" cy="3511883"/>
              <a:chOff x="8521174" y="2398042"/>
              <a:chExt cx="2997726" cy="3511883"/>
            </a:xfrm>
          </p:grpSpPr>
          <p:sp>
            <p:nvSpPr>
              <p:cNvPr id="25" name="Number3">
                <a:extLst>
                  <a:ext uri="{FF2B5EF4-FFF2-40B4-BE49-F238E27FC236}">
                    <a16:creationId xmlns:a16="http://schemas.microsoft.com/office/drawing/2014/main" id="{60A65710-C91D-6271-0A6F-18D7497145DD}"/>
                  </a:ext>
                </a:extLst>
              </p:cNvPr>
              <p:cNvSpPr/>
              <p:nvPr/>
            </p:nvSpPr>
            <p:spPr>
              <a:xfrm>
                <a:off x="9609706" y="2398042"/>
                <a:ext cx="820662" cy="82066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000" b="1">
                    <a:solidFill>
                      <a:srgbClr val="FFFFFF"/>
                    </a:solidFill>
                    <a:cs typeface="+mn-ea"/>
                    <a:sym typeface="+mn-lt"/>
                  </a:rPr>
                  <a:t>03</a:t>
                </a:r>
                <a:endParaRPr lang="zh-CN" altLang="en-US" sz="2000" b="1" dirty="0">
                  <a:solidFill>
                    <a:srgbClr val="FFFFFF"/>
                  </a:solidFill>
                  <a:cs typeface="+mn-ea"/>
                  <a:sym typeface="+mn-lt"/>
                </a:endParaRPr>
              </a:p>
            </p:txBody>
          </p:sp>
          <p:sp>
            <p:nvSpPr>
              <p:cNvPr id="32" name="Text3">
                <a:extLst>
                  <a:ext uri="{FF2B5EF4-FFF2-40B4-BE49-F238E27FC236}">
                    <a16:creationId xmlns:a16="http://schemas.microsoft.com/office/drawing/2014/main" id="{20E7593D-8F02-8843-F235-04F0AB133C0D}"/>
                  </a:ext>
                </a:extLst>
              </p:cNvPr>
              <p:cNvSpPr/>
              <p:nvPr/>
            </p:nvSpPr>
            <p:spPr>
              <a:xfrm>
                <a:off x="8612455" y="4775880"/>
                <a:ext cx="2815164" cy="1134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20000"/>
                  </a:lnSpc>
                </a:pPr>
                <a:r>
                  <a:rPr kumimoji="1" lang="zh-CN" altLang="en-US" sz="1200">
                    <a:solidFill>
                      <a:srgbClr val="000000"/>
                    </a:solidFill>
                    <a:cs typeface="+mn-ea"/>
                    <a:sym typeface="+mn-lt"/>
                  </a:rPr>
                  <a:t>单击此处添加文本单击此处添加文本单击此处添加文本单击此处添加文本</a:t>
                </a:r>
                <a:endParaRPr lang="en-US" altLang="zh-CN" sz="1200" dirty="0">
                  <a:solidFill>
                    <a:srgbClr val="000000"/>
                  </a:solidFill>
                  <a:cs typeface="+mn-ea"/>
                  <a:sym typeface="+mn-lt"/>
                </a:endParaRPr>
              </a:p>
            </p:txBody>
          </p:sp>
          <p:sp>
            <p:nvSpPr>
              <p:cNvPr id="39" name="Bullet3">
                <a:extLst>
                  <a:ext uri="{FF2B5EF4-FFF2-40B4-BE49-F238E27FC236}">
                    <a16:creationId xmlns:a16="http://schemas.microsoft.com/office/drawing/2014/main" id="{695360C1-B960-DF66-E018-85590B536E56}"/>
                  </a:ext>
                </a:extLst>
              </p:cNvPr>
              <p:cNvSpPr/>
              <p:nvPr/>
            </p:nvSpPr>
            <p:spPr>
              <a:xfrm>
                <a:off x="8521174" y="3666070"/>
                <a:ext cx="2997726" cy="5357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zh-CN" altLang="en-US" b="1">
                    <a:cs typeface="+mn-ea"/>
                    <a:sym typeface="+mn-lt"/>
                  </a:rPr>
                  <a:t>单击添加小标题</a:t>
                </a:r>
                <a:endParaRPr lang="en-US" dirty="0">
                  <a:cs typeface="+mn-ea"/>
                  <a:sym typeface="+mn-lt"/>
                </a:endParaRPr>
              </a:p>
            </p:txBody>
          </p:sp>
        </p:grpSp>
      </p:grpSp>
      <p:sp>
        <p:nvSpPr>
          <p:cNvPr id="66" name="Title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a:sym typeface="+mn-lt"/>
              </a:rPr>
              <a:t>单击此处添加页面标题</a:t>
            </a:r>
            <a:endParaRPr lang="en-US" dirty="0">
              <a:sym typeface="+mn-lt"/>
            </a:endParaRPr>
          </a:p>
        </p:txBody>
      </p:sp>
    </p:spTree>
    <p:extLst>
      <p:ext uri="{BB962C8B-B14F-4D97-AF65-F5344CB8AC3E}">
        <p14:creationId xmlns:p14="http://schemas.microsoft.com/office/powerpoint/2010/main" val="3726305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B6AA9-C875-BECC-FC77-629D29E772C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43991FAB-F9A4-6AAA-E32A-20E49424D4C9}"/>
              </a:ext>
            </a:extLst>
          </p:cNvPr>
          <p:cNvGrpSpPr/>
          <p:nvPr/>
        </p:nvGrpSpPr>
        <p:grpSpPr>
          <a:xfrm>
            <a:off x="0" y="1130300"/>
            <a:ext cx="12192000" cy="5727700"/>
            <a:chOff x="0" y="1130300"/>
            <a:chExt cx="12192000" cy="5727700"/>
          </a:xfrm>
        </p:grpSpPr>
        <p:sp>
          <p:nvSpPr>
            <p:cNvPr id="4" name="任意多边形: 形状 3">
              <a:extLst>
                <a:ext uri="{FF2B5EF4-FFF2-40B4-BE49-F238E27FC236}">
                  <a16:creationId xmlns:a16="http://schemas.microsoft.com/office/drawing/2014/main" id="{2ECEA237-2E4C-22C5-2139-35E5E4D794F7}"/>
                </a:ext>
              </a:extLst>
            </p:cNvPr>
            <p:cNvSpPr/>
            <p:nvPr/>
          </p:nvSpPr>
          <p:spPr>
            <a:xfrm>
              <a:off x="0" y="1130300"/>
              <a:ext cx="12192000" cy="5727700"/>
            </a:xfrm>
            <a:custGeom>
              <a:avLst/>
              <a:gdLst>
                <a:gd name="csX0" fmla="*/ 0 w 12192000"/>
                <a:gd name="csY0" fmla="*/ 0 h 5727700"/>
                <a:gd name="csX1" fmla="*/ 12192000 w 12192000"/>
                <a:gd name="csY1" fmla="*/ 0 h 5727700"/>
                <a:gd name="csX2" fmla="*/ 12192000 w 12192000"/>
                <a:gd name="csY2" fmla="*/ 5727700 h 5727700"/>
                <a:gd name="csX3" fmla="*/ 0 w 12192000"/>
                <a:gd name="csY3" fmla="*/ 5727700 h 5727700"/>
              </a:gdLst>
              <a:ahLst/>
              <a:cxnLst>
                <a:cxn ang="0">
                  <a:pos x="csX0" y="csY0"/>
                </a:cxn>
                <a:cxn ang="0">
                  <a:pos x="csX1" y="csY1"/>
                </a:cxn>
                <a:cxn ang="0">
                  <a:pos x="csX2" y="csY2"/>
                </a:cxn>
                <a:cxn ang="0">
                  <a:pos x="csX3" y="csY3"/>
                </a:cxn>
              </a:cxnLst>
              <a:rect l="l" t="t" r="r" b="b"/>
              <a:pathLst>
                <a:path w="12192000" h="5727700">
                  <a:moveTo>
                    <a:pt x="0" y="0"/>
                  </a:moveTo>
                  <a:lnTo>
                    <a:pt x="12192000" y="0"/>
                  </a:lnTo>
                  <a:lnTo>
                    <a:pt x="12192000" y="5727700"/>
                  </a:lnTo>
                  <a:lnTo>
                    <a:pt x="0" y="57277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cs typeface="+mn-ea"/>
                <a:sym typeface="+mn-lt"/>
              </a:endParaRPr>
            </a:p>
          </p:txBody>
        </p:sp>
        <p:sp>
          <p:nvSpPr>
            <p:cNvPr id="5" name="十字形 4">
              <a:extLst>
                <a:ext uri="{FF2B5EF4-FFF2-40B4-BE49-F238E27FC236}">
                  <a16:creationId xmlns:a16="http://schemas.microsoft.com/office/drawing/2014/main" id="{231D2086-7008-BEA7-2A44-2DA7EAD3C2EA}"/>
                </a:ext>
              </a:extLst>
            </p:cNvPr>
            <p:cNvSpPr/>
            <p:nvPr userDrawn="1"/>
          </p:nvSpPr>
          <p:spPr>
            <a:xfrm>
              <a:off x="10892231" y="3450137"/>
              <a:ext cx="282871" cy="282871"/>
            </a:xfrm>
            <a:prstGeom prst="plus">
              <a:avLst>
                <a:gd name="adj" fmla="val 36111"/>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85000" lnSpcReduction="20000"/>
            </a:bodyPr>
            <a:lstStyle/>
            <a:p>
              <a:pPr algn="ctr"/>
              <a:endParaRPr lang="zh-CN" altLang="en-US">
                <a:cs typeface="+mn-ea"/>
                <a:sym typeface="+mn-lt"/>
              </a:endParaRPr>
            </a:p>
          </p:txBody>
        </p:sp>
        <p:sp>
          <p:nvSpPr>
            <p:cNvPr id="7" name="十字形 6">
              <a:extLst>
                <a:ext uri="{FF2B5EF4-FFF2-40B4-BE49-F238E27FC236}">
                  <a16:creationId xmlns:a16="http://schemas.microsoft.com/office/drawing/2014/main" id="{F73B96BB-9822-95E6-6C0A-4D6555C41FDB}"/>
                </a:ext>
              </a:extLst>
            </p:cNvPr>
            <p:cNvSpPr/>
            <p:nvPr userDrawn="1"/>
          </p:nvSpPr>
          <p:spPr>
            <a:xfrm>
              <a:off x="11236029" y="3450137"/>
              <a:ext cx="282871" cy="282871"/>
            </a:xfrm>
            <a:prstGeom prst="plus">
              <a:avLst>
                <a:gd name="adj" fmla="val 36111"/>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85000" lnSpcReduction="20000"/>
            </a:bodyPr>
            <a:lstStyle/>
            <a:p>
              <a:pPr algn="ctr"/>
              <a:endParaRPr lang="zh-CN" altLang="en-US">
                <a:cs typeface="+mn-ea"/>
                <a:sym typeface="+mn-lt"/>
              </a:endParaRPr>
            </a:p>
          </p:txBody>
        </p:sp>
        <p:sp>
          <p:nvSpPr>
            <p:cNvPr id="15" name="Title">
              <a:extLst>
                <a:ext uri="{FF2B5EF4-FFF2-40B4-BE49-F238E27FC236}">
                  <a16:creationId xmlns:a16="http://schemas.microsoft.com/office/drawing/2014/main" id="{50F3F076-B1C4-6F8D-E14F-98D0560F03EE}"/>
                </a:ext>
              </a:extLst>
            </p:cNvPr>
            <p:cNvSpPr/>
            <p:nvPr/>
          </p:nvSpPr>
          <p:spPr>
            <a:xfrm>
              <a:off x="2641825" y="1579640"/>
              <a:ext cx="6944134" cy="900112"/>
            </a:xfrm>
            <a:prstGeom prst="rect">
              <a:avLst/>
            </a:prstGeom>
            <a:solidFill>
              <a:srgbClr val="FFFFFF"/>
            </a:solidFill>
            <a:ln>
              <a:noFill/>
            </a:ln>
            <a:effectLst>
              <a:outerShdw blurRad="317500" sx="103000" sy="103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zh-CN" altLang="en-US" sz="2400" b="1">
                  <a:solidFill>
                    <a:srgbClr val="000000"/>
                  </a:solidFill>
                  <a:cs typeface="+mn-ea"/>
                  <a:sym typeface="+mn-lt"/>
                </a:rPr>
                <a:t>单击此处添加长一点的副标题</a:t>
              </a:r>
              <a:endParaRPr lang="en-US" sz="2400" b="1" dirty="0">
                <a:solidFill>
                  <a:srgbClr val="000000"/>
                </a:solidFill>
                <a:cs typeface="+mn-ea"/>
                <a:sym typeface="+mn-lt"/>
              </a:endParaRPr>
            </a:p>
          </p:txBody>
        </p:sp>
        <p:cxnSp>
          <p:nvCxnSpPr>
            <p:cNvPr id="16" name="直接连接符 15">
              <a:extLst>
                <a:ext uri="{FF2B5EF4-FFF2-40B4-BE49-F238E27FC236}">
                  <a16:creationId xmlns:a16="http://schemas.microsoft.com/office/drawing/2014/main" id="{92B32C63-5C41-9036-5904-E92EA4F28FCF}"/>
                </a:ext>
              </a:extLst>
            </p:cNvPr>
            <p:cNvCxnSpPr>
              <a:cxnSpLocks/>
            </p:cNvCxnSpPr>
            <p:nvPr/>
          </p:nvCxnSpPr>
          <p:spPr>
            <a:xfrm>
              <a:off x="6113892" y="2616010"/>
              <a:ext cx="0" cy="542323"/>
            </a:xfrm>
            <a:prstGeom prst="line">
              <a:avLst/>
            </a:prstGeom>
            <a:ln w="12700">
              <a:solidFill>
                <a:srgbClr val="FFFFFF">
                  <a:alpha val="50000"/>
                </a:srgb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B5FABD07-AC8B-3FA4-1E5C-3DF8D91F6C3F}"/>
                </a:ext>
              </a:extLst>
            </p:cNvPr>
            <p:cNvCxnSpPr>
              <a:cxnSpLocks/>
            </p:cNvCxnSpPr>
            <p:nvPr/>
          </p:nvCxnSpPr>
          <p:spPr>
            <a:xfrm>
              <a:off x="1933296" y="3162778"/>
              <a:ext cx="8312708" cy="0"/>
            </a:xfrm>
            <a:prstGeom prst="line">
              <a:avLst/>
            </a:prstGeom>
            <a:ln w="12700">
              <a:solidFill>
                <a:srgbClr val="FFFFFF">
                  <a:alpha val="50000"/>
                </a:srgb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72B87B73-CCB4-2540-40A5-508129C5ABA1}"/>
                </a:ext>
              </a:extLst>
            </p:cNvPr>
            <p:cNvCxnSpPr>
              <a:cxnSpLocks/>
            </p:cNvCxnSpPr>
            <p:nvPr/>
          </p:nvCxnSpPr>
          <p:spPr>
            <a:xfrm>
              <a:off x="1933296" y="3164683"/>
              <a:ext cx="0" cy="542925"/>
            </a:xfrm>
            <a:prstGeom prst="line">
              <a:avLst/>
            </a:prstGeom>
            <a:ln w="12700">
              <a:solidFill>
                <a:srgbClr val="FFFFFF">
                  <a:alpha val="50000"/>
                </a:srgb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CDF16487-1671-5B3B-9B3D-B7E6525C552E}"/>
                </a:ext>
              </a:extLst>
            </p:cNvPr>
            <p:cNvCxnSpPr>
              <a:cxnSpLocks/>
            </p:cNvCxnSpPr>
            <p:nvPr/>
          </p:nvCxnSpPr>
          <p:spPr>
            <a:xfrm>
              <a:off x="10246004" y="3164683"/>
              <a:ext cx="0" cy="542925"/>
            </a:xfrm>
            <a:prstGeom prst="line">
              <a:avLst/>
            </a:prstGeom>
            <a:ln w="12700">
              <a:solidFill>
                <a:srgbClr val="FFFFFF">
                  <a:alpha val="50000"/>
                </a:srgb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8E8BA7C2-66F6-F3FD-3A56-CECE3B508467}"/>
                </a:ext>
              </a:extLst>
            </p:cNvPr>
            <p:cNvCxnSpPr>
              <a:cxnSpLocks/>
            </p:cNvCxnSpPr>
            <p:nvPr/>
          </p:nvCxnSpPr>
          <p:spPr>
            <a:xfrm>
              <a:off x="4704199" y="3164683"/>
              <a:ext cx="0" cy="542925"/>
            </a:xfrm>
            <a:prstGeom prst="line">
              <a:avLst/>
            </a:prstGeom>
            <a:ln w="12700">
              <a:solidFill>
                <a:srgbClr val="FFFFFF">
                  <a:alpha val="50000"/>
                </a:srgb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6F63F7DC-D921-FE5A-0C0A-637A957D2633}"/>
                </a:ext>
              </a:extLst>
            </p:cNvPr>
            <p:cNvCxnSpPr>
              <a:cxnSpLocks/>
            </p:cNvCxnSpPr>
            <p:nvPr/>
          </p:nvCxnSpPr>
          <p:spPr>
            <a:xfrm>
              <a:off x="7475102" y="3164683"/>
              <a:ext cx="0" cy="542925"/>
            </a:xfrm>
            <a:prstGeom prst="line">
              <a:avLst/>
            </a:prstGeom>
            <a:ln w="12700">
              <a:solidFill>
                <a:srgbClr val="FFFFFF">
                  <a:alpha val="50000"/>
                </a:srgbClr>
              </a:solidFill>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03284C91-F6BE-1466-4750-974164052F38}"/>
                </a:ext>
              </a:extLst>
            </p:cNvPr>
            <p:cNvSpPr/>
            <p:nvPr/>
          </p:nvSpPr>
          <p:spPr>
            <a:xfrm>
              <a:off x="660400" y="3843867"/>
              <a:ext cx="2545792" cy="2290233"/>
            </a:xfrm>
            <a:prstGeom prst="rect">
              <a:avLst/>
            </a:prstGeom>
            <a:solidFill>
              <a:srgbClr val="FFFFFF"/>
            </a:solidFill>
            <a:ln>
              <a:noFill/>
            </a:ln>
            <a:effectLst>
              <a:outerShdw blurRad="317500" sx="103000" sy="103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23" name="矩形 22">
              <a:extLst>
                <a:ext uri="{FF2B5EF4-FFF2-40B4-BE49-F238E27FC236}">
                  <a16:creationId xmlns:a16="http://schemas.microsoft.com/office/drawing/2014/main" id="{DA960C84-46AF-1971-4277-53FCC067D7E6}"/>
                </a:ext>
              </a:extLst>
            </p:cNvPr>
            <p:cNvSpPr/>
            <p:nvPr/>
          </p:nvSpPr>
          <p:spPr>
            <a:xfrm>
              <a:off x="3431303" y="3843867"/>
              <a:ext cx="2545792" cy="2290233"/>
            </a:xfrm>
            <a:prstGeom prst="rect">
              <a:avLst/>
            </a:prstGeom>
            <a:solidFill>
              <a:srgbClr val="FFFFFF"/>
            </a:solidFill>
            <a:ln>
              <a:noFill/>
            </a:ln>
            <a:effectLst>
              <a:outerShdw blurRad="317500" sx="103000" sy="103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25" name="矩形 24">
              <a:extLst>
                <a:ext uri="{FF2B5EF4-FFF2-40B4-BE49-F238E27FC236}">
                  <a16:creationId xmlns:a16="http://schemas.microsoft.com/office/drawing/2014/main" id="{FB1964A9-4E0B-0A2B-8DD2-4D1CD0A502D1}"/>
                </a:ext>
              </a:extLst>
            </p:cNvPr>
            <p:cNvSpPr/>
            <p:nvPr/>
          </p:nvSpPr>
          <p:spPr>
            <a:xfrm>
              <a:off x="6202206" y="3843867"/>
              <a:ext cx="2545792" cy="2290233"/>
            </a:xfrm>
            <a:prstGeom prst="rect">
              <a:avLst/>
            </a:prstGeom>
            <a:solidFill>
              <a:srgbClr val="FFFFFF"/>
            </a:solidFill>
            <a:ln>
              <a:noFill/>
            </a:ln>
            <a:effectLst>
              <a:outerShdw blurRad="317500" sx="103000" sy="103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27" name="矩形 26">
              <a:extLst>
                <a:ext uri="{FF2B5EF4-FFF2-40B4-BE49-F238E27FC236}">
                  <a16:creationId xmlns:a16="http://schemas.microsoft.com/office/drawing/2014/main" id="{9033E026-08B3-F431-A8D1-08EE08E8F32E}"/>
                </a:ext>
              </a:extLst>
            </p:cNvPr>
            <p:cNvSpPr/>
            <p:nvPr/>
          </p:nvSpPr>
          <p:spPr>
            <a:xfrm>
              <a:off x="8973108" y="3843867"/>
              <a:ext cx="2545792" cy="2290233"/>
            </a:xfrm>
            <a:prstGeom prst="rect">
              <a:avLst/>
            </a:prstGeom>
            <a:solidFill>
              <a:srgbClr val="FFFFFF"/>
            </a:solidFill>
            <a:ln>
              <a:noFill/>
            </a:ln>
            <a:effectLst>
              <a:outerShdw blurRad="317500" sx="103000" sy="103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grpSp>
          <p:nvGrpSpPr>
            <p:cNvPr id="28" name="组合 27">
              <a:extLst>
                <a:ext uri="{FF2B5EF4-FFF2-40B4-BE49-F238E27FC236}">
                  <a16:creationId xmlns:a16="http://schemas.microsoft.com/office/drawing/2014/main" id="{EACF5C95-923C-A87F-960B-6E24427539A6}"/>
                </a:ext>
              </a:extLst>
            </p:cNvPr>
            <p:cNvGrpSpPr/>
            <p:nvPr/>
          </p:nvGrpSpPr>
          <p:grpSpPr>
            <a:xfrm>
              <a:off x="822047" y="4035740"/>
              <a:ext cx="2222499" cy="1906486"/>
              <a:chOff x="822047" y="4035740"/>
              <a:chExt cx="2222499" cy="1906486"/>
            </a:xfrm>
          </p:grpSpPr>
          <p:sp>
            <p:nvSpPr>
              <p:cNvPr id="54" name="Number1">
                <a:extLst>
                  <a:ext uri="{FF2B5EF4-FFF2-40B4-BE49-F238E27FC236}">
                    <a16:creationId xmlns:a16="http://schemas.microsoft.com/office/drawing/2014/main" id="{FE78C8E3-CC3C-CC09-2CBF-D2D1E3E9B3AC}"/>
                  </a:ext>
                </a:extLst>
              </p:cNvPr>
              <p:cNvSpPr txBox="1"/>
              <p:nvPr/>
            </p:nvSpPr>
            <p:spPr>
              <a:xfrm>
                <a:off x="868613" y="4035740"/>
                <a:ext cx="541866" cy="542369"/>
              </a:xfrm>
              <a:prstGeom prst="ellipse">
                <a:avLst/>
              </a:prstGeom>
              <a:solidFill>
                <a:schemeClr val="accent1"/>
              </a:solidFill>
            </p:spPr>
            <p:txBody>
              <a:bodyPr wrap="none" lIns="91440" tIns="45720" rIns="91440" bIns="45720" rtlCol="0" anchor="ctr">
                <a:normAutofit/>
              </a:bodyPr>
              <a:lstStyle/>
              <a:p>
                <a:pPr algn="ctr"/>
                <a:r>
                  <a:rPr lang="en-US" altLang="zh-CN" sz="1400" b="1">
                    <a:solidFill>
                      <a:srgbClr val="FFFFFF"/>
                    </a:solidFill>
                    <a:cs typeface="+mn-ea"/>
                    <a:sym typeface="+mn-lt"/>
                  </a:rPr>
                  <a:t>01</a:t>
                </a:r>
                <a:endParaRPr lang="zh-CN" altLang="en-US" sz="1400" b="1" dirty="0">
                  <a:solidFill>
                    <a:srgbClr val="FFFFFF"/>
                  </a:solidFill>
                  <a:cs typeface="+mn-ea"/>
                  <a:sym typeface="+mn-lt"/>
                </a:endParaRPr>
              </a:p>
            </p:txBody>
          </p:sp>
          <p:sp>
            <p:nvSpPr>
              <p:cNvPr id="55" name="Text1">
                <a:extLst>
                  <a:ext uri="{FF2B5EF4-FFF2-40B4-BE49-F238E27FC236}">
                    <a16:creationId xmlns:a16="http://schemas.microsoft.com/office/drawing/2014/main" id="{ECC04C1C-5893-B889-7659-ACB30E3BC8CA}"/>
                  </a:ext>
                </a:extLst>
              </p:cNvPr>
              <p:cNvSpPr txBox="1"/>
              <p:nvPr/>
            </p:nvSpPr>
            <p:spPr>
              <a:xfrm>
                <a:off x="822047" y="5100562"/>
                <a:ext cx="2222499" cy="841664"/>
              </a:xfrm>
              <a:prstGeom prst="rect">
                <a:avLst/>
              </a:prstGeom>
              <a:noFill/>
            </p:spPr>
            <p:txBody>
              <a:bodyPr wrap="square" lIns="91440" tIns="45720" rIns="91440" bIns="45720"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a:solidFill>
                      <a:srgbClr val="000000"/>
                    </a:solidFill>
                    <a:cs typeface="+mn-ea"/>
                    <a:sym typeface="+mn-lt"/>
                  </a:rPr>
                  <a:t>单击此处添加文本单击此处添加文本单击此处添加文本单击此处添加文本</a:t>
                </a:r>
                <a:endParaRPr lang="en-US" dirty="0">
                  <a:solidFill>
                    <a:srgbClr val="000000"/>
                  </a:solidFill>
                  <a:cs typeface="+mn-ea"/>
                  <a:sym typeface="+mn-lt"/>
                </a:endParaRPr>
              </a:p>
            </p:txBody>
          </p:sp>
          <p:sp>
            <p:nvSpPr>
              <p:cNvPr id="56" name="Bullet1">
                <a:extLst>
                  <a:ext uri="{FF2B5EF4-FFF2-40B4-BE49-F238E27FC236}">
                    <a16:creationId xmlns:a16="http://schemas.microsoft.com/office/drawing/2014/main" id="{8560226E-515E-14CC-59C0-7A5F7F7DEE0B}"/>
                  </a:ext>
                </a:extLst>
              </p:cNvPr>
              <p:cNvSpPr txBox="1"/>
              <p:nvPr/>
            </p:nvSpPr>
            <p:spPr>
              <a:xfrm>
                <a:off x="822048" y="4612959"/>
                <a:ext cx="2222498" cy="487603"/>
              </a:xfrm>
              <a:prstGeom prst="rect">
                <a:avLst/>
              </a:prstGeom>
              <a:noFill/>
            </p:spPr>
            <p:txBody>
              <a:bodyPr wrap="square" lIns="91440" tIns="45720" rIns="91440" bIns="45720"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1800" b="1">
                    <a:solidFill>
                      <a:srgbClr val="000000"/>
                    </a:solidFill>
                    <a:cs typeface="+mn-ea"/>
                    <a:sym typeface="+mn-lt"/>
                  </a:rPr>
                  <a:t>单击添加小标题</a:t>
                </a:r>
                <a:endParaRPr lang="en-US" sz="1800" dirty="0">
                  <a:solidFill>
                    <a:srgbClr val="000000"/>
                  </a:solidFill>
                  <a:cs typeface="+mn-ea"/>
                  <a:sym typeface="+mn-lt"/>
                </a:endParaRPr>
              </a:p>
            </p:txBody>
          </p:sp>
        </p:grpSp>
        <p:grpSp>
          <p:nvGrpSpPr>
            <p:cNvPr id="29" name="组合 28">
              <a:extLst>
                <a:ext uri="{FF2B5EF4-FFF2-40B4-BE49-F238E27FC236}">
                  <a16:creationId xmlns:a16="http://schemas.microsoft.com/office/drawing/2014/main" id="{A51410C3-9991-06D0-8866-D8E4087F0A36}"/>
                </a:ext>
              </a:extLst>
            </p:cNvPr>
            <p:cNvGrpSpPr/>
            <p:nvPr/>
          </p:nvGrpSpPr>
          <p:grpSpPr>
            <a:xfrm>
              <a:off x="3592950" y="4035740"/>
              <a:ext cx="2222499" cy="1906486"/>
              <a:chOff x="3592950" y="4035740"/>
              <a:chExt cx="2222499" cy="1906486"/>
            </a:xfrm>
          </p:grpSpPr>
          <p:sp>
            <p:nvSpPr>
              <p:cNvPr id="47" name="Number2">
                <a:extLst>
                  <a:ext uri="{FF2B5EF4-FFF2-40B4-BE49-F238E27FC236}">
                    <a16:creationId xmlns:a16="http://schemas.microsoft.com/office/drawing/2014/main" id="{7635C6BA-8AEB-C886-4C0B-88F2F40AEB79}"/>
                  </a:ext>
                </a:extLst>
              </p:cNvPr>
              <p:cNvSpPr txBox="1"/>
              <p:nvPr/>
            </p:nvSpPr>
            <p:spPr>
              <a:xfrm>
                <a:off x="3639516" y="4035740"/>
                <a:ext cx="541866" cy="542369"/>
              </a:xfrm>
              <a:prstGeom prst="ellipse">
                <a:avLst/>
              </a:prstGeom>
              <a:solidFill>
                <a:schemeClr val="accent2"/>
              </a:solidFill>
            </p:spPr>
            <p:txBody>
              <a:bodyPr wrap="none" lIns="91440" tIns="45720" rIns="91440" bIns="45720" rtlCol="0" anchor="ctr">
                <a:normAutofit/>
              </a:bodyPr>
              <a:lstStyle/>
              <a:p>
                <a:pPr algn="ctr"/>
                <a:r>
                  <a:rPr lang="en-US" altLang="zh-CN" sz="1400" b="1">
                    <a:solidFill>
                      <a:srgbClr val="FFFFFF"/>
                    </a:solidFill>
                    <a:cs typeface="+mn-ea"/>
                    <a:sym typeface="+mn-lt"/>
                  </a:rPr>
                  <a:t>02</a:t>
                </a:r>
                <a:endParaRPr lang="zh-CN" altLang="en-US" sz="1400" b="1" dirty="0">
                  <a:solidFill>
                    <a:srgbClr val="FFFFFF"/>
                  </a:solidFill>
                  <a:cs typeface="+mn-ea"/>
                  <a:sym typeface="+mn-lt"/>
                </a:endParaRPr>
              </a:p>
            </p:txBody>
          </p:sp>
          <p:sp>
            <p:nvSpPr>
              <p:cNvPr id="49" name="Text2">
                <a:extLst>
                  <a:ext uri="{FF2B5EF4-FFF2-40B4-BE49-F238E27FC236}">
                    <a16:creationId xmlns:a16="http://schemas.microsoft.com/office/drawing/2014/main" id="{06C2F2F3-5278-C765-AEDB-3FB005D21AE0}"/>
                  </a:ext>
                </a:extLst>
              </p:cNvPr>
              <p:cNvSpPr txBox="1"/>
              <p:nvPr/>
            </p:nvSpPr>
            <p:spPr>
              <a:xfrm>
                <a:off x="3592950" y="5100562"/>
                <a:ext cx="2222499" cy="841664"/>
              </a:xfrm>
              <a:prstGeom prst="rect">
                <a:avLst/>
              </a:prstGeom>
              <a:noFill/>
            </p:spPr>
            <p:txBody>
              <a:bodyPr wrap="square" lIns="91440" tIns="45720" rIns="91440" bIns="45720"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a:solidFill>
                      <a:srgbClr val="000000"/>
                    </a:solidFill>
                    <a:cs typeface="+mn-ea"/>
                    <a:sym typeface="+mn-lt"/>
                  </a:rPr>
                  <a:t>单击此处添加文本单击此处添加文本单击此处添加文本单击此处添加文本</a:t>
                </a:r>
                <a:endParaRPr lang="en-US" dirty="0">
                  <a:solidFill>
                    <a:srgbClr val="000000"/>
                  </a:solidFill>
                  <a:cs typeface="+mn-ea"/>
                  <a:sym typeface="+mn-lt"/>
                </a:endParaRPr>
              </a:p>
            </p:txBody>
          </p:sp>
          <p:sp>
            <p:nvSpPr>
              <p:cNvPr id="53" name="Bullet2">
                <a:extLst>
                  <a:ext uri="{FF2B5EF4-FFF2-40B4-BE49-F238E27FC236}">
                    <a16:creationId xmlns:a16="http://schemas.microsoft.com/office/drawing/2014/main" id="{0FD63732-A250-DAFD-B0ED-540A76824BE5}"/>
                  </a:ext>
                </a:extLst>
              </p:cNvPr>
              <p:cNvSpPr txBox="1"/>
              <p:nvPr/>
            </p:nvSpPr>
            <p:spPr>
              <a:xfrm>
                <a:off x="3592951" y="4612959"/>
                <a:ext cx="2222498" cy="487603"/>
              </a:xfrm>
              <a:prstGeom prst="rect">
                <a:avLst/>
              </a:prstGeom>
              <a:noFill/>
            </p:spPr>
            <p:txBody>
              <a:bodyPr wrap="square" lIns="91440" tIns="45720" rIns="91440" bIns="45720"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1800" b="1">
                    <a:solidFill>
                      <a:srgbClr val="000000"/>
                    </a:solidFill>
                    <a:cs typeface="+mn-ea"/>
                    <a:sym typeface="+mn-lt"/>
                  </a:rPr>
                  <a:t>单击添加小标题</a:t>
                </a:r>
                <a:endParaRPr lang="en-US" sz="1800" dirty="0">
                  <a:solidFill>
                    <a:srgbClr val="000000"/>
                  </a:solidFill>
                  <a:cs typeface="+mn-ea"/>
                  <a:sym typeface="+mn-lt"/>
                </a:endParaRPr>
              </a:p>
            </p:txBody>
          </p:sp>
        </p:grpSp>
        <p:grpSp>
          <p:nvGrpSpPr>
            <p:cNvPr id="31" name="组合 30">
              <a:extLst>
                <a:ext uri="{FF2B5EF4-FFF2-40B4-BE49-F238E27FC236}">
                  <a16:creationId xmlns:a16="http://schemas.microsoft.com/office/drawing/2014/main" id="{2915047D-1F4D-0CA6-42EC-79C65C828BD7}"/>
                </a:ext>
              </a:extLst>
            </p:cNvPr>
            <p:cNvGrpSpPr/>
            <p:nvPr/>
          </p:nvGrpSpPr>
          <p:grpSpPr>
            <a:xfrm>
              <a:off x="6363853" y="4035740"/>
              <a:ext cx="2222499" cy="1906486"/>
              <a:chOff x="6363853" y="4035740"/>
              <a:chExt cx="2222499" cy="1906486"/>
            </a:xfrm>
          </p:grpSpPr>
          <p:sp>
            <p:nvSpPr>
              <p:cNvPr id="39" name="Number3">
                <a:extLst>
                  <a:ext uri="{FF2B5EF4-FFF2-40B4-BE49-F238E27FC236}">
                    <a16:creationId xmlns:a16="http://schemas.microsoft.com/office/drawing/2014/main" id="{119383BF-B86C-CCAA-999C-7DB01DA75EDA}"/>
                  </a:ext>
                </a:extLst>
              </p:cNvPr>
              <p:cNvSpPr txBox="1"/>
              <p:nvPr/>
            </p:nvSpPr>
            <p:spPr>
              <a:xfrm>
                <a:off x="6410419" y="4035740"/>
                <a:ext cx="541866" cy="542369"/>
              </a:xfrm>
              <a:prstGeom prst="ellipse">
                <a:avLst/>
              </a:prstGeom>
              <a:solidFill>
                <a:schemeClr val="accent1"/>
              </a:solidFill>
            </p:spPr>
            <p:txBody>
              <a:bodyPr wrap="none" lIns="91440" tIns="45720" rIns="91440" bIns="45720" rtlCol="0" anchor="ctr">
                <a:normAutofit/>
              </a:bodyPr>
              <a:lstStyle/>
              <a:p>
                <a:pPr algn="ctr"/>
                <a:r>
                  <a:rPr lang="en-US" altLang="zh-CN" sz="1400" b="1">
                    <a:solidFill>
                      <a:srgbClr val="FFFFFF"/>
                    </a:solidFill>
                    <a:cs typeface="+mn-ea"/>
                    <a:sym typeface="+mn-lt"/>
                  </a:rPr>
                  <a:t>03</a:t>
                </a:r>
                <a:endParaRPr lang="zh-CN" altLang="en-US" sz="1400" b="1" dirty="0">
                  <a:solidFill>
                    <a:srgbClr val="FFFFFF"/>
                  </a:solidFill>
                  <a:cs typeface="+mn-ea"/>
                  <a:sym typeface="+mn-lt"/>
                </a:endParaRPr>
              </a:p>
            </p:txBody>
          </p:sp>
          <p:sp>
            <p:nvSpPr>
              <p:cNvPr id="40" name="Text3">
                <a:extLst>
                  <a:ext uri="{FF2B5EF4-FFF2-40B4-BE49-F238E27FC236}">
                    <a16:creationId xmlns:a16="http://schemas.microsoft.com/office/drawing/2014/main" id="{2648B25E-DB82-9317-9BB7-7E21A44323E9}"/>
                  </a:ext>
                </a:extLst>
              </p:cNvPr>
              <p:cNvSpPr txBox="1"/>
              <p:nvPr/>
            </p:nvSpPr>
            <p:spPr>
              <a:xfrm>
                <a:off x="6363853" y="5100562"/>
                <a:ext cx="2222499" cy="841664"/>
              </a:xfrm>
              <a:prstGeom prst="rect">
                <a:avLst/>
              </a:prstGeom>
              <a:noFill/>
            </p:spPr>
            <p:txBody>
              <a:bodyPr wrap="square" lIns="91440" tIns="45720" rIns="91440" bIns="45720"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a:solidFill>
                      <a:srgbClr val="000000"/>
                    </a:solidFill>
                    <a:cs typeface="+mn-ea"/>
                    <a:sym typeface="+mn-lt"/>
                  </a:rPr>
                  <a:t>单击此处添加文本单击此处添加文本单击此处添加文本单击此处添加文本</a:t>
                </a:r>
                <a:endParaRPr lang="en-US" dirty="0">
                  <a:solidFill>
                    <a:srgbClr val="000000"/>
                  </a:solidFill>
                  <a:cs typeface="+mn-ea"/>
                  <a:sym typeface="+mn-lt"/>
                </a:endParaRPr>
              </a:p>
            </p:txBody>
          </p:sp>
          <p:sp>
            <p:nvSpPr>
              <p:cNvPr id="43" name="Bullet3">
                <a:extLst>
                  <a:ext uri="{FF2B5EF4-FFF2-40B4-BE49-F238E27FC236}">
                    <a16:creationId xmlns:a16="http://schemas.microsoft.com/office/drawing/2014/main" id="{64F0A62D-DCA1-BE40-C18F-73A792B86A08}"/>
                  </a:ext>
                </a:extLst>
              </p:cNvPr>
              <p:cNvSpPr txBox="1"/>
              <p:nvPr/>
            </p:nvSpPr>
            <p:spPr>
              <a:xfrm>
                <a:off x="6363854" y="4612959"/>
                <a:ext cx="2222498" cy="487603"/>
              </a:xfrm>
              <a:prstGeom prst="rect">
                <a:avLst/>
              </a:prstGeom>
              <a:noFill/>
            </p:spPr>
            <p:txBody>
              <a:bodyPr wrap="square" lIns="91440" tIns="45720" rIns="91440" bIns="45720"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1800" b="1">
                    <a:solidFill>
                      <a:srgbClr val="000000"/>
                    </a:solidFill>
                    <a:cs typeface="+mn-ea"/>
                    <a:sym typeface="+mn-lt"/>
                  </a:rPr>
                  <a:t>单击添加小标题</a:t>
                </a:r>
                <a:endParaRPr lang="en-US" sz="1800" dirty="0">
                  <a:solidFill>
                    <a:srgbClr val="000000"/>
                  </a:solidFill>
                  <a:cs typeface="+mn-ea"/>
                  <a:sym typeface="+mn-lt"/>
                </a:endParaRPr>
              </a:p>
            </p:txBody>
          </p:sp>
        </p:grpSp>
        <p:grpSp>
          <p:nvGrpSpPr>
            <p:cNvPr id="35" name="组合 34">
              <a:extLst>
                <a:ext uri="{FF2B5EF4-FFF2-40B4-BE49-F238E27FC236}">
                  <a16:creationId xmlns:a16="http://schemas.microsoft.com/office/drawing/2014/main" id="{4E66D5BD-3CB7-F107-EF8E-F53D4A66496A}"/>
                </a:ext>
              </a:extLst>
            </p:cNvPr>
            <p:cNvGrpSpPr/>
            <p:nvPr/>
          </p:nvGrpSpPr>
          <p:grpSpPr>
            <a:xfrm>
              <a:off x="9134755" y="4035740"/>
              <a:ext cx="2222499" cy="1906486"/>
              <a:chOff x="9134755" y="4035740"/>
              <a:chExt cx="2222499" cy="1906486"/>
            </a:xfrm>
          </p:grpSpPr>
          <p:sp>
            <p:nvSpPr>
              <p:cNvPr id="36" name="Number4">
                <a:extLst>
                  <a:ext uri="{FF2B5EF4-FFF2-40B4-BE49-F238E27FC236}">
                    <a16:creationId xmlns:a16="http://schemas.microsoft.com/office/drawing/2014/main" id="{8E055C73-D917-FFEE-4C7D-9CEB9F9F57C6}"/>
                  </a:ext>
                </a:extLst>
              </p:cNvPr>
              <p:cNvSpPr txBox="1"/>
              <p:nvPr/>
            </p:nvSpPr>
            <p:spPr>
              <a:xfrm>
                <a:off x="9181321" y="4035740"/>
                <a:ext cx="541866" cy="542369"/>
              </a:xfrm>
              <a:prstGeom prst="ellipse">
                <a:avLst/>
              </a:prstGeom>
              <a:solidFill>
                <a:schemeClr val="accent2"/>
              </a:solidFill>
            </p:spPr>
            <p:txBody>
              <a:bodyPr wrap="none" lIns="91440" tIns="45720" rIns="91440" bIns="45720" rtlCol="0" anchor="ctr">
                <a:normAutofit/>
              </a:bodyPr>
              <a:lstStyle/>
              <a:p>
                <a:pPr algn="ctr"/>
                <a:r>
                  <a:rPr lang="en-US" altLang="zh-CN" sz="1400" b="1">
                    <a:solidFill>
                      <a:srgbClr val="FFFFFF"/>
                    </a:solidFill>
                    <a:cs typeface="+mn-ea"/>
                    <a:sym typeface="+mn-lt"/>
                  </a:rPr>
                  <a:t>04</a:t>
                </a:r>
                <a:endParaRPr lang="zh-CN" altLang="en-US" sz="1400" b="1" dirty="0">
                  <a:solidFill>
                    <a:srgbClr val="FFFFFF"/>
                  </a:solidFill>
                  <a:cs typeface="+mn-ea"/>
                  <a:sym typeface="+mn-lt"/>
                </a:endParaRPr>
              </a:p>
            </p:txBody>
          </p:sp>
          <p:sp>
            <p:nvSpPr>
              <p:cNvPr id="37" name="Text4">
                <a:extLst>
                  <a:ext uri="{FF2B5EF4-FFF2-40B4-BE49-F238E27FC236}">
                    <a16:creationId xmlns:a16="http://schemas.microsoft.com/office/drawing/2014/main" id="{E81CAEC7-E2F4-B526-09BE-0D1CA0443445}"/>
                  </a:ext>
                </a:extLst>
              </p:cNvPr>
              <p:cNvSpPr txBox="1"/>
              <p:nvPr/>
            </p:nvSpPr>
            <p:spPr>
              <a:xfrm>
                <a:off x="9134755" y="5100562"/>
                <a:ext cx="2222499" cy="841664"/>
              </a:xfrm>
              <a:prstGeom prst="rect">
                <a:avLst/>
              </a:prstGeom>
              <a:noFill/>
            </p:spPr>
            <p:txBody>
              <a:bodyPr wrap="square" lIns="91440" tIns="45720" rIns="91440" bIns="45720"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a:solidFill>
                      <a:srgbClr val="000000"/>
                    </a:solidFill>
                    <a:cs typeface="+mn-ea"/>
                    <a:sym typeface="+mn-lt"/>
                  </a:rPr>
                  <a:t>单击此处添加文本单击此处添加文本单击此处添加文本单击此处添加文本</a:t>
                </a:r>
                <a:endParaRPr lang="en-US" dirty="0">
                  <a:solidFill>
                    <a:srgbClr val="000000"/>
                  </a:solidFill>
                  <a:cs typeface="+mn-ea"/>
                  <a:sym typeface="+mn-lt"/>
                </a:endParaRPr>
              </a:p>
            </p:txBody>
          </p:sp>
          <p:sp>
            <p:nvSpPr>
              <p:cNvPr id="38" name="Bullet4">
                <a:extLst>
                  <a:ext uri="{FF2B5EF4-FFF2-40B4-BE49-F238E27FC236}">
                    <a16:creationId xmlns:a16="http://schemas.microsoft.com/office/drawing/2014/main" id="{34F0B76A-D93C-487A-EE26-B682B76A26A3}"/>
                  </a:ext>
                </a:extLst>
              </p:cNvPr>
              <p:cNvSpPr txBox="1"/>
              <p:nvPr/>
            </p:nvSpPr>
            <p:spPr>
              <a:xfrm>
                <a:off x="9134756" y="4612959"/>
                <a:ext cx="2222498" cy="487603"/>
              </a:xfrm>
              <a:prstGeom prst="rect">
                <a:avLst/>
              </a:prstGeom>
              <a:noFill/>
            </p:spPr>
            <p:txBody>
              <a:bodyPr wrap="square" lIns="91440" tIns="45720" rIns="91440" bIns="45720"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1800" b="1">
                    <a:solidFill>
                      <a:srgbClr val="000000"/>
                    </a:solidFill>
                    <a:cs typeface="+mn-ea"/>
                    <a:sym typeface="+mn-lt"/>
                  </a:rPr>
                  <a:t>单击添加小标题</a:t>
                </a:r>
                <a:endParaRPr lang="en-US" sz="1800" dirty="0">
                  <a:solidFill>
                    <a:srgbClr val="000000"/>
                  </a:solidFill>
                  <a:cs typeface="+mn-ea"/>
                  <a:sym typeface="+mn-lt"/>
                </a:endParaRPr>
              </a:p>
            </p:txBody>
          </p:sp>
        </p:grpSp>
      </p:grpSp>
      <p:sp>
        <p:nvSpPr>
          <p:cNvPr id="41" name="Title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a:sym typeface="+mn-lt"/>
              </a:rPr>
              <a:t>单击此处添加页面标题</a:t>
            </a:r>
            <a:endParaRPr lang="en-US" dirty="0">
              <a:sym typeface="+mn-lt"/>
            </a:endParaRPr>
          </a:p>
        </p:txBody>
      </p:sp>
    </p:spTree>
    <p:extLst>
      <p:ext uri="{BB962C8B-B14F-4D97-AF65-F5344CB8AC3E}">
        <p14:creationId xmlns:p14="http://schemas.microsoft.com/office/powerpoint/2010/main" val="3110684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18CB3-76F0-9488-BB56-1A35A9DCDFF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B2A68404-EBCC-6E3D-9E64-50EF3E19A195}"/>
              </a:ext>
            </a:extLst>
          </p:cNvPr>
          <p:cNvGrpSpPr/>
          <p:nvPr/>
        </p:nvGrpSpPr>
        <p:grpSpPr>
          <a:xfrm>
            <a:off x="660400" y="1130300"/>
            <a:ext cx="10858500" cy="5003800"/>
            <a:chOff x="660400" y="1130300"/>
            <a:chExt cx="10858500" cy="5003800"/>
          </a:xfrm>
        </p:grpSpPr>
        <p:sp>
          <p:nvSpPr>
            <p:cNvPr id="3" name="Title">
              <a:extLst>
                <a:ext uri="{FF2B5EF4-FFF2-40B4-BE49-F238E27FC236}">
                  <a16:creationId xmlns:a16="http://schemas.microsoft.com/office/drawing/2014/main" id="{9535A7F5-418B-BDD0-A07A-1AF60B935899}"/>
                </a:ext>
              </a:extLst>
            </p:cNvPr>
            <p:cNvSpPr>
              <a:spLocks/>
            </p:cNvSpPr>
            <p:nvPr/>
          </p:nvSpPr>
          <p:spPr>
            <a:xfrm>
              <a:off x="660400" y="1130300"/>
              <a:ext cx="4324719" cy="9626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kumimoji="1" lang="zh-CN" altLang="en-US" sz="2400" b="1">
                  <a:solidFill>
                    <a:schemeClr val="tx1"/>
                  </a:solidFill>
                  <a:cs typeface="+mn-ea"/>
                  <a:sym typeface="+mn-lt"/>
                </a:rPr>
                <a:t>单击此处添加长一点的副标题</a:t>
              </a:r>
              <a:endParaRPr lang="en-US" sz="2400" dirty="0">
                <a:cs typeface="+mn-ea"/>
                <a:sym typeface="+mn-lt"/>
              </a:endParaRPr>
            </a:p>
          </p:txBody>
        </p:sp>
        <p:sp>
          <p:nvSpPr>
            <p:cNvPr id="5" name="十字形 4">
              <a:extLst>
                <a:ext uri="{FF2B5EF4-FFF2-40B4-BE49-F238E27FC236}">
                  <a16:creationId xmlns:a16="http://schemas.microsoft.com/office/drawing/2014/main" id="{A087B9D0-EE41-EF60-A232-DF67BCF269F7}"/>
                </a:ext>
              </a:extLst>
            </p:cNvPr>
            <p:cNvSpPr/>
            <p:nvPr/>
          </p:nvSpPr>
          <p:spPr>
            <a:xfrm>
              <a:off x="10892231" y="4453238"/>
              <a:ext cx="282871" cy="282871"/>
            </a:xfrm>
            <a:prstGeom prst="plus">
              <a:avLst>
                <a:gd name="adj" fmla="val 3611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85000" lnSpcReduction="20000"/>
            </a:bodyPr>
            <a:lstStyle/>
            <a:p>
              <a:pPr algn="ctr"/>
              <a:endParaRPr lang="zh-CN" altLang="en-US">
                <a:cs typeface="+mn-ea"/>
                <a:sym typeface="+mn-lt"/>
              </a:endParaRPr>
            </a:p>
          </p:txBody>
        </p:sp>
        <p:sp>
          <p:nvSpPr>
            <p:cNvPr id="6" name="十字形 5">
              <a:extLst>
                <a:ext uri="{FF2B5EF4-FFF2-40B4-BE49-F238E27FC236}">
                  <a16:creationId xmlns:a16="http://schemas.microsoft.com/office/drawing/2014/main" id="{35714695-5480-2B91-F7D2-DD6401362E11}"/>
                </a:ext>
              </a:extLst>
            </p:cNvPr>
            <p:cNvSpPr/>
            <p:nvPr/>
          </p:nvSpPr>
          <p:spPr>
            <a:xfrm>
              <a:off x="11236029" y="4453238"/>
              <a:ext cx="282871" cy="282871"/>
            </a:xfrm>
            <a:prstGeom prst="plus">
              <a:avLst>
                <a:gd name="adj" fmla="val 3611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85000" lnSpcReduction="20000"/>
            </a:bodyPr>
            <a:lstStyle/>
            <a:p>
              <a:pPr algn="ctr"/>
              <a:endParaRPr lang="zh-CN" altLang="en-US">
                <a:cs typeface="+mn-ea"/>
                <a:sym typeface="+mn-lt"/>
              </a:endParaRPr>
            </a:p>
          </p:txBody>
        </p:sp>
        <p:sp>
          <p:nvSpPr>
            <p:cNvPr id="7" name="矩形 6">
              <a:extLst>
                <a:ext uri="{FF2B5EF4-FFF2-40B4-BE49-F238E27FC236}">
                  <a16:creationId xmlns:a16="http://schemas.microsoft.com/office/drawing/2014/main" id="{C4BD094C-FA04-6DDC-5051-E51477611D43}"/>
                </a:ext>
              </a:extLst>
            </p:cNvPr>
            <p:cNvSpPr/>
            <p:nvPr/>
          </p:nvSpPr>
          <p:spPr>
            <a:xfrm>
              <a:off x="5383106" y="1130301"/>
              <a:ext cx="6135793" cy="1372762"/>
            </a:xfrm>
            <a:prstGeom prst="rect">
              <a:avLst/>
            </a:prstGeom>
            <a:solidFill>
              <a:srgbClr val="FFFFFF"/>
            </a:solidFill>
            <a:ln>
              <a:noFill/>
            </a:ln>
            <a:effectLst>
              <a:outerShdw blurRad="317500" sx="103000" sy="103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8" name="矩形 7">
              <a:extLst>
                <a:ext uri="{FF2B5EF4-FFF2-40B4-BE49-F238E27FC236}">
                  <a16:creationId xmlns:a16="http://schemas.microsoft.com/office/drawing/2014/main" id="{5B7AE7A3-0FE4-1BF1-AC27-AFBD3D504A67}"/>
                </a:ext>
              </a:extLst>
            </p:cNvPr>
            <p:cNvSpPr/>
            <p:nvPr/>
          </p:nvSpPr>
          <p:spPr>
            <a:xfrm>
              <a:off x="5383106" y="2945820"/>
              <a:ext cx="6135793" cy="1372762"/>
            </a:xfrm>
            <a:prstGeom prst="rect">
              <a:avLst/>
            </a:prstGeom>
            <a:solidFill>
              <a:srgbClr val="FFFFFF"/>
            </a:solidFill>
            <a:ln>
              <a:noFill/>
            </a:ln>
            <a:effectLst>
              <a:outerShdw blurRad="317500" sx="103000" sy="103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9" name="矩形 8">
              <a:extLst>
                <a:ext uri="{FF2B5EF4-FFF2-40B4-BE49-F238E27FC236}">
                  <a16:creationId xmlns:a16="http://schemas.microsoft.com/office/drawing/2014/main" id="{B62F3965-E9C8-2B38-BDAE-2A611DE414A6}"/>
                </a:ext>
              </a:extLst>
            </p:cNvPr>
            <p:cNvSpPr/>
            <p:nvPr/>
          </p:nvSpPr>
          <p:spPr>
            <a:xfrm>
              <a:off x="5383106" y="4761338"/>
              <a:ext cx="4268893" cy="1372762"/>
            </a:xfrm>
            <a:prstGeom prst="rect">
              <a:avLst/>
            </a:prstGeom>
            <a:solidFill>
              <a:srgbClr val="FFFFFF"/>
            </a:solidFill>
            <a:ln>
              <a:noFill/>
            </a:ln>
            <a:effectLst>
              <a:outerShdw blurRad="317500" sx="103000" sy="103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10" name="PictureMisc1">
              <a:extLst>
                <a:ext uri="{FF2B5EF4-FFF2-40B4-BE49-F238E27FC236}">
                  <a16:creationId xmlns:a16="http://schemas.microsoft.com/office/drawing/2014/main" id="{3916F74C-8556-9744-0591-470F8E46EB9D}"/>
                </a:ext>
              </a:extLst>
            </p:cNvPr>
            <p:cNvSpPr/>
            <p:nvPr/>
          </p:nvSpPr>
          <p:spPr>
            <a:xfrm>
              <a:off x="660400" y="2444750"/>
              <a:ext cx="4089400" cy="3689350"/>
            </a:xfrm>
            <a:prstGeom prst="rect">
              <a:avLst/>
            </a:prstGeom>
            <a:blipFill>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12" name="PictureMisc2">
              <a:extLst>
                <a:ext uri="{FF2B5EF4-FFF2-40B4-BE49-F238E27FC236}">
                  <a16:creationId xmlns:a16="http://schemas.microsoft.com/office/drawing/2014/main" id="{819031A5-77BF-D8E1-3012-819FF126B2F8}"/>
                </a:ext>
              </a:extLst>
            </p:cNvPr>
            <p:cNvSpPr/>
            <p:nvPr/>
          </p:nvSpPr>
          <p:spPr>
            <a:xfrm>
              <a:off x="9824720" y="4761337"/>
              <a:ext cx="1694180" cy="1372762"/>
            </a:xfrm>
            <a:prstGeom prst="rect">
              <a:avLst/>
            </a:prstGeom>
            <a:blipFill>
              <a:blip r:embed="rId5"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grpSp>
          <p:nvGrpSpPr>
            <p:cNvPr id="13" name="组合 12">
              <a:extLst>
                <a:ext uri="{FF2B5EF4-FFF2-40B4-BE49-F238E27FC236}">
                  <a16:creationId xmlns:a16="http://schemas.microsoft.com/office/drawing/2014/main" id="{E1E56336-B3C2-2508-6808-E5FE737FF5F3}"/>
                </a:ext>
              </a:extLst>
            </p:cNvPr>
            <p:cNvGrpSpPr/>
            <p:nvPr/>
          </p:nvGrpSpPr>
          <p:grpSpPr>
            <a:xfrm>
              <a:off x="5533389" y="1264957"/>
              <a:ext cx="5835226" cy="1103450"/>
              <a:chOff x="5533389" y="1264957"/>
              <a:chExt cx="5835226" cy="1103450"/>
            </a:xfrm>
          </p:grpSpPr>
          <p:sp>
            <p:nvSpPr>
              <p:cNvPr id="22" name="Number1">
                <a:extLst>
                  <a:ext uri="{FF2B5EF4-FFF2-40B4-BE49-F238E27FC236}">
                    <a16:creationId xmlns:a16="http://schemas.microsoft.com/office/drawing/2014/main" id="{A9FFDA90-66FA-C3BD-359A-726E2DB961F0}"/>
                  </a:ext>
                </a:extLst>
              </p:cNvPr>
              <p:cNvSpPr txBox="1"/>
              <p:nvPr/>
            </p:nvSpPr>
            <p:spPr>
              <a:xfrm>
                <a:off x="5533389" y="1348700"/>
                <a:ext cx="541866" cy="542369"/>
              </a:xfrm>
              <a:prstGeom prst="ellipse">
                <a:avLst/>
              </a:prstGeom>
              <a:solidFill>
                <a:schemeClr val="accent1"/>
              </a:solidFill>
            </p:spPr>
            <p:txBody>
              <a:bodyPr wrap="none" lIns="91440" tIns="45720" rIns="91440" bIns="45720" rtlCol="0" anchor="ctr">
                <a:normAutofit/>
              </a:bodyPr>
              <a:lstStyle/>
              <a:p>
                <a:pPr algn="ctr"/>
                <a:r>
                  <a:rPr lang="en-US" altLang="zh-CN" sz="1400" b="1">
                    <a:solidFill>
                      <a:srgbClr val="FFFFFF"/>
                    </a:solidFill>
                    <a:cs typeface="+mn-ea"/>
                    <a:sym typeface="+mn-lt"/>
                  </a:rPr>
                  <a:t>01</a:t>
                </a:r>
                <a:endParaRPr lang="zh-CN" altLang="en-US" sz="1400" b="1" dirty="0">
                  <a:solidFill>
                    <a:srgbClr val="FFFFFF"/>
                  </a:solidFill>
                  <a:cs typeface="+mn-ea"/>
                  <a:sym typeface="+mn-lt"/>
                </a:endParaRPr>
              </a:p>
            </p:txBody>
          </p:sp>
          <p:sp>
            <p:nvSpPr>
              <p:cNvPr id="23" name="Text1">
                <a:extLst>
                  <a:ext uri="{FF2B5EF4-FFF2-40B4-BE49-F238E27FC236}">
                    <a16:creationId xmlns:a16="http://schemas.microsoft.com/office/drawing/2014/main" id="{085374C3-ABE3-BE63-B889-6515D9CBF85A}"/>
                  </a:ext>
                </a:extLst>
              </p:cNvPr>
              <p:cNvSpPr txBox="1"/>
              <p:nvPr/>
            </p:nvSpPr>
            <p:spPr>
              <a:xfrm>
                <a:off x="6170567" y="1752560"/>
                <a:ext cx="5198048" cy="615847"/>
              </a:xfrm>
              <a:prstGeom prst="rect">
                <a:avLst/>
              </a:prstGeom>
              <a:noFill/>
            </p:spPr>
            <p:txBody>
              <a:bodyPr wrap="square" lIns="91440" tIns="45720" rIns="91440" bIns="45720"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a:solidFill>
                      <a:srgbClr val="000000"/>
                    </a:solidFill>
                    <a:cs typeface="+mn-ea"/>
                    <a:sym typeface="+mn-lt"/>
                  </a:rPr>
                  <a:t>单击此处添加文本单击此处添加文本单击此处添加文本单击此处添加文本</a:t>
                </a:r>
                <a:endParaRPr lang="en-US" dirty="0">
                  <a:solidFill>
                    <a:srgbClr val="000000"/>
                  </a:solidFill>
                  <a:cs typeface="+mn-ea"/>
                  <a:sym typeface="+mn-lt"/>
                </a:endParaRPr>
              </a:p>
            </p:txBody>
          </p:sp>
          <p:sp>
            <p:nvSpPr>
              <p:cNvPr id="24" name="Bullet1">
                <a:extLst>
                  <a:ext uri="{FF2B5EF4-FFF2-40B4-BE49-F238E27FC236}">
                    <a16:creationId xmlns:a16="http://schemas.microsoft.com/office/drawing/2014/main" id="{5FCEC5FB-7A9B-90A9-6C5D-F0DD4FD01C9D}"/>
                  </a:ext>
                </a:extLst>
              </p:cNvPr>
              <p:cNvSpPr txBox="1"/>
              <p:nvPr/>
            </p:nvSpPr>
            <p:spPr>
              <a:xfrm>
                <a:off x="6170567" y="1264957"/>
                <a:ext cx="5198046" cy="487603"/>
              </a:xfrm>
              <a:prstGeom prst="rect">
                <a:avLst/>
              </a:prstGeom>
              <a:noFill/>
            </p:spPr>
            <p:txBody>
              <a:bodyPr wrap="square" lIns="91440" tIns="45720" rIns="91440" bIns="45720"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1800" b="1">
                    <a:solidFill>
                      <a:srgbClr val="000000"/>
                    </a:solidFill>
                    <a:cs typeface="+mn-ea"/>
                    <a:sym typeface="+mn-lt"/>
                  </a:rPr>
                  <a:t>单击添加小标题</a:t>
                </a:r>
                <a:endParaRPr lang="en-US" sz="1800" dirty="0">
                  <a:solidFill>
                    <a:srgbClr val="000000"/>
                  </a:solidFill>
                  <a:cs typeface="+mn-ea"/>
                  <a:sym typeface="+mn-lt"/>
                </a:endParaRPr>
              </a:p>
            </p:txBody>
          </p:sp>
        </p:grpSp>
        <p:grpSp>
          <p:nvGrpSpPr>
            <p:cNvPr id="14" name="组合 13">
              <a:extLst>
                <a:ext uri="{FF2B5EF4-FFF2-40B4-BE49-F238E27FC236}">
                  <a16:creationId xmlns:a16="http://schemas.microsoft.com/office/drawing/2014/main" id="{4CA45E04-03E3-0FCC-2CCD-A012525A3F79}"/>
                </a:ext>
              </a:extLst>
            </p:cNvPr>
            <p:cNvGrpSpPr/>
            <p:nvPr/>
          </p:nvGrpSpPr>
          <p:grpSpPr>
            <a:xfrm>
              <a:off x="5533389" y="3080476"/>
              <a:ext cx="5835226" cy="1103450"/>
              <a:chOff x="5533389" y="3080476"/>
              <a:chExt cx="5835226" cy="1103450"/>
            </a:xfrm>
          </p:grpSpPr>
          <p:sp>
            <p:nvSpPr>
              <p:cNvPr id="19" name="Number2">
                <a:extLst>
                  <a:ext uri="{FF2B5EF4-FFF2-40B4-BE49-F238E27FC236}">
                    <a16:creationId xmlns:a16="http://schemas.microsoft.com/office/drawing/2014/main" id="{6180F2DC-B95A-D9A0-68D5-F95C0A70BABE}"/>
                  </a:ext>
                </a:extLst>
              </p:cNvPr>
              <p:cNvSpPr txBox="1"/>
              <p:nvPr/>
            </p:nvSpPr>
            <p:spPr>
              <a:xfrm>
                <a:off x="5533389" y="3164219"/>
                <a:ext cx="541866" cy="542369"/>
              </a:xfrm>
              <a:prstGeom prst="ellipse">
                <a:avLst/>
              </a:prstGeom>
              <a:solidFill>
                <a:schemeClr val="accent2"/>
              </a:solidFill>
            </p:spPr>
            <p:txBody>
              <a:bodyPr wrap="none" lIns="91440" tIns="45720" rIns="91440" bIns="45720" rtlCol="0" anchor="ctr">
                <a:normAutofit/>
              </a:bodyPr>
              <a:lstStyle/>
              <a:p>
                <a:pPr algn="ctr"/>
                <a:r>
                  <a:rPr lang="en-US" altLang="zh-CN" sz="1400" b="1">
                    <a:solidFill>
                      <a:srgbClr val="FFFFFF"/>
                    </a:solidFill>
                    <a:cs typeface="+mn-ea"/>
                    <a:sym typeface="+mn-lt"/>
                  </a:rPr>
                  <a:t>02</a:t>
                </a:r>
                <a:endParaRPr lang="zh-CN" altLang="en-US" sz="1400" b="1" dirty="0">
                  <a:solidFill>
                    <a:srgbClr val="FFFFFF"/>
                  </a:solidFill>
                  <a:cs typeface="+mn-ea"/>
                  <a:sym typeface="+mn-lt"/>
                </a:endParaRPr>
              </a:p>
            </p:txBody>
          </p:sp>
          <p:sp>
            <p:nvSpPr>
              <p:cNvPr id="20" name="Text2">
                <a:extLst>
                  <a:ext uri="{FF2B5EF4-FFF2-40B4-BE49-F238E27FC236}">
                    <a16:creationId xmlns:a16="http://schemas.microsoft.com/office/drawing/2014/main" id="{8093B02D-DE9D-55C5-A7EA-4C46BF8E7033}"/>
                  </a:ext>
                </a:extLst>
              </p:cNvPr>
              <p:cNvSpPr txBox="1"/>
              <p:nvPr/>
            </p:nvSpPr>
            <p:spPr>
              <a:xfrm>
                <a:off x="6170567" y="3568079"/>
                <a:ext cx="5198048" cy="615847"/>
              </a:xfrm>
              <a:prstGeom prst="rect">
                <a:avLst/>
              </a:prstGeom>
              <a:noFill/>
            </p:spPr>
            <p:txBody>
              <a:bodyPr wrap="square" lIns="91440" tIns="45720" rIns="91440" bIns="45720"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a:solidFill>
                      <a:srgbClr val="000000"/>
                    </a:solidFill>
                    <a:cs typeface="+mn-ea"/>
                    <a:sym typeface="+mn-lt"/>
                  </a:rPr>
                  <a:t>单击此处添加文本单击此处添加文本单击此处添加文本单击此处添加文本</a:t>
                </a:r>
                <a:endParaRPr lang="en-US" dirty="0">
                  <a:solidFill>
                    <a:srgbClr val="000000"/>
                  </a:solidFill>
                  <a:cs typeface="+mn-ea"/>
                  <a:sym typeface="+mn-lt"/>
                </a:endParaRPr>
              </a:p>
            </p:txBody>
          </p:sp>
          <p:sp>
            <p:nvSpPr>
              <p:cNvPr id="21" name="Bullet2">
                <a:extLst>
                  <a:ext uri="{FF2B5EF4-FFF2-40B4-BE49-F238E27FC236}">
                    <a16:creationId xmlns:a16="http://schemas.microsoft.com/office/drawing/2014/main" id="{157C5362-3CA7-C8FE-770C-32E0E9C39362}"/>
                  </a:ext>
                </a:extLst>
              </p:cNvPr>
              <p:cNvSpPr txBox="1"/>
              <p:nvPr/>
            </p:nvSpPr>
            <p:spPr>
              <a:xfrm>
                <a:off x="6170567" y="3080476"/>
                <a:ext cx="5198046" cy="487603"/>
              </a:xfrm>
              <a:prstGeom prst="rect">
                <a:avLst/>
              </a:prstGeom>
              <a:noFill/>
            </p:spPr>
            <p:txBody>
              <a:bodyPr wrap="square" lIns="91440" tIns="45720" rIns="91440" bIns="45720"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1800" b="1">
                    <a:solidFill>
                      <a:srgbClr val="000000"/>
                    </a:solidFill>
                    <a:cs typeface="+mn-ea"/>
                    <a:sym typeface="+mn-lt"/>
                  </a:rPr>
                  <a:t>单击添加小标题</a:t>
                </a:r>
                <a:endParaRPr lang="en-US" sz="1800" dirty="0">
                  <a:solidFill>
                    <a:srgbClr val="000000"/>
                  </a:solidFill>
                  <a:cs typeface="+mn-ea"/>
                  <a:sym typeface="+mn-lt"/>
                </a:endParaRPr>
              </a:p>
            </p:txBody>
          </p:sp>
        </p:grpSp>
        <p:grpSp>
          <p:nvGrpSpPr>
            <p:cNvPr id="15" name="组合 14">
              <a:extLst>
                <a:ext uri="{FF2B5EF4-FFF2-40B4-BE49-F238E27FC236}">
                  <a16:creationId xmlns:a16="http://schemas.microsoft.com/office/drawing/2014/main" id="{08F4F950-CABD-DEDC-4A94-A74ECA528F28}"/>
                </a:ext>
              </a:extLst>
            </p:cNvPr>
            <p:cNvGrpSpPr/>
            <p:nvPr/>
          </p:nvGrpSpPr>
          <p:grpSpPr>
            <a:xfrm>
              <a:off x="5533389" y="4895994"/>
              <a:ext cx="3972561" cy="1103450"/>
              <a:chOff x="5533389" y="4895994"/>
              <a:chExt cx="3972561" cy="1103450"/>
            </a:xfrm>
          </p:grpSpPr>
          <p:sp>
            <p:nvSpPr>
              <p:cNvPr id="16" name="Number3">
                <a:extLst>
                  <a:ext uri="{FF2B5EF4-FFF2-40B4-BE49-F238E27FC236}">
                    <a16:creationId xmlns:a16="http://schemas.microsoft.com/office/drawing/2014/main" id="{1B352A9B-45F4-486A-7744-25243B38E682}"/>
                  </a:ext>
                </a:extLst>
              </p:cNvPr>
              <p:cNvSpPr txBox="1"/>
              <p:nvPr/>
            </p:nvSpPr>
            <p:spPr>
              <a:xfrm>
                <a:off x="5533389" y="4979737"/>
                <a:ext cx="541866" cy="542369"/>
              </a:xfrm>
              <a:prstGeom prst="ellipse">
                <a:avLst/>
              </a:prstGeom>
              <a:solidFill>
                <a:schemeClr val="accent1"/>
              </a:solidFill>
            </p:spPr>
            <p:txBody>
              <a:bodyPr wrap="none" lIns="91440" tIns="45720" rIns="91440" bIns="45720" rtlCol="0" anchor="ctr">
                <a:normAutofit/>
              </a:bodyPr>
              <a:lstStyle/>
              <a:p>
                <a:pPr algn="ctr"/>
                <a:r>
                  <a:rPr lang="en-US" altLang="zh-CN" sz="1400" b="1">
                    <a:solidFill>
                      <a:srgbClr val="FFFFFF"/>
                    </a:solidFill>
                    <a:cs typeface="+mn-ea"/>
                    <a:sym typeface="+mn-lt"/>
                  </a:rPr>
                  <a:t>03</a:t>
                </a:r>
                <a:endParaRPr lang="zh-CN" altLang="en-US" sz="1400" b="1" dirty="0">
                  <a:solidFill>
                    <a:srgbClr val="FFFFFF"/>
                  </a:solidFill>
                  <a:cs typeface="+mn-ea"/>
                  <a:sym typeface="+mn-lt"/>
                </a:endParaRPr>
              </a:p>
            </p:txBody>
          </p:sp>
          <p:sp>
            <p:nvSpPr>
              <p:cNvPr id="17" name="Text3">
                <a:extLst>
                  <a:ext uri="{FF2B5EF4-FFF2-40B4-BE49-F238E27FC236}">
                    <a16:creationId xmlns:a16="http://schemas.microsoft.com/office/drawing/2014/main" id="{20484598-1095-A4C7-1016-9EA038872075}"/>
                  </a:ext>
                </a:extLst>
              </p:cNvPr>
              <p:cNvSpPr txBox="1"/>
              <p:nvPr/>
            </p:nvSpPr>
            <p:spPr>
              <a:xfrm>
                <a:off x="6170568" y="5383597"/>
                <a:ext cx="3335382" cy="615847"/>
              </a:xfrm>
              <a:prstGeom prst="rect">
                <a:avLst/>
              </a:prstGeom>
              <a:noFill/>
            </p:spPr>
            <p:txBody>
              <a:bodyPr wrap="square" lIns="91440" tIns="45720" rIns="91440" bIns="45720"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a:solidFill>
                      <a:srgbClr val="000000"/>
                    </a:solidFill>
                    <a:cs typeface="+mn-ea"/>
                    <a:sym typeface="+mn-lt"/>
                  </a:rPr>
                  <a:t>单击此处添加文本单击此处添加文本单击此处添加文本单击此处添加文本</a:t>
                </a:r>
                <a:endParaRPr lang="en-US" dirty="0">
                  <a:solidFill>
                    <a:srgbClr val="000000"/>
                  </a:solidFill>
                  <a:cs typeface="+mn-ea"/>
                  <a:sym typeface="+mn-lt"/>
                </a:endParaRPr>
              </a:p>
            </p:txBody>
          </p:sp>
          <p:sp>
            <p:nvSpPr>
              <p:cNvPr id="18" name="Bullet3">
                <a:extLst>
                  <a:ext uri="{FF2B5EF4-FFF2-40B4-BE49-F238E27FC236}">
                    <a16:creationId xmlns:a16="http://schemas.microsoft.com/office/drawing/2014/main" id="{A226C14F-B8FA-C667-A377-82087135CE2C}"/>
                  </a:ext>
                </a:extLst>
              </p:cNvPr>
              <p:cNvSpPr txBox="1"/>
              <p:nvPr/>
            </p:nvSpPr>
            <p:spPr>
              <a:xfrm>
                <a:off x="6170567" y="4895994"/>
                <a:ext cx="3335381" cy="487603"/>
              </a:xfrm>
              <a:prstGeom prst="rect">
                <a:avLst/>
              </a:prstGeom>
              <a:noFill/>
            </p:spPr>
            <p:txBody>
              <a:bodyPr wrap="square" lIns="91440" tIns="45720" rIns="91440" bIns="45720"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1800" b="1">
                    <a:solidFill>
                      <a:srgbClr val="000000"/>
                    </a:solidFill>
                    <a:cs typeface="+mn-ea"/>
                    <a:sym typeface="+mn-lt"/>
                  </a:rPr>
                  <a:t>单击添加小标题</a:t>
                </a:r>
                <a:endParaRPr lang="en-US" sz="1800" dirty="0">
                  <a:solidFill>
                    <a:srgbClr val="000000"/>
                  </a:solidFill>
                  <a:cs typeface="+mn-ea"/>
                  <a:sym typeface="+mn-lt"/>
                </a:endParaRPr>
              </a:p>
            </p:txBody>
          </p:sp>
        </p:grpSp>
      </p:grpSp>
      <p:sp>
        <p:nvSpPr>
          <p:cNvPr id="26" name="Title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a:sym typeface="+mn-lt"/>
              </a:rPr>
              <a:t>单击此处添加页面标题</a:t>
            </a:r>
            <a:endParaRPr lang="en-US" dirty="0">
              <a:sym typeface="+mn-lt"/>
            </a:endParaRPr>
          </a:p>
        </p:txBody>
      </p:sp>
    </p:spTree>
    <p:extLst>
      <p:ext uri="{BB962C8B-B14F-4D97-AF65-F5344CB8AC3E}">
        <p14:creationId xmlns:p14="http://schemas.microsoft.com/office/powerpoint/2010/main" val="1204787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AD59D-211A-5280-A5C6-12F8ED760F37}"/>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6A460EC-BCEC-1D03-9A2A-04754A957CB0}"/>
              </a:ext>
            </a:extLst>
          </p:cNvPr>
          <p:cNvGrpSpPr/>
          <p:nvPr/>
        </p:nvGrpSpPr>
        <p:grpSpPr>
          <a:xfrm>
            <a:off x="660401" y="1395822"/>
            <a:ext cx="10858499" cy="4655728"/>
            <a:chOff x="660401" y="1395822"/>
            <a:chExt cx="10858499" cy="4655728"/>
          </a:xfrm>
        </p:grpSpPr>
        <p:sp>
          <p:nvSpPr>
            <p:cNvPr id="3" name="Title">
              <a:extLst>
                <a:ext uri="{FF2B5EF4-FFF2-40B4-BE49-F238E27FC236}">
                  <a16:creationId xmlns:a16="http://schemas.microsoft.com/office/drawing/2014/main" id="{5BCBAD43-768D-DC86-954A-917C8603B08C}"/>
                </a:ext>
              </a:extLst>
            </p:cNvPr>
            <p:cNvSpPr>
              <a:spLocks/>
            </p:cNvSpPr>
            <p:nvPr/>
          </p:nvSpPr>
          <p:spPr>
            <a:xfrm>
              <a:off x="3997291" y="1395822"/>
              <a:ext cx="6886609" cy="12259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r>
                <a:rPr kumimoji="1" lang="zh-CN" altLang="en-US" sz="2400" b="1">
                  <a:solidFill>
                    <a:schemeClr val="tx1"/>
                  </a:solidFill>
                  <a:cs typeface="+mn-ea"/>
                  <a:sym typeface="+mn-lt"/>
                </a:rPr>
                <a:t>单击此处添加长一点的副标题</a:t>
              </a:r>
              <a:endParaRPr lang="en-US" sz="2400" dirty="0">
                <a:solidFill>
                  <a:schemeClr val="tx1"/>
                </a:solidFill>
                <a:cs typeface="+mn-ea"/>
                <a:sym typeface="+mn-lt"/>
              </a:endParaRPr>
            </a:p>
          </p:txBody>
        </p:sp>
        <p:sp>
          <p:nvSpPr>
            <p:cNvPr id="4" name="矩形 3">
              <a:extLst>
                <a:ext uri="{FF2B5EF4-FFF2-40B4-BE49-F238E27FC236}">
                  <a16:creationId xmlns:a16="http://schemas.microsoft.com/office/drawing/2014/main" id="{1539E2F9-12E8-CB56-7F0D-28F55F0F6058}"/>
                </a:ext>
              </a:extLst>
            </p:cNvPr>
            <p:cNvSpPr/>
            <p:nvPr/>
          </p:nvSpPr>
          <p:spPr>
            <a:xfrm>
              <a:off x="3997291" y="3145908"/>
              <a:ext cx="2378110" cy="2905642"/>
            </a:xfrm>
            <a:prstGeom prst="rect">
              <a:avLst/>
            </a:prstGeom>
            <a:solidFill>
              <a:srgbClr val="FFFFFF"/>
            </a:solidFill>
            <a:ln>
              <a:noFill/>
            </a:ln>
            <a:effectLst>
              <a:outerShdw blurRad="317500" sx="103000" sy="103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5" name="矩形 4">
              <a:extLst>
                <a:ext uri="{FF2B5EF4-FFF2-40B4-BE49-F238E27FC236}">
                  <a16:creationId xmlns:a16="http://schemas.microsoft.com/office/drawing/2014/main" id="{35641B13-625B-2261-75CE-11851CC6AEA0}"/>
                </a:ext>
              </a:extLst>
            </p:cNvPr>
            <p:cNvSpPr/>
            <p:nvPr/>
          </p:nvSpPr>
          <p:spPr>
            <a:xfrm>
              <a:off x="6569041" y="3145908"/>
              <a:ext cx="2378110" cy="2905642"/>
            </a:xfrm>
            <a:prstGeom prst="rect">
              <a:avLst/>
            </a:prstGeom>
            <a:solidFill>
              <a:srgbClr val="FFFFFF"/>
            </a:solidFill>
            <a:ln>
              <a:noFill/>
            </a:ln>
            <a:effectLst>
              <a:outerShdw blurRad="317500" sx="103000" sy="103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6" name="矩形 5">
              <a:extLst>
                <a:ext uri="{FF2B5EF4-FFF2-40B4-BE49-F238E27FC236}">
                  <a16:creationId xmlns:a16="http://schemas.microsoft.com/office/drawing/2014/main" id="{5A5E2C23-B991-06AB-113C-4D7D71A91083}"/>
                </a:ext>
              </a:extLst>
            </p:cNvPr>
            <p:cNvSpPr/>
            <p:nvPr/>
          </p:nvSpPr>
          <p:spPr>
            <a:xfrm>
              <a:off x="9140790" y="3145908"/>
              <a:ext cx="2378110" cy="2905642"/>
            </a:xfrm>
            <a:prstGeom prst="rect">
              <a:avLst/>
            </a:prstGeom>
            <a:solidFill>
              <a:srgbClr val="FFFFFF"/>
            </a:solidFill>
            <a:ln>
              <a:noFill/>
            </a:ln>
            <a:effectLst>
              <a:outerShdw blurRad="317500" sx="103000" sy="103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7" name="十字形 6">
              <a:extLst>
                <a:ext uri="{FF2B5EF4-FFF2-40B4-BE49-F238E27FC236}">
                  <a16:creationId xmlns:a16="http://schemas.microsoft.com/office/drawing/2014/main" id="{74008432-0613-2560-B6B4-80E6F563282F}"/>
                </a:ext>
              </a:extLst>
            </p:cNvPr>
            <p:cNvSpPr/>
            <p:nvPr/>
          </p:nvSpPr>
          <p:spPr>
            <a:xfrm>
              <a:off x="11007214" y="2799511"/>
              <a:ext cx="230969" cy="230969"/>
            </a:xfrm>
            <a:prstGeom prst="plus">
              <a:avLst>
                <a:gd name="adj" fmla="val 3611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62500" lnSpcReduction="20000"/>
            </a:bodyPr>
            <a:lstStyle/>
            <a:p>
              <a:pPr algn="ctr"/>
              <a:endParaRPr lang="zh-CN" altLang="en-US">
                <a:cs typeface="+mn-ea"/>
                <a:sym typeface="+mn-lt"/>
              </a:endParaRPr>
            </a:p>
          </p:txBody>
        </p:sp>
        <p:sp>
          <p:nvSpPr>
            <p:cNvPr id="8" name="十字形 7">
              <a:extLst>
                <a:ext uri="{FF2B5EF4-FFF2-40B4-BE49-F238E27FC236}">
                  <a16:creationId xmlns:a16="http://schemas.microsoft.com/office/drawing/2014/main" id="{90ACD741-3C90-349F-D32F-8532A29B5EC1}"/>
                </a:ext>
              </a:extLst>
            </p:cNvPr>
            <p:cNvSpPr/>
            <p:nvPr/>
          </p:nvSpPr>
          <p:spPr>
            <a:xfrm>
              <a:off x="11287931" y="2799511"/>
              <a:ext cx="230969" cy="230969"/>
            </a:xfrm>
            <a:prstGeom prst="plus">
              <a:avLst>
                <a:gd name="adj" fmla="val 3611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62500" lnSpcReduction="20000"/>
            </a:bodyPr>
            <a:lstStyle/>
            <a:p>
              <a:pPr algn="ctr"/>
              <a:endParaRPr lang="zh-CN" altLang="en-US" dirty="0">
                <a:cs typeface="+mn-ea"/>
                <a:sym typeface="+mn-lt"/>
              </a:endParaRPr>
            </a:p>
          </p:txBody>
        </p:sp>
        <p:sp>
          <p:nvSpPr>
            <p:cNvPr id="9" name="PictureMisc1">
              <a:extLst>
                <a:ext uri="{FF2B5EF4-FFF2-40B4-BE49-F238E27FC236}">
                  <a16:creationId xmlns:a16="http://schemas.microsoft.com/office/drawing/2014/main" id="{CFB2D5BE-A081-B778-9830-7181290674F8}"/>
                </a:ext>
              </a:extLst>
            </p:cNvPr>
            <p:cNvSpPr/>
            <p:nvPr/>
          </p:nvSpPr>
          <p:spPr>
            <a:xfrm>
              <a:off x="660401" y="1499870"/>
              <a:ext cx="3054349" cy="4551680"/>
            </a:xfrm>
            <a:prstGeom prst="rect">
              <a:avLst/>
            </a:prstGeom>
            <a:blipFill>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grpSp>
          <p:nvGrpSpPr>
            <p:cNvPr id="10" name="组合 9">
              <a:extLst>
                <a:ext uri="{FF2B5EF4-FFF2-40B4-BE49-F238E27FC236}">
                  <a16:creationId xmlns:a16="http://schemas.microsoft.com/office/drawing/2014/main" id="{B8FEB702-8036-46AF-745D-D00F3DCB5EEE}"/>
                </a:ext>
              </a:extLst>
            </p:cNvPr>
            <p:cNvGrpSpPr/>
            <p:nvPr/>
          </p:nvGrpSpPr>
          <p:grpSpPr>
            <a:xfrm>
              <a:off x="4163089" y="3368510"/>
              <a:ext cx="2046514" cy="2409352"/>
              <a:chOff x="4163089" y="3368510"/>
              <a:chExt cx="2046514" cy="2409352"/>
            </a:xfrm>
          </p:grpSpPr>
          <p:sp>
            <p:nvSpPr>
              <p:cNvPr id="23" name="Number1">
                <a:extLst>
                  <a:ext uri="{FF2B5EF4-FFF2-40B4-BE49-F238E27FC236}">
                    <a16:creationId xmlns:a16="http://schemas.microsoft.com/office/drawing/2014/main" id="{62E38AB6-3E6B-CD44-4216-6EF9E248E5C6}"/>
                  </a:ext>
                </a:extLst>
              </p:cNvPr>
              <p:cNvSpPr txBox="1"/>
              <p:nvPr/>
            </p:nvSpPr>
            <p:spPr>
              <a:xfrm>
                <a:off x="4838734" y="3368510"/>
                <a:ext cx="695224" cy="695870"/>
              </a:xfrm>
              <a:prstGeom prst="ellipse">
                <a:avLst/>
              </a:prstGeom>
              <a:solidFill>
                <a:schemeClr val="accent1"/>
              </a:solidFill>
            </p:spPr>
            <p:txBody>
              <a:bodyPr wrap="none" lIns="91440" tIns="45720" rIns="91440" bIns="45720" rtlCol="0" anchor="ctr">
                <a:normAutofit/>
              </a:bodyPr>
              <a:lstStyle/>
              <a:p>
                <a:pPr algn="ctr"/>
                <a:r>
                  <a:rPr lang="en-US" altLang="zh-CN" b="1">
                    <a:solidFill>
                      <a:srgbClr val="FFFFFF"/>
                    </a:solidFill>
                    <a:cs typeface="+mn-ea"/>
                    <a:sym typeface="+mn-lt"/>
                  </a:rPr>
                  <a:t>01</a:t>
                </a:r>
                <a:endParaRPr lang="zh-CN" altLang="en-US" b="1" dirty="0">
                  <a:solidFill>
                    <a:srgbClr val="FFFFFF"/>
                  </a:solidFill>
                  <a:cs typeface="+mn-ea"/>
                  <a:sym typeface="+mn-lt"/>
                </a:endParaRPr>
              </a:p>
            </p:txBody>
          </p:sp>
          <p:sp>
            <p:nvSpPr>
              <p:cNvPr id="25" name="Text1">
                <a:extLst>
                  <a:ext uri="{FF2B5EF4-FFF2-40B4-BE49-F238E27FC236}">
                    <a16:creationId xmlns:a16="http://schemas.microsoft.com/office/drawing/2014/main" id="{1DA03F65-0049-B78B-27BA-3E759D58BC68}"/>
                  </a:ext>
                </a:extLst>
              </p:cNvPr>
              <p:cNvSpPr txBox="1"/>
              <p:nvPr/>
            </p:nvSpPr>
            <p:spPr>
              <a:xfrm>
                <a:off x="4163089" y="4782839"/>
                <a:ext cx="2046514" cy="995023"/>
              </a:xfrm>
              <a:prstGeom prst="rect">
                <a:avLst/>
              </a:prstGeom>
              <a:noFill/>
            </p:spPr>
            <p:txBody>
              <a:bodyPr wrap="square" lIns="91440" tIns="45720" rIns="91440" bIns="45720"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a:solidFill>
                      <a:srgbClr val="000000"/>
                    </a:solidFill>
                    <a:cs typeface="+mn-ea"/>
                    <a:sym typeface="+mn-lt"/>
                  </a:rPr>
                  <a:t>单击此处添加文本单击此处添加文本单击此处添加文本单击此处添加文本</a:t>
                </a:r>
                <a:endParaRPr lang="en-US" dirty="0">
                  <a:solidFill>
                    <a:srgbClr val="000000"/>
                  </a:solidFill>
                  <a:cs typeface="+mn-ea"/>
                  <a:sym typeface="+mn-lt"/>
                </a:endParaRPr>
              </a:p>
            </p:txBody>
          </p:sp>
          <p:sp>
            <p:nvSpPr>
              <p:cNvPr id="27" name="Bullet1">
                <a:extLst>
                  <a:ext uri="{FF2B5EF4-FFF2-40B4-BE49-F238E27FC236}">
                    <a16:creationId xmlns:a16="http://schemas.microsoft.com/office/drawing/2014/main" id="{ED92CE54-F2FB-0DF3-C6AD-F9551554C27C}"/>
                  </a:ext>
                </a:extLst>
              </p:cNvPr>
              <p:cNvSpPr txBox="1"/>
              <p:nvPr/>
            </p:nvSpPr>
            <p:spPr>
              <a:xfrm>
                <a:off x="4163089" y="4295236"/>
                <a:ext cx="2046514" cy="487603"/>
              </a:xfrm>
              <a:prstGeom prst="rect">
                <a:avLst/>
              </a:prstGeom>
              <a:noFill/>
            </p:spPr>
            <p:txBody>
              <a:bodyPr wrap="square" lIns="91440" tIns="45720" rIns="91440" bIns="45720"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1800" b="1">
                    <a:solidFill>
                      <a:srgbClr val="000000"/>
                    </a:solidFill>
                    <a:cs typeface="+mn-ea"/>
                    <a:sym typeface="+mn-lt"/>
                  </a:rPr>
                  <a:t>单击添加小标题</a:t>
                </a:r>
                <a:endParaRPr lang="en-US" sz="1800" dirty="0">
                  <a:solidFill>
                    <a:srgbClr val="000000"/>
                  </a:solidFill>
                  <a:cs typeface="+mn-ea"/>
                  <a:sym typeface="+mn-lt"/>
                </a:endParaRPr>
              </a:p>
            </p:txBody>
          </p:sp>
        </p:grpSp>
        <p:grpSp>
          <p:nvGrpSpPr>
            <p:cNvPr id="11" name="组合 10">
              <a:extLst>
                <a:ext uri="{FF2B5EF4-FFF2-40B4-BE49-F238E27FC236}">
                  <a16:creationId xmlns:a16="http://schemas.microsoft.com/office/drawing/2014/main" id="{6F09D0E4-6F88-B748-F28D-13A76B398468}"/>
                </a:ext>
              </a:extLst>
            </p:cNvPr>
            <p:cNvGrpSpPr/>
            <p:nvPr/>
          </p:nvGrpSpPr>
          <p:grpSpPr>
            <a:xfrm>
              <a:off x="6734839" y="3368510"/>
              <a:ext cx="2046514" cy="2409352"/>
              <a:chOff x="6734839" y="3368510"/>
              <a:chExt cx="2046514" cy="2409352"/>
            </a:xfrm>
          </p:grpSpPr>
          <p:sp>
            <p:nvSpPr>
              <p:cNvPr id="17" name="Number2">
                <a:extLst>
                  <a:ext uri="{FF2B5EF4-FFF2-40B4-BE49-F238E27FC236}">
                    <a16:creationId xmlns:a16="http://schemas.microsoft.com/office/drawing/2014/main" id="{24715E22-50D9-72FF-50F5-14FB031FF3B9}"/>
                  </a:ext>
                </a:extLst>
              </p:cNvPr>
              <p:cNvSpPr txBox="1"/>
              <p:nvPr/>
            </p:nvSpPr>
            <p:spPr>
              <a:xfrm>
                <a:off x="7410484" y="3368510"/>
                <a:ext cx="695224" cy="695870"/>
              </a:xfrm>
              <a:prstGeom prst="ellipse">
                <a:avLst/>
              </a:prstGeom>
              <a:solidFill>
                <a:schemeClr val="accent2"/>
              </a:solidFill>
            </p:spPr>
            <p:txBody>
              <a:bodyPr wrap="none" lIns="91440" tIns="45720" rIns="91440" bIns="45720" rtlCol="0" anchor="ctr">
                <a:normAutofit/>
              </a:bodyPr>
              <a:lstStyle/>
              <a:p>
                <a:pPr algn="ctr"/>
                <a:r>
                  <a:rPr lang="en-US" altLang="zh-CN" b="1">
                    <a:solidFill>
                      <a:srgbClr val="FFFFFF"/>
                    </a:solidFill>
                    <a:cs typeface="+mn-ea"/>
                    <a:sym typeface="+mn-lt"/>
                  </a:rPr>
                  <a:t>02</a:t>
                </a:r>
                <a:endParaRPr lang="zh-CN" altLang="en-US" b="1" dirty="0">
                  <a:solidFill>
                    <a:srgbClr val="FFFFFF"/>
                  </a:solidFill>
                  <a:cs typeface="+mn-ea"/>
                  <a:sym typeface="+mn-lt"/>
                </a:endParaRPr>
              </a:p>
            </p:txBody>
          </p:sp>
          <p:sp>
            <p:nvSpPr>
              <p:cNvPr id="19" name="Text2">
                <a:extLst>
                  <a:ext uri="{FF2B5EF4-FFF2-40B4-BE49-F238E27FC236}">
                    <a16:creationId xmlns:a16="http://schemas.microsoft.com/office/drawing/2014/main" id="{240A7313-6CD4-1A65-1E7E-5789C00E870D}"/>
                  </a:ext>
                </a:extLst>
              </p:cNvPr>
              <p:cNvSpPr txBox="1"/>
              <p:nvPr/>
            </p:nvSpPr>
            <p:spPr>
              <a:xfrm>
                <a:off x="6734839" y="4782839"/>
                <a:ext cx="2046514" cy="995023"/>
              </a:xfrm>
              <a:prstGeom prst="rect">
                <a:avLst/>
              </a:prstGeom>
              <a:noFill/>
            </p:spPr>
            <p:txBody>
              <a:bodyPr wrap="square" lIns="91440" tIns="45720" rIns="91440" bIns="45720"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a:solidFill>
                      <a:srgbClr val="000000"/>
                    </a:solidFill>
                    <a:cs typeface="+mn-ea"/>
                    <a:sym typeface="+mn-lt"/>
                  </a:rPr>
                  <a:t>单击此处添加文本单击此处添加文本单击此处添加文本单击此处添加文本</a:t>
                </a:r>
                <a:endParaRPr lang="en-US" dirty="0">
                  <a:solidFill>
                    <a:srgbClr val="000000"/>
                  </a:solidFill>
                  <a:cs typeface="+mn-ea"/>
                  <a:sym typeface="+mn-lt"/>
                </a:endParaRPr>
              </a:p>
            </p:txBody>
          </p:sp>
          <p:sp>
            <p:nvSpPr>
              <p:cNvPr id="21" name="Bullet2">
                <a:extLst>
                  <a:ext uri="{FF2B5EF4-FFF2-40B4-BE49-F238E27FC236}">
                    <a16:creationId xmlns:a16="http://schemas.microsoft.com/office/drawing/2014/main" id="{7937BC4D-8B3E-8D28-E1FF-66DD05BD16CB}"/>
                  </a:ext>
                </a:extLst>
              </p:cNvPr>
              <p:cNvSpPr txBox="1"/>
              <p:nvPr/>
            </p:nvSpPr>
            <p:spPr>
              <a:xfrm>
                <a:off x="6734839" y="4295236"/>
                <a:ext cx="2046514" cy="487603"/>
              </a:xfrm>
              <a:prstGeom prst="rect">
                <a:avLst/>
              </a:prstGeom>
              <a:noFill/>
            </p:spPr>
            <p:txBody>
              <a:bodyPr wrap="square" lIns="91440" tIns="45720" rIns="91440" bIns="45720"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1800" b="1">
                    <a:solidFill>
                      <a:srgbClr val="000000"/>
                    </a:solidFill>
                    <a:cs typeface="+mn-ea"/>
                    <a:sym typeface="+mn-lt"/>
                  </a:rPr>
                  <a:t>单击添加小标题</a:t>
                </a:r>
                <a:endParaRPr lang="en-US" sz="1800" dirty="0">
                  <a:solidFill>
                    <a:srgbClr val="000000"/>
                  </a:solidFill>
                  <a:cs typeface="+mn-ea"/>
                  <a:sym typeface="+mn-lt"/>
                </a:endParaRPr>
              </a:p>
            </p:txBody>
          </p:sp>
        </p:grpSp>
        <p:grpSp>
          <p:nvGrpSpPr>
            <p:cNvPr id="12" name="组合 11">
              <a:extLst>
                <a:ext uri="{FF2B5EF4-FFF2-40B4-BE49-F238E27FC236}">
                  <a16:creationId xmlns:a16="http://schemas.microsoft.com/office/drawing/2014/main" id="{9F9894D8-DC00-CBA2-5558-3F5CD54293B9}"/>
                </a:ext>
              </a:extLst>
            </p:cNvPr>
            <p:cNvGrpSpPr/>
            <p:nvPr/>
          </p:nvGrpSpPr>
          <p:grpSpPr>
            <a:xfrm>
              <a:off x="9306588" y="3368510"/>
              <a:ext cx="2046514" cy="2409352"/>
              <a:chOff x="9306588" y="3368510"/>
              <a:chExt cx="2046514" cy="2409352"/>
            </a:xfrm>
          </p:grpSpPr>
          <p:sp>
            <p:nvSpPr>
              <p:cNvPr id="13" name="Number3">
                <a:extLst>
                  <a:ext uri="{FF2B5EF4-FFF2-40B4-BE49-F238E27FC236}">
                    <a16:creationId xmlns:a16="http://schemas.microsoft.com/office/drawing/2014/main" id="{54440C87-CF70-6FAE-DA16-49CE6E16FEBE}"/>
                  </a:ext>
                </a:extLst>
              </p:cNvPr>
              <p:cNvSpPr txBox="1"/>
              <p:nvPr/>
            </p:nvSpPr>
            <p:spPr>
              <a:xfrm>
                <a:off x="9982233" y="3368510"/>
                <a:ext cx="695224" cy="695870"/>
              </a:xfrm>
              <a:prstGeom prst="ellipse">
                <a:avLst/>
              </a:prstGeom>
              <a:solidFill>
                <a:schemeClr val="accent1"/>
              </a:solidFill>
            </p:spPr>
            <p:txBody>
              <a:bodyPr wrap="none" lIns="91440" tIns="45720" rIns="91440" bIns="45720" rtlCol="0" anchor="ctr">
                <a:normAutofit/>
              </a:bodyPr>
              <a:lstStyle/>
              <a:p>
                <a:pPr algn="ctr"/>
                <a:r>
                  <a:rPr lang="en-US" altLang="zh-CN" b="1">
                    <a:solidFill>
                      <a:srgbClr val="FFFFFF"/>
                    </a:solidFill>
                    <a:cs typeface="+mn-ea"/>
                    <a:sym typeface="+mn-lt"/>
                  </a:rPr>
                  <a:t>03</a:t>
                </a:r>
                <a:endParaRPr lang="zh-CN" altLang="en-US" b="1" dirty="0">
                  <a:solidFill>
                    <a:srgbClr val="FFFFFF"/>
                  </a:solidFill>
                  <a:cs typeface="+mn-ea"/>
                  <a:sym typeface="+mn-lt"/>
                </a:endParaRPr>
              </a:p>
            </p:txBody>
          </p:sp>
          <p:sp>
            <p:nvSpPr>
              <p:cNvPr id="14" name="Text3">
                <a:extLst>
                  <a:ext uri="{FF2B5EF4-FFF2-40B4-BE49-F238E27FC236}">
                    <a16:creationId xmlns:a16="http://schemas.microsoft.com/office/drawing/2014/main" id="{BCE74FB2-E561-24E7-26F6-9378A02CBC24}"/>
                  </a:ext>
                </a:extLst>
              </p:cNvPr>
              <p:cNvSpPr txBox="1"/>
              <p:nvPr/>
            </p:nvSpPr>
            <p:spPr>
              <a:xfrm>
                <a:off x="9306588" y="4782839"/>
                <a:ext cx="2046514" cy="995023"/>
              </a:xfrm>
              <a:prstGeom prst="rect">
                <a:avLst/>
              </a:prstGeom>
              <a:noFill/>
            </p:spPr>
            <p:txBody>
              <a:bodyPr wrap="square" lIns="91440" tIns="45720" rIns="91440" bIns="45720"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a:solidFill>
                      <a:srgbClr val="000000"/>
                    </a:solidFill>
                    <a:cs typeface="+mn-ea"/>
                    <a:sym typeface="+mn-lt"/>
                  </a:rPr>
                  <a:t>单击此处添加文本单击此处添加文本单击此处添加文本单击此处添加文本</a:t>
                </a:r>
                <a:endParaRPr lang="en-US" dirty="0">
                  <a:solidFill>
                    <a:srgbClr val="000000"/>
                  </a:solidFill>
                  <a:cs typeface="+mn-ea"/>
                  <a:sym typeface="+mn-lt"/>
                </a:endParaRPr>
              </a:p>
            </p:txBody>
          </p:sp>
          <p:sp>
            <p:nvSpPr>
              <p:cNvPr id="15" name="Bullet3">
                <a:extLst>
                  <a:ext uri="{FF2B5EF4-FFF2-40B4-BE49-F238E27FC236}">
                    <a16:creationId xmlns:a16="http://schemas.microsoft.com/office/drawing/2014/main" id="{D1A283A7-4C41-BD79-E4A7-08E06A60C5E7}"/>
                  </a:ext>
                </a:extLst>
              </p:cNvPr>
              <p:cNvSpPr txBox="1"/>
              <p:nvPr/>
            </p:nvSpPr>
            <p:spPr>
              <a:xfrm>
                <a:off x="9306588" y="4295236"/>
                <a:ext cx="2046514" cy="487603"/>
              </a:xfrm>
              <a:prstGeom prst="rect">
                <a:avLst/>
              </a:prstGeom>
              <a:noFill/>
            </p:spPr>
            <p:txBody>
              <a:bodyPr wrap="square" lIns="91440" tIns="45720" rIns="91440" bIns="45720"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1800" b="1">
                    <a:solidFill>
                      <a:srgbClr val="000000"/>
                    </a:solidFill>
                    <a:cs typeface="+mn-ea"/>
                    <a:sym typeface="+mn-lt"/>
                  </a:rPr>
                  <a:t>单击添加小标题</a:t>
                </a:r>
                <a:endParaRPr lang="en-US" sz="1800" dirty="0">
                  <a:solidFill>
                    <a:srgbClr val="000000"/>
                  </a:solidFill>
                  <a:cs typeface="+mn-ea"/>
                  <a:sym typeface="+mn-lt"/>
                </a:endParaRPr>
              </a:p>
            </p:txBody>
          </p:sp>
        </p:grpSp>
      </p:grpSp>
      <p:sp>
        <p:nvSpPr>
          <p:cNvPr id="49" name="Title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a:sym typeface="+mn-lt"/>
              </a:rPr>
              <a:t>单击此处添加页面标题</a:t>
            </a:r>
            <a:endParaRPr lang="en-US" dirty="0">
              <a:sym typeface="+mn-lt"/>
            </a:endParaRPr>
          </a:p>
        </p:txBody>
      </p:sp>
    </p:spTree>
    <p:extLst>
      <p:ext uri="{BB962C8B-B14F-4D97-AF65-F5344CB8AC3E}">
        <p14:creationId xmlns:p14="http://schemas.microsoft.com/office/powerpoint/2010/main" val="3496684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4B475-8A42-7185-C9E3-CF1E2044EFCA}"/>
            </a:ext>
          </a:extLst>
        </p:cNvPr>
        <p:cNvGrpSpPr/>
        <p:nvPr/>
      </p:nvGrpSpPr>
      <p:grpSpPr>
        <a:xfrm>
          <a:off x="0" y="0"/>
          <a:ext cx="0" cy="0"/>
          <a:chOff x="0" y="0"/>
          <a:chExt cx="0" cy="0"/>
        </a:xfrm>
      </p:grpSpPr>
      <p:grpSp>
        <p:nvGrpSpPr>
          <p:cNvPr id="5" name="组合 4">
            <a:extLst>
              <a:ext uri="{FF2B5EF4-FFF2-40B4-BE49-F238E27FC236}">
                <a16:creationId xmlns:a16="http://schemas.microsoft.com/office/drawing/2014/main" id="{217736C8-013F-5320-FD44-3E654E98B76B}"/>
              </a:ext>
            </a:extLst>
          </p:cNvPr>
          <p:cNvGrpSpPr/>
          <p:nvPr/>
        </p:nvGrpSpPr>
        <p:grpSpPr>
          <a:xfrm>
            <a:off x="0" y="1130300"/>
            <a:ext cx="11518900" cy="5003800"/>
            <a:chOff x="0" y="1130300"/>
            <a:chExt cx="11518900" cy="5003800"/>
          </a:xfrm>
        </p:grpSpPr>
        <p:sp>
          <p:nvSpPr>
            <p:cNvPr id="6" name="Title">
              <a:extLst>
                <a:ext uri="{FF2B5EF4-FFF2-40B4-BE49-F238E27FC236}">
                  <a16:creationId xmlns:a16="http://schemas.microsoft.com/office/drawing/2014/main" id="{FA92FD7A-B1F2-D40D-4D15-721642243EF6}"/>
                </a:ext>
              </a:extLst>
            </p:cNvPr>
            <p:cNvSpPr>
              <a:spLocks/>
            </p:cNvSpPr>
            <p:nvPr/>
          </p:nvSpPr>
          <p:spPr>
            <a:xfrm>
              <a:off x="660400" y="1130300"/>
              <a:ext cx="10858500" cy="761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kumimoji="1" lang="zh-CN" altLang="en-US" sz="2400" b="1">
                  <a:solidFill>
                    <a:schemeClr val="tx1"/>
                  </a:solidFill>
                  <a:cs typeface="+mn-ea"/>
                  <a:sym typeface="+mn-lt"/>
                </a:rPr>
                <a:t>单击此处添加长一点的副标题</a:t>
              </a:r>
              <a:endParaRPr lang="en-US" sz="2400" dirty="0">
                <a:solidFill>
                  <a:schemeClr val="tx1"/>
                </a:solidFill>
                <a:cs typeface="+mn-ea"/>
                <a:sym typeface="+mn-lt"/>
              </a:endParaRPr>
            </a:p>
          </p:txBody>
        </p:sp>
        <p:sp>
          <p:nvSpPr>
            <p:cNvPr id="7" name="任意多边形: 形状 6">
              <a:extLst>
                <a:ext uri="{FF2B5EF4-FFF2-40B4-BE49-F238E27FC236}">
                  <a16:creationId xmlns:a16="http://schemas.microsoft.com/office/drawing/2014/main" id="{266FF347-C42E-DDA6-48FA-90E94646DF53}"/>
                </a:ext>
              </a:extLst>
            </p:cNvPr>
            <p:cNvSpPr/>
            <p:nvPr/>
          </p:nvSpPr>
          <p:spPr>
            <a:xfrm>
              <a:off x="0" y="2057401"/>
              <a:ext cx="3878981" cy="4076699"/>
            </a:xfrm>
            <a:custGeom>
              <a:avLst/>
              <a:gdLst>
                <a:gd name="connsiteX0" fmla="*/ 0 w 3821712"/>
                <a:gd name="connsiteY0" fmla="*/ 0 h 3575031"/>
                <a:gd name="connsiteX1" fmla="*/ 3821712 w 3821712"/>
                <a:gd name="connsiteY1" fmla="*/ 0 h 3575031"/>
                <a:gd name="connsiteX2" fmla="*/ 3821712 w 3821712"/>
                <a:gd name="connsiteY2" fmla="*/ 3575031 h 3575031"/>
                <a:gd name="connsiteX3" fmla="*/ 0 w 3821712"/>
                <a:gd name="connsiteY3" fmla="*/ 3575031 h 3575031"/>
              </a:gdLst>
              <a:ahLst/>
              <a:cxnLst>
                <a:cxn ang="0">
                  <a:pos x="connsiteX0" y="connsiteY0"/>
                </a:cxn>
                <a:cxn ang="0">
                  <a:pos x="connsiteX1" y="connsiteY1"/>
                </a:cxn>
                <a:cxn ang="0">
                  <a:pos x="connsiteX2" y="connsiteY2"/>
                </a:cxn>
                <a:cxn ang="0">
                  <a:pos x="connsiteX3" y="connsiteY3"/>
                </a:cxn>
              </a:cxnLst>
              <a:rect l="l" t="t" r="r" b="b"/>
              <a:pathLst>
                <a:path w="3821712" h="3575031">
                  <a:moveTo>
                    <a:pt x="0" y="0"/>
                  </a:moveTo>
                  <a:lnTo>
                    <a:pt x="3821712" y="0"/>
                  </a:lnTo>
                  <a:lnTo>
                    <a:pt x="3821712" y="3575031"/>
                  </a:lnTo>
                  <a:lnTo>
                    <a:pt x="0" y="3575031"/>
                  </a:lnTo>
                  <a:close/>
                </a:path>
              </a:pathLst>
            </a:custGeom>
            <a:solidFill>
              <a:srgbClr val="FFFFFF"/>
            </a:solidFill>
            <a:ln>
              <a:noFill/>
            </a:ln>
            <a:effectLst>
              <a:outerShdw blurRad="317500" sx="103000" sy="103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8" name="任意多边形: 形状 7">
              <a:extLst>
                <a:ext uri="{FF2B5EF4-FFF2-40B4-BE49-F238E27FC236}">
                  <a16:creationId xmlns:a16="http://schemas.microsoft.com/office/drawing/2014/main" id="{62167C6D-D0CB-4B63-CC06-241B0514DE72}"/>
                </a:ext>
              </a:extLst>
            </p:cNvPr>
            <p:cNvSpPr/>
            <p:nvPr/>
          </p:nvSpPr>
          <p:spPr>
            <a:xfrm>
              <a:off x="4064542" y="2057401"/>
              <a:ext cx="3386125" cy="4076699"/>
            </a:xfrm>
            <a:custGeom>
              <a:avLst/>
              <a:gdLst>
                <a:gd name="connsiteX0" fmla="*/ 0 w 3821712"/>
                <a:gd name="connsiteY0" fmla="*/ 0 h 3575031"/>
                <a:gd name="connsiteX1" fmla="*/ 3821712 w 3821712"/>
                <a:gd name="connsiteY1" fmla="*/ 0 h 3575031"/>
                <a:gd name="connsiteX2" fmla="*/ 3821712 w 3821712"/>
                <a:gd name="connsiteY2" fmla="*/ 3575031 h 3575031"/>
                <a:gd name="connsiteX3" fmla="*/ 0 w 3821712"/>
                <a:gd name="connsiteY3" fmla="*/ 3575031 h 3575031"/>
              </a:gdLst>
              <a:ahLst/>
              <a:cxnLst>
                <a:cxn ang="0">
                  <a:pos x="connsiteX0" y="connsiteY0"/>
                </a:cxn>
                <a:cxn ang="0">
                  <a:pos x="connsiteX1" y="connsiteY1"/>
                </a:cxn>
                <a:cxn ang="0">
                  <a:pos x="connsiteX2" y="connsiteY2"/>
                </a:cxn>
                <a:cxn ang="0">
                  <a:pos x="connsiteX3" y="connsiteY3"/>
                </a:cxn>
              </a:cxnLst>
              <a:rect l="l" t="t" r="r" b="b"/>
              <a:pathLst>
                <a:path w="3821712" h="3575031">
                  <a:moveTo>
                    <a:pt x="0" y="0"/>
                  </a:moveTo>
                  <a:lnTo>
                    <a:pt x="3821712" y="0"/>
                  </a:lnTo>
                  <a:lnTo>
                    <a:pt x="3821712" y="3575031"/>
                  </a:lnTo>
                  <a:lnTo>
                    <a:pt x="0" y="3575031"/>
                  </a:lnTo>
                  <a:close/>
                </a:path>
              </a:pathLst>
            </a:custGeom>
            <a:solidFill>
              <a:schemeClr val="accent1"/>
            </a:solidFill>
            <a:ln>
              <a:noFill/>
            </a:ln>
            <a:effectLst>
              <a:outerShdw blurRad="317500" sx="103000" sy="103000" algn="ctr" rotWithShape="0">
                <a:schemeClr val="tx1">
                  <a:alpha val="8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dirty="0">
                <a:cs typeface="+mn-ea"/>
                <a:sym typeface="+mn-lt"/>
              </a:endParaRPr>
            </a:p>
          </p:txBody>
        </p:sp>
        <p:cxnSp>
          <p:nvCxnSpPr>
            <p:cNvPr id="11" name="直接连接符 10">
              <a:extLst>
                <a:ext uri="{FF2B5EF4-FFF2-40B4-BE49-F238E27FC236}">
                  <a16:creationId xmlns:a16="http://schemas.microsoft.com/office/drawing/2014/main" id="{B244B94D-AC54-F82A-1868-5066E26A903C}"/>
                </a:ext>
              </a:extLst>
            </p:cNvPr>
            <p:cNvCxnSpPr>
              <a:cxnSpLocks/>
            </p:cNvCxnSpPr>
            <p:nvPr/>
          </p:nvCxnSpPr>
          <p:spPr>
            <a:xfrm>
              <a:off x="819150" y="4069378"/>
              <a:ext cx="2622550" cy="0"/>
            </a:xfrm>
            <a:prstGeom prst="line">
              <a:avLst/>
            </a:prstGeom>
            <a:ln w="12700">
              <a:solidFill>
                <a:srgbClr val="000000">
                  <a:alpha val="50000"/>
                </a:srgbClr>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BB01F032-25A4-2560-7CA8-CD43121028CC}"/>
                </a:ext>
              </a:extLst>
            </p:cNvPr>
            <p:cNvCxnSpPr>
              <a:cxnSpLocks/>
            </p:cNvCxnSpPr>
            <p:nvPr/>
          </p:nvCxnSpPr>
          <p:spPr>
            <a:xfrm>
              <a:off x="4413250" y="4069378"/>
              <a:ext cx="2622550" cy="0"/>
            </a:xfrm>
            <a:prstGeom prst="line">
              <a:avLst/>
            </a:prstGeom>
            <a:ln w="12700">
              <a:solidFill>
                <a:srgbClr val="FFFFFF">
                  <a:alpha val="50000"/>
                </a:srgbClr>
              </a:solidFill>
            </a:ln>
          </p:spPr>
          <p:style>
            <a:lnRef idx="1">
              <a:schemeClr val="accent1"/>
            </a:lnRef>
            <a:fillRef idx="0">
              <a:schemeClr val="accent1"/>
            </a:fillRef>
            <a:effectRef idx="0">
              <a:schemeClr val="accent1"/>
            </a:effectRef>
            <a:fontRef idx="minor">
              <a:schemeClr val="tx1"/>
            </a:fontRef>
          </p:style>
        </p:cxnSp>
        <p:sp>
          <p:nvSpPr>
            <p:cNvPr id="13" name="PictureMisc1">
              <a:extLst>
                <a:ext uri="{FF2B5EF4-FFF2-40B4-BE49-F238E27FC236}">
                  <a16:creationId xmlns:a16="http://schemas.microsoft.com/office/drawing/2014/main" id="{B650F4A5-3A10-320E-566D-70855E43FE39}"/>
                </a:ext>
              </a:extLst>
            </p:cNvPr>
            <p:cNvSpPr/>
            <p:nvPr/>
          </p:nvSpPr>
          <p:spPr>
            <a:xfrm>
              <a:off x="7799374" y="2057400"/>
              <a:ext cx="3719525" cy="4076699"/>
            </a:xfrm>
            <a:prstGeom prst="rect">
              <a:avLst/>
            </a:prstGeom>
            <a:blipFill>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grpSp>
          <p:nvGrpSpPr>
            <p:cNvPr id="14" name="组合 13">
              <a:extLst>
                <a:ext uri="{FF2B5EF4-FFF2-40B4-BE49-F238E27FC236}">
                  <a16:creationId xmlns:a16="http://schemas.microsoft.com/office/drawing/2014/main" id="{72A53320-672A-D115-789F-5B0EC6376233}"/>
                </a:ext>
              </a:extLst>
            </p:cNvPr>
            <p:cNvGrpSpPr/>
            <p:nvPr/>
          </p:nvGrpSpPr>
          <p:grpSpPr>
            <a:xfrm>
              <a:off x="754032" y="2222145"/>
              <a:ext cx="2833720" cy="1681457"/>
              <a:chOff x="754032" y="2222145"/>
              <a:chExt cx="2833720" cy="1681457"/>
            </a:xfrm>
          </p:grpSpPr>
          <p:sp>
            <p:nvSpPr>
              <p:cNvPr id="33" name="Text1">
                <a:extLst>
                  <a:ext uri="{FF2B5EF4-FFF2-40B4-BE49-F238E27FC236}">
                    <a16:creationId xmlns:a16="http://schemas.microsoft.com/office/drawing/2014/main" id="{5D136EBE-2DE4-F2DD-FD88-D88D0574E832}"/>
                  </a:ext>
                </a:extLst>
              </p:cNvPr>
              <p:cNvSpPr txBox="1"/>
              <p:nvPr/>
            </p:nvSpPr>
            <p:spPr>
              <a:xfrm>
                <a:off x="754032" y="2885426"/>
                <a:ext cx="2833720" cy="1018176"/>
              </a:xfrm>
              <a:prstGeom prst="rect">
                <a:avLst/>
              </a:prstGeom>
              <a:noFill/>
            </p:spPr>
            <p:txBody>
              <a:bodyPr wrap="square" lIns="91440" tIns="45720" rIns="91440" bIns="45720">
                <a:normAutofit/>
              </a:bodyPr>
              <a:lstStyle/>
              <a:p>
                <a:pPr>
                  <a:lnSpc>
                    <a:spcPct val="120000"/>
                  </a:lnSpc>
                </a:pPr>
                <a:r>
                  <a:rPr kumimoji="1" lang="zh-CN" altLang="en-US" sz="1200">
                    <a:solidFill>
                      <a:srgbClr val="000000"/>
                    </a:solidFill>
                    <a:cs typeface="+mn-ea"/>
                    <a:sym typeface="+mn-lt"/>
                  </a:rPr>
                  <a:t>单击此处添加文本单击此处添加文本单击此处添加文本单击此处添加文本</a:t>
                </a:r>
                <a:endParaRPr lang="en-US" sz="1200" dirty="0">
                  <a:solidFill>
                    <a:srgbClr val="000000"/>
                  </a:solidFill>
                  <a:cs typeface="+mn-ea"/>
                  <a:sym typeface="+mn-lt"/>
                </a:endParaRPr>
              </a:p>
            </p:txBody>
          </p:sp>
          <p:sp>
            <p:nvSpPr>
              <p:cNvPr id="34" name="Bullet1">
                <a:extLst>
                  <a:ext uri="{FF2B5EF4-FFF2-40B4-BE49-F238E27FC236}">
                    <a16:creationId xmlns:a16="http://schemas.microsoft.com/office/drawing/2014/main" id="{2D8921A1-514C-1092-1A1F-581F7C032730}"/>
                  </a:ext>
                </a:extLst>
              </p:cNvPr>
              <p:cNvSpPr txBox="1"/>
              <p:nvPr/>
            </p:nvSpPr>
            <p:spPr>
              <a:xfrm>
                <a:off x="754032" y="2222145"/>
                <a:ext cx="2833720" cy="663281"/>
              </a:xfrm>
              <a:prstGeom prst="rect">
                <a:avLst/>
              </a:prstGeom>
              <a:noFill/>
            </p:spPr>
            <p:txBody>
              <a:bodyPr wrap="square" lIns="91440" tIns="45720" rIns="91440" bIns="45720" rtlCol="0" anchor="b">
                <a:normAutofit/>
              </a:bodyPr>
              <a:lstStyle/>
              <a:p>
                <a:r>
                  <a:rPr lang="zh-CN" altLang="en-US" b="1">
                    <a:solidFill>
                      <a:schemeClr val="accent1"/>
                    </a:solidFill>
                    <a:cs typeface="+mn-ea"/>
                    <a:sym typeface="+mn-lt"/>
                  </a:rPr>
                  <a:t>单击添加小标题</a:t>
                </a:r>
                <a:endParaRPr lang="en-US" dirty="0">
                  <a:solidFill>
                    <a:schemeClr val="accent1"/>
                  </a:solidFill>
                  <a:cs typeface="+mn-ea"/>
                  <a:sym typeface="+mn-lt"/>
                </a:endParaRPr>
              </a:p>
            </p:txBody>
          </p:sp>
        </p:grpSp>
        <p:grpSp>
          <p:nvGrpSpPr>
            <p:cNvPr id="18" name="组合 17">
              <a:extLst>
                <a:ext uri="{FF2B5EF4-FFF2-40B4-BE49-F238E27FC236}">
                  <a16:creationId xmlns:a16="http://schemas.microsoft.com/office/drawing/2014/main" id="{ACF45963-D6B9-6707-5E66-A0542EC5857B}"/>
                </a:ext>
              </a:extLst>
            </p:cNvPr>
            <p:cNvGrpSpPr/>
            <p:nvPr/>
          </p:nvGrpSpPr>
          <p:grpSpPr>
            <a:xfrm>
              <a:off x="4341004" y="2222145"/>
              <a:ext cx="2833200" cy="1681457"/>
              <a:chOff x="4341004" y="2222145"/>
              <a:chExt cx="2833200" cy="1681457"/>
            </a:xfrm>
          </p:grpSpPr>
          <p:sp>
            <p:nvSpPr>
              <p:cNvPr id="31" name="Text2">
                <a:extLst>
                  <a:ext uri="{FF2B5EF4-FFF2-40B4-BE49-F238E27FC236}">
                    <a16:creationId xmlns:a16="http://schemas.microsoft.com/office/drawing/2014/main" id="{F4082A59-D7EE-DDD4-4197-88CBF17EB9F4}"/>
                  </a:ext>
                </a:extLst>
              </p:cNvPr>
              <p:cNvSpPr txBox="1"/>
              <p:nvPr/>
            </p:nvSpPr>
            <p:spPr>
              <a:xfrm>
                <a:off x="4341004" y="2885426"/>
                <a:ext cx="2833200" cy="1018176"/>
              </a:xfrm>
              <a:prstGeom prst="rect">
                <a:avLst/>
              </a:prstGeom>
              <a:noFill/>
            </p:spPr>
            <p:txBody>
              <a:bodyPr wrap="square" lIns="91440" tIns="45720" rIns="91440" bIns="45720">
                <a:normAutofit/>
              </a:bodyPr>
              <a:lstStyle/>
              <a:p>
                <a:pPr>
                  <a:lnSpc>
                    <a:spcPct val="120000"/>
                  </a:lnSpc>
                  <a:buNone/>
                </a:pPr>
                <a:r>
                  <a:rPr lang="zh-CN" altLang="en-US" sz="1200">
                    <a:solidFill>
                      <a:srgbClr val="FFFFFF"/>
                    </a:solidFill>
                    <a:cs typeface="+mn-ea"/>
                    <a:sym typeface="+mn-lt"/>
                  </a:rPr>
                  <a:t>单击此处添加文本单击此处添加文本单击此处添加文本单击此处添加文本</a:t>
                </a:r>
                <a:endParaRPr lang="en-US" sz="1200" dirty="0">
                  <a:solidFill>
                    <a:srgbClr val="FFFFFF"/>
                  </a:solidFill>
                  <a:cs typeface="+mn-ea"/>
                  <a:sym typeface="+mn-lt"/>
                </a:endParaRPr>
              </a:p>
            </p:txBody>
          </p:sp>
          <p:sp>
            <p:nvSpPr>
              <p:cNvPr id="32" name="Bullet2">
                <a:extLst>
                  <a:ext uri="{FF2B5EF4-FFF2-40B4-BE49-F238E27FC236}">
                    <a16:creationId xmlns:a16="http://schemas.microsoft.com/office/drawing/2014/main" id="{FD990338-7793-5C3B-4622-807DFB9EB6CE}"/>
                  </a:ext>
                </a:extLst>
              </p:cNvPr>
              <p:cNvSpPr txBox="1"/>
              <p:nvPr/>
            </p:nvSpPr>
            <p:spPr>
              <a:xfrm>
                <a:off x="4341004" y="2222145"/>
                <a:ext cx="2833200" cy="663281"/>
              </a:xfrm>
              <a:prstGeom prst="rect">
                <a:avLst/>
              </a:prstGeom>
              <a:noFill/>
            </p:spPr>
            <p:txBody>
              <a:bodyPr wrap="square" lIns="91440" tIns="45720" rIns="91440" bIns="45720" rtlCol="0" anchor="b">
                <a:normAutofit/>
              </a:bodyPr>
              <a:lstStyle/>
              <a:p>
                <a:r>
                  <a:rPr lang="zh-CN" altLang="en-US" b="1">
                    <a:solidFill>
                      <a:srgbClr val="FFFFFF"/>
                    </a:solidFill>
                    <a:cs typeface="+mn-ea"/>
                    <a:sym typeface="+mn-lt"/>
                  </a:rPr>
                  <a:t>单击添加小标题</a:t>
                </a:r>
                <a:endParaRPr lang="en-US" dirty="0">
                  <a:solidFill>
                    <a:srgbClr val="FFFFFF"/>
                  </a:solidFill>
                  <a:cs typeface="+mn-ea"/>
                  <a:sym typeface="+mn-lt"/>
                </a:endParaRPr>
              </a:p>
            </p:txBody>
          </p:sp>
        </p:grpSp>
        <p:grpSp>
          <p:nvGrpSpPr>
            <p:cNvPr id="19" name="组合 18">
              <a:extLst>
                <a:ext uri="{FF2B5EF4-FFF2-40B4-BE49-F238E27FC236}">
                  <a16:creationId xmlns:a16="http://schemas.microsoft.com/office/drawing/2014/main" id="{AE2D2519-530E-2EE9-349A-1299E023F5E2}"/>
                </a:ext>
              </a:extLst>
            </p:cNvPr>
            <p:cNvGrpSpPr/>
            <p:nvPr/>
          </p:nvGrpSpPr>
          <p:grpSpPr>
            <a:xfrm>
              <a:off x="754032" y="4269022"/>
              <a:ext cx="2833720" cy="1681457"/>
              <a:chOff x="754032" y="4269022"/>
              <a:chExt cx="2833720" cy="1681457"/>
            </a:xfrm>
          </p:grpSpPr>
          <p:sp>
            <p:nvSpPr>
              <p:cNvPr id="27" name="Text3">
                <a:extLst>
                  <a:ext uri="{FF2B5EF4-FFF2-40B4-BE49-F238E27FC236}">
                    <a16:creationId xmlns:a16="http://schemas.microsoft.com/office/drawing/2014/main" id="{3E46C072-B0A7-DEEA-3A6B-C60525A754CD}"/>
                  </a:ext>
                </a:extLst>
              </p:cNvPr>
              <p:cNvSpPr txBox="1"/>
              <p:nvPr/>
            </p:nvSpPr>
            <p:spPr>
              <a:xfrm>
                <a:off x="754032" y="4932303"/>
                <a:ext cx="2833720" cy="1018176"/>
              </a:xfrm>
              <a:prstGeom prst="rect">
                <a:avLst/>
              </a:prstGeom>
              <a:noFill/>
            </p:spPr>
            <p:txBody>
              <a:bodyPr wrap="square" lIns="91440" tIns="45720" rIns="91440" bIns="45720">
                <a:normAutofit/>
              </a:bodyPr>
              <a:lstStyle/>
              <a:p>
                <a:pPr>
                  <a:lnSpc>
                    <a:spcPct val="120000"/>
                  </a:lnSpc>
                </a:pPr>
                <a:r>
                  <a:rPr kumimoji="1" lang="zh-CN" altLang="en-US" sz="1200">
                    <a:solidFill>
                      <a:srgbClr val="000000"/>
                    </a:solidFill>
                    <a:cs typeface="+mn-ea"/>
                    <a:sym typeface="+mn-lt"/>
                  </a:rPr>
                  <a:t>单击此处添加文本单击此处添加文本单击此处添加文本单击此处添加文本</a:t>
                </a:r>
                <a:endParaRPr lang="en-US" sz="1200" dirty="0">
                  <a:solidFill>
                    <a:srgbClr val="000000"/>
                  </a:solidFill>
                  <a:cs typeface="+mn-ea"/>
                  <a:sym typeface="+mn-lt"/>
                </a:endParaRPr>
              </a:p>
            </p:txBody>
          </p:sp>
          <p:sp>
            <p:nvSpPr>
              <p:cNvPr id="29" name="Bullet3">
                <a:extLst>
                  <a:ext uri="{FF2B5EF4-FFF2-40B4-BE49-F238E27FC236}">
                    <a16:creationId xmlns:a16="http://schemas.microsoft.com/office/drawing/2014/main" id="{5E090CA6-EDEB-7945-474F-10D7A6765ADB}"/>
                  </a:ext>
                </a:extLst>
              </p:cNvPr>
              <p:cNvSpPr txBox="1"/>
              <p:nvPr/>
            </p:nvSpPr>
            <p:spPr>
              <a:xfrm>
                <a:off x="754032" y="4269022"/>
                <a:ext cx="2833720" cy="663281"/>
              </a:xfrm>
              <a:prstGeom prst="rect">
                <a:avLst/>
              </a:prstGeom>
              <a:noFill/>
            </p:spPr>
            <p:txBody>
              <a:bodyPr wrap="square" lIns="91440" tIns="45720" rIns="91440" bIns="45720" rtlCol="0" anchor="b">
                <a:normAutofit/>
              </a:bodyPr>
              <a:lstStyle/>
              <a:p>
                <a:r>
                  <a:rPr lang="zh-CN" altLang="en-US" b="1">
                    <a:solidFill>
                      <a:schemeClr val="accent2"/>
                    </a:solidFill>
                    <a:cs typeface="+mn-ea"/>
                    <a:sym typeface="+mn-lt"/>
                  </a:rPr>
                  <a:t>单击添加小标题</a:t>
                </a:r>
                <a:endParaRPr lang="en-US" dirty="0">
                  <a:solidFill>
                    <a:schemeClr val="accent2"/>
                  </a:solidFill>
                  <a:cs typeface="+mn-ea"/>
                  <a:sym typeface="+mn-lt"/>
                </a:endParaRPr>
              </a:p>
            </p:txBody>
          </p:sp>
        </p:grpSp>
        <p:grpSp>
          <p:nvGrpSpPr>
            <p:cNvPr id="22" name="组合 21">
              <a:extLst>
                <a:ext uri="{FF2B5EF4-FFF2-40B4-BE49-F238E27FC236}">
                  <a16:creationId xmlns:a16="http://schemas.microsoft.com/office/drawing/2014/main" id="{FB083585-4C5A-124D-0F5A-E72967AAE518}"/>
                </a:ext>
              </a:extLst>
            </p:cNvPr>
            <p:cNvGrpSpPr/>
            <p:nvPr/>
          </p:nvGrpSpPr>
          <p:grpSpPr>
            <a:xfrm>
              <a:off x="4341004" y="4269022"/>
              <a:ext cx="2833200" cy="1681457"/>
              <a:chOff x="4341004" y="4269022"/>
              <a:chExt cx="2833200" cy="1681457"/>
            </a:xfrm>
          </p:grpSpPr>
          <p:sp>
            <p:nvSpPr>
              <p:cNvPr id="25" name="Text4">
                <a:extLst>
                  <a:ext uri="{FF2B5EF4-FFF2-40B4-BE49-F238E27FC236}">
                    <a16:creationId xmlns:a16="http://schemas.microsoft.com/office/drawing/2014/main" id="{0F486AB0-C3DD-C94B-2F40-AD1018D7262E}"/>
                  </a:ext>
                </a:extLst>
              </p:cNvPr>
              <p:cNvSpPr txBox="1"/>
              <p:nvPr/>
            </p:nvSpPr>
            <p:spPr>
              <a:xfrm>
                <a:off x="4341004" y="4932303"/>
                <a:ext cx="2833200" cy="1018176"/>
              </a:xfrm>
              <a:prstGeom prst="rect">
                <a:avLst/>
              </a:prstGeom>
              <a:noFill/>
            </p:spPr>
            <p:txBody>
              <a:bodyPr wrap="square" lIns="91440" tIns="45720" rIns="91440" bIns="45720">
                <a:normAutofit/>
              </a:bodyPr>
              <a:lstStyle/>
              <a:p>
                <a:pPr>
                  <a:lnSpc>
                    <a:spcPct val="120000"/>
                  </a:lnSpc>
                  <a:buNone/>
                </a:pPr>
                <a:r>
                  <a:rPr lang="zh-CN" altLang="en-US" sz="1200">
                    <a:solidFill>
                      <a:srgbClr val="FFFFFF"/>
                    </a:solidFill>
                    <a:cs typeface="+mn-ea"/>
                    <a:sym typeface="+mn-lt"/>
                  </a:rPr>
                  <a:t>单击此处添加文本单击此处添加文本单击此处添加文本单击此处添加文本</a:t>
                </a:r>
                <a:endParaRPr lang="en-US" sz="1200" dirty="0">
                  <a:solidFill>
                    <a:srgbClr val="FFFFFF"/>
                  </a:solidFill>
                  <a:cs typeface="+mn-ea"/>
                  <a:sym typeface="+mn-lt"/>
                </a:endParaRPr>
              </a:p>
            </p:txBody>
          </p:sp>
          <p:sp>
            <p:nvSpPr>
              <p:cNvPr id="26" name="Bullet4">
                <a:extLst>
                  <a:ext uri="{FF2B5EF4-FFF2-40B4-BE49-F238E27FC236}">
                    <a16:creationId xmlns:a16="http://schemas.microsoft.com/office/drawing/2014/main" id="{834AD4A3-8489-2340-2911-7E0E9B19FBBC}"/>
                  </a:ext>
                </a:extLst>
              </p:cNvPr>
              <p:cNvSpPr txBox="1"/>
              <p:nvPr/>
            </p:nvSpPr>
            <p:spPr>
              <a:xfrm>
                <a:off x="4341004" y="4269022"/>
                <a:ext cx="2833200" cy="663281"/>
              </a:xfrm>
              <a:prstGeom prst="rect">
                <a:avLst/>
              </a:prstGeom>
              <a:noFill/>
            </p:spPr>
            <p:txBody>
              <a:bodyPr wrap="square" lIns="91440" tIns="45720" rIns="91440" bIns="45720" rtlCol="0" anchor="b">
                <a:normAutofit/>
              </a:bodyPr>
              <a:lstStyle/>
              <a:p>
                <a:r>
                  <a:rPr lang="zh-CN" altLang="en-US" b="1">
                    <a:solidFill>
                      <a:srgbClr val="FFFFFF"/>
                    </a:solidFill>
                    <a:cs typeface="+mn-ea"/>
                    <a:sym typeface="+mn-lt"/>
                  </a:rPr>
                  <a:t>单击添加小标题</a:t>
                </a:r>
                <a:endParaRPr lang="en-US" dirty="0">
                  <a:solidFill>
                    <a:srgbClr val="FFFFFF"/>
                  </a:solidFill>
                  <a:cs typeface="+mn-ea"/>
                  <a:sym typeface="+mn-lt"/>
                </a:endParaRPr>
              </a:p>
            </p:txBody>
          </p:sp>
        </p:grpSp>
      </p:grpSp>
      <p:sp>
        <p:nvSpPr>
          <p:cNvPr id="30" name="Title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a:sym typeface="+mn-lt"/>
              </a:rPr>
              <a:t>单击此处添加页面标题</a:t>
            </a:r>
            <a:endParaRPr lang="en-US" dirty="0">
              <a:sym typeface="+mn-lt"/>
            </a:endParaRPr>
          </a:p>
        </p:txBody>
      </p:sp>
    </p:spTree>
    <p:extLst>
      <p:ext uri="{BB962C8B-B14F-4D97-AF65-F5344CB8AC3E}">
        <p14:creationId xmlns:p14="http://schemas.microsoft.com/office/powerpoint/2010/main" val="86118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755650" y="1130299"/>
            <a:ext cx="4965700" cy="2700017"/>
          </a:xfrm>
        </p:spPr>
        <p:txBody>
          <a:bodyPr lIns="91440" tIns="45720" rIns="91440" bIns="45720">
            <a:normAutofit/>
          </a:bodyPr>
          <a:lstStyle/>
          <a:p>
            <a:r>
              <a:rPr lang="zh-CN" altLang="en-US" dirty="0">
                <a:sym typeface="+mn-lt"/>
              </a:rPr>
              <a:t>感谢观看 </a:t>
            </a:r>
            <a:br>
              <a:rPr lang="zh-CN" altLang="en-US" dirty="0">
                <a:sym typeface="+mn-lt"/>
              </a:rPr>
            </a:br>
            <a:r>
              <a:rPr lang="en-US" altLang="zh-CN" dirty="0">
                <a:sym typeface="+mn-lt"/>
              </a:rPr>
              <a:t>THANK YOU </a:t>
            </a:r>
          </a:p>
        </p:txBody>
      </p:sp>
      <p:sp>
        <p:nvSpPr>
          <p:cNvPr id="4" name="文本占位符 3"/>
          <p:cNvSpPr>
            <a:spLocks noGrp="1"/>
          </p:cNvSpPr>
          <p:nvPr>
            <p:ph type="body" sz="quarter" idx="13" hasCustomPrompt="1"/>
          </p:nvPr>
        </p:nvSpPr>
        <p:spPr>
          <a:xfrm>
            <a:off x="1288076" y="4756769"/>
            <a:ext cx="1479725" cy="402180"/>
          </a:xfrm>
        </p:spPr>
        <p:txBody>
          <a:bodyPr lIns="91440" tIns="45720" rIns="91440" bIns="45720">
            <a:normAutofit/>
          </a:bodyPr>
          <a:lstStyle/>
          <a:p>
            <a:r>
              <a:rPr lang="zh-CN" altLang="en-US">
                <a:sym typeface="+mn-lt"/>
              </a:rPr>
              <a:t>Presenter name</a:t>
            </a:r>
            <a:endParaRPr lang="en-US" dirty="0">
              <a:sym typeface="+mn-lt"/>
            </a:endParaRPr>
          </a:p>
        </p:txBody>
      </p:sp>
      <p:sp>
        <p:nvSpPr>
          <p:cNvPr id="7" name="文本占位符 6"/>
          <p:cNvSpPr>
            <a:spLocks noGrp="1"/>
          </p:cNvSpPr>
          <p:nvPr>
            <p:ph type="body" sz="quarter" idx="14" hasCustomPrompt="1"/>
          </p:nvPr>
        </p:nvSpPr>
        <p:spPr>
          <a:xfrm>
            <a:off x="3446889" y="4756769"/>
            <a:ext cx="1479725" cy="402180"/>
          </a:xfrm>
        </p:spPr>
        <p:txBody>
          <a:bodyPr lIns="91440" tIns="45720" rIns="91440" bIns="45720">
            <a:normAutofit/>
          </a:bodyPr>
          <a:lstStyle/>
          <a:p>
            <a:r>
              <a:rPr lang="zh-CN" altLang="en-US">
                <a:sym typeface="+mn-lt"/>
              </a:rPr>
              <a:t>20XX.XX.XX</a:t>
            </a:r>
            <a:endParaRPr lang="en-US" dirty="0">
              <a:sym typeface="+mn-lt"/>
            </a:endParaRPr>
          </a:p>
        </p:txBody>
      </p:sp>
    </p:spTree>
  </p:cSld>
  <p:clrMapOvr>
    <a:masterClrMapping/>
  </p:clrMapOvr>
</p:sld>
</file>

<file path=ppt/slides/slide12.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8601"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7" name="矩形 189">
            <a:extLst>
              <a:ext uri="{FF2B5EF4-FFF2-40B4-BE49-F238E27FC236}">
                <a16:creationId xmlns:a16="http://schemas.microsoft.com/office/drawing/2014/main" id="{63B72852-A360-4EF8-A2F9-3A064EA5CCA7}"/>
              </a:ext>
            </a:extLst>
          </p:cNvPr>
          <p:cNvSpPr/>
          <p:nvPr/>
        </p:nvSpPr>
        <p:spPr>
          <a:xfrm>
            <a:off x="662896" y="2301813"/>
            <a:ext cx="2890520" cy="375552"/>
          </a:xfrm>
          <a:prstGeom prst="rect">
            <a:avLst/>
          </a:prstGeom>
          <a:noFill/>
          <a:ln>
            <a:noFill/>
          </a:ln>
        </p:spPr>
        <p:txBody>
          <a:bodyPr wrap="square" anchor="ctr">
            <a:spAutoFit/>
          </a:bodyPr>
          <a:lstStyle/>
          <a:p>
            <a:pPr defTabSz="914332">
              <a:lnSpc>
                <a:spcPct val="150000"/>
              </a:lnSpc>
              <a:defRPr/>
            </a:pPr>
            <a:r>
              <a:rPr lang="en-US" altLang="zh-CN" sz="14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4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8" name="矩形 190">
            <a:extLst>
              <a:ext uri="{FF2B5EF4-FFF2-40B4-BE49-F238E27FC236}">
                <a16:creationId xmlns:a16="http://schemas.microsoft.com/office/drawing/2014/main" id="{F754BA71-8184-4828-95E4-4301AEC6A769}"/>
              </a:ext>
            </a:extLst>
          </p:cNvPr>
          <p:cNvSpPr>
            <a:spLocks/>
          </p:cNvSpPr>
          <p:nvPr/>
        </p:nvSpPr>
        <p:spPr>
          <a:xfrm>
            <a:off x="637768" y="1990359"/>
            <a:ext cx="8015025" cy="370375"/>
          </a:xfrm>
          <a:prstGeom prst="rect">
            <a:avLst/>
          </a:prstGeom>
          <a:noFill/>
          <a:ln>
            <a:noFill/>
          </a:ln>
        </p:spPr>
        <p:txBody>
          <a:bodyPr wrap="square" anchor="t">
            <a:no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欢迎关注</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官方渠道，通过</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小红书、微博、抖音等官方渠道了解更多产品资讯及活动信息。</a:t>
            </a:r>
          </a:p>
          <a:p>
            <a:pPr defTabSz="914332">
              <a:lnSpc>
                <a:spcPct val="120000"/>
              </a:lnSpc>
              <a:defRPr/>
            </a:pP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90">
            <a:extLst>
              <a:ext uri="{FF2B5EF4-FFF2-40B4-BE49-F238E27FC236}">
                <a16:creationId xmlns:a16="http://schemas.microsoft.com/office/drawing/2014/main" id="{F6CD38CE-FC32-B793-7C2A-F7EF662A7A51}"/>
              </a:ext>
            </a:extLst>
          </p:cNvPr>
          <p:cNvSpPr/>
          <p:nvPr/>
        </p:nvSpPr>
        <p:spPr>
          <a:xfrm>
            <a:off x="660400" y="5478694"/>
            <a:ext cx="4710695" cy="613373"/>
          </a:xfrm>
          <a:prstGeom prst="rect">
            <a:avLst/>
          </a:prstGeom>
          <a:noFill/>
          <a:ln>
            <a:noFill/>
          </a:ln>
        </p:spPr>
        <p:txBody>
          <a:bodyPr wrap="square" anchor="t">
            <a:spAutoFit/>
          </a:bodyPr>
          <a:lstStyle/>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抖音、视频号每周直播，带你从小白进阶</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高手！</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插件不会用，</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页面不会设计？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那就来</a:t>
            </a:r>
            <a:r>
              <a:rPr lang="en-US" altLang="zh-CN" sz="1200"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dirty="0">
                <a:latin typeface="Arial" panose="020B0604020202020204" pitchFamily="34" charset="0"/>
                <a:ea typeface="微软雅黑" panose="020B0503020204020204" pitchFamily="34" charset="-122"/>
                <a:sym typeface="Arial" panose="020B0604020202020204" pitchFamily="34" charset="0"/>
              </a:rPr>
              <a:t>官方直播间。</a:t>
            </a:r>
          </a:p>
        </p:txBody>
      </p:sp>
      <p:sp>
        <p:nvSpPr>
          <p:cNvPr id="5" name="矩形 190">
            <a:hlinkClick r:id="rId4"/>
            <a:extLst>
              <a:ext uri="{FF2B5EF4-FFF2-40B4-BE49-F238E27FC236}">
                <a16:creationId xmlns:a16="http://schemas.microsoft.com/office/drawing/2014/main" id="{FE57F7A2-24A5-5A1E-982E-795C9546819B}"/>
              </a:ext>
            </a:extLst>
          </p:cNvPr>
          <p:cNvSpPr/>
          <p:nvPr/>
        </p:nvSpPr>
        <p:spPr>
          <a:xfrm>
            <a:off x="2621897"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微博</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90">
            <a:hlinkClick r:id="rId5"/>
            <a:extLst>
              <a:ext uri="{FF2B5EF4-FFF2-40B4-BE49-F238E27FC236}">
                <a16:creationId xmlns:a16="http://schemas.microsoft.com/office/drawing/2014/main" id="{37D005C4-EDE6-B355-1311-5813EB22500E}"/>
              </a:ext>
            </a:extLst>
          </p:cNvPr>
          <p:cNvSpPr/>
          <p:nvPr/>
        </p:nvSpPr>
        <p:spPr>
          <a:xfrm>
            <a:off x="6477894"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今日头条</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hlinkClick r:id="rId6"/>
            <a:extLst>
              <a:ext uri="{FF2B5EF4-FFF2-40B4-BE49-F238E27FC236}">
                <a16:creationId xmlns:a16="http://schemas.microsoft.com/office/drawing/2014/main" id="{3A868ED5-BC74-DD2F-DEC9-29A1627F6A2B}"/>
              </a:ext>
            </a:extLst>
          </p:cNvPr>
          <p:cNvSpPr/>
          <p:nvPr/>
        </p:nvSpPr>
        <p:spPr>
          <a:xfrm>
            <a:off x="4549896"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抖音</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3" name="矩形 190">
            <a:hlinkClick r:id="rId7"/>
            <a:extLst>
              <a:ext uri="{FF2B5EF4-FFF2-40B4-BE49-F238E27FC236}">
                <a16:creationId xmlns:a16="http://schemas.microsoft.com/office/drawing/2014/main" id="{E535A71A-1CC2-0C48-391C-0B15D364B466}"/>
              </a:ext>
            </a:extLst>
          </p:cNvPr>
          <p:cNvSpPr/>
          <p:nvPr/>
        </p:nvSpPr>
        <p:spPr>
          <a:xfrm>
            <a:off x="693898"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小红书</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5" name="组合 34">
            <a:extLst>
              <a:ext uri="{FF2B5EF4-FFF2-40B4-BE49-F238E27FC236}">
                <a16:creationId xmlns:a16="http://schemas.microsoft.com/office/drawing/2014/main" id="{B383A3BE-9AE6-DC13-77D6-D4415A95C8D8}"/>
              </a:ext>
            </a:extLst>
          </p:cNvPr>
          <p:cNvGrpSpPr/>
          <p:nvPr/>
        </p:nvGrpSpPr>
        <p:grpSpPr>
          <a:xfrm>
            <a:off x="2567653" y="3254342"/>
            <a:ext cx="1368001" cy="1368000"/>
            <a:chOff x="2739339" y="3229459"/>
            <a:chExt cx="1509223" cy="1509222"/>
          </a:xfrm>
        </p:grpSpPr>
        <p:sp>
          <p:nvSpPr>
            <p:cNvPr id="31" name="矩形: 圆角 30">
              <a:extLst>
                <a:ext uri="{FF2B5EF4-FFF2-40B4-BE49-F238E27FC236}">
                  <a16:creationId xmlns:a16="http://schemas.microsoft.com/office/drawing/2014/main" id="{BD946598-62CE-BC2A-E787-8C4868E8DF45}"/>
                </a:ext>
              </a:extLst>
            </p:cNvPr>
            <p:cNvSpPr/>
            <p:nvPr/>
          </p:nvSpPr>
          <p:spPr>
            <a:xfrm>
              <a:off x="2739339" y="3229459"/>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CE37304-ACA3-F579-875F-25F9F81CD7B4}"/>
                </a:ext>
              </a:extLst>
            </p:cNvPr>
            <p:cNvGrpSpPr/>
            <p:nvPr/>
          </p:nvGrpSpPr>
          <p:grpSpPr>
            <a:xfrm>
              <a:off x="2802496" y="3294739"/>
              <a:ext cx="1389534" cy="1389535"/>
              <a:chOff x="2878177" y="3312010"/>
              <a:chExt cx="1389534" cy="1389535"/>
            </a:xfrm>
          </p:grpSpPr>
          <p:pic>
            <p:nvPicPr>
              <p:cNvPr id="1028" name="Picture 4">
                <a:extLst>
                  <a:ext uri="{FF2B5EF4-FFF2-40B4-BE49-F238E27FC236}">
                    <a16:creationId xmlns:a16="http://schemas.microsoft.com/office/drawing/2014/main" id="{91044262-320B-75C3-C123-09C6DA2F96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177" y="3312010"/>
                <a:ext cx="1389534" cy="138953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a:extLst>
                  <a:ext uri="{FF2B5EF4-FFF2-40B4-BE49-F238E27FC236}">
                    <a16:creationId xmlns:a16="http://schemas.microsoft.com/office/drawing/2014/main" id="{E119DACB-B049-0B56-5447-59DCBED0DB21}"/>
                  </a:ext>
                </a:extLst>
              </p:cNvPr>
              <p:cNvGrpSpPr/>
              <p:nvPr/>
            </p:nvGrpSpPr>
            <p:grpSpPr>
              <a:xfrm>
                <a:off x="3425344" y="3859736"/>
                <a:ext cx="295200" cy="294083"/>
                <a:chOff x="3415340" y="3859736"/>
                <a:chExt cx="295200" cy="294083"/>
              </a:xfrm>
            </p:grpSpPr>
            <p:sp>
              <p:nvSpPr>
                <p:cNvPr id="43" name="矩形: 圆角 42">
                  <a:extLst>
                    <a:ext uri="{FF2B5EF4-FFF2-40B4-BE49-F238E27FC236}">
                      <a16:creationId xmlns:a16="http://schemas.microsoft.com/office/drawing/2014/main" id="{31DC748E-87B9-1FFE-1DF6-243607BBEC87}"/>
                    </a:ext>
                  </a:extLst>
                </p:cNvPr>
                <p:cNvSpPr/>
                <p:nvPr/>
              </p:nvSpPr>
              <p:spPr>
                <a:xfrm>
                  <a:off x="3415340" y="3859736"/>
                  <a:ext cx="295200" cy="294083"/>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FEFCB14B-B9B9-7B0B-207B-13F14530A7AB}"/>
                    </a:ext>
                  </a:extLst>
                </p:cNvPr>
                <p:cNvGrpSpPr/>
                <p:nvPr/>
              </p:nvGrpSpPr>
              <p:grpSpPr>
                <a:xfrm>
                  <a:off x="3427370" y="3896955"/>
                  <a:ext cx="271140" cy="219645"/>
                  <a:chOff x="2062162" y="2200292"/>
                  <a:chExt cx="3033693" cy="2457527"/>
                </a:xfrm>
              </p:grpSpPr>
              <p:sp>
                <p:nvSpPr>
                  <p:cNvPr id="38" name="任意多边形 538">
                    <a:extLst>
                      <a:ext uri="{FF2B5EF4-FFF2-40B4-BE49-F238E27FC236}">
                        <a16:creationId xmlns:a16="http://schemas.microsoft.com/office/drawing/2014/main" id="{60FCD814-95F1-09B3-D634-AB372830E867}"/>
                      </a:ext>
                    </a:extLst>
                  </p:cNvPr>
                  <p:cNvSpPr/>
                  <p:nvPr/>
                </p:nvSpPr>
                <p:spPr>
                  <a:xfrm>
                    <a:off x="2285237" y="3250596"/>
                    <a:ext cx="2054828" cy="1279588"/>
                  </a:xfrm>
                  <a:custGeom>
                    <a:avLst/>
                    <a:gdLst>
                      <a:gd name="connsiteX0" fmla="*/ 0 w 2054828"/>
                      <a:gd name="connsiteY0" fmla="*/ 639794 h 1279588"/>
                      <a:gd name="connsiteX1" fmla="*/ 1027462 w 2054828"/>
                      <a:gd name="connsiteY1" fmla="*/ 1279589 h 1279588"/>
                      <a:gd name="connsiteX2" fmla="*/ 2054828 w 2054828"/>
                      <a:gd name="connsiteY2" fmla="*/ 639794 h 1279588"/>
                      <a:gd name="connsiteX3" fmla="*/ 1027462 w 2054828"/>
                      <a:gd name="connsiteY3" fmla="*/ 0 h 1279588"/>
                      <a:gd name="connsiteX4" fmla="*/ 0 w 2054828"/>
                      <a:gd name="connsiteY4" fmla="*/ 639794 h 127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28" h="1279588">
                        <a:moveTo>
                          <a:pt x="0" y="639794"/>
                        </a:moveTo>
                        <a:cubicBezTo>
                          <a:pt x="0" y="993077"/>
                          <a:pt x="459962" y="1279589"/>
                          <a:pt x="1027462" y="1279589"/>
                        </a:cubicBezTo>
                        <a:cubicBezTo>
                          <a:pt x="1594866" y="1279589"/>
                          <a:pt x="2054828" y="993077"/>
                          <a:pt x="2054828" y="639794"/>
                        </a:cubicBezTo>
                        <a:cubicBezTo>
                          <a:pt x="2054828" y="286417"/>
                          <a:pt x="1594866" y="0"/>
                          <a:pt x="1027462" y="0"/>
                        </a:cubicBezTo>
                        <a:cubicBezTo>
                          <a:pt x="459962" y="0"/>
                          <a:pt x="0" y="286417"/>
                          <a:pt x="0" y="639794"/>
                        </a:cubicBezTo>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39" name="任意多边形 539">
                    <a:extLst>
                      <a:ext uri="{FF2B5EF4-FFF2-40B4-BE49-F238E27FC236}">
                        <a16:creationId xmlns:a16="http://schemas.microsoft.com/office/drawing/2014/main" id="{C211156A-F263-1023-1064-44039BC6F3C7}"/>
                      </a:ext>
                    </a:extLst>
                  </p:cNvPr>
                  <p:cNvSpPr/>
                  <p:nvPr/>
                </p:nvSpPr>
                <p:spPr>
                  <a:xfrm>
                    <a:off x="2062162" y="2547155"/>
                    <a:ext cx="2646616" cy="2110664"/>
                  </a:xfrm>
                  <a:custGeom>
                    <a:avLst/>
                    <a:gdLst>
                      <a:gd name="connsiteX0" fmla="*/ 2278952 w 2646616"/>
                      <a:gd name="connsiteY0" fmla="*/ 836315 h 2110664"/>
                      <a:gd name="connsiteX1" fmla="*/ 2229326 w 2646616"/>
                      <a:gd name="connsiteY1" fmla="*/ 758686 h 2110664"/>
                      <a:gd name="connsiteX2" fmla="*/ 2230279 w 2646616"/>
                      <a:gd name="connsiteY2" fmla="*/ 456648 h 2110664"/>
                      <a:gd name="connsiteX3" fmla="*/ 1553528 w 2646616"/>
                      <a:gd name="connsiteY3" fmla="*/ 452838 h 2110664"/>
                      <a:gd name="connsiteX4" fmla="*/ 1481328 w 2646616"/>
                      <a:gd name="connsiteY4" fmla="*/ 418358 h 2110664"/>
                      <a:gd name="connsiteX5" fmla="*/ 1447800 w 2646616"/>
                      <a:gd name="connsiteY5" fmla="*/ 63837 h 2110664"/>
                      <a:gd name="connsiteX6" fmla="*/ 452533 w 2646616"/>
                      <a:gd name="connsiteY6" fmla="*/ 452171 h 2110664"/>
                      <a:gd name="connsiteX7" fmla="*/ 0 w 2646616"/>
                      <a:gd name="connsiteY7" fmla="*/ 1303992 h 2110664"/>
                      <a:gd name="connsiteX8" fmla="*/ 1272731 w 2646616"/>
                      <a:gd name="connsiteY8" fmla="*/ 2110665 h 2110664"/>
                      <a:gd name="connsiteX9" fmla="*/ 2646616 w 2646616"/>
                      <a:gd name="connsiteY9" fmla="*/ 1250652 h 2110664"/>
                      <a:gd name="connsiteX10" fmla="*/ 2278952 w 2646616"/>
                      <a:gd name="connsiteY10" fmla="*/ 836315 h 2110664"/>
                      <a:gd name="connsiteX11" fmla="*/ 1274445 w 2646616"/>
                      <a:gd name="connsiteY11" fmla="*/ 1930833 h 2110664"/>
                      <a:gd name="connsiteX12" fmla="*/ 306038 w 2646616"/>
                      <a:gd name="connsiteY12" fmla="*/ 1423626 h 2110664"/>
                      <a:gd name="connsiteX13" fmla="*/ 1156430 w 2646616"/>
                      <a:gd name="connsiteY13" fmla="*/ 736778 h 2110664"/>
                      <a:gd name="connsiteX14" fmla="*/ 2124837 w 2646616"/>
                      <a:gd name="connsiteY14" fmla="*/ 1243699 h 2110664"/>
                      <a:gd name="connsiteX15" fmla="*/ 1274445 w 2646616"/>
                      <a:gd name="connsiteY15" fmla="*/ 1930833 h 211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46616" h="2110664">
                        <a:moveTo>
                          <a:pt x="2278952" y="836315"/>
                        </a:moveTo>
                        <a:cubicBezTo>
                          <a:pt x="2236184" y="823456"/>
                          <a:pt x="2206943" y="814788"/>
                          <a:pt x="2229326" y="758686"/>
                        </a:cubicBezTo>
                        <a:cubicBezTo>
                          <a:pt x="2277809" y="636861"/>
                          <a:pt x="2282762" y="531705"/>
                          <a:pt x="2230279" y="456648"/>
                        </a:cubicBezTo>
                        <a:cubicBezTo>
                          <a:pt x="2131790" y="315964"/>
                          <a:pt x="1862328" y="323584"/>
                          <a:pt x="1553528" y="452838"/>
                        </a:cubicBezTo>
                        <a:cubicBezTo>
                          <a:pt x="1553528" y="452648"/>
                          <a:pt x="1456563" y="495320"/>
                          <a:pt x="1481328" y="418358"/>
                        </a:cubicBezTo>
                        <a:cubicBezTo>
                          <a:pt x="1528858" y="265672"/>
                          <a:pt x="1521714" y="137656"/>
                          <a:pt x="1447800" y="63837"/>
                        </a:cubicBezTo>
                        <a:cubicBezTo>
                          <a:pt x="1280255" y="-103803"/>
                          <a:pt x="834581" y="70124"/>
                          <a:pt x="452533" y="452171"/>
                        </a:cubicBezTo>
                        <a:cubicBezTo>
                          <a:pt x="166211" y="738398"/>
                          <a:pt x="0" y="1041674"/>
                          <a:pt x="0" y="1303992"/>
                        </a:cubicBezTo>
                        <a:cubicBezTo>
                          <a:pt x="0" y="1805674"/>
                          <a:pt x="643319" y="2110665"/>
                          <a:pt x="1272731" y="2110665"/>
                        </a:cubicBezTo>
                        <a:cubicBezTo>
                          <a:pt x="2097786" y="2110665"/>
                          <a:pt x="2646616" y="1631271"/>
                          <a:pt x="2646616" y="1250652"/>
                        </a:cubicBezTo>
                        <a:cubicBezTo>
                          <a:pt x="2646616" y="1020719"/>
                          <a:pt x="2452973" y="890226"/>
                          <a:pt x="2278952" y="836315"/>
                        </a:cubicBezTo>
                        <a:close/>
                        <a:moveTo>
                          <a:pt x="1274445" y="1930833"/>
                        </a:moveTo>
                        <a:cubicBezTo>
                          <a:pt x="772192" y="1980363"/>
                          <a:pt x="338709" y="1753382"/>
                          <a:pt x="306038" y="1423626"/>
                        </a:cubicBezTo>
                        <a:cubicBezTo>
                          <a:pt x="273463" y="1093966"/>
                          <a:pt x="654272" y="786499"/>
                          <a:pt x="1156430" y="736778"/>
                        </a:cubicBezTo>
                        <a:cubicBezTo>
                          <a:pt x="1658684" y="687153"/>
                          <a:pt x="2092262" y="914134"/>
                          <a:pt x="2124837" y="1243699"/>
                        </a:cubicBezTo>
                        <a:cubicBezTo>
                          <a:pt x="2157317" y="1573645"/>
                          <a:pt x="1776698" y="1881112"/>
                          <a:pt x="1274445" y="1930833"/>
                        </a:cubicBezTo>
                        <a:close/>
                      </a:path>
                    </a:pathLst>
                  </a:custGeom>
                  <a:solidFill>
                    <a:srgbClr val="D52B2A"/>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0" name="任意多边形 540">
                    <a:extLst>
                      <a:ext uri="{FF2B5EF4-FFF2-40B4-BE49-F238E27FC236}">
                        <a16:creationId xmlns:a16="http://schemas.microsoft.com/office/drawing/2014/main" id="{2BF6317C-3C4E-D672-8A71-1CAC3C637089}"/>
                      </a:ext>
                    </a:extLst>
                  </p:cNvPr>
                  <p:cNvSpPr/>
                  <p:nvPr/>
                </p:nvSpPr>
                <p:spPr>
                  <a:xfrm>
                    <a:off x="4032574" y="2200292"/>
                    <a:ext cx="1063281" cy="1131222"/>
                  </a:xfrm>
                  <a:custGeom>
                    <a:avLst/>
                    <a:gdLst>
                      <a:gd name="connsiteX0" fmla="*/ 856417 w 1063281"/>
                      <a:gd name="connsiteY0" fmla="*/ 265064 h 1131222"/>
                      <a:gd name="connsiteX1" fmla="*/ 92036 w 1063281"/>
                      <a:gd name="connsiteY1" fmla="*/ 17604 h 1131222"/>
                      <a:gd name="connsiteX2" fmla="*/ 91941 w 1063281"/>
                      <a:gd name="connsiteY2" fmla="*/ 17604 h 1131222"/>
                      <a:gd name="connsiteX3" fmla="*/ 2596 w 1063281"/>
                      <a:gd name="connsiteY3" fmla="*/ 155431 h 1131222"/>
                      <a:gd name="connsiteX4" fmla="*/ 140518 w 1063281"/>
                      <a:gd name="connsiteY4" fmla="*/ 244871 h 1131222"/>
                      <a:gd name="connsiteX5" fmla="*/ 684015 w 1063281"/>
                      <a:gd name="connsiteY5" fmla="*/ 420797 h 1131222"/>
                      <a:gd name="connsiteX6" fmla="*/ 803363 w 1063281"/>
                      <a:gd name="connsiteY6" fmla="*/ 979343 h 1131222"/>
                      <a:gd name="connsiteX7" fmla="*/ 803363 w 1063281"/>
                      <a:gd name="connsiteY7" fmla="*/ 979343 h 1131222"/>
                      <a:gd name="connsiteX8" fmla="*/ 878229 w 1063281"/>
                      <a:gd name="connsiteY8" fmla="*/ 1125552 h 1131222"/>
                      <a:gd name="connsiteX9" fmla="*/ 1024438 w 1063281"/>
                      <a:gd name="connsiteY9" fmla="*/ 1050971 h 1131222"/>
                      <a:gd name="connsiteX10" fmla="*/ 1024438 w 1063281"/>
                      <a:gd name="connsiteY10" fmla="*/ 1050495 h 1131222"/>
                      <a:gd name="connsiteX11" fmla="*/ 856417 w 1063281"/>
                      <a:gd name="connsiteY11" fmla="*/ 265064 h 11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281" h="1131222">
                        <a:moveTo>
                          <a:pt x="856417" y="265064"/>
                        </a:moveTo>
                        <a:cubicBezTo>
                          <a:pt x="657154" y="44179"/>
                          <a:pt x="363308" y="-40022"/>
                          <a:pt x="92036" y="17604"/>
                        </a:cubicBezTo>
                        <a:lnTo>
                          <a:pt x="91941" y="17604"/>
                        </a:lnTo>
                        <a:cubicBezTo>
                          <a:pt x="29171" y="31034"/>
                          <a:pt x="-10834" y="92756"/>
                          <a:pt x="2596" y="155431"/>
                        </a:cubicBezTo>
                        <a:cubicBezTo>
                          <a:pt x="15931" y="218105"/>
                          <a:pt x="77748" y="258206"/>
                          <a:pt x="140518" y="244871"/>
                        </a:cubicBezTo>
                        <a:cubicBezTo>
                          <a:pt x="333495" y="203913"/>
                          <a:pt x="542378" y="263825"/>
                          <a:pt x="684015" y="420797"/>
                        </a:cubicBezTo>
                        <a:cubicBezTo>
                          <a:pt x="825556" y="577674"/>
                          <a:pt x="863942" y="791701"/>
                          <a:pt x="803363" y="979343"/>
                        </a:cubicBezTo>
                        <a:lnTo>
                          <a:pt x="803363" y="979343"/>
                        </a:lnTo>
                        <a:cubicBezTo>
                          <a:pt x="783646" y="1040494"/>
                          <a:pt x="817079" y="1105835"/>
                          <a:pt x="878229" y="1125552"/>
                        </a:cubicBezTo>
                        <a:cubicBezTo>
                          <a:pt x="939189" y="1145269"/>
                          <a:pt x="1004721" y="1111931"/>
                          <a:pt x="1024438" y="1050971"/>
                        </a:cubicBezTo>
                        <a:cubicBezTo>
                          <a:pt x="1024438" y="1050876"/>
                          <a:pt x="1024438" y="1050590"/>
                          <a:pt x="1024438" y="1050495"/>
                        </a:cubicBezTo>
                        <a:cubicBezTo>
                          <a:pt x="1109401" y="786557"/>
                          <a:pt x="1055680" y="485758"/>
                          <a:pt x="856417" y="26506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1" name="任意多边形 541">
                    <a:extLst>
                      <a:ext uri="{FF2B5EF4-FFF2-40B4-BE49-F238E27FC236}">
                        <a16:creationId xmlns:a16="http://schemas.microsoft.com/office/drawing/2014/main" id="{6A12430C-F657-41EF-B67C-5576494E5733}"/>
                      </a:ext>
                    </a:extLst>
                  </p:cNvPr>
                  <p:cNvSpPr/>
                  <p:nvPr/>
                </p:nvSpPr>
                <p:spPr>
                  <a:xfrm>
                    <a:off x="4131596" y="2612531"/>
                    <a:ext cx="552131" cy="580885"/>
                  </a:xfrm>
                  <a:custGeom>
                    <a:avLst/>
                    <a:gdLst>
                      <a:gd name="connsiteX0" fmla="*/ 451452 w 552131"/>
                      <a:gd name="connsiteY0" fmla="*/ 128954 h 580885"/>
                      <a:gd name="connsiteX1" fmla="*/ 79120 w 552131"/>
                      <a:gd name="connsiteY1" fmla="*/ 8653 h 580885"/>
                      <a:gd name="connsiteX2" fmla="*/ 2253 w 552131"/>
                      <a:gd name="connsiteY2" fmla="*/ 127430 h 580885"/>
                      <a:gd name="connsiteX3" fmla="*/ 120839 w 552131"/>
                      <a:gd name="connsiteY3" fmla="*/ 204106 h 580885"/>
                      <a:gd name="connsiteX4" fmla="*/ 120839 w 552131"/>
                      <a:gd name="connsiteY4" fmla="*/ 204201 h 580885"/>
                      <a:gd name="connsiteX5" fmla="*/ 302958 w 552131"/>
                      <a:gd name="connsiteY5" fmla="*/ 262970 h 580885"/>
                      <a:gd name="connsiteX6" fmla="*/ 342772 w 552131"/>
                      <a:gd name="connsiteY6" fmla="*/ 450137 h 580885"/>
                      <a:gd name="connsiteX7" fmla="*/ 342867 w 552131"/>
                      <a:gd name="connsiteY7" fmla="*/ 450137 h 580885"/>
                      <a:gd name="connsiteX8" fmla="*/ 407161 w 552131"/>
                      <a:gd name="connsiteY8" fmla="*/ 576057 h 580885"/>
                      <a:gd name="connsiteX9" fmla="*/ 533082 w 552131"/>
                      <a:gd name="connsiteY9" fmla="*/ 511573 h 580885"/>
                      <a:gd name="connsiteX10" fmla="*/ 451452 w 552131"/>
                      <a:gd name="connsiteY10" fmla="*/ 128954 h 58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131" h="580885">
                        <a:moveTo>
                          <a:pt x="451452" y="128954"/>
                        </a:moveTo>
                        <a:cubicBezTo>
                          <a:pt x="354488" y="21321"/>
                          <a:pt x="211327" y="-19541"/>
                          <a:pt x="79120" y="8653"/>
                        </a:cubicBezTo>
                        <a:cubicBezTo>
                          <a:pt x="25113" y="20178"/>
                          <a:pt x="-9367" y="73328"/>
                          <a:pt x="2253" y="127430"/>
                        </a:cubicBezTo>
                        <a:cubicBezTo>
                          <a:pt x="13779" y="181246"/>
                          <a:pt x="66928" y="215917"/>
                          <a:pt x="120839" y="204106"/>
                        </a:cubicBezTo>
                        <a:lnTo>
                          <a:pt x="120839" y="204201"/>
                        </a:lnTo>
                        <a:cubicBezTo>
                          <a:pt x="185419" y="190580"/>
                          <a:pt x="255523" y="210487"/>
                          <a:pt x="302958" y="262970"/>
                        </a:cubicBezTo>
                        <a:cubicBezTo>
                          <a:pt x="350392" y="315548"/>
                          <a:pt x="363155" y="387272"/>
                          <a:pt x="342772" y="450137"/>
                        </a:cubicBezTo>
                        <a:lnTo>
                          <a:pt x="342867" y="450137"/>
                        </a:lnTo>
                        <a:cubicBezTo>
                          <a:pt x="325913" y="502619"/>
                          <a:pt x="354678" y="559103"/>
                          <a:pt x="407161" y="576057"/>
                        </a:cubicBezTo>
                        <a:cubicBezTo>
                          <a:pt x="459739" y="592916"/>
                          <a:pt x="516127" y="564246"/>
                          <a:pt x="533082" y="511573"/>
                        </a:cubicBezTo>
                        <a:cubicBezTo>
                          <a:pt x="574610" y="383081"/>
                          <a:pt x="548607" y="236491"/>
                          <a:pt x="451452" y="12895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2" name="任意多边形 542">
                    <a:extLst>
                      <a:ext uri="{FF2B5EF4-FFF2-40B4-BE49-F238E27FC236}">
                        <a16:creationId xmlns:a16="http://schemas.microsoft.com/office/drawing/2014/main" id="{9A7AA684-C16D-0062-B912-DC566C41FAAD}"/>
                      </a:ext>
                    </a:extLst>
                  </p:cNvPr>
                  <p:cNvSpPr/>
                  <p:nvPr/>
                </p:nvSpPr>
                <p:spPr>
                  <a:xfrm>
                    <a:off x="2732248" y="3521291"/>
                    <a:ext cx="961899" cy="839749"/>
                  </a:xfrm>
                  <a:custGeom>
                    <a:avLst/>
                    <a:gdLst>
                      <a:gd name="connsiteX0" fmla="*/ 654460 w 961899"/>
                      <a:gd name="connsiteY0" fmla="*/ 16484 h 839749"/>
                      <a:gd name="connsiteX1" fmla="*/ 41526 w 961899"/>
                      <a:gd name="connsiteY1" fmla="*/ 283946 h 839749"/>
                      <a:gd name="connsiteX2" fmla="*/ 279461 w 961899"/>
                      <a:gd name="connsiteY2" fmla="*/ 815060 h 839749"/>
                      <a:gd name="connsiteX3" fmla="*/ 926875 w 961899"/>
                      <a:gd name="connsiteY3" fmla="*/ 540264 h 839749"/>
                      <a:gd name="connsiteX4" fmla="*/ 654460 w 961899"/>
                      <a:gd name="connsiteY4" fmla="*/ 16484 h 839749"/>
                      <a:gd name="connsiteX5" fmla="*/ 472056 w 961899"/>
                      <a:gd name="connsiteY5" fmla="*/ 564934 h 839749"/>
                      <a:gd name="connsiteX6" fmla="*/ 241075 w 961899"/>
                      <a:gd name="connsiteY6" fmla="*/ 640658 h 839749"/>
                      <a:gd name="connsiteX7" fmla="*/ 189640 w 961899"/>
                      <a:gd name="connsiteY7" fmla="*/ 439871 h 839749"/>
                      <a:gd name="connsiteX8" fmla="*/ 415954 w 961899"/>
                      <a:gd name="connsiteY8" fmla="*/ 363671 h 839749"/>
                      <a:gd name="connsiteX9" fmla="*/ 472056 w 961899"/>
                      <a:gd name="connsiteY9" fmla="*/ 564934 h 839749"/>
                      <a:gd name="connsiteX10" fmla="*/ 632076 w 961899"/>
                      <a:gd name="connsiteY10" fmla="*/ 359575 h 839749"/>
                      <a:gd name="connsiteX11" fmla="*/ 545303 w 961899"/>
                      <a:gd name="connsiteY11" fmla="*/ 391484 h 839749"/>
                      <a:gd name="connsiteX12" fmla="*/ 523015 w 961899"/>
                      <a:gd name="connsiteY12" fmla="*/ 316046 h 839749"/>
                      <a:gd name="connsiteX13" fmla="*/ 607692 w 961899"/>
                      <a:gd name="connsiteY13" fmla="*/ 284232 h 839749"/>
                      <a:gd name="connsiteX14" fmla="*/ 632076 w 961899"/>
                      <a:gd name="connsiteY14" fmla="*/ 359575 h 8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1899" h="839749">
                        <a:moveTo>
                          <a:pt x="654460" y="16484"/>
                        </a:moveTo>
                        <a:cubicBezTo>
                          <a:pt x="415478" y="-45714"/>
                          <a:pt x="145349" y="73444"/>
                          <a:pt x="41526" y="283946"/>
                        </a:cubicBezTo>
                        <a:cubicBezTo>
                          <a:pt x="-64201" y="498735"/>
                          <a:pt x="38002" y="737146"/>
                          <a:pt x="279461" y="815060"/>
                        </a:cubicBezTo>
                        <a:cubicBezTo>
                          <a:pt x="529587" y="895737"/>
                          <a:pt x="824386" y="772103"/>
                          <a:pt x="926875" y="540264"/>
                        </a:cubicBezTo>
                        <a:cubicBezTo>
                          <a:pt x="1028030" y="313664"/>
                          <a:pt x="901824" y="80397"/>
                          <a:pt x="654460" y="16484"/>
                        </a:cubicBezTo>
                        <a:close/>
                        <a:moveTo>
                          <a:pt x="472056" y="564934"/>
                        </a:moveTo>
                        <a:cubicBezTo>
                          <a:pt x="423479" y="642467"/>
                          <a:pt x="319466" y="676376"/>
                          <a:pt x="241075" y="640658"/>
                        </a:cubicBezTo>
                        <a:cubicBezTo>
                          <a:pt x="163827" y="605510"/>
                          <a:pt x="141062" y="515499"/>
                          <a:pt x="189640" y="439871"/>
                        </a:cubicBezTo>
                        <a:cubicBezTo>
                          <a:pt x="237646" y="364623"/>
                          <a:pt x="338135" y="331095"/>
                          <a:pt x="415954" y="363671"/>
                        </a:cubicBezTo>
                        <a:cubicBezTo>
                          <a:pt x="494630" y="397199"/>
                          <a:pt x="519681" y="486638"/>
                          <a:pt x="472056" y="564934"/>
                        </a:cubicBezTo>
                        <a:close/>
                        <a:moveTo>
                          <a:pt x="632076" y="359575"/>
                        </a:moveTo>
                        <a:cubicBezTo>
                          <a:pt x="614550" y="389579"/>
                          <a:pt x="575688" y="404057"/>
                          <a:pt x="545303" y="391484"/>
                        </a:cubicBezTo>
                        <a:cubicBezTo>
                          <a:pt x="515395" y="379196"/>
                          <a:pt x="506060" y="345573"/>
                          <a:pt x="523015" y="316046"/>
                        </a:cubicBezTo>
                        <a:cubicBezTo>
                          <a:pt x="540541" y="286709"/>
                          <a:pt x="577784" y="272326"/>
                          <a:pt x="607692" y="284232"/>
                        </a:cubicBezTo>
                        <a:cubicBezTo>
                          <a:pt x="637886" y="295281"/>
                          <a:pt x="648840" y="329285"/>
                          <a:pt x="632076" y="359575"/>
                        </a:cubicBezTo>
                        <a:close/>
                      </a:path>
                    </a:pathLst>
                  </a:custGeom>
                  <a:solidFill>
                    <a:srgbClr val="040000"/>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grpSp>
        <p:nvGrpSpPr>
          <p:cNvPr id="2" name="组合 1">
            <a:extLst>
              <a:ext uri="{FF2B5EF4-FFF2-40B4-BE49-F238E27FC236}">
                <a16:creationId xmlns:a16="http://schemas.microsoft.com/office/drawing/2014/main" id="{230BF9C2-4094-4E53-8F06-44C3D6154D74}"/>
              </a:ext>
            </a:extLst>
          </p:cNvPr>
          <p:cNvGrpSpPr/>
          <p:nvPr/>
        </p:nvGrpSpPr>
        <p:grpSpPr>
          <a:xfrm>
            <a:off x="6423649" y="3254342"/>
            <a:ext cx="1368000" cy="1368000"/>
            <a:chOff x="6425148" y="3254342"/>
            <a:chExt cx="1368000" cy="1368000"/>
          </a:xfrm>
        </p:grpSpPr>
        <p:sp>
          <p:nvSpPr>
            <p:cNvPr id="44" name="矩形: 圆角 43">
              <a:extLst>
                <a:ext uri="{FF2B5EF4-FFF2-40B4-BE49-F238E27FC236}">
                  <a16:creationId xmlns:a16="http://schemas.microsoft.com/office/drawing/2014/main" id="{FD6CE19C-3D96-2D88-E2BE-6DB3A16FEFEA}"/>
                </a:ext>
              </a:extLst>
            </p:cNvPr>
            <p:cNvSpPr/>
            <p:nvPr/>
          </p:nvSpPr>
          <p:spPr>
            <a:xfrm>
              <a:off x="6425148" y="3254342"/>
              <a:ext cx="1368000"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a:hlinkClick r:id="rId9"/>
              <a:extLst>
                <a:ext uri="{FF2B5EF4-FFF2-40B4-BE49-F238E27FC236}">
                  <a16:creationId xmlns:a16="http://schemas.microsoft.com/office/drawing/2014/main" id="{A79B0CD7-506F-45B2-4B0F-72D4A514DD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82386" y="3313512"/>
              <a:ext cx="1259513" cy="1259515"/>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a:extLst>
                <a:ext uri="{FF2B5EF4-FFF2-40B4-BE49-F238E27FC236}">
                  <a16:creationId xmlns:a16="http://schemas.microsoft.com/office/drawing/2014/main" id="{45275ADB-1441-0456-C0B0-F0DEFAE0548B}"/>
                </a:ext>
              </a:extLst>
            </p:cNvPr>
            <p:cNvGrpSpPr/>
            <p:nvPr/>
          </p:nvGrpSpPr>
          <p:grpSpPr>
            <a:xfrm>
              <a:off x="6978354" y="3809481"/>
              <a:ext cx="267577" cy="267577"/>
              <a:chOff x="7829470" y="3878223"/>
              <a:chExt cx="257036" cy="257015"/>
            </a:xfrm>
          </p:grpSpPr>
          <p:sp>
            <p:nvSpPr>
              <p:cNvPr id="21" name="任意多边形: 形状 20">
                <a:extLst>
                  <a:ext uri="{FF2B5EF4-FFF2-40B4-BE49-F238E27FC236}">
                    <a16:creationId xmlns:a16="http://schemas.microsoft.com/office/drawing/2014/main" id="{9CFFB2E8-8D6B-1C3D-612C-AD8F6DCB2A21}"/>
                  </a:ext>
                </a:extLst>
              </p:cNvPr>
              <p:cNvSpPr/>
              <p:nvPr/>
            </p:nvSpPr>
            <p:spPr>
              <a:xfrm>
                <a:off x="7829470" y="3878223"/>
                <a:ext cx="257036" cy="257015"/>
              </a:xfrm>
              <a:custGeom>
                <a:avLst/>
                <a:gdLst>
                  <a:gd name="connsiteX0" fmla="*/ 51374 w 257036"/>
                  <a:gd name="connsiteY0" fmla="*/ 75 h 257015"/>
                  <a:gd name="connsiteX1" fmla="*/ 205566 w 257036"/>
                  <a:gd name="connsiteY1" fmla="*/ 75 h 257015"/>
                  <a:gd name="connsiteX2" fmla="*/ 256988 w 257036"/>
                  <a:gd name="connsiteY2" fmla="*/ 51476 h 257015"/>
                  <a:gd name="connsiteX3" fmla="*/ 256988 w 257036"/>
                  <a:gd name="connsiteY3" fmla="*/ 205688 h 257015"/>
                  <a:gd name="connsiteX4" fmla="*/ 205566 w 257036"/>
                  <a:gd name="connsiteY4" fmla="*/ 257090 h 257015"/>
                  <a:gd name="connsiteX5" fmla="*/ 51374 w 257036"/>
                  <a:gd name="connsiteY5" fmla="*/ 257090 h 257015"/>
                  <a:gd name="connsiteX6" fmla="*/ -48 w 257036"/>
                  <a:gd name="connsiteY6" fmla="*/ 205688 h 257015"/>
                  <a:gd name="connsiteX7" fmla="*/ -48 w 257036"/>
                  <a:gd name="connsiteY7" fmla="*/ 51476 h 257015"/>
                  <a:gd name="connsiteX8" fmla="*/ 51374 w 257036"/>
                  <a:gd name="connsiteY8" fmla="*/ 75 h 2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36" h="257015">
                    <a:moveTo>
                      <a:pt x="51374" y="75"/>
                    </a:moveTo>
                    <a:lnTo>
                      <a:pt x="205566" y="75"/>
                    </a:lnTo>
                    <a:cubicBezTo>
                      <a:pt x="239847" y="75"/>
                      <a:pt x="256988" y="17209"/>
                      <a:pt x="256988" y="51476"/>
                    </a:cubicBezTo>
                    <a:lnTo>
                      <a:pt x="256988" y="205688"/>
                    </a:lnTo>
                    <a:cubicBezTo>
                      <a:pt x="256988" y="239956"/>
                      <a:pt x="239847" y="257090"/>
                      <a:pt x="205566" y="257090"/>
                    </a:cubicBezTo>
                    <a:lnTo>
                      <a:pt x="51374" y="257090"/>
                    </a:lnTo>
                    <a:cubicBezTo>
                      <a:pt x="17093" y="257090"/>
                      <a:pt x="-48" y="239956"/>
                      <a:pt x="-48" y="205688"/>
                    </a:cubicBezTo>
                    <a:lnTo>
                      <a:pt x="-48" y="51476"/>
                    </a:lnTo>
                    <a:cubicBezTo>
                      <a:pt x="-48" y="17206"/>
                      <a:pt x="17093" y="72"/>
                      <a:pt x="51374" y="75"/>
                    </a:cubicBezTo>
                    <a:close/>
                  </a:path>
                </a:pathLst>
              </a:custGeom>
              <a:solidFill>
                <a:srgbClr val="FFFFFF"/>
              </a:solidFill>
              <a:ln w="12700" cap="flat">
                <a:solidFill>
                  <a:schemeClr val="bg1"/>
                </a:solid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6A4F007D-B4D0-2DFA-D984-3A7E5E5E6758}"/>
                  </a:ext>
                </a:extLst>
              </p:cNvPr>
              <p:cNvSpPr/>
              <p:nvPr/>
            </p:nvSpPr>
            <p:spPr>
              <a:xfrm>
                <a:off x="7829470" y="3925346"/>
                <a:ext cx="257018" cy="169196"/>
              </a:xfrm>
              <a:custGeom>
                <a:avLst/>
                <a:gdLst>
                  <a:gd name="connsiteX0" fmla="*/ 256971 w 257018"/>
                  <a:gd name="connsiteY0" fmla="*/ 154287 h 169196"/>
                  <a:gd name="connsiteX1" fmla="*/ -48 w 257018"/>
                  <a:gd name="connsiteY1" fmla="*/ 169272 h 169196"/>
                  <a:gd name="connsiteX2" fmla="*/ -48 w 257018"/>
                  <a:gd name="connsiteY2" fmla="*/ 15060 h 169196"/>
                  <a:gd name="connsiteX3" fmla="*/ 256971 w 257018"/>
                  <a:gd name="connsiteY3" fmla="*/ 75 h 169196"/>
                </a:gdLst>
                <a:ahLst/>
                <a:cxnLst>
                  <a:cxn ang="0">
                    <a:pos x="connsiteX0" y="connsiteY0"/>
                  </a:cxn>
                  <a:cxn ang="0">
                    <a:pos x="connsiteX1" y="connsiteY1"/>
                  </a:cxn>
                  <a:cxn ang="0">
                    <a:pos x="connsiteX2" y="connsiteY2"/>
                  </a:cxn>
                  <a:cxn ang="0">
                    <a:pos x="connsiteX3" y="connsiteY3"/>
                  </a:cxn>
                </a:cxnLst>
                <a:rect l="l" t="t" r="r" b="b"/>
                <a:pathLst>
                  <a:path w="257018" h="169196">
                    <a:moveTo>
                      <a:pt x="256971" y="154287"/>
                    </a:moveTo>
                    <a:lnTo>
                      <a:pt x="-48" y="169272"/>
                    </a:lnTo>
                    <a:lnTo>
                      <a:pt x="-48" y="15060"/>
                    </a:lnTo>
                    <a:lnTo>
                      <a:pt x="256971" y="75"/>
                    </a:lnTo>
                    <a:close/>
                  </a:path>
                </a:pathLst>
              </a:custGeom>
              <a:solidFill>
                <a:srgbClr val="FF3434"/>
              </a:solidFill>
              <a:ln w="332"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6905C7DD-40CD-CFBE-BECC-D77EFB6CCE2A}"/>
                  </a:ext>
                </a:extLst>
              </p:cNvPr>
              <p:cNvSpPr/>
              <p:nvPr/>
            </p:nvSpPr>
            <p:spPr>
              <a:xfrm>
                <a:off x="7864168" y="3951696"/>
                <a:ext cx="196851" cy="111796"/>
              </a:xfrm>
              <a:custGeom>
                <a:avLst/>
                <a:gdLst>
                  <a:gd name="connsiteX0" fmla="*/ 15796 w 196851"/>
                  <a:gd name="connsiteY0" fmla="*/ 29627 h 111796"/>
                  <a:gd name="connsiteX1" fmla="*/ 1018 w 196851"/>
                  <a:gd name="connsiteY1" fmla="*/ 28343 h 111796"/>
                  <a:gd name="connsiteX2" fmla="*/ 348 w 196851"/>
                  <a:gd name="connsiteY2" fmla="*/ 27377 h 111796"/>
                  <a:gd name="connsiteX3" fmla="*/ 376 w 196851"/>
                  <a:gd name="connsiteY3" fmla="*/ 27263 h 111796"/>
                  <a:gd name="connsiteX4" fmla="*/ 376 w 196851"/>
                  <a:gd name="connsiteY4" fmla="*/ 12702 h 111796"/>
                  <a:gd name="connsiteX5" fmla="*/ 490 w 196851"/>
                  <a:gd name="connsiteY5" fmla="*/ 12485 h 111796"/>
                  <a:gd name="connsiteX6" fmla="*/ 594 w 196851"/>
                  <a:gd name="connsiteY6" fmla="*/ 12278 h 111796"/>
                  <a:gd name="connsiteX7" fmla="*/ 7013 w 196851"/>
                  <a:gd name="connsiteY7" fmla="*/ 12920 h 111796"/>
                  <a:gd name="connsiteX8" fmla="*/ 21532 w 196851"/>
                  <a:gd name="connsiteY8" fmla="*/ 14335 h 111796"/>
                  <a:gd name="connsiteX9" fmla="*/ 22654 w 196851"/>
                  <a:gd name="connsiteY9" fmla="*/ 14411 h 111796"/>
                  <a:gd name="connsiteX10" fmla="*/ 28521 w 196851"/>
                  <a:gd name="connsiteY10" fmla="*/ 14953 h 111796"/>
                  <a:gd name="connsiteX11" fmla="*/ 34405 w 196851"/>
                  <a:gd name="connsiteY11" fmla="*/ 15491 h 111796"/>
                  <a:gd name="connsiteX12" fmla="*/ 35485 w 196851"/>
                  <a:gd name="connsiteY12" fmla="*/ 16340 h 111796"/>
                  <a:gd name="connsiteX13" fmla="*/ 35485 w 196851"/>
                  <a:gd name="connsiteY13" fmla="*/ 30911 h 111796"/>
                  <a:gd name="connsiteX14" fmla="*/ 35268 w 196851"/>
                  <a:gd name="connsiteY14" fmla="*/ 31335 h 111796"/>
                  <a:gd name="connsiteX15" fmla="*/ 28200 w 196851"/>
                  <a:gd name="connsiteY15" fmla="*/ 30693 h 111796"/>
                  <a:gd name="connsiteX16" fmla="*/ 15776 w 196851"/>
                  <a:gd name="connsiteY16" fmla="*/ 29627 h 111796"/>
                  <a:gd name="connsiteX17" fmla="*/ 27158 w 196851"/>
                  <a:gd name="connsiteY17" fmla="*/ 41192 h 111796"/>
                  <a:gd name="connsiteX18" fmla="*/ 34226 w 196851"/>
                  <a:gd name="connsiteY18" fmla="*/ 41834 h 111796"/>
                  <a:gd name="connsiteX19" fmla="*/ 35292 w 196851"/>
                  <a:gd name="connsiteY19" fmla="*/ 42683 h 111796"/>
                  <a:gd name="connsiteX20" fmla="*/ 35292 w 196851"/>
                  <a:gd name="connsiteY20" fmla="*/ 57036 h 111796"/>
                  <a:gd name="connsiteX21" fmla="*/ 35188 w 196851"/>
                  <a:gd name="connsiteY21" fmla="*/ 57357 h 111796"/>
                  <a:gd name="connsiteX22" fmla="*/ 35071 w 196851"/>
                  <a:gd name="connsiteY22" fmla="*/ 57681 h 111796"/>
                  <a:gd name="connsiteX23" fmla="*/ -48 w 196851"/>
                  <a:gd name="connsiteY23" fmla="*/ 54468 h 111796"/>
                  <a:gd name="connsiteX24" fmla="*/ -48 w 196851"/>
                  <a:gd name="connsiteY24" fmla="*/ 38828 h 111796"/>
                  <a:gd name="connsiteX25" fmla="*/ 3586 w 196851"/>
                  <a:gd name="connsiteY25" fmla="*/ 39045 h 111796"/>
                  <a:gd name="connsiteX26" fmla="*/ 15372 w 196851"/>
                  <a:gd name="connsiteY26" fmla="*/ 40115 h 111796"/>
                  <a:gd name="connsiteX27" fmla="*/ 27158 w 196851"/>
                  <a:gd name="connsiteY27" fmla="*/ 41192 h 111796"/>
                  <a:gd name="connsiteX28" fmla="*/ 111973 w 196851"/>
                  <a:gd name="connsiteY28" fmla="*/ 86171 h 111796"/>
                  <a:gd name="connsiteX29" fmla="*/ 113464 w 196851"/>
                  <a:gd name="connsiteY29" fmla="*/ 85091 h 111796"/>
                  <a:gd name="connsiteX30" fmla="*/ 119676 w 196851"/>
                  <a:gd name="connsiteY30" fmla="*/ 84821 h 111796"/>
                  <a:gd name="connsiteX31" fmla="*/ 130803 w 196851"/>
                  <a:gd name="connsiteY31" fmla="*/ 84449 h 111796"/>
                  <a:gd name="connsiteX32" fmla="*/ 131448 w 196851"/>
                  <a:gd name="connsiteY32" fmla="*/ 84449 h 111796"/>
                  <a:gd name="connsiteX33" fmla="*/ 131024 w 196851"/>
                  <a:gd name="connsiteY33" fmla="*/ 85349 h 111796"/>
                  <a:gd name="connsiteX34" fmla="*/ 130803 w 196851"/>
                  <a:gd name="connsiteY34" fmla="*/ 85733 h 111796"/>
                  <a:gd name="connsiteX35" fmla="*/ 123852 w 196851"/>
                  <a:gd name="connsiteY35" fmla="*/ 97297 h 111796"/>
                  <a:gd name="connsiteX36" fmla="*/ 116888 w 196851"/>
                  <a:gd name="connsiteY36" fmla="*/ 108866 h 111796"/>
                  <a:gd name="connsiteX37" fmla="*/ 114959 w 196851"/>
                  <a:gd name="connsiteY37" fmla="*/ 109946 h 111796"/>
                  <a:gd name="connsiteX38" fmla="*/ 106710 w 196851"/>
                  <a:gd name="connsiteY38" fmla="*/ 110370 h 111796"/>
                  <a:gd name="connsiteX39" fmla="*/ 98472 w 196851"/>
                  <a:gd name="connsiteY39" fmla="*/ 110792 h 111796"/>
                  <a:gd name="connsiteX40" fmla="*/ 97192 w 196851"/>
                  <a:gd name="connsiteY40" fmla="*/ 110792 h 111796"/>
                  <a:gd name="connsiteX41" fmla="*/ 97620 w 196851"/>
                  <a:gd name="connsiteY41" fmla="*/ 109894 h 111796"/>
                  <a:gd name="connsiteX42" fmla="*/ 111973 w 196851"/>
                  <a:gd name="connsiteY42" fmla="*/ 86171 h 111796"/>
                  <a:gd name="connsiteX43" fmla="*/ 74062 w 196851"/>
                  <a:gd name="connsiteY43" fmla="*/ 87237 h 111796"/>
                  <a:gd name="connsiteX44" fmla="*/ 75553 w 196851"/>
                  <a:gd name="connsiteY44" fmla="*/ 88097 h 111796"/>
                  <a:gd name="connsiteX45" fmla="*/ 89907 w 196851"/>
                  <a:gd name="connsiteY45" fmla="*/ 109946 h 111796"/>
                  <a:gd name="connsiteX46" fmla="*/ 90166 w 196851"/>
                  <a:gd name="connsiteY46" fmla="*/ 110395 h 111796"/>
                  <a:gd name="connsiteX47" fmla="*/ 90331 w 196851"/>
                  <a:gd name="connsiteY47" fmla="*/ 110792 h 111796"/>
                  <a:gd name="connsiteX48" fmla="*/ 89689 w 196851"/>
                  <a:gd name="connsiteY48" fmla="*/ 110909 h 111796"/>
                  <a:gd name="connsiteX49" fmla="*/ 89047 w 196851"/>
                  <a:gd name="connsiteY49" fmla="*/ 111012 h 111796"/>
                  <a:gd name="connsiteX50" fmla="*/ 72340 w 196851"/>
                  <a:gd name="connsiteY50" fmla="*/ 111872 h 111796"/>
                  <a:gd name="connsiteX51" fmla="*/ 70849 w 196851"/>
                  <a:gd name="connsiteY51" fmla="*/ 111230 h 111796"/>
                  <a:gd name="connsiteX52" fmla="*/ 66635 w 196851"/>
                  <a:gd name="connsiteY52" fmla="*/ 104855 h 111796"/>
                  <a:gd name="connsiteX53" fmla="*/ 56282 w 196851"/>
                  <a:gd name="connsiteY53" fmla="*/ 88946 h 111796"/>
                  <a:gd name="connsiteX54" fmla="*/ 56023 w 196851"/>
                  <a:gd name="connsiteY54" fmla="*/ 88511 h 111796"/>
                  <a:gd name="connsiteX55" fmla="*/ 55857 w 196851"/>
                  <a:gd name="connsiteY55" fmla="*/ 88097 h 111796"/>
                  <a:gd name="connsiteX56" fmla="*/ 62070 w 196851"/>
                  <a:gd name="connsiteY56" fmla="*/ 87662 h 111796"/>
                  <a:gd name="connsiteX57" fmla="*/ 73483 w 196851"/>
                  <a:gd name="connsiteY57" fmla="*/ 87275 h 111796"/>
                  <a:gd name="connsiteX58" fmla="*/ 180724 w 196851"/>
                  <a:gd name="connsiteY58" fmla="*/ 81674 h 111796"/>
                  <a:gd name="connsiteX59" fmla="*/ 181791 w 196851"/>
                  <a:gd name="connsiteY59" fmla="*/ 82316 h 111796"/>
                  <a:gd name="connsiteX60" fmla="*/ 196351 w 196851"/>
                  <a:gd name="connsiteY60" fmla="*/ 104804 h 111796"/>
                  <a:gd name="connsiteX61" fmla="*/ 196568 w 196851"/>
                  <a:gd name="connsiteY61" fmla="*/ 105446 h 111796"/>
                  <a:gd name="connsiteX62" fmla="*/ 188217 w 196851"/>
                  <a:gd name="connsiteY62" fmla="*/ 105870 h 111796"/>
                  <a:gd name="connsiteX63" fmla="*/ 178578 w 196851"/>
                  <a:gd name="connsiteY63" fmla="*/ 106295 h 111796"/>
                  <a:gd name="connsiteX64" fmla="*/ 177076 w 196851"/>
                  <a:gd name="connsiteY64" fmla="*/ 105653 h 111796"/>
                  <a:gd name="connsiteX65" fmla="*/ 169801 w 196851"/>
                  <a:gd name="connsiteY65" fmla="*/ 94409 h 111796"/>
                  <a:gd name="connsiteX66" fmla="*/ 162516 w 196851"/>
                  <a:gd name="connsiteY66" fmla="*/ 83165 h 111796"/>
                  <a:gd name="connsiteX67" fmla="*/ 162516 w 196851"/>
                  <a:gd name="connsiteY67" fmla="*/ 83010 h 111796"/>
                  <a:gd name="connsiteX68" fmla="*/ 162298 w 196851"/>
                  <a:gd name="connsiteY68" fmla="*/ 82520 h 111796"/>
                  <a:gd name="connsiteX69" fmla="*/ 164814 w 196851"/>
                  <a:gd name="connsiteY69" fmla="*/ 82419 h 111796"/>
                  <a:gd name="connsiteX70" fmla="*/ 167013 w 196851"/>
                  <a:gd name="connsiteY70" fmla="*/ 82316 h 111796"/>
                  <a:gd name="connsiteX71" fmla="*/ 97206 w 196851"/>
                  <a:gd name="connsiteY71" fmla="*/ 60470 h 111796"/>
                  <a:gd name="connsiteX72" fmla="*/ 97206 w 196851"/>
                  <a:gd name="connsiteY72" fmla="*/ 57257 h 111796"/>
                  <a:gd name="connsiteX73" fmla="*/ 96567 w 196851"/>
                  <a:gd name="connsiteY73" fmla="*/ 47400 h 111796"/>
                  <a:gd name="connsiteX74" fmla="*/ 98055 w 196851"/>
                  <a:gd name="connsiteY74" fmla="*/ 45692 h 111796"/>
                  <a:gd name="connsiteX75" fmla="*/ 123117 w 196851"/>
                  <a:gd name="connsiteY75" fmla="*/ 39266 h 111796"/>
                  <a:gd name="connsiteX76" fmla="*/ 123669 w 196851"/>
                  <a:gd name="connsiteY76" fmla="*/ 39073 h 111796"/>
                  <a:gd name="connsiteX77" fmla="*/ 124180 w 196851"/>
                  <a:gd name="connsiteY77" fmla="*/ 38828 h 111796"/>
                  <a:gd name="connsiteX78" fmla="*/ 111549 w 196851"/>
                  <a:gd name="connsiteY78" fmla="*/ 31553 h 111796"/>
                  <a:gd name="connsiteX79" fmla="*/ 103363 w 196851"/>
                  <a:gd name="connsiteY79" fmla="*/ 26031 h 111796"/>
                  <a:gd name="connsiteX80" fmla="*/ 99342 w 196851"/>
                  <a:gd name="connsiteY80" fmla="*/ 23204 h 111796"/>
                  <a:gd name="connsiteX81" fmla="*/ 99984 w 196851"/>
                  <a:gd name="connsiteY81" fmla="*/ 22124 h 111796"/>
                  <a:gd name="connsiteX82" fmla="*/ 106731 w 196851"/>
                  <a:gd name="connsiteY82" fmla="*/ 11639 h 111796"/>
                  <a:gd name="connsiteX83" fmla="*/ 113478 w 196851"/>
                  <a:gd name="connsiteY83" fmla="*/ 1141 h 111796"/>
                  <a:gd name="connsiteX84" fmla="*/ 115842 w 196851"/>
                  <a:gd name="connsiteY84" fmla="*/ 278 h 111796"/>
                  <a:gd name="connsiteX85" fmla="*/ 122151 w 196851"/>
                  <a:gd name="connsiteY85" fmla="*/ 2849 h 111796"/>
                  <a:gd name="connsiteX86" fmla="*/ 128473 w 196851"/>
                  <a:gd name="connsiteY86" fmla="*/ 5420 h 111796"/>
                  <a:gd name="connsiteX87" fmla="*/ 130403 w 196851"/>
                  <a:gd name="connsiteY87" fmla="*/ 5855 h 111796"/>
                  <a:gd name="connsiteX88" fmla="*/ 145719 w 196851"/>
                  <a:gd name="connsiteY88" fmla="*/ 4996 h 111796"/>
                  <a:gd name="connsiteX89" fmla="*/ 161025 w 196851"/>
                  <a:gd name="connsiteY89" fmla="*/ 4133 h 111796"/>
                  <a:gd name="connsiteX90" fmla="*/ 169932 w 196851"/>
                  <a:gd name="connsiteY90" fmla="*/ 3698 h 111796"/>
                  <a:gd name="connsiteX91" fmla="*/ 178157 w 196851"/>
                  <a:gd name="connsiteY91" fmla="*/ 3284 h 111796"/>
                  <a:gd name="connsiteX92" fmla="*/ 189514 w 196851"/>
                  <a:gd name="connsiteY92" fmla="*/ 2642 h 111796"/>
                  <a:gd name="connsiteX93" fmla="*/ 191019 w 196851"/>
                  <a:gd name="connsiteY93" fmla="*/ 3930 h 111796"/>
                  <a:gd name="connsiteX94" fmla="*/ 191019 w 196851"/>
                  <a:gd name="connsiteY94" fmla="*/ 17617 h 111796"/>
                  <a:gd name="connsiteX95" fmla="*/ 190160 w 196851"/>
                  <a:gd name="connsiteY95" fmla="*/ 19763 h 111796"/>
                  <a:gd name="connsiteX96" fmla="*/ 169598 w 196851"/>
                  <a:gd name="connsiteY96" fmla="*/ 35183 h 111796"/>
                  <a:gd name="connsiteX97" fmla="*/ 168093 w 196851"/>
                  <a:gd name="connsiteY97" fmla="*/ 36046 h 111796"/>
                  <a:gd name="connsiteX98" fmla="*/ 173004 w 196851"/>
                  <a:gd name="connsiteY98" fmla="*/ 36919 h 111796"/>
                  <a:gd name="connsiteX99" fmla="*/ 176241 w 196851"/>
                  <a:gd name="connsiteY99" fmla="*/ 37537 h 111796"/>
                  <a:gd name="connsiteX100" fmla="*/ 178270 w 196851"/>
                  <a:gd name="connsiteY100" fmla="*/ 37806 h 111796"/>
                  <a:gd name="connsiteX101" fmla="*/ 195723 w 196851"/>
                  <a:gd name="connsiteY101" fmla="*/ 40326 h 111796"/>
                  <a:gd name="connsiteX102" fmla="*/ 196803 w 196851"/>
                  <a:gd name="connsiteY102" fmla="*/ 41185 h 111796"/>
                  <a:gd name="connsiteX103" fmla="*/ 196803 w 196851"/>
                  <a:gd name="connsiteY103" fmla="*/ 55103 h 111796"/>
                  <a:gd name="connsiteX104" fmla="*/ 196582 w 196851"/>
                  <a:gd name="connsiteY104" fmla="*/ 55321 h 111796"/>
                  <a:gd name="connsiteX105" fmla="*/ 193590 w 196851"/>
                  <a:gd name="connsiteY105" fmla="*/ 55103 h 111796"/>
                  <a:gd name="connsiteX106" fmla="*/ 158250 w 196851"/>
                  <a:gd name="connsiteY106" fmla="*/ 49102 h 111796"/>
                  <a:gd name="connsiteX107" fmla="*/ 152891 w 196851"/>
                  <a:gd name="connsiteY107" fmla="*/ 47721 h 111796"/>
                  <a:gd name="connsiteX108" fmla="*/ 147531 w 196851"/>
                  <a:gd name="connsiteY108" fmla="*/ 46341 h 111796"/>
                  <a:gd name="connsiteX109" fmla="*/ 145605 w 196851"/>
                  <a:gd name="connsiteY109" fmla="*/ 46548 h 111796"/>
                  <a:gd name="connsiteX110" fmla="*/ 98493 w 196851"/>
                  <a:gd name="connsiteY110" fmla="*/ 60260 h 111796"/>
                  <a:gd name="connsiteX111" fmla="*/ 97206 w 196851"/>
                  <a:gd name="connsiteY111" fmla="*/ 60480 h 111796"/>
                  <a:gd name="connsiteX112" fmla="*/ 123500 w 196851"/>
                  <a:gd name="connsiteY112" fmla="*/ 20412 h 111796"/>
                  <a:gd name="connsiteX113" fmla="*/ 123756 w 196851"/>
                  <a:gd name="connsiteY113" fmla="*/ 20619 h 111796"/>
                  <a:gd name="connsiteX114" fmla="*/ 146668 w 196851"/>
                  <a:gd name="connsiteY114" fmla="*/ 30462 h 111796"/>
                  <a:gd name="connsiteX115" fmla="*/ 148159 w 196851"/>
                  <a:gd name="connsiteY115" fmla="*/ 30255 h 111796"/>
                  <a:gd name="connsiteX116" fmla="*/ 151707 w 196851"/>
                  <a:gd name="connsiteY116" fmla="*/ 28495 h 111796"/>
                  <a:gd name="connsiteX117" fmla="*/ 162516 w 196851"/>
                  <a:gd name="connsiteY117" fmla="*/ 22973 h 111796"/>
                  <a:gd name="connsiteX118" fmla="*/ 170226 w 196851"/>
                  <a:gd name="connsiteY118" fmla="*/ 18259 h 111796"/>
                  <a:gd name="connsiteX119" fmla="*/ 170032 w 196851"/>
                  <a:gd name="connsiteY119" fmla="*/ 18024 h 111796"/>
                  <a:gd name="connsiteX120" fmla="*/ 170005 w 196851"/>
                  <a:gd name="connsiteY120" fmla="*/ 17834 h 111796"/>
                  <a:gd name="connsiteX121" fmla="*/ 125633 w 196851"/>
                  <a:gd name="connsiteY121" fmla="*/ 20057 h 111796"/>
                  <a:gd name="connsiteX122" fmla="*/ 123321 w 196851"/>
                  <a:gd name="connsiteY122" fmla="*/ 20185 h 111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96851" h="111796">
                    <a:moveTo>
                      <a:pt x="15796" y="29627"/>
                    </a:moveTo>
                    <a:lnTo>
                      <a:pt x="1018" y="28343"/>
                    </a:lnTo>
                    <a:cubicBezTo>
                      <a:pt x="566" y="28262"/>
                      <a:pt x="266" y="27829"/>
                      <a:pt x="348" y="27377"/>
                    </a:cubicBezTo>
                    <a:cubicBezTo>
                      <a:pt x="354" y="27338"/>
                      <a:pt x="364" y="27300"/>
                      <a:pt x="376" y="27263"/>
                    </a:cubicBezTo>
                    <a:lnTo>
                      <a:pt x="376" y="12702"/>
                    </a:lnTo>
                    <a:cubicBezTo>
                      <a:pt x="382" y="12617"/>
                      <a:pt x="423" y="12538"/>
                      <a:pt x="490" y="12485"/>
                    </a:cubicBezTo>
                    <a:cubicBezTo>
                      <a:pt x="554" y="12435"/>
                      <a:pt x="593" y="12359"/>
                      <a:pt x="594" y="12278"/>
                    </a:cubicBezTo>
                    <a:lnTo>
                      <a:pt x="7013" y="12920"/>
                    </a:lnTo>
                    <a:cubicBezTo>
                      <a:pt x="11793" y="13510"/>
                      <a:pt x="16742" y="13921"/>
                      <a:pt x="21532" y="14335"/>
                    </a:cubicBezTo>
                    <a:lnTo>
                      <a:pt x="22654" y="14411"/>
                    </a:lnTo>
                    <a:cubicBezTo>
                      <a:pt x="24580" y="14632"/>
                      <a:pt x="26561" y="14797"/>
                      <a:pt x="28521" y="14953"/>
                    </a:cubicBezTo>
                    <a:cubicBezTo>
                      <a:pt x="30481" y="15108"/>
                      <a:pt x="32479" y="15270"/>
                      <a:pt x="34405" y="15491"/>
                    </a:cubicBezTo>
                    <a:cubicBezTo>
                      <a:pt x="35047" y="15491"/>
                      <a:pt x="35485" y="15491"/>
                      <a:pt x="35485" y="16340"/>
                    </a:cubicBezTo>
                    <a:lnTo>
                      <a:pt x="35485" y="30911"/>
                    </a:lnTo>
                    <a:cubicBezTo>
                      <a:pt x="35367" y="31023"/>
                      <a:pt x="35290" y="31173"/>
                      <a:pt x="35268" y="31335"/>
                    </a:cubicBezTo>
                    <a:lnTo>
                      <a:pt x="28200" y="30693"/>
                    </a:lnTo>
                    <a:cubicBezTo>
                      <a:pt x="24124" y="30476"/>
                      <a:pt x="19845" y="30051"/>
                      <a:pt x="15776" y="29627"/>
                    </a:cubicBezTo>
                    <a:close/>
                    <a:moveTo>
                      <a:pt x="27158" y="41192"/>
                    </a:moveTo>
                    <a:lnTo>
                      <a:pt x="34226" y="41834"/>
                    </a:lnTo>
                    <a:cubicBezTo>
                      <a:pt x="34867" y="41834"/>
                      <a:pt x="35509" y="42041"/>
                      <a:pt x="35292" y="42683"/>
                    </a:cubicBezTo>
                    <a:lnTo>
                      <a:pt x="35292" y="57036"/>
                    </a:lnTo>
                    <a:cubicBezTo>
                      <a:pt x="35282" y="57150"/>
                      <a:pt x="35247" y="57259"/>
                      <a:pt x="35188" y="57357"/>
                    </a:cubicBezTo>
                    <a:cubicBezTo>
                      <a:pt x="35128" y="57456"/>
                      <a:pt x="35088" y="57567"/>
                      <a:pt x="35071" y="57681"/>
                    </a:cubicBezTo>
                    <a:cubicBezTo>
                      <a:pt x="23365" y="56619"/>
                      <a:pt x="11658" y="55548"/>
                      <a:pt x="-48" y="54468"/>
                    </a:cubicBezTo>
                    <a:lnTo>
                      <a:pt x="-48" y="38828"/>
                    </a:lnTo>
                    <a:cubicBezTo>
                      <a:pt x="1168" y="38792"/>
                      <a:pt x="2384" y="38865"/>
                      <a:pt x="3586" y="39045"/>
                    </a:cubicBezTo>
                    <a:cubicBezTo>
                      <a:pt x="7558" y="39370"/>
                      <a:pt x="11465" y="39735"/>
                      <a:pt x="15372" y="40115"/>
                    </a:cubicBezTo>
                    <a:cubicBezTo>
                      <a:pt x="19279" y="40495"/>
                      <a:pt x="23185" y="40871"/>
                      <a:pt x="27158" y="41192"/>
                    </a:cubicBezTo>
                    <a:close/>
                    <a:moveTo>
                      <a:pt x="111973" y="86171"/>
                    </a:moveTo>
                    <a:cubicBezTo>
                      <a:pt x="112177" y="85733"/>
                      <a:pt x="113040" y="85091"/>
                      <a:pt x="113464" y="85091"/>
                    </a:cubicBezTo>
                    <a:cubicBezTo>
                      <a:pt x="115570" y="85029"/>
                      <a:pt x="117640" y="84925"/>
                      <a:pt x="119676" y="84821"/>
                    </a:cubicBezTo>
                    <a:cubicBezTo>
                      <a:pt x="123473" y="84628"/>
                      <a:pt x="127193" y="84449"/>
                      <a:pt x="130803" y="84449"/>
                    </a:cubicBezTo>
                    <a:lnTo>
                      <a:pt x="131448" y="84449"/>
                    </a:lnTo>
                    <a:cubicBezTo>
                      <a:pt x="131353" y="84769"/>
                      <a:pt x="131210" y="85072"/>
                      <a:pt x="131024" y="85349"/>
                    </a:cubicBezTo>
                    <a:lnTo>
                      <a:pt x="130803" y="85733"/>
                    </a:lnTo>
                    <a:cubicBezTo>
                      <a:pt x="128453" y="89588"/>
                      <a:pt x="126154" y="93446"/>
                      <a:pt x="123852" y="97297"/>
                    </a:cubicBezTo>
                    <a:cubicBezTo>
                      <a:pt x="121550" y="101149"/>
                      <a:pt x="119238" y="105011"/>
                      <a:pt x="116888" y="108866"/>
                    </a:cubicBezTo>
                    <a:cubicBezTo>
                      <a:pt x="116478" y="109538"/>
                      <a:pt x="115746" y="109948"/>
                      <a:pt x="114959" y="109946"/>
                    </a:cubicBezTo>
                    <a:cubicBezTo>
                      <a:pt x="112170" y="110049"/>
                      <a:pt x="109437" y="110201"/>
                      <a:pt x="106710" y="110370"/>
                    </a:cubicBezTo>
                    <a:cubicBezTo>
                      <a:pt x="103984" y="110540"/>
                      <a:pt x="101247" y="110691"/>
                      <a:pt x="98472" y="110792"/>
                    </a:cubicBezTo>
                    <a:lnTo>
                      <a:pt x="97192" y="110792"/>
                    </a:lnTo>
                    <a:cubicBezTo>
                      <a:pt x="97291" y="110473"/>
                      <a:pt x="97435" y="110171"/>
                      <a:pt x="97620" y="109894"/>
                    </a:cubicBezTo>
                    <a:cubicBezTo>
                      <a:pt x="102353" y="101957"/>
                      <a:pt x="107137" y="94049"/>
                      <a:pt x="111973" y="86171"/>
                    </a:cubicBezTo>
                    <a:close/>
                    <a:moveTo>
                      <a:pt x="74062" y="87237"/>
                    </a:moveTo>
                    <a:cubicBezTo>
                      <a:pt x="74487" y="87237"/>
                      <a:pt x="75129" y="87662"/>
                      <a:pt x="75553" y="88097"/>
                    </a:cubicBezTo>
                    <a:cubicBezTo>
                      <a:pt x="80271" y="95372"/>
                      <a:pt x="84985" y="102657"/>
                      <a:pt x="89907" y="109946"/>
                    </a:cubicBezTo>
                    <a:cubicBezTo>
                      <a:pt x="90026" y="110074"/>
                      <a:pt x="90114" y="110228"/>
                      <a:pt x="90166" y="110395"/>
                    </a:cubicBezTo>
                    <a:lnTo>
                      <a:pt x="90331" y="110792"/>
                    </a:lnTo>
                    <a:cubicBezTo>
                      <a:pt x="90113" y="110806"/>
                      <a:pt x="89898" y="110846"/>
                      <a:pt x="89689" y="110909"/>
                    </a:cubicBezTo>
                    <a:cubicBezTo>
                      <a:pt x="89480" y="110969"/>
                      <a:pt x="89265" y="111004"/>
                      <a:pt x="89047" y="111012"/>
                    </a:cubicBezTo>
                    <a:cubicBezTo>
                      <a:pt x="83481" y="111437"/>
                      <a:pt x="77917" y="111654"/>
                      <a:pt x="72340" y="111872"/>
                    </a:cubicBezTo>
                    <a:cubicBezTo>
                      <a:pt x="71916" y="111872"/>
                      <a:pt x="71056" y="111654"/>
                      <a:pt x="70849" y="111230"/>
                    </a:cubicBezTo>
                    <a:lnTo>
                      <a:pt x="66635" y="104855"/>
                    </a:lnTo>
                    <a:cubicBezTo>
                      <a:pt x="63126" y="99561"/>
                      <a:pt x="59657" y="94319"/>
                      <a:pt x="56282" y="88946"/>
                    </a:cubicBezTo>
                    <a:cubicBezTo>
                      <a:pt x="56165" y="88821"/>
                      <a:pt x="56077" y="88673"/>
                      <a:pt x="56023" y="88511"/>
                    </a:cubicBezTo>
                    <a:cubicBezTo>
                      <a:pt x="55980" y="88368"/>
                      <a:pt x="55925" y="88229"/>
                      <a:pt x="55857" y="88097"/>
                    </a:cubicBezTo>
                    <a:cubicBezTo>
                      <a:pt x="58001" y="87879"/>
                      <a:pt x="60137" y="87662"/>
                      <a:pt x="62070" y="87662"/>
                    </a:cubicBezTo>
                    <a:cubicBezTo>
                      <a:pt x="65952" y="87662"/>
                      <a:pt x="69628" y="87469"/>
                      <a:pt x="73483" y="87275"/>
                    </a:cubicBezTo>
                    <a:close/>
                    <a:moveTo>
                      <a:pt x="180724" y="81674"/>
                    </a:moveTo>
                    <a:cubicBezTo>
                      <a:pt x="181149" y="81674"/>
                      <a:pt x="181573" y="82095"/>
                      <a:pt x="181791" y="82316"/>
                    </a:cubicBezTo>
                    <a:cubicBezTo>
                      <a:pt x="186712" y="89808"/>
                      <a:pt x="191647" y="97297"/>
                      <a:pt x="196351" y="104804"/>
                    </a:cubicBezTo>
                    <a:cubicBezTo>
                      <a:pt x="196323" y="105039"/>
                      <a:pt x="196403" y="105276"/>
                      <a:pt x="196568" y="105446"/>
                    </a:cubicBezTo>
                    <a:cubicBezTo>
                      <a:pt x="193782" y="105480"/>
                      <a:pt x="190998" y="105622"/>
                      <a:pt x="188217" y="105870"/>
                    </a:cubicBezTo>
                    <a:cubicBezTo>
                      <a:pt x="185004" y="106091"/>
                      <a:pt x="181791" y="106295"/>
                      <a:pt x="178578" y="106295"/>
                    </a:cubicBezTo>
                    <a:cubicBezTo>
                      <a:pt x="178157" y="106295"/>
                      <a:pt x="177294" y="106091"/>
                      <a:pt x="177076" y="105653"/>
                    </a:cubicBezTo>
                    <a:cubicBezTo>
                      <a:pt x="174624" y="101912"/>
                      <a:pt x="172199" y="98164"/>
                      <a:pt x="169801" y="94409"/>
                    </a:cubicBezTo>
                    <a:cubicBezTo>
                      <a:pt x="167385" y="90668"/>
                      <a:pt x="164970" y="86916"/>
                      <a:pt x="162516" y="83165"/>
                    </a:cubicBezTo>
                    <a:lnTo>
                      <a:pt x="162516" y="83010"/>
                    </a:lnTo>
                    <a:cubicBezTo>
                      <a:pt x="162464" y="82838"/>
                      <a:pt x="162391" y="82673"/>
                      <a:pt x="162298" y="82520"/>
                    </a:cubicBezTo>
                    <a:cubicBezTo>
                      <a:pt x="163196" y="82520"/>
                      <a:pt x="164024" y="82471"/>
                      <a:pt x="164814" y="82419"/>
                    </a:cubicBezTo>
                    <a:cubicBezTo>
                      <a:pt x="165560" y="82354"/>
                      <a:pt x="166295" y="82316"/>
                      <a:pt x="167013" y="82316"/>
                    </a:cubicBezTo>
                    <a:close/>
                    <a:moveTo>
                      <a:pt x="97206" y="60470"/>
                    </a:moveTo>
                    <a:lnTo>
                      <a:pt x="97206" y="57257"/>
                    </a:lnTo>
                    <a:cubicBezTo>
                      <a:pt x="97206" y="53827"/>
                      <a:pt x="97206" y="50393"/>
                      <a:pt x="96567" y="47400"/>
                    </a:cubicBezTo>
                    <a:cubicBezTo>
                      <a:pt x="96567" y="46331"/>
                      <a:pt x="96988" y="45896"/>
                      <a:pt x="98055" y="45692"/>
                    </a:cubicBezTo>
                    <a:lnTo>
                      <a:pt x="123117" y="39266"/>
                    </a:lnTo>
                    <a:cubicBezTo>
                      <a:pt x="123294" y="39183"/>
                      <a:pt x="123479" y="39118"/>
                      <a:pt x="123669" y="39073"/>
                    </a:cubicBezTo>
                    <a:cubicBezTo>
                      <a:pt x="123857" y="39032"/>
                      <a:pt x="124031" y="38949"/>
                      <a:pt x="124180" y="38828"/>
                    </a:cubicBezTo>
                    <a:cubicBezTo>
                      <a:pt x="119904" y="36478"/>
                      <a:pt x="115621" y="34124"/>
                      <a:pt x="111549" y="31553"/>
                    </a:cubicBezTo>
                    <a:cubicBezTo>
                      <a:pt x="108747" y="29825"/>
                      <a:pt x="106018" y="27984"/>
                      <a:pt x="103363" y="26031"/>
                    </a:cubicBezTo>
                    <a:cubicBezTo>
                      <a:pt x="102038" y="25082"/>
                      <a:pt x="100702" y="24129"/>
                      <a:pt x="99342" y="23204"/>
                    </a:cubicBezTo>
                    <a:cubicBezTo>
                      <a:pt x="99512" y="22820"/>
                      <a:pt x="99727" y="22457"/>
                      <a:pt x="99984" y="22124"/>
                    </a:cubicBezTo>
                    <a:cubicBezTo>
                      <a:pt x="102231" y="18590"/>
                      <a:pt x="104471" y="15122"/>
                      <a:pt x="106731" y="11639"/>
                    </a:cubicBezTo>
                    <a:cubicBezTo>
                      <a:pt x="108992" y="8157"/>
                      <a:pt x="111218" y="4675"/>
                      <a:pt x="113478" y="1141"/>
                    </a:cubicBezTo>
                    <a:cubicBezTo>
                      <a:pt x="114120" y="71"/>
                      <a:pt x="114555" y="-146"/>
                      <a:pt x="115842" y="278"/>
                    </a:cubicBezTo>
                    <a:lnTo>
                      <a:pt x="122151" y="2849"/>
                    </a:lnTo>
                    <a:cubicBezTo>
                      <a:pt x="124246" y="3709"/>
                      <a:pt x="126327" y="4575"/>
                      <a:pt x="128473" y="5420"/>
                    </a:cubicBezTo>
                    <a:cubicBezTo>
                      <a:pt x="129089" y="5668"/>
                      <a:pt x="129740" y="5815"/>
                      <a:pt x="130403" y="5855"/>
                    </a:cubicBezTo>
                    <a:cubicBezTo>
                      <a:pt x="135541" y="5534"/>
                      <a:pt x="140632" y="5265"/>
                      <a:pt x="145719" y="4996"/>
                    </a:cubicBezTo>
                    <a:cubicBezTo>
                      <a:pt x="150806" y="4727"/>
                      <a:pt x="155886" y="4454"/>
                      <a:pt x="161025" y="4133"/>
                    </a:cubicBezTo>
                    <a:cubicBezTo>
                      <a:pt x="164007" y="4030"/>
                      <a:pt x="166975" y="3864"/>
                      <a:pt x="169932" y="3698"/>
                    </a:cubicBezTo>
                    <a:cubicBezTo>
                      <a:pt x="172693" y="3543"/>
                      <a:pt x="175454" y="3388"/>
                      <a:pt x="178157" y="3284"/>
                    </a:cubicBezTo>
                    <a:lnTo>
                      <a:pt x="189514" y="2642"/>
                    </a:lnTo>
                    <a:cubicBezTo>
                      <a:pt x="190802" y="2425"/>
                      <a:pt x="191019" y="2849"/>
                      <a:pt x="191019" y="3930"/>
                    </a:cubicBezTo>
                    <a:lnTo>
                      <a:pt x="191019" y="17617"/>
                    </a:lnTo>
                    <a:cubicBezTo>
                      <a:pt x="191060" y="18424"/>
                      <a:pt x="190746" y="19208"/>
                      <a:pt x="190160" y="19763"/>
                    </a:cubicBezTo>
                    <a:cubicBezTo>
                      <a:pt x="183975" y="25740"/>
                      <a:pt x="177067" y="30920"/>
                      <a:pt x="169598" y="35183"/>
                    </a:cubicBezTo>
                    <a:cubicBezTo>
                      <a:pt x="169076" y="35435"/>
                      <a:pt x="168574" y="35723"/>
                      <a:pt x="168093" y="36046"/>
                    </a:cubicBezTo>
                    <a:cubicBezTo>
                      <a:pt x="169853" y="36301"/>
                      <a:pt x="171447" y="36612"/>
                      <a:pt x="173004" y="36919"/>
                    </a:cubicBezTo>
                    <a:cubicBezTo>
                      <a:pt x="174094" y="37150"/>
                      <a:pt x="175161" y="37358"/>
                      <a:pt x="176241" y="37537"/>
                    </a:cubicBezTo>
                    <a:lnTo>
                      <a:pt x="178270" y="37806"/>
                    </a:lnTo>
                    <a:cubicBezTo>
                      <a:pt x="184055" y="38576"/>
                      <a:pt x="189966" y="39363"/>
                      <a:pt x="195723" y="40326"/>
                    </a:cubicBezTo>
                    <a:cubicBezTo>
                      <a:pt x="196161" y="40326"/>
                      <a:pt x="196803" y="40967"/>
                      <a:pt x="196803" y="41185"/>
                    </a:cubicBezTo>
                    <a:lnTo>
                      <a:pt x="196803" y="55103"/>
                    </a:lnTo>
                    <a:lnTo>
                      <a:pt x="196582" y="55321"/>
                    </a:lnTo>
                    <a:cubicBezTo>
                      <a:pt x="195580" y="55357"/>
                      <a:pt x="194577" y="55284"/>
                      <a:pt x="193590" y="55103"/>
                    </a:cubicBezTo>
                    <a:cubicBezTo>
                      <a:pt x="181587" y="53599"/>
                      <a:pt x="169815" y="51890"/>
                      <a:pt x="158250" y="49102"/>
                    </a:cubicBezTo>
                    <a:cubicBezTo>
                      <a:pt x="156425" y="48677"/>
                      <a:pt x="154651" y="48201"/>
                      <a:pt x="152891" y="47721"/>
                    </a:cubicBezTo>
                    <a:cubicBezTo>
                      <a:pt x="151130" y="47242"/>
                      <a:pt x="149325" y="46762"/>
                      <a:pt x="147531" y="46341"/>
                    </a:cubicBezTo>
                    <a:cubicBezTo>
                      <a:pt x="146882" y="46307"/>
                      <a:pt x="146232" y="46377"/>
                      <a:pt x="145605" y="46548"/>
                    </a:cubicBezTo>
                    <a:cubicBezTo>
                      <a:pt x="130420" y="52332"/>
                      <a:pt x="114545" y="56622"/>
                      <a:pt x="98493" y="60260"/>
                    </a:cubicBezTo>
                    <a:cubicBezTo>
                      <a:pt x="98089" y="60439"/>
                      <a:pt x="97647" y="60515"/>
                      <a:pt x="97206" y="60480"/>
                    </a:cubicBezTo>
                    <a:close/>
                    <a:moveTo>
                      <a:pt x="123500" y="20412"/>
                    </a:moveTo>
                    <a:cubicBezTo>
                      <a:pt x="123562" y="20540"/>
                      <a:pt x="123614" y="20619"/>
                      <a:pt x="123756" y="20619"/>
                    </a:cubicBezTo>
                    <a:cubicBezTo>
                      <a:pt x="131036" y="24676"/>
                      <a:pt x="138714" y="27973"/>
                      <a:pt x="146668" y="30462"/>
                    </a:cubicBezTo>
                    <a:cubicBezTo>
                      <a:pt x="147096" y="30680"/>
                      <a:pt x="147738" y="30462"/>
                      <a:pt x="148159" y="30255"/>
                    </a:cubicBezTo>
                    <a:lnTo>
                      <a:pt x="151707" y="28495"/>
                    </a:lnTo>
                    <a:cubicBezTo>
                      <a:pt x="155306" y="26711"/>
                      <a:pt x="158982" y="24899"/>
                      <a:pt x="162516" y="22973"/>
                    </a:cubicBezTo>
                    <a:cubicBezTo>
                      <a:pt x="165087" y="21689"/>
                      <a:pt x="167655" y="19977"/>
                      <a:pt x="170226" y="18259"/>
                    </a:cubicBezTo>
                    <a:cubicBezTo>
                      <a:pt x="170098" y="18128"/>
                      <a:pt x="170046" y="18090"/>
                      <a:pt x="170032" y="18024"/>
                    </a:cubicBezTo>
                    <a:cubicBezTo>
                      <a:pt x="170007" y="17964"/>
                      <a:pt x="169997" y="17899"/>
                      <a:pt x="170005" y="17834"/>
                    </a:cubicBezTo>
                    <a:cubicBezTo>
                      <a:pt x="155165" y="18449"/>
                      <a:pt x="140477" y="19246"/>
                      <a:pt x="125633" y="20057"/>
                    </a:cubicBezTo>
                    <a:lnTo>
                      <a:pt x="123321" y="20185"/>
                    </a:lnTo>
                    <a:close/>
                  </a:path>
                </a:pathLst>
              </a:custGeom>
              <a:solidFill>
                <a:srgbClr val="FFFFFF"/>
              </a:solidFill>
              <a:ln w="332"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7CAC22E5-71FB-3BEF-9C6F-661E13EBE44C}"/>
                  </a:ext>
                </a:extLst>
              </p:cNvPr>
              <p:cNvSpPr/>
              <p:nvPr/>
            </p:nvSpPr>
            <p:spPr>
              <a:xfrm>
                <a:off x="7855415" y="3957473"/>
                <a:ext cx="205589" cy="110102"/>
              </a:xfrm>
              <a:custGeom>
                <a:avLst/>
                <a:gdLst>
                  <a:gd name="connsiteX0" fmla="*/ 95025 w 205589"/>
                  <a:gd name="connsiteY0" fmla="*/ 73961 h 110102"/>
                  <a:gd name="connsiteX1" fmla="*/ 91166 w 205589"/>
                  <a:gd name="connsiteY1" fmla="*/ 74168 h 110102"/>
                  <a:gd name="connsiteX2" fmla="*/ 69745 w 205589"/>
                  <a:gd name="connsiteY2" fmla="*/ 75245 h 110102"/>
                  <a:gd name="connsiteX3" fmla="*/ 61521 w 205589"/>
                  <a:gd name="connsiteY3" fmla="*/ 75631 h 110102"/>
                  <a:gd name="connsiteX4" fmla="*/ 60976 w 205589"/>
                  <a:gd name="connsiteY4" fmla="*/ 75686 h 110102"/>
                  <a:gd name="connsiteX5" fmla="*/ 59895 w 205589"/>
                  <a:gd name="connsiteY5" fmla="*/ 76328 h 110102"/>
                  <a:gd name="connsiteX6" fmla="*/ 35696 w 205589"/>
                  <a:gd name="connsiteY6" fmla="*/ 102902 h 110102"/>
                  <a:gd name="connsiteX7" fmla="*/ 29694 w 205589"/>
                  <a:gd name="connsiteY7" fmla="*/ 108248 h 110102"/>
                  <a:gd name="connsiteX8" fmla="*/ 29349 w 205589"/>
                  <a:gd name="connsiteY8" fmla="*/ 108428 h 110102"/>
                  <a:gd name="connsiteX9" fmla="*/ 28193 w 205589"/>
                  <a:gd name="connsiteY9" fmla="*/ 108890 h 110102"/>
                  <a:gd name="connsiteX10" fmla="*/ 5702 w 205589"/>
                  <a:gd name="connsiteY10" fmla="*/ 110177 h 110102"/>
                  <a:gd name="connsiteX11" fmla="*/ 3776 w 205589"/>
                  <a:gd name="connsiteY11" fmla="*/ 110177 h 110102"/>
                  <a:gd name="connsiteX12" fmla="*/ 13929 w 205589"/>
                  <a:gd name="connsiteY12" fmla="*/ 101284 h 110102"/>
                  <a:gd name="connsiteX13" fmla="*/ 39758 w 205589"/>
                  <a:gd name="connsiteY13" fmla="*/ 77201 h 110102"/>
                  <a:gd name="connsiteX14" fmla="*/ 36127 w 205589"/>
                  <a:gd name="connsiteY14" fmla="*/ 77201 h 110102"/>
                  <a:gd name="connsiteX15" fmla="*/ 5412 w 205589"/>
                  <a:gd name="connsiteY15" fmla="*/ 78910 h 110102"/>
                  <a:gd name="connsiteX16" fmla="*/ 798 w 205589"/>
                  <a:gd name="connsiteY16" fmla="*/ 79131 h 110102"/>
                  <a:gd name="connsiteX17" fmla="*/ -48 w 205589"/>
                  <a:gd name="connsiteY17" fmla="*/ 78268 h 110102"/>
                  <a:gd name="connsiteX18" fmla="*/ -48 w 205589"/>
                  <a:gd name="connsiteY18" fmla="*/ 65398 h 110102"/>
                  <a:gd name="connsiteX19" fmla="*/ 156 w 205589"/>
                  <a:gd name="connsiteY19" fmla="*/ 64970 h 110102"/>
                  <a:gd name="connsiteX20" fmla="*/ 3486 w 205589"/>
                  <a:gd name="connsiteY20" fmla="*/ 64753 h 110102"/>
                  <a:gd name="connsiteX21" fmla="*/ 6799 w 205589"/>
                  <a:gd name="connsiteY21" fmla="*/ 64536 h 110102"/>
                  <a:gd name="connsiteX22" fmla="*/ 17722 w 205589"/>
                  <a:gd name="connsiteY22" fmla="*/ 64008 h 110102"/>
                  <a:gd name="connsiteX23" fmla="*/ 28645 w 205589"/>
                  <a:gd name="connsiteY23" fmla="*/ 63469 h 110102"/>
                  <a:gd name="connsiteX24" fmla="*/ 48141 w 205589"/>
                  <a:gd name="connsiteY24" fmla="*/ 62403 h 110102"/>
                  <a:gd name="connsiteX25" fmla="*/ 50070 w 205589"/>
                  <a:gd name="connsiteY25" fmla="*/ 61116 h 110102"/>
                  <a:gd name="connsiteX26" fmla="*/ 53707 w 205589"/>
                  <a:gd name="connsiteY26" fmla="*/ 45903 h 110102"/>
                  <a:gd name="connsiteX27" fmla="*/ 55416 w 205589"/>
                  <a:gd name="connsiteY27" fmla="*/ 17206 h 110102"/>
                  <a:gd name="connsiteX28" fmla="*/ 55530 w 205589"/>
                  <a:gd name="connsiteY28" fmla="*/ 9714 h 110102"/>
                  <a:gd name="connsiteX29" fmla="*/ 55633 w 205589"/>
                  <a:gd name="connsiteY29" fmla="*/ 2208 h 110102"/>
                  <a:gd name="connsiteX30" fmla="*/ 57138 w 205589"/>
                  <a:gd name="connsiteY30" fmla="*/ 720 h 110102"/>
                  <a:gd name="connsiteX31" fmla="*/ 63664 w 205589"/>
                  <a:gd name="connsiteY31" fmla="*/ 396 h 110102"/>
                  <a:gd name="connsiteX32" fmla="*/ 70194 w 205589"/>
                  <a:gd name="connsiteY32" fmla="*/ 75 h 110102"/>
                  <a:gd name="connsiteX33" fmla="*/ 71505 w 205589"/>
                  <a:gd name="connsiteY33" fmla="*/ 254 h 110102"/>
                  <a:gd name="connsiteX34" fmla="*/ 71698 w 205589"/>
                  <a:gd name="connsiteY34" fmla="*/ 1566 h 110102"/>
                  <a:gd name="connsiteX35" fmla="*/ 70836 w 205589"/>
                  <a:gd name="connsiteY35" fmla="*/ 30276 h 110102"/>
                  <a:gd name="connsiteX36" fmla="*/ 67623 w 205589"/>
                  <a:gd name="connsiteY36" fmla="*/ 56619 h 110102"/>
                  <a:gd name="connsiteX37" fmla="*/ 66339 w 205589"/>
                  <a:gd name="connsiteY37" fmla="*/ 61323 h 110102"/>
                  <a:gd name="connsiteX38" fmla="*/ 82597 w 205589"/>
                  <a:gd name="connsiteY38" fmla="*/ 60474 h 110102"/>
                  <a:gd name="connsiteX39" fmla="*/ 98876 w 205589"/>
                  <a:gd name="connsiteY39" fmla="*/ 59614 h 110102"/>
                  <a:gd name="connsiteX40" fmla="*/ 98876 w 205589"/>
                  <a:gd name="connsiteY40" fmla="*/ 73764 h 110102"/>
                  <a:gd name="connsiteX41" fmla="*/ 95025 w 205589"/>
                  <a:gd name="connsiteY41" fmla="*/ 73981 h 110102"/>
                  <a:gd name="connsiteX42" fmla="*/ 205542 w 205589"/>
                  <a:gd name="connsiteY42" fmla="*/ 67100 h 110102"/>
                  <a:gd name="connsiteX43" fmla="*/ 204254 w 205589"/>
                  <a:gd name="connsiteY43" fmla="*/ 68384 h 110102"/>
                  <a:gd name="connsiteX44" fmla="*/ 188513 w 205589"/>
                  <a:gd name="connsiteY44" fmla="*/ 69143 h 110102"/>
                  <a:gd name="connsiteX45" fmla="*/ 172769 w 205589"/>
                  <a:gd name="connsiteY45" fmla="*/ 69888 h 110102"/>
                  <a:gd name="connsiteX46" fmla="*/ 168918 w 205589"/>
                  <a:gd name="connsiteY46" fmla="*/ 69988 h 110102"/>
                  <a:gd name="connsiteX47" fmla="*/ 165059 w 205589"/>
                  <a:gd name="connsiteY47" fmla="*/ 70106 h 110102"/>
                  <a:gd name="connsiteX48" fmla="*/ 163558 w 205589"/>
                  <a:gd name="connsiteY48" fmla="*/ 71597 h 110102"/>
                  <a:gd name="connsiteX49" fmla="*/ 163558 w 205589"/>
                  <a:gd name="connsiteY49" fmla="*/ 100086 h 110102"/>
                  <a:gd name="connsiteX50" fmla="*/ 163337 w 205589"/>
                  <a:gd name="connsiteY50" fmla="*/ 101591 h 110102"/>
                  <a:gd name="connsiteX51" fmla="*/ 161846 w 205589"/>
                  <a:gd name="connsiteY51" fmla="*/ 101794 h 110102"/>
                  <a:gd name="connsiteX52" fmla="*/ 150281 w 205589"/>
                  <a:gd name="connsiteY52" fmla="*/ 102440 h 110102"/>
                  <a:gd name="connsiteX53" fmla="*/ 147275 w 205589"/>
                  <a:gd name="connsiteY53" fmla="*/ 102440 h 110102"/>
                  <a:gd name="connsiteX54" fmla="*/ 147275 w 205589"/>
                  <a:gd name="connsiteY54" fmla="*/ 71172 h 110102"/>
                  <a:gd name="connsiteX55" fmla="*/ 125982 w 205589"/>
                  <a:gd name="connsiteY55" fmla="*/ 72277 h 110102"/>
                  <a:gd name="connsiteX56" fmla="*/ 105934 w 205589"/>
                  <a:gd name="connsiteY56" fmla="*/ 73312 h 110102"/>
                  <a:gd name="connsiteX57" fmla="*/ 105727 w 205589"/>
                  <a:gd name="connsiteY57" fmla="*/ 72246 h 110102"/>
                  <a:gd name="connsiteX58" fmla="*/ 105727 w 205589"/>
                  <a:gd name="connsiteY58" fmla="*/ 60256 h 110102"/>
                  <a:gd name="connsiteX59" fmla="*/ 107011 w 205589"/>
                  <a:gd name="connsiteY59" fmla="*/ 58969 h 110102"/>
                  <a:gd name="connsiteX60" fmla="*/ 115262 w 205589"/>
                  <a:gd name="connsiteY60" fmla="*/ 58548 h 110102"/>
                  <a:gd name="connsiteX61" fmla="*/ 123500 w 205589"/>
                  <a:gd name="connsiteY61" fmla="*/ 58110 h 110102"/>
                  <a:gd name="connsiteX62" fmla="*/ 131393 w 205589"/>
                  <a:gd name="connsiteY62" fmla="*/ 57685 h 110102"/>
                  <a:gd name="connsiteX63" fmla="*/ 147269 w 205589"/>
                  <a:gd name="connsiteY63" fmla="*/ 56826 h 110102"/>
                  <a:gd name="connsiteX64" fmla="*/ 147269 w 205589"/>
                  <a:gd name="connsiteY64" fmla="*/ 50838 h 110102"/>
                  <a:gd name="connsiteX65" fmla="*/ 147344 w 205589"/>
                  <a:gd name="connsiteY65" fmla="*/ 49247 h 110102"/>
                  <a:gd name="connsiteX66" fmla="*/ 149194 w 205589"/>
                  <a:gd name="connsiteY66" fmla="*/ 48902 h 110102"/>
                  <a:gd name="connsiteX67" fmla="*/ 162046 w 205589"/>
                  <a:gd name="connsiteY67" fmla="*/ 48260 h 110102"/>
                  <a:gd name="connsiteX68" fmla="*/ 163551 w 205589"/>
                  <a:gd name="connsiteY68" fmla="*/ 48284 h 110102"/>
                  <a:gd name="connsiteX69" fmla="*/ 163769 w 205589"/>
                  <a:gd name="connsiteY69" fmla="*/ 49751 h 110102"/>
                  <a:gd name="connsiteX70" fmla="*/ 163769 w 205589"/>
                  <a:gd name="connsiteY70" fmla="*/ 55117 h 110102"/>
                  <a:gd name="connsiteX71" fmla="*/ 164835 w 205589"/>
                  <a:gd name="connsiteY71" fmla="*/ 56184 h 110102"/>
                  <a:gd name="connsiteX72" fmla="*/ 174088 w 205589"/>
                  <a:gd name="connsiteY72" fmla="*/ 55670 h 110102"/>
                  <a:gd name="connsiteX73" fmla="*/ 183689 w 205589"/>
                  <a:gd name="connsiteY73" fmla="*/ 55117 h 110102"/>
                  <a:gd name="connsiteX74" fmla="*/ 193324 w 205589"/>
                  <a:gd name="connsiteY74" fmla="*/ 54693 h 110102"/>
                  <a:gd name="connsiteX75" fmla="*/ 204247 w 205589"/>
                  <a:gd name="connsiteY75" fmla="*/ 54051 h 110102"/>
                  <a:gd name="connsiteX76" fmla="*/ 205535 w 205589"/>
                  <a:gd name="connsiteY76" fmla="*/ 55335 h 110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05589" h="110102">
                    <a:moveTo>
                      <a:pt x="95025" y="73961"/>
                    </a:moveTo>
                    <a:cubicBezTo>
                      <a:pt x="93737" y="74013"/>
                      <a:pt x="92454" y="74064"/>
                      <a:pt x="91166" y="74168"/>
                    </a:cubicBezTo>
                    <a:cubicBezTo>
                      <a:pt x="83881" y="74603"/>
                      <a:pt x="76596" y="75027"/>
                      <a:pt x="69745" y="75245"/>
                    </a:cubicBezTo>
                    <a:cubicBezTo>
                      <a:pt x="66932" y="75245"/>
                      <a:pt x="64309" y="75428"/>
                      <a:pt x="61521" y="75631"/>
                    </a:cubicBezTo>
                    <a:lnTo>
                      <a:pt x="60976" y="75686"/>
                    </a:lnTo>
                    <a:cubicBezTo>
                      <a:pt x="60537" y="75686"/>
                      <a:pt x="60113" y="76111"/>
                      <a:pt x="59895" y="76328"/>
                    </a:cubicBezTo>
                    <a:cubicBezTo>
                      <a:pt x="53266" y="86609"/>
                      <a:pt x="44476" y="94744"/>
                      <a:pt x="35696" y="102902"/>
                    </a:cubicBezTo>
                    <a:cubicBezTo>
                      <a:pt x="33690" y="104679"/>
                      <a:pt x="31689" y="106460"/>
                      <a:pt x="29694" y="108248"/>
                    </a:cubicBezTo>
                    <a:lnTo>
                      <a:pt x="29349" y="108428"/>
                    </a:lnTo>
                    <a:cubicBezTo>
                      <a:pt x="29002" y="108664"/>
                      <a:pt x="28607" y="108822"/>
                      <a:pt x="28193" y="108890"/>
                    </a:cubicBezTo>
                    <a:lnTo>
                      <a:pt x="5702" y="110177"/>
                    </a:lnTo>
                    <a:lnTo>
                      <a:pt x="3776" y="110177"/>
                    </a:lnTo>
                    <a:cubicBezTo>
                      <a:pt x="7141" y="107171"/>
                      <a:pt x="10533" y="104228"/>
                      <a:pt x="13929" y="101284"/>
                    </a:cubicBezTo>
                    <a:cubicBezTo>
                      <a:pt x="22833" y="93574"/>
                      <a:pt x="31685" y="85888"/>
                      <a:pt x="39758" y="77201"/>
                    </a:cubicBezTo>
                    <a:lnTo>
                      <a:pt x="36127" y="77201"/>
                    </a:lnTo>
                    <a:cubicBezTo>
                      <a:pt x="25895" y="77919"/>
                      <a:pt x="15657" y="78489"/>
                      <a:pt x="5412" y="78910"/>
                    </a:cubicBezTo>
                    <a:cubicBezTo>
                      <a:pt x="3859" y="78962"/>
                      <a:pt x="2306" y="79013"/>
                      <a:pt x="798" y="79131"/>
                    </a:cubicBezTo>
                    <a:cubicBezTo>
                      <a:pt x="156" y="79131"/>
                      <a:pt x="-48" y="78910"/>
                      <a:pt x="-48" y="78268"/>
                    </a:cubicBezTo>
                    <a:lnTo>
                      <a:pt x="-48" y="65398"/>
                    </a:lnTo>
                    <a:cubicBezTo>
                      <a:pt x="62" y="65280"/>
                      <a:pt x="133" y="65131"/>
                      <a:pt x="156" y="64970"/>
                    </a:cubicBezTo>
                    <a:cubicBezTo>
                      <a:pt x="1236" y="64857"/>
                      <a:pt x="2354" y="64805"/>
                      <a:pt x="3486" y="64753"/>
                    </a:cubicBezTo>
                    <a:cubicBezTo>
                      <a:pt x="4618" y="64701"/>
                      <a:pt x="5733" y="64653"/>
                      <a:pt x="6799" y="64536"/>
                    </a:cubicBezTo>
                    <a:cubicBezTo>
                      <a:pt x="10437" y="64332"/>
                      <a:pt x="14088" y="64163"/>
                      <a:pt x="17722" y="64008"/>
                    </a:cubicBezTo>
                    <a:cubicBezTo>
                      <a:pt x="21356" y="63852"/>
                      <a:pt x="25007" y="63687"/>
                      <a:pt x="28645" y="63469"/>
                    </a:cubicBezTo>
                    <a:cubicBezTo>
                      <a:pt x="35071" y="63045"/>
                      <a:pt x="41715" y="62606"/>
                      <a:pt x="48141" y="62403"/>
                    </a:cubicBezTo>
                    <a:cubicBezTo>
                      <a:pt x="49207" y="62403"/>
                      <a:pt x="49632" y="61965"/>
                      <a:pt x="50070" y="61116"/>
                    </a:cubicBezTo>
                    <a:cubicBezTo>
                      <a:pt x="51805" y="56184"/>
                      <a:pt x="53024" y="51086"/>
                      <a:pt x="53707" y="45903"/>
                    </a:cubicBezTo>
                    <a:cubicBezTo>
                      <a:pt x="54991" y="36481"/>
                      <a:pt x="55209" y="26842"/>
                      <a:pt x="55416" y="17206"/>
                    </a:cubicBezTo>
                    <a:cubicBezTo>
                      <a:pt x="55416" y="14739"/>
                      <a:pt x="55478" y="12233"/>
                      <a:pt x="55530" y="9714"/>
                    </a:cubicBezTo>
                    <a:cubicBezTo>
                      <a:pt x="55581" y="7194"/>
                      <a:pt x="55633" y="4675"/>
                      <a:pt x="55633" y="2208"/>
                    </a:cubicBezTo>
                    <a:cubicBezTo>
                      <a:pt x="55633" y="1141"/>
                      <a:pt x="56058" y="720"/>
                      <a:pt x="57138" y="720"/>
                    </a:cubicBezTo>
                    <a:lnTo>
                      <a:pt x="63664" y="396"/>
                    </a:lnTo>
                    <a:lnTo>
                      <a:pt x="70194" y="75"/>
                    </a:lnTo>
                    <a:cubicBezTo>
                      <a:pt x="70953" y="75"/>
                      <a:pt x="71326" y="75"/>
                      <a:pt x="71505" y="254"/>
                    </a:cubicBezTo>
                    <a:cubicBezTo>
                      <a:pt x="71685" y="434"/>
                      <a:pt x="71698" y="820"/>
                      <a:pt x="71698" y="1566"/>
                    </a:cubicBezTo>
                    <a:cubicBezTo>
                      <a:pt x="71477" y="11205"/>
                      <a:pt x="71274" y="20637"/>
                      <a:pt x="70836" y="30276"/>
                    </a:cubicBezTo>
                    <a:cubicBezTo>
                      <a:pt x="70411" y="39052"/>
                      <a:pt x="69769" y="47829"/>
                      <a:pt x="67623" y="56619"/>
                    </a:cubicBezTo>
                    <a:cubicBezTo>
                      <a:pt x="67198" y="58110"/>
                      <a:pt x="66774" y="59614"/>
                      <a:pt x="66339" y="61323"/>
                    </a:cubicBezTo>
                    <a:cubicBezTo>
                      <a:pt x="71736" y="61005"/>
                      <a:pt x="77156" y="60722"/>
                      <a:pt x="82597" y="60474"/>
                    </a:cubicBezTo>
                    <a:cubicBezTo>
                      <a:pt x="87995" y="60204"/>
                      <a:pt x="93417" y="59935"/>
                      <a:pt x="98876" y="59614"/>
                    </a:cubicBezTo>
                    <a:lnTo>
                      <a:pt x="98876" y="73764"/>
                    </a:lnTo>
                    <a:cubicBezTo>
                      <a:pt x="97592" y="73868"/>
                      <a:pt x="96309" y="73916"/>
                      <a:pt x="95025" y="73981"/>
                    </a:cubicBezTo>
                    <a:close/>
                    <a:moveTo>
                      <a:pt x="205542" y="67100"/>
                    </a:moveTo>
                    <a:cubicBezTo>
                      <a:pt x="205542" y="68177"/>
                      <a:pt x="205103" y="68384"/>
                      <a:pt x="204254" y="68384"/>
                    </a:cubicBezTo>
                    <a:cubicBezTo>
                      <a:pt x="198998" y="68601"/>
                      <a:pt x="193756" y="68874"/>
                      <a:pt x="188513" y="69143"/>
                    </a:cubicBezTo>
                    <a:cubicBezTo>
                      <a:pt x="183271" y="69412"/>
                      <a:pt x="178015" y="69668"/>
                      <a:pt x="172769" y="69888"/>
                    </a:cubicBezTo>
                    <a:cubicBezTo>
                      <a:pt x="171485" y="69888"/>
                      <a:pt x="170202" y="69940"/>
                      <a:pt x="168918" y="69988"/>
                    </a:cubicBezTo>
                    <a:cubicBezTo>
                      <a:pt x="167634" y="70037"/>
                      <a:pt x="166347" y="70106"/>
                      <a:pt x="165059" y="70106"/>
                    </a:cubicBezTo>
                    <a:cubicBezTo>
                      <a:pt x="163983" y="70106"/>
                      <a:pt x="163558" y="70530"/>
                      <a:pt x="163558" y="71597"/>
                    </a:cubicBezTo>
                    <a:lnTo>
                      <a:pt x="163558" y="100086"/>
                    </a:lnTo>
                    <a:cubicBezTo>
                      <a:pt x="163558" y="100949"/>
                      <a:pt x="163558" y="101373"/>
                      <a:pt x="163337" y="101591"/>
                    </a:cubicBezTo>
                    <a:cubicBezTo>
                      <a:pt x="163116" y="101808"/>
                      <a:pt x="162695" y="101794"/>
                      <a:pt x="161846" y="101794"/>
                    </a:cubicBezTo>
                    <a:lnTo>
                      <a:pt x="150281" y="102440"/>
                    </a:lnTo>
                    <a:lnTo>
                      <a:pt x="147275" y="102440"/>
                    </a:lnTo>
                    <a:lnTo>
                      <a:pt x="147275" y="71172"/>
                    </a:lnTo>
                    <a:cubicBezTo>
                      <a:pt x="140128" y="71517"/>
                      <a:pt x="133050" y="71894"/>
                      <a:pt x="125982" y="72277"/>
                    </a:cubicBezTo>
                    <a:cubicBezTo>
                      <a:pt x="119286" y="72639"/>
                      <a:pt x="112615" y="72998"/>
                      <a:pt x="105934" y="73312"/>
                    </a:cubicBezTo>
                    <a:cubicBezTo>
                      <a:pt x="105783" y="72978"/>
                      <a:pt x="105712" y="72612"/>
                      <a:pt x="105727" y="72246"/>
                    </a:cubicBezTo>
                    <a:lnTo>
                      <a:pt x="105727" y="60256"/>
                    </a:lnTo>
                    <a:cubicBezTo>
                      <a:pt x="105727" y="59393"/>
                      <a:pt x="106151" y="58969"/>
                      <a:pt x="107011" y="58969"/>
                    </a:cubicBezTo>
                    <a:cubicBezTo>
                      <a:pt x="109803" y="58869"/>
                      <a:pt x="112533" y="58714"/>
                      <a:pt x="115262" y="58548"/>
                    </a:cubicBezTo>
                    <a:cubicBezTo>
                      <a:pt x="117992" y="58382"/>
                      <a:pt x="120726" y="58227"/>
                      <a:pt x="123500" y="58110"/>
                    </a:cubicBezTo>
                    <a:cubicBezTo>
                      <a:pt x="126147" y="57982"/>
                      <a:pt x="128770" y="57827"/>
                      <a:pt x="131393" y="57685"/>
                    </a:cubicBezTo>
                    <a:lnTo>
                      <a:pt x="147269" y="56826"/>
                    </a:lnTo>
                    <a:lnTo>
                      <a:pt x="147269" y="50838"/>
                    </a:lnTo>
                    <a:cubicBezTo>
                      <a:pt x="147269" y="49889"/>
                      <a:pt x="147165" y="49457"/>
                      <a:pt x="147344" y="49247"/>
                    </a:cubicBezTo>
                    <a:cubicBezTo>
                      <a:pt x="147524" y="49036"/>
                      <a:pt x="147986" y="49016"/>
                      <a:pt x="149194" y="48902"/>
                    </a:cubicBezTo>
                    <a:lnTo>
                      <a:pt x="162046" y="48260"/>
                    </a:lnTo>
                    <a:cubicBezTo>
                      <a:pt x="162909" y="48143"/>
                      <a:pt x="163330" y="48091"/>
                      <a:pt x="163551" y="48284"/>
                    </a:cubicBezTo>
                    <a:cubicBezTo>
                      <a:pt x="163772" y="48477"/>
                      <a:pt x="163769" y="48902"/>
                      <a:pt x="163769" y="49751"/>
                    </a:cubicBezTo>
                    <a:lnTo>
                      <a:pt x="163769" y="55117"/>
                    </a:lnTo>
                    <a:cubicBezTo>
                      <a:pt x="163769" y="55977"/>
                      <a:pt x="163976" y="56184"/>
                      <a:pt x="164835" y="56184"/>
                    </a:cubicBezTo>
                    <a:cubicBezTo>
                      <a:pt x="167941" y="55977"/>
                      <a:pt x="171047" y="55821"/>
                      <a:pt x="174088" y="55670"/>
                    </a:cubicBezTo>
                    <a:cubicBezTo>
                      <a:pt x="177301" y="55500"/>
                      <a:pt x="180500" y="55324"/>
                      <a:pt x="183689" y="55117"/>
                    </a:cubicBezTo>
                    <a:cubicBezTo>
                      <a:pt x="186902" y="55117"/>
                      <a:pt x="190111" y="54897"/>
                      <a:pt x="193324" y="54693"/>
                    </a:cubicBezTo>
                    <a:lnTo>
                      <a:pt x="204247" y="54051"/>
                    </a:lnTo>
                    <a:cubicBezTo>
                      <a:pt x="205314" y="54051"/>
                      <a:pt x="205535" y="54472"/>
                      <a:pt x="205535" y="55335"/>
                    </a:cubicBezTo>
                    <a:close/>
                  </a:path>
                </a:pathLst>
              </a:custGeom>
              <a:solidFill>
                <a:srgbClr val="FFFFFF"/>
              </a:solidFill>
              <a:ln w="332" cap="flat">
                <a:noFill/>
                <a:prstDash val="solid"/>
                <a:miter/>
              </a:ln>
            </p:spPr>
            <p:txBody>
              <a:bodyPr rtlCol="0" anchor="ctr"/>
              <a:lstStyle/>
              <a:p>
                <a:endParaRPr lang="zh-CN" altLang="en-US"/>
              </a:p>
            </p:txBody>
          </p:sp>
        </p:grpSp>
      </p:grpSp>
      <p:grpSp>
        <p:nvGrpSpPr>
          <p:cNvPr id="37" name="组合 36">
            <a:extLst>
              <a:ext uri="{FF2B5EF4-FFF2-40B4-BE49-F238E27FC236}">
                <a16:creationId xmlns:a16="http://schemas.microsoft.com/office/drawing/2014/main" id="{90549284-4DD9-6296-179A-00214DB79B27}"/>
              </a:ext>
            </a:extLst>
          </p:cNvPr>
          <p:cNvGrpSpPr/>
          <p:nvPr/>
        </p:nvGrpSpPr>
        <p:grpSpPr>
          <a:xfrm>
            <a:off x="4495651" y="3254342"/>
            <a:ext cx="1368000" cy="1368000"/>
            <a:chOff x="5050952" y="3219662"/>
            <a:chExt cx="1509223" cy="1509222"/>
          </a:xfrm>
        </p:grpSpPr>
        <p:sp>
          <p:nvSpPr>
            <p:cNvPr id="34" name="矩形: 圆角 33">
              <a:extLst>
                <a:ext uri="{FF2B5EF4-FFF2-40B4-BE49-F238E27FC236}">
                  <a16:creationId xmlns:a16="http://schemas.microsoft.com/office/drawing/2014/main" id="{A9B35EC6-336E-6B9A-DD1B-7D97CC384B60}"/>
                </a:ext>
              </a:extLst>
            </p:cNvPr>
            <p:cNvSpPr/>
            <p:nvPr/>
          </p:nvSpPr>
          <p:spPr>
            <a:xfrm>
              <a:off x="5050952" y="3219662"/>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9D250B7-DD83-E1D2-4E5C-811B7244EDED}"/>
                </a:ext>
              </a:extLst>
            </p:cNvPr>
            <p:cNvGrpSpPr/>
            <p:nvPr/>
          </p:nvGrpSpPr>
          <p:grpSpPr>
            <a:xfrm>
              <a:off x="5114101" y="3284941"/>
              <a:ext cx="1389535" cy="1389536"/>
              <a:chOff x="5070027" y="3312010"/>
              <a:chExt cx="1389535" cy="1389536"/>
            </a:xfrm>
          </p:grpSpPr>
          <p:pic>
            <p:nvPicPr>
              <p:cNvPr id="1030" name="Picture 6">
                <a:extLst>
                  <a:ext uri="{FF2B5EF4-FFF2-40B4-BE49-F238E27FC236}">
                    <a16:creationId xmlns:a16="http://schemas.microsoft.com/office/drawing/2014/main" id="{C630B8D8-6416-B311-6D39-6261D48D7C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0027" y="3312010"/>
                <a:ext cx="1389535" cy="138953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1BD4347D-9C84-AB27-CAC2-E70960D955FD}"/>
                  </a:ext>
                </a:extLst>
              </p:cNvPr>
              <p:cNvGrpSpPr/>
              <p:nvPr/>
            </p:nvGrpSpPr>
            <p:grpSpPr>
              <a:xfrm>
                <a:off x="5617194" y="3859178"/>
                <a:ext cx="295200" cy="295200"/>
                <a:chOff x="5638852" y="3880835"/>
                <a:chExt cx="295200" cy="295200"/>
              </a:xfrm>
            </p:grpSpPr>
            <p:sp>
              <p:nvSpPr>
                <p:cNvPr id="53" name="任意多边形: 形状 52">
                  <a:extLst>
                    <a:ext uri="{FF2B5EF4-FFF2-40B4-BE49-F238E27FC236}">
                      <a16:creationId xmlns:a16="http://schemas.microsoft.com/office/drawing/2014/main" id="{C73A9DAE-4636-3402-9D80-82A247E0BB6F}"/>
                    </a:ext>
                  </a:extLst>
                </p:cNvPr>
                <p:cNvSpPr/>
                <p:nvPr/>
              </p:nvSpPr>
              <p:spPr>
                <a:xfrm>
                  <a:off x="5638852" y="3880835"/>
                  <a:ext cx="295200" cy="295200"/>
                </a:xfrm>
                <a:custGeom>
                  <a:avLst/>
                  <a:gdLst>
                    <a:gd name="connsiteX0" fmla="*/ 292103 w 1622810"/>
                    <a:gd name="connsiteY0" fmla="*/ 111 h 1622810"/>
                    <a:gd name="connsiteX1" fmla="*/ 1330686 w 1622810"/>
                    <a:gd name="connsiteY1" fmla="*/ 111 h 1622810"/>
                    <a:gd name="connsiteX2" fmla="*/ 1622799 w 1622810"/>
                    <a:gd name="connsiteY2" fmla="*/ 292205 h 1622810"/>
                    <a:gd name="connsiteX3" fmla="*/ 1622799 w 1622810"/>
                    <a:gd name="connsiteY3" fmla="*/ 1330808 h 1622810"/>
                    <a:gd name="connsiteX4" fmla="*/ 1330686 w 1622810"/>
                    <a:gd name="connsiteY4" fmla="*/ 1622921 h 1622810"/>
                    <a:gd name="connsiteX5" fmla="*/ 292103 w 1622810"/>
                    <a:gd name="connsiteY5" fmla="*/ 1622921 h 1622810"/>
                    <a:gd name="connsiteX6" fmla="*/ -11 w 1622810"/>
                    <a:gd name="connsiteY6" fmla="*/ 1330808 h 1622810"/>
                    <a:gd name="connsiteX7" fmla="*/ -11 w 1622810"/>
                    <a:gd name="connsiteY7" fmla="*/ 292205 h 1622810"/>
                    <a:gd name="connsiteX8" fmla="*/ 292103 w 1622810"/>
                    <a:gd name="connsiteY8" fmla="*/ 111 h 162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2810" h="1622810">
                      <a:moveTo>
                        <a:pt x="292103" y="111"/>
                      </a:moveTo>
                      <a:lnTo>
                        <a:pt x="1330686" y="111"/>
                      </a:lnTo>
                      <a:cubicBezTo>
                        <a:pt x="1525429" y="111"/>
                        <a:pt x="1622799" y="97476"/>
                        <a:pt x="1622799" y="292205"/>
                      </a:cubicBezTo>
                      <a:lnTo>
                        <a:pt x="1622799" y="1330808"/>
                      </a:lnTo>
                      <a:cubicBezTo>
                        <a:pt x="1622799" y="1525551"/>
                        <a:pt x="1525429" y="1622921"/>
                        <a:pt x="1330686" y="1622921"/>
                      </a:cubicBezTo>
                      <a:lnTo>
                        <a:pt x="292103" y="1622921"/>
                      </a:lnTo>
                      <a:cubicBezTo>
                        <a:pt x="97360" y="1622921"/>
                        <a:pt x="-11" y="1525551"/>
                        <a:pt x="-11" y="1330808"/>
                      </a:cubicBezTo>
                      <a:lnTo>
                        <a:pt x="-11" y="292205"/>
                      </a:lnTo>
                      <a:cubicBezTo>
                        <a:pt x="-11" y="97476"/>
                        <a:pt x="97360" y="111"/>
                        <a:pt x="292103" y="111"/>
                      </a:cubicBezTo>
                      <a:close/>
                    </a:path>
                  </a:pathLst>
                </a:custGeom>
                <a:solidFill>
                  <a:srgbClr val="111111"/>
                </a:solidFill>
                <a:ln w="12700" cap="flat">
                  <a:solidFill>
                    <a:srgbClr val="FFFFFF"/>
                  </a:solidFill>
                  <a:prstDash val="solid"/>
                  <a:miter/>
                </a:ln>
              </p:spPr>
              <p:txBody>
                <a:bodyPr rtlCol="0" anchor="ctr"/>
                <a:lstStyle/>
                <a:p>
                  <a:endParaRPr lang="zh-CN" altLang="en-US"/>
                </a:p>
              </p:txBody>
            </p:sp>
            <p:grpSp>
              <p:nvGrpSpPr>
                <p:cNvPr id="10" name="组合 9">
                  <a:extLst>
                    <a:ext uri="{FF2B5EF4-FFF2-40B4-BE49-F238E27FC236}">
                      <a16:creationId xmlns:a16="http://schemas.microsoft.com/office/drawing/2014/main" id="{E57A8968-DFBE-04AC-7EE6-E7B454498D74}"/>
                    </a:ext>
                  </a:extLst>
                </p:cNvPr>
                <p:cNvGrpSpPr/>
                <p:nvPr/>
              </p:nvGrpSpPr>
              <p:grpSpPr>
                <a:xfrm>
                  <a:off x="5705964" y="3927149"/>
                  <a:ext cx="160977" cy="202573"/>
                  <a:chOff x="5679421" y="3904200"/>
                  <a:chExt cx="160977" cy="202573"/>
                </a:xfrm>
              </p:grpSpPr>
              <p:sp>
                <p:nvSpPr>
                  <p:cNvPr id="54" name="任意多边形: 形状 53">
                    <a:extLst>
                      <a:ext uri="{FF2B5EF4-FFF2-40B4-BE49-F238E27FC236}">
                        <a16:creationId xmlns:a16="http://schemas.microsoft.com/office/drawing/2014/main" id="{2041520E-72A6-C128-C242-267D2AC8F1D0}"/>
                      </a:ext>
                    </a:extLst>
                  </p:cNvPr>
                  <p:cNvSpPr/>
                  <p:nvPr/>
                </p:nvSpPr>
                <p:spPr>
                  <a:xfrm>
                    <a:off x="5689100" y="3913883"/>
                    <a:ext cx="151298" cy="192890"/>
                  </a:xfrm>
                  <a:custGeom>
                    <a:avLst/>
                    <a:gdLst>
                      <a:gd name="connsiteX0" fmla="*/ -11 w 974755"/>
                      <a:gd name="connsiteY0" fmla="*/ 849927 h 1242721"/>
                      <a:gd name="connsiteX1" fmla="*/ 389804 w 974755"/>
                      <a:gd name="connsiteY1" fmla="*/ 460112 h 1242721"/>
                      <a:gd name="connsiteX2" fmla="*/ 389804 w 974755"/>
                      <a:gd name="connsiteY2" fmla="*/ 694005 h 1242721"/>
                      <a:gd name="connsiteX3" fmla="*/ 233882 w 974755"/>
                      <a:gd name="connsiteY3" fmla="*/ 849908 h 1242721"/>
                      <a:gd name="connsiteX4" fmla="*/ 366290 w 974755"/>
                      <a:gd name="connsiteY4" fmla="*/ 1008960 h 1242721"/>
                      <a:gd name="connsiteX5" fmla="*/ 514566 w 974755"/>
                      <a:gd name="connsiteY5" fmla="*/ 886615 h 1242721"/>
                      <a:gd name="connsiteX6" fmla="*/ 514566 w 974755"/>
                      <a:gd name="connsiteY6" fmla="*/ 111 h 1242721"/>
                      <a:gd name="connsiteX7" fmla="*/ 763792 w 974755"/>
                      <a:gd name="connsiteY7" fmla="*/ 111 h 1242721"/>
                      <a:gd name="connsiteX8" fmla="*/ 974745 w 974755"/>
                      <a:gd name="connsiteY8" fmla="*/ 210886 h 1242721"/>
                      <a:gd name="connsiteX9" fmla="*/ 974547 w 974755"/>
                      <a:gd name="connsiteY9" fmla="*/ 444344 h 1242721"/>
                      <a:gd name="connsiteX10" fmla="*/ 748518 w 974755"/>
                      <a:gd name="connsiteY10" fmla="*/ 382676 h 1242721"/>
                      <a:gd name="connsiteX11" fmla="*/ 748518 w 974755"/>
                      <a:gd name="connsiteY11" fmla="*/ 886615 h 1242721"/>
                      <a:gd name="connsiteX12" fmla="*/ 366369 w 974755"/>
                      <a:gd name="connsiteY12" fmla="*/ 1242833 h 1242721"/>
                      <a:gd name="connsiteX13" fmla="*/ 88 w 974755"/>
                      <a:gd name="connsiteY13" fmla="*/ 849927 h 124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721">
                        <a:moveTo>
                          <a:pt x="-11" y="849927"/>
                        </a:moveTo>
                        <a:cubicBezTo>
                          <a:pt x="227" y="634754"/>
                          <a:pt x="174612" y="460370"/>
                          <a:pt x="389804" y="460112"/>
                        </a:cubicBezTo>
                        <a:lnTo>
                          <a:pt x="389804" y="694005"/>
                        </a:lnTo>
                        <a:cubicBezTo>
                          <a:pt x="303735" y="694092"/>
                          <a:pt x="233981" y="763838"/>
                          <a:pt x="233882" y="849908"/>
                        </a:cubicBezTo>
                        <a:cubicBezTo>
                          <a:pt x="233882" y="926531"/>
                          <a:pt x="275324" y="1008960"/>
                          <a:pt x="366290" y="1008960"/>
                        </a:cubicBezTo>
                        <a:cubicBezTo>
                          <a:pt x="372352" y="1008960"/>
                          <a:pt x="514566" y="1007553"/>
                          <a:pt x="514566" y="886615"/>
                        </a:cubicBezTo>
                        <a:lnTo>
                          <a:pt x="514566" y="111"/>
                        </a:lnTo>
                        <a:lnTo>
                          <a:pt x="763792" y="111"/>
                        </a:lnTo>
                        <a:cubicBezTo>
                          <a:pt x="764053" y="116480"/>
                          <a:pt x="858377" y="210724"/>
                          <a:pt x="974745" y="210886"/>
                        </a:cubicBezTo>
                        <a:lnTo>
                          <a:pt x="974547" y="444344"/>
                        </a:lnTo>
                        <a:cubicBezTo>
                          <a:pt x="894967" y="444958"/>
                          <a:pt x="816759" y="423621"/>
                          <a:pt x="748518" y="382676"/>
                        </a:cubicBezTo>
                        <a:lnTo>
                          <a:pt x="748518" y="886615"/>
                        </a:lnTo>
                        <a:cubicBezTo>
                          <a:pt x="748518" y="1117992"/>
                          <a:pt x="551630" y="1242833"/>
                          <a:pt x="366369" y="1242833"/>
                        </a:cubicBezTo>
                        <a:cubicBezTo>
                          <a:pt x="157575" y="1242833"/>
                          <a:pt x="88" y="1073935"/>
                          <a:pt x="88" y="849927"/>
                        </a:cubicBezTo>
                        <a:close/>
                      </a:path>
                    </a:pathLst>
                  </a:custGeom>
                  <a:solidFill>
                    <a:srgbClr val="FF4040"/>
                  </a:solidFill>
                  <a:ln w="1977"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D276CF54-134A-E352-E39D-84B736282288}"/>
                      </a:ext>
                    </a:extLst>
                  </p:cNvPr>
                  <p:cNvSpPr/>
                  <p:nvPr/>
                </p:nvSpPr>
                <p:spPr>
                  <a:xfrm>
                    <a:off x="5679421" y="3904200"/>
                    <a:ext cx="151298" cy="192878"/>
                  </a:xfrm>
                  <a:custGeom>
                    <a:avLst/>
                    <a:gdLst>
                      <a:gd name="connsiteX0" fmla="*/ -11 w 974755"/>
                      <a:gd name="connsiteY0" fmla="*/ 849927 h 1242642"/>
                      <a:gd name="connsiteX1" fmla="*/ 389804 w 974755"/>
                      <a:gd name="connsiteY1" fmla="*/ 460112 h 1242642"/>
                      <a:gd name="connsiteX2" fmla="*/ 389804 w 974755"/>
                      <a:gd name="connsiteY2" fmla="*/ 694005 h 1242642"/>
                      <a:gd name="connsiteX3" fmla="*/ 233882 w 974755"/>
                      <a:gd name="connsiteY3" fmla="*/ 849927 h 1242642"/>
                      <a:gd name="connsiteX4" fmla="*/ 366290 w 974755"/>
                      <a:gd name="connsiteY4" fmla="*/ 1008960 h 1242642"/>
                      <a:gd name="connsiteX5" fmla="*/ 514546 w 974755"/>
                      <a:gd name="connsiteY5" fmla="*/ 886615 h 1242642"/>
                      <a:gd name="connsiteX6" fmla="*/ 514546 w 974755"/>
                      <a:gd name="connsiteY6" fmla="*/ 111 h 1242642"/>
                      <a:gd name="connsiteX7" fmla="*/ 763772 w 974755"/>
                      <a:gd name="connsiteY7" fmla="*/ 111 h 1242642"/>
                      <a:gd name="connsiteX8" fmla="*/ 974745 w 974755"/>
                      <a:gd name="connsiteY8" fmla="*/ 210886 h 1242642"/>
                      <a:gd name="connsiteX9" fmla="*/ 974547 w 974755"/>
                      <a:gd name="connsiteY9" fmla="*/ 444264 h 1242642"/>
                      <a:gd name="connsiteX10" fmla="*/ 748518 w 974755"/>
                      <a:gd name="connsiteY10" fmla="*/ 382597 h 1242642"/>
                      <a:gd name="connsiteX11" fmla="*/ 748518 w 974755"/>
                      <a:gd name="connsiteY11" fmla="*/ 886536 h 1242642"/>
                      <a:gd name="connsiteX12" fmla="*/ 366350 w 974755"/>
                      <a:gd name="connsiteY12" fmla="*/ 1242754 h 1242642"/>
                      <a:gd name="connsiteX13" fmla="*/ 88 w 974755"/>
                      <a:gd name="connsiteY13" fmla="*/ 849848 h 124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642">
                        <a:moveTo>
                          <a:pt x="-11" y="849927"/>
                        </a:moveTo>
                        <a:cubicBezTo>
                          <a:pt x="227" y="634735"/>
                          <a:pt x="174671" y="460350"/>
                          <a:pt x="389804" y="460112"/>
                        </a:cubicBezTo>
                        <a:lnTo>
                          <a:pt x="389804" y="694005"/>
                        </a:lnTo>
                        <a:cubicBezTo>
                          <a:pt x="303731" y="694104"/>
                          <a:pt x="233981" y="763854"/>
                          <a:pt x="233882" y="849927"/>
                        </a:cubicBezTo>
                        <a:cubicBezTo>
                          <a:pt x="233882" y="926531"/>
                          <a:pt x="275324" y="1008960"/>
                          <a:pt x="366290" y="1008960"/>
                        </a:cubicBezTo>
                        <a:cubicBezTo>
                          <a:pt x="372352" y="1008960"/>
                          <a:pt x="514546" y="1007553"/>
                          <a:pt x="514546" y="886615"/>
                        </a:cubicBezTo>
                        <a:lnTo>
                          <a:pt x="514546" y="111"/>
                        </a:lnTo>
                        <a:lnTo>
                          <a:pt x="763772" y="111"/>
                        </a:lnTo>
                        <a:cubicBezTo>
                          <a:pt x="764067" y="116474"/>
                          <a:pt x="858381" y="210701"/>
                          <a:pt x="974745" y="210886"/>
                        </a:cubicBezTo>
                        <a:lnTo>
                          <a:pt x="974547" y="444264"/>
                        </a:lnTo>
                        <a:cubicBezTo>
                          <a:pt x="894967" y="444880"/>
                          <a:pt x="816759" y="423543"/>
                          <a:pt x="748518" y="382597"/>
                        </a:cubicBezTo>
                        <a:lnTo>
                          <a:pt x="748518" y="886536"/>
                        </a:lnTo>
                        <a:cubicBezTo>
                          <a:pt x="748518" y="1117913"/>
                          <a:pt x="551630" y="1242754"/>
                          <a:pt x="366350" y="1242754"/>
                        </a:cubicBezTo>
                        <a:cubicBezTo>
                          <a:pt x="157555" y="1242754"/>
                          <a:pt x="88" y="1073876"/>
                          <a:pt x="88" y="849848"/>
                        </a:cubicBezTo>
                        <a:close/>
                      </a:path>
                    </a:pathLst>
                  </a:custGeom>
                  <a:solidFill>
                    <a:srgbClr val="00F5FF"/>
                  </a:solidFill>
                  <a:ln w="1977"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C463A80-E8A3-BD9B-AE33-8B53F77616D2}"/>
                      </a:ext>
                    </a:extLst>
                  </p:cNvPr>
                  <p:cNvSpPr/>
                  <p:nvPr/>
                </p:nvSpPr>
                <p:spPr>
                  <a:xfrm>
                    <a:off x="5688676" y="3913797"/>
                    <a:ext cx="142094" cy="183326"/>
                  </a:xfrm>
                  <a:custGeom>
                    <a:avLst/>
                    <a:gdLst>
                      <a:gd name="connsiteX0" fmla="*/ 330195 w 915463"/>
                      <a:gd name="connsiteY0" fmla="*/ 465362 h 1181103"/>
                      <a:gd name="connsiteX1" fmla="*/ 85961 w 915463"/>
                      <a:gd name="connsiteY1" fmla="*/ 1107196 h 1181103"/>
                      <a:gd name="connsiteX2" fmla="*/ 689285 w 915463"/>
                      <a:gd name="connsiteY2" fmla="*/ 834852 h 1181103"/>
                      <a:gd name="connsiteX3" fmla="*/ 689008 w 915463"/>
                      <a:gd name="connsiteY3" fmla="*/ 321147 h 1181103"/>
                      <a:gd name="connsiteX4" fmla="*/ 915453 w 915463"/>
                      <a:gd name="connsiteY4" fmla="*/ 382438 h 1181103"/>
                      <a:gd name="connsiteX5" fmla="*/ 915453 w 915463"/>
                      <a:gd name="connsiteY5" fmla="*/ 201714 h 1181103"/>
                      <a:gd name="connsiteX6" fmla="*/ 800081 w 915463"/>
                      <a:gd name="connsiteY6" fmla="*/ 114829 h 1181103"/>
                      <a:gd name="connsiteX7" fmla="*/ 713394 w 915463"/>
                      <a:gd name="connsiteY7" fmla="*/ 111 h 1181103"/>
                      <a:gd name="connsiteX8" fmla="*/ 517396 w 915463"/>
                      <a:gd name="connsiteY8" fmla="*/ 111 h 1181103"/>
                      <a:gd name="connsiteX9" fmla="*/ 517179 w 915463"/>
                      <a:gd name="connsiteY9" fmla="*/ 889725 h 1181103"/>
                      <a:gd name="connsiteX10" fmla="*/ 256998 w 915463"/>
                      <a:gd name="connsiteY10" fmla="*/ 937684 h 1181103"/>
                      <a:gd name="connsiteX11" fmla="*/ 330393 w 915463"/>
                      <a:gd name="connsiteY11" fmla="*/ 632496 h 118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5463" h="1181103">
                        <a:moveTo>
                          <a:pt x="330195" y="465362"/>
                        </a:moveTo>
                        <a:cubicBezTo>
                          <a:pt x="78493" y="497335"/>
                          <a:pt x="-120595" y="818252"/>
                          <a:pt x="85961" y="1107196"/>
                        </a:cubicBezTo>
                        <a:cubicBezTo>
                          <a:pt x="276768" y="1263257"/>
                          <a:pt x="678271" y="1172568"/>
                          <a:pt x="689285" y="834852"/>
                        </a:cubicBezTo>
                        <a:lnTo>
                          <a:pt x="689008" y="321147"/>
                        </a:lnTo>
                        <a:cubicBezTo>
                          <a:pt x="757649" y="361464"/>
                          <a:pt x="835847" y="382630"/>
                          <a:pt x="915453" y="382438"/>
                        </a:cubicBezTo>
                        <a:lnTo>
                          <a:pt x="915453" y="201714"/>
                        </a:lnTo>
                        <a:cubicBezTo>
                          <a:pt x="868656" y="185905"/>
                          <a:pt x="828201" y="155438"/>
                          <a:pt x="800081" y="114829"/>
                        </a:cubicBezTo>
                        <a:cubicBezTo>
                          <a:pt x="758837" y="87713"/>
                          <a:pt x="728217" y="47192"/>
                          <a:pt x="713394" y="111"/>
                        </a:cubicBezTo>
                        <a:lnTo>
                          <a:pt x="517396" y="111"/>
                        </a:lnTo>
                        <a:lnTo>
                          <a:pt x="517179" y="889725"/>
                        </a:lnTo>
                        <a:cubicBezTo>
                          <a:pt x="517000" y="1014090"/>
                          <a:pt x="309632" y="1058365"/>
                          <a:pt x="256998" y="937684"/>
                        </a:cubicBezTo>
                        <a:cubicBezTo>
                          <a:pt x="125145" y="874650"/>
                          <a:pt x="154958" y="635111"/>
                          <a:pt x="330393" y="632496"/>
                        </a:cubicBezTo>
                        <a:close/>
                      </a:path>
                    </a:pathLst>
                  </a:custGeom>
                  <a:solidFill>
                    <a:srgbClr val="FFFFFF"/>
                  </a:solidFill>
                  <a:ln w="1977" cap="flat">
                    <a:noFill/>
                    <a:prstDash val="solid"/>
                    <a:miter/>
                  </a:ln>
                </p:spPr>
                <p:txBody>
                  <a:bodyPr rtlCol="0" anchor="ctr"/>
                  <a:lstStyle/>
                  <a:p>
                    <a:endParaRPr lang="zh-CN" altLang="en-US"/>
                  </a:p>
                </p:txBody>
              </p:sp>
            </p:grpSp>
          </p:grpSp>
        </p:grpSp>
      </p:grpSp>
      <p:grpSp>
        <p:nvGrpSpPr>
          <p:cNvPr id="20" name="组合 19">
            <a:extLst>
              <a:ext uri="{FF2B5EF4-FFF2-40B4-BE49-F238E27FC236}">
                <a16:creationId xmlns:a16="http://schemas.microsoft.com/office/drawing/2014/main" id="{DD9EA821-F984-4669-EA0C-BE1806415DE3}"/>
              </a:ext>
            </a:extLst>
          </p:cNvPr>
          <p:cNvGrpSpPr/>
          <p:nvPr/>
        </p:nvGrpSpPr>
        <p:grpSpPr>
          <a:xfrm>
            <a:off x="639654" y="3254342"/>
            <a:ext cx="1368001" cy="1368000"/>
            <a:chOff x="645646" y="3254342"/>
            <a:chExt cx="1368001" cy="1368000"/>
          </a:xfrm>
        </p:grpSpPr>
        <p:sp>
          <p:nvSpPr>
            <p:cNvPr id="26" name="矩形: 圆角 25">
              <a:extLst>
                <a:ext uri="{FF2B5EF4-FFF2-40B4-BE49-F238E27FC236}">
                  <a16:creationId xmlns:a16="http://schemas.microsoft.com/office/drawing/2014/main" id="{E3A05637-B374-1042-609C-6B6857B12A76}"/>
                </a:ext>
              </a:extLst>
            </p:cNvPr>
            <p:cNvSpPr/>
            <p:nvPr/>
          </p:nvSpPr>
          <p:spPr>
            <a:xfrm>
              <a:off x="645646" y="3254342"/>
              <a:ext cx="1368001"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E4162175-CEA8-54AC-1BF5-DCC85F38B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894" y="3313513"/>
              <a:ext cx="1259512" cy="1259512"/>
            </a:xfrm>
            <a:prstGeom prst="rect">
              <a:avLst/>
            </a:prstGeom>
            <a:noFill/>
            <a:extLst>
              <a:ext uri="{909E8E84-426E-40DD-AFC4-6F175D3DCCD1}">
                <a14:hiddenFill xmlns:a14="http://schemas.microsoft.com/office/drawing/2010/main">
                  <a:solidFill>
                    <a:srgbClr val="FFFFFF"/>
                  </a:solidFill>
                </a14:hiddenFill>
              </a:ext>
            </a:extLst>
          </p:spPr>
        </p:pic>
        <p:pic>
          <p:nvPicPr>
            <p:cNvPr id="63" name="图片 62" descr="图形用户界面, 应用程序&#10;&#10;描述已自动生成">
              <a:extLst>
                <a:ext uri="{FF2B5EF4-FFF2-40B4-BE49-F238E27FC236}">
                  <a16:creationId xmlns:a16="http://schemas.microsoft.com/office/drawing/2014/main" id="{949BD465-CFA4-24C1-D1DF-B9F42E85D6AA}"/>
                </a:ext>
              </a:extLst>
            </p:cNvPr>
            <p:cNvPicPr>
              <a:picLocks noChangeAspect="1"/>
            </p:cNvPicPr>
            <p:nvPr/>
          </p:nvPicPr>
          <p:blipFill rotWithShape="1">
            <a:blip r:embed="rId13">
              <a:extLst>
                <a:ext uri="{28A0092B-C50C-407E-A947-70E740481C1C}">
                  <a14:useLocalDpi xmlns:a14="http://schemas.microsoft.com/office/drawing/2010/main" val="0"/>
                </a:ext>
              </a:extLst>
            </a:blip>
            <a:srcRect l="32153" t="31600" r="31817" b="31457"/>
            <a:stretch/>
          </p:blipFill>
          <p:spPr>
            <a:xfrm>
              <a:off x="1198861" y="3806090"/>
              <a:ext cx="267577" cy="274357"/>
            </a:xfrm>
            <a:prstGeom prst="rect">
              <a:avLst/>
            </a:prstGeom>
            <a:solidFill>
              <a:srgbClr val="FFFFFF"/>
            </a:solidFill>
            <a:ln>
              <a:solidFill>
                <a:srgbClr val="FFFFFF"/>
              </a:solidFill>
            </a:ln>
          </p:spPr>
        </p:pic>
      </p:grpSp>
      <p:grpSp>
        <p:nvGrpSpPr>
          <p:cNvPr id="1027" name="组合 1026">
            <a:extLst>
              <a:ext uri="{FF2B5EF4-FFF2-40B4-BE49-F238E27FC236}">
                <a16:creationId xmlns:a16="http://schemas.microsoft.com/office/drawing/2014/main" id="{57655527-BA24-D53F-DE51-917C7CA056F9}"/>
              </a:ext>
            </a:extLst>
          </p:cNvPr>
          <p:cNvGrpSpPr/>
          <p:nvPr/>
        </p:nvGrpSpPr>
        <p:grpSpPr>
          <a:xfrm>
            <a:off x="8351646" y="3254342"/>
            <a:ext cx="1368001" cy="1368000"/>
            <a:chOff x="9361300" y="3213004"/>
            <a:chExt cx="1509223" cy="1509222"/>
          </a:xfrm>
        </p:grpSpPr>
        <p:sp>
          <p:nvSpPr>
            <p:cNvPr id="58" name="矩形: 圆角 57">
              <a:extLst>
                <a:ext uri="{FF2B5EF4-FFF2-40B4-BE49-F238E27FC236}">
                  <a16:creationId xmlns:a16="http://schemas.microsoft.com/office/drawing/2014/main" id="{73FE04D0-A350-450C-509C-104CBD24D54C}"/>
                </a:ext>
              </a:extLst>
            </p:cNvPr>
            <p:cNvSpPr/>
            <p:nvPr/>
          </p:nvSpPr>
          <p:spPr>
            <a:xfrm>
              <a:off x="9361300" y="3213004"/>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5" name="组合 1024">
              <a:extLst>
                <a:ext uri="{FF2B5EF4-FFF2-40B4-BE49-F238E27FC236}">
                  <a16:creationId xmlns:a16="http://schemas.microsoft.com/office/drawing/2014/main" id="{ABAAB98A-71B9-93DF-CF2A-9596C011D744}"/>
                </a:ext>
              </a:extLst>
            </p:cNvPr>
            <p:cNvGrpSpPr/>
            <p:nvPr/>
          </p:nvGrpSpPr>
          <p:grpSpPr>
            <a:xfrm>
              <a:off x="9450123" y="3310337"/>
              <a:ext cx="1331575" cy="1314557"/>
              <a:chOff x="9454554" y="3310337"/>
              <a:chExt cx="1331575" cy="1314557"/>
            </a:xfrm>
          </p:grpSpPr>
          <p:pic>
            <p:nvPicPr>
              <p:cNvPr id="135" name="图片 134" descr="QR 代码&#10;&#10;描述已自动生成">
                <a:extLst>
                  <a:ext uri="{FF2B5EF4-FFF2-40B4-BE49-F238E27FC236}">
                    <a16:creationId xmlns:a16="http://schemas.microsoft.com/office/drawing/2014/main" id="{36C3624D-62BD-8533-DE90-A3FC9D1E4D5D}"/>
                  </a:ext>
                </a:extLst>
              </p:cNvPr>
              <p:cNvPicPr>
                <a:picLocks noChangeAspect="1"/>
              </p:cNvPicPr>
              <p:nvPr/>
            </p:nvPicPr>
            <p:blipFill rotWithShape="1">
              <a:blip r:embed="rId14">
                <a:extLst>
                  <a:ext uri="{28A0092B-C50C-407E-A947-70E740481C1C}">
                    <a14:useLocalDpi xmlns:a14="http://schemas.microsoft.com/office/drawing/2010/main" val="0"/>
                  </a:ext>
                </a:extLst>
              </a:blip>
              <a:srcRect l="15848" t="26200" r="15159" b="19595"/>
              <a:stretch/>
            </p:blipFill>
            <p:spPr>
              <a:xfrm>
                <a:off x="9454554" y="3310337"/>
                <a:ext cx="1331575" cy="1314557"/>
              </a:xfrm>
              <a:prstGeom prst="rect">
                <a:avLst/>
              </a:prstGeom>
            </p:spPr>
          </p:pic>
          <p:grpSp>
            <p:nvGrpSpPr>
              <p:cNvPr id="143" name="组合 142">
                <a:extLst>
                  <a:ext uri="{FF2B5EF4-FFF2-40B4-BE49-F238E27FC236}">
                    <a16:creationId xmlns:a16="http://schemas.microsoft.com/office/drawing/2014/main" id="{ED82649F-D61F-61F9-8FA0-367AC89C1099}"/>
                  </a:ext>
                </a:extLst>
              </p:cNvPr>
              <p:cNvGrpSpPr/>
              <p:nvPr/>
            </p:nvGrpSpPr>
            <p:grpSpPr>
              <a:xfrm>
                <a:off x="9959600" y="3820016"/>
                <a:ext cx="321483" cy="295200"/>
                <a:chOff x="9736169" y="3796703"/>
                <a:chExt cx="319521" cy="273735"/>
              </a:xfrm>
            </p:grpSpPr>
            <p:sp>
              <p:nvSpPr>
                <p:cNvPr id="137" name="矩形: 圆角 136">
                  <a:extLst>
                    <a:ext uri="{FF2B5EF4-FFF2-40B4-BE49-F238E27FC236}">
                      <a16:creationId xmlns:a16="http://schemas.microsoft.com/office/drawing/2014/main" id="{2C785318-74EA-0CAC-83B4-B040FD311C3B}"/>
                    </a:ext>
                  </a:extLst>
                </p:cNvPr>
                <p:cNvSpPr/>
                <p:nvPr/>
              </p:nvSpPr>
              <p:spPr>
                <a:xfrm>
                  <a:off x="9736169" y="3796703"/>
                  <a:ext cx="319521" cy="273735"/>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图形 45">
                  <a:extLst>
                    <a:ext uri="{FF2B5EF4-FFF2-40B4-BE49-F238E27FC236}">
                      <a16:creationId xmlns:a16="http://schemas.microsoft.com/office/drawing/2014/main" id="{C27A176A-8F8D-527D-1B2F-0EAF88C2A520}"/>
                    </a:ext>
                  </a:extLst>
                </p:cNvPr>
                <p:cNvSpPr/>
                <p:nvPr/>
              </p:nvSpPr>
              <p:spPr>
                <a:xfrm>
                  <a:off x="9794219" y="3844061"/>
                  <a:ext cx="203420" cy="179017"/>
                </a:xfrm>
                <a:custGeom>
                  <a:avLst/>
                  <a:gdLst>
                    <a:gd name="connsiteX0" fmla="*/ 41698 w 348174"/>
                    <a:gd name="connsiteY0" fmla="*/ 7060 h 306405"/>
                    <a:gd name="connsiteX1" fmla="*/ 119653 w 348174"/>
                    <a:gd name="connsiteY1" fmla="*/ 85014 h 306405"/>
                    <a:gd name="connsiteX2" fmla="*/ 181448 w 348174"/>
                    <a:gd name="connsiteY2" fmla="*/ 188894 h 306405"/>
                    <a:gd name="connsiteX3" fmla="*/ 231169 w 348174"/>
                    <a:gd name="connsiteY3" fmla="*/ 265428 h 306405"/>
                    <a:gd name="connsiteX4" fmla="*/ 274496 w 348174"/>
                    <a:gd name="connsiteY4" fmla="*/ 305915 h 306405"/>
                    <a:gd name="connsiteX5" fmla="*/ 340731 w 348174"/>
                    <a:gd name="connsiteY5" fmla="*/ 154090 h 306405"/>
                    <a:gd name="connsiteX6" fmla="*/ 344993 w 348174"/>
                    <a:gd name="connsiteY6" fmla="*/ 124968 h 306405"/>
                    <a:gd name="connsiteX7" fmla="*/ 328123 w 348174"/>
                    <a:gd name="connsiteY7" fmla="*/ 667 h 306405"/>
                    <a:gd name="connsiteX8" fmla="*/ 292609 w 348174"/>
                    <a:gd name="connsiteY8" fmla="*/ 14696 h 306405"/>
                    <a:gd name="connsiteX9" fmla="*/ 148597 w 348174"/>
                    <a:gd name="connsiteY9" fmla="*/ 220680 h 306405"/>
                    <a:gd name="connsiteX10" fmla="*/ 69400 w 348174"/>
                    <a:gd name="connsiteY10" fmla="*/ 302896 h 306405"/>
                    <a:gd name="connsiteX11" fmla="*/ 21278 w 348174"/>
                    <a:gd name="connsiteY11" fmla="*/ 221213 h 306405"/>
                    <a:gd name="connsiteX12" fmla="*/ 857 w 348174"/>
                    <a:gd name="connsiteY12" fmla="*/ 56248 h 306405"/>
                    <a:gd name="connsiteX13" fmla="*/ 18614 w 348174"/>
                    <a:gd name="connsiteY13" fmla="*/ -43 h 306405"/>
                    <a:gd name="connsiteX14" fmla="*/ 41698 w 348174"/>
                    <a:gd name="connsiteY14" fmla="*/ 7060 h 30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174" h="306405">
                      <a:moveTo>
                        <a:pt x="41698" y="7060"/>
                      </a:moveTo>
                      <a:cubicBezTo>
                        <a:pt x="71184" y="29292"/>
                        <a:pt x="97423" y="55520"/>
                        <a:pt x="119653" y="85014"/>
                      </a:cubicBezTo>
                      <a:cubicBezTo>
                        <a:pt x="142562" y="118220"/>
                        <a:pt x="163206" y="152918"/>
                        <a:pt x="181448" y="188894"/>
                      </a:cubicBezTo>
                      <a:cubicBezTo>
                        <a:pt x="195759" y="215814"/>
                        <a:pt x="212396" y="241420"/>
                        <a:pt x="231169" y="265428"/>
                      </a:cubicBezTo>
                      <a:cubicBezTo>
                        <a:pt x="252833" y="292774"/>
                        <a:pt x="263842" y="306447"/>
                        <a:pt x="274496" y="305915"/>
                      </a:cubicBezTo>
                      <a:cubicBezTo>
                        <a:pt x="313385" y="303606"/>
                        <a:pt x="337357" y="172025"/>
                        <a:pt x="340731" y="154090"/>
                      </a:cubicBezTo>
                      <a:cubicBezTo>
                        <a:pt x="343217" y="139884"/>
                        <a:pt x="344460" y="129940"/>
                        <a:pt x="344993" y="124968"/>
                      </a:cubicBezTo>
                      <a:cubicBezTo>
                        <a:pt x="346413" y="111473"/>
                        <a:pt x="357245" y="12209"/>
                        <a:pt x="328123" y="667"/>
                      </a:cubicBezTo>
                      <a:cubicBezTo>
                        <a:pt x="317469" y="-3594"/>
                        <a:pt x="304329" y="5284"/>
                        <a:pt x="292609" y="14696"/>
                      </a:cubicBezTo>
                      <a:cubicBezTo>
                        <a:pt x="227440" y="66369"/>
                        <a:pt x="205598" y="132249"/>
                        <a:pt x="148597" y="220680"/>
                      </a:cubicBezTo>
                      <a:cubicBezTo>
                        <a:pt x="96568" y="301120"/>
                        <a:pt x="78634" y="304317"/>
                        <a:pt x="69400" y="302896"/>
                      </a:cubicBezTo>
                      <a:cubicBezTo>
                        <a:pt x="48624" y="299877"/>
                        <a:pt x="38147" y="269512"/>
                        <a:pt x="21278" y="221213"/>
                      </a:cubicBezTo>
                      <a:cubicBezTo>
                        <a:pt x="4239" y="167976"/>
                        <a:pt x="-2686" y="112023"/>
                        <a:pt x="857" y="56248"/>
                      </a:cubicBezTo>
                      <a:cubicBezTo>
                        <a:pt x="2810" y="23396"/>
                        <a:pt x="7604" y="2976"/>
                        <a:pt x="18614" y="-43"/>
                      </a:cubicBezTo>
                      <a:cubicBezTo>
                        <a:pt x="27008" y="-1588"/>
                        <a:pt x="35627" y="1058"/>
                        <a:pt x="41698" y="7060"/>
                      </a:cubicBezTo>
                      <a:close/>
                    </a:path>
                  </a:pathLst>
                </a:custGeom>
                <a:noFill/>
                <a:ln w="15875" cap="flat">
                  <a:solidFill>
                    <a:srgbClr val="F4A470"/>
                  </a:solidFill>
                  <a:prstDash val="solid"/>
                  <a:miter/>
                </a:ln>
              </p:spPr>
              <p:txBody>
                <a:bodyPr rtlCol="0" anchor="ctr"/>
                <a:lstStyle/>
                <a:p>
                  <a:endParaRPr lang="zh-CN" altLang="en-US" dirty="0"/>
                </a:p>
              </p:txBody>
            </p:sp>
          </p:grpSp>
        </p:grpSp>
      </p:grpSp>
      <p:sp>
        <p:nvSpPr>
          <p:cNvPr id="142" name="矩形 190">
            <a:extLst>
              <a:ext uri="{FF2B5EF4-FFF2-40B4-BE49-F238E27FC236}">
                <a16:creationId xmlns:a16="http://schemas.microsoft.com/office/drawing/2014/main" id="{2E6569E9-320F-390C-3205-EF77B9DBC45D}"/>
              </a:ext>
            </a:extLst>
          </p:cNvPr>
          <p:cNvSpPr/>
          <p:nvPr/>
        </p:nvSpPr>
        <p:spPr>
          <a:xfrm>
            <a:off x="8405890"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微信视频号</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87316794"/>
      </p:ext>
    </p:extLst>
  </p:cSld>
  <p:clrMapOvr>
    <a:masterClrMapping/>
  </p:clrMapOvr>
</p:sld>
</file>

<file path=ppt/slides/slide13.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BE95CA9-458F-B3CC-8303-14563A213154}"/>
              </a:ext>
            </a:extLst>
          </p:cNvPr>
          <p:cNvGrpSpPr/>
          <p:nvPr/>
        </p:nvGrpSpPr>
        <p:grpSpPr>
          <a:xfrm>
            <a:off x="5252647" y="0"/>
            <a:ext cx="6939359" cy="6858000"/>
            <a:chOff x="5252643" y="0"/>
            <a:chExt cx="6939358" cy="6858000"/>
          </a:xfrm>
          <a:solidFill>
            <a:schemeClr val="tx2">
              <a:alpha val="20000"/>
            </a:schemeClr>
          </a:solidFill>
        </p:grpSpPr>
        <p:sp>
          <p:nvSpPr>
            <p:cNvPr id="11" name="任意多边形: 形状 10">
              <a:extLst>
                <a:ext uri="{FF2B5EF4-FFF2-40B4-BE49-F238E27FC236}">
                  <a16:creationId xmlns:a16="http://schemas.microsoft.com/office/drawing/2014/main" id="{30DFF5BB-C0F5-38FE-12DA-6B156C73D714}"/>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 name="任意多边形: 形状 11">
              <a:extLst>
                <a:ext uri="{FF2B5EF4-FFF2-40B4-BE49-F238E27FC236}">
                  <a16:creationId xmlns:a16="http://schemas.microsoft.com/office/drawing/2014/main" id="{C36B23CC-44CF-5A26-16A4-B517D7647186}"/>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 name="任意多边形: 形状 12">
              <a:extLst>
                <a:ext uri="{FF2B5EF4-FFF2-40B4-BE49-F238E27FC236}">
                  <a16:creationId xmlns:a16="http://schemas.microsoft.com/office/drawing/2014/main" id="{D6312AB6-0552-36C2-2C80-B5E3E6F86949}"/>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2" name="矩形 189">
            <a:extLst>
              <a:ext uri="{FF2B5EF4-FFF2-40B4-BE49-F238E27FC236}">
                <a16:creationId xmlns:a16="http://schemas.microsoft.com/office/drawing/2014/main" id="{1DF5F10D-FA28-EF46-5024-681143D90CB4}"/>
              </a:ext>
            </a:extLst>
          </p:cNvPr>
          <p:cNvSpPr/>
          <p:nvPr/>
        </p:nvSpPr>
        <p:spPr>
          <a:xfrm>
            <a:off x="660400" y="4310626"/>
            <a:ext cx="2620128" cy="335156"/>
          </a:xfrm>
          <a:prstGeom prst="rect">
            <a:avLst/>
          </a:prstGeom>
          <a:noFill/>
          <a:ln>
            <a:noFill/>
          </a:ln>
        </p:spPr>
        <p:txBody>
          <a:bodyPr wrap="square" anchor="ctr">
            <a:spAutoFit/>
          </a:bodyPr>
          <a:lstStyle/>
          <a:p>
            <a:pPr defTabSz="914332">
              <a:lnSpc>
                <a:spcPct val="150000"/>
              </a:lnSpc>
              <a:defRPr/>
            </a:pPr>
            <a:r>
              <a:rPr lang="en-US" altLang="zh-CN" sz="12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2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 name="组合 3">
            <a:extLst>
              <a:ext uri="{FF2B5EF4-FFF2-40B4-BE49-F238E27FC236}">
                <a16:creationId xmlns:a16="http://schemas.microsoft.com/office/drawing/2014/main" id="{589332AF-9241-F3C4-8C4F-05F9BE664A9B}"/>
              </a:ext>
            </a:extLst>
          </p:cNvPr>
          <p:cNvGrpSpPr/>
          <p:nvPr/>
        </p:nvGrpSpPr>
        <p:grpSpPr>
          <a:xfrm>
            <a:off x="3550920" y="1208291"/>
            <a:ext cx="7967981" cy="5027408"/>
            <a:chOff x="3898800" y="2171140"/>
            <a:chExt cx="7619676" cy="4778460"/>
          </a:xfrm>
        </p:grpSpPr>
        <p:sp>
          <p:nvSpPr>
            <p:cNvPr id="5" name="矩形 4">
              <a:extLst>
                <a:ext uri="{FF2B5EF4-FFF2-40B4-BE49-F238E27FC236}">
                  <a16:creationId xmlns:a16="http://schemas.microsoft.com/office/drawing/2014/main" id="{D13BBE83-7819-57D2-1F1E-8270C438199B}"/>
                </a:ext>
              </a:extLst>
            </p:cNvPr>
            <p:cNvSpPr/>
            <p:nvPr/>
          </p:nvSpPr>
          <p:spPr>
            <a:xfrm>
              <a:off x="3898800" y="2482990"/>
              <a:ext cx="7619676" cy="2025830"/>
            </a:xfrm>
            <a:prstGeom prst="rect">
              <a:avLst/>
            </a:prstGeom>
            <a:ln w="3175">
              <a:noFill/>
            </a:ln>
          </p:spPr>
          <p:txBody>
            <a:bodyPr wrap="square">
              <a:noAutofit/>
            </a:bodyPr>
            <a:lstStyle/>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文件由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提供</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尊重知识产权并注重保护用户及原始权利人享有的各项合法权利。</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郑重提醒您：</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文件中提供的任何信息内容（包括但不限于设计、版式、图形、图标、字体等元素）的所有权、知识产权或其他合法权利归其原始权利人或权利受让人所有，您免费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付费获得的是信息内容的使用权，您应用于非商业用途。您的使用行为应当遵循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官方网站（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zh-CN" altLang="en-US" sz="700" dirty="0">
                  <a:latin typeface="Arial" panose="020B0604020202020204" pitchFamily="34" charset="0"/>
                  <a:ea typeface="微软雅黑" panose="020B0503020204020204" pitchFamily="34" charset="-122"/>
                  <a:sym typeface="Arial" panose="020B0604020202020204" pitchFamily="34" charset="0"/>
                </a:rPr>
                <a:t>）的“版权声明”、“用户协议”“会员协议”等条款的约束。</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a:t>
              </a:r>
              <a:r>
                <a:rPr lang="zh-CN" altLang="en-US" sz="800" b="1" dirty="0">
                  <a:latin typeface="Arial" panose="020B0604020202020204" pitchFamily="34" charset="0"/>
                  <a:ea typeface="微软雅黑" panose="020B0503020204020204" pitchFamily="34" charset="-122"/>
                  <a:sym typeface="Arial" panose="020B0604020202020204" pitchFamily="34" charset="0"/>
                </a:rPr>
                <a:t>郑重提醒您：</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您不可对免费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付费获得而使用的</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文件主张所有权或知识产权。</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您不可将信息内容的全部或部分用于出售、出租、出借、发布等方式供他人使用。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您对</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文件自行添加或修改的原创内容，其相关权利归您所有，但您不得主张关于本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文件本身的权利，亦不得将创作的衍生文件进行出售、出租、出借、发布等方式供他人使用。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您不可在接入互联网或移动互联网的任何网站、平台、应用或程序上以任何方式为他人提供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工具 </a:t>
              </a:r>
              <a:r>
                <a:rPr lang="en-US" altLang="zh-CN" sz="700" dirty="0">
                  <a:latin typeface="Arial" panose="020B0604020202020204" pitchFamily="34" charset="0"/>
                  <a:ea typeface="微软雅黑" panose="020B0503020204020204" pitchFamily="34" charset="-122"/>
                  <a:sym typeface="Arial" panose="020B0604020202020204" pitchFamily="34" charset="0"/>
                </a:rPr>
                <a:t>/ </a:t>
              </a:r>
              <a:r>
                <a:rPr lang="zh-CN" altLang="en-US" sz="700" dirty="0">
                  <a:latin typeface="Arial" panose="020B0604020202020204" pitchFamily="34" charset="0"/>
                  <a:ea typeface="微软雅黑" panose="020B0503020204020204" pitchFamily="34" charset="-122"/>
                  <a:sym typeface="Arial" panose="020B0604020202020204" pitchFamily="34" charset="0"/>
                </a:rPr>
                <a:t>平台中的资源内容下载。</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您违反本提示或相关协议或违反相关法律法规所引发的任何纠纷、索赔、损失或法律责任，均由您自行承担。如因此给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或任何原始权利人、权利受让人造成损失的，您应承担相应赔偿责任。</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53F3BAB7-D034-9082-BA74-8DBA71D54D3C}"/>
                </a:ext>
              </a:extLst>
            </p:cNvPr>
            <p:cNvSpPr/>
            <p:nvPr/>
          </p:nvSpPr>
          <p:spPr>
            <a:xfrm>
              <a:off x="3898800" y="2171140"/>
              <a:ext cx="7619676" cy="292536"/>
            </a:xfrm>
            <a:prstGeom prst="rect">
              <a:avLst/>
            </a:prstGeom>
          </p:spPr>
          <p:txBody>
            <a:bodyPr wrap="none">
              <a:spAutoFit/>
            </a:bodyPr>
            <a:lstStyle/>
            <a:p>
              <a:r>
                <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重要提示 </a:t>
              </a:r>
              <a:r>
                <a:rPr lang="en-US" altLang="zh-CN"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IMPORTANT NOTE:</a:t>
              </a:r>
              <a:endPar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69A3C81C-6B0E-8F93-0B84-1AC3A5076E59}"/>
                </a:ext>
              </a:extLst>
            </p:cNvPr>
            <p:cNvSpPr/>
            <p:nvPr/>
          </p:nvSpPr>
          <p:spPr>
            <a:xfrm>
              <a:off x="3898800" y="4581837"/>
              <a:ext cx="7619676" cy="2367763"/>
            </a:xfrm>
            <a:prstGeom prst="rect">
              <a:avLst/>
            </a:prstGeom>
            <a:ln w="3175">
              <a:noFill/>
            </a:ln>
          </p:spPr>
          <p:txBody>
            <a:bodyPr wrap="square">
              <a:noAutofit/>
            </a:bodyPr>
            <a:lstStyle/>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IMPORTANT NOTE</a:t>
              </a:r>
              <a:r>
                <a:rPr lang="zh-CN" altLang="en-US" sz="800" b="1" dirty="0">
                  <a:latin typeface="Arial" panose="020B0604020202020204" pitchFamily="34" charset="0"/>
                  <a:ea typeface="微软雅黑" panose="020B0503020204020204" pitchFamily="34" charset="-122"/>
                  <a:sym typeface="Arial" panose="020B0604020202020204" pitchFamily="34" charset="0"/>
                </a:rPr>
                <a:t>：</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700" dirty="0">
                  <a:latin typeface="Arial" panose="020B0604020202020204" pitchFamily="34" charset="0"/>
                  <a:ea typeface="微软雅黑" panose="020B0503020204020204" pitchFamily="34" charset="-122"/>
                  <a:sym typeface="Arial" panose="020B0604020202020204" pitchFamily="34" charset="0"/>
                </a:rPr>
                <a:t>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is provided by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iSlide.iSlide</a:t>
              </a:r>
              <a:r>
                <a:rPr lang="en-US" altLang="zh-CN" sz="700" dirty="0">
                  <a:latin typeface="Arial" panose="020B0604020202020204" pitchFamily="34" charset="0"/>
                  <a:ea typeface="微软雅黑" panose="020B0503020204020204" pitchFamily="34" charset="-122"/>
                  <a:sym typeface="Arial" panose="020B0604020202020204" pitchFamily="34" charset="0"/>
                </a:rPr>
                <a:t> respects intellectual property rights and is committed to protecting the lawful rights and interests of users and original rights </a:t>
              </a:r>
              <a:r>
                <a:rPr lang="en-US" altLang="zh-CN" sz="700" dirty="0" err="1">
                  <a:latin typeface="Arial" panose="020B0604020202020204" pitchFamily="34" charset="0"/>
                  <a:ea typeface="微软雅黑" panose="020B0503020204020204" pitchFamily="34" charset="-122"/>
                  <a:sym typeface="Arial" panose="020B0604020202020204" pitchFamily="34" charset="0"/>
                </a:rPr>
                <a:t>holders.All</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contained 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 including but not limited to design, layout, graphics, icons, fonts, and other elements — is the property of the original rights holders or their assignees. By obtaining this file (whether for free or via purchase), you are granted the right to use the content, solely for non-commercial purposes. Your use of this file is subject to the terms outlined 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official website statements, including the Copyright Notice, User Agreement, and Membership Agreement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en-US" altLang="zh-CN" sz="700" dirty="0">
                  <a:latin typeface="Arial" panose="020B0604020202020204" pitchFamily="34" charset="0"/>
                  <a:ea typeface="微软雅黑" panose="020B0503020204020204" pitchFamily="34" charset="-122"/>
                  <a:sym typeface="Arial" panose="020B0604020202020204" pitchFamily="34" charset="0"/>
                </a:rPr>
                <a:t>).</a:t>
              </a: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hereby reminds you:</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claim ownership or intellectual property rights over any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acquired (free or paid) from iSlide.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sell, rent, lend, or distribute this file, in whole or in part, to any third party.</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original content you add or modify within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belongs to you. However, you may not claim rights over the base file itself or commercially distribute any derivative works created from it.</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provide access to download or obtain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resources on any internet or mobile platform, application, or website.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disputes, claims, losses, or legal liabilities arising from violation of this notice, relevant agreements, or applicable laws and regulations shall be solely borne by you. If your actions result in losses to iSlide or any original rights holder or assignee, you shall be held liable for corresponding compensation.</a:t>
              </a:r>
            </a:p>
          </p:txBody>
        </p:sp>
      </p:grpSp>
      <p:pic>
        <p:nvPicPr>
          <p:cNvPr id="7" name="图片 6">
            <a:extLst>
              <a:ext uri="{FF2B5EF4-FFF2-40B4-BE49-F238E27FC236}">
                <a16:creationId xmlns:a16="http://schemas.microsoft.com/office/drawing/2014/main" id="{42107D6E-414B-6410-6F6E-BC9A105C44C9}"/>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660400" y="5031395"/>
            <a:ext cx="1048192" cy="1048192"/>
          </a:xfrm>
          <a:prstGeom prst="rect">
            <a:avLst/>
          </a:prstGeom>
        </p:spPr>
      </p:pic>
      <p:grpSp>
        <p:nvGrpSpPr>
          <p:cNvPr id="20" name="组合 19">
            <a:extLst>
              <a:ext uri="{FF2B5EF4-FFF2-40B4-BE49-F238E27FC236}">
                <a16:creationId xmlns:a16="http://schemas.microsoft.com/office/drawing/2014/main" id="{1D5D3C75-2090-058E-6C6D-78603FF65CFD}"/>
              </a:ext>
            </a:extLst>
          </p:cNvPr>
          <p:cNvGrpSpPr/>
          <p:nvPr/>
        </p:nvGrpSpPr>
        <p:grpSpPr>
          <a:xfrm>
            <a:off x="660400" y="2513431"/>
            <a:ext cx="2620129" cy="1615994"/>
            <a:chOff x="660400" y="2513431"/>
            <a:chExt cx="2620129" cy="1615994"/>
          </a:xfrm>
        </p:grpSpPr>
        <p:sp>
          <p:nvSpPr>
            <p:cNvPr id="3" name="矩形 190">
              <a:extLst>
                <a:ext uri="{FF2B5EF4-FFF2-40B4-BE49-F238E27FC236}">
                  <a16:creationId xmlns:a16="http://schemas.microsoft.com/office/drawing/2014/main" id="{8BD58EB1-E9DD-1914-42DA-A386E06FC943}"/>
                </a:ext>
              </a:extLst>
            </p:cNvPr>
            <p:cNvSpPr>
              <a:spLocks/>
            </p:cNvSpPr>
            <p:nvPr/>
          </p:nvSpPr>
          <p:spPr>
            <a:xfrm>
              <a:off x="660400" y="2513431"/>
              <a:ext cx="2620129" cy="244169"/>
            </a:xfrm>
            <a:prstGeom prst="rect">
              <a:avLst/>
            </a:prstGeom>
            <a:noFill/>
            <a:ln>
              <a:noFill/>
            </a:ln>
          </p:spPr>
          <p:txBody>
            <a:bodyPr wrap="square" anchor="t">
              <a:normAutofit/>
            </a:bodyPr>
            <a:lstStyle/>
            <a:p>
              <a:pPr defTabSz="914332">
                <a:lnSpc>
                  <a:spcPct val="120000"/>
                </a:lnSpc>
                <a:defRPr/>
              </a:pPr>
              <a:r>
                <a:rPr lang="zh-CN" altLang="en-US" sz="900" dirty="0">
                  <a:latin typeface="Arial" panose="020B0604020202020204" pitchFamily="34" charset="0"/>
                  <a:ea typeface="微软雅黑" panose="020B0503020204020204" pitchFamily="34" charset="-122"/>
                  <a:sym typeface="Arial" panose="020B0604020202020204" pitchFamily="34" charset="0"/>
                </a:rPr>
                <a:t>海量</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r>
                <a:rPr lang="zh-CN" altLang="en-US" sz="900" dirty="0">
                  <a:latin typeface="Arial" panose="020B0604020202020204" pitchFamily="34" charset="0"/>
                  <a:ea typeface="微软雅黑" panose="020B0503020204020204" pitchFamily="34" charset="-122"/>
                  <a:sym typeface="Arial" panose="020B0604020202020204" pitchFamily="34" charset="0"/>
                </a:rPr>
                <a:t>资源 </a:t>
              </a:r>
              <a:r>
                <a:rPr lang="en-US" altLang="zh-CN" sz="900" dirty="0">
                  <a:latin typeface="Arial" panose="020B0604020202020204" pitchFamily="34" charset="0"/>
                  <a:ea typeface="微软雅黑" panose="020B0503020204020204" pitchFamily="34" charset="-122"/>
                  <a:sym typeface="Arial" panose="020B0604020202020204" pitchFamily="34" charset="0"/>
                </a:rPr>
                <a:t>+ </a:t>
              </a:r>
              <a:r>
                <a:rPr lang="zh-CN" altLang="en-US" sz="900" dirty="0">
                  <a:latin typeface="Arial" panose="020B0604020202020204" pitchFamily="34" charset="0"/>
                  <a:ea typeface="微软雅黑" panose="020B0503020204020204" pitchFamily="34" charset="-122"/>
                  <a:sym typeface="Arial" panose="020B0604020202020204" pitchFamily="34" charset="0"/>
                </a:rPr>
                <a:t>一键优化排版 </a:t>
              </a:r>
              <a:r>
                <a:rPr lang="en-US" altLang="zh-CN" sz="900" dirty="0">
                  <a:latin typeface="Arial" panose="020B0604020202020204" pitchFamily="34" charset="0"/>
                  <a:ea typeface="微软雅黑" panose="020B0503020204020204" pitchFamily="34" charset="-122"/>
                  <a:sym typeface="Arial" panose="020B0604020202020204" pitchFamily="34" charset="0"/>
                </a:rPr>
                <a:t>+ AI</a:t>
              </a:r>
              <a:r>
                <a:rPr lang="zh-CN" altLang="en-US" sz="900" dirty="0">
                  <a:latin typeface="Arial" panose="020B0604020202020204" pitchFamily="34" charset="0"/>
                  <a:ea typeface="微软雅黑" panose="020B0503020204020204" pitchFamily="34" charset="-122"/>
                  <a:sym typeface="Arial" panose="020B0604020202020204" pitchFamily="34" charset="0"/>
                </a:rPr>
                <a:t>智能生成</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p>
          </p:txBody>
        </p:sp>
        <p:sp>
          <p:nvSpPr>
            <p:cNvPr id="8" name="矩形 190">
              <a:extLst>
                <a:ext uri="{FF2B5EF4-FFF2-40B4-BE49-F238E27FC236}">
                  <a16:creationId xmlns:a16="http://schemas.microsoft.com/office/drawing/2014/main" id="{6307B696-98F5-3DE8-A9C9-EB3731B4DF01}"/>
                </a:ext>
              </a:extLst>
            </p:cNvPr>
            <p:cNvSpPr>
              <a:spLocks/>
            </p:cNvSpPr>
            <p:nvPr/>
          </p:nvSpPr>
          <p:spPr>
            <a:xfrm>
              <a:off x="660400" y="2807122"/>
              <a:ext cx="2620129" cy="294824"/>
            </a:xfrm>
            <a:prstGeom prst="rect">
              <a:avLst/>
            </a:prstGeom>
            <a:noFill/>
            <a:ln>
              <a:noFill/>
            </a:ln>
          </p:spPr>
          <p:txBody>
            <a:bodyPr wrap="square" anchor="t">
              <a:spAutoFit/>
            </a:bodyPr>
            <a:lstStyle/>
            <a:p>
              <a:pPr defTabSz="914332">
                <a:lnSpc>
                  <a:spcPct val="120000"/>
                </a:lnSpc>
                <a:defRPr/>
              </a:pPr>
              <a:r>
                <a:rPr lang="en-US" altLang="zh-CN" sz="1200" b="1"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b="1" dirty="0">
                  <a:latin typeface="Arial" panose="020B0604020202020204" pitchFamily="34" charset="0"/>
                  <a:ea typeface="微软雅黑" panose="020B0503020204020204" pitchFamily="34" charset="-122"/>
                  <a:sym typeface="Arial" panose="020B0604020202020204" pitchFamily="34" charset="0"/>
                </a:rPr>
                <a:t>，让 </a:t>
              </a:r>
              <a:r>
                <a:rPr lang="en-US" altLang="zh-CN" sz="1200" b="1" dirty="0">
                  <a:latin typeface="Arial" panose="020B0604020202020204" pitchFamily="34" charset="0"/>
                  <a:ea typeface="微软雅黑" panose="020B0503020204020204" pitchFamily="34" charset="-122"/>
                  <a:sym typeface="Arial" panose="020B0604020202020204" pitchFamily="34" charset="0"/>
                </a:rPr>
                <a:t>PPT </a:t>
              </a:r>
              <a:r>
                <a:rPr lang="zh-CN" altLang="en-US" sz="1200" b="1" dirty="0">
                  <a:latin typeface="Arial" panose="020B0604020202020204" pitchFamily="34" charset="0"/>
                  <a:ea typeface="微软雅黑" panose="020B0503020204020204" pitchFamily="34" charset="-122"/>
                  <a:sym typeface="Arial" panose="020B0604020202020204" pitchFamily="34" charset="0"/>
                </a:rPr>
                <a:t>设计简单起来！</a:t>
              </a:r>
              <a:endParaRPr lang="en-US" altLang="zh-CN" sz="900" b="1"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extLst>
                <a:ext uri="{FF2B5EF4-FFF2-40B4-BE49-F238E27FC236}">
                  <a16:creationId xmlns:a16="http://schemas.microsoft.com/office/drawing/2014/main" id="{20B32F7E-7C3A-5D94-853E-297AB8D2E0F4}"/>
                </a:ext>
              </a:extLst>
            </p:cNvPr>
            <p:cNvSpPr>
              <a:spLocks/>
            </p:cNvSpPr>
            <p:nvPr/>
          </p:nvSpPr>
          <p:spPr>
            <a:xfrm>
              <a:off x="660400" y="3206095"/>
              <a:ext cx="2620128" cy="923330"/>
            </a:xfrm>
            <a:prstGeom prst="rect">
              <a:avLst/>
            </a:prstGeom>
            <a:noFill/>
            <a:ln>
              <a:noFill/>
            </a:ln>
          </p:spPr>
          <p:txBody>
            <a:bodyPr wrap="square" anchor="t">
              <a:spAutoFit/>
            </a:bodyPr>
            <a:lstStyle/>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Access thousands of presentation resources + one-click layout optimization + AI-powered slide generation.</a:t>
              </a:r>
            </a:p>
            <a:p>
              <a:pPr defTabSz="914332">
                <a:defRPr/>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With iSlide, creating beautiful presentations has never been easier!</a:t>
              </a:r>
              <a:endParaRPr lang="zh-CN" altLang="en-US" sz="9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4" name="组合 13">
            <a:extLst>
              <a:ext uri="{FF2B5EF4-FFF2-40B4-BE49-F238E27FC236}">
                <a16:creationId xmlns:a16="http://schemas.microsoft.com/office/drawing/2014/main" id="{EC05B91A-374B-5337-A07A-D0D5911BB8C7}"/>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E85D6916-7357-35DA-25B5-DC99E38927E3}"/>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F1744EC7-D7E5-E176-9BA3-B1BB466AD93D}"/>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BC56B6A7-94F1-DAD9-EA03-62CFD3334A1C}"/>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2CD737D-FE38-2624-8EED-6C59EF9C7EF5}"/>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39079551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thm15="http://schemas.microsoft.com/office/thememl/2012/main" xmlns:a="http://schemas.openxmlformats.org/drawingml/2006/main" name="Designed by iSlide">
  <a:themeElements>
    <a:clrScheme name="自定义 20">
      <a:dk1>
        <a:srgbClr val="111111"/>
      </a:dk1>
      <a:lt1>
        <a:srgbClr val="FFFFFF"/>
      </a:lt1>
      <a:dk2>
        <a:srgbClr val="778495"/>
      </a:dk2>
      <a:lt2>
        <a:srgbClr val="F0F0F0"/>
      </a:lt2>
      <a:accent1>
        <a:srgbClr val="007DFE"/>
      </a:accent1>
      <a:accent2>
        <a:srgbClr val="FD4B3F"/>
      </a:accent2>
      <a:accent3>
        <a:srgbClr val="2EC1FA"/>
      </a:accent3>
      <a:accent4>
        <a:srgbClr val="FF985D"/>
      </a:accent4>
      <a:accent5>
        <a:srgbClr val="60C882"/>
      </a:accent5>
      <a:accent6>
        <a:srgbClr val="6D65EB"/>
      </a:accent6>
      <a:hlink>
        <a:srgbClr val="F84D4D"/>
      </a:hlink>
      <a:folHlink>
        <a:srgbClr val="979797"/>
      </a:folHlink>
    </a:clrScheme>
    <a:fontScheme name="eb8c3931-fa0f-41d8-b749-8d8e2de6884a">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自定义 20">
    <a:dk1>
      <a:srgbClr val="111111"/>
    </a:dk1>
    <a:lt1>
      <a:srgbClr val="FFFFFF"/>
    </a:lt1>
    <a:dk2>
      <a:srgbClr val="778495"/>
    </a:dk2>
    <a:lt2>
      <a:srgbClr val="F0F0F0"/>
    </a:lt2>
    <a:accent1>
      <a:srgbClr val="007DFE"/>
    </a:accent1>
    <a:accent2>
      <a:srgbClr val="FD4B3F"/>
    </a:accent2>
    <a:accent3>
      <a:srgbClr val="2EC1FA"/>
    </a:accent3>
    <a:accent4>
      <a:srgbClr val="FF985D"/>
    </a:accent4>
    <a:accent5>
      <a:srgbClr val="60C882"/>
    </a:accent5>
    <a:accent6>
      <a:srgbClr val="6D65EB"/>
    </a:accent6>
    <a:hlink>
      <a:srgbClr val="F84D4D"/>
    </a:hlink>
    <a:folHlink>
      <a:srgbClr val="979797"/>
    </a:folHlink>
  </a:clrScheme>
</a:themeOverride>
</file>

<file path=ppt/theme/themeOverride2.xml><?xml version="1.0" encoding="utf-8"?>
<a:themeOverride xmlns:a="http://schemas.openxmlformats.org/drawingml/2006/main">
  <a:clrScheme name="自定义 20">
    <a:dk1>
      <a:srgbClr val="111111"/>
    </a:dk1>
    <a:lt1>
      <a:srgbClr val="FFFFFF"/>
    </a:lt1>
    <a:dk2>
      <a:srgbClr val="778495"/>
    </a:dk2>
    <a:lt2>
      <a:srgbClr val="F0F0F0"/>
    </a:lt2>
    <a:accent1>
      <a:srgbClr val="007DFE"/>
    </a:accent1>
    <a:accent2>
      <a:srgbClr val="FD4B3F"/>
    </a:accent2>
    <a:accent3>
      <a:srgbClr val="2EC1FA"/>
    </a:accent3>
    <a:accent4>
      <a:srgbClr val="FF985D"/>
    </a:accent4>
    <a:accent5>
      <a:srgbClr val="60C882"/>
    </a:accent5>
    <a:accent6>
      <a:srgbClr val="6D65EB"/>
    </a:accent6>
    <a:hlink>
      <a:srgbClr val="F84D4D"/>
    </a:hlink>
    <a:folHlink>
      <a:srgbClr val="979797"/>
    </a:folHlink>
  </a:clrScheme>
</a:themeOverride>
</file>

<file path=ppt/theme/themeOverride3.xml><?xml version="1.0" encoding="utf-8"?>
<a:themeOverride xmlns:a="http://schemas.openxmlformats.org/drawingml/2006/main">
  <a:clrScheme name="自定义 20">
    <a:dk1>
      <a:srgbClr val="111111"/>
    </a:dk1>
    <a:lt1>
      <a:srgbClr val="FFFFFF"/>
    </a:lt1>
    <a:dk2>
      <a:srgbClr val="778495"/>
    </a:dk2>
    <a:lt2>
      <a:srgbClr val="F0F0F0"/>
    </a:lt2>
    <a:accent1>
      <a:srgbClr val="007DFE"/>
    </a:accent1>
    <a:accent2>
      <a:srgbClr val="FD4B3F"/>
    </a:accent2>
    <a:accent3>
      <a:srgbClr val="2EC1FA"/>
    </a:accent3>
    <a:accent4>
      <a:srgbClr val="FF985D"/>
    </a:accent4>
    <a:accent5>
      <a:srgbClr val="60C882"/>
    </a:accent5>
    <a:accent6>
      <a:srgbClr val="6D65EB"/>
    </a:accent6>
    <a:hlink>
      <a:srgbClr val="F84D4D"/>
    </a:hlink>
    <a:folHlink>
      <a:srgbClr val="979797"/>
    </a:folHlink>
  </a:clrScheme>
</a:themeOverride>
</file>

<file path=ppt/theme/themeOverride4.xml><?xml version="1.0" encoding="utf-8"?>
<a:themeOverride xmlns:a="http://schemas.openxmlformats.org/drawingml/2006/main">
  <a:clrScheme name="自定义 20">
    <a:dk1>
      <a:srgbClr val="111111"/>
    </a:dk1>
    <a:lt1>
      <a:srgbClr val="FFFFFF"/>
    </a:lt1>
    <a:dk2>
      <a:srgbClr val="778495"/>
    </a:dk2>
    <a:lt2>
      <a:srgbClr val="F0F0F0"/>
    </a:lt2>
    <a:accent1>
      <a:srgbClr val="007DFE"/>
    </a:accent1>
    <a:accent2>
      <a:srgbClr val="FD4B3F"/>
    </a:accent2>
    <a:accent3>
      <a:srgbClr val="2EC1FA"/>
    </a:accent3>
    <a:accent4>
      <a:srgbClr val="FF985D"/>
    </a:accent4>
    <a:accent5>
      <a:srgbClr val="60C882"/>
    </a:accent5>
    <a:accent6>
      <a:srgbClr val="6D65EB"/>
    </a:accent6>
    <a:hlink>
      <a:srgbClr val="F84D4D"/>
    </a:hlink>
    <a:folHlink>
      <a:srgbClr val="979797"/>
    </a:folHlink>
  </a:clrScheme>
</a:themeOverride>
</file>

<file path=ppt/theme/themeOverride5.xml><?xml version="1.0" encoding="utf-8"?>
<a:themeOverride xmlns:a="http://schemas.openxmlformats.org/drawingml/2006/main">
  <a:clrScheme name="自定义 20">
    <a:dk1>
      <a:srgbClr val="111111"/>
    </a:dk1>
    <a:lt1>
      <a:srgbClr val="FFFFFF"/>
    </a:lt1>
    <a:dk2>
      <a:srgbClr val="778495"/>
    </a:dk2>
    <a:lt2>
      <a:srgbClr val="F0F0F0"/>
    </a:lt2>
    <a:accent1>
      <a:srgbClr val="007DFE"/>
    </a:accent1>
    <a:accent2>
      <a:srgbClr val="FD4B3F"/>
    </a:accent2>
    <a:accent3>
      <a:srgbClr val="2EC1FA"/>
    </a:accent3>
    <a:accent4>
      <a:srgbClr val="FF985D"/>
    </a:accent4>
    <a:accent5>
      <a:srgbClr val="60C882"/>
    </a:accent5>
    <a:accent6>
      <a:srgbClr val="6D65EB"/>
    </a:accent6>
    <a:hlink>
      <a:srgbClr val="F84D4D"/>
    </a:hlink>
    <a:folHlink>
      <a:srgbClr val="979797"/>
    </a:folHlink>
  </a:clrScheme>
</a:themeOverride>
</file>

<file path=ppt/theme/themeOverride6.xml><?xml version="1.0" encoding="utf-8"?>
<a:themeOverride xmlns:a="http://schemas.openxmlformats.org/drawingml/2006/main">
  <a:clrScheme name="自定义 20">
    <a:dk1>
      <a:srgbClr val="111111"/>
    </a:dk1>
    <a:lt1>
      <a:srgbClr val="FFFFFF"/>
    </a:lt1>
    <a:dk2>
      <a:srgbClr val="778495"/>
    </a:dk2>
    <a:lt2>
      <a:srgbClr val="F0F0F0"/>
    </a:lt2>
    <a:accent1>
      <a:srgbClr val="007DFE"/>
    </a:accent1>
    <a:accent2>
      <a:srgbClr val="FD4B3F"/>
    </a:accent2>
    <a:accent3>
      <a:srgbClr val="2EC1FA"/>
    </a:accent3>
    <a:accent4>
      <a:srgbClr val="FF985D"/>
    </a:accent4>
    <a:accent5>
      <a:srgbClr val="60C882"/>
    </a:accent5>
    <a:accent6>
      <a:srgbClr val="6D65EB"/>
    </a:accent6>
    <a:hlink>
      <a:srgbClr val="F84D4D"/>
    </a:hlink>
    <a:folHlink>
      <a:srgbClr val="979797"/>
    </a:folHlink>
  </a:clrScheme>
</a:themeOverride>
</file>

<file path=ppt/theme/themeOverride7.xml><?xml version="1.0" encoding="utf-8"?>
<a:themeOverride xmlns:a="http://schemas.openxmlformats.org/drawingml/2006/main">
  <a:clrScheme name="自定义 20">
    <a:dk1>
      <a:srgbClr val="111111"/>
    </a:dk1>
    <a:lt1>
      <a:srgbClr val="FFFFFF"/>
    </a:lt1>
    <a:dk2>
      <a:srgbClr val="778495"/>
    </a:dk2>
    <a:lt2>
      <a:srgbClr val="F0F0F0"/>
    </a:lt2>
    <a:accent1>
      <a:srgbClr val="007DFE"/>
    </a:accent1>
    <a:accent2>
      <a:srgbClr val="FD4B3F"/>
    </a:accent2>
    <a:accent3>
      <a:srgbClr val="2EC1FA"/>
    </a:accent3>
    <a:accent4>
      <a:srgbClr val="FF985D"/>
    </a:accent4>
    <a:accent5>
      <a:srgbClr val="60C882"/>
    </a:accent5>
    <a:accent6>
      <a:srgbClr val="6D65EB"/>
    </a:accent6>
    <a:hlink>
      <a:srgbClr val="F84D4D"/>
    </a:hlink>
    <a:folHlink>
      <a:srgbClr val="979797"/>
    </a:folHlink>
  </a:clrScheme>
</a:themeOverride>
</file>

<file path=ppt/theme/themeOverride8.xml><?xml version="1.0" encoding="utf-8"?>
<a:themeOverride xmlns:a="http://schemas.openxmlformats.org/drawingml/2006/main">
  <a:clrScheme name="自定义 20">
    <a:dk1>
      <a:srgbClr val="111111"/>
    </a:dk1>
    <a:lt1>
      <a:srgbClr val="FFFFFF"/>
    </a:lt1>
    <a:dk2>
      <a:srgbClr val="778495"/>
    </a:dk2>
    <a:lt2>
      <a:srgbClr val="F0F0F0"/>
    </a:lt2>
    <a:accent1>
      <a:srgbClr val="007DFE"/>
    </a:accent1>
    <a:accent2>
      <a:srgbClr val="FD4B3F"/>
    </a:accent2>
    <a:accent3>
      <a:srgbClr val="2EC1FA"/>
    </a:accent3>
    <a:accent4>
      <a:srgbClr val="FF985D"/>
    </a:accent4>
    <a:accent5>
      <a:srgbClr val="60C882"/>
    </a:accent5>
    <a:accent6>
      <a:srgbClr val="6D65EB"/>
    </a:accent6>
    <a:hlink>
      <a:srgbClr val="F84D4D"/>
    </a:hlink>
    <a:folHlink>
      <a:srgbClr val="979797"/>
    </a:folHlink>
  </a:clrScheme>
</a:themeOverride>
</file>

<file path=ppt/theme/themeOverride9.xml><?xml version="1.0" encoding="utf-8"?>
<a:themeOverride xmlns:a="http://schemas.openxmlformats.org/drawingml/2006/main">
  <a:clrScheme name="自定义 20">
    <a:dk1>
      <a:srgbClr val="111111"/>
    </a:dk1>
    <a:lt1>
      <a:srgbClr val="FFFFFF"/>
    </a:lt1>
    <a:dk2>
      <a:srgbClr val="778495"/>
    </a:dk2>
    <a:lt2>
      <a:srgbClr val="F0F0F0"/>
    </a:lt2>
    <a:accent1>
      <a:srgbClr val="007DFE"/>
    </a:accent1>
    <a:accent2>
      <a:srgbClr val="FD4B3F"/>
    </a:accent2>
    <a:accent3>
      <a:srgbClr val="2EC1FA"/>
    </a:accent3>
    <a:accent4>
      <a:srgbClr val="FF985D"/>
    </a:accent4>
    <a:accent5>
      <a:srgbClr val="60C882"/>
    </a:accent5>
    <a:accent6>
      <a:srgbClr val="6D65EB"/>
    </a:accent6>
    <a:hlink>
      <a:srgbClr val="F84D4D"/>
    </a:hlink>
    <a:folHlink>
      <a:srgbClr val="979797"/>
    </a:folHlink>
  </a:clrScheme>
</a:themeOverride>
</file>

<file path=ppt/theme/themeOverride10.xml><?xml version="1.0" encoding="utf-8"?>
<a:themeOverride xmlns:a="http://schemas.openxmlformats.org/drawingml/2006/main">
  <a:clrScheme name="自定义 20">
    <a:dk1>
      <a:srgbClr val="111111"/>
    </a:dk1>
    <a:lt1>
      <a:srgbClr val="FFFFFF"/>
    </a:lt1>
    <a:dk2>
      <a:srgbClr val="778495"/>
    </a:dk2>
    <a:lt2>
      <a:srgbClr val="F0F0F0"/>
    </a:lt2>
    <a:accent1>
      <a:srgbClr val="007DFE"/>
    </a:accent1>
    <a:accent2>
      <a:srgbClr val="FD4B3F"/>
    </a:accent2>
    <a:accent3>
      <a:srgbClr val="2EC1FA"/>
    </a:accent3>
    <a:accent4>
      <a:srgbClr val="FF985D"/>
    </a:accent4>
    <a:accent5>
      <a:srgbClr val="60C882"/>
    </a:accent5>
    <a:accent6>
      <a:srgbClr val="6D65EB"/>
    </a:accent6>
    <a:hlink>
      <a:srgbClr val="F84D4D"/>
    </a:hlink>
    <a:folHlink>
      <a:srgbClr val="979797"/>
    </a:folHlink>
  </a:clrScheme>
</a:themeOverride>
</file>

<file path=ppt/theme/themeOverride11.xml><?xml version="1.0" encoding="utf-8"?>
<a:themeOverride xmlns:a="http://schemas.openxmlformats.org/drawingml/2006/main">
  <a:clrScheme name="自定义 20">
    <a:dk1>
      <a:srgbClr val="111111"/>
    </a:dk1>
    <a:lt1>
      <a:srgbClr val="FFFFFF"/>
    </a:lt1>
    <a:dk2>
      <a:srgbClr val="778495"/>
    </a:dk2>
    <a:lt2>
      <a:srgbClr val="F0F0F0"/>
    </a:lt2>
    <a:accent1>
      <a:srgbClr val="007DFE"/>
    </a:accent1>
    <a:accent2>
      <a:srgbClr val="FD4B3F"/>
    </a:accent2>
    <a:accent3>
      <a:srgbClr val="2EC1FA"/>
    </a:accent3>
    <a:accent4>
      <a:srgbClr val="FF985D"/>
    </a:accent4>
    <a:accent5>
      <a:srgbClr val="60C882"/>
    </a:accent5>
    <a:accent6>
      <a:srgbClr val="6D65EB"/>
    </a:accent6>
    <a:hlink>
      <a:srgbClr val="F84D4D"/>
    </a:hlink>
    <a:folHlink>
      <a:srgbClr val="979797"/>
    </a:folHlink>
  </a:clrScheme>
</a:themeOverride>
</file>

<file path=docProps/app.xml><?xml version="1.0" encoding="utf-8"?>
<Properties xmlns="http://schemas.openxmlformats.org/officeDocument/2006/extended-properties" xmlns:vt="http://schemas.openxmlformats.org/officeDocument/2006/docPropsVTypes">
  <TotalTime>925</TotalTime>
  <Words>682</Words>
  <Application>Microsoft Office PowerPoint</Application>
  <PresentationFormat>宽屏</PresentationFormat>
  <Paragraphs>111</Paragraphs>
  <Slides>11</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等线</vt:lpstr>
      <vt:lpstr>Arial</vt:lpstr>
      <vt:lpstr>Designed by iSlide</vt:lpstr>
      <vt:lpstr>医疗行业护理 工作汇报</vt:lpstr>
      <vt:lpstr>目录</vt:lpstr>
      <vt:lpstr>工作概述</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感谢观看  THANK YOU </vt:lpstr>
    </vt:vector>
  </TitlesOfParts>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iSlide PowerPoint Template</dc:title>
  <dc:creator>iSlide</dc:creator>
  <cp:lastModifiedBy>hemiaomiao-mc</cp:lastModifiedBy>
  <cp:revision>315</cp:revision>
  <dcterms:created xsi:type="dcterms:W3CDTF">2023-06-05T05:58:43Z</dcterms:created>
  <dcterms:modified xsi:type="dcterms:W3CDTF">2026-06-29T07:54:42Z</dcterms:modified>
</cp:coreProperties>
</file>