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节 · 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结束 · 联系我们">
    <p:bg>
      <p:bgPr>
        <a:solidFill>
          <a:srgbClr val="1E23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7376465" y="0"/>
            <a:ext cx="481523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10068049" y="0"/>
              <a:ext cx="2123646" cy="1597266"/>
            </a:xfrm>
            <a:custGeom>
              <a:avLst/>
              <a:gdLst/>
              <a:ahLst/>
              <a:cxnLst/>
              <a:rect l="l" t="t" r="r" b="b"/>
              <a:pathLst>
                <a:path w="2123646" h="1597266">
                  <a:moveTo>
                    <a:pt x="0" y="0"/>
                  </a:moveTo>
                  <a:lnTo>
                    <a:pt x="25389" y="50951"/>
                  </a:lnTo>
                  <a:lnTo>
                    <a:pt x="39987" y="80682"/>
                  </a:lnTo>
                  <a:lnTo>
                    <a:pt x="52864" y="107576"/>
                  </a:lnTo>
                  <a:lnTo>
                    <a:pt x="78368" y="161365"/>
                  </a:lnTo>
                  <a:lnTo>
                    <a:pt x="91030" y="188259"/>
                  </a:lnTo>
                  <a:lnTo>
                    <a:pt x="106092" y="220857"/>
                  </a:lnTo>
                  <a:lnTo>
                    <a:pt x="128333" y="268941"/>
                  </a:lnTo>
                  <a:lnTo>
                    <a:pt x="140742" y="295835"/>
                  </a:lnTo>
                  <a:lnTo>
                    <a:pt x="159893" y="337474"/>
                  </a:lnTo>
                  <a:lnTo>
                    <a:pt x="178084" y="376518"/>
                  </a:lnTo>
                  <a:lnTo>
                    <a:pt x="190645" y="403412"/>
                  </a:lnTo>
                  <a:lnTo>
                    <a:pt x="213694" y="451930"/>
                  </a:lnTo>
                  <a:lnTo>
                    <a:pt x="229406" y="484094"/>
                  </a:lnTo>
                  <a:lnTo>
                    <a:pt x="242670" y="510988"/>
                  </a:lnTo>
                  <a:lnTo>
                    <a:pt x="267496" y="559553"/>
                  </a:lnTo>
                  <a:lnTo>
                    <a:pt x="284632" y="591671"/>
                  </a:lnTo>
                  <a:lnTo>
                    <a:pt x="299366" y="618565"/>
                  </a:lnTo>
                  <a:lnTo>
                    <a:pt x="321297" y="656907"/>
                  </a:lnTo>
                  <a:lnTo>
                    <a:pt x="346903" y="699247"/>
                  </a:lnTo>
                  <a:lnTo>
                    <a:pt x="364196" y="726141"/>
                  </a:lnTo>
                  <a:lnTo>
                    <a:pt x="382205" y="753035"/>
                  </a:lnTo>
                  <a:lnTo>
                    <a:pt x="402000" y="781178"/>
                  </a:lnTo>
                  <a:lnTo>
                    <a:pt x="428900" y="816794"/>
                  </a:lnTo>
                  <a:lnTo>
                    <a:pt x="455801" y="849894"/>
                  </a:lnTo>
                  <a:lnTo>
                    <a:pt x="482702" y="880593"/>
                  </a:lnTo>
                  <a:lnTo>
                    <a:pt x="509602" y="909033"/>
                  </a:lnTo>
                  <a:lnTo>
                    <a:pt x="536503" y="935380"/>
                  </a:lnTo>
                  <a:lnTo>
                    <a:pt x="563404" y="959811"/>
                  </a:lnTo>
                  <a:lnTo>
                    <a:pt x="590305" y="982511"/>
                  </a:lnTo>
                  <a:lnTo>
                    <a:pt x="617205" y="1003668"/>
                  </a:lnTo>
                  <a:lnTo>
                    <a:pt x="644106" y="1023463"/>
                  </a:lnTo>
                  <a:lnTo>
                    <a:pt x="681847" y="1048871"/>
                  </a:lnTo>
                  <a:lnTo>
                    <a:pt x="724808" y="1075158"/>
                  </a:lnTo>
                  <a:lnTo>
                    <a:pt x="751709" y="1090138"/>
                  </a:lnTo>
                  <a:lnTo>
                    <a:pt x="778610" y="1104470"/>
                  </a:lnTo>
                  <a:lnTo>
                    <a:pt x="830193" y="1129553"/>
                  </a:lnTo>
                  <a:lnTo>
                    <a:pt x="859312" y="1142441"/>
                  </a:lnTo>
                  <a:lnTo>
                    <a:pt x="892235" y="1156447"/>
                  </a:lnTo>
                  <a:lnTo>
                    <a:pt x="940014" y="1175108"/>
                  </a:lnTo>
                  <a:lnTo>
                    <a:pt x="966915" y="1185139"/>
                  </a:lnTo>
                  <a:lnTo>
                    <a:pt x="1020716" y="1203832"/>
                  </a:lnTo>
                  <a:lnTo>
                    <a:pt x="1047617" y="1212795"/>
                  </a:lnTo>
                  <a:lnTo>
                    <a:pt x="1101419" y="1229785"/>
                  </a:lnTo>
                  <a:lnTo>
                    <a:pt x="1128319" y="1238100"/>
                  </a:lnTo>
                  <a:lnTo>
                    <a:pt x="1182121" y="1253954"/>
                  </a:lnTo>
                  <a:lnTo>
                    <a:pt x="1216377" y="1264024"/>
                  </a:lnTo>
                  <a:lnTo>
                    <a:pt x="1262823" y="1277164"/>
                  </a:lnTo>
                  <a:lnTo>
                    <a:pt x="1310741" y="1290918"/>
                  </a:lnTo>
                  <a:lnTo>
                    <a:pt x="1343525" y="1300095"/>
                  </a:lnTo>
                  <a:lnTo>
                    <a:pt x="1397327" y="1315578"/>
                  </a:lnTo>
                  <a:lnTo>
                    <a:pt x="1424227" y="1323317"/>
                  </a:lnTo>
                  <a:lnTo>
                    <a:pt x="1478029" y="1339171"/>
                  </a:lnTo>
                  <a:lnTo>
                    <a:pt x="1504929" y="1347310"/>
                  </a:lnTo>
                  <a:lnTo>
                    <a:pt x="1558731" y="1363850"/>
                  </a:lnTo>
                  <a:lnTo>
                    <a:pt x="1585632" y="1372489"/>
                  </a:lnTo>
                  <a:lnTo>
                    <a:pt x="1639433" y="1390013"/>
                  </a:lnTo>
                  <a:lnTo>
                    <a:pt x="1666334" y="1399232"/>
                  </a:lnTo>
                  <a:lnTo>
                    <a:pt x="1720135" y="1418027"/>
                  </a:lnTo>
                  <a:lnTo>
                    <a:pt x="1747036" y="1427892"/>
                  </a:lnTo>
                  <a:lnTo>
                    <a:pt x="1800837" y="1448251"/>
                  </a:lnTo>
                  <a:lnTo>
                    <a:pt x="1827738" y="1458823"/>
                  </a:lnTo>
                  <a:lnTo>
                    <a:pt x="1877170" y="1479176"/>
                  </a:lnTo>
                  <a:lnTo>
                    <a:pt x="1908440" y="1492392"/>
                  </a:lnTo>
                  <a:lnTo>
                    <a:pt x="1939160" y="1506071"/>
                  </a:lnTo>
                  <a:lnTo>
                    <a:pt x="1989143" y="1528999"/>
                  </a:lnTo>
                  <a:lnTo>
                    <a:pt x="2016043" y="1541840"/>
                  </a:lnTo>
                  <a:lnTo>
                    <a:pt x="2052182" y="1559859"/>
                  </a:lnTo>
                  <a:lnTo>
                    <a:pt x="2096745" y="1582856"/>
                  </a:lnTo>
                  <a:lnTo>
                    <a:pt x="2123646" y="159726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7380886" y="6696635"/>
              <a:ext cx="62724" cy="161365"/>
            </a:xfrm>
            <a:custGeom>
              <a:avLst/>
              <a:gdLst/>
              <a:ahLst/>
              <a:cxnLst/>
              <a:rect l="l" t="t" r="r" b="b"/>
              <a:pathLst>
                <a:path w="62724" h="161365">
                  <a:moveTo>
                    <a:pt x="62724" y="161365"/>
                  </a:moveTo>
                  <a:lnTo>
                    <a:pt x="49380" y="129531"/>
                  </a:lnTo>
                  <a:lnTo>
                    <a:pt x="29568" y="80683"/>
                  </a:lnTo>
                  <a:lnTo>
                    <a:pt x="19409" y="53789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9489754" y="0"/>
              <a:ext cx="2675040" cy="1995695"/>
            </a:xfrm>
            <a:custGeom>
              <a:avLst/>
              <a:gdLst/>
              <a:ahLst/>
              <a:cxnLst/>
              <a:rect l="l" t="t" r="r" b="b"/>
              <a:pathLst>
                <a:path w="2675040" h="1995695">
                  <a:moveTo>
                    <a:pt x="0" y="0"/>
                  </a:moveTo>
                  <a:lnTo>
                    <a:pt x="16692" y="26894"/>
                  </a:lnTo>
                  <a:lnTo>
                    <a:pt x="38769" y="63582"/>
                  </a:lnTo>
                  <a:lnTo>
                    <a:pt x="64319" y="107576"/>
                  </a:lnTo>
                  <a:lnTo>
                    <a:pt x="79483" y="134471"/>
                  </a:lnTo>
                  <a:lnTo>
                    <a:pt x="94226" y="161365"/>
                  </a:lnTo>
                  <a:lnTo>
                    <a:pt x="119471" y="208750"/>
                  </a:lnTo>
                  <a:lnTo>
                    <a:pt x="136724" y="242047"/>
                  </a:lnTo>
                  <a:lnTo>
                    <a:pt x="150296" y="268941"/>
                  </a:lnTo>
                  <a:lnTo>
                    <a:pt x="173273" y="315601"/>
                  </a:lnTo>
                  <a:lnTo>
                    <a:pt x="189688" y="349624"/>
                  </a:lnTo>
                  <a:lnTo>
                    <a:pt x="202366" y="376518"/>
                  </a:lnTo>
                  <a:lnTo>
                    <a:pt x="227074" y="429845"/>
                  </a:lnTo>
                  <a:lnTo>
                    <a:pt x="239609" y="457200"/>
                  </a:lnTo>
                  <a:lnTo>
                    <a:pt x="253975" y="489141"/>
                  </a:lnTo>
                  <a:lnTo>
                    <a:pt x="275804" y="537882"/>
                  </a:lnTo>
                  <a:lnTo>
                    <a:pt x="287769" y="564776"/>
                  </a:lnTo>
                  <a:lnTo>
                    <a:pt x="307776" y="609952"/>
                  </a:lnTo>
                  <a:lnTo>
                    <a:pt x="323621" y="645459"/>
                  </a:lnTo>
                  <a:lnTo>
                    <a:pt x="335583" y="672353"/>
                  </a:lnTo>
                  <a:lnTo>
                    <a:pt x="359899" y="726141"/>
                  </a:lnTo>
                  <a:lnTo>
                    <a:pt x="372299" y="753035"/>
                  </a:lnTo>
                  <a:lnTo>
                    <a:pt x="388479" y="787818"/>
                  </a:lnTo>
                  <a:lnTo>
                    <a:pt x="410472" y="833718"/>
                  </a:lnTo>
                  <a:lnTo>
                    <a:pt x="423728" y="860612"/>
                  </a:lnTo>
                  <a:lnTo>
                    <a:pt x="442280" y="897318"/>
                  </a:lnTo>
                  <a:lnTo>
                    <a:pt x="465478" y="941294"/>
                  </a:lnTo>
                  <a:lnTo>
                    <a:pt x="480293" y="968188"/>
                  </a:lnTo>
                  <a:lnTo>
                    <a:pt x="496081" y="996076"/>
                  </a:lnTo>
                  <a:lnTo>
                    <a:pt x="522982" y="1040954"/>
                  </a:lnTo>
                  <a:lnTo>
                    <a:pt x="545138" y="1075765"/>
                  </a:lnTo>
                  <a:lnTo>
                    <a:pt x="563205" y="1102659"/>
                  </a:lnTo>
                  <a:lnTo>
                    <a:pt x="582102" y="1129553"/>
                  </a:lnTo>
                  <a:lnTo>
                    <a:pt x="603684" y="1158641"/>
                  </a:lnTo>
                  <a:lnTo>
                    <a:pt x="630585" y="1192460"/>
                  </a:lnTo>
                  <a:lnTo>
                    <a:pt x="657486" y="1223919"/>
                  </a:lnTo>
                  <a:lnTo>
                    <a:pt x="684387" y="1253139"/>
                  </a:lnTo>
                  <a:lnTo>
                    <a:pt x="711287" y="1280258"/>
                  </a:lnTo>
                  <a:lnTo>
                    <a:pt x="738188" y="1305426"/>
                  </a:lnTo>
                  <a:lnTo>
                    <a:pt x="765089" y="1328796"/>
                  </a:lnTo>
                  <a:lnTo>
                    <a:pt x="791989" y="1350524"/>
                  </a:lnTo>
                  <a:lnTo>
                    <a:pt x="820090" y="1371600"/>
                  </a:lnTo>
                  <a:lnTo>
                    <a:pt x="859623" y="1398494"/>
                  </a:lnTo>
                  <a:lnTo>
                    <a:pt x="899592" y="1423009"/>
                  </a:lnTo>
                  <a:lnTo>
                    <a:pt x="926493" y="1437982"/>
                  </a:lnTo>
                  <a:lnTo>
                    <a:pt x="953763" y="1452282"/>
                  </a:lnTo>
                  <a:lnTo>
                    <a:pt x="1007195" y="1477278"/>
                  </a:lnTo>
                  <a:lnTo>
                    <a:pt x="1034096" y="1488552"/>
                  </a:lnTo>
                  <a:lnTo>
                    <a:pt x="1079441" y="1506071"/>
                  </a:lnTo>
                  <a:lnTo>
                    <a:pt x="1114798" y="1518323"/>
                  </a:lnTo>
                  <a:lnTo>
                    <a:pt x="1160827" y="1532965"/>
                  </a:lnTo>
                  <a:lnTo>
                    <a:pt x="1195500" y="1542899"/>
                  </a:lnTo>
                  <a:lnTo>
                    <a:pt x="1249302" y="1557092"/>
                  </a:lnTo>
                  <a:lnTo>
                    <a:pt x="1276203" y="1563599"/>
                  </a:lnTo>
                  <a:lnTo>
                    <a:pt x="1330004" y="1575679"/>
                  </a:lnTo>
                  <a:lnTo>
                    <a:pt x="1382878" y="1586753"/>
                  </a:lnTo>
                  <a:lnTo>
                    <a:pt x="1410706" y="1592161"/>
                  </a:lnTo>
                  <a:lnTo>
                    <a:pt x="1464508" y="1602277"/>
                  </a:lnTo>
                  <a:lnTo>
                    <a:pt x="1518309" y="1612113"/>
                  </a:lnTo>
                  <a:lnTo>
                    <a:pt x="1545210" y="1616881"/>
                  </a:lnTo>
                  <a:lnTo>
                    <a:pt x="1599011" y="1626341"/>
                  </a:lnTo>
                  <a:lnTo>
                    <a:pt x="1652813" y="1635967"/>
                  </a:lnTo>
                  <a:lnTo>
                    <a:pt x="1679714" y="1640883"/>
                  </a:lnTo>
                  <a:lnTo>
                    <a:pt x="1733515" y="1650748"/>
                  </a:lnTo>
                  <a:lnTo>
                    <a:pt x="1787316" y="1661159"/>
                  </a:lnTo>
                  <a:lnTo>
                    <a:pt x="1818126" y="1667435"/>
                  </a:lnTo>
                  <a:lnTo>
                    <a:pt x="1868019" y="1677802"/>
                  </a:lnTo>
                  <a:lnTo>
                    <a:pt x="1921820" y="1689851"/>
                  </a:lnTo>
                  <a:lnTo>
                    <a:pt x="1948721" y="1696198"/>
                  </a:lnTo>
                  <a:lnTo>
                    <a:pt x="2002522" y="1709451"/>
                  </a:lnTo>
                  <a:lnTo>
                    <a:pt x="2046538" y="1721224"/>
                  </a:lnTo>
                  <a:lnTo>
                    <a:pt x="2083224" y="1731375"/>
                  </a:lnTo>
                  <a:lnTo>
                    <a:pt x="2137026" y="1747507"/>
                  </a:lnTo>
                  <a:lnTo>
                    <a:pt x="2163927" y="1755931"/>
                  </a:lnTo>
                  <a:lnTo>
                    <a:pt x="2217728" y="1773984"/>
                  </a:lnTo>
                  <a:lnTo>
                    <a:pt x="2244629" y="1783441"/>
                  </a:lnTo>
                  <a:lnTo>
                    <a:pt x="2293815" y="1801906"/>
                  </a:lnTo>
                  <a:lnTo>
                    <a:pt x="2325331" y="1814260"/>
                  </a:lnTo>
                  <a:lnTo>
                    <a:pt x="2360191" y="1828800"/>
                  </a:lnTo>
                  <a:lnTo>
                    <a:pt x="2406033" y="1848792"/>
                  </a:lnTo>
                  <a:lnTo>
                    <a:pt x="2432934" y="1861190"/>
                  </a:lnTo>
                  <a:lnTo>
                    <a:pt x="2477042" y="1882588"/>
                  </a:lnTo>
                  <a:lnTo>
                    <a:pt x="2513636" y="1901201"/>
                  </a:lnTo>
                  <a:lnTo>
                    <a:pt x="2540537" y="1915565"/>
                  </a:lnTo>
                  <a:lnTo>
                    <a:pt x="2577774" y="1936376"/>
                  </a:lnTo>
                  <a:lnTo>
                    <a:pt x="2621239" y="1961925"/>
                  </a:lnTo>
                  <a:lnTo>
                    <a:pt x="2648140" y="1978466"/>
                  </a:lnTo>
                  <a:lnTo>
                    <a:pt x="2675040" y="199569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384606" y="5567082"/>
              <a:ext cx="340139" cy="1290918"/>
            </a:xfrm>
            <a:custGeom>
              <a:avLst/>
              <a:gdLst/>
              <a:ahLst/>
              <a:cxnLst/>
              <a:rect l="l" t="t" r="r" b="b"/>
              <a:pathLst>
                <a:path w="340139" h="1290918">
                  <a:moveTo>
                    <a:pt x="340139" y="1290918"/>
                  </a:moveTo>
                  <a:lnTo>
                    <a:pt x="314668" y="1239963"/>
                  </a:lnTo>
                  <a:lnTo>
                    <a:pt x="300852" y="1210236"/>
                  </a:lnTo>
                  <a:lnTo>
                    <a:pt x="287767" y="1179447"/>
                  </a:lnTo>
                  <a:lnTo>
                    <a:pt x="268004" y="1129553"/>
                  </a:lnTo>
                  <a:lnTo>
                    <a:pt x="258399" y="1102659"/>
                  </a:lnTo>
                  <a:lnTo>
                    <a:pt x="240776" y="1048871"/>
                  </a:lnTo>
                  <a:lnTo>
                    <a:pt x="232958" y="1021977"/>
                  </a:lnTo>
                  <a:lnTo>
                    <a:pt x="218592" y="968189"/>
                  </a:lnTo>
                  <a:lnTo>
                    <a:pt x="207065" y="916685"/>
                  </a:lnTo>
                  <a:lnTo>
                    <a:pt x="201065" y="887506"/>
                  </a:lnTo>
                  <a:lnTo>
                    <a:pt x="191583" y="833718"/>
                  </a:lnTo>
                  <a:lnTo>
                    <a:pt x="183893" y="779930"/>
                  </a:lnTo>
                  <a:lnTo>
                    <a:pt x="180164" y="748542"/>
                  </a:lnTo>
                  <a:lnTo>
                    <a:pt x="174919" y="699247"/>
                  </a:lnTo>
                  <a:lnTo>
                    <a:pt x="170438" y="645459"/>
                  </a:lnTo>
                  <a:lnTo>
                    <a:pt x="166967" y="591671"/>
                  </a:lnTo>
                  <a:lnTo>
                    <a:pt x="164214" y="537883"/>
                  </a:lnTo>
                  <a:lnTo>
                    <a:pt x="161838" y="484094"/>
                  </a:lnTo>
                  <a:lnTo>
                    <a:pt x="159420" y="430306"/>
                  </a:lnTo>
                  <a:lnTo>
                    <a:pt x="156432" y="376518"/>
                  </a:lnTo>
                  <a:lnTo>
                    <a:pt x="153263" y="334870"/>
                  </a:lnTo>
                  <a:lnTo>
                    <a:pt x="149118" y="295836"/>
                  </a:lnTo>
                  <a:lnTo>
                    <a:pt x="140811" y="242047"/>
                  </a:lnTo>
                  <a:lnTo>
                    <a:pt x="128236" y="188259"/>
                  </a:lnTo>
                  <a:lnTo>
                    <a:pt x="119410" y="161365"/>
                  </a:lnTo>
                  <a:lnTo>
                    <a:pt x="99462" y="115558"/>
                  </a:lnTo>
                  <a:lnTo>
                    <a:pt x="78550" y="80683"/>
                  </a:lnTo>
                  <a:lnTo>
                    <a:pt x="57840" y="53789"/>
                  </a:lnTo>
                  <a:lnTo>
                    <a:pt x="32115" y="26894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9037558" y="0"/>
              <a:ext cx="3154137" cy="2331746"/>
            </a:xfrm>
            <a:custGeom>
              <a:avLst/>
              <a:gdLst/>
              <a:ahLst/>
              <a:cxnLst/>
              <a:rect l="l" t="t" r="r" b="b"/>
              <a:pathLst>
                <a:path w="3154137" h="2331746">
                  <a:moveTo>
                    <a:pt x="0" y="0"/>
                  </a:moveTo>
                  <a:lnTo>
                    <a:pt x="21792" y="26894"/>
                  </a:lnTo>
                  <a:lnTo>
                    <a:pt x="42840" y="53788"/>
                  </a:lnTo>
                  <a:lnTo>
                    <a:pt x="63184" y="80682"/>
                  </a:lnTo>
                  <a:lnTo>
                    <a:pt x="87454" y="113983"/>
                  </a:lnTo>
                  <a:lnTo>
                    <a:pt x="114355" y="152486"/>
                  </a:lnTo>
                  <a:lnTo>
                    <a:pt x="138320" y="188259"/>
                  </a:lnTo>
                  <a:lnTo>
                    <a:pt x="155718" y="215153"/>
                  </a:lnTo>
                  <a:lnTo>
                    <a:pt x="172601" y="242047"/>
                  </a:lnTo>
                  <a:lnTo>
                    <a:pt x="195057" y="279053"/>
                  </a:lnTo>
                  <a:lnTo>
                    <a:pt x="220550" y="322729"/>
                  </a:lnTo>
                  <a:lnTo>
                    <a:pt x="235735" y="349624"/>
                  </a:lnTo>
                  <a:lnTo>
                    <a:pt x="250516" y="376518"/>
                  </a:lnTo>
                  <a:lnTo>
                    <a:pt x="275759" y="423915"/>
                  </a:lnTo>
                  <a:lnTo>
                    <a:pt x="292955" y="457200"/>
                  </a:lnTo>
                  <a:lnTo>
                    <a:pt x="306499" y="484094"/>
                  </a:lnTo>
                  <a:lnTo>
                    <a:pt x="329561" y="531068"/>
                  </a:lnTo>
                  <a:lnTo>
                    <a:pt x="345743" y="564776"/>
                  </a:lnTo>
                  <a:lnTo>
                    <a:pt x="358387" y="591671"/>
                  </a:lnTo>
                  <a:lnTo>
                    <a:pt x="383227" y="645459"/>
                  </a:lnTo>
                  <a:lnTo>
                    <a:pt x="395488" y="672353"/>
                  </a:lnTo>
                  <a:lnTo>
                    <a:pt x="410263" y="705240"/>
                  </a:lnTo>
                  <a:lnTo>
                    <a:pt x="431611" y="753035"/>
                  </a:lnTo>
                  <a:lnTo>
                    <a:pt x="443553" y="779929"/>
                  </a:lnTo>
                  <a:lnTo>
                    <a:pt x="464064" y="826242"/>
                  </a:lnTo>
                  <a:lnTo>
                    <a:pt x="479376" y="860612"/>
                  </a:lnTo>
                  <a:lnTo>
                    <a:pt x="491346" y="887506"/>
                  </a:lnTo>
                  <a:lnTo>
                    <a:pt x="515641" y="941294"/>
                  </a:lnTo>
                  <a:lnTo>
                    <a:pt x="527996" y="968188"/>
                  </a:lnTo>
                  <a:lnTo>
                    <a:pt x="544767" y="1004299"/>
                  </a:lnTo>
                  <a:lnTo>
                    <a:pt x="565999" y="1048871"/>
                  </a:lnTo>
                  <a:lnTo>
                    <a:pt x="579125" y="1075765"/>
                  </a:lnTo>
                  <a:lnTo>
                    <a:pt x="598568" y="1114640"/>
                  </a:lnTo>
                  <a:lnTo>
                    <a:pt x="620253" y="1156447"/>
                  </a:lnTo>
                  <a:lnTo>
                    <a:pt x="634697" y="1183341"/>
                  </a:lnTo>
                  <a:lnTo>
                    <a:pt x="652369" y="1215311"/>
                  </a:lnTo>
                  <a:lnTo>
                    <a:pt x="679270" y="1261713"/>
                  </a:lnTo>
                  <a:lnTo>
                    <a:pt x="697100" y="1290918"/>
                  </a:lnTo>
                  <a:lnTo>
                    <a:pt x="714124" y="1317812"/>
                  </a:lnTo>
                  <a:lnTo>
                    <a:pt x="733072" y="1346600"/>
                  </a:lnTo>
                  <a:lnTo>
                    <a:pt x="759972" y="1385177"/>
                  </a:lnTo>
                  <a:lnTo>
                    <a:pt x="786873" y="1421454"/>
                  </a:lnTo>
                  <a:lnTo>
                    <a:pt x="811227" y="1452282"/>
                  </a:lnTo>
                  <a:lnTo>
                    <a:pt x="833776" y="1479176"/>
                  </a:lnTo>
                  <a:lnTo>
                    <a:pt x="857641" y="1506071"/>
                  </a:lnTo>
                  <a:lnTo>
                    <a:pt x="883016" y="1532965"/>
                  </a:lnTo>
                  <a:lnTo>
                    <a:pt x="910132" y="1559859"/>
                  </a:lnTo>
                  <a:lnTo>
                    <a:pt x="939267" y="1586753"/>
                  </a:lnTo>
                  <a:lnTo>
                    <a:pt x="970756" y="1613647"/>
                  </a:lnTo>
                  <a:lnTo>
                    <a:pt x="1002079" y="1638277"/>
                  </a:lnTo>
                  <a:lnTo>
                    <a:pt x="1028980" y="1657785"/>
                  </a:lnTo>
                  <a:lnTo>
                    <a:pt x="1055880" y="1675983"/>
                  </a:lnTo>
                  <a:lnTo>
                    <a:pt x="1085083" y="1694329"/>
                  </a:lnTo>
                  <a:lnTo>
                    <a:pt x="1132799" y="1721224"/>
                  </a:lnTo>
                  <a:lnTo>
                    <a:pt x="1163483" y="1736680"/>
                  </a:lnTo>
                  <a:lnTo>
                    <a:pt x="1190384" y="1749261"/>
                  </a:lnTo>
                  <a:lnTo>
                    <a:pt x="1244185" y="1771537"/>
                  </a:lnTo>
                  <a:lnTo>
                    <a:pt x="1271086" y="1781417"/>
                  </a:lnTo>
                  <a:lnTo>
                    <a:pt x="1324888" y="1799023"/>
                  </a:lnTo>
                  <a:lnTo>
                    <a:pt x="1351788" y="1806791"/>
                  </a:lnTo>
                  <a:lnTo>
                    <a:pt x="1405590" y="1820570"/>
                  </a:lnTo>
                  <a:lnTo>
                    <a:pt x="1442255" y="1828800"/>
                  </a:lnTo>
                  <a:lnTo>
                    <a:pt x="1486292" y="1837510"/>
                  </a:lnTo>
                  <a:lnTo>
                    <a:pt x="1540093" y="1846777"/>
                  </a:lnTo>
                  <a:lnTo>
                    <a:pt x="1593895" y="1854826"/>
                  </a:lnTo>
                  <a:lnTo>
                    <a:pt x="1620796" y="1858412"/>
                  </a:lnTo>
                  <a:lnTo>
                    <a:pt x="1674597" y="1864952"/>
                  </a:lnTo>
                  <a:lnTo>
                    <a:pt x="1728399" y="1870885"/>
                  </a:lnTo>
                  <a:lnTo>
                    <a:pt x="1782200" y="1876419"/>
                  </a:lnTo>
                  <a:lnTo>
                    <a:pt x="1836002" y="1881754"/>
                  </a:lnTo>
                  <a:lnTo>
                    <a:pt x="1862902" y="1884366"/>
                  </a:lnTo>
                  <a:lnTo>
                    <a:pt x="1916704" y="1889629"/>
                  </a:lnTo>
                  <a:lnTo>
                    <a:pt x="1970505" y="1895127"/>
                  </a:lnTo>
                  <a:lnTo>
                    <a:pt x="2024307" y="1901018"/>
                  </a:lnTo>
                  <a:lnTo>
                    <a:pt x="2078108" y="1907450"/>
                  </a:lnTo>
                  <a:lnTo>
                    <a:pt x="2105009" y="1910884"/>
                  </a:lnTo>
                  <a:lnTo>
                    <a:pt x="2158810" y="1918240"/>
                  </a:lnTo>
                  <a:lnTo>
                    <a:pt x="2212612" y="1926471"/>
                  </a:lnTo>
                  <a:lnTo>
                    <a:pt x="2266413" y="1935712"/>
                  </a:lnTo>
                  <a:lnTo>
                    <a:pt x="2293314" y="1940666"/>
                  </a:lnTo>
                  <a:lnTo>
                    <a:pt x="2347115" y="1951456"/>
                  </a:lnTo>
                  <a:lnTo>
                    <a:pt x="2399612" y="1963271"/>
                  </a:lnTo>
                  <a:lnTo>
                    <a:pt x="2427818" y="1970043"/>
                  </a:lnTo>
                  <a:lnTo>
                    <a:pt x="2481619" y="1984147"/>
                  </a:lnTo>
                  <a:lnTo>
                    <a:pt x="2508520" y="1991784"/>
                  </a:lnTo>
                  <a:lnTo>
                    <a:pt x="2562321" y="2008145"/>
                  </a:lnTo>
                  <a:lnTo>
                    <a:pt x="2589334" y="2017059"/>
                  </a:lnTo>
                  <a:lnTo>
                    <a:pt x="2643023" y="2035936"/>
                  </a:lnTo>
                  <a:lnTo>
                    <a:pt x="2669924" y="2046140"/>
                  </a:lnTo>
                  <a:lnTo>
                    <a:pt x="2723726" y="2067943"/>
                  </a:lnTo>
                  <a:lnTo>
                    <a:pt x="2750626" y="2079590"/>
                  </a:lnTo>
                  <a:lnTo>
                    <a:pt x="2790047" y="2097741"/>
                  </a:lnTo>
                  <a:lnTo>
                    <a:pt x="2831328" y="2117896"/>
                  </a:lnTo>
                  <a:lnTo>
                    <a:pt x="2858229" y="2131825"/>
                  </a:lnTo>
                  <a:lnTo>
                    <a:pt x="2894291" y="2151529"/>
                  </a:lnTo>
                  <a:lnTo>
                    <a:pt x="2938931" y="2177437"/>
                  </a:lnTo>
                  <a:lnTo>
                    <a:pt x="2965832" y="2193952"/>
                  </a:lnTo>
                  <a:lnTo>
                    <a:pt x="2992733" y="2211228"/>
                  </a:lnTo>
                  <a:lnTo>
                    <a:pt x="3023915" y="2232212"/>
                  </a:lnTo>
                  <a:lnTo>
                    <a:pt x="3061809" y="2259106"/>
                  </a:lnTo>
                  <a:lnTo>
                    <a:pt x="3097585" y="2286000"/>
                  </a:lnTo>
                  <a:lnTo>
                    <a:pt x="3127236" y="2309469"/>
                  </a:lnTo>
                  <a:lnTo>
                    <a:pt x="3154137" y="233174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376465" y="5201293"/>
              <a:ext cx="544287" cy="1656707"/>
            </a:xfrm>
            <a:custGeom>
              <a:avLst/>
              <a:gdLst/>
              <a:ahLst/>
              <a:cxnLst/>
              <a:rect l="l" t="t" r="r" b="b"/>
              <a:pathLst>
                <a:path w="544287" h="1656707">
                  <a:moveTo>
                    <a:pt x="544287" y="1656707"/>
                  </a:moveTo>
                  <a:lnTo>
                    <a:pt x="527367" y="1629813"/>
                  </a:lnTo>
                  <a:lnTo>
                    <a:pt x="511114" y="1601999"/>
                  </a:lnTo>
                  <a:lnTo>
                    <a:pt x="484213" y="1551404"/>
                  </a:lnTo>
                  <a:lnTo>
                    <a:pt x="470128" y="1522236"/>
                  </a:lnTo>
                  <a:lnTo>
                    <a:pt x="457312" y="1493056"/>
                  </a:lnTo>
                  <a:lnTo>
                    <a:pt x="436846" y="1441554"/>
                  </a:lnTo>
                  <a:lnTo>
                    <a:pt x="427418" y="1414660"/>
                  </a:lnTo>
                  <a:lnTo>
                    <a:pt x="410745" y="1360872"/>
                  </a:lnTo>
                  <a:lnTo>
                    <a:pt x="403511" y="1333543"/>
                  </a:lnTo>
                  <a:lnTo>
                    <a:pt x="391153" y="1280189"/>
                  </a:lnTo>
                  <a:lnTo>
                    <a:pt x="381514" y="1226401"/>
                  </a:lnTo>
                  <a:lnTo>
                    <a:pt x="376610" y="1190557"/>
                  </a:lnTo>
                  <a:lnTo>
                    <a:pt x="371677" y="1145719"/>
                  </a:lnTo>
                  <a:lnTo>
                    <a:pt x="368043" y="1091931"/>
                  </a:lnTo>
                  <a:lnTo>
                    <a:pt x="366672" y="1038142"/>
                  </a:lnTo>
                  <a:lnTo>
                    <a:pt x="367446" y="984354"/>
                  </a:lnTo>
                  <a:lnTo>
                    <a:pt x="370262" y="930566"/>
                  </a:lnTo>
                  <a:lnTo>
                    <a:pt x="375027" y="876778"/>
                  </a:lnTo>
                  <a:lnTo>
                    <a:pt x="378057" y="849883"/>
                  </a:lnTo>
                  <a:lnTo>
                    <a:pt x="385294" y="796095"/>
                  </a:lnTo>
                  <a:lnTo>
                    <a:pt x="394156" y="742307"/>
                  </a:lnTo>
                  <a:lnTo>
                    <a:pt x="403511" y="693309"/>
                  </a:lnTo>
                  <a:lnTo>
                    <a:pt x="409920" y="661625"/>
                  </a:lnTo>
                  <a:lnTo>
                    <a:pt x="421620" y="607836"/>
                  </a:lnTo>
                  <a:lnTo>
                    <a:pt x="430411" y="569277"/>
                  </a:lnTo>
                  <a:lnTo>
                    <a:pt x="440034" y="527154"/>
                  </a:lnTo>
                  <a:lnTo>
                    <a:pt x="452045" y="473366"/>
                  </a:lnTo>
                  <a:lnTo>
                    <a:pt x="457697" y="446472"/>
                  </a:lnTo>
                  <a:lnTo>
                    <a:pt x="467293" y="392683"/>
                  </a:lnTo>
                  <a:lnTo>
                    <a:pt x="473585" y="338895"/>
                  </a:lnTo>
                  <a:lnTo>
                    <a:pt x="474131" y="285107"/>
                  </a:lnTo>
                  <a:lnTo>
                    <a:pt x="465200" y="231319"/>
                  </a:lnTo>
                  <a:lnTo>
                    <a:pt x="455415" y="204425"/>
                  </a:lnTo>
                  <a:lnTo>
                    <a:pt x="430411" y="164136"/>
                  </a:lnTo>
                  <a:lnTo>
                    <a:pt x="403511" y="136147"/>
                  </a:lnTo>
                  <a:lnTo>
                    <a:pt x="376610" y="115507"/>
                  </a:lnTo>
                  <a:lnTo>
                    <a:pt x="345795" y="96848"/>
                  </a:lnTo>
                  <a:lnTo>
                    <a:pt x="295908" y="74043"/>
                  </a:lnTo>
                  <a:lnTo>
                    <a:pt x="269007" y="64036"/>
                  </a:lnTo>
                  <a:lnTo>
                    <a:pt x="215206" y="47099"/>
                  </a:lnTo>
                  <a:lnTo>
                    <a:pt x="188305" y="39801"/>
                  </a:lnTo>
                  <a:lnTo>
                    <a:pt x="134503" y="26938"/>
                  </a:lnTo>
                  <a:lnTo>
                    <a:pt x="84606" y="16166"/>
                  </a:lnTo>
                  <a:lnTo>
                    <a:pt x="53801" y="10137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8588859" y="0"/>
              <a:ext cx="3581737" cy="2608729"/>
            </a:xfrm>
            <a:custGeom>
              <a:avLst/>
              <a:gdLst/>
              <a:ahLst/>
              <a:cxnLst/>
              <a:rect l="l" t="t" r="r" b="b"/>
              <a:pathLst>
                <a:path w="3581737" h="2608729">
                  <a:moveTo>
                    <a:pt x="0" y="0"/>
                  </a:moveTo>
                  <a:lnTo>
                    <a:pt x="31592" y="26894"/>
                  </a:lnTo>
                  <a:lnTo>
                    <a:pt x="61608" y="53788"/>
                  </a:lnTo>
                  <a:lnTo>
                    <a:pt x="90186" y="80682"/>
                  </a:lnTo>
                  <a:lnTo>
                    <a:pt x="117448" y="107576"/>
                  </a:lnTo>
                  <a:lnTo>
                    <a:pt x="143501" y="134471"/>
                  </a:lnTo>
                  <a:lnTo>
                    <a:pt x="168441" y="161365"/>
                  </a:lnTo>
                  <a:lnTo>
                    <a:pt x="192353" y="188259"/>
                  </a:lnTo>
                  <a:lnTo>
                    <a:pt x="215315" y="215153"/>
                  </a:lnTo>
                  <a:lnTo>
                    <a:pt x="240245" y="245624"/>
                  </a:lnTo>
                  <a:lnTo>
                    <a:pt x="267146" y="280051"/>
                  </a:lnTo>
                  <a:lnTo>
                    <a:pt x="294047" y="316139"/>
                  </a:lnTo>
                  <a:lnTo>
                    <a:pt x="317909" y="349624"/>
                  </a:lnTo>
                  <a:lnTo>
                    <a:pt x="336353" y="376518"/>
                  </a:lnTo>
                  <a:lnTo>
                    <a:pt x="354218" y="403412"/>
                  </a:lnTo>
                  <a:lnTo>
                    <a:pt x="374749" y="435407"/>
                  </a:lnTo>
                  <a:lnTo>
                    <a:pt x="401650" y="479103"/>
                  </a:lnTo>
                  <a:lnTo>
                    <a:pt x="420525" y="510988"/>
                  </a:lnTo>
                  <a:lnTo>
                    <a:pt x="435984" y="537882"/>
                  </a:lnTo>
                  <a:lnTo>
                    <a:pt x="455451" y="572764"/>
                  </a:lnTo>
                  <a:lnTo>
                    <a:pt x="480154" y="618565"/>
                  </a:lnTo>
                  <a:lnTo>
                    <a:pt x="494239" y="645459"/>
                  </a:lnTo>
                  <a:lnTo>
                    <a:pt x="509252" y="674754"/>
                  </a:lnTo>
                  <a:lnTo>
                    <a:pt x="534909" y="726141"/>
                  </a:lnTo>
                  <a:lnTo>
                    <a:pt x="548036" y="753035"/>
                  </a:lnTo>
                  <a:lnTo>
                    <a:pt x="563054" y="784310"/>
                  </a:lnTo>
                  <a:lnTo>
                    <a:pt x="586396" y="833718"/>
                  </a:lnTo>
                  <a:lnTo>
                    <a:pt x="598938" y="860612"/>
                  </a:lnTo>
                  <a:lnTo>
                    <a:pt x="616855" y="899399"/>
                  </a:lnTo>
                  <a:lnTo>
                    <a:pt x="636095" y="941294"/>
                  </a:lnTo>
                  <a:lnTo>
                    <a:pt x="648400" y="968188"/>
                  </a:lnTo>
                  <a:lnTo>
                    <a:pt x="670657" y="1016804"/>
                  </a:lnTo>
                  <a:lnTo>
                    <a:pt x="685416" y="1048871"/>
                  </a:lnTo>
                  <a:lnTo>
                    <a:pt x="697826" y="1075765"/>
                  </a:lnTo>
                  <a:lnTo>
                    <a:pt x="722975" y="1129553"/>
                  </a:lnTo>
                  <a:lnTo>
                    <a:pt x="735756" y="1156447"/>
                  </a:lnTo>
                  <a:lnTo>
                    <a:pt x="751359" y="1188938"/>
                  </a:lnTo>
                  <a:lnTo>
                    <a:pt x="775019" y="1237129"/>
                  </a:lnTo>
                  <a:lnTo>
                    <a:pt x="788547" y="1264024"/>
                  </a:lnTo>
                  <a:lnTo>
                    <a:pt x="805160" y="1296468"/>
                  </a:lnTo>
                  <a:lnTo>
                    <a:pt x="830637" y="1344706"/>
                  </a:lnTo>
                  <a:lnTo>
                    <a:pt x="845331" y="1371600"/>
                  </a:lnTo>
                  <a:lnTo>
                    <a:pt x="860314" y="1398494"/>
                  </a:lnTo>
                  <a:lnTo>
                    <a:pt x="885863" y="1442659"/>
                  </a:lnTo>
                  <a:lnTo>
                    <a:pt x="907861" y="1479176"/>
                  </a:lnTo>
                  <a:lnTo>
                    <a:pt x="924672" y="1506071"/>
                  </a:lnTo>
                  <a:lnTo>
                    <a:pt x="941964" y="1532965"/>
                  </a:lnTo>
                  <a:lnTo>
                    <a:pt x="966565" y="1569622"/>
                  </a:lnTo>
                  <a:lnTo>
                    <a:pt x="993466" y="1607805"/>
                  </a:lnTo>
                  <a:lnTo>
                    <a:pt x="1017731" y="1640541"/>
                  </a:lnTo>
                  <a:lnTo>
                    <a:pt x="1038644" y="1667435"/>
                  </a:lnTo>
                  <a:lnTo>
                    <a:pt x="1060467" y="1694329"/>
                  </a:lnTo>
                  <a:lnTo>
                    <a:pt x="1083316" y="1721224"/>
                  </a:lnTo>
                  <a:lnTo>
                    <a:pt x="1107325" y="1748118"/>
                  </a:lnTo>
                  <a:lnTo>
                    <a:pt x="1132658" y="1775012"/>
                  </a:lnTo>
                  <a:lnTo>
                    <a:pt x="1159510" y="1801906"/>
                  </a:lnTo>
                  <a:lnTo>
                    <a:pt x="1188117" y="1828800"/>
                  </a:lnTo>
                  <a:lnTo>
                    <a:pt x="1218768" y="1855694"/>
                  </a:lnTo>
                  <a:lnTo>
                    <a:pt x="1251819" y="1882588"/>
                  </a:lnTo>
                  <a:lnTo>
                    <a:pt x="1287711" y="1909482"/>
                  </a:lnTo>
                  <a:lnTo>
                    <a:pt x="1316274" y="1929129"/>
                  </a:lnTo>
                  <a:lnTo>
                    <a:pt x="1343175" y="1946341"/>
                  </a:lnTo>
                  <a:lnTo>
                    <a:pt x="1371637" y="1963271"/>
                  </a:lnTo>
                  <a:lnTo>
                    <a:pt x="1422212" y="1990165"/>
                  </a:lnTo>
                  <a:lnTo>
                    <a:pt x="1450778" y="2003662"/>
                  </a:lnTo>
                  <a:lnTo>
                    <a:pt x="1481755" y="2017059"/>
                  </a:lnTo>
                  <a:lnTo>
                    <a:pt x="1531480" y="2035982"/>
                  </a:lnTo>
                  <a:lnTo>
                    <a:pt x="1558381" y="2045017"/>
                  </a:lnTo>
                  <a:lnTo>
                    <a:pt x="1612182" y="2060641"/>
                  </a:lnTo>
                  <a:lnTo>
                    <a:pt x="1654133" y="2070847"/>
                  </a:lnTo>
                  <a:lnTo>
                    <a:pt x="1692884" y="2078939"/>
                  </a:lnTo>
                  <a:lnTo>
                    <a:pt x="1746686" y="2088192"/>
                  </a:lnTo>
                  <a:lnTo>
                    <a:pt x="1800487" y="2095513"/>
                  </a:lnTo>
                  <a:lnTo>
                    <a:pt x="1827388" y="2098534"/>
                  </a:lnTo>
                  <a:lnTo>
                    <a:pt x="1881190" y="2103458"/>
                  </a:lnTo>
                  <a:lnTo>
                    <a:pt x="1934991" y="2107189"/>
                  </a:lnTo>
                  <a:lnTo>
                    <a:pt x="1988792" y="2109991"/>
                  </a:lnTo>
                  <a:lnTo>
                    <a:pt x="2042594" y="2112108"/>
                  </a:lnTo>
                  <a:lnTo>
                    <a:pt x="2096395" y="2113771"/>
                  </a:lnTo>
                  <a:lnTo>
                    <a:pt x="2150197" y="2115194"/>
                  </a:lnTo>
                  <a:lnTo>
                    <a:pt x="2203998" y="2116576"/>
                  </a:lnTo>
                  <a:lnTo>
                    <a:pt x="2257800" y="2118102"/>
                  </a:lnTo>
                  <a:lnTo>
                    <a:pt x="2311601" y="2119945"/>
                  </a:lnTo>
                  <a:lnTo>
                    <a:pt x="2365403" y="2122267"/>
                  </a:lnTo>
                  <a:lnTo>
                    <a:pt x="2409136" y="2124635"/>
                  </a:lnTo>
                  <a:lnTo>
                    <a:pt x="2446105" y="2126950"/>
                  </a:lnTo>
                  <a:lnTo>
                    <a:pt x="2499906" y="2131067"/>
                  </a:lnTo>
                  <a:lnTo>
                    <a:pt x="2553708" y="2136155"/>
                  </a:lnTo>
                  <a:lnTo>
                    <a:pt x="2607509" y="2142345"/>
                  </a:lnTo>
                  <a:lnTo>
                    <a:pt x="2661311" y="2149768"/>
                  </a:lnTo>
                  <a:lnTo>
                    <a:pt x="2688211" y="2153956"/>
                  </a:lnTo>
                  <a:lnTo>
                    <a:pt x="2742013" y="2163373"/>
                  </a:lnTo>
                  <a:lnTo>
                    <a:pt x="2795814" y="2174340"/>
                  </a:lnTo>
                  <a:lnTo>
                    <a:pt x="2822715" y="2180429"/>
                  </a:lnTo>
                  <a:lnTo>
                    <a:pt x="2876517" y="2193854"/>
                  </a:lnTo>
                  <a:lnTo>
                    <a:pt x="2917235" y="2205318"/>
                  </a:lnTo>
                  <a:lnTo>
                    <a:pt x="2957219" y="2217492"/>
                  </a:lnTo>
                  <a:lnTo>
                    <a:pt x="3000832" y="2232212"/>
                  </a:lnTo>
                  <a:lnTo>
                    <a:pt x="3037921" y="2245706"/>
                  </a:lnTo>
                  <a:lnTo>
                    <a:pt x="3071819" y="2259106"/>
                  </a:lnTo>
                  <a:lnTo>
                    <a:pt x="3118623" y="2279027"/>
                  </a:lnTo>
                  <a:lnTo>
                    <a:pt x="3145524" y="2291372"/>
                  </a:lnTo>
                  <a:lnTo>
                    <a:pt x="3189231" y="2312894"/>
                  </a:lnTo>
                  <a:lnTo>
                    <a:pt x="3226226" y="2332457"/>
                  </a:lnTo>
                  <a:lnTo>
                    <a:pt x="3253127" y="2347603"/>
                  </a:lnTo>
                  <a:lnTo>
                    <a:pt x="3285154" y="2366682"/>
                  </a:lnTo>
                  <a:lnTo>
                    <a:pt x="3327367" y="2393576"/>
                  </a:lnTo>
                  <a:lnTo>
                    <a:pt x="3360730" y="2416327"/>
                  </a:lnTo>
                  <a:lnTo>
                    <a:pt x="3387630" y="2435744"/>
                  </a:lnTo>
                  <a:lnTo>
                    <a:pt x="3414531" y="2456146"/>
                  </a:lnTo>
                  <a:lnTo>
                    <a:pt x="3441432" y="2477581"/>
                  </a:lnTo>
                  <a:lnTo>
                    <a:pt x="3469541" y="2501153"/>
                  </a:lnTo>
                  <a:lnTo>
                    <a:pt x="3499897" y="2528047"/>
                  </a:lnTo>
                  <a:lnTo>
                    <a:pt x="3528620" y="2554941"/>
                  </a:lnTo>
                  <a:lnTo>
                    <a:pt x="3555856" y="2581835"/>
                  </a:lnTo>
                  <a:lnTo>
                    <a:pt x="3581737" y="26087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7403366" y="4932762"/>
              <a:ext cx="1886968" cy="1925238"/>
            </a:xfrm>
            <a:custGeom>
              <a:avLst/>
              <a:gdLst/>
              <a:ahLst/>
              <a:cxnLst/>
              <a:rect l="l" t="t" r="r" b="b"/>
              <a:pathLst>
                <a:path w="1886968" h="1925238">
                  <a:moveTo>
                    <a:pt x="688791" y="1925238"/>
                  </a:moveTo>
                  <a:lnTo>
                    <a:pt x="667508" y="1898344"/>
                  </a:lnTo>
                  <a:lnTo>
                    <a:pt x="645617" y="1868210"/>
                  </a:lnTo>
                  <a:lnTo>
                    <a:pt x="618716" y="1827090"/>
                  </a:lnTo>
                  <a:lnTo>
                    <a:pt x="597448" y="1790767"/>
                  </a:lnTo>
                  <a:lnTo>
                    <a:pt x="583189" y="1763873"/>
                  </a:lnTo>
                  <a:lnTo>
                    <a:pt x="564915" y="1725394"/>
                  </a:lnTo>
                  <a:lnTo>
                    <a:pt x="547147" y="1683191"/>
                  </a:lnTo>
                  <a:lnTo>
                    <a:pt x="537241" y="1656297"/>
                  </a:lnTo>
                  <a:lnTo>
                    <a:pt x="520155" y="1602509"/>
                  </a:lnTo>
                  <a:lnTo>
                    <a:pt x="511113" y="1567354"/>
                  </a:lnTo>
                  <a:lnTo>
                    <a:pt x="501262" y="1521826"/>
                  </a:lnTo>
                  <a:lnTo>
                    <a:pt x="492844" y="1468038"/>
                  </a:lnTo>
                  <a:lnTo>
                    <a:pt x="487620" y="1414250"/>
                  </a:lnTo>
                  <a:lnTo>
                    <a:pt x="485444" y="1360462"/>
                  </a:lnTo>
                  <a:lnTo>
                    <a:pt x="486222" y="1306673"/>
                  </a:lnTo>
                  <a:lnTo>
                    <a:pt x="489909" y="1252885"/>
                  </a:lnTo>
                  <a:lnTo>
                    <a:pt x="496499" y="1199097"/>
                  </a:lnTo>
                  <a:lnTo>
                    <a:pt x="506032" y="1145309"/>
                  </a:lnTo>
                  <a:lnTo>
                    <a:pt x="511908" y="1118414"/>
                  </a:lnTo>
                  <a:lnTo>
                    <a:pt x="525730" y="1064626"/>
                  </a:lnTo>
                  <a:lnTo>
                    <a:pt x="538014" y="1024783"/>
                  </a:lnTo>
                  <a:lnTo>
                    <a:pt x="552148" y="983944"/>
                  </a:lnTo>
                  <a:lnTo>
                    <a:pt x="564915" y="951136"/>
                  </a:lnTo>
                  <a:lnTo>
                    <a:pt x="585559" y="903262"/>
                  </a:lnTo>
                  <a:lnTo>
                    <a:pt x="598321" y="876367"/>
                  </a:lnTo>
                  <a:lnTo>
                    <a:pt x="618716" y="836611"/>
                  </a:lnTo>
                  <a:lnTo>
                    <a:pt x="641808" y="795685"/>
                  </a:lnTo>
                  <a:lnTo>
                    <a:pt x="658140" y="768791"/>
                  </a:lnTo>
                  <a:lnTo>
                    <a:pt x="675464" y="741897"/>
                  </a:lnTo>
                  <a:lnTo>
                    <a:pt x="699418" y="706920"/>
                  </a:lnTo>
                  <a:lnTo>
                    <a:pt x="726319" y="670668"/>
                  </a:lnTo>
                  <a:lnTo>
                    <a:pt x="753220" y="637202"/>
                  </a:lnTo>
                  <a:lnTo>
                    <a:pt x="778904" y="607426"/>
                  </a:lnTo>
                  <a:lnTo>
                    <a:pt x="803587" y="580532"/>
                  </a:lnTo>
                  <a:lnTo>
                    <a:pt x="829893" y="553638"/>
                  </a:lnTo>
                  <a:lnTo>
                    <a:pt x="858015" y="526744"/>
                  </a:lnTo>
                  <a:lnTo>
                    <a:pt x="887724" y="500243"/>
                  </a:lnTo>
                  <a:lnTo>
                    <a:pt x="914624" y="477703"/>
                  </a:lnTo>
                  <a:lnTo>
                    <a:pt x="941525" y="456669"/>
                  </a:lnTo>
                  <a:lnTo>
                    <a:pt x="968426" y="437233"/>
                  </a:lnTo>
                  <a:lnTo>
                    <a:pt x="995949" y="419167"/>
                  </a:lnTo>
                  <a:lnTo>
                    <a:pt x="1040417" y="392273"/>
                  </a:lnTo>
                  <a:lnTo>
                    <a:pt x="1076029" y="372590"/>
                  </a:lnTo>
                  <a:lnTo>
                    <a:pt x="1102929" y="359595"/>
                  </a:lnTo>
                  <a:lnTo>
                    <a:pt x="1154007" y="338485"/>
                  </a:lnTo>
                  <a:lnTo>
                    <a:pt x="1183632" y="327166"/>
                  </a:lnTo>
                  <a:lnTo>
                    <a:pt x="1237433" y="311699"/>
                  </a:lnTo>
                  <a:lnTo>
                    <a:pt x="1264334" y="304627"/>
                  </a:lnTo>
                  <a:lnTo>
                    <a:pt x="1318135" y="294063"/>
                  </a:lnTo>
                  <a:lnTo>
                    <a:pt x="1371937" y="287156"/>
                  </a:lnTo>
                  <a:lnTo>
                    <a:pt x="1399559" y="284697"/>
                  </a:lnTo>
                  <a:lnTo>
                    <a:pt x="1452639" y="280812"/>
                  </a:lnTo>
                  <a:lnTo>
                    <a:pt x="1506440" y="278830"/>
                  </a:lnTo>
                  <a:lnTo>
                    <a:pt x="1560242" y="278047"/>
                  </a:lnTo>
                  <a:lnTo>
                    <a:pt x="1614043" y="277675"/>
                  </a:lnTo>
                  <a:lnTo>
                    <a:pt x="1667845" y="276762"/>
                  </a:lnTo>
                  <a:lnTo>
                    <a:pt x="1721646" y="273994"/>
                  </a:lnTo>
                  <a:lnTo>
                    <a:pt x="1775448" y="267399"/>
                  </a:lnTo>
                  <a:lnTo>
                    <a:pt x="1816203" y="257803"/>
                  </a:lnTo>
                  <a:lnTo>
                    <a:pt x="1856150" y="236927"/>
                  </a:lnTo>
                  <a:lnTo>
                    <a:pt x="1882859" y="204014"/>
                  </a:lnTo>
                  <a:lnTo>
                    <a:pt x="1886968" y="177120"/>
                  </a:lnTo>
                  <a:lnTo>
                    <a:pt x="1881541" y="150226"/>
                  </a:lnTo>
                  <a:lnTo>
                    <a:pt x="1856150" y="109859"/>
                  </a:lnTo>
                  <a:lnTo>
                    <a:pt x="1829249" y="83731"/>
                  </a:lnTo>
                  <a:lnTo>
                    <a:pt x="1802348" y="64284"/>
                  </a:lnTo>
                  <a:lnTo>
                    <a:pt x="1761725" y="42650"/>
                  </a:lnTo>
                  <a:lnTo>
                    <a:pt x="1721646" y="27918"/>
                  </a:lnTo>
                  <a:lnTo>
                    <a:pt x="1678917" y="15756"/>
                  </a:lnTo>
                  <a:lnTo>
                    <a:pt x="1640944" y="8821"/>
                  </a:lnTo>
                  <a:lnTo>
                    <a:pt x="1587143" y="2629"/>
                  </a:lnTo>
                  <a:lnTo>
                    <a:pt x="1533341" y="0"/>
                  </a:lnTo>
                  <a:lnTo>
                    <a:pt x="1479540" y="290"/>
                  </a:lnTo>
                  <a:lnTo>
                    <a:pt x="1425738" y="2793"/>
                  </a:lnTo>
                  <a:lnTo>
                    <a:pt x="1371937" y="6802"/>
                  </a:lnTo>
                  <a:lnTo>
                    <a:pt x="1318135" y="11674"/>
                  </a:lnTo>
                  <a:lnTo>
                    <a:pt x="1276067" y="15756"/>
                  </a:lnTo>
                  <a:lnTo>
                    <a:pt x="1237433" y="20089"/>
                  </a:lnTo>
                  <a:lnTo>
                    <a:pt x="1183632" y="25783"/>
                  </a:lnTo>
                  <a:lnTo>
                    <a:pt x="1129830" y="30839"/>
                  </a:lnTo>
                  <a:lnTo>
                    <a:pt x="1076029" y="35160"/>
                  </a:lnTo>
                  <a:lnTo>
                    <a:pt x="1022227" y="38747"/>
                  </a:lnTo>
                  <a:lnTo>
                    <a:pt x="968426" y="41659"/>
                  </a:lnTo>
                  <a:lnTo>
                    <a:pt x="941525" y="42917"/>
                  </a:lnTo>
                  <a:lnTo>
                    <a:pt x="887724" y="45194"/>
                  </a:lnTo>
                  <a:lnTo>
                    <a:pt x="833922" y="46935"/>
                  </a:lnTo>
                  <a:lnTo>
                    <a:pt x="780121" y="48248"/>
                  </a:lnTo>
                  <a:lnTo>
                    <a:pt x="726319" y="49221"/>
                  </a:lnTo>
                  <a:lnTo>
                    <a:pt x="672518" y="49916"/>
                  </a:lnTo>
                  <a:lnTo>
                    <a:pt x="618716" y="50371"/>
                  </a:lnTo>
                  <a:lnTo>
                    <a:pt x="564915" y="50607"/>
                  </a:lnTo>
                  <a:lnTo>
                    <a:pt x="511113" y="50624"/>
                  </a:lnTo>
                  <a:lnTo>
                    <a:pt x="457312" y="50408"/>
                  </a:lnTo>
                  <a:lnTo>
                    <a:pt x="403510" y="49931"/>
                  </a:lnTo>
                  <a:lnTo>
                    <a:pt x="349709" y="49153"/>
                  </a:lnTo>
                  <a:lnTo>
                    <a:pt x="295908" y="48025"/>
                  </a:lnTo>
                  <a:lnTo>
                    <a:pt x="242106" y="46488"/>
                  </a:lnTo>
                  <a:lnTo>
                    <a:pt x="188305" y="44475"/>
                  </a:lnTo>
                  <a:lnTo>
                    <a:pt x="149200" y="42650"/>
                  </a:lnTo>
                  <a:lnTo>
                    <a:pt x="107602" y="40462"/>
                  </a:lnTo>
                  <a:lnTo>
                    <a:pt x="53801" y="37012"/>
                  </a:lnTo>
                  <a:lnTo>
                    <a:pt x="0" y="3281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942647" y="0"/>
              <a:ext cx="4249048" cy="2969482"/>
            </a:xfrm>
            <a:custGeom>
              <a:avLst/>
              <a:gdLst/>
              <a:ahLst/>
              <a:cxnLst/>
              <a:rect l="l" t="t" r="r" b="b"/>
              <a:pathLst>
                <a:path w="4249048" h="2969482">
                  <a:moveTo>
                    <a:pt x="0" y="0"/>
                  </a:moveTo>
                  <a:lnTo>
                    <a:pt x="52535" y="16348"/>
                  </a:lnTo>
                  <a:lnTo>
                    <a:pt x="82731" y="26894"/>
                  </a:lnTo>
                  <a:lnTo>
                    <a:pt x="133237" y="46444"/>
                  </a:lnTo>
                  <a:lnTo>
                    <a:pt x="160137" y="57885"/>
                  </a:lnTo>
                  <a:lnTo>
                    <a:pt x="209149" y="80682"/>
                  </a:lnTo>
                  <a:lnTo>
                    <a:pt x="240840" y="96761"/>
                  </a:lnTo>
                  <a:lnTo>
                    <a:pt x="267740" y="111294"/>
                  </a:lnTo>
                  <a:lnTo>
                    <a:pt x="307625" y="134471"/>
                  </a:lnTo>
                  <a:lnTo>
                    <a:pt x="348443" y="160093"/>
                  </a:lnTo>
                  <a:lnTo>
                    <a:pt x="375343" y="178221"/>
                  </a:lnTo>
                  <a:lnTo>
                    <a:pt x="402244" y="197306"/>
                  </a:lnTo>
                  <a:lnTo>
                    <a:pt x="429145" y="217398"/>
                  </a:lnTo>
                  <a:lnTo>
                    <a:pt x="460294" y="242047"/>
                  </a:lnTo>
                  <a:lnTo>
                    <a:pt x="492292" y="268941"/>
                  </a:lnTo>
                  <a:lnTo>
                    <a:pt x="522473" y="295835"/>
                  </a:lnTo>
                  <a:lnTo>
                    <a:pt x="551025" y="322729"/>
                  </a:lnTo>
                  <a:lnTo>
                    <a:pt x="578112" y="349624"/>
                  </a:lnTo>
                  <a:lnTo>
                    <a:pt x="603879" y="376518"/>
                  </a:lnTo>
                  <a:lnTo>
                    <a:pt x="628451" y="403412"/>
                  </a:lnTo>
                  <a:lnTo>
                    <a:pt x="651940" y="430306"/>
                  </a:lnTo>
                  <a:lnTo>
                    <a:pt x="674444" y="457200"/>
                  </a:lnTo>
                  <a:lnTo>
                    <a:pt x="698152" y="486805"/>
                  </a:lnTo>
                  <a:lnTo>
                    <a:pt x="725053" y="522058"/>
                  </a:lnTo>
                  <a:lnTo>
                    <a:pt x="751953" y="559080"/>
                  </a:lnTo>
                  <a:lnTo>
                    <a:pt x="774577" y="591671"/>
                  </a:lnTo>
                  <a:lnTo>
                    <a:pt x="792566" y="618565"/>
                  </a:lnTo>
                  <a:lnTo>
                    <a:pt x="810029" y="645459"/>
                  </a:lnTo>
                  <a:lnTo>
                    <a:pt x="832656" y="681563"/>
                  </a:lnTo>
                  <a:lnTo>
                    <a:pt x="859483" y="726141"/>
                  </a:lnTo>
                  <a:lnTo>
                    <a:pt x="875104" y="753035"/>
                  </a:lnTo>
                  <a:lnTo>
                    <a:pt x="890399" y="779929"/>
                  </a:lnTo>
                  <a:lnTo>
                    <a:pt x="913358" y="821438"/>
                  </a:lnTo>
                  <a:lnTo>
                    <a:pt x="934408" y="860612"/>
                  </a:lnTo>
                  <a:lnTo>
                    <a:pt x="948566" y="887506"/>
                  </a:lnTo>
                  <a:lnTo>
                    <a:pt x="967159" y="923415"/>
                  </a:lnTo>
                  <a:lnTo>
                    <a:pt x="989897" y="968188"/>
                  </a:lnTo>
                  <a:lnTo>
                    <a:pt x="1003372" y="995082"/>
                  </a:lnTo>
                  <a:lnTo>
                    <a:pt x="1020961" y="1030475"/>
                  </a:lnTo>
                  <a:lnTo>
                    <a:pt x="1043254" y="1075765"/>
                  </a:lnTo>
                  <a:lnTo>
                    <a:pt x="1056437" y="1102659"/>
                  </a:lnTo>
                  <a:lnTo>
                    <a:pt x="1074762" y="1140068"/>
                  </a:lnTo>
                  <a:lnTo>
                    <a:pt x="1095959" y="1183341"/>
                  </a:lnTo>
                  <a:lnTo>
                    <a:pt x="1109192" y="1210235"/>
                  </a:lnTo>
                  <a:lnTo>
                    <a:pt x="1128564" y="1249343"/>
                  </a:lnTo>
                  <a:lnTo>
                    <a:pt x="1149334" y="1290918"/>
                  </a:lnTo>
                  <a:lnTo>
                    <a:pt x="1162927" y="1317812"/>
                  </a:lnTo>
                  <a:lnTo>
                    <a:pt x="1182365" y="1355779"/>
                  </a:lnTo>
                  <a:lnTo>
                    <a:pt x="1204586" y="1398494"/>
                  </a:lnTo>
                  <a:lnTo>
                    <a:pt x="1218834" y="1425388"/>
                  </a:lnTo>
                  <a:lnTo>
                    <a:pt x="1236167" y="1457600"/>
                  </a:lnTo>
                  <a:lnTo>
                    <a:pt x="1262852" y="1506071"/>
                  </a:lnTo>
                  <a:lnTo>
                    <a:pt x="1278050" y="1532965"/>
                  </a:lnTo>
                  <a:lnTo>
                    <a:pt x="1293492" y="1559859"/>
                  </a:lnTo>
                  <a:lnTo>
                    <a:pt x="1316869" y="1599546"/>
                  </a:lnTo>
                  <a:lnTo>
                    <a:pt x="1341727" y="1640541"/>
                  </a:lnTo>
                  <a:lnTo>
                    <a:pt x="1358530" y="1667435"/>
                  </a:lnTo>
                  <a:lnTo>
                    <a:pt x="1375683" y="1694329"/>
                  </a:lnTo>
                  <a:lnTo>
                    <a:pt x="1397571" y="1727715"/>
                  </a:lnTo>
                  <a:lnTo>
                    <a:pt x="1424472" y="1767358"/>
                  </a:lnTo>
                  <a:lnTo>
                    <a:pt x="1448788" y="1801906"/>
                  </a:lnTo>
                  <a:lnTo>
                    <a:pt x="1468384" y="1828800"/>
                  </a:lnTo>
                  <a:lnTo>
                    <a:pt x="1488549" y="1855694"/>
                  </a:lnTo>
                  <a:lnTo>
                    <a:pt x="1509338" y="1882588"/>
                  </a:lnTo>
                  <a:lnTo>
                    <a:pt x="1532075" y="1911002"/>
                  </a:lnTo>
                  <a:lnTo>
                    <a:pt x="1558975" y="1943228"/>
                  </a:lnTo>
                  <a:lnTo>
                    <a:pt x="1585876" y="1974034"/>
                  </a:lnTo>
                  <a:lnTo>
                    <a:pt x="1612777" y="2003428"/>
                  </a:lnTo>
                  <a:lnTo>
                    <a:pt x="1639678" y="2031418"/>
                  </a:lnTo>
                  <a:lnTo>
                    <a:pt x="1666578" y="2058019"/>
                  </a:lnTo>
                  <a:lnTo>
                    <a:pt x="1693479" y="2083246"/>
                  </a:lnTo>
                  <a:lnTo>
                    <a:pt x="1720380" y="2107116"/>
                  </a:lnTo>
                  <a:lnTo>
                    <a:pt x="1747280" y="2129650"/>
                  </a:lnTo>
                  <a:lnTo>
                    <a:pt x="1775065" y="2151529"/>
                  </a:lnTo>
                  <a:lnTo>
                    <a:pt x="1812036" y="2178424"/>
                  </a:lnTo>
                  <a:lnTo>
                    <a:pt x="1852560" y="2205318"/>
                  </a:lnTo>
                  <a:lnTo>
                    <a:pt x="1881784" y="2222966"/>
                  </a:lnTo>
                  <a:lnTo>
                    <a:pt x="1908685" y="2237956"/>
                  </a:lnTo>
                  <a:lnTo>
                    <a:pt x="1950957" y="2259106"/>
                  </a:lnTo>
                  <a:lnTo>
                    <a:pt x="1989387" y="2276154"/>
                  </a:lnTo>
                  <a:lnTo>
                    <a:pt x="2016288" y="2286764"/>
                  </a:lnTo>
                  <a:lnTo>
                    <a:pt x="2070089" y="2305035"/>
                  </a:lnTo>
                  <a:lnTo>
                    <a:pt x="2097387" y="2312894"/>
                  </a:lnTo>
                  <a:lnTo>
                    <a:pt x="2150791" y="2325760"/>
                  </a:lnTo>
                  <a:lnTo>
                    <a:pt x="2204593" y="2335650"/>
                  </a:lnTo>
                  <a:lnTo>
                    <a:pt x="2233381" y="2339788"/>
                  </a:lnTo>
                  <a:lnTo>
                    <a:pt x="2285295" y="2345517"/>
                  </a:lnTo>
                  <a:lnTo>
                    <a:pt x="2339096" y="2349307"/>
                  </a:lnTo>
                  <a:lnTo>
                    <a:pt x="2392898" y="2351272"/>
                  </a:lnTo>
                  <a:lnTo>
                    <a:pt x="2446699" y="2351740"/>
                  </a:lnTo>
                  <a:lnTo>
                    <a:pt x="2500501" y="2351021"/>
                  </a:lnTo>
                  <a:lnTo>
                    <a:pt x="2554302" y="2349407"/>
                  </a:lnTo>
                  <a:lnTo>
                    <a:pt x="2608104" y="2347167"/>
                  </a:lnTo>
                  <a:lnTo>
                    <a:pt x="2661905" y="2344554"/>
                  </a:lnTo>
                  <a:lnTo>
                    <a:pt x="2715707" y="2341798"/>
                  </a:lnTo>
                  <a:lnTo>
                    <a:pt x="2755745" y="2339788"/>
                  </a:lnTo>
                  <a:lnTo>
                    <a:pt x="2796409" y="2337862"/>
                  </a:lnTo>
                  <a:lnTo>
                    <a:pt x="2850210" y="2335654"/>
                  </a:lnTo>
                  <a:lnTo>
                    <a:pt x="2904012" y="2333988"/>
                  </a:lnTo>
                  <a:lnTo>
                    <a:pt x="2957813" y="2333029"/>
                  </a:lnTo>
                  <a:lnTo>
                    <a:pt x="3011615" y="2332934"/>
                  </a:lnTo>
                  <a:lnTo>
                    <a:pt x="3065416" y="2333848"/>
                  </a:lnTo>
                  <a:lnTo>
                    <a:pt x="3119218" y="2335911"/>
                  </a:lnTo>
                  <a:lnTo>
                    <a:pt x="3173019" y="2339259"/>
                  </a:lnTo>
                  <a:lnTo>
                    <a:pt x="3199920" y="2341454"/>
                  </a:lnTo>
                  <a:lnTo>
                    <a:pt x="3253721" y="2346970"/>
                  </a:lnTo>
                  <a:lnTo>
                    <a:pt x="3307523" y="2354099"/>
                  </a:lnTo>
                  <a:lnTo>
                    <a:pt x="3361324" y="2362978"/>
                  </a:lnTo>
                  <a:lnTo>
                    <a:pt x="3388225" y="2368116"/>
                  </a:lnTo>
                  <a:lnTo>
                    <a:pt x="3442026" y="2379875"/>
                  </a:lnTo>
                  <a:lnTo>
                    <a:pt x="3495220" y="2393576"/>
                  </a:lnTo>
                  <a:lnTo>
                    <a:pt x="3522729" y="2401517"/>
                  </a:lnTo>
                  <a:lnTo>
                    <a:pt x="3576530" y="2418850"/>
                  </a:lnTo>
                  <a:lnTo>
                    <a:pt x="3603431" y="2428467"/>
                  </a:lnTo>
                  <a:lnTo>
                    <a:pt x="3651557" y="2447365"/>
                  </a:lnTo>
                  <a:lnTo>
                    <a:pt x="3684133" y="2461386"/>
                  </a:lnTo>
                  <a:lnTo>
                    <a:pt x="3711973" y="2474259"/>
                  </a:lnTo>
                  <a:lnTo>
                    <a:pt x="3764835" y="2501050"/>
                  </a:lnTo>
                  <a:lnTo>
                    <a:pt x="3791736" y="2515965"/>
                  </a:lnTo>
                  <a:lnTo>
                    <a:pt x="3818637" y="2531753"/>
                  </a:lnTo>
                  <a:lnTo>
                    <a:pt x="3855410" y="2554941"/>
                  </a:lnTo>
                  <a:lnTo>
                    <a:pt x="3894801" y="2581835"/>
                  </a:lnTo>
                  <a:lnTo>
                    <a:pt x="3926239" y="2605005"/>
                  </a:lnTo>
                  <a:lnTo>
                    <a:pt x="3953140" y="2626154"/>
                  </a:lnTo>
                  <a:lnTo>
                    <a:pt x="3980041" y="2648566"/>
                  </a:lnTo>
                  <a:lnTo>
                    <a:pt x="4006942" y="2672332"/>
                  </a:lnTo>
                  <a:lnTo>
                    <a:pt x="4033842" y="2697559"/>
                  </a:lnTo>
                  <a:lnTo>
                    <a:pt x="4060743" y="2724363"/>
                  </a:lnTo>
                  <a:lnTo>
                    <a:pt x="4087644" y="2752875"/>
                  </a:lnTo>
                  <a:lnTo>
                    <a:pt x="4114545" y="2783234"/>
                  </a:lnTo>
                  <a:lnTo>
                    <a:pt x="4141445" y="2815593"/>
                  </a:lnTo>
                  <a:lnTo>
                    <a:pt x="4168346" y="2850109"/>
                  </a:lnTo>
                  <a:lnTo>
                    <a:pt x="4188551" y="2877671"/>
                  </a:lnTo>
                  <a:lnTo>
                    <a:pt x="4207312" y="2904565"/>
                  </a:lnTo>
                  <a:lnTo>
                    <a:pt x="4225203" y="2931459"/>
                  </a:lnTo>
                  <a:lnTo>
                    <a:pt x="4249048" y="296948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403366" y="4477277"/>
              <a:ext cx="2721244" cy="2380723"/>
            </a:xfrm>
            <a:custGeom>
              <a:avLst/>
              <a:gdLst/>
              <a:ahLst/>
              <a:cxnLst/>
              <a:rect l="l" t="t" r="r" b="b"/>
              <a:pathLst>
                <a:path w="2721244" h="2380723">
                  <a:moveTo>
                    <a:pt x="862918" y="2380723"/>
                  </a:moveTo>
                  <a:lnTo>
                    <a:pt x="834025" y="2353829"/>
                  </a:lnTo>
                  <a:lnTo>
                    <a:pt x="808008" y="2326935"/>
                  </a:lnTo>
                  <a:lnTo>
                    <a:pt x="784466" y="2300041"/>
                  </a:lnTo>
                  <a:lnTo>
                    <a:pt x="763089" y="2273147"/>
                  </a:lnTo>
                  <a:lnTo>
                    <a:pt x="743639" y="2246252"/>
                  </a:lnTo>
                  <a:lnTo>
                    <a:pt x="725943" y="2219358"/>
                  </a:lnTo>
                  <a:lnTo>
                    <a:pt x="699418" y="2173183"/>
                  </a:lnTo>
                  <a:lnTo>
                    <a:pt x="682248" y="2138676"/>
                  </a:lnTo>
                  <a:lnTo>
                    <a:pt x="670437" y="2111782"/>
                  </a:lnTo>
                  <a:lnTo>
                    <a:pt x="650528" y="2057994"/>
                  </a:lnTo>
                  <a:lnTo>
                    <a:pt x="642311" y="2031099"/>
                  </a:lnTo>
                  <a:lnTo>
                    <a:pt x="629140" y="1977311"/>
                  </a:lnTo>
                  <a:lnTo>
                    <a:pt x="620128" y="1923523"/>
                  </a:lnTo>
                  <a:lnTo>
                    <a:pt x="617104" y="1896629"/>
                  </a:lnTo>
                  <a:lnTo>
                    <a:pt x="613951" y="1842841"/>
                  </a:lnTo>
                  <a:lnTo>
                    <a:pt x="614607" y="1789052"/>
                  </a:lnTo>
                  <a:lnTo>
                    <a:pt x="618716" y="1738517"/>
                  </a:lnTo>
                  <a:lnTo>
                    <a:pt x="622666" y="1708370"/>
                  </a:lnTo>
                  <a:lnTo>
                    <a:pt x="632806" y="1654582"/>
                  </a:lnTo>
                  <a:lnTo>
                    <a:pt x="645617" y="1605369"/>
                  </a:lnTo>
                  <a:lnTo>
                    <a:pt x="655514" y="1573899"/>
                  </a:lnTo>
                  <a:lnTo>
                    <a:pt x="672518" y="1528549"/>
                  </a:lnTo>
                  <a:lnTo>
                    <a:pt x="687910" y="1493217"/>
                  </a:lnTo>
                  <a:lnTo>
                    <a:pt x="701068" y="1466323"/>
                  </a:lnTo>
                  <a:lnTo>
                    <a:pt x="726319" y="1420878"/>
                  </a:lnTo>
                  <a:lnTo>
                    <a:pt x="748705" y="1385641"/>
                  </a:lnTo>
                  <a:lnTo>
                    <a:pt x="767680" y="1358747"/>
                  </a:lnTo>
                  <a:lnTo>
                    <a:pt x="788417" y="1331852"/>
                  </a:lnTo>
                  <a:lnTo>
                    <a:pt x="811129" y="1304958"/>
                  </a:lnTo>
                  <a:lnTo>
                    <a:pt x="836106" y="1278064"/>
                  </a:lnTo>
                  <a:lnTo>
                    <a:pt x="863731" y="1251170"/>
                  </a:lnTo>
                  <a:lnTo>
                    <a:pt x="894508" y="1224276"/>
                  </a:lnTo>
                  <a:lnTo>
                    <a:pt x="929095" y="1197382"/>
                  </a:lnTo>
                  <a:lnTo>
                    <a:pt x="968354" y="1170488"/>
                  </a:lnTo>
                  <a:lnTo>
                    <a:pt x="995326" y="1154047"/>
                  </a:lnTo>
                  <a:lnTo>
                    <a:pt x="1022227" y="1139369"/>
                  </a:lnTo>
                  <a:lnTo>
                    <a:pt x="1070408" y="1116699"/>
                  </a:lnTo>
                  <a:lnTo>
                    <a:pt x="1102929" y="1103431"/>
                  </a:lnTo>
                  <a:lnTo>
                    <a:pt x="1143885" y="1089805"/>
                  </a:lnTo>
                  <a:lnTo>
                    <a:pt x="1183632" y="1078519"/>
                  </a:lnTo>
                  <a:lnTo>
                    <a:pt x="1237433" y="1067338"/>
                  </a:lnTo>
                  <a:lnTo>
                    <a:pt x="1267451" y="1062911"/>
                  </a:lnTo>
                  <a:lnTo>
                    <a:pt x="1318135" y="1057663"/>
                  </a:lnTo>
                  <a:lnTo>
                    <a:pt x="1371937" y="1055651"/>
                  </a:lnTo>
                  <a:lnTo>
                    <a:pt x="1425738" y="1057018"/>
                  </a:lnTo>
                  <a:lnTo>
                    <a:pt x="1479540" y="1061631"/>
                  </a:lnTo>
                  <a:lnTo>
                    <a:pt x="1506440" y="1065031"/>
                  </a:lnTo>
                  <a:lnTo>
                    <a:pt x="1560242" y="1074001"/>
                  </a:lnTo>
                  <a:lnTo>
                    <a:pt x="1614043" y="1086077"/>
                  </a:lnTo>
                  <a:lnTo>
                    <a:pt x="1640944" y="1093163"/>
                  </a:lnTo>
                  <a:lnTo>
                    <a:pt x="1694745" y="1109396"/>
                  </a:lnTo>
                  <a:lnTo>
                    <a:pt x="1721646" y="1118663"/>
                  </a:lnTo>
                  <a:lnTo>
                    <a:pt x="1775448" y="1139117"/>
                  </a:lnTo>
                  <a:lnTo>
                    <a:pt x="1802348" y="1150390"/>
                  </a:lnTo>
                  <a:lnTo>
                    <a:pt x="1846546" y="1170488"/>
                  </a:lnTo>
                  <a:lnTo>
                    <a:pt x="1883051" y="1188428"/>
                  </a:lnTo>
                  <a:lnTo>
                    <a:pt x="1909951" y="1202526"/>
                  </a:lnTo>
                  <a:lnTo>
                    <a:pt x="1949276" y="1224276"/>
                  </a:lnTo>
                  <a:lnTo>
                    <a:pt x="1990653" y="1248895"/>
                  </a:lnTo>
                  <a:lnTo>
                    <a:pt x="2017554" y="1265682"/>
                  </a:lnTo>
                  <a:lnTo>
                    <a:pt x="2044455" y="1283185"/>
                  </a:lnTo>
                  <a:lnTo>
                    <a:pt x="2076823" y="1304958"/>
                  </a:lnTo>
                  <a:lnTo>
                    <a:pt x="2115008" y="1331852"/>
                  </a:lnTo>
                  <a:lnTo>
                    <a:pt x="2151243" y="1358747"/>
                  </a:lnTo>
                  <a:lnTo>
                    <a:pt x="2178959" y="1379852"/>
                  </a:lnTo>
                  <a:lnTo>
                    <a:pt x="2205859" y="1400749"/>
                  </a:lnTo>
                  <a:lnTo>
                    <a:pt x="2232760" y="1421956"/>
                  </a:lnTo>
                  <a:lnTo>
                    <a:pt x="2259661" y="1443305"/>
                  </a:lnTo>
                  <a:lnTo>
                    <a:pt x="2288960" y="1466323"/>
                  </a:lnTo>
                  <a:lnTo>
                    <a:pt x="2324121" y="1493217"/>
                  </a:lnTo>
                  <a:lnTo>
                    <a:pt x="2360879" y="1520111"/>
                  </a:lnTo>
                  <a:lnTo>
                    <a:pt x="2394164" y="1542051"/>
                  </a:lnTo>
                  <a:lnTo>
                    <a:pt x="2421065" y="1555797"/>
                  </a:lnTo>
                  <a:lnTo>
                    <a:pt x="2474867" y="1566590"/>
                  </a:lnTo>
                  <a:lnTo>
                    <a:pt x="2521305" y="1547005"/>
                  </a:lnTo>
                  <a:lnTo>
                    <a:pt x="2549248" y="1520111"/>
                  </a:lnTo>
                  <a:lnTo>
                    <a:pt x="2568999" y="1493217"/>
                  </a:lnTo>
                  <a:lnTo>
                    <a:pt x="2585711" y="1466323"/>
                  </a:lnTo>
                  <a:lnTo>
                    <a:pt x="2609370" y="1420133"/>
                  </a:lnTo>
                  <a:lnTo>
                    <a:pt x="2623999" y="1385641"/>
                  </a:lnTo>
                  <a:lnTo>
                    <a:pt x="2636271" y="1355140"/>
                  </a:lnTo>
                  <a:lnTo>
                    <a:pt x="2653569" y="1304958"/>
                  </a:lnTo>
                  <a:lnTo>
                    <a:pt x="2663172" y="1274803"/>
                  </a:lnTo>
                  <a:lnTo>
                    <a:pt x="2677094" y="1224276"/>
                  </a:lnTo>
                  <a:lnTo>
                    <a:pt x="2690072" y="1170547"/>
                  </a:lnTo>
                  <a:lnTo>
                    <a:pt x="2695612" y="1143594"/>
                  </a:lnTo>
                  <a:lnTo>
                    <a:pt x="2705199" y="1089805"/>
                  </a:lnTo>
                  <a:lnTo>
                    <a:pt x="2712702" y="1036017"/>
                  </a:lnTo>
                  <a:lnTo>
                    <a:pt x="2716973" y="993699"/>
                  </a:lnTo>
                  <a:lnTo>
                    <a:pt x="2719652" y="955335"/>
                  </a:lnTo>
                  <a:lnTo>
                    <a:pt x="2721244" y="901547"/>
                  </a:lnTo>
                  <a:lnTo>
                    <a:pt x="2720249" y="847758"/>
                  </a:lnTo>
                  <a:lnTo>
                    <a:pt x="2716973" y="800000"/>
                  </a:lnTo>
                  <a:lnTo>
                    <a:pt x="2713415" y="767076"/>
                  </a:lnTo>
                  <a:lnTo>
                    <a:pt x="2704947" y="713288"/>
                  </a:lnTo>
                  <a:lnTo>
                    <a:pt x="2693127" y="659499"/>
                  </a:lnTo>
                  <a:lnTo>
                    <a:pt x="2685832" y="632605"/>
                  </a:lnTo>
                  <a:lnTo>
                    <a:pt x="2668336" y="578817"/>
                  </a:lnTo>
                  <a:lnTo>
                    <a:pt x="2658053" y="551923"/>
                  </a:lnTo>
                  <a:lnTo>
                    <a:pt x="2636271" y="502508"/>
                  </a:lnTo>
                  <a:lnTo>
                    <a:pt x="2620515" y="471241"/>
                  </a:lnTo>
                  <a:lnTo>
                    <a:pt x="2605641" y="444347"/>
                  </a:lnTo>
                  <a:lnTo>
                    <a:pt x="2582469" y="406648"/>
                  </a:lnTo>
                  <a:lnTo>
                    <a:pt x="2555569" y="367357"/>
                  </a:lnTo>
                  <a:lnTo>
                    <a:pt x="2532376" y="336770"/>
                  </a:lnTo>
                  <a:lnTo>
                    <a:pt x="2510164" y="309876"/>
                  </a:lnTo>
                  <a:lnTo>
                    <a:pt x="2486169" y="282982"/>
                  </a:lnTo>
                  <a:lnTo>
                    <a:pt x="2460196" y="256088"/>
                  </a:lnTo>
                  <a:lnTo>
                    <a:pt x="2432005" y="229194"/>
                  </a:lnTo>
                  <a:lnTo>
                    <a:pt x="2401287" y="202299"/>
                  </a:lnTo>
                  <a:lnTo>
                    <a:pt x="2367646" y="175405"/>
                  </a:lnTo>
                  <a:lnTo>
                    <a:pt x="2340363" y="155542"/>
                  </a:lnTo>
                  <a:lnTo>
                    <a:pt x="2313462" y="137382"/>
                  </a:lnTo>
                  <a:lnTo>
                    <a:pt x="2286561" y="120516"/>
                  </a:lnTo>
                  <a:lnTo>
                    <a:pt x="2240235" y="94723"/>
                  </a:lnTo>
                  <a:lnTo>
                    <a:pt x="2205859" y="77905"/>
                  </a:lnTo>
                  <a:lnTo>
                    <a:pt x="2178959" y="66002"/>
                  </a:lnTo>
                  <a:lnTo>
                    <a:pt x="2125157" y="45637"/>
                  </a:lnTo>
                  <a:lnTo>
                    <a:pt x="2098256" y="37004"/>
                  </a:lnTo>
                  <a:lnTo>
                    <a:pt x="2044455" y="22735"/>
                  </a:lnTo>
                  <a:lnTo>
                    <a:pt x="2001653" y="14041"/>
                  </a:lnTo>
                  <a:lnTo>
                    <a:pt x="1963753" y="8122"/>
                  </a:lnTo>
                  <a:lnTo>
                    <a:pt x="1909951" y="2568"/>
                  </a:lnTo>
                  <a:lnTo>
                    <a:pt x="1856150" y="0"/>
                  </a:lnTo>
                  <a:lnTo>
                    <a:pt x="1802348" y="164"/>
                  </a:lnTo>
                  <a:lnTo>
                    <a:pt x="1748547" y="2794"/>
                  </a:lnTo>
                  <a:lnTo>
                    <a:pt x="1694745" y="7618"/>
                  </a:lnTo>
                  <a:lnTo>
                    <a:pt x="1643397" y="14041"/>
                  </a:lnTo>
                  <a:lnTo>
                    <a:pt x="1614043" y="18467"/>
                  </a:lnTo>
                  <a:lnTo>
                    <a:pt x="1560242" y="27790"/>
                  </a:lnTo>
                  <a:lnTo>
                    <a:pt x="1506440" y="38406"/>
                  </a:lnTo>
                  <a:lnTo>
                    <a:pt x="1479540" y="44195"/>
                  </a:lnTo>
                  <a:lnTo>
                    <a:pt x="1425738" y="56566"/>
                  </a:lnTo>
                  <a:lnTo>
                    <a:pt x="1379398" y="67829"/>
                  </a:lnTo>
                  <a:lnTo>
                    <a:pt x="1345036" y="76589"/>
                  </a:lnTo>
                  <a:lnTo>
                    <a:pt x="1291234" y="90654"/>
                  </a:lnTo>
                  <a:lnTo>
                    <a:pt x="1264334" y="97850"/>
                  </a:lnTo>
                  <a:lnTo>
                    <a:pt x="1210532" y="112502"/>
                  </a:lnTo>
                  <a:lnTo>
                    <a:pt x="1177001" y="121617"/>
                  </a:lnTo>
                  <a:lnTo>
                    <a:pt x="1129830" y="134618"/>
                  </a:lnTo>
                  <a:lnTo>
                    <a:pt x="1078437" y="148511"/>
                  </a:lnTo>
                  <a:lnTo>
                    <a:pt x="1049128" y="156473"/>
                  </a:lnTo>
                  <a:lnTo>
                    <a:pt x="995326" y="170663"/>
                  </a:lnTo>
                  <a:lnTo>
                    <a:pt x="968426" y="177588"/>
                  </a:lnTo>
                  <a:lnTo>
                    <a:pt x="914624" y="191176"/>
                  </a:lnTo>
                  <a:lnTo>
                    <a:pt x="868110" y="202299"/>
                  </a:lnTo>
                  <a:lnTo>
                    <a:pt x="833922" y="210312"/>
                  </a:lnTo>
                  <a:lnTo>
                    <a:pt x="780121" y="222195"/>
                  </a:lnTo>
                  <a:lnTo>
                    <a:pt x="746327" y="229194"/>
                  </a:lnTo>
                  <a:lnTo>
                    <a:pt x="699418" y="238576"/>
                  </a:lnTo>
                  <a:lnTo>
                    <a:pt x="645617" y="248431"/>
                  </a:lnTo>
                  <a:lnTo>
                    <a:pt x="599615" y="256088"/>
                  </a:lnTo>
                  <a:lnTo>
                    <a:pt x="564915" y="261559"/>
                  </a:lnTo>
                  <a:lnTo>
                    <a:pt x="511113" y="269206"/>
                  </a:lnTo>
                  <a:lnTo>
                    <a:pt x="457312" y="275870"/>
                  </a:lnTo>
                  <a:lnTo>
                    <a:pt x="403510" y="281553"/>
                  </a:lnTo>
                  <a:lnTo>
                    <a:pt x="376610" y="284048"/>
                  </a:lnTo>
                  <a:lnTo>
                    <a:pt x="322808" y="288333"/>
                  </a:lnTo>
                  <a:lnTo>
                    <a:pt x="269007" y="291584"/>
                  </a:lnTo>
                  <a:lnTo>
                    <a:pt x="215205" y="293780"/>
                  </a:lnTo>
                  <a:lnTo>
                    <a:pt x="161404" y="294892"/>
                  </a:lnTo>
                  <a:lnTo>
                    <a:pt x="107602" y="294882"/>
                  </a:lnTo>
                  <a:lnTo>
                    <a:pt x="53801" y="293705"/>
                  </a:lnTo>
                  <a:lnTo>
                    <a:pt x="0" y="29130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9420076" y="6448957"/>
              <a:ext cx="979229" cy="409043"/>
            </a:xfrm>
            <a:custGeom>
              <a:avLst/>
              <a:gdLst/>
              <a:ahLst/>
              <a:cxnLst/>
              <a:rect l="l" t="t" r="r" b="b"/>
              <a:pathLst>
                <a:path w="979229" h="409043">
                  <a:moveTo>
                    <a:pt x="979229" y="409043"/>
                  </a:moveTo>
                  <a:lnTo>
                    <a:pt x="949168" y="382149"/>
                  </a:lnTo>
                  <a:lnTo>
                    <a:pt x="920311" y="355255"/>
                  </a:lnTo>
                  <a:lnTo>
                    <a:pt x="892472" y="328361"/>
                  </a:lnTo>
                  <a:lnTo>
                    <a:pt x="865478" y="301467"/>
                  </a:lnTo>
                  <a:lnTo>
                    <a:pt x="839167" y="274572"/>
                  </a:lnTo>
                  <a:lnTo>
                    <a:pt x="813383" y="247678"/>
                  </a:lnTo>
                  <a:lnTo>
                    <a:pt x="787967" y="220784"/>
                  </a:lnTo>
                  <a:lnTo>
                    <a:pt x="762753" y="193890"/>
                  </a:lnTo>
                  <a:lnTo>
                    <a:pt x="737549" y="166996"/>
                  </a:lnTo>
                  <a:lnTo>
                    <a:pt x="712115" y="140102"/>
                  </a:lnTo>
                  <a:lnTo>
                    <a:pt x="686117" y="113208"/>
                  </a:lnTo>
                  <a:lnTo>
                    <a:pt x="659037" y="86314"/>
                  </a:lnTo>
                  <a:lnTo>
                    <a:pt x="629959" y="59419"/>
                  </a:lnTo>
                  <a:lnTo>
                    <a:pt x="597004" y="32525"/>
                  </a:lnTo>
                  <a:lnTo>
                    <a:pt x="565759" y="12060"/>
                  </a:lnTo>
                  <a:lnTo>
                    <a:pt x="538859" y="970"/>
                  </a:lnTo>
                  <a:lnTo>
                    <a:pt x="485057" y="0"/>
                  </a:lnTo>
                  <a:lnTo>
                    <a:pt x="458157" y="10828"/>
                  </a:lnTo>
                  <a:lnTo>
                    <a:pt x="426196" y="32525"/>
                  </a:lnTo>
                  <a:lnTo>
                    <a:pt x="394487" y="59419"/>
                  </a:lnTo>
                  <a:lnTo>
                    <a:pt x="366057" y="86314"/>
                  </a:lnTo>
                  <a:lnTo>
                    <a:pt x="339005" y="113208"/>
                  </a:lnTo>
                  <a:lnTo>
                    <a:pt x="312422" y="140102"/>
                  </a:lnTo>
                  <a:lnTo>
                    <a:pt x="285791" y="166996"/>
                  </a:lnTo>
                  <a:lnTo>
                    <a:pt x="258774" y="193890"/>
                  </a:lnTo>
                  <a:lnTo>
                    <a:pt x="231110" y="220784"/>
                  </a:lnTo>
                  <a:lnTo>
                    <a:pt x="202569" y="247678"/>
                  </a:lnTo>
                  <a:lnTo>
                    <a:pt x="172928" y="274572"/>
                  </a:lnTo>
                  <a:lnTo>
                    <a:pt x="141946" y="301467"/>
                  </a:lnTo>
                  <a:lnTo>
                    <a:pt x="109348" y="328361"/>
                  </a:lnTo>
                  <a:lnTo>
                    <a:pt x="81546" y="350248"/>
                  </a:lnTo>
                  <a:lnTo>
                    <a:pt x="54646" y="370535"/>
                  </a:lnTo>
                  <a:lnTo>
                    <a:pt x="27745" y="389942"/>
                  </a:lnTo>
                  <a:lnTo>
                    <a:pt x="0" y="409043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7376465" y="277261"/>
              <a:ext cx="4815230" cy="3236529"/>
            </a:xfrm>
            <a:custGeom>
              <a:avLst/>
              <a:gdLst/>
              <a:ahLst/>
              <a:cxnLst/>
              <a:rect l="l" t="t" r="r" b="b"/>
              <a:pathLst>
                <a:path w="4815230" h="3236529">
                  <a:moveTo>
                    <a:pt x="0" y="23612"/>
                  </a:moveTo>
                  <a:lnTo>
                    <a:pt x="26901" y="17928"/>
                  </a:lnTo>
                  <a:lnTo>
                    <a:pt x="80702" y="8969"/>
                  </a:lnTo>
                  <a:lnTo>
                    <a:pt x="134503" y="3009"/>
                  </a:lnTo>
                  <a:lnTo>
                    <a:pt x="188305" y="24"/>
                  </a:lnTo>
                  <a:lnTo>
                    <a:pt x="242106" y="0"/>
                  </a:lnTo>
                  <a:lnTo>
                    <a:pt x="295908" y="2939"/>
                  </a:lnTo>
                  <a:lnTo>
                    <a:pt x="349709" y="8852"/>
                  </a:lnTo>
                  <a:lnTo>
                    <a:pt x="403511" y="17766"/>
                  </a:lnTo>
                  <a:lnTo>
                    <a:pt x="430411" y="23420"/>
                  </a:lnTo>
                  <a:lnTo>
                    <a:pt x="484213" y="37076"/>
                  </a:lnTo>
                  <a:lnTo>
                    <a:pt x="512296" y="45468"/>
                  </a:lnTo>
                  <a:lnTo>
                    <a:pt x="564915" y="63722"/>
                  </a:lnTo>
                  <a:lnTo>
                    <a:pt x="591816" y="74300"/>
                  </a:lnTo>
                  <a:lnTo>
                    <a:pt x="645617" y="98225"/>
                  </a:lnTo>
                  <a:lnTo>
                    <a:pt x="672518" y="111642"/>
                  </a:lnTo>
                  <a:lnTo>
                    <a:pt x="699751" y="126151"/>
                  </a:lnTo>
                  <a:lnTo>
                    <a:pt x="745526" y="153045"/>
                  </a:lnTo>
                  <a:lnTo>
                    <a:pt x="780121" y="175329"/>
                  </a:lnTo>
                  <a:lnTo>
                    <a:pt x="807022" y="194009"/>
                  </a:lnTo>
                  <a:lnTo>
                    <a:pt x="833922" y="213839"/>
                  </a:lnTo>
                  <a:lnTo>
                    <a:pt x="860823" y="234880"/>
                  </a:lnTo>
                  <a:lnTo>
                    <a:pt x="891633" y="260621"/>
                  </a:lnTo>
                  <a:lnTo>
                    <a:pt x="921799" y="287515"/>
                  </a:lnTo>
                  <a:lnTo>
                    <a:pt x="950183" y="314410"/>
                  </a:lnTo>
                  <a:lnTo>
                    <a:pt x="976999" y="341304"/>
                  </a:lnTo>
                  <a:lnTo>
                    <a:pt x="1002436" y="368198"/>
                  </a:lnTo>
                  <a:lnTo>
                    <a:pt x="1026654" y="395092"/>
                  </a:lnTo>
                  <a:lnTo>
                    <a:pt x="1049792" y="421986"/>
                  </a:lnTo>
                  <a:lnTo>
                    <a:pt x="1076029" y="454024"/>
                  </a:lnTo>
                  <a:lnTo>
                    <a:pt x="1102930" y="488537"/>
                  </a:lnTo>
                  <a:lnTo>
                    <a:pt x="1129830" y="524737"/>
                  </a:lnTo>
                  <a:lnTo>
                    <a:pt x="1152386" y="556457"/>
                  </a:lnTo>
                  <a:lnTo>
                    <a:pt x="1170866" y="583351"/>
                  </a:lnTo>
                  <a:lnTo>
                    <a:pt x="1188870" y="610245"/>
                  </a:lnTo>
                  <a:lnTo>
                    <a:pt x="1210533" y="643576"/>
                  </a:lnTo>
                  <a:lnTo>
                    <a:pt x="1237433" y="686433"/>
                  </a:lnTo>
                  <a:lnTo>
                    <a:pt x="1256533" y="717821"/>
                  </a:lnTo>
                  <a:lnTo>
                    <a:pt x="1272603" y="744715"/>
                  </a:lnTo>
                  <a:lnTo>
                    <a:pt x="1291235" y="776394"/>
                  </a:lnTo>
                  <a:lnTo>
                    <a:pt x="1318135" y="823172"/>
                  </a:lnTo>
                  <a:lnTo>
                    <a:pt x="1334574" y="852292"/>
                  </a:lnTo>
                  <a:lnTo>
                    <a:pt x="1349658" y="879186"/>
                  </a:lnTo>
                  <a:lnTo>
                    <a:pt x="1371937" y="919261"/>
                  </a:lnTo>
                  <a:lnTo>
                    <a:pt x="1394274" y="959868"/>
                  </a:lnTo>
                  <a:lnTo>
                    <a:pt x="1409017" y="986763"/>
                  </a:lnTo>
                  <a:lnTo>
                    <a:pt x="1425738" y="1017236"/>
                  </a:lnTo>
                  <a:lnTo>
                    <a:pt x="1452639" y="1066361"/>
                  </a:lnTo>
                  <a:lnTo>
                    <a:pt x="1467978" y="1094339"/>
                  </a:lnTo>
                  <a:lnTo>
                    <a:pt x="1482806" y="1121233"/>
                  </a:lnTo>
                  <a:lnTo>
                    <a:pt x="1506441" y="1163842"/>
                  </a:lnTo>
                  <a:lnTo>
                    <a:pt x="1527680" y="1201915"/>
                  </a:lnTo>
                  <a:lnTo>
                    <a:pt x="1542826" y="1228810"/>
                  </a:lnTo>
                  <a:lnTo>
                    <a:pt x="1560242" y="1259443"/>
                  </a:lnTo>
                  <a:lnTo>
                    <a:pt x="1587143" y="1306247"/>
                  </a:lnTo>
                  <a:lnTo>
                    <a:pt x="1604684" y="1336386"/>
                  </a:lnTo>
                  <a:lnTo>
                    <a:pt x="1620518" y="1363280"/>
                  </a:lnTo>
                  <a:lnTo>
                    <a:pt x="1640944" y="1397535"/>
                  </a:lnTo>
                  <a:lnTo>
                    <a:pt x="1667845" y="1441982"/>
                  </a:lnTo>
                  <a:lnTo>
                    <a:pt x="1685612" y="1470857"/>
                  </a:lnTo>
                  <a:lnTo>
                    <a:pt x="1702373" y="1497751"/>
                  </a:lnTo>
                  <a:lnTo>
                    <a:pt x="1721646" y="1528263"/>
                  </a:lnTo>
                  <a:lnTo>
                    <a:pt x="1748547" y="1570089"/>
                  </a:lnTo>
                  <a:lnTo>
                    <a:pt x="1771650" y="1605327"/>
                  </a:lnTo>
                  <a:lnTo>
                    <a:pt x="1789599" y="1632221"/>
                  </a:lnTo>
                  <a:lnTo>
                    <a:pt x="1807799" y="1659115"/>
                  </a:lnTo>
                  <a:lnTo>
                    <a:pt x="1829249" y="1690288"/>
                  </a:lnTo>
                  <a:lnTo>
                    <a:pt x="1856150" y="1728532"/>
                  </a:lnTo>
                  <a:lnTo>
                    <a:pt x="1883051" y="1765872"/>
                  </a:lnTo>
                  <a:lnTo>
                    <a:pt x="1903512" y="1793586"/>
                  </a:lnTo>
                  <a:lnTo>
                    <a:pt x="1923757" y="1820480"/>
                  </a:lnTo>
                  <a:lnTo>
                    <a:pt x="1944407" y="1847374"/>
                  </a:lnTo>
                  <a:lnTo>
                    <a:pt x="1965501" y="1874268"/>
                  </a:lnTo>
                  <a:lnTo>
                    <a:pt x="1990654" y="1905492"/>
                  </a:lnTo>
                  <a:lnTo>
                    <a:pt x="2017554" y="1937853"/>
                  </a:lnTo>
                  <a:lnTo>
                    <a:pt x="2044455" y="1969134"/>
                  </a:lnTo>
                  <a:lnTo>
                    <a:pt x="2071356" y="1999300"/>
                  </a:lnTo>
                  <a:lnTo>
                    <a:pt x="2098257" y="2028318"/>
                  </a:lnTo>
                  <a:lnTo>
                    <a:pt x="2125157" y="2056156"/>
                  </a:lnTo>
                  <a:lnTo>
                    <a:pt x="2152058" y="2082783"/>
                  </a:lnTo>
                  <a:lnTo>
                    <a:pt x="2178959" y="2108167"/>
                  </a:lnTo>
                  <a:lnTo>
                    <a:pt x="2205860" y="2132280"/>
                  </a:lnTo>
                  <a:lnTo>
                    <a:pt x="2232760" y="2155092"/>
                  </a:lnTo>
                  <a:lnTo>
                    <a:pt x="2259661" y="2176576"/>
                  </a:lnTo>
                  <a:lnTo>
                    <a:pt x="2286979" y="2196998"/>
                  </a:lnTo>
                  <a:lnTo>
                    <a:pt x="2326283" y="2223892"/>
                  </a:lnTo>
                  <a:lnTo>
                    <a:pt x="2367264" y="2249129"/>
                  </a:lnTo>
                  <a:lnTo>
                    <a:pt x="2394165" y="2263967"/>
                  </a:lnTo>
                  <a:lnTo>
                    <a:pt x="2421681" y="2277680"/>
                  </a:lnTo>
                  <a:lnTo>
                    <a:pt x="2474867" y="2300549"/>
                  </a:lnTo>
                  <a:lnTo>
                    <a:pt x="2501768" y="2310267"/>
                  </a:lnTo>
                  <a:lnTo>
                    <a:pt x="2555569" y="2326169"/>
                  </a:lnTo>
                  <a:lnTo>
                    <a:pt x="2582470" y="2332436"/>
                  </a:lnTo>
                  <a:lnTo>
                    <a:pt x="2636271" y="2342019"/>
                  </a:lnTo>
                  <a:lnTo>
                    <a:pt x="2690073" y="2347858"/>
                  </a:lnTo>
                  <a:lnTo>
                    <a:pt x="2743874" y="2350462"/>
                  </a:lnTo>
                  <a:lnTo>
                    <a:pt x="2797676" y="2350314"/>
                  </a:lnTo>
                  <a:lnTo>
                    <a:pt x="2851477" y="2347869"/>
                  </a:lnTo>
                  <a:lnTo>
                    <a:pt x="2905278" y="2343550"/>
                  </a:lnTo>
                  <a:lnTo>
                    <a:pt x="2959080" y="2337750"/>
                  </a:lnTo>
                  <a:lnTo>
                    <a:pt x="3008063" y="2331468"/>
                  </a:lnTo>
                  <a:lnTo>
                    <a:pt x="3039782" y="2327128"/>
                  </a:lnTo>
                  <a:lnTo>
                    <a:pt x="3093584" y="2319273"/>
                  </a:lnTo>
                  <a:lnTo>
                    <a:pt x="3147385" y="2311097"/>
                  </a:lnTo>
                  <a:lnTo>
                    <a:pt x="3189954" y="2304574"/>
                  </a:lnTo>
                  <a:lnTo>
                    <a:pt x="3228087" y="2298889"/>
                  </a:lnTo>
                  <a:lnTo>
                    <a:pt x="3281889" y="2291143"/>
                  </a:lnTo>
                  <a:lnTo>
                    <a:pt x="3335690" y="2283926"/>
                  </a:lnTo>
                  <a:lnTo>
                    <a:pt x="3387411" y="2277680"/>
                  </a:lnTo>
                  <a:lnTo>
                    <a:pt x="3416392" y="2274561"/>
                  </a:lnTo>
                  <a:lnTo>
                    <a:pt x="3470194" y="2269567"/>
                  </a:lnTo>
                  <a:lnTo>
                    <a:pt x="3523995" y="2265735"/>
                  </a:lnTo>
                  <a:lnTo>
                    <a:pt x="3577797" y="2263223"/>
                  </a:lnTo>
                  <a:lnTo>
                    <a:pt x="3631598" y="2262182"/>
                  </a:lnTo>
                  <a:lnTo>
                    <a:pt x="3685400" y="2262755"/>
                  </a:lnTo>
                  <a:lnTo>
                    <a:pt x="3739201" y="2265085"/>
                  </a:lnTo>
                  <a:lnTo>
                    <a:pt x="3793003" y="2269312"/>
                  </a:lnTo>
                  <a:lnTo>
                    <a:pt x="3846804" y="2275577"/>
                  </a:lnTo>
                  <a:lnTo>
                    <a:pt x="3873705" y="2279537"/>
                  </a:lnTo>
                  <a:lnTo>
                    <a:pt x="3927506" y="2289226"/>
                  </a:lnTo>
                  <a:lnTo>
                    <a:pt x="3981308" y="2301342"/>
                  </a:lnTo>
                  <a:lnTo>
                    <a:pt x="4008208" y="2308404"/>
                  </a:lnTo>
                  <a:lnTo>
                    <a:pt x="4062010" y="2324647"/>
                  </a:lnTo>
                  <a:lnTo>
                    <a:pt x="4088911" y="2333865"/>
                  </a:lnTo>
                  <a:lnTo>
                    <a:pt x="4142712" y="2354751"/>
                  </a:lnTo>
                  <a:lnTo>
                    <a:pt x="4169613" y="2366493"/>
                  </a:lnTo>
                  <a:lnTo>
                    <a:pt x="4208804" y="2385257"/>
                  </a:lnTo>
                  <a:lnTo>
                    <a:pt x="4250315" y="2407322"/>
                  </a:lnTo>
                  <a:lnTo>
                    <a:pt x="4277216" y="2423033"/>
                  </a:lnTo>
                  <a:lnTo>
                    <a:pt x="4304116" y="2439808"/>
                  </a:lnTo>
                  <a:lnTo>
                    <a:pt x="4342381" y="2465939"/>
                  </a:lnTo>
                  <a:lnTo>
                    <a:pt x="4378283" y="2492833"/>
                  </a:lnTo>
                  <a:lnTo>
                    <a:pt x="4411150" y="2519727"/>
                  </a:lnTo>
                  <a:lnTo>
                    <a:pt x="4438620" y="2544140"/>
                  </a:lnTo>
                  <a:lnTo>
                    <a:pt x="4465521" y="2569851"/>
                  </a:lnTo>
                  <a:lnTo>
                    <a:pt x="4492421" y="2597510"/>
                  </a:lnTo>
                  <a:lnTo>
                    <a:pt x="4519312" y="2627304"/>
                  </a:lnTo>
                  <a:lnTo>
                    <a:pt x="4541842" y="2654198"/>
                  </a:lnTo>
                  <a:lnTo>
                    <a:pt x="4562956" y="2681092"/>
                  </a:lnTo>
                  <a:lnTo>
                    <a:pt x="4582799" y="2707986"/>
                  </a:lnTo>
                  <a:lnTo>
                    <a:pt x="4601491" y="2734880"/>
                  </a:lnTo>
                  <a:lnTo>
                    <a:pt x="4626925" y="2774484"/>
                  </a:lnTo>
                  <a:lnTo>
                    <a:pt x="4651231" y="2815563"/>
                  </a:lnTo>
                  <a:lnTo>
                    <a:pt x="4665976" y="2842457"/>
                  </a:lnTo>
                  <a:lnTo>
                    <a:pt x="4680727" y="2870846"/>
                  </a:lnTo>
                  <a:lnTo>
                    <a:pt x="4705751" y="2923139"/>
                  </a:lnTo>
                  <a:lnTo>
                    <a:pt x="4717631" y="2950033"/>
                  </a:lnTo>
                  <a:lnTo>
                    <a:pt x="4734528" y="2990843"/>
                  </a:lnTo>
                  <a:lnTo>
                    <a:pt x="4749928" y="3030715"/>
                  </a:lnTo>
                  <a:lnTo>
                    <a:pt x="4761429" y="3062555"/>
                  </a:lnTo>
                  <a:lnTo>
                    <a:pt x="4777951" y="3111398"/>
                  </a:lnTo>
                  <a:lnTo>
                    <a:pt x="4788329" y="3144186"/>
                  </a:lnTo>
                  <a:lnTo>
                    <a:pt x="4802684" y="3192080"/>
                  </a:lnTo>
                  <a:lnTo>
                    <a:pt x="4815230" y="3236529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141491" y="5712698"/>
              <a:ext cx="1300402" cy="1145302"/>
            </a:xfrm>
            <a:custGeom>
              <a:avLst/>
              <a:gdLst/>
              <a:ahLst/>
              <a:cxnLst/>
              <a:rect l="l" t="t" r="r" b="b"/>
              <a:pathLst>
                <a:path w="1300402" h="1145302">
                  <a:moveTo>
                    <a:pt x="348537" y="1145302"/>
                  </a:moveTo>
                  <a:lnTo>
                    <a:pt x="311003" y="1126337"/>
                  </a:lnTo>
                  <a:lnTo>
                    <a:pt x="284102" y="1110617"/>
                  </a:lnTo>
                  <a:lnTo>
                    <a:pt x="255040" y="1091514"/>
                  </a:lnTo>
                  <a:lnTo>
                    <a:pt x="219527" y="1064620"/>
                  </a:lnTo>
                  <a:lnTo>
                    <a:pt x="188666" y="1037726"/>
                  </a:lnTo>
                  <a:lnTo>
                    <a:pt x="161604" y="1010831"/>
                  </a:lnTo>
                  <a:lnTo>
                    <a:pt x="137697" y="983937"/>
                  </a:lnTo>
                  <a:lnTo>
                    <a:pt x="116460" y="957043"/>
                  </a:lnTo>
                  <a:lnTo>
                    <a:pt x="95797" y="927391"/>
                  </a:lnTo>
                  <a:lnTo>
                    <a:pt x="68896" y="881719"/>
                  </a:lnTo>
                  <a:lnTo>
                    <a:pt x="52983" y="849467"/>
                  </a:lnTo>
                  <a:lnTo>
                    <a:pt x="41472" y="822573"/>
                  </a:lnTo>
                  <a:lnTo>
                    <a:pt x="23100" y="768784"/>
                  </a:lnTo>
                  <a:lnTo>
                    <a:pt x="15095" y="737934"/>
                  </a:lnTo>
                  <a:lnTo>
                    <a:pt x="5702" y="688102"/>
                  </a:lnTo>
                  <a:lnTo>
                    <a:pt x="428" y="634314"/>
                  </a:lnTo>
                  <a:lnTo>
                    <a:pt x="0" y="580526"/>
                  </a:lnTo>
                  <a:lnTo>
                    <a:pt x="4383" y="526737"/>
                  </a:lnTo>
                  <a:lnTo>
                    <a:pt x="13632" y="472949"/>
                  </a:lnTo>
                  <a:lnTo>
                    <a:pt x="20191" y="446055"/>
                  </a:lnTo>
                  <a:lnTo>
                    <a:pt x="37267" y="392267"/>
                  </a:lnTo>
                  <a:lnTo>
                    <a:pt x="47943" y="365373"/>
                  </a:lnTo>
                  <a:lnTo>
                    <a:pt x="68896" y="321140"/>
                  </a:lnTo>
                  <a:lnTo>
                    <a:pt x="89540" y="284690"/>
                  </a:lnTo>
                  <a:lnTo>
                    <a:pt x="107094" y="257796"/>
                  </a:lnTo>
                  <a:lnTo>
                    <a:pt x="126732" y="230902"/>
                  </a:lnTo>
                  <a:lnTo>
                    <a:pt x="149599" y="203104"/>
                  </a:lnTo>
                  <a:lnTo>
                    <a:pt x="176499" y="174390"/>
                  </a:lnTo>
                  <a:lnTo>
                    <a:pt x="203400" y="149120"/>
                  </a:lnTo>
                  <a:lnTo>
                    <a:pt x="234870" y="123326"/>
                  </a:lnTo>
                  <a:lnTo>
                    <a:pt x="273124" y="96431"/>
                  </a:lnTo>
                  <a:lnTo>
                    <a:pt x="311003" y="73748"/>
                  </a:lnTo>
                  <a:lnTo>
                    <a:pt x="337904" y="59947"/>
                  </a:lnTo>
                  <a:lnTo>
                    <a:pt x="378021" y="42643"/>
                  </a:lnTo>
                  <a:lnTo>
                    <a:pt x="418606" y="28170"/>
                  </a:lnTo>
                  <a:lnTo>
                    <a:pt x="465409" y="15749"/>
                  </a:lnTo>
                  <a:lnTo>
                    <a:pt x="499308" y="8895"/>
                  </a:lnTo>
                  <a:lnTo>
                    <a:pt x="553109" y="2163"/>
                  </a:lnTo>
                  <a:lnTo>
                    <a:pt x="606911" y="0"/>
                  </a:lnTo>
                  <a:lnTo>
                    <a:pt x="660712" y="2208"/>
                  </a:lnTo>
                  <a:lnTo>
                    <a:pt x="714514" y="8711"/>
                  </a:lnTo>
                  <a:lnTo>
                    <a:pt x="751318" y="15749"/>
                  </a:lnTo>
                  <a:lnTo>
                    <a:pt x="795216" y="26479"/>
                  </a:lnTo>
                  <a:lnTo>
                    <a:pt x="845533" y="42643"/>
                  </a:lnTo>
                  <a:lnTo>
                    <a:pt x="875918" y="54253"/>
                  </a:lnTo>
                  <a:lnTo>
                    <a:pt x="910609" y="69537"/>
                  </a:lnTo>
                  <a:lnTo>
                    <a:pt x="956620" y="92985"/>
                  </a:lnTo>
                  <a:lnTo>
                    <a:pt x="983521" y="108633"/>
                  </a:lnTo>
                  <a:lnTo>
                    <a:pt x="1010422" y="125786"/>
                  </a:lnTo>
                  <a:lnTo>
                    <a:pt x="1044905" y="150220"/>
                  </a:lnTo>
                  <a:lnTo>
                    <a:pt x="1078621" y="177114"/>
                  </a:lnTo>
                  <a:lnTo>
                    <a:pt x="1108672" y="204008"/>
                  </a:lnTo>
                  <a:lnTo>
                    <a:pt x="1135620" y="230902"/>
                  </a:lnTo>
                  <a:lnTo>
                    <a:pt x="1159862" y="257796"/>
                  </a:lnTo>
                  <a:lnTo>
                    <a:pt x="1181668" y="284690"/>
                  </a:lnTo>
                  <a:lnTo>
                    <a:pt x="1201201" y="311584"/>
                  </a:lnTo>
                  <a:lnTo>
                    <a:pt x="1225628" y="350235"/>
                  </a:lnTo>
                  <a:lnTo>
                    <a:pt x="1248240" y="392267"/>
                  </a:lnTo>
                  <a:lnTo>
                    <a:pt x="1260382" y="419161"/>
                  </a:lnTo>
                  <a:lnTo>
                    <a:pt x="1279429" y="472765"/>
                  </a:lnTo>
                  <a:lnTo>
                    <a:pt x="1286845" y="499843"/>
                  </a:lnTo>
                  <a:lnTo>
                    <a:pt x="1296686" y="553631"/>
                  </a:lnTo>
                  <a:lnTo>
                    <a:pt x="1300402" y="607420"/>
                  </a:lnTo>
                  <a:lnTo>
                    <a:pt x="1298159" y="661208"/>
                  </a:lnTo>
                  <a:lnTo>
                    <a:pt x="1289829" y="714996"/>
                  </a:lnTo>
                  <a:lnTo>
                    <a:pt x="1279429" y="754419"/>
                  </a:lnTo>
                  <a:lnTo>
                    <a:pt x="1265526" y="795678"/>
                  </a:lnTo>
                  <a:lnTo>
                    <a:pt x="1252528" y="825581"/>
                  </a:lnTo>
                  <a:lnTo>
                    <a:pt x="1225835" y="876361"/>
                  </a:lnTo>
                  <a:lnTo>
                    <a:pt x="1208982" y="903255"/>
                  </a:lnTo>
                  <a:lnTo>
                    <a:pt x="1189914" y="930149"/>
                  </a:lnTo>
                  <a:lnTo>
                    <a:pt x="1168537" y="957043"/>
                  </a:lnTo>
                  <a:lnTo>
                    <a:pt x="1144656" y="983937"/>
                  </a:lnTo>
                  <a:lnTo>
                    <a:pt x="1117957" y="1010831"/>
                  </a:lnTo>
                  <a:lnTo>
                    <a:pt x="1087976" y="1037726"/>
                  </a:lnTo>
                  <a:lnTo>
                    <a:pt x="1054047" y="1064620"/>
                  </a:lnTo>
                  <a:lnTo>
                    <a:pt x="1015228" y="1091514"/>
                  </a:lnTo>
                  <a:lnTo>
                    <a:pt x="983521" y="1110767"/>
                  </a:lnTo>
                  <a:lnTo>
                    <a:pt x="956620" y="1125467"/>
                  </a:lnTo>
                  <a:lnTo>
                    <a:pt x="915176" y="114530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7403366" y="4117802"/>
              <a:ext cx="3752296" cy="2740198"/>
            </a:xfrm>
            <a:custGeom>
              <a:avLst/>
              <a:gdLst/>
              <a:ahLst/>
              <a:cxnLst/>
              <a:rect l="l" t="t" r="r" b="b"/>
              <a:pathLst>
                <a:path w="3752296" h="2740198">
                  <a:moveTo>
                    <a:pt x="3752296" y="2740198"/>
                  </a:moveTo>
                  <a:lnTo>
                    <a:pt x="3712300" y="2721208"/>
                  </a:lnTo>
                  <a:lnTo>
                    <a:pt x="3685399" y="2707506"/>
                  </a:lnTo>
                  <a:lnTo>
                    <a:pt x="3646849" y="2686410"/>
                  </a:lnTo>
                  <a:lnTo>
                    <a:pt x="3604697" y="2661123"/>
                  </a:lnTo>
                  <a:lnTo>
                    <a:pt x="3577796" y="2643573"/>
                  </a:lnTo>
                  <a:lnTo>
                    <a:pt x="3550896" y="2624930"/>
                  </a:lnTo>
                  <a:lnTo>
                    <a:pt x="3523995" y="2605058"/>
                  </a:lnTo>
                  <a:lnTo>
                    <a:pt x="3491238" y="2578833"/>
                  </a:lnTo>
                  <a:lnTo>
                    <a:pt x="3460411" y="2551939"/>
                  </a:lnTo>
                  <a:lnTo>
                    <a:pt x="3432086" y="2525045"/>
                  </a:lnTo>
                  <a:lnTo>
                    <a:pt x="3406017" y="2498151"/>
                  </a:lnTo>
                  <a:lnTo>
                    <a:pt x="3381998" y="2471257"/>
                  </a:lnTo>
                  <a:lnTo>
                    <a:pt x="3359853" y="2444363"/>
                  </a:lnTo>
                  <a:lnTo>
                    <a:pt x="3335690" y="2412189"/>
                  </a:lnTo>
                  <a:lnTo>
                    <a:pt x="3308789" y="2372319"/>
                  </a:lnTo>
                  <a:lnTo>
                    <a:pt x="3287330" y="2336786"/>
                  </a:lnTo>
                  <a:lnTo>
                    <a:pt x="3272674" y="2309892"/>
                  </a:lnTo>
                  <a:lnTo>
                    <a:pt x="3254988" y="2273737"/>
                  </a:lnTo>
                  <a:lnTo>
                    <a:pt x="3235770" y="2229210"/>
                  </a:lnTo>
                  <a:lnTo>
                    <a:pt x="3225616" y="2202316"/>
                  </a:lnTo>
                  <a:lnTo>
                    <a:pt x="3208160" y="2148527"/>
                  </a:lnTo>
                  <a:lnTo>
                    <a:pt x="3200790" y="2121633"/>
                  </a:lnTo>
                  <a:lnTo>
                    <a:pt x="3188445" y="2067845"/>
                  </a:lnTo>
                  <a:lnTo>
                    <a:pt x="3179107" y="2014057"/>
                  </a:lnTo>
                  <a:lnTo>
                    <a:pt x="3174285" y="1976836"/>
                  </a:lnTo>
                  <a:lnTo>
                    <a:pt x="3169941" y="1933374"/>
                  </a:lnTo>
                  <a:lnTo>
                    <a:pt x="3166601" y="1879586"/>
                  </a:lnTo>
                  <a:lnTo>
                    <a:pt x="3165137" y="1825798"/>
                  </a:lnTo>
                  <a:lnTo>
                    <a:pt x="3165255" y="1772010"/>
                  </a:lnTo>
                  <a:lnTo>
                    <a:pt x="3166672" y="1718222"/>
                  </a:lnTo>
                  <a:lnTo>
                    <a:pt x="3169114" y="1664433"/>
                  </a:lnTo>
                  <a:lnTo>
                    <a:pt x="3172317" y="1610645"/>
                  </a:lnTo>
                  <a:lnTo>
                    <a:pt x="3174285" y="1581439"/>
                  </a:lnTo>
                  <a:lnTo>
                    <a:pt x="3177956" y="1529963"/>
                  </a:lnTo>
                  <a:lnTo>
                    <a:pt x="3181901" y="1476174"/>
                  </a:lnTo>
                  <a:lnTo>
                    <a:pt x="3185696" y="1422386"/>
                  </a:lnTo>
                  <a:lnTo>
                    <a:pt x="3189073" y="1368598"/>
                  </a:lnTo>
                  <a:lnTo>
                    <a:pt x="3191756" y="1314810"/>
                  </a:lnTo>
                  <a:lnTo>
                    <a:pt x="3193454" y="1261022"/>
                  </a:lnTo>
                  <a:lnTo>
                    <a:pt x="3193865" y="1207233"/>
                  </a:lnTo>
                  <a:lnTo>
                    <a:pt x="3192672" y="1153445"/>
                  </a:lnTo>
                  <a:lnTo>
                    <a:pt x="3189543" y="1099657"/>
                  </a:lnTo>
                  <a:lnTo>
                    <a:pt x="3184132" y="1045869"/>
                  </a:lnTo>
                  <a:lnTo>
                    <a:pt x="3176084" y="992080"/>
                  </a:lnTo>
                  <a:lnTo>
                    <a:pt x="3170959" y="965186"/>
                  </a:lnTo>
                  <a:lnTo>
                    <a:pt x="3158295" y="911398"/>
                  </a:lnTo>
                  <a:lnTo>
                    <a:pt x="3147385" y="874123"/>
                  </a:lnTo>
                  <a:lnTo>
                    <a:pt x="3132639" y="830716"/>
                  </a:lnTo>
                  <a:lnTo>
                    <a:pt x="3120484" y="799872"/>
                  </a:lnTo>
                  <a:lnTo>
                    <a:pt x="3098153" y="750033"/>
                  </a:lnTo>
                  <a:lnTo>
                    <a:pt x="3084573" y="723139"/>
                  </a:lnTo>
                  <a:lnTo>
                    <a:pt x="3066683" y="690692"/>
                  </a:lnTo>
                  <a:lnTo>
                    <a:pt x="3039782" y="646317"/>
                  </a:lnTo>
                  <a:lnTo>
                    <a:pt x="3019444" y="615563"/>
                  </a:lnTo>
                  <a:lnTo>
                    <a:pt x="3000446" y="588669"/>
                  </a:lnTo>
                  <a:lnTo>
                    <a:pt x="2980370" y="561774"/>
                  </a:lnTo>
                  <a:lnTo>
                    <a:pt x="2959080" y="534698"/>
                  </a:lnTo>
                  <a:lnTo>
                    <a:pt x="2932179" y="502347"/>
                  </a:lnTo>
                  <a:lnTo>
                    <a:pt x="2905278" y="471636"/>
                  </a:lnTo>
                  <a:lnTo>
                    <a:pt x="2878377" y="442350"/>
                  </a:lnTo>
                  <a:lnTo>
                    <a:pt x="2851477" y="414317"/>
                  </a:lnTo>
                  <a:lnTo>
                    <a:pt x="2824576" y="387405"/>
                  </a:lnTo>
                  <a:lnTo>
                    <a:pt x="2797675" y="361509"/>
                  </a:lnTo>
                  <a:lnTo>
                    <a:pt x="2770775" y="336553"/>
                  </a:lnTo>
                  <a:lnTo>
                    <a:pt x="2743874" y="312478"/>
                  </a:lnTo>
                  <a:lnTo>
                    <a:pt x="2716973" y="289247"/>
                  </a:lnTo>
                  <a:lnTo>
                    <a:pt x="2688962" y="265939"/>
                  </a:lnTo>
                  <a:lnTo>
                    <a:pt x="2655171" y="239045"/>
                  </a:lnTo>
                  <a:lnTo>
                    <a:pt x="2619687" y="212151"/>
                  </a:lnTo>
                  <a:lnTo>
                    <a:pt x="2582469" y="185410"/>
                  </a:lnTo>
                  <a:lnTo>
                    <a:pt x="2555569" y="167131"/>
                  </a:lnTo>
                  <a:lnTo>
                    <a:pt x="2528668" y="149694"/>
                  </a:lnTo>
                  <a:lnTo>
                    <a:pt x="2498922" y="131469"/>
                  </a:lnTo>
                  <a:lnTo>
                    <a:pt x="2451295" y="104574"/>
                  </a:lnTo>
                  <a:lnTo>
                    <a:pt x="2421065" y="88986"/>
                  </a:lnTo>
                  <a:lnTo>
                    <a:pt x="2394164" y="76182"/>
                  </a:lnTo>
                  <a:lnTo>
                    <a:pt x="2340363" y="53532"/>
                  </a:lnTo>
                  <a:lnTo>
                    <a:pt x="2313462" y="43707"/>
                  </a:lnTo>
                  <a:lnTo>
                    <a:pt x="2259661" y="27119"/>
                  </a:lnTo>
                  <a:lnTo>
                    <a:pt x="2232760" y="20336"/>
                  </a:lnTo>
                  <a:lnTo>
                    <a:pt x="2178959" y="9749"/>
                  </a:lnTo>
                  <a:lnTo>
                    <a:pt x="2125157" y="3042"/>
                  </a:lnTo>
                  <a:lnTo>
                    <a:pt x="2071356" y="0"/>
                  </a:lnTo>
                  <a:lnTo>
                    <a:pt x="2017554" y="368"/>
                  </a:lnTo>
                  <a:lnTo>
                    <a:pt x="1963753" y="3863"/>
                  </a:lnTo>
                  <a:lnTo>
                    <a:pt x="1909951" y="10188"/>
                  </a:lnTo>
                  <a:lnTo>
                    <a:pt x="1856150" y="19038"/>
                  </a:lnTo>
                  <a:lnTo>
                    <a:pt x="1829249" y="24313"/>
                  </a:lnTo>
                  <a:lnTo>
                    <a:pt x="1775448" y="36357"/>
                  </a:lnTo>
                  <a:lnTo>
                    <a:pt x="1721646" y="50189"/>
                  </a:lnTo>
                  <a:lnTo>
                    <a:pt x="1694745" y="57684"/>
                  </a:lnTo>
                  <a:lnTo>
                    <a:pt x="1640944" y="73683"/>
                  </a:lnTo>
                  <a:lnTo>
                    <a:pt x="1614043" y="82128"/>
                  </a:lnTo>
                  <a:lnTo>
                    <a:pt x="1560242" y="99765"/>
                  </a:lnTo>
                  <a:lnTo>
                    <a:pt x="1533341" y="108907"/>
                  </a:lnTo>
                  <a:lnTo>
                    <a:pt x="1479540" y="127712"/>
                  </a:lnTo>
                  <a:lnTo>
                    <a:pt x="1452639" y="137336"/>
                  </a:lnTo>
                  <a:lnTo>
                    <a:pt x="1398837" y="156891"/>
                  </a:lnTo>
                  <a:lnTo>
                    <a:pt x="1371937" y="166809"/>
                  </a:lnTo>
                  <a:lnTo>
                    <a:pt x="1322199" y="185257"/>
                  </a:lnTo>
                  <a:lnTo>
                    <a:pt x="1291234" y="196790"/>
                  </a:lnTo>
                  <a:lnTo>
                    <a:pt x="1250008" y="212151"/>
                  </a:lnTo>
                  <a:lnTo>
                    <a:pt x="1210532" y="226801"/>
                  </a:lnTo>
                  <a:lnTo>
                    <a:pt x="1177330" y="239045"/>
                  </a:lnTo>
                  <a:lnTo>
                    <a:pt x="1129830" y="256415"/>
                  </a:lnTo>
                  <a:lnTo>
                    <a:pt x="1102929" y="266102"/>
                  </a:lnTo>
                  <a:lnTo>
                    <a:pt x="1049128" y="285244"/>
                  </a:lnTo>
                  <a:lnTo>
                    <a:pt x="1022227" y="294600"/>
                  </a:lnTo>
                  <a:lnTo>
                    <a:pt x="968426" y="312942"/>
                  </a:lnTo>
                  <a:lnTo>
                    <a:pt x="941525" y="321852"/>
                  </a:lnTo>
                  <a:lnTo>
                    <a:pt x="887724" y="339198"/>
                  </a:lnTo>
                  <a:lnTo>
                    <a:pt x="860823" y="347554"/>
                  </a:lnTo>
                  <a:lnTo>
                    <a:pt x="807021" y="363735"/>
                  </a:lnTo>
                  <a:lnTo>
                    <a:pt x="772787" y="373516"/>
                  </a:lnTo>
                  <a:lnTo>
                    <a:pt x="726319" y="386307"/>
                  </a:lnTo>
                  <a:lnTo>
                    <a:pt x="672518" y="400118"/>
                  </a:lnTo>
                  <a:lnTo>
                    <a:pt x="645617" y="406693"/>
                  </a:lnTo>
                  <a:lnTo>
                    <a:pt x="591816" y="419003"/>
                  </a:lnTo>
                  <a:lnTo>
                    <a:pt x="552240" y="427304"/>
                  </a:lnTo>
                  <a:lnTo>
                    <a:pt x="511113" y="435408"/>
                  </a:lnTo>
                  <a:lnTo>
                    <a:pt x="457312" y="444917"/>
                  </a:lnTo>
                  <a:lnTo>
                    <a:pt x="403510" y="453210"/>
                  </a:lnTo>
                  <a:lnTo>
                    <a:pt x="376610" y="456923"/>
                  </a:lnTo>
                  <a:lnTo>
                    <a:pt x="322808" y="463415"/>
                  </a:lnTo>
                  <a:lnTo>
                    <a:pt x="269007" y="468610"/>
                  </a:lnTo>
                  <a:lnTo>
                    <a:pt x="215205" y="472478"/>
                  </a:lnTo>
                  <a:lnTo>
                    <a:pt x="161404" y="474983"/>
                  </a:lnTo>
                  <a:lnTo>
                    <a:pt x="107602" y="476083"/>
                  </a:lnTo>
                  <a:lnTo>
                    <a:pt x="53801" y="475727"/>
                  </a:lnTo>
                  <a:lnTo>
                    <a:pt x="0" y="4738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7376465" y="663473"/>
              <a:ext cx="4815230" cy="3794928"/>
            </a:xfrm>
            <a:custGeom>
              <a:avLst/>
              <a:gdLst/>
              <a:ahLst/>
              <a:cxnLst/>
              <a:rect l="l" t="t" r="r" b="b"/>
              <a:pathLst>
                <a:path w="4815230" h="3794928">
                  <a:moveTo>
                    <a:pt x="0" y="41195"/>
                  </a:moveTo>
                  <a:lnTo>
                    <a:pt x="26901" y="31941"/>
                  </a:lnTo>
                  <a:lnTo>
                    <a:pt x="80702" y="17125"/>
                  </a:lnTo>
                  <a:lnTo>
                    <a:pt x="122629" y="8880"/>
                  </a:lnTo>
                  <a:lnTo>
                    <a:pt x="161404" y="3519"/>
                  </a:lnTo>
                  <a:lnTo>
                    <a:pt x="215206" y="0"/>
                  </a:lnTo>
                  <a:lnTo>
                    <a:pt x="269007" y="775"/>
                  </a:lnTo>
                  <a:lnTo>
                    <a:pt x="322809" y="5806"/>
                  </a:lnTo>
                  <a:lnTo>
                    <a:pt x="349709" y="9928"/>
                  </a:lnTo>
                  <a:lnTo>
                    <a:pt x="403511" y="21496"/>
                  </a:lnTo>
                  <a:lnTo>
                    <a:pt x="452270" y="35774"/>
                  </a:lnTo>
                  <a:lnTo>
                    <a:pt x="484213" y="47083"/>
                  </a:lnTo>
                  <a:lnTo>
                    <a:pt x="521960" y="62668"/>
                  </a:lnTo>
                  <a:lnTo>
                    <a:pt x="564915" y="83059"/>
                  </a:lnTo>
                  <a:lnTo>
                    <a:pt x="591816" y="97478"/>
                  </a:lnTo>
                  <a:lnTo>
                    <a:pt x="624052" y="116456"/>
                  </a:lnTo>
                  <a:lnTo>
                    <a:pt x="665222" y="143351"/>
                  </a:lnTo>
                  <a:lnTo>
                    <a:pt x="699419" y="167944"/>
                  </a:lnTo>
                  <a:lnTo>
                    <a:pt x="726319" y="188936"/>
                  </a:lnTo>
                  <a:lnTo>
                    <a:pt x="753220" y="211305"/>
                  </a:lnTo>
                  <a:lnTo>
                    <a:pt x="780121" y="235084"/>
                  </a:lnTo>
                  <a:lnTo>
                    <a:pt x="807022" y="260294"/>
                  </a:lnTo>
                  <a:lnTo>
                    <a:pt x="833922" y="286948"/>
                  </a:lnTo>
                  <a:lnTo>
                    <a:pt x="860823" y="315047"/>
                  </a:lnTo>
                  <a:lnTo>
                    <a:pt x="887724" y="344578"/>
                  </a:lnTo>
                  <a:lnTo>
                    <a:pt x="914625" y="375519"/>
                  </a:lnTo>
                  <a:lnTo>
                    <a:pt x="941525" y="407833"/>
                  </a:lnTo>
                  <a:lnTo>
                    <a:pt x="966605" y="439186"/>
                  </a:lnTo>
                  <a:lnTo>
                    <a:pt x="987412" y="466080"/>
                  </a:lnTo>
                  <a:lnTo>
                    <a:pt x="1007726" y="492974"/>
                  </a:lnTo>
                  <a:lnTo>
                    <a:pt x="1027616" y="519868"/>
                  </a:lnTo>
                  <a:lnTo>
                    <a:pt x="1049128" y="549568"/>
                  </a:lnTo>
                  <a:lnTo>
                    <a:pt x="1076029" y="587656"/>
                  </a:lnTo>
                  <a:lnTo>
                    <a:pt x="1102930" y="626619"/>
                  </a:lnTo>
                  <a:lnTo>
                    <a:pt x="1121712" y="654339"/>
                  </a:lnTo>
                  <a:lnTo>
                    <a:pt x="1139792" y="681233"/>
                  </a:lnTo>
                  <a:lnTo>
                    <a:pt x="1157764" y="708127"/>
                  </a:lnTo>
                  <a:lnTo>
                    <a:pt x="1183632" y="747268"/>
                  </a:lnTo>
                  <a:lnTo>
                    <a:pt x="1210533" y="788413"/>
                  </a:lnTo>
                  <a:lnTo>
                    <a:pt x="1228239" y="815703"/>
                  </a:lnTo>
                  <a:lnTo>
                    <a:pt x="1245688" y="842598"/>
                  </a:lnTo>
                  <a:lnTo>
                    <a:pt x="1264334" y="871337"/>
                  </a:lnTo>
                  <a:lnTo>
                    <a:pt x="1291235" y="912959"/>
                  </a:lnTo>
                  <a:lnTo>
                    <a:pt x="1315212" y="950174"/>
                  </a:lnTo>
                  <a:lnTo>
                    <a:pt x="1332551" y="977068"/>
                  </a:lnTo>
                  <a:lnTo>
                    <a:pt x="1349941" y="1003962"/>
                  </a:lnTo>
                  <a:lnTo>
                    <a:pt x="1371937" y="1037911"/>
                  </a:lnTo>
                  <a:lnTo>
                    <a:pt x="1398838" y="1079424"/>
                  </a:lnTo>
                  <a:lnTo>
                    <a:pt x="1419669" y="1111539"/>
                  </a:lnTo>
                  <a:lnTo>
                    <a:pt x="1437177" y="1138433"/>
                  </a:lnTo>
                  <a:lnTo>
                    <a:pt x="1454742" y="1165327"/>
                  </a:lnTo>
                  <a:lnTo>
                    <a:pt x="1479540" y="1203194"/>
                  </a:lnTo>
                  <a:lnTo>
                    <a:pt x="1506441" y="1244187"/>
                  </a:lnTo>
                  <a:lnTo>
                    <a:pt x="1525342" y="1272903"/>
                  </a:lnTo>
                  <a:lnTo>
                    <a:pt x="1543102" y="1299798"/>
                  </a:lnTo>
                  <a:lnTo>
                    <a:pt x="1560908" y="1326692"/>
                  </a:lnTo>
                  <a:lnTo>
                    <a:pt x="1587143" y="1366199"/>
                  </a:lnTo>
                  <a:lnTo>
                    <a:pt x="1614044" y="1406574"/>
                  </a:lnTo>
                  <a:lnTo>
                    <a:pt x="1632567" y="1434268"/>
                  </a:lnTo>
                  <a:lnTo>
                    <a:pt x="1650599" y="1461162"/>
                  </a:lnTo>
                  <a:lnTo>
                    <a:pt x="1668665" y="1488056"/>
                  </a:lnTo>
                  <a:lnTo>
                    <a:pt x="1694746" y="1526747"/>
                  </a:lnTo>
                  <a:lnTo>
                    <a:pt x="1721646" y="1566458"/>
                  </a:lnTo>
                  <a:lnTo>
                    <a:pt x="1741514" y="1595633"/>
                  </a:lnTo>
                  <a:lnTo>
                    <a:pt x="1759877" y="1622527"/>
                  </a:lnTo>
                  <a:lnTo>
                    <a:pt x="1778276" y="1649421"/>
                  </a:lnTo>
                  <a:lnTo>
                    <a:pt x="1802349" y="1684472"/>
                  </a:lnTo>
                  <a:lnTo>
                    <a:pt x="1829249" y="1723341"/>
                  </a:lnTo>
                  <a:lnTo>
                    <a:pt x="1852749" y="1756998"/>
                  </a:lnTo>
                  <a:lnTo>
                    <a:pt x="1871640" y="1783892"/>
                  </a:lnTo>
                  <a:lnTo>
                    <a:pt x="1890607" y="1810786"/>
                  </a:lnTo>
                  <a:lnTo>
                    <a:pt x="1909952" y="1838101"/>
                  </a:lnTo>
                  <a:lnTo>
                    <a:pt x="1936852" y="1875694"/>
                  </a:lnTo>
                  <a:lnTo>
                    <a:pt x="1963753" y="1912720"/>
                  </a:lnTo>
                  <a:lnTo>
                    <a:pt x="1987786" y="1945256"/>
                  </a:lnTo>
                  <a:lnTo>
                    <a:pt x="2007912" y="1972151"/>
                  </a:lnTo>
                  <a:lnTo>
                    <a:pt x="2028273" y="1999045"/>
                  </a:lnTo>
                  <a:lnTo>
                    <a:pt x="2048908" y="2025939"/>
                  </a:lnTo>
                  <a:lnTo>
                    <a:pt x="2071356" y="2054712"/>
                  </a:lnTo>
                  <a:lnTo>
                    <a:pt x="2098257" y="2088296"/>
                  </a:lnTo>
                  <a:lnTo>
                    <a:pt x="2125157" y="2120776"/>
                  </a:lnTo>
                  <a:lnTo>
                    <a:pt x="2152058" y="2152034"/>
                  </a:lnTo>
                  <a:lnTo>
                    <a:pt x="2178959" y="2181941"/>
                  </a:lnTo>
                  <a:lnTo>
                    <a:pt x="2205860" y="2210357"/>
                  </a:lnTo>
                  <a:lnTo>
                    <a:pt x="2232760" y="2237127"/>
                  </a:lnTo>
                  <a:lnTo>
                    <a:pt x="2259661" y="2262076"/>
                  </a:lnTo>
                  <a:lnTo>
                    <a:pt x="2286562" y="2285003"/>
                  </a:lnTo>
                  <a:lnTo>
                    <a:pt x="2313462" y="2305672"/>
                  </a:lnTo>
                  <a:lnTo>
                    <a:pt x="2340363" y="2323801"/>
                  </a:lnTo>
                  <a:lnTo>
                    <a:pt x="2385634" y="2348668"/>
                  </a:lnTo>
                  <a:lnTo>
                    <a:pt x="2421065" y="2363835"/>
                  </a:lnTo>
                  <a:lnTo>
                    <a:pt x="2465177" y="2375562"/>
                  </a:lnTo>
                  <a:lnTo>
                    <a:pt x="2501768" y="2381366"/>
                  </a:lnTo>
                  <a:lnTo>
                    <a:pt x="2555569" y="2382453"/>
                  </a:lnTo>
                  <a:lnTo>
                    <a:pt x="2609370" y="2376667"/>
                  </a:lnTo>
                  <a:lnTo>
                    <a:pt x="2636271" y="2371907"/>
                  </a:lnTo>
                  <a:lnTo>
                    <a:pt x="2690073" y="2359235"/>
                  </a:lnTo>
                  <a:lnTo>
                    <a:pt x="2725718" y="2348668"/>
                  </a:lnTo>
                  <a:lnTo>
                    <a:pt x="2770775" y="2334541"/>
                  </a:lnTo>
                  <a:lnTo>
                    <a:pt x="2807002" y="2321774"/>
                  </a:lnTo>
                  <a:lnTo>
                    <a:pt x="2851477" y="2305976"/>
                  </a:lnTo>
                  <a:lnTo>
                    <a:pt x="2880914" y="2294880"/>
                  </a:lnTo>
                  <a:lnTo>
                    <a:pt x="2932179" y="2275766"/>
                  </a:lnTo>
                  <a:lnTo>
                    <a:pt x="2959080" y="2265555"/>
                  </a:lnTo>
                  <a:lnTo>
                    <a:pt x="3012881" y="2245471"/>
                  </a:lnTo>
                  <a:lnTo>
                    <a:pt x="3039782" y="2235586"/>
                  </a:lnTo>
                  <a:lnTo>
                    <a:pt x="3093584" y="2216239"/>
                  </a:lnTo>
                  <a:lnTo>
                    <a:pt x="3120484" y="2206952"/>
                  </a:lnTo>
                  <a:lnTo>
                    <a:pt x="3174286" y="2188941"/>
                  </a:lnTo>
                  <a:lnTo>
                    <a:pt x="3201186" y="2180444"/>
                  </a:lnTo>
                  <a:lnTo>
                    <a:pt x="3254988" y="2164258"/>
                  </a:lnTo>
                  <a:lnTo>
                    <a:pt x="3281889" y="2156690"/>
                  </a:lnTo>
                  <a:lnTo>
                    <a:pt x="3335690" y="2142726"/>
                  </a:lnTo>
                  <a:lnTo>
                    <a:pt x="3374736" y="2133515"/>
                  </a:lnTo>
                  <a:lnTo>
                    <a:pt x="3416392" y="2124781"/>
                  </a:lnTo>
                  <a:lnTo>
                    <a:pt x="3470194" y="2115061"/>
                  </a:lnTo>
                  <a:lnTo>
                    <a:pt x="3523995" y="2107219"/>
                  </a:lnTo>
                  <a:lnTo>
                    <a:pt x="3550896" y="2104121"/>
                  </a:lnTo>
                  <a:lnTo>
                    <a:pt x="3604697" y="2099542"/>
                  </a:lnTo>
                  <a:lnTo>
                    <a:pt x="3658499" y="2097214"/>
                  </a:lnTo>
                  <a:lnTo>
                    <a:pt x="3712300" y="2097299"/>
                  </a:lnTo>
                  <a:lnTo>
                    <a:pt x="3766102" y="2099957"/>
                  </a:lnTo>
                  <a:lnTo>
                    <a:pt x="3819903" y="2105346"/>
                  </a:lnTo>
                  <a:lnTo>
                    <a:pt x="3846804" y="2109179"/>
                  </a:lnTo>
                  <a:lnTo>
                    <a:pt x="3900605" y="2119218"/>
                  </a:lnTo>
                  <a:lnTo>
                    <a:pt x="3954407" y="2132478"/>
                  </a:lnTo>
                  <a:lnTo>
                    <a:pt x="3981308" y="2140556"/>
                  </a:lnTo>
                  <a:lnTo>
                    <a:pt x="4035109" y="2159475"/>
                  </a:lnTo>
                  <a:lnTo>
                    <a:pt x="4062010" y="2170623"/>
                  </a:lnTo>
                  <a:lnTo>
                    <a:pt x="4098154" y="2187303"/>
                  </a:lnTo>
                  <a:lnTo>
                    <a:pt x="4142712" y="2210897"/>
                  </a:lnTo>
                  <a:lnTo>
                    <a:pt x="4169613" y="2227064"/>
                  </a:lnTo>
                  <a:lnTo>
                    <a:pt x="4196513" y="2244609"/>
                  </a:lnTo>
                  <a:lnTo>
                    <a:pt x="4228856" y="2267986"/>
                  </a:lnTo>
                  <a:lnTo>
                    <a:pt x="4262192" y="2294880"/>
                  </a:lnTo>
                  <a:lnTo>
                    <a:pt x="4292194" y="2321774"/>
                  </a:lnTo>
                  <a:lnTo>
                    <a:pt x="4319364" y="2348668"/>
                  </a:lnTo>
                  <a:lnTo>
                    <a:pt x="4344112" y="2375562"/>
                  </a:lnTo>
                  <a:lnTo>
                    <a:pt x="4366776" y="2402456"/>
                  </a:lnTo>
                  <a:lnTo>
                    <a:pt x="4387630" y="2429351"/>
                  </a:lnTo>
                  <a:lnTo>
                    <a:pt x="4411719" y="2463649"/>
                  </a:lnTo>
                  <a:lnTo>
                    <a:pt x="4438620" y="2506421"/>
                  </a:lnTo>
                  <a:lnTo>
                    <a:pt x="4455799" y="2536927"/>
                  </a:lnTo>
                  <a:lnTo>
                    <a:pt x="4469803" y="2563821"/>
                  </a:lnTo>
                  <a:lnTo>
                    <a:pt x="4492421" y="2612374"/>
                  </a:lnTo>
                  <a:lnTo>
                    <a:pt x="4505743" y="2644503"/>
                  </a:lnTo>
                  <a:lnTo>
                    <a:pt x="4519322" y="2680641"/>
                  </a:lnTo>
                  <a:lnTo>
                    <a:pt x="4534220" y="2725186"/>
                  </a:lnTo>
                  <a:lnTo>
                    <a:pt x="4546223" y="2766044"/>
                  </a:lnTo>
                  <a:lnTo>
                    <a:pt x="4556600" y="2805868"/>
                  </a:lnTo>
                  <a:lnTo>
                    <a:pt x="4568720" y="2859656"/>
                  </a:lnTo>
                  <a:lnTo>
                    <a:pt x="4574061" y="2886551"/>
                  </a:lnTo>
                  <a:lnTo>
                    <a:pt x="4583345" y="2940339"/>
                  </a:lnTo>
                  <a:lnTo>
                    <a:pt x="4591192" y="2994127"/>
                  </a:lnTo>
                  <a:lnTo>
                    <a:pt x="4597857" y="3047915"/>
                  </a:lnTo>
                  <a:lnTo>
                    <a:pt x="4600816" y="3074809"/>
                  </a:lnTo>
                  <a:lnTo>
                    <a:pt x="4606125" y="3128598"/>
                  </a:lnTo>
                  <a:lnTo>
                    <a:pt x="4610991" y="3182386"/>
                  </a:lnTo>
                  <a:lnTo>
                    <a:pt x="4615763" y="3236174"/>
                  </a:lnTo>
                  <a:lnTo>
                    <a:pt x="4620847" y="3289962"/>
                  </a:lnTo>
                  <a:lnTo>
                    <a:pt x="4626722" y="3343751"/>
                  </a:lnTo>
                  <a:lnTo>
                    <a:pt x="4630066" y="3370645"/>
                  </a:lnTo>
                  <a:lnTo>
                    <a:pt x="4638067" y="3424433"/>
                  </a:lnTo>
                  <a:lnTo>
                    <a:pt x="4648489" y="3478221"/>
                  </a:lnTo>
                  <a:lnTo>
                    <a:pt x="4654878" y="3505115"/>
                  </a:lnTo>
                  <a:lnTo>
                    <a:pt x="4670446" y="3558903"/>
                  </a:lnTo>
                  <a:lnTo>
                    <a:pt x="4680727" y="3587421"/>
                  </a:lnTo>
                  <a:lnTo>
                    <a:pt x="4703481" y="3639586"/>
                  </a:lnTo>
                  <a:lnTo>
                    <a:pt x="4717665" y="3666480"/>
                  </a:lnTo>
                  <a:lnTo>
                    <a:pt x="4734528" y="3694362"/>
                  </a:lnTo>
                  <a:lnTo>
                    <a:pt x="4761429" y="3732734"/>
                  </a:lnTo>
                  <a:lnTo>
                    <a:pt x="4788329" y="3765773"/>
                  </a:lnTo>
                  <a:lnTo>
                    <a:pt x="4815230" y="3794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8271878" y="5873077"/>
              <a:ext cx="954336" cy="906674"/>
            </a:xfrm>
            <a:custGeom>
              <a:avLst/>
              <a:gdLst/>
              <a:ahLst/>
              <a:cxnLst/>
              <a:rect l="l" t="t" r="r" b="b"/>
              <a:pathLst>
                <a:path w="954336" h="906674">
                  <a:moveTo>
                    <a:pt x="331719" y="16735"/>
                  </a:moveTo>
                  <a:lnTo>
                    <a:pt x="368921" y="7974"/>
                  </a:lnTo>
                  <a:lnTo>
                    <a:pt x="422722" y="955"/>
                  </a:lnTo>
                  <a:lnTo>
                    <a:pt x="476524" y="0"/>
                  </a:lnTo>
                  <a:lnTo>
                    <a:pt x="530325" y="4940"/>
                  </a:lnTo>
                  <a:lnTo>
                    <a:pt x="584127" y="15768"/>
                  </a:lnTo>
                  <a:lnTo>
                    <a:pt x="611028" y="23557"/>
                  </a:lnTo>
                  <a:lnTo>
                    <a:pt x="664141" y="43629"/>
                  </a:lnTo>
                  <a:lnTo>
                    <a:pt x="691730" y="56893"/>
                  </a:lnTo>
                  <a:lnTo>
                    <a:pt x="718631" y="71667"/>
                  </a:lnTo>
                  <a:lnTo>
                    <a:pt x="757872" y="97417"/>
                  </a:lnTo>
                  <a:lnTo>
                    <a:pt x="792090" y="124311"/>
                  </a:lnTo>
                  <a:lnTo>
                    <a:pt x="821074" y="151205"/>
                  </a:lnTo>
                  <a:lnTo>
                    <a:pt x="845918" y="178099"/>
                  </a:lnTo>
                  <a:lnTo>
                    <a:pt x="867360" y="204994"/>
                  </a:lnTo>
                  <a:lnTo>
                    <a:pt x="885886" y="231888"/>
                  </a:lnTo>
                  <a:lnTo>
                    <a:pt x="906936" y="268846"/>
                  </a:lnTo>
                  <a:lnTo>
                    <a:pt x="926686" y="312570"/>
                  </a:lnTo>
                  <a:lnTo>
                    <a:pt x="935997" y="339464"/>
                  </a:lnTo>
                  <a:lnTo>
                    <a:pt x="948841" y="393252"/>
                  </a:lnTo>
                  <a:lnTo>
                    <a:pt x="954336" y="447041"/>
                  </a:lnTo>
                  <a:lnTo>
                    <a:pt x="952670" y="500829"/>
                  </a:lnTo>
                  <a:lnTo>
                    <a:pt x="943720" y="554617"/>
                  </a:lnTo>
                  <a:lnTo>
                    <a:pt x="933836" y="588928"/>
                  </a:lnTo>
                  <a:lnTo>
                    <a:pt x="915593" y="635299"/>
                  </a:lnTo>
                  <a:lnTo>
                    <a:pt x="901844" y="662194"/>
                  </a:lnTo>
                  <a:lnTo>
                    <a:pt x="880035" y="697148"/>
                  </a:lnTo>
                  <a:lnTo>
                    <a:pt x="853134" y="732502"/>
                  </a:lnTo>
                  <a:lnTo>
                    <a:pt x="826233" y="761888"/>
                  </a:lnTo>
                  <a:lnTo>
                    <a:pt x="799333" y="786812"/>
                  </a:lnTo>
                  <a:lnTo>
                    <a:pt x="772432" y="808278"/>
                  </a:lnTo>
                  <a:lnTo>
                    <a:pt x="745531" y="826968"/>
                  </a:lnTo>
                  <a:lnTo>
                    <a:pt x="704787" y="850452"/>
                  </a:lnTo>
                  <a:lnTo>
                    <a:pt x="664829" y="868960"/>
                  </a:lnTo>
                  <a:lnTo>
                    <a:pt x="637928" y="879210"/>
                  </a:lnTo>
                  <a:lnTo>
                    <a:pt x="584127" y="894499"/>
                  </a:lnTo>
                  <a:lnTo>
                    <a:pt x="530325" y="903802"/>
                  </a:lnTo>
                  <a:lnTo>
                    <a:pt x="503425" y="906189"/>
                  </a:lnTo>
                  <a:lnTo>
                    <a:pt x="449623" y="906674"/>
                  </a:lnTo>
                  <a:lnTo>
                    <a:pt x="418464" y="904241"/>
                  </a:lnTo>
                  <a:lnTo>
                    <a:pt x="368921" y="896372"/>
                  </a:lnTo>
                  <a:lnTo>
                    <a:pt x="315120" y="881756"/>
                  </a:lnTo>
                  <a:lnTo>
                    <a:pt x="288219" y="871828"/>
                  </a:lnTo>
                  <a:lnTo>
                    <a:pt x="242489" y="850452"/>
                  </a:lnTo>
                  <a:lnTo>
                    <a:pt x="207517" y="829940"/>
                  </a:lnTo>
                  <a:lnTo>
                    <a:pt x="180616" y="811066"/>
                  </a:lnTo>
                  <a:lnTo>
                    <a:pt x="153715" y="789189"/>
                  </a:lnTo>
                  <a:lnTo>
                    <a:pt x="126814" y="763559"/>
                  </a:lnTo>
                  <a:lnTo>
                    <a:pt x="99914" y="733080"/>
                  </a:lnTo>
                  <a:lnTo>
                    <a:pt x="73013" y="696133"/>
                  </a:lnTo>
                  <a:lnTo>
                    <a:pt x="52890" y="662194"/>
                  </a:lnTo>
                  <a:lnTo>
                    <a:pt x="39647" y="635299"/>
                  </a:lnTo>
                  <a:lnTo>
                    <a:pt x="19324" y="581511"/>
                  </a:lnTo>
                  <a:lnTo>
                    <a:pt x="12137" y="554617"/>
                  </a:lnTo>
                  <a:lnTo>
                    <a:pt x="2791" y="500829"/>
                  </a:lnTo>
                  <a:lnTo>
                    <a:pt x="0" y="447041"/>
                  </a:lnTo>
                  <a:lnTo>
                    <a:pt x="3702" y="393252"/>
                  </a:lnTo>
                  <a:lnTo>
                    <a:pt x="13950" y="339464"/>
                  </a:lnTo>
                  <a:lnTo>
                    <a:pt x="21673" y="312570"/>
                  </a:lnTo>
                  <a:lnTo>
                    <a:pt x="42921" y="258782"/>
                  </a:lnTo>
                  <a:lnTo>
                    <a:pt x="56803" y="231888"/>
                  </a:lnTo>
                  <a:lnTo>
                    <a:pt x="73013" y="204752"/>
                  </a:lnTo>
                  <a:lnTo>
                    <a:pt x="99914" y="167954"/>
                  </a:lnTo>
                  <a:lnTo>
                    <a:pt x="126814" y="137569"/>
                  </a:lnTo>
                  <a:lnTo>
                    <a:pt x="153715" y="112021"/>
                  </a:lnTo>
                  <a:lnTo>
                    <a:pt x="180616" y="90261"/>
                  </a:lnTo>
                  <a:lnTo>
                    <a:pt x="209307" y="70523"/>
                  </a:lnTo>
                  <a:lnTo>
                    <a:pt x="258494" y="43629"/>
                  </a:lnTo>
                  <a:lnTo>
                    <a:pt x="288219" y="30940"/>
                  </a:lnTo>
                  <a:lnTo>
                    <a:pt x="331719" y="1673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7403366" y="3644627"/>
              <a:ext cx="4788329" cy="3100516"/>
            </a:xfrm>
            <a:custGeom>
              <a:avLst/>
              <a:gdLst/>
              <a:ahLst/>
              <a:cxnLst/>
              <a:rect l="l" t="t" r="r" b="b"/>
              <a:pathLst>
                <a:path w="4788329" h="3100516">
                  <a:moveTo>
                    <a:pt x="4788329" y="3097748"/>
                  </a:moveTo>
                  <a:lnTo>
                    <a:pt x="4734528" y="3100039"/>
                  </a:lnTo>
                  <a:lnTo>
                    <a:pt x="4680726" y="3100516"/>
                  </a:lnTo>
                  <a:lnTo>
                    <a:pt x="4626925" y="3099179"/>
                  </a:lnTo>
                  <a:lnTo>
                    <a:pt x="4573123" y="3096021"/>
                  </a:lnTo>
                  <a:lnTo>
                    <a:pt x="4519322" y="3091023"/>
                  </a:lnTo>
                  <a:lnTo>
                    <a:pt x="4465520" y="3084155"/>
                  </a:lnTo>
                  <a:lnTo>
                    <a:pt x="4432140" y="3078902"/>
                  </a:lnTo>
                  <a:lnTo>
                    <a:pt x="4384818" y="3070108"/>
                  </a:lnTo>
                  <a:lnTo>
                    <a:pt x="4331017" y="3058156"/>
                  </a:lnTo>
                  <a:lnTo>
                    <a:pt x="4304116" y="3051383"/>
                  </a:lnTo>
                  <a:lnTo>
                    <a:pt x="4250315" y="3035934"/>
                  </a:lnTo>
                  <a:lnTo>
                    <a:pt x="4216781" y="3025114"/>
                  </a:lnTo>
                  <a:lnTo>
                    <a:pt x="4169612" y="3008032"/>
                  </a:lnTo>
                  <a:lnTo>
                    <a:pt x="4142712" y="2997376"/>
                  </a:lnTo>
                  <a:lnTo>
                    <a:pt x="4088910" y="2973533"/>
                  </a:lnTo>
                  <a:lnTo>
                    <a:pt x="4062010" y="2960250"/>
                  </a:lnTo>
                  <a:lnTo>
                    <a:pt x="4031995" y="2944432"/>
                  </a:lnTo>
                  <a:lnTo>
                    <a:pt x="3986084" y="2917538"/>
                  </a:lnTo>
                  <a:lnTo>
                    <a:pt x="3954407" y="2896874"/>
                  </a:lnTo>
                  <a:lnTo>
                    <a:pt x="3927506" y="2877830"/>
                  </a:lnTo>
                  <a:lnTo>
                    <a:pt x="3900605" y="2857290"/>
                  </a:lnTo>
                  <a:lnTo>
                    <a:pt x="3873704" y="2835015"/>
                  </a:lnTo>
                  <a:lnTo>
                    <a:pt x="3846041" y="2809961"/>
                  </a:lnTo>
                  <a:lnTo>
                    <a:pt x="3819047" y="2783067"/>
                  </a:lnTo>
                  <a:lnTo>
                    <a:pt x="3793002" y="2754391"/>
                  </a:lnTo>
                  <a:lnTo>
                    <a:pt x="3766102" y="2721328"/>
                  </a:lnTo>
                  <a:lnTo>
                    <a:pt x="3739201" y="2684042"/>
                  </a:lnTo>
                  <a:lnTo>
                    <a:pt x="3716608" y="2648597"/>
                  </a:lnTo>
                  <a:lnTo>
                    <a:pt x="3701351" y="2621702"/>
                  </a:lnTo>
                  <a:lnTo>
                    <a:pt x="3685399" y="2590360"/>
                  </a:lnTo>
                  <a:lnTo>
                    <a:pt x="3663713" y="2541020"/>
                  </a:lnTo>
                  <a:lnTo>
                    <a:pt x="3653584" y="2514126"/>
                  </a:lnTo>
                  <a:lnTo>
                    <a:pt x="3636488" y="2460338"/>
                  </a:lnTo>
                  <a:lnTo>
                    <a:pt x="3629386" y="2433444"/>
                  </a:lnTo>
                  <a:lnTo>
                    <a:pt x="3617810" y="2379655"/>
                  </a:lnTo>
                  <a:lnTo>
                    <a:pt x="3609369" y="2325867"/>
                  </a:lnTo>
                  <a:lnTo>
                    <a:pt x="3604697" y="2282735"/>
                  </a:lnTo>
                  <a:lnTo>
                    <a:pt x="3601826" y="2245185"/>
                  </a:lnTo>
                  <a:lnTo>
                    <a:pt x="3599749" y="2191397"/>
                  </a:lnTo>
                  <a:lnTo>
                    <a:pt x="3599696" y="2137608"/>
                  </a:lnTo>
                  <a:lnTo>
                    <a:pt x="3601403" y="2083820"/>
                  </a:lnTo>
                  <a:lnTo>
                    <a:pt x="3604619" y="2030032"/>
                  </a:lnTo>
                  <a:lnTo>
                    <a:pt x="3606721" y="2003138"/>
                  </a:lnTo>
                  <a:lnTo>
                    <a:pt x="3611759" y="1949349"/>
                  </a:lnTo>
                  <a:lnTo>
                    <a:pt x="3617706" y="1895561"/>
                  </a:lnTo>
                  <a:lnTo>
                    <a:pt x="3624319" y="1841773"/>
                  </a:lnTo>
                  <a:lnTo>
                    <a:pt x="3631343" y="1787985"/>
                  </a:lnTo>
                  <a:lnTo>
                    <a:pt x="3634941" y="1761091"/>
                  </a:lnTo>
                  <a:lnTo>
                    <a:pt x="3642109" y="1707302"/>
                  </a:lnTo>
                  <a:lnTo>
                    <a:pt x="3648986" y="1653514"/>
                  </a:lnTo>
                  <a:lnTo>
                    <a:pt x="3655236" y="1599726"/>
                  </a:lnTo>
                  <a:lnTo>
                    <a:pt x="3658499" y="1567491"/>
                  </a:lnTo>
                  <a:lnTo>
                    <a:pt x="3662646" y="1519044"/>
                  </a:lnTo>
                  <a:lnTo>
                    <a:pt x="3665629" y="1465255"/>
                  </a:lnTo>
                  <a:lnTo>
                    <a:pt x="3666434" y="1411467"/>
                  </a:lnTo>
                  <a:lnTo>
                    <a:pt x="3664458" y="1357679"/>
                  </a:lnTo>
                  <a:lnTo>
                    <a:pt x="3659003" y="1303891"/>
                  </a:lnTo>
                  <a:lnTo>
                    <a:pt x="3654782" y="1276997"/>
                  </a:lnTo>
                  <a:lnTo>
                    <a:pt x="3642777" y="1223208"/>
                  </a:lnTo>
                  <a:lnTo>
                    <a:pt x="3631598" y="1187297"/>
                  </a:lnTo>
                  <a:lnTo>
                    <a:pt x="3614365" y="1142526"/>
                  </a:lnTo>
                  <a:lnTo>
                    <a:pt x="3601735" y="1115632"/>
                  </a:lnTo>
                  <a:lnTo>
                    <a:pt x="3577796" y="1072402"/>
                  </a:lnTo>
                  <a:lnTo>
                    <a:pt x="3553784" y="1034949"/>
                  </a:lnTo>
                  <a:lnTo>
                    <a:pt x="3534408" y="1008055"/>
                  </a:lnTo>
                  <a:lnTo>
                    <a:pt x="3513313" y="981161"/>
                  </a:lnTo>
                  <a:lnTo>
                    <a:pt x="3490599" y="954267"/>
                  </a:lnTo>
                  <a:lnTo>
                    <a:pt x="3466387" y="927373"/>
                  </a:lnTo>
                  <a:lnTo>
                    <a:pt x="3440814" y="900479"/>
                  </a:lnTo>
                  <a:lnTo>
                    <a:pt x="3414027" y="873585"/>
                  </a:lnTo>
                  <a:lnTo>
                    <a:pt x="3386181" y="846691"/>
                  </a:lnTo>
                  <a:lnTo>
                    <a:pt x="3357436" y="819797"/>
                  </a:lnTo>
                  <a:lnTo>
                    <a:pt x="3327945" y="792902"/>
                  </a:lnTo>
                  <a:lnTo>
                    <a:pt x="3297859" y="766008"/>
                  </a:lnTo>
                  <a:lnTo>
                    <a:pt x="3267319" y="739114"/>
                  </a:lnTo>
                  <a:lnTo>
                    <a:pt x="3236455" y="712220"/>
                  </a:lnTo>
                  <a:lnTo>
                    <a:pt x="3205381" y="685326"/>
                  </a:lnTo>
                  <a:lnTo>
                    <a:pt x="3174285" y="658506"/>
                  </a:lnTo>
                  <a:lnTo>
                    <a:pt x="3147385" y="635309"/>
                  </a:lnTo>
                  <a:lnTo>
                    <a:pt x="3120484" y="612075"/>
                  </a:lnTo>
                  <a:lnTo>
                    <a:pt x="3093583" y="588778"/>
                  </a:lnTo>
                  <a:lnTo>
                    <a:pt x="3066683" y="565396"/>
                  </a:lnTo>
                  <a:lnTo>
                    <a:pt x="3039782" y="541913"/>
                  </a:lnTo>
                  <a:lnTo>
                    <a:pt x="3012881" y="518320"/>
                  </a:lnTo>
                  <a:lnTo>
                    <a:pt x="2985980" y="494610"/>
                  </a:lnTo>
                  <a:lnTo>
                    <a:pt x="2958398" y="470173"/>
                  </a:lnTo>
                  <a:lnTo>
                    <a:pt x="2928217" y="443279"/>
                  </a:lnTo>
                  <a:lnTo>
                    <a:pt x="2898194" y="416385"/>
                  </a:lnTo>
                  <a:lnTo>
                    <a:pt x="2868306" y="389491"/>
                  </a:lnTo>
                  <a:lnTo>
                    <a:pt x="2838518" y="362597"/>
                  </a:lnTo>
                  <a:lnTo>
                    <a:pt x="2808782" y="335702"/>
                  </a:lnTo>
                  <a:lnTo>
                    <a:pt x="2779040" y="308808"/>
                  </a:lnTo>
                  <a:lnTo>
                    <a:pt x="2749212" y="281914"/>
                  </a:lnTo>
                  <a:lnTo>
                    <a:pt x="2719203" y="255020"/>
                  </a:lnTo>
                  <a:lnTo>
                    <a:pt x="2690072" y="229168"/>
                  </a:lnTo>
                  <a:lnTo>
                    <a:pt x="2663172" y="205631"/>
                  </a:lnTo>
                  <a:lnTo>
                    <a:pt x="2636271" y="182560"/>
                  </a:lnTo>
                  <a:lnTo>
                    <a:pt x="2609370" y="160102"/>
                  </a:lnTo>
                  <a:lnTo>
                    <a:pt x="2582469" y="138435"/>
                  </a:lnTo>
                  <a:lnTo>
                    <a:pt x="2555569" y="117773"/>
                  </a:lnTo>
                  <a:lnTo>
                    <a:pt x="2521986" y="93655"/>
                  </a:lnTo>
                  <a:lnTo>
                    <a:pt x="2480822" y="66761"/>
                  </a:lnTo>
                  <a:lnTo>
                    <a:pt x="2447966" y="47726"/>
                  </a:lnTo>
                  <a:lnTo>
                    <a:pt x="2421065" y="34527"/>
                  </a:lnTo>
                  <a:lnTo>
                    <a:pt x="2367264" y="14356"/>
                  </a:lnTo>
                  <a:lnTo>
                    <a:pt x="2340363" y="7357"/>
                  </a:lnTo>
                  <a:lnTo>
                    <a:pt x="2286561" y="0"/>
                  </a:lnTo>
                  <a:lnTo>
                    <a:pt x="2232760" y="785"/>
                  </a:lnTo>
                  <a:lnTo>
                    <a:pt x="2178959" y="8574"/>
                  </a:lnTo>
                  <a:lnTo>
                    <a:pt x="2152058" y="14664"/>
                  </a:lnTo>
                  <a:lnTo>
                    <a:pt x="2098256" y="30171"/>
                  </a:lnTo>
                  <a:lnTo>
                    <a:pt x="2070752" y="39867"/>
                  </a:lnTo>
                  <a:lnTo>
                    <a:pt x="2017554" y="60522"/>
                  </a:lnTo>
                  <a:lnTo>
                    <a:pt x="1990653" y="72016"/>
                  </a:lnTo>
                  <a:lnTo>
                    <a:pt x="1943310" y="93655"/>
                  </a:lnTo>
                  <a:lnTo>
                    <a:pt x="1909951" y="109337"/>
                  </a:lnTo>
                  <a:lnTo>
                    <a:pt x="1883051" y="122615"/>
                  </a:lnTo>
                  <a:lnTo>
                    <a:pt x="1834070" y="147444"/>
                  </a:lnTo>
                  <a:lnTo>
                    <a:pt x="1802348" y="163684"/>
                  </a:lnTo>
                  <a:lnTo>
                    <a:pt x="1775448" y="177812"/>
                  </a:lnTo>
                  <a:lnTo>
                    <a:pt x="1731460" y="201232"/>
                  </a:lnTo>
                  <a:lnTo>
                    <a:pt x="1694745" y="220707"/>
                  </a:lnTo>
                  <a:lnTo>
                    <a:pt x="1667845" y="235155"/>
                  </a:lnTo>
                  <a:lnTo>
                    <a:pt x="1631158" y="255020"/>
                  </a:lnTo>
                  <a:lnTo>
                    <a:pt x="1587143" y="278620"/>
                  </a:lnTo>
                  <a:lnTo>
                    <a:pt x="1560242" y="293055"/>
                  </a:lnTo>
                  <a:lnTo>
                    <a:pt x="1530978" y="308808"/>
                  </a:lnTo>
                  <a:lnTo>
                    <a:pt x="1480494" y="335702"/>
                  </a:lnTo>
                  <a:lnTo>
                    <a:pt x="1452639" y="350396"/>
                  </a:lnTo>
                  <a:lnTo>
                    <a:pt x="1425738" y="364565"/>
                  </a:lnTo>
                  <a:lnTo>
                    <a:pt x="1377925" y="389491"/>
                  </a:lnTo>
                  <a:lnTo>
                    <a:pt x="1345036" y="406341"/>
                  </a:lnTo>
                  <a:lnTo>
                    <a:pt x="1318135" y="420039"/>
                  </a:lnTo>
                  <a:lnTo>
                    <a:pt x="1271875" y="443279"/>
                  </a:lnTo>
                  <a:lnTo>
                    <a:pt x="1237433" y="460218"/>
                  </a:lnTo>
                  <a:lnTo>
                    <a:pt x="1210532" y="473304"/>
                  </a:lnTo>
                  <a:lnTo>
                    <a:pt x="1160722" y="497067"/>
                  </a:lnTo>
                  <a:lnTo>
                    <a:pt x="1129830" y="511453"/>
                  </a:lnTo>
                  <a:lnTo>
                    <a:pt x="1102567" y="523961"/>
                  </a:lnTo>
                  <a:lnTo>
                    <a:pt x="1049128" y="547836"/>
                  </a:lnTo>
                  <a:lnTo>
                    <a:pt x="1022227" y="559530"/>
                  </a:lnTo>
                  <a:lnTo>
                    <a:pt x="979236" y="577749"/>
                  </a:lnTo>
                  <a:lnTo>
                    <a:pt x="941525" y="593223"/>
                  </a:lnTo>
                  <a:lnTo>
                    <a:pt x="912900" y="604644"/>
                  </a:lnTo>
                  <a:lnTo>
                    <a:pt x="860823" y="624678"/>
                  </a:lnTo>
                  <a:lnTo>
                    <a:pt x="833922" y="634634"/>
                  </a:lnTo>
                  <a:lnTo>
                    <a:pt x="780121" y="653715"/>
                  </a:lnTo>
                  <a:lnTo>
                    <a:pt x="753220" y="662829"/>
                  </a:lnTo>
                  <a:lnTo>
                    <a:pt x="699418" y="680169"/>
                  </a:lnTo>
                  <a:lnTo>
                    <a:pt x="672518" y="688384"/>
                  </a:lnTo>
                  <a:lnTo>
                    <a:pt x="618716" y="703882"/>
                  </a:lnTo>
                  <a:lnTo>
                    <a:pt x="587668" y="712220"/>
                  </a:lnTo>
                  <a:lnTo>
                    <a:pt x="538014" y="724706"/>
                  </a:lnTo>
                  <a:lnTo>
                    <a:pt x="484213" y="736904"/>
                  </a:lnTo>
                  <a:lnTo>
                    <a:pt x="457312" y="742491"/>
                  </a:lnTo>
                  <a:lnTo>
                    <a:pt x="403510" y="752605"/>
                  </a:lnTo>
                  <a:lnTo>
                    <a:pt x="349709" y="761258"/>
                  </a:lnTo>
                  <a:lnTo>
                    <a:pt x="315032" y="766008"/>
                  </a:lnTo>
                  <a:lnTo>
                    <a:pt x="269007" y="771433"/>
                  </a:lnTo>
                  <a:lnTo>
                    <a:pt x="215205" y="776274"/>
                  </a:lnTo>
                  <a:lnTo>
                    <a:pt x="161404" y="779501"/>
                  </a:lnTo>
                  <a:lnTo>
                    <a:pt x="107602" y="781060"/>
                  </a:lnTo>
                  <a:lnTo>
                    <a:pt x="53801" y="780891"/>
                  </a:lnTo>
                  <a:lnTo>
                    <a:pt x="0" y="77892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7376465" y="1159006"/>
              <a:ext cx="1820992" cy="3100256"/>
            </a:xfrm>
            <a:custGeom>
              <a:avLst/>
              <a:gdLst/>
              <a:ahLst/>
              <a:cxnLst/>
              <a:rect l="l" t="t" r="r" b="b"/>
              <a:pathLst>
                <a:path w="1820992" h="3100256">
                  <a:moveTo>
                    <a:pt x="0" y="83702"/>
                  </a:moveTo>
                  <a:lnTo>
                    <a:pt x="26901" y="67399"/>
                  </a:lnTo>
                  <a:lnTo>
                    <a:pt x="57477" y="51229"/>
                  </a:lnTo>
                  <a:lnTo>
                    <a:pt x="107603" y="29535"/>
                  </a:lnTo>
                  <a:lnTo>
                    <a:pt x="134503" y="20436"/>
                  </a:lnTo>
                  <a:lnTo>
                    <a:pt x="188305" y="7263"/>
                  </a:lnTo>
                  <a:lnTo>
                    <a:pt x="242106" y="528"/>
                  </a:lnTo>
                  <a:lnTo>
                    <a:pt x="295908" y="0"/>
                  </a:lnTo>
                  <a:lnTo>
                    <a:pt x="349709" y="5479"/>
                  </a:lnTo>
                  <a:lnTo>
                    <a:pt x="403511" y="16802"/>
                  </a:lnTo>
                  <a:lnTo>
                    <a:pt x="430411" y="24611"/>
                  </a:lnTo>
                  <a:lnTo>
                    <a:pt x="484213" y="44461"/>
                  </a:lnTo>
                  <a:lnTo>
                    <a:pt x="511114" y="56464"/>
                  </a:lnTo>
                  <a:lnTo>
                    <a:pt x="553144" y="78123"/>
                  </a:lnTo>
                  <a:lnTo>
                    <a:pt x="591816" y="100580"/>
                  </a:lnTo>
                  <a:lnTo>
                    <a:pt x="618717" y="117904"/>
                  </a:lnTo>
                  <a:lnTo>
                    <a:pt x="645617" y="136511"/>
                  </a:lnTo>
                  <a:lnTo>
                    <a:pt x="675635" y="158806"/>
                  </a:lnTo>
                  <a:lnTo>
                    <a:pt x="709451" y="185700"/>
                  </a:lnTo>
                  <a:lnTo>
                    <a:pt x="741280" y="212594"/>
                  </a:lnTo>
                  <a:lnTo>
                    <a:pt x="771466" y="239488"/>
                  </a:lnTo>
                  <a:lnTo>
                    <a:pt x="800283" y="266382"/>
                  </a:lnTo>
                  <a:lnTo>
                    <a:pt x="827949" y="293276"/>
                  </a:lnTo>
                  <a:lnTo>
                    <a:pt x="854643" y="320170"/>
                  </a:lnTo>
                  <a:lnTo>
                    <a:pt x="880508" y="347065"/>
                  </a:lnTo>
                  <a:lnTo>
                    <a:pt x="905662" y="373959"/>
                  </a:lnTo>
                  <a:lnTo>
                    <a:pt x="930202" y="400853"/>
                  </a:lnTo>
                  <a:lnTo>
                    <a:pt x="954207" y="427747"/>
                  </a:lnTo>
                  <a:lnTo>
                    <a:pt x="977744" y="454641"/>
                  </a:lnTo>
                  <a:lnTo>
                    <a:pt x="1000865" y="481535"/>
                  </a:lnTo>
                  <a:lnTo>
                    <a:pt x="1023616" y="508429"/>
                  </a:lnTo>
                  <a:lnTo>
                    <a:pt x="1049128" y="539117"/>
                  </a:lnTo>
                  <a:lnTo>
                    <a:pt x="1076029" y="572055"/>
                  </a:lnTo>
                  <a:lnTo>
                    <a:pt x="1102930" y="605553"/>
                  </a:lnTo>
                  <a:lnTo>
                    <a:pt x="1129830" y="639592"/>
                  </a:lnTo>
                  <a:lnTo>
                    <a:pt x="1153340" y="669794"/>
                  </a:lnTo>
                  <a:lnTo>
                    <a:pt x="1174036" y="696688"/>
                  </a:lnTo>
                  <a:lnTo>
                    <a:pt x="1194539" y="723582"/>
                  </a:lnTo>
                  <a:lnTo>
                    <a:pt x="1214852" y="750476"/>
                  </a:lnTo>
                  <a:lnTo>
                    <a:pt x="1237433" y="780698"/>
                  </a:lnTo>
                  <a:lnTo>
                    <a:pt x="1264334" y="817217"/>
                  </a:lnTo>
                  <a:lnTo>
                    <a:pt x="1291235" y="854267"/>
                  </a:lnTo>
                  <a:lnTo>
                    <a:pt x="1313200" y="884947"/>
                  </a:lnTo>
                  <a:lnTo>
                    <a:pt x="1332253" y="911841"/>
                  </a:lnTo>
                  <a:lnTo>
                    <a:pt x="1351127" y="938735"/>
                  </a:lnTo>
                  <a:lnTo>
                    <a:pt x="1371937" y="968724"/>
                  </a:lnTo>
                  <a:lnTo>
                    <a:pt x="1398838" y="1008099"/>
                  </a:lnTo>
                  <a:lnTo>
                    <a:pt x="1424525" y="1046312"/>
                  </a:lnTo>
                  <a:lnTo>
                    <a:pt x="1442328" y="1073206"/>
                  </a:lnTo>
                  <a:lnTo>
                    <a:pt x="1459923" y="1100100"/>
                  </a:lnTo>
                  <a:lnTo>
                    <a:pt x="1479540" y="1130522"/>
                  </a:lnTo>
                  <a:lnTo>
                    <a:pt x="1506441" y="1173033"/>
                  </a:lnTo>
                  <a:lnTo>
                    <a:pt x="1527947" y="1207676"/>
                  </a:lnTo>
                  <a:lnTo>
                    <a:pt x="1544335" y="1234570"/>
                  </a:lnTo>
                  <a:lnTo>
                    <a:pt x="1560444" y="1261465"/>
                  </a:lnTo>
                  <a:lnTo>
                    <a:pt x="1587143" y="1307150"/>
                  </a:lnTo>
                  <a:lnTo>
                    <a:pt x="1607113" y="1342147"/>
                  </a:lnTo>
                  <a:lnTo>
                    <a:pt x="1622063" y="1369041"/>
                  </a:lnTo>
                  <a:lnTo>
                    <a:pt x="1640944" y="1404035"/>
                  </a:lnTo>
                  <a:lnTo>
                    <a:pt x="1664873" y="1449723"/>
                  </a:lnTo>
                  <a:lnTo>
                    <a:pt x="1678440" y="1476618"/>
                  </a:lnTo>
                  <a:lnTo>
                    <a:pt x="1694746" y="1510324"/>
                  </a:lnTo>
                  <a:lnTo>
                    <a:pt x="1716571" y="1557300"/>
                  </a:lnTo>
                  <a:lnTo>
                    <a:pt x="1728383" y="1584194"/>
                  </a:lnTo>
                  <a:lnTo>
                    <a:pt x="1748547" y="1633401"/>
                  </a:lnTo>
                  <a:lnTo>
                    <a:pt x="1760651" y="1664876"/>
                  </a:lnTo>
                  <a:lnTo>
                    <a:pt x="1775448" y="1707795"/>
                  </a:lnTo>
                  <a:lnTo>
                    <a:pt x="1787382" y="1745559"/>
                  </a:lnTo>
                  <a:lnTo>
                    <a:pt x="1801466" y="1799347"/>
                  </a:lnTo>
                  <a:lnTo>
                    <a:pt x="1807332" y="1826241"/>
                  </a:lnTo>
                  <a:lnTo>
                    <a:pt x="1816223" y="1880029"/>
                  </a:lnTo>
                  <a:lnTo>
                    <a:pt x="1820923" y="1933818"/>
                  </a:lnTo>
                  <a:lnTo>
                    <a:pt x="1820992" y="1987606"/>
                  </a:lnTo>
                  <a:lnTo>
                    <a:pt x="1815937" y="2041394"/>
                  </a:lnTo>
                  <a:lnTo>
                    <a:pt x="1805206" y="2095182"/>
                  </a:lnTo>
                  <a:lnTo>
                    <a:pt x="1797686" y="2122076"/>
                  </a:lnTo>
                  <a:lnTo>
                    <a:pt x="1777985" y="2175865"/>
                  </a:lnTo>
                  <a:lnTo>
                    <a:pt x="1765876" y="2202759"/>
                  </a:lnTo>
                  <a:lnTo>
                    <a:pt x="1748547" y="2235792"/>
                  </a:lnTo>
                  <a:lnTo>
                    <a:pt x="1721646" y="2280544"/>
                  </a:lnTo>
                  <a:lnTo>
                    <a:pt x="1701461" y="2310335"/>
                  </a:lnTo>
                  <a:lnTo>
                    <a:pt x="1681517" y="2337229"/>
                  </a:lnTo>
                  <a:lnTo>
                    <a:pt x="1660020" y="2364123"/>
                  </a:lnTo>
                  <a:lnTo>
                    <a:pt x="1637026" y="2391018"/>
                  </a:lnTo>
                  <a:lnTo>
                    <a:pt x="1612583" y="2417912"/>
                  </a:lnTo>
                  <a:lnTo>
                    <a:pt x="1586725" y="2444806"/>
                  </a:lnTo>
                  <a:lnTo>
                    <a:pt x="1559479" y="2471700"/>
                  </a:lnTo>
                  <a:lnTo>
                    <a:pt x="1530858" y="2498594"/>
                  </a:lnTo>
                  <a:lnTo>
                    <a:pt x="1500870" y="2525488"/>
                  </a:lnTo>
                  <a:lnTo>
                    <a:pt x="1469511" y="2552382"/>
                  </a:lnTo>
                  <a:lnTo>
                    <a:pt x="1436769" y="2579276"/>
                  </a:lnTo>
                  <a:lnTo>
                    <a:pt x="1402621" y="2606170"/>
                  </a:lnTo>
                  <a:lnTo>
                    <a:pt x="1371937" y="2629413"/>
                  </a:lnTo>
                  <a:lnTo>
                    <a:pt x="1345036" y="2649174"/>
                  </a:lnTo>
                  <a:lnTo>
                    <a:pt x="1318135" y="2668427"/>
                  </a:lnTo>
                  <a:lnTo>
                    <a:pt x="1291235" y="2687202"/>
                  </a:lnTo>
                  <a:lnTo>
                    <a:pt x="1251844" y="2713747"/>
                  </a:lnTo>
                  <a:lnTo>
                    <a:pt x="1210533" y="2740456"/>
                  </a:lnTo>
                  <a:lnTo>
                    <a:pt x="1183632" y="2757251"/>
                  </a:lnTo>
                  <a:lnTo>
                    <a:pt x="1156731" y="2773681"/>
                  </a:lnTo>
                  <a:lnTo>
                    <a:pt x="1121773" y="2794429"/>
                  </a:lnTo>
                  <a:lnTo>
                    <a:pt x="1076029" y="2820472"/>
                  </a:lnTo>
                  <a:lnTo>
                    <a:pt x="1049128" y="2835221"/>
                  </a:lnTo>
                  <a:lnTo>
                    <a:pt x="1022227" y="2849645"/>
                  </a:lnTo>
                  <a:lnTo>
                    <a:pt x="972735" y="2875112"/>
                  </a:lnTo>
                  <a:lnTo>
                    <a:pt x="941525" y="2890468"/>
                  </a:lnTo>
                  <a:lnTo>
                    <a:pt x="914625" y="2903343"/>
                  </a:lnTo>
                  <a:lnTo>
                    <a:pt x="860823" y="2927890"/>
                  </a:lnTo>
                  <a:lnTo>
                    <a:pt x="833922" y="2939568"/>
                  </a:lnTo>
                  <a:lnTo>
                    <a:pt x="795056" y="2955794"/>
                  </a:lnTo>
                  <a:lnTo>
                    <a:pt x="753220" y="2972356"/>
                  </a:lnTo>
                  <a:lnTo>
                    <a:pt x="725891" y="2982688"/>
                  </a:lnTo>
                  <a:lnTo>
                    <a:pt x="672518" y="3001643"/>
                  </a:lnTo>
                  <a:lnTo>
                    <a:pt x="645617" y="3010629"/>
                  </a:lnTo>
                  <a:lnTo>
                    <a:pt x="591816" y="3027355"/>
                  </a:lnTo>
                  <a:lnTo>
                    <a:pt x="560032" y="3036476"/>
                  </a:lnTo>
                  <a:lnTo>
                    <a:pt x="511114" y="3049409"/>
                  </a:lnTo>
                  <a:lnTo>
                    <a:pt x="457312" y="3062042"/>
                  </a:lnTo>
                  <a:lnTo>
                    <a:pt x="430411" y="3067708"/>
                  </a:lnTo>
                  <a:lnTo>
                    <a:pt x="376610" y="3077741"/>
                  </a:lnTo>
                  <a:lnTo>
                    <a:pt x="322809" y="3086018"/>
                  </a:lnTo>
                  <a:lnTo>
                    <a:pt x="288900" y="3090265"/>
                  </a:lnTo>
                  <a:lnTo>
                    <a:pt x="242106" y="3094995"/>
                  </a:lnTo>
                  <a:lnTo>
                    <a:pt x="188305" y="3098608"/>
                  </a:lnTo>
                  <a:lnTo>
                    <a:pt x="134503" y="3100256"/>
                  </a:lnTo>
                  <a:lnTo>
                    <a:pt x="80702" y="3099863"/>
                  </a:lnTo>
                  <a:lnTo>
                    <a:pt x="26901" y="309734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10499911" y="3041959"/>
              <a:ext cx="1141203" cy="1087145"/>
            </a:xfrm>
            <a:custGeom>
              <a:avLst/>
              <a:gdLst/>
              <a:ahLst/>
              <a:cxnLst/>
              <a:rect l="l" t="t" r="r" b="b"/>
              <a:pathLst>
                <a:path w="1141203" h="1087145">
                  <a:moveTo>
                    <a:pt x="410081" y="23970"/>
                  </a:moveTo>
                  <a:lnTo>
                    <a:pt x="454351" y="13521"/>
                  </a:lnTo>
                  <a:lnTo>
                    <a:pt x="508152" y="4654"/>
                  </a:lnTo>
                  <a:lnTo>
                    <a:pt x="561954" y="73"/>
                  </a:lnTo>
                  <a:lnTo>
                    <a:pt x="615755" y="0"/>
                  </a:lnTo>
                  <a:lnTo>
                    <a:pt x="669557" y="4653"/>
                  </a:lnTo>
                  <a:lnTo>
                    <a:pt x="723358" y="14245"/>
                  </a:lnTo>
                  <a:lnTo>
                    <a:pt x="760365" y="23970"/>
                  </a:lnTo>
                  <a:lnTo>
                    <a:pt x="804060" y="39180"/>
                  </a:lnTo>
                  <a:lnTo>
                    <a:pt x="831690" y="50865"/>
                  </a:lnTo>
                  <a:lnTo>
                    <a:pt x="882124" y="77759"/>
                  </a:lnTo>
                  <a:lnTo>
                    <a:pt x="911663" y="97192"/>
                  </a:lnTo>
                  <a:lnTo>
                    <a:pt x="938564" y="117581"/>
                  </a:lnTo>
                  <a:lnTo>
                    <a:pt x="965465" y="140965"/>
                  </a:lnTo>
                  <a:lnTo>
                    <a:pt x="992365" y="168047"/>
                  </a:lnTo>
                  <a:lnTo>
                    <a:pt x="1019266" y="199727"/>
                  </a:lnTo>
                  <a:lnTo>
                    <a:pt x="1046167" y="237151"/>
                  </a:lnTo>
                  <a:lnTo>
                    <a:pt x="1063571" y="266017"/>
                  </a:lnTo>
                  <a:lnTo>
                    <a:pt x="1077882" y="292912"/>
                  </a:lnTo>
                  <a:lnTo>
                    <a:pt x="1099968" y="343440"/>
                  </a:lnTo>
                  <a:lnTo>
                    <a:pt x="1110456" y="373594"/>
                  </a:lnTo>
                  <a:lnTo>
                    <a:pt x="1125216" y="427382"/>
                  </a:lnTo>
                  <a:lnTo>
                    <a:pt x="1130630" y="454276"/>
                  </a:lnTo>
                  <a:lnTo>
                    <a:pt x="1138031" y="508065"/>
                  </a:lnTo>
                  <a:lnTo>
                    <a:pt x="1141203" y="561853"/>
                  </a:lnTo>
                  <a:lnTo>
                    <a:pt x="1140269" y="615641"/>
                  </a:lnTo>
                  <a:lnTo>
                    <a:pt x="1135310" y="669429"/>
                  </a:lnTo>
                  <a:lnTo>
                    <a:pt x="1126869" y="720479"/>
                  </a:lnTo>
                  <a:lnTo>
                    <a:pt x="1120010" y="750112"/>
                  </a:lnTo>
                  <a:lnTo>
                    <a:pt x="1104113" y="803900"/>
                  </a:lnTo>
                  <a:lnTo>
                    <a:pt x="1094141" y="830794"/>
                  </a:lnTo>
                  <a:lnTo>
                    <a:pt x="1073067" y="877993"/>
                  </a:lnTo>
                  <a:lnTo>
                    <a:pt x="1054415" y="911476"/>
                  </a:lnTo>
                  <a:lnTo>
                    <a:pt x="1036883" y="938370"/>
                  </a:lnTo>
                  <a:lnTo>
                    <a:pt x="1016494" y="965265"/>
                  </a:lnTo>
                  <a:lnTo>
                    <a:pt x="992025" y="992159"/>
                  </a:lnTo>
                  <a:lnTo>
                    <a:pt x="961392" y="1019053"/>
                  </a:lnTo>
                  <a:lnTo>
                    <a:pt x="920747" y="1045947"/>
                  </a:lnTo>
                  <a:lnTo>
                    <a:pt x="884762" y="1063307"/>
                  </a:lnTo>
                  <a:lnTo>
                    <a:pt x="857048" y="1072841"/>
                  </a:lnTo>
                  <a:lnTo>
                    <a:pt x="804060" y="1083955"/>
                  </a:lnTo>
                  <a:lnTo>
                    <a:pt x="750259" y="1087145"/>
                  </a:lnTo>
                  <a:lnTo>
                    <a:pt x="696457" y="1083693"/>
                  </a:lnTo>
                  <a:lnTo>
                    <a:pt x="642656" y="1074620"/>
                  </a:lnTo>
                  <a:lnTo>
                    <a:pt x="615755" y="1068201"/>
                  </a:lnTo>
                  <a:lnTo>
                    <a:pt x="561954" y="1051921"/>
                  </a:lnTo>
                  <a:lnTo>
                    <a:pt x="535053" y="1042145"/>
                  </a:lnTo>
                  <a:lnTo>
                    <a:pt x="481251" y="1019465"/>
                  </a:lnTo>
                  <a:lnTo>
                    <a:pt x="454351" y="1006523"/>
                  </a:lnTo>
                  <a:lnTo>
                    <a:pt x="426598" y="992159"/>
                  </a:lnTo>
                  <a:lnTo>
                    <a:pt x="379819" y="965265"/>
                  </a:lnTo>
                  <a:lnTo>
                    <a:pt x="346748" y="944335"/>
                  </a:lnTo>
                  <a:lnTo>
                    <a:pt x="319847" y="925933"/>
                  </a:lnTo>
                  <a:lnTo>
                    <a:pt x="292946" y="906345"/>
                  </a:lnTo>
                  <a:lnTo>
                    <a:pt x="264992" y="884582"/>
                  </a:lnTo>
                  <a:lnTo>
                    <a:pt x="233117" y="857688"/>
                  </a:lnTo>
                  <a:lnTo>
                    <a:pt x="203690" y="830794"/>
                  </a:lnTo>
                  <a:lnTo>
                    <a:pt x="176529" y="803900"/>
                  </a:lnTo>
                  <a:lnTo>
                    <a:pt x="151484" y="777006"/>
                  </a:lnTo>
                  <a:lnTo>
                    <a:pt x="128436" y="750112"/>
                  </a:lnTo>
                  <a:lnTo>
                    <a:pt x="104641" y="719479"/>
                  </a:lnTo>
                  <a:lnTo>
                    <a:pt x="77740" y="680262"/>
                  </a:lnTo>
                  <a:lnTo>
                    <a:pt x="55276" y="642535"/>
                  </a:lnTo>
                  <a:lnTo>
                    <a:pt x="41599" y="615641"/>
                  </a:lnTo>
                  <a:lnTo>
                    <a:pt x="23939" y="573080"/>
                  </a:lnTo>
                  <a:lnTo>
                    <a:pt x="11778" y="534959"/>
                  </a:lnTo>
                  <a:lnTo>
                    <a:pt x="1683" y="481170"/>
                  </a:lnTo>
                  <a:lnTo>
                    <a:pt x="0" y="427382"/>
                  </a:lnTo>
                  <a:lnTo>
                    <a:pt x="7377" y="373594"/>
                  </a:lnTo>
                  <a:lnTo>
                    <a:pt x="23939" y="321513"/>
                  </a:lnTo>
                  <a:lnTo>
                    <a:pt x="37198" y="292912"/>
                  </a:lnTo>
                  <a:lnTo>
                    <a:pt x="52651" y="266017"/>
                  </a:lnTo>
                  <a:lnTo>
                    <a:pt x="77740" y="230940"/>
                  </a:lnTo>
                  <a:lnTo>
                    <a:pt x="104641" y="199825"/>
                  </a:lnTo>
                  <a:lnTo>
                    <a:pt x="131542" y="173315"/>
                  </a:lnTo>
                  <a:lnTo>
                    <a:pt x="158443" y="150158"/>
                  </a:lnTo>
                  <a:lnTo>
                    <a:pt x="185343" y="129537"/>
                  </a:lnTo>
                  <a:lnTo>
                    <a:pt x="222768" y="104653"/>
                  </a:lnTo>
                  <a:lnTo>
                    <a:pt x="266046" y="80120"/>
                  </a:lnTo>
                  <a:lnTo>
                    <a:pt x="292946" y="66989"/>
                  </a:lnTo>
                  <a:lnTo>
                    <a:pt x="329820" y="50865"/>
                  </a:lnTo>
                  <a:lnTo>
                    <a:pt x="373649" y="34994"/>
                  </a:lnTo>
                  <a:lnTo>
                    <a:pt x="410081" y="2397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8432649" y="6050112"/>
              <a:ext cx="586542" cy="565287"/>
            </a:xfrm>
            <a:custGeom>
              <a:avLst/>
              <a:gdLst/>
              <a:ahLst/>
              <a:cxnLst/>
              <a:rect l="l" t="t" r="r" b="b"/>
              <a:pathLst>
                <a:path w="586542" h="565287">
                  <a:moveTo>
                    <a:pt x="260745" y="1064"/>
                  </a:moveTo>
                  <a:lnTo>
                    <a:pt x="288852" y="0"/>
                  </a:lnTo>
                  <a:lnTo>
                    <a:pt x="315753" y="1427"/>
                  </a:lnTo>
                  <a:lnTo>
                    <a:pt x="369554" y="11837"/>
                  </a:lnTo>
                  <a:lnTo>
                    <a:pt x="413453" y="27959"/>
                  </a:lnTo>
                  <a:lnTo>
                    <a:pt x="450257" y="47744"/>
                  </a:lnTo>
                  <a:lnTo>
                    <a:pt x="477157" y="66857"/>
                  </a:lnTo>
                  <a:lnTo>
                    <a:pt x="504058" y="90871"/>
                  </a:lnTo>
                  <a:lnTo>
                    <a:pt x="530959" y="122075"/>
                  </a:lnTo>
                  <a:lnTo>
                    <a:pt x="556547" y="162429"/>
                  </a:lnTo>
                  <a:lnTo>
                    <a:pt x="568520" y="189323"/>
                  </a:lnTo>
                  <a:lnTo>
                    <a:pt x="583458" y="243112"/>
                  </a:lnTo>
                  <a:lnTo>
                    <a:pt x="586542" y="270006"/>
                  </a:lnTo>
                  <a:lnTo>
                    <a:pt x="584760" y="321148"/>
                  </a:lnTo>
                  <a:lnTo>
                    <a:pt x="579166" y="350688"/>
                  </a:lnTo>
                  <a:lnTo>
                    <a:pt x="559516" y="404476"/>
                  </a:lnTo>
                  <a:lnTo>
                    <a:pt x="544108" y="431370"/>
                  </a:lnTo>
                  <a:lnTo>
                    <a:pt x="524480" y="458264"/>
                  </a:lnTo>
                  <a:lnTo>
                    <a:pt x="499128" y="485159"/>
                  </a:lnTo>
                  <a:lnTo>
                    <a:pt x="465399" y="512053"/>
                  </a:lnTo>
                  <a:lnTo>
                    <a:pt x="423356" y="536293"/>
                  </a:lnTo>
                  <a:lnTo>
                    <a:pt x="396455" y="547248"/>
                  </a:lnTo>
                  <a:lnTo>
                    <a:pt x="342654" y="561194"/>
                  </a:lnTo>
                  <a:lnTo>
                    <a:pt x="288852" y="565287"/>
                  </a:lnTo>
                  <a:lnTo>
                    <a:pt x="235051" y="559551"/>
                  </a:lnTo>
                  <a:lnTo>
                    <a:pt x="181249" y="543825"/>
                  </a:lnTo>
                  <a:lnTo>
                    <a:pt x="154349" y="531478"/>
                  </a:lnTo>
                  <a:lnTo>
                    <a:pt x="122033" y="512053"/>
                  </a:lnTo>
                  <a:lnTo>
                    <a:pt x="88915" y="485159"/>
                  </a:lnTo>
                  <a:lnTo>
                    <a:pt x="63681" y="458264"/>
                  </a:lnTo>
                  <a:lnTo>
                    <a:pt x="43878" y="431370"/>
                  </a:lnTo>
                  <a:lnTo>
                    <a:pt x="19845" y="384631"/>
                  </a:lnTo>
                  <a:lnTo>
                    <a:pt x="8623" y="350688"/>
                  </a:lnTo>
                  <a:lnTo>
                    <a:pt x="0" y="296900"/>
                  </a:lnTo>
                  <a:lnTo>
                    <a:pt x="2037" y="243112"/>
                  </a:lnTo>
                  <a:lnTo>
                    <a:pt x="14787" y="189323"/>
                  </a:lnTo>
                  <a:lnTo>
                    <a:pt x="25758" y="162429"/>
                  </a:lnTo>
                  <a:lnTo>
                    <a:pt x="46746" y="125511"/>
                  </a:lnTo>
                  <a:lnTo>
                    <a:pt x="73646" y="91506"/>
                  </a:lnTo>
                  <a:lnTo>
                    <a:pt x="100547" y="66080"/>
                  </a:lnTo>
                  <a:lnTo>
                    <a:pt x="127448" y="46332"/>
                  </a:lnTo>
                  <a:lnTo>
                    <a:pt x="160587" y="27959"/>
                  </a:lnTo>
                  <a:lnTo>
                    <a:pt x="208150" y="10475"/>
                  </a:lnTo>
                  <a:lnTo>
                    <a:pt x="260745" y="106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1450632" y="4967126"/>
              <a:ext cx="741063" cy="1470339"/>
            </a:xfrm>
            <a:custGeom>
              <a:avLst/>
              <a:gdLst/>
              <a:ahLst/>
              <a:cxnLst/>
              <a:rect l="l" t="t" r="r" b="b"/>
              <a:pathLst>
                <a:path w="741063" h="1470339">
                  <a:moveTo>
                    <a:pt x="741063" y="1470339"/>
                  </a:moveTo>
                  <a:lnTo>
                    <a:pt x="687262" y="1468486"/>
                  </a:lnTo>
                  <a:lnTo>
                    <a:pt x="633460" y="1463657"/>
                  </a:lnTo>
                  <a:lnTo>
                    <a:pt x="606560" y="1460097"/>
                  </a:lnTo>
                  <a:lnTo>
                    <a:pt x="552758" y="1450383"/>
                  </a:lnTo>
                  <a:lnTo>
                    <a:pt x="498957" y="1437413"/>
                  </a:lnTo>
                  <a:lnTo>
                    <a:pt x="472056" y="1429525"/>
                  </a:lnTo>
                  <a:lnTo>
                    <a:pt x="418254" y="1410776"/>
                  </a:lnTo>
                  <a:lnTo>
                    <a:pt x="391354" y="1399740"/>
                  </a:lnTo>
                  <a:lnTo>
                    <a:pt x="348781" y="1379886"/>
                  </a:lnTo>
                  <a:lnTo>
                    <a:pt x="310652" y="1359173"/>
                  </a:lnTo>
                  <a:lnTo>
                    <a:pt x="283751" y="1342658"/>
                  </a:lnTo>
                  <a:lnTo>
                    <a:pt x="256850" y="1324532"/>
                  </a:lnTo>
                  <a:lnTo>
                    <a:pt x="223676" y="1299203"/>
                  </a:lnTo>
                  <a:lnTo>
                    <a:pt x="192795" y="1272309"/>
                  </a:lnTo>
                  <a:lnTo>
                    <a:pt x="165614" y="1245415"/>
                  </a:lnTo>
                  <a:lnTo>
                    <a:pt x="141584" y="1218521"/>
                  </a:lnTo>
                  <a:lnTo>
                    <a:pt x="120266" y="1191627"/>
                  </a:lnTo>
                  <a:lnTo>
                    <a:pt x="95446" y="1155300"/>
                  </a:lnTo>
                  <a:lnTo>
                    <a:pt x="69923" y="1110945"/>
                  </a:lnTo>
                  <a:lnTo>
                    <a:pt x="56971" y="1084050"/>
                  </a:lnTo>
                  <a:lnTo>
                    <a:pt x="41644" y="1046669"/>
                  </a:lnTo>
                  <a:lnTo>
                    <a:pt x="27200" y="1003368"/>
                  </a:lnTo>
                  <a:lnTo>
                    <a:pt x="14744" y="953180"/>
                  </a:lnTo>
                  <a:lnTo>
                    <a:pt x="9130" y="922686"/>
                  </a:lnTo>
                  <a:lnTo>
                    <a:pt x="2624" y="868898"/>
                  </a:lnTo>
                  <a:lnTo>
                    <a:pt x="0" y="815109"/>
                  </a:lnTo>
                  <a:lnTo>
                    <a:pt x="944" y="761321"/>
                  </a:lnTo>
                  <a:lnTo>
                    <a:pt x="5191" y="707533"/>
                  </a:lnTo>
                  <a:lnTo>
                    <a:pt x="12525" y="653745"/>
                  </a:lnTo>
                  <a:lnTo>
                    <a:pt x="17333" y="626850"/>
                  </a:lnTo>
                  <a:lnTo>
                    <a:pt x="29168" y="573062"/>
                  </a:lnTo>
                  <a:lnTo>
                    <a:pt x="41644" y="526732"/>
                  </a:lnTo>
                  <a:lnTo>
                    <a:pt x="52295" y="492380"/>
                  </a:lnTo>
                  <a:lnTo>
                    <a:pt x="68545" y="446082"/>
                  </a:lnTo>
                  <a:lnTo>
                    <a:pt x="82144" y="411698"/>
                  </a:lnTo>
                  <a:lnTo>
                    <a:pt x="95446" y="380775"/>
                  </a:lnTo>
                  <a:lnTo>
                    <a:pt x="119443" y="331015"/>
                  </a:lnTo>
                  <a:lnTo>
                    <a:pt x="133890" y="304121"/>
                  </a:lnTo>
                  <a:lnTo>
                    <a:pt x="149325" y="277227"/>
                  </a:lnTo>
                  <a:lnTo>
                    <a:pt x="176148" y="235331"/>
                  </a:lnTo>
                  <a:lnTo>
                    <a:pt x="203049" y="198364"/>
                  </a:lnTo>
                  <a:lnTo>
                    <a:pt x="226701" y="169650"/>
                  </a:lnTo>
                  <a:lnTo>
                    <a:pt x="251609" y="142756"/>
                  </a:lnTo>
                  <a:lnTo>
                    <a:pt x="280017" y="115862"/>
                  </a:lnTo>
                  <a:lnTo>
                    <a:pt x="310652" y="90950"/>
                  </a:lnTo>
                  <a:lnTo>
                    <a:pt x="337552" y="72327"/>
                  </a:lnTo>
                  <a:lnTo>
                    <a:pt x="364453" y="56430"/>
                  </a:lnTo>
                  <a:lnTo>
                    <a:pt x="409825" y="35180"/>
                  </a:lnTo>
                  <a:lnTo>
                    <a:pt x="445155" y="22497"/>
                  </a:lnTo>
                  <a:lnTo>
                    <a:pt x="498957" y="9290"/>
                  </a:lnTo>
                  <a:lnTo>
                    <a:pt x="525857" y="4968"/>
                  </a:lnTo>
                  <a:lnTo>
                    <a:pt x="579659" y="240"/>
                  </a:lnTo>
                  <a:lnTo>
                    <a:pt x="633460" y="0"/>
                  </a:lnTo>
                  <a:lnTo>
                    <a:pt x="687262" y="3563"/>
                  </a:lnTo>
                  <a:lnTo>
                    <a:pt x="725800" y="828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7376465" y="1669311"/>
              <a:ext cx="1492295" cy="2417125"/>
            </a:xfrm>
            <a:custGeom>
              <a:avLst/>
              <a:gdLst/>
              <a:ahLst/>
              <a:cxnLst/>
              <a:rect l="l" t="t" r="r" b="b"/>
              <a:pathLst>
                <a:path w="1492295" h="2417125">
                  <a:moveTo>
                    <a:pt x="0" y="111010"/>
                  </a:moveTo>
                  <a:lnTo>
                    <a:pt x="26901" y="93333"/>
                  </a:lnTo>
                  <a:lnTo>
                    <a:pt x="53801" y="77246"/>
                  </a:lnTo>
                  <a:lnTo>
                    <a:pt x="102818" y="51913"/>
                  </a:lnTo>
                  <a:lnTo>
                    <a:pt x="134503" y="38019"/>
                  </a:lnTo>
                  <a:lnTo>
                    <a:pt x="171157" y="25018"/>
                  </a:lnTo>
                  <a:lnTo>
                    <a:pt x="215206" y="12662"/>
                  </a:lnTo>
                  <a:lnTo>
                    <a:pt x="269007" y="3363"/>
                  </a:lnTo>
                  <a:lnTo>
                    <a:pt x="322809" y="0"/>
                  </a:lnTo>
                  <a:lnTo>
                    <a:pt x="376610" y="2389"/>
                  </a:lnTo>
                  <a:lnTo>
                    <a:pt x="430411" y="10376"/>
                  </a:lnTo>
                  <a:lnTo>
                    <a:pt x="484213" y="23833"/>
                  </a:lnTo>
                  <a:lnTo>
                    <a:pt x="511114" y="32474"/>
                  </a:lnTo>
                  <a:lnTo>
                    <a:pt x="560752" y="51913"/>
                  </a:lnTo>
                  <a:lnTo>
                    <a:pt x="591816" y="65993"/>
                  </a:lnTo>
                  <a:lnTo>
                    <a:pt x="618717" y="79621"/>
                  </a:lnTo>
                  <a:lnTo>
                    <a:pt x="664779" y="105701"/>
                  </a:lnTo>
                  <a:lnTo>
                    <a:pt x="699419" y="127224"/>
                  </a:lnTo>
                  <a:lnTo>
                    <a:pt x="726319" y="145287"/>
                  </a:lnTo>
                  <a:lnTo>
                    <a:pt x="753220" y="164440"/>
                  </a:lnTo>
                  <a:lnTo>
                    <a:pt x="782329" y="186383"/>
                  </a:lnTo>
                  <a:lnTo>
                    <a:pt x="816020" y="213277"/>
                  </a:lnTo>
                  <a:lnTo>
                    <a:pt x="847972" y="240171"/>
                  </a:lnTo>
                  <a:lnTo>
                    <a:pt x="878412" y="267065"/>
                  </a:lnTo>
                  <a:lnTo>
                    <a:pt x="907526" y="293960"/>
                  </a:lnTo>
                  <a:lnTo>
                    <a:pt x="935464" y="320854"/>
                  </a:lnTo>
                  <a:lnTo>
                    <a:pt x="962351" y="347748"/>
                  </a:lnTo>
                  <a:lnTo>
                    <a:pt x="988290" y="374642"/>
                  </a:lnTo>
                  <a:lnTo>
                    <a:pt x="1013365" y="401536"/>
                  </a:lnTo>
                  <a:lnTo>
                    <a:pt x="1037646" y="428430"/>
                  </a:lnTo>
                  <a:lnTo>
                    <a:pt x="1061191" y="455324"/>
                  </a:lnTo>
                  <a:lnTo>
                    <a:pt x="1084046" y="482218"/>
                  </a:lnTo>
                  <a:lnTo>
                    <a:pt x="1106250" y="509113"/>
                  </a:lnTo>
                  <a:lnTo>
                    <a:pt x="1129830" y="538576"/>
                  </a:lnTo>
                  <a:lnTo>
                    <a:pt x="1156731" y="573432"/>
                  </a:lnTo>
                  <a:lnTo>
                    <a:pt x="1183632" y="609627"/>
                  </a:lnTo>
                  <a:lnTo>
                    <a:pt x="1207924" y="643583"/>
                  </a:lnTo>
                  <a:lnTo>
                    <a:pt x="1226498" y="670477"/>
                  </a:lnTo>
                  <a:lnTo>
                    <a:pt x="1244552" y="697371"/>
                  </a:lnTo>
                  <a:lnTo>
                    <a:pt x="1264334" y="727840"/>
                  </a:lnTo>
                  <a:lnTo>
                    <a:pt x="1291235" y="771211"/>
                  </a:lnTo>
                  <a:lnTo>
                    <a:pt x="1311191" y="804948"/>
                  </a:lnTo>
                  <a:lnTo>
                    <a:pt x="1326455" y="831842"/>
                  </a:lnTo>
                  <a:lnTo>
                    <a:pt x="1345036" y="866095"/>
                  </a:lnTo>
                  <a:lnTo>
                    <a:pt x="1368811" y="912524"/>
                  </a:lnTo>
                  <a:lnTo>
                    <a:pt x="1381742" y="939418"/>
                  </a:lnTo>
                  <a:lnTo>
                    <a:pt x="1398838" y="977267"/>
                  </a:lnTo>
                  <a:lnTo>
                    <a:pt x="1416829" y="1020101"/>
                  </a:lnTo>
                  <a:lnTo>
                    <a:pt x="1427228" y="1046995"/>
                  </a:lnTo>
                  <a:lnTo>
                    <a:pt x="1445975" y="1100783"/>
                  </a:lnTo>
                  <a:lnTo>
                    <a:pt x="1454272" y="1127677"/>
                  </a:lnTo>
                  <a:lnTo>
                    <a:pt x="1468628" y="1181465"/>
                  </a:lnTo>
                  <a:lnTo>
                    <a:pt x="1479540" y="1234050"/>
                  </a:lnTo>
                  <a:lnTo>
                    <a:pt x="1484104" y="1262148"/>
                  </a:lnTo>
                  <a:lnTo>
                    <a:pt x="1490084" y="1315936"/>
                  </a:lnTo>
                  <a:lnTo>
                    <a:pt x="1492295" y="1369724"/>
                  </a:lnTo>
                  <a:lnTo>
                    <a:pt x="1490498" y="1423513"/>
                  </a:lnTo>
                  <a:lnTo>
                    <a:pt x="1484439" y="1477301"/>
                  </a:lnTo>
                  <a:lnTo>
                    <a:pt x="1479540" y="1505061"/>
                  </a:lnTo>
                  <a:lnTo>
                    <a:pt x="1466912" y="1557983"/>
                  </a:lnTo>
                  <a:lnTo>
                    <a:pt x="1452639" y="1602075"/>
                  </a:lnTo>
                  <a:lnTo>
                    <a:pt x="1438574" y="1638665"/>
                  </a:lnTo>
                  <a:lnTo>
                    <a:pt x="1425738" y="1667285"/>
                  </a:lnTo>
                  <a:lnTo>
                    <a:pt x="1398838" y="1719262"/>
                  </a:lnTo>
                  <a:lnTo>
                    <a:pt x="1382948" y="1746242"/>
                  </a:lnTo>
                  <a:lnTo>
                    <a:pt x="1365717" y="1773136"/>
                  </a:lnTo>
                  <a:lnTo>
                    <a:pt x="1345036" y="1802843"/>
                  </a:lnTo>
                  <a:lnTo>
                    <a:pt x="1318135" y="1838308"/>
                  </a:lnTo>
                  <a:lnTo>
                    <a:pt x="1291235" y="1871009"/>
                  </a:lnTo>
                  <a:lnTo>
                    <a:pt x="1264334" y="1901404"/>
                  </a:lnTo>
                  <a:lnTo>
                    <a:pt x="1237433" y="1929849"/>
                  </a:lnTo>
                  <a:lnTo>
                    <a:pt x="1210533" y="1956625"/>
                  </a:lnTo>
                  <a:lnTo>
                    <a:pt x="1183632" y="1981955"/>
                  </a:lnTo>
                  <a:lnTo>
                    <a:pt x="1156731" y="2006019"/>
                  </a:lnTo>
                  <a:lnTo>
                    <a:pt x="1129830" y="2028961"/>
                  </a:lnTo>
                  <a:lnTo>
                    <a:pt x="1102930" y="2050901"/>
                  </a:lnTo>
                  <a:lnTo>
                    <a:pt x="1076029" y="2071935"/>
                  </a:lnTo>
                  <a:lnTo>
                    <a:pt x="1043936" y="2095865"/>
                  </a:lnTo>
                  <a:lnTo>
                    <a:pt x="1005836" y="2122760"/>
                  </a:lnTo>
                  <a:lnTo>
                    <a:pt x="968426" y="2147725"/>
                  </a:lnTo>
                  <a:lnTo>
                    <a:pt x="941525" y="2164804"/>
                  </a:lnTo>
                  <a:lnTo>
                    <a:pt x="914625" y="2181310"/>
                  </a:lnTo>
                  <a:lnTo>
                    <a:pt x="876768" y="2203442"/>
                  </a:lnTo>
                  <a:lnTo>
                    <a:pt x="833922" y="2227026"/>
                  </a:lnTo>
                  <a:lnTo>
                    <a:pt x="807022" y="2241048"/>
                  </a:lnTo>
                  <a:lnTo>
                    <a:pt x="774682" y="2257230"/>
                  </a:lnTo>
                  <a:lnTo>
                    <a:pt x="726319" y="2279877"/>
                  </a:lnTo>
                  <a:lnTo>
                    <a:pt x="699419" y="2291705"/>
                  </a:lnTo>
                  <a:lnTo>
                    <a:pt x="652691" y="2311018"/>
                  </a:lnTo>
                  <a:lnTo>
                    <a:pt x="618717" y="2324035"/>
                  </a:lnTo>
                  <a:lnTo>
                    <a:pt x="579883" y="2337913"/>
                  </a:lnTo>
                  <a:lnTo>
                    <a:pt x="538014" y="2351653"/>
                  </a:lnTo>
                  <a:lnTo>
                    <a:pt x="493730" y="2364807"/>
                  </a:lnTo>
                  <a:lnTo>
                    <a:pt x="457312" y="2374569"/>
                  </a:lnTo>
                  <a:lnTo>
                    <a:pt x="403511" y="2387224"/>
                  </a:lnTo>
                  <a:lnTo>
                    <a:pt x="376610" y="2392763"/>
                  </a:lnTo>
                  <a:lnTo>
                    <a:pt x="322809" y="2402141"/>
                  </a:lnTo>
                  <a:lnTo>
                    <a:pt x="269007" y="2409352"/>
                  </a:lnTo>
                  <a:lnTo>
                    <a:pt x="215206" y="2414315"/>
                  </a:lnTo>
                  <a:lnTo>
                    <a:pt x="161404" y="2416939"/>
                  </a:lnTo>
                  <a:lnTo>
                    <a:pt x="107603" y="2417125"/>
                  </a:lnTo>
                  <a:lnTo>
                    <a:pt x="53801" y="2414764"/>
                  </a:lnTo>
                  <a:lnTo>
                    <a:pt x="0" y="2409734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7376465" y="2079093"/>
              <a:ext cx="1203259" cy="1817036"/>
            </a:xfrm>
            <a:custGeom>
              <a:avLst/>
              <a:gdLst/>
              <a:ahLst/>
              <a:cxnLst/>
              <a:rect l="l" t="t" r="r" b="b"/>
              <a:pathLst>
                <a:path w="1203259" h="1817036">
                  <a:moveTo>
                    <a:pt x="0" y="113540"/>
                  </a:moveTo>
                  <a:lnTo>
                    <a:pt x="26901" y="96552"/>
                  </a:lnTo>
                  <a:lnTo>
                    <a:pt x="69911" y="72436"/>
                  </a:lnTo>
                  <a:lnTo>
                    <a:pt x="107603" y="53885"/>
                  </a:lnTo>
                  <a:lnTo>
                    <a:pt x="134503" y="42429"/>
                  </a:lnTo>
                  <a:lnTo>
                    <a:pt x="188305" y="23584"/>
                  </a:lnTo>
                  <a:lnTo>
                    <a:pt x="215206" y="16205"/>
                  </a:lnTo>
                  <a:lnTo>
                    <a:pt x="269007" y="5458"/>
                  </a:lnTo>
                  <a:lnTo>
                    <a:pt x="322809" y="81"/>
                  </a:lnTo>
                  <a:lnTo>
                    <a:pt x="376610" y="0"/>
                  </a:lnTo>
                  <a:lnTo>
                    <a:pt x="430411" y="5159"/>
                  </a:lnTo>
                  <a:lnTo>
                    <a:pt x="484213" y="15522"/>
                  </a:lnTo>
                  <a:lnTo>
                    <a:pt x="511114" y="22630"/>
                  </a:lnTo>
                  <a:lnTo>
                    <a:pt x="564915" y="40687"/>
                  </a:lnTo>
                  <a:lnTo>
                    <a:pt x="591816" y="51635"/>
                  </a:lnTo>
                  <a:lnTo>
                    <a:pt x="635799" y="72436"/>
                  </a:lnTo>
                  <a:lnTo>
                    <a:pt x="672518" y="92179"/>
                  </a:lnTo>
                  <a:lnTo>
                    <a:pt x="699419" y="108291"/>
                  </a:lnTo>
                  <a:lnTo>
                    <a:pt x="727055" y="126225"/>
                  </a:lnTo>
                  <a:lnTo>
                    <a:pt x="764780" y="153119"/>
                  </a:lnTo>
                  <a:lnTo>
                    <a:pt x="799325" y="180013"/>
                  </a:lnTo>
                  <a:lnTo>
                    <a:pt x="831188" y="206907"/>
                  </a:lnTo>
                  <a:lnTo>
                    <a:pt x="860757" y="233801"/>
                  </a:lnTo>
                  <a:lnTo>
                    <a:pt x="887724" y="260092"/>
                  </a:lnTo>
                  <a:lnTo>
                    <a:pt x="914178" y="287589"/>
                  </a:lnTo>
                  <a:lnTo>
                    <a:pt x="938470" y="314483"/>
                  </a:lnTo>
                  <a:lnTo>
                    <a:pt x="961370" y="341378"/>
                  </a:lnTo>
                  <a:lnTo>
                    <a:pt x="983004" y="368272"/>
                  </a:lnTo>
                  <a:lnTo>
                    <a:pt x="1003472" y="395166"/>
                  </a:lnTo>
                  <a:lnTo>
                    <a:pt x="1022851" y="422060"/>
                  </a:lnTo>
                  <a:lnTo>
                    <a:pt x="1049128" y="461456"/>
                  </a:lnTo>
                  <a:lnTo>
                    <a:pt x="1074444" y="502742"/>
                  </a:lnTo>
                  <a:lnTo>
                    <a:pt x="1089597" y="529636"/>
                  </a:lnTo>
                  <a:lnTo>
                    <a:pt x="1103892" y="556531"/>
                  </a:lnTo>
                  <a:lnTo>
                    <a:pt x="1129540" y="610319"/>
                  </a:lnTo>
                  <a:lnTo>
                    <a:pt x="1140915" y="637213"/>
                  </a:lnTo>
                  <a:lnTo>
                    <a:pt x="1156731" y="678947"/>
                  </a:lnTo>
                  <a:lnTo>
                    <a:pt x="1169582" y="717895"/>
                  </a:lnTo>
                  <a:lnTo>
                    <a:pt x="1183632" y="770142"/>
                  </a:lnTo>
                  <a:lnTo>
                    <a:pt x="1189753" y="798578"/>
                  </a:lnTo>
                  <a:lnTo>
                    <a:pt x="1198322" y="852366"/>
                  </a:lnTo>
                  <a:lnTo>
                    <a:pt x="1202877" y="906154"/>
                  </a:lnTo>
                  <a:lnTo>
                    <a:pt x="1203259" y="959942"/>
                  </a:lnTo>
                  <a:lnTo>
                    <a:pt x="1199308" y="1013731"/>
                  </a:lnTo>
                  <a:lnTo>
                    <a:pt x="1190859" y="1067519"/>
                  </a:lnTo>
                  <a:lnTo>
                    <a:pt x="1183632" y="1099169"/>
                  </a:lnTo>
                  <a:lnTo>
                    <a:pt x="1169309" y="1148201"/>
                  </a:lnTo>
                  <a:lnTo>
                    <a:pt x="1156731" y="1182361"/>
                  </a:lnTo>
                  <a:lnTo>
                    <a:pt x="1136483" y="1228883"/>
                  </a:lnTo>
                  <a:lnTo>
                    <a:pt x="1122888" y="1255778"/>
                  </a:lnTo>
                  <a:lnTo>
                    <a:pt x="1102930" y="1290907"/>
                  </a:lnTo>
                  <a:lnTo>
                    <a:pt x="1076029" y="1332917"/>
                  </a:lnTo>
                  <a:lnTo>
                    <a:pt x="1054254" y="1363354"/>
                  </a:lnTo>
                  <a:lnTo>
                    <a:pt x="1033271" y="1390248"/>
                  </a:lnTo>
                  <a:lnTo>
                    <a:pt x="1010647" y="1417142"/>
                  </a:lnTo>
                  <a:lnTo>
                    <a:pt x="986297" y="1444036"/>
                  </a:lnTo>
                  <a:lnTo>
                    <a:pt x="960115" y="1470931"/>
                  </a:lnTo>
                  <a:lnTo>
                    <a:pt x="931980" y="1497825"/>
                  </a:lnTo>
                  <a:lnTo>
                    <a:pt x="901746" y="1524719"/>
                  </a:lnTo>
                  <a:lnTo>
                    <a:pt x="869244" y="1551613"/>
                  </a:lnTo>
                  <a:lnTo>
                    <a:pt x="834272" y="1578507"/>
                  </a:lnTo>
                  <a:lnTo>
                    <a:pt x="807022" y="1597991"/>
                  </a:lnTo>
                  <a:lnTo>
                    <a:pt x="780121" y="1616238"/>
                  </a:lnTo>
                  <a:lnTo>
                    <a:pt x="753220" y="1633599"/>
                  </a:lnTo>
                  <a:lnTo>
                    <a:pt x="710323" y="1659189"/>
                  </a:lnTo>
                  <a:lnTo>
                    <a:pt x="672518" y="1679933"/>
                  </a:lnTo>
                  <a:lnTo>
                    <a:pt x="645617" y="1693707"/>
                  </a:lnTo>
                  <a:lnTo>
                    <a:pt x="605136" y="1712978"/>
                  </a:lnTo>
                  <a:lnTo>
                    <a:pt x="564915" y="1730394"/>
                  </a:lnTo>
                  <a:lnTo>
                    <a:pt x="538014" y="1741203"/>
                  </a:lnTo>
                  <a:lnTo>
                    <a:pt x="484213" y="1760480"/>
                  </a:lnTo>
                  <a:lnTo>
                    <a:pt x="457312" y="1769116"/>
                  </a:lnTo>
                  <a:lnTo>
                    <a:pt x="403511" y="1784162"/>
                  </a:lnTo>
                  <a:lnTo>
                    <a:pt x="363093" y="1793660"/>
                  </a:lnTo>
                  <a:lnTo>
                    <a:pt x="322809" y="1801573"/>
                  </a:lnTo>
                  <a:lnTo>
                    <a:pt x="269007" y="1809630"/>
                  </a:lnTo>
                  <a:lnTo>
                    <a:pt x="215206" y="1814829"/>
                  </a:lnTo>
                  <a:lnTo>
                    <a:pt x="161404" y="1817036"/>
                  </a:lnTo>
                  <a:lnTo>
                    <a:pt x="107603" y="1816102"/>
                  </a:lnTo>
                  <a:lnTo>
                    <a:pt x="53801" y="1811862"/>
                  </a:lnTo>
                  <a:lnTo>
                    <a:pt x="0" y="1804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7376465" y="2452864"/>
              <a:ext cx="892174" cy="1208476"/>
            </a:xfrm>
            <a:custGeom>
              <a:avLst/>
              <a:gdLst/>
              <a:ahLst/>
              <a:cxnLst/>
              <a:rect l="l" t="t" r="r" b="b"/>
              <a:pathLst>
                <a:path w="892174" h="1208476">
                  <a:moveTo>
                    <a:pt x="0" y="123889"/>
                  </a:moveTo>
                  <a:lnTo>
                    <a:pt x="30271" y="102077"/>
                  </a:lnTo>
                  <a:lnTo>
                    <a:pt x="73165" y="75183"/>
                  </a:lnTo>
                  <a:lnTo>
                    <a:pt x="107603" y="56621"/>
                  </a:lnTo>
                  <a:lnTo>
                    <a:pt x="134503" y="44075"/>
                  </a:lnTo>
                  <a:lnTo>
                    <a:pt x="188305" y="23805"/>
                  </a:lnTo>
                  <a:lnTo>
                    <a:pt x="215206" y="16024"/>
                  </a:lnTo>
                  <a:lnTo>
                    <a:pt x="269007" y="5015"/>
                  </a:lnTo>
                  <a:lnTo>
                    <a:pt x="322809" y="0"/>
                  </a:lnTo>
                  <a:lnTo>
                    <a:pt x="376610" y="1027"/>
                  </a:lnTo>
                  <a:lnTo>
                    <a:pt x="430411" y="8171"/>
                  </a:lnTo>
                  <a:lnTo>
                    <a:pt x="483757" y="21395"/>
                  </a:lnTo>
                  <a:lnTo>
                    <a:pt x="511114" y="30748"/>
                  </a:lnTo>
                  <a:lnTo>
                    <a:pt x="552440" y="48289"/>
                  </a:lnTo>
                  <a:lnTo>
                    <a:pt x="591816" y="68775"/>
                  </a:lnTo>
                  <a:lnTo>
                    <a:pt x="618717" y="85312"/>
                  </a:lnTo>
                  <a:lnTo>
                    <a:pt x="645617" y="103901"/>
                  </a:lnTo>
                  <a:lnTo>
                    <a:pt x="677279" y="128971"/>
                  </a:lnTo>
                  <a:lnTo>
                    <a:pt x="707017" y="155865"/>
                  </a:lnTo>
                  <a:lnTo>
                    <a:pt x="733295" y="182760"/>
                  </a:lnTo>
                  <a:lnTo>
                    <a:pt x="756713" y="209654"/>
                  </a:lnTo>
                  <a:lnTo>
                    <a:pt x="780121" y="240033"/>
                  </a:lnTo>
                  <a:lnTo>
                    <a:pt x="807022" y="280580"/>
                  </a:lnTo>
                  <a:lnTo>
                    <a:pt x="827750" y="317230"/>
                  </a:lnTo>
                  <a:lnTo>
                    <a:pt x="840897" y="344124"/>
                  </a:lnTo>
                  <a:lnTo>
                    <a:pt x="860823" y="393295"/>
                  </a:lnTo>
                  <a:lnTo>
                    <a:pt x="870923" y="424807"/>
                  </a:lnTo>
                  <a:lnTo>
                    <a:pt x="883657" y="478595"/>
                  </a:lnTo>
                  <a:lnTo>
                    <a:pt x="887935" y="505489"/>
                  </a:lnTo>
                  <a:lnTo>
                    <a:pt x="892174" y="559277"/>
                  </a:lnTo>
                  <a:lnTo>
                    <a:pt x="890908" y="613065"/>
                  </a:lnTo>
                  <a:lnTo>
                    <a:pt x="887724" y="642969"/>
                  </a:lnTo>
                  <a:lnTo>
                    <a:pt x="878283" y="693748"/>
                  </a:lnTo>
                  <a:lnTo>
                    <a:pt x="862547" y="747536"/>
                  </a:lnTo>
                  <a:lnTo>
                    <a:pt x="852248" y="774430"/>
                  </a:lnTo>
                  <a:lnTo>
                    <a:pt x="833922" y="814306"/>
                  </a:lnTo>
                  <a:lnTo>
                    <a:pt x="811473" y="855112"/>
                  </a:lnTo>
                  <a:lnTo>
                    <a:pt x="794188" y="882007"/>
                  </a:lnTo>
                  <a:lnTo>
                    <a:pt x="774984" y="908901"/>
                  </a:lnTo>
                  <a:lnTo>
                    <a:pt x="753220" y="936299"/>
                  </a:lnTo>
                  <a:lnTo>
                    <a:pt x="726319" y="966422"/>
                  </a:lnTo>
                  <a:lnTo>
                    <a:pt x="699419" y="993488"/>
                  </a:lnTo>
                  <a:lnTo>
                    <a:pt x="672518" y="1018018"/>
                  </a:lnTo>
                  <a:lnTo>
                    <a:pt x="641648" y="1043371"/>
                  </a:lnTo>
                  <a:lnTo>
                    <a:pt x="604928" y="1070265"/>
                  </a:lnTo>
                  <a:lnTo>
                    <a:pt x="564915" y="1096277"/>
                  </a:lnTo>
                  <a:lnTo>
                    <a:pt x="538014" y="1111739"/>
                  </a:lnTo>
                  <a:lnTo>
                    <a:pt x="511114" y="1126137"/>
                  </a:lnTo>
                  <a:lnTo>
                    <a:pt x="457446" y="1150948"/>
                  </a:lnTo>
                  <a:lnTo>
                    <a:pt x="430411" y="1161508"/>
                  </a:lnTo>
                  <a:lnTo>
                    <a:pt x="382341" y="1177842"/>
                  </a:lnTo>
                  <a:lnTo>
                    <a:pt x="349709" y="1186864"/>
                  </a:lnTo>
                  <a:lnTo>
                    <a:pt x="295908" y="1198435"/>
                  </a:lnTo>
                  <a:lnTo>
                    <a:pt x="251597" y="1204736"/>
                  </a:lnTo>
                  <a:lnTo>
                    <a:pt x="215206" y="1207796"/>
                  </a:lnTo>
                  <a:lnTo>
                    <a:pt x="161404" y="1208476"/>
                  </a:lnTo>
                  <a:lnTo>
                    <a:pt x="109690" y="1204736"/>
                  </a:lnTo>
                  <a:lnTo>
                    <a:pt x="80702" y="1200543"/>
                  </a:lnTo>
                  <a:lnTo>
                    <a:pt x="26901" y="118852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8" name="路线母题"/>
          <p:cNvGrpSpPr/>
          <p:nvPr/>
        </p:nvGrpSpPr>
        <p:grpSpPr>
          <a:xfrm>
            <a:off x="8087466" y="1723644"/>
            <a:ext cx="2778532" cy="3959352"/>
            <a:chOff x="8087466" y="1723644"/>
            <a:chExt cx="2778532" cy="3959352"/>
          </a:xfrm>
        </p:grpSpPr>
        <p:sp>
          <p:nvSpPr>
            <p:cNvPr id="29" name="Freeform 28"/>
            <p:cNvSpPr/>
            <p:nvPr/>
          </p:nvSpPr>
          <p:spPr>
            <a:xfrm>
              <a:off x="8146902" y="1783080"/>
              <a:ext cx="2643074" cy="3840480"/>
            </a:xfrm>
            <a:custGeom>
              <a:avLst/>
              <a:gdLst/>
              <a:ahLst/>
              <a:cxnLst/>
              <a:rect l="l" t="t" r="r" b="b"/>
              <a:pathLst>
                <a:path w="2643074" h="3840480">
                  <a:moveTo>
                    <a:pt x="0" y="3840480"/>
                  </a:moveTo>
                  <a:lnTo>
                    <a:pt x="47411" y="3811899"/>
                  </a:lnTo>
                  <a:lnTo>
                    <a:pt x="104674" y="3777928"/>
                  </a:lnTo>
                  <a:lnTo>
                    <a:pt x="170731" y="3739067"/>
                  </a:lnTo>
                  <a:lnTo>
                    <a:pt x="244523" y="3695819"/>
                  </a:lnTo>
                  <a:lnTo>
                    <a:pt x="324992" y="3648687"/>
                  </a:lnTo>
                  <a:lnTo>
                    <a:pt x="411081" y="3598173"/>
                  </a:lnTo>
                  <a:lnTo>
                    <a:pt x="501731" y="3544779"/>
                  </a:lnTo>
                  <a:lnTo>
                    <a:pt x="595884" y="3489008"/>
                  </a:lnTo>
                  <a:lnTo>
                    <a:pt x="692483" y="3431361"/>
                  </a:lnTo>
                  <a:lnTo>
                    <a:pt x="790469" y="3372341"/>
                  </a:lnTo>
                  <a:lnTo>
                    <a:pt x="888784" y="3312451"/>
                  </a:lnTo>
                  <a:lnTo>
                    <a:pt x="986370" y="3252192"/>
                  </a:lnTo>
                  <a:lnTo>
                    <a:pt x="1082169" y="3192067"/>
                  </a:lnTo>
                  <a:lnTo>
                    <a:pt x="1175123" y="3132579"/>
                  </a:lnTo>
                  <a:lnTo>
                    <a:pt x="1264174" y="3074229"/>
                  </a:lnTo>
                  <a:lnTo>
                    <a:pt x="1348264" y="3017520"/>
                  </a:lnTo>
                  <a:lnTo>
                    <a:pt x="1432155" y="2962284"/>
                  </a:lnTo>
                  <a:lnTo>
                    <a:pt x="1520559" y="2907819"/>
                  </a:lnTo>
                  <a:lnTo>
                    <a:pt x="1612349" y="2853822"/>
                  </a:lnTo>
                  <a:lnTo>
                    <a:pt x="1706397" y="2799993"/>
                  </a:lnTo>
                  <a:lnTo>
                    <a:pt x="1801573" y="2746030"/>
                  </a:lnTo>
                  <a:lnTo>
                    <a:pt x="1896749" y="2691631"/>
                  </a:lnTo>
                  <a:lnTo>
                    <a:pt x="1990796" y="2636496"/>
                  </a:lnTo>
                  <a:lnTo>
                    <a:pt x="2082587" y="2580322"/>
                  </a:lnTo>
                  <a:lnTo>
                    <a:pt x="2170991" y="2522810"/>
                  </a:lnTo>
                  <a:lnTo>
                    <a:pt x="2254882" y="2463656"/>
                  </a:lnTo>
                  <a:lnTo>
                    <a:pt x="2333129" y="2402560"/>
                  </a:lnTo>
                  <a:lnTo>
                    <a:pt x="2404605" y="2339221"/>
                  </a:lnTo>
                  <a:lnTo>
                    <a:pt x="2468181" y="2273337"/>
                  </a:lnTo>
                  <a:lnTo>
                    <a:pt x="2522729" y="2204606"/>
                  </a:lnTo>
                  <a:lnTo>
                    <a:pt x="2567119" y="2132727"/>
                  </a:lnTo>
                  <a:lnTo>
                    <a:pt x="2600224" y="2057400"/>
                  </a:lnTo>
                  <a:lnTo>
                    <a:pt x="2622878" y="1976413"/>
                  </a:lnTo>
                  <a:lnTo>
                    <a:pt x="2636997" y="1888495"/>
                  </a:lnTo>
                  <a:lnTo>
                    <a:pt x="2643074" y="1794750"/>
                  </a:lnTo>
                  <a:lnTo>
                    <a:pt x="2641605" y="1696283"/>
                  </a:lnTo>
                  <a:lnTo>
                    <a:pt x="2633082" y="1594200"/>
                  </a:lnTo>
                  <a:lnTo>
                    <a:pt x="2617999" y="1489606"/>
                  </a:lnTo>
                  <a:lnTo>
                    <a:pt x="2596850" y="1383605"/>
                  </a:lnTo>
                  <a:lnTo>
                    <a:pt x="2570129" y="1277303"/>
                  </a:lnTo>
                  <a:lnTo>
                    <a:pt x="2538329" y="1171804"/>
                  </a:lnTo>
                  <a:lnTo>
                    <a:pt x="2501944" y="1068214"/>
                  </a:lnTo>
                  <a:lnTo>
                    <a:pt x="2461469" y="967638"/>
                  </a:lnTo>
                  <a:lnTo>
                    <a:pt x="2417396" y="871180"/>
                  </a:lnTo>
                  <a:lnTo>
                    <a:pt x="2370219" y="779947"/>
                  </a:lnTo>
                  <a:lnTo>
                    <a:pt x="2320433" y="695042"/>
                  </a:lnTo>
                  <a:lnTo>
                    <a:pt x="2268530" y="617572"/>
                  </a:lnTo>
                  <a:lnTo>
                    <a:pt x="2215006" y="548640"/>
                  </a:lnTo>
                  <a:lnTo>
                    <a:pt x="2154721" y="486975"/>
                  </a:lnTo>
                  <a:lnTo>
                    <a:pt x="2083339" y="430366"/>
                  </a:lnTo>
                  <a:lnTo>
                    <a:pt x="2002552" y="378513"/>
                  </a:lnTo>
                  <a:lnTo>
                    <a:pt x="1914054" y="331113"/>
                  </a:lnTo>
                  <a:lnTo>
                    <a:pt x="1819536" y="287865"/>
                  </a:lnTo>
                  <a:lnTo>
                    <a:pt x="1720692" y="248469"/>
                  </a:lnTo>
                  <a:lnTo>
                    <a:pt x="1619215" y="212621"/>
                  </a:lnTo>
                  <a:lnTo>
                    <a:pt x="1516797" y="180022"/>
                  </a:lnTo>
                  <a:lnTo>
                    <a:pt x="1415132" y="150370"/>
                  </a:lnTo>
                  <a:lnTo>
                    <a:pt x="1315912" y="123364"/>
                  </a:lnTo>
                  <a:lnTo>
                    <a:pt x="1220830" y="98701"/>
                  </a:lnTo>
                  <a:lnTo>
                    <a:pt x="1131579" y="76081"/>
                  </a:lnTo>
                  <a:lnTo>
                    <a:pt x="1049852" y="55202"/>
                  </a:lnTo>
                  <a:lnTo>
                    <a:pt x="977341" y="35763"/>
                  </a:lnTo>
                  <a:lnTo>
                    <a:pt x="915740" y="17463"/>
                  </a:lnTo>
                  <a:lnTo>
                    <a:pt x="866741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Oval 29"/>
            <p:cNvSpPr/>
            <p:nvPr/>
          </p:nvSpPr>
          <p:spPr>
            <a:xfrm>
              <a:off x="80874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Oval 30"/>
            <p:cNvSpPr/>
            <p:nvPr/>
          </p:nvSpPr>
          <p:spPr>
            <a:xfrm>
              <a:off x="9435730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Oval 31"/>
            <p:cNvSpPr/>
            <p:nvPr/>
          </p:nvSpPr>
          <p:spPr>
            <a:xfrm>
              <a:off x="10628254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Oval 32"/>
            <p:cNvSpPr/>
            <p:nvPr/>
          </p:nvSpPr>
          <p:spPr>
            <a:xfrm>
              <a:off x="10302472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Oval 33"/>
            <p:cNvSpPr/>
            <p:nvPr/>
          </p:nvSpPr>
          <p:spPr>
            <a:xfrm>
              <a:off x="8954207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35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36" name="Rectangle 35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Freeform 40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Freeform 41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Freeform 42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Freeform 43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E6F6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54" name="TextBox 53"/>
          <p:cNvSpPr txBox="1"/>
          <p:nvPr/>
        </p:nvSpPr>
        <p:spPr>
          <a:xfrm>
            <a:off x="975665" y="1847088"/>
            <a:ext cx="5897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为唐先生、唐太太准备的行程方案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75665" y="2249424"/>
            <a:ext cx="5897880" cy="1371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大理四晚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75665" y="3675888"/>
            <a:ext cx="5897880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5月12日至5月16日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成人 2 位 · 舒适游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975665" y="5413248"/>
            <a:ext cx="5989320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8" name="TextBox 57"/>
          <p:cNvSpPr txBox="1"/>
          <p:nvPr/>
        </p:nvSpPr>
        <p:spPr>
          <a:xfrm>
            <a:off x="975665" y="5559552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报价编号 HL-Q-0512-2P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41825" y="5577840"/>
            <a:ext cx="2423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范例 · 已脱敏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5665" y="5907024"/>
            <a:ext cx="58064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报价方案，以余位确认和电子合同为准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行程一览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五天四晚，一个住处住到底，节奏放慢</a:t>
            </a:r>
          </a:p>
        </p:txBody>
      </p:sp>
      <p:grpSp>
        <p:nvGrpSpPr>
          <p:cNvPr id="4" name="线路图"/>
          <p:cNvGrpSpPr/>
          <p:nvPr/>
        </p:nvGrpSpPr>
        <p:grpSpPr>
          <a:xfrm>
            <a:off x="244145" y="1938528"/>
            <a:ext cx="11246205" cy="822960"/>
            <a:chOff x="244145" y="1938528"/>
            <a:chExt cx="11246205" cy="822960"/>
          </a:xfrm>
        </p:grpSpPr>
        <p:cxnSp>
          <p:nvCxnSpPr>
            <p:cNvPr id="5" name="Connector 4"/>
            <p:cNvCxnSpPr/>
            <p:nvPr/>
          </p:nvCxnSpPr>
          <p:spPr>
            <a:xfrm>
              <a:off x="1067105" y="2029968"/>
              <a:ext cx="960028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6" name="Group 5"/>
            <p:cNvGrpSpPr/>
            <p:nvPr/>
          </p:nvGrpSpPr>
          <p:grpSpPr>
            <a:xfrm>
              <a:off x="244145" y="1970532"/>
              <a:ext cx="1645920" cy="790956"/>
              <a:chOff x="244145" y="1970532"/>
              <a:chExt cx="1645920" cy="790956"/>
            </a:xfrm>
          </p:grpSpPr>
          <p:sp>
            <p:nvSpPr>
              <p:cNvPr id="7" name="Oval 6"/>
              <p:cNvSpPr/>
              <p:nvPr/>
            </p:nvSpPr>
            <p:spPr>
              <a:xfrm>
                <a:off x="1007669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244145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广州</a:t>
                </a:r>
              </a:p>
            </p:txBody>
          </p:sp>
          <p:sp>
            <p:nvSpPr>
              <p:cNvPr id="9" name="TextBox 8"/>
              <p:cNvSpPr txBox="1"/>
              <p:nvPr/>
            </p:nvSpPr>
            <p:spPr>
              <a:xfrm>
                <a:off x="244145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出发与返回</a:t>
                </a:r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2644216" y="1970532"/>
              <a:ext cx="1645920" cy="790956"/>
              <a:chOff x="2644216" y="1970532"/>
              <a:chExt cx="1645920" cy="790956"/>
            </a:xfrm>
          </p:grpSpPr>
          <p:sp>
            <p:nvSpPr>
              <p:cNvPr id="11" name="Oval 10"/>
              <p:cNvSpPr/>
              <p:nvPr/>
            </p:nvSpPr>
            <p:spPr>
              <a:xfrm>
                <a:off x="3407740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2644216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大理机场</a:t>
                </a:r>
              </a:p>
            </p:txBody>
          </p:sp>
          <p:sp>
            <p:nvSpPr>
              <p:cNvPr id="13" name="TextBox 12"/>
              <p:cNvSpPr txBox="1"/>
              <p:nvPr/>
            </p:nvSpPr>
            <p:spPr>
              <a:xfrm>
                <a:off x="2644216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第1天</a:t>
                </a:r>
              </a:p>
            </p:txBody>
          </p:sp>
        </p:grpSp>
        <p:grpSp>
          <p:nvGrpSpPr>
            <p:cNvPr id="14" name="Group 13"/>
            <p:cNvGrpSpPr/>
            <p:nvPr/>
          </p:nvGrpSpPr>
          <p:grpSpPr>
            <a:xfrm>
              <a:off x="5044288" y="1938528"/>
              <a:ext cx="1645920" cy="822960"/>
              <a:chOff x="5044288" y="1938528"/>
              <a:chExt cx="1645920" cy="822960"/>
            </a:xfrm>
          </p:grpSpPr>
          <p:sp>
            <p:nvSpPr>
              <p:cNvPr id="15" name="Oval 14"/>
              <p:cNvSpPr/>
              <p:nvPr/>
            </p:nvSpPr>
            <p:spPr>
              <a:xfrm>
                <a:off x="5775808" y="1938528"/>
                <a:ext cx="182880" cy="182880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TextBox 15"/>
              <p:cNvSpPr txBox="1"/>
              <p:nvPr/>
            </p:nvSpPr>
            <p:spPr>
              <a:xfrm>
                <a:off x="5044288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大理古城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044288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住4晚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7444359" y="1970532"/>
              <a:ext cx="1645920" cy="790956"/>
              <a:chOff x="7444359" y="1970532"/>
              <a:chExt cx="1645920" cy="790956"/>
            </a:xfrm>
          </p:grpSpPr>
          <p:sp>
            <p:nvSpPr>
              <p:cNvPr id="19" name="Oval 18"/>
              <p:cNvSpPr/>
              <p:nvPr/>
            </p:nvSpPr>
            <p:spPr>
              <a:xfrm>
                <a:off x="8207883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7444359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喜洲古镇</a:t>
                </a:r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7444359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第3天</a:t>
                </a:r>
              </a:p>
            </p:txBody>
          </p:sp>
        </p:grpSp>
        <p:grpSp>
          <p:nvGrpSpPr>
            <p:cNvPr id="22" name="Group 21"/>
            <p:cNvGrpSpPr/>
            <p:nvPr/>
          </p:nvGrpSpPr>
          <p:grpSpPr>
            <a:xfrm>
              <a:off x="9844430" y="1970532"/>
              <a:ext cx="1645920" cy="790956"/>
              <a:chOff x="9844430" y="1970532"/>
              <a:chExt cx="1645920" cy="790956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10607954" y="197053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9844430" y="2212848"/>
                <a:ext cx="1645920" cy="29260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600" b="1">
                    <a:solidFill>
                      <a:srgbClr val="1E2326"/>
                    </a:solidFill>
                    <a:latin typeface="Noto Serif CJK SC"/>
                    <a:ea typeface="Noto Serif CJK SC"/>
                    <a:cs typeface="Noto Serif CJK SC"/>
                  </a:rPr>
                  <a:t>双廊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9844430" y="2505456"/>
                <a:ext cx="164592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第3天</a:t>
                </a:r>
              </a:p>
            </p:txBody>
          </p:sp>
        </p:grpSp>
      </p:grpSp>
      <p:grpSp>
        <p:nvGrpSpPr>
          <p:cNvPr id="26" name="Group 25"/>
          <p:cNvGrpSpPr/>
          <p:nvPr/>
        </p:nvGrpSpPr>
        <p:grpSpPr>
          <a:xfrm>
            <a:off x="975665" y="3063240"/>
            <a:ext cx="5897880" cy="402336"/>
            <a:chOff x="975665" y="3063240"/>
            <a:chExt cx="5897880" cy="402336"/>
          </a:xfrm>
        </p:grpSpPr>
        <p:cxnSp>
          <p:nvCxnSpPr>
            <p:cNvPr id="27" name="Connector 26"/>
            <p:cNvCxnSpPr/>
            <p:nvPr/>
          </p:nvCxnSpPr>
          <p:spPr>
            <a:xfrm>
              <a:off x="975665" y="30632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8" name="TextBox 27"/>
            <p:cNvSpPr txBox="1"/>
            <p:nvPr/>
          </p:nvSpPr>
          <p:spPr>
            <a:xfrm>
              <a:off x="975665" y="3191256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第1天 · 5月12日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2713025" y="3172968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广州直飞大理，接站入住，合作餐厅晚餐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975665" y="3547872"/>
            <a:ext cx="5897880" cy="402336"/>
            <a:chOff x="975665" y="3547872"/>
            <a:chExt cx="5897880" cy="402336"/>
          </a:xfrm>
        </p:grpSpPr>
        <p:cxnSp>
          <p:nvCxnSpPr>
            <p:cNvPr id="31" name="Connector 30"/>
            <p:cNvCxnSpPr/>
            <p:nvPr/>
          </p:nvCxnSpPr>
          <p:spPr>
            <a:xfrm>
              <a:off x="975665" y="3547872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2" name="TextBox 31"/>
            <p:cNvSpPr txBox="1"/>
            <p:nvPr/>
          </p:nvSpPr>
          <p:spPr>
            <a:xfrm>
              <a:off x="975665" y="3675888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第2天 · 5月13日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2713025" y="3657600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上午向导带两位走古城，下午自由活动</a:t>
              </a:r>
            </a:p>
          </p:txBody>
        </p:sp>
      </p:grpSp>
      <p:grpSp>
        <p:nvGrpSpPr>
          <p:cNvPr id="34" name="Group 33"/>
          <p:cNvGrpSpPr/>
          <p:nvPr/>
        </p:nvGrpSpPr>
        <p:grpSpPr>
          <a:xfrm>
            <a:off x="975665" y="4032504"/>
            <a:ext cx="5897880" cy="402336"/>
            <a:chOff x="975665" y="4032504"/>
            <a:chExt cx="5897880" cy="402336"/>
          </a:xfrm>
        </p:grpSpPr>
        <p:cxnSp>
          <p:nvCxnSpPr>
            <p:cNvPr id="35" name="Connector 34"/>
            <p:cNvCxnSpPr/>
            <p:nvPr/>
          </p:nvCxnSpPr>
          <p:spPr>
            <a:xfrm>
              <a:off x="975665" y="4032504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36" name="TextBox 35"/>
            <p:cNvSpPr txBox="1"/>
            <p:nvPr/>
          </p:nvSpPr>
          <p:spPr>
            <a:xfrm>
              <a:off x="975665" y="4160520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第3天 · 5月14日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713025" y="4142232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环洱海一日：喜洲古镇、双廊，可代订车辆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975665" y="4517136"/>
            <a:ext cx="5897880" cy="402336"/>
            <a:chOff x="975665" y="4517136"/>
            <a:chExt cx="5897880" cy="402336"/>
          </a:xfrm>
        </p:grpSpPr>
        <p:cxnSp>
          <p:nvCxnSpPr>
            <p:cNvPr id="39" name="Connector 38"/>
            <p:cNvCxnSpPr/>
            <p:nvPr/>
          </p:nvCxnSpPr>
          <p:spPr>
            <a:xfrm>
              <a:off x="975665" y="4517136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0" name="TextBox 39"/>
            <p:cNvSpPr txBox="1"/>
            <p:nvPr/>
          </p:nvSpPr>
          <p:spPr>
            <a:xfrm>
              <a:off x="975665" y="4645152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第4天 · 5月15日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13025" y="4626864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自由活动，可去崇圣寺三塔</a:t>
              </a: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975665" y="5001768"/>
            <a:ext cx="5897880" cy="402336"/>
            <a:chOff x="975665" y="5001768"/>
            <a:chExt cx="5897880" cy="402336"/>
          </a:xfrm>
        </p:grpSpPr>
        <p:cxnSp>
          <p:nvCxnSpPr>
            <p:cNvPr id="43" name="Connector 42"/>
            <p:cNvCxnSpPr/>
            <p:nvPr/>
          </p:nvCxnSpPr>
          <p:spPr>
            <a:xfrm>
              <a:off x="975665" y="5001768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44" name="TextBox 43"/>
            <p:cNvSpPr txBox="1"/>
            <p:nvPr/>
          </p:nvSpPr>
          <p:spPr>
            <a:xfrm>
              <a:off x="975665" y="5129784"/>
              <a:ext cx="155448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第5天 · 5月16日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713025" y="5111496"/>
              <a:ext cx="41605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1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早餐后送机，直飞回广州</a:t>
              </a:r>
            </a:p>
          </p:txBody>
        </p:sp>
      </p:grpSp>
      <p:grpSp>
        <p:nvGrpSpPr>
          <p:cNvPr id="46" name="行程要素"/>
          <p:cNvGrpSpPr/>
          <p:nvPr/>
        </p:nvGrpSpPr>
        <p:grpSpPr>
          <a:xfrm>
            <a:off x="0" y="0"/>
            <a:ext cx="11216945" cy="6035040"/>
            <a:chOff x="0" y="0"/>
            <a:chExt cx="11216945" cy="6035040"/>
          </a:xfrm>
        </p:grpSpPr>
        <p:grpSp>
          <p:nvGrpSpPr>
            <p:cNvPr id="47" name="Group 46"/>
            <p:cNvGrpSpPr/>
            <p:nvPr/>
          </p:nvGrpSpPr>
          <p:grpSpPr>
            <a:xfrm>
              <a:off x="0" y="0"/>
              <a:ext cx="11216945" cy="3666744"/>
              <a:chOff x="0" y="0"/>
              <a:chExt cx="11216945" cy="3666744"/>
            </a:xfrm>
          </p:grpSpPr>
          <p:cxnSp>
            <p:nvCxnSpPr>
              <p:cNvPr id="48" name="Connector 47"/>
              <p:cNvCxnSpPr/>
              <p:nvPr/>
            </p:nvCxnSpPr>
            <p:spPr>
              <a:xfrm>
                <a:off x="7925105" y="306324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9" name="图标 calendar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0" name="Freeform 49"/>
                <p:cNvSpPr/>
                <p:nvPr/>
              </p:nvSpPr>
              <p:spPr>
                <a:xfrm>
                  <a:off x="7964729" y="3240786"/>
                  <a:ext cx="158496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158496">
                      <a:moveTo>
                        <a:pt x="0" y="19812"/>
                      </a:moveTo>
                      <a:lnTo>
                        <a:pt x="402" y="15819"/>
                      </a:lnTo>
                      <a:lnTo>
                        <a:pt x="1557" y="12100"/>
                      </a:lnTo>
                      <a:lnTo>
                        <a:pt x="3383" y="8735"/>
                      </a:lnTo>
                      <a:lnTo>
                        <a:pt x="5803" y="5803"/>
                      </a:lnTo>
                      <a:lnTo>
                        <a:pt x="8735" y="3384"/>
                      </a:lnTo>
                      <a:lnTo>
                        <a:pt x="12100" y="1557"/>
                      </a:lnTo>
                      <a:lnTo>
                        <a:pt x="15819" y="403"/>
                      </a:lnTo>
                      <a:lnTo>
                        <a:pt x="19812" y="0"/>
                      </a:lnTo>
                      <a:lnTo>
                        <a:pt x="138684" y="0"/>
                      </a:lnTo>
                      <a:lnTo>
                        <a:pt x="142677" y="403"/>
                      </a:lnTo>
                      <a:lnTo>
                        <a:pt x="146396" y="1557"/>
                      </a:lnTo>
                      <a:lnTo>
                        <a:pt x="149761" y="3384"/>
                      </a:lnTo>
                      <a:lnTo>
                        <a:pt x="152693" y="5803"/>
                      </a:lnTo>
                      <a:lnTo>
                        <a:pt x="155112" y="8735"/>
                      </a:lnTo>
                      <a:lnTo>
                        <a:pt x="156939" y="12100"/>
                      </a:lnTo>
                      <a:lnTo>
                        <a:pt x="158093" y="15819"/>
                      </a:lnTo>
                      <a:lnTo>
                        <a:pt x="158496" y="19812"/>
                      </a:lnTo>
                      <a:lnTo>
                        <a:pt x="158496" y="138684"/>
                      </a:lnTo>
                      <a:lnTo>
                        <a:pt x="158093" y="142677"/>
                      </a:lnTo>
                      <a:lnTo>
                        <a:pt x="156939" y="146396"/>
                      </a:lnTo>
                      <a:lnTo>
                        <a:pt x="155112" y="149761"/>
                      </a:lnTo>
                      <a:lnTo>
                        <a:pt x="152693" y="152693"/>
                      </a:lnTo>
                      <a:lnTo>
                        <a:pt x="149761" y="155112"/>
                      </a:lnTo>
                      <a:lnTo>
                        <a:pt x="146396" y="156939"/>
                      </a:lnTo>
                      <a:lnTo>
                        <a:pt x="142677" y="158093"/>
                      </a:lnTo>
                      <a:lnTo>
                        <a:pt x="138684" y="158496"/>
                      </a:lnTo>
                      <a:lnTo>
                        <a:pt x="19812" y="158496"/>
                      </a:lnTo>
                      <a:lnTo>
                        <a:pt x="15819" y="158093"/>
                      </a:lnTo>
                      <a:lnTo>
                        <a:pt x="12100" y="156939"/>
                      </a:lnTo>
                      <a:lnTo>
                        <a:pt x="8735" y="155112"/>
                      </a:lnTo>
                      <a:lnTo>
                        <a:pt x="5803" y="152693"/>
                      </a:lnTo>
                      <a:lnTo>
                        <a:pt x="3383" y="149761"/>
                      </a:lnTo>
                      <a:lnTo>
                        <a:pt x="1557" y="146396"/>
                      </a:lnTo>
                      <a:lnTo>
                        <a:pt x="402" y="142677"/>
                      </a:lnTo>
                      <a:lnTo>
                        <a:pt x="0" y="138684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>
                  <a:off x="8083601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2" name="Freeform 51"/>
                <p:cNvSpPr/>
                <p:nvPr/>
              </p:nvSpPr>
              <p:spPr>
                <a:xfrm>
                  <a:off x="8004353" y="3220974"/>
                  <a:ext cx="0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39624">
                      <a:moveTo>
                        <a:pt x="0" y="0"/>
                      </a:move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3" name="Freeform 52"/>
                <p:cNvSpPr/>
                <p:nvPr/>
              </p:nvSpPr>
              <p:spPr>
                <a:xfrm>
                  <a:off x="7964729" y="3300222"/>
                  <a:ext cx="15849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0">
                      <a:moveTo>
                        <a:pt x="0" y="0"/>
                      </a:moveTo>
                      <a:lnTo>
                        <a:pt x="15849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Freeform 53"/>
                <p:cNvSpPr/>
                <p:nvPr/>
              </p:nvSpPr>
              <p:spPr>
                <a:xfrm>
                  <a:off x="8034071" y="3339846"/>
                  <a:ext cx="990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" h="0">
                      <a:moveTo>
                        <a:pt x="0" y="0"/>
                      </a:moveTo>
                      <a:lnTo>
                        <a:pt x="990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5" name="Freeform 54"/>
                <p:cNvSpPr/>
                <p:nvPr/>
              </p:nvSpPr>
              <p:spPr>
                <a:xfrm>
                  <a:off x="8043977" y="3339846"/>
                  <a:ext cx="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29718">
                      <a:moveTo>
                        <a:pt x="0" y="0"/>
                      </a:move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6" name="TextBox 55"/>
              <p:cNvSpPr txBox="1"/>
              <p:nvPr/>
            </p:nvSpPr>
            <p:spPr>
              <a:xfrm>
                <a:off x="8290865" y="317296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出发与返回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8290865" y="339242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5月12日至5月16日</a:t>
                </a:r>
              </a:p>
            </p:txBody>
          </p:sp>
        </p:grpSp>
        <p:grpSp>
          <p:nvGrpSpPr>
            <p:cNvPr id="58" name="Group 57"/>
            <p:cNvGrpSpPr/>
            <p:nvPr/>
          </p:nvGrpSpPr>
          <p:grpSpPr>
            <a:xfrm>
              <a:off x="0" y="0"/>
              <a:ext cx="11216945" cy="4306824"/>
              <a:chOff x="0" y="0"/>
              <a:chExt cx="11216945" cy="4306824"/>
            </a:xfrm>
          </p:grpSpPr>
          <p:cxnSp>
            <p:nvCxnSpPr>
              <p:cNvPr id="59" name="Connector 58"/>
              <p:cNvCxnSpPr/>
              <p:nvPr/>
            </p:nvCxnSpPr>
            <p:spPr>
              <a:xfrm>
                <a:off x="7925105" y="370332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0" name="图标 user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1" name="Freeform 60"/>
                <p:cNvSpPr/>
                <p:nvPr/>
              </p:nvSpPr>
              <p:spPr>
                <a:xfrm>
                  <a:off x="7974635" y="3861054"/>
                  <a:ext cx="79248" cy="792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248" h="79248">
                      <a:moveTo>
                        <a:pt x="0" y="39624"/>
                      </a:moveTo>
                      <a:lnTo>
                        <a:pt x="805" y="47610"/>
                      </a:lnTo>
                      <a:lnTo>
                        <a:pt x="3114" y="55047"/>
                      </a:lnTo>
                      <a:lnTo>
                        <a:pt x="6767" y="61778"/>
                      </a:lnTo>
                      <a:lnTo>
                        <a:pt x="11605" y="67642"/>
                      </a:lnTo>
                      <a:lnTo>
                        <a:pt x="17470" y="72481"/>
                      </a:lnTo>
                      <a:lnTo>
                        <a:pt x="24200" y="76134"/>
                      </a:lnTo>
                      <a:lnTo>
                        <a:pt x="31638" y="78443"/>
                      </a:lnTo>
                      <a:lnTo>
                        <a:pt x="39624" y="79248"/>
                      </a:lnTo>
                      <a:lnTo>
                        <a:pt x="47609" y="78443"/>
                      </a:lnTo>
                      <a:lnTo>
                        <a:pt x="55047" y="76134"/>
                      </a:lnTo>
                      <a:lnTo>
                        <a:pt x="61778" y="72481"/>
                      </a:lnTo>
                      <a:lnTo>
                        <a:pt x="67642" y="67642"/>
                      </a:lnTo>
                      <a:lnTo>
                        <a:pt x="72481" y="61778"/>
                      </a:lnTo>
                      <a:lnTo>
                        <a:pt x="76134" y="55047"/>
                      </a:lnTo>
                      <a:lnTo>
                        <a:pt x="78443" y="47610"/>
                      </a:lnTo>
                      <a:lnTo>
                        <a:pt x="79248" y="39624"/>
                      </a:lnTo>
                      <a:lnTo>
                        <a:pt x="78443" y="31638"/>
                      </a:lnTo>
                      <a:lnTo>
                        <a:pt x="76134" y="24201"/>
                      </a:lnTo>
                      <a:lnTo>
                        <a:pt x="72481" y="17470"/>
                      </a:lnTo>
                      <a:lnTo>
                        <a:pt x="67642" y="11606"/>
                      </a:lnTo>
                      <a:lnTo>
                        <a:pt x="61778" y="6767"/>
                      </a:lnTo>
                      <a:lnTo>
                        <a:pt x="55047" y="3114"/>
                      </a:lnTo>
                      <a:lnTo>
                        <a:pt x="47609" y="805"/>
                      </a:lnTo>
                      <a:lnTo>
                        <a:pt x="39624" y="0"/>
                      </a:lnTo>
                      <a:lnTo>
                        <a:pt x="31638" y="805"/>
                      </a:lnTo>
                      <a:lnTo>
                        <a:pt x="24200" y="3114"/>
                      </a:lnTo>
                      <a:lnTo>
                        <a:pt x="17470" y="6767"/>
                      </a:lnTo>
                      <a:lnTo>
                        <a:pt x="11605" y="11606"/>
                      </a:lnTo>
                      <a:lnTo>
                        <a:pt x="6767" y="17470"/>
                      </a:lnTo>
                      <a:lnTo>
                        <a:pt x="3114" y="24201"/>
                      </a:lnTo>
                      <a:lnTo>
                        <a:pt x="805" y="31638"/>
                      </a:lnTo>
                      <a:lnTo>
                        <a:pt x="0" y="3962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2" name="Freeform 61"/>
                <p:cNvSpPr/>
                <p:nvPr/>
              </p:nvSpPr>
              <p:spPr>
                <a:xfrm>
                  <a:off x="7954823" y="3979926"/>
                  <a:ext cx="118872" cy="594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59436">
                      <a:moveTo>
                        <a:pt x="0" y="59436"/>
                      </a:moveTo>
                      <a:lnTo>
                        <a:pt x="0" y="39624"/>
                      </a:lnTo>
                      <a:lnTo>
                        <a:pt x="805" y="31638"/>
                      </a:lnTo>
                      <a:lnTo>
                        <a:pt x="3114" y="24201"/>
                      </a:lnTo>
                      <a:lnTo>
                        <a:pt x="6767" y="17470"/>
                      </a:lnTo>
                      <a:lnTo>
                        <a:pt x="11605" y="11606"/>
                      </a:lnTo>
                      <a:lnTo>
                        <a:pt x="17470" y="6767"/>
                      </a:lnTo>
                      <a:lnTo>
                        <a:pt x="24200" y="3114"/>
                      </a:lnTo>
                      <a:lnTo>
                        <a:pt x="31638" y="805"/>
                      </a:lnTo>
                      <a:lnTo>
                        <a:pt x="39624" y="0"/>
                      </a:lnTo>
                      <a:lnTo>
                        <a:pt x="79248" y="0"/>
                      </a:lnTo>
                      <a:lnTo>
                        <a:pt x="87233" y="805"/>
                      </a:lnTo>
                      <a:lnTo>
                        <a:pt x="94671" y="3114"/>
                      </a:lnTo>
                      <a:lnTo>
                        <a:pt x="101402" y="6767"/>
                      </a:lnTo>
                      <a:lnTo>
                        <a:pt x="107266" y="11606"/>
                      </a:lnTo>
                      <a:lnTo>
                        <a:pt x="112105" y="17470"/>
                      </a:lnTo>
                      <a:lnTo>
                        <a:pt x="115758" y="24201"/>
                      </a:lnTo>
                      <a:lnTo>
                        <a:pt x="118067" y="31638"/>
                      </a:lnTo>
                      <a:lnTo>
                        <a:pt x="118872" y="39624"/>
                      </a:lnTo>
                      <a:lnTo>
                        <a:pt x="118872" y="5943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3" name="Freeform 62"/>
                <p:cNvSpPr/>
                <p:nvPr/>
              </p:nvSpPr>
              <p:spPr>
                <a:xfrm>
                  <a:off x="8083601" y="3862342"/>
                  <a:ext cx="29795" cy="7677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95" h="76771">
                      <a:moveTo>
                        <a:pt x="0" y="0"/>
                      </a:moveTo>
                      <a:lnTo>
                        <a:pt x="6314" y="2196"/>
                      </a:lnTo>
                      <a:lnTo>
                        <a:pt x="12052" y="5346"/>
                      </a:lnTo>
                      <a:lnTo>
                        <a:pt x="17132" y="9346"/>
                      </a:lnTo>
                      <a:lnTo>
                        <a:pt x="21472" y="14089"/>
                      </a:lnTo>
                      <a:lnTo>
                        <a:pt x="24991" y="19470"/>
                      </a:lnTo>
                      <a:lnTo>
                        <a:pt x="27605" y="25384"/>
                      </a:lnTo>
                      <a:lnTo>
                        <a:pt x="29234" y="31724"/>
                      </a:lnTo>
                      <a:lnTo>
                        <a:pt x="29795" y="38386"/>
                      </a:lnTo>
                      <a:lnTo>
                        <a:pt x="29234" y="45047"/>
                      </a:lnTo>
                      <a:lnTo>
                        <a:pt x="27605" y="51387"/>
                      </a:lnTo>
                      <a:lnTo>
                        <a:pt x="24991" y="57301"/>
                      </a:lnTo>
                      <a:lnTo>
                        <a:pt x="21472" y="62682"/>
                      </a:lnTo>
                      <a:lnTo>
                        <a:pt x="17132" y="67425"/>
                      </a:lnTo>
                      <a:lnTo>
                        <a:pt x="12052" y="71425"/>
                      </a:lnTo>
                      <a:lnTo>
                        <a:pt x="6314" y="74575"/>
                      </a:lnTo>
                      <a:lnTo>
                        <a:pt x="0" y="76771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4" name="Freeform 63"/>
                <p:cNvSpPr/>
                <p:nvPr/>
              </p:nvSpPr>
              <p:spPr>
                <a:xfrm>
                  <a:off x="8103413" y="3981412"/>
                  <a:ext cx="29718" cy="579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57950">
                      <a:moveTo>
                        <a:pt x="29718" y="57950"/>
                      </a:moveTo>
                      <a:lnTo>
                        <a:pt x="29718" y="38138"/>
                      </a:lnTo>
                      <a:lnTo>
                        <a:pt x="29125" y="31520"/>
                      </a:lnTo>
                      <a:lnTo>
                        <a:pt x="27479" y="25224"/>
                      </a:lnTo>
                      <a:lnTo>
                        <a:pt x="24861" y="19353"/>
                      </a:lnTo>
                      <a:lnTo>
                        <a:pt x="21350" y="14011"/>
                      </a:lnTo>
                      <a:lnTo>
                        <a:pt x="17028" y="9301"/>
                      </a:lnTo>
                      <a:lnTo>
                        <a:pt x="11975" y="5327"/>
                      </a:lnTo>
                      <a:lnTo>
                        <a:pt x="6272" y="2192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5" name="TextBox 64"/>
              <p:cNvSpPr txBox="1"/>
              <p:nvPr/>
            </p:nvSpPr>
            <p:spPr>
              <a:xfrm>
                <a:off x="8290865" y="381304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人数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8290865" y="403250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成人 2 位</a:t>
                </a:r>
              </a:p>
            </p:txBody>
          </p:sp>
        </p:grpSp>
        <p:grpSp>
          <p:nvGrpSpPr>
            <p:cNvPr id="67" name="Group 66"/>
            <p:cNvGrpSpPr/>
            <p:nvPr/>
          </p:nvGrpSpPr>
          <p:grpSpPr>
            <a:xfrm>
              <a:off x="0" y="0"/>
              <a:ext cx="11216945" cy="4946904"/>
              <a:chOff x="0" y="0"/>
              <a:chExt cx="11216945" cy="4946904"/>
            </a:xfrm>
          </p:grpSpPr>
          <p:cxnSp>
            <p:nvCxnSpPr>
              <p:cNvPr id="68" name="Connector 67"/>
              <p:cNvCxnSpPr/>
              <p:nvPr/>
            </p:nvCxnSpPr>
            <p:spPr>
              <a:xfrm>
                <a:off x="7925105" y="4343400"/>
                <a:ext cx="3290925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9" name="图标 map_rout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70" name="Freeform 69"/>
                <p:cNvSpPr/>
                <p:nvPr/>
              </p:nvSpPr>
              <p:spPr>
                <a:xfrm>
                  <a:off x="7954823" y="4511040"/>
                  <a:ext cx="178308" cy="15849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58496">
                      <a:moveTo>
                        <a:pt x="0" y="29718"/>
                      </a:moveTo>
                      <a:lnTo>
                        <a:pt x="59436" y="0"/>
                      </a:lnTo>
                      <a:lnTo>
                        <a:pt x="118872" y="29718"/>
                      </a:lnTo>
                      <a:lnTo>
                        <a:pt x="178308" y="0"/>
                      </a:lnTo>
                      <a:lnTo>
                        <a:pt x="178308" y="128778"/>
                      </a:lnTo>
                      <a:lnTo>
                        <a:pt x="118872" y="158496"/>
                      </a:lnTo>
                      <a:lnTo>
                        <a:pt x="59436" y="128778"/>
                      </a:lnTo>
                      <a:lnTo>
                        <a:pt x="0" y="158496"/>
                      </a:ln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1" name="Freeform 70"/>
                <p:cNvSpPr/>
                <p:nvPr/>
              </p:nvSpPr>
              <p:spPr>
                <a:xfrm>
                  <a:off x="8014259" y="4590288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2" name="Freeform 71"/>
                <p:cNvSpPr/>
                <p:nvPr/>
              </p:nvSpPr>
              <p:spPr>
                <a:xfrm>
                  <a:off x="7984541" y="4600194"/>
                  <a:ext cx="0" cy="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99">
                      <a:moveTo>
                        <a:pt x="0" y="0"/>
                      </a:moveTo>
                      <a:lnTo>
                        <a:pt x="0" y="99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3" name="Freeform 72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39624" y="39624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74" name="Freeform 73"/>
                <p:cNvSpPr/>
                <p:nvPr/>
              </p:nvSpPr>
              <p:spPr>
                <a:xfrm>
                  <a:off x="8053883" y="458038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39624"/>
                      </a:moveTo>
                      <a:lnTo>
                        <a:pt x="39624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75" name="TextBox 74"/>
              <p:cNvSpPr txBox="1"/>
              <p:nvPr/>
            </p:nvSpPr>
            <p:spPr>
              <a:xfrm>
                <a:off x="8290865" y="4453128"/>
                <a:ext cx="292608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产品</a:t>
                </a:r>
              </a:p>
            </p:txBody>
          </p:sp>
          <p:sp>
            <p:nvSpPr>
              <p:cNvPr id="76" name="TextBox 75"/>
              <p:cNvSpPr txBox="1"/>
              <p:nvPr/>
            </p:nvSpPr>
            <p:spPr>
              <a:xfrm>
                <a:off x="8290865" y="4672584"/>
                <a:ext cx="2926080" cy="27432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舒适游 · 4晚</a:t>
                </a:r>
              </a:p>
            </p:txBody>
          </p:sp>
        </p:grpSp>
        <p:cxnSp>
          <p:nvCxnSpPr>
            <p:cNvPr id="77" name="Connector 76"/>
            <p:cNvCxnSpPr/>
            <p:nvPr/>
          </p:nvCxnSpPr>
          <p:spPr>
            <a:xfrm>
              <a:off x="7925105" y="5029200"/>
              <a:ext cx="3290925" cy="0"/>
            </a:xfrm>
            <a:prstGeom prst="line">
              <a:avLst/>
            </a:prstGeom>
            <a:ln w="15875">
              <a:solidFill>
                <a:srgbClr val="1E2326"/>
              </a:solidFill>
            </a:ln>
          </p:spPr>
        </p:cxnSp>
        <p:sp>
          <p:nvSpPr>
            <p:cNvPr id="78" name="TextBox 77"/>
            <p:cNvSpPr txBox="1"/>
            <p:nvPr/>
          </p:nvSpPr>
          <p:spPr>
            <a:xfrm>
              <a:off x="7925105" y="5138928"/>
              <a:ext cx="3291840" cy="23774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全团总价</a:t>
              </a: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7925105" y="5394960"/>
              <a:ext cx="32918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7,800 元</a:t>
              </a:r>
            </a:p>
          </p:txBody>
        </p:sp>
      </p:grpSp>
      <p:sp>
        <p:nvSpPr>
          <p:cNvPr id="80" name="Freeform 79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Freeform 80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Freeform 81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Freeform 82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为什么是这条线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您提过的三件事，这条线都照顾到了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1965960"/>
            <a:ext cx="3108960" cy="3236976"/>
            <a:chOff x="975665" y="1965960"/>
            <a:chExt cx="3108960" cy="3236976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这几年太累了，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这次想慢慢走，不赶景点</a:t>
              </a:r>
            </a:p>
          </p:txBody>
        </p:sp>
        <p:cxnSp>
          <p:nvCxnSpPr>
            <p:cNvPr id="7" name="Connector 6"/>
            <p:cNvCxnSpPr/>
            <p:nvPr/>
          </p:nvCxnSpPr>
          <p:spPr>
            <a:xfrm>
              <a:off x="97566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8" name="TextBox 7"/>
            <p:cNvSpPr txBox="1"/>
            <p:nvPr/>
          </p:nvSpPr>
          <p:spPr>
            <a:xfrm>
              <a:off x="97566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所以：一个住处住四晚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四晚都住古城附近同一家酒店，不用天天收拾行李；五天里只排一天出远门，其余时间由两位安排。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4450385" y="1965960"/>
            <a:ext cx="3108960" cy="3236976"/>
            <a:chOff x="4450385" y="1965960"/>
            <a:chExt cx="3108960" cy="3236976"/>
          </a:xfrm>
        </p:grpSpPr>
        <p:sp>
          <p:nvSpPr>
            <p:cNvPr id="11" name="TextBox 10"/>
            <p:cNvSpPr txBox="1"/>
            <p:nvPr/>
          </p:nvSpPr>
          <p:spPr>
            <a:xfrm>
              <a:off x="445038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45038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我太太一直想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在洱海边看一次日出</a:t>
              </a:r>
            </a:p>
          </p:txBody>
        </p:sp>
        <p:cxnSp>
          <p:nvCxnSpPr>
            <p:cNvPr id="13" name="Connector 12"/>
            <p:cNvCxnSpPr/>
            <p:nvPr/>
          </p:nvCxnSpPr>
          <p:spPr>
            <a:xfrm>
              <a:off x="445038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445038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所以：第三天沿洱海走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45038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环洱海那天可以早些出发，先到喜洲一带的湖边看日出。有景观房时优先为两位安排，但不能保证。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7925105" y="1965960"/>
            <a:ext cx="3108960" cy="3236976"/>
            <a:chOff x="7925105" y="1965960"/>
            <a:chExt cx="3108960" cy="3236976"/>
          </a:xfrm>
        </p:grpSpPr>
        <p:sp>
          <p:nvSpPr>
            <p:cNvPr id="17" name="TextBox 16"/>
            <p:cNvSpPr txBox="1"/>
            <p:nvPr/>
          </p:nvSpPr>
          <p:spPr>
            <a:xfrm>
              <a:off x="7925105" y="1965960"/>
              <a:ext cx="548640" cy="6400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54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“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7925105" y="2624328"/>
              <a:ext cx="3108960" cy="8229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第一次来大理，</a:t>
              </a:r>
            </a:p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怕自己玩不明白</a:t>
              </a:r>
            </a:p>
          </p:txBody>
        </p:sp>
        <p:cxnSp>
          <p:nvCxnSpPr>
            <p:cNvPr id="19" name="Connector 18"/>
            <p:cNvCxnSpPr/>
            <p:nvPr/>
          </p:nvCxnSpPr>
          <p:spPr>
            <a:xfrm>
              <a:off x="7925105" y="353872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7925105" y="3703320"/>
              <a:ext cx="310896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所以：第二天请向导带路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925105" y="4105656"/>
              <a:ext cx="3108960" cy="10972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半日私人向导陪两位走一遍古城，也把后面几天怎么玩、去哪里吃饭讲清楚。</a:t>
              </a:r>
            </a:p>
          </p:txBody>
        </p:sp>
      </p:grpSp>
      <p:sp>
        <p:nvSpPr>
          <p:cNvPr id="22" name="Freeform 21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Freeform 23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Freeform 24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品牌母题底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F2F4F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4" name="Freeform 3"/>
            <p:cNvSpPr/>
            <p:nvPr/>
          </p:nvSpPr>
          <p:spPr>
            <a:xfrm>
              <a:off x="0" y="0"/>
              <a:ext cx="2905605" cy="1234738"/>
            </a:xfrm>
            <a:custGeom>
              <a:avLst/>
              <a:gdLst/>
              <a:ahLst/>
              <a:cxnLst/>
              <a:rect l="l" t="t" r="r" b="b"/>
              <a:pathLst>
                <a:path w="2905605" h="1234738">
                  <a:moveTo>
                    <a:pt x="0" y="1234738"/>
                  </a:moveTo>
                  <a:lnTo>
                    <a:pt x="43925" y="1217396"/>
                  </a:lnTo>
                  <a:lnTo>
                    <a:pt x="121069" y="1188126"/>
                  </a:lnTo>
                  <a:lnTo>
                    <a:pt x="161425" y="1173559"/>
                  </a:lnTo>
                  <a:lnTo>
                    <a:pt x="242137" y="1145589"/>
                  </a:lnTo>
                  <a:lnTo>
                    <a:pt x="282493" y="1132255"/>
                  </a:lnTo>
                  <a:lnTo>
                    <a:pt x="363206" y="1106599"/>
                  </a:lnTo>
                  <a:lnTo>
                    <a:pt x="403562" y="1094373"/>
                  </a:lnTo>
                  <a:lnTo>
                    <a:pt x="484274" y="1070667"/>
                  </a:lnTo>
                  <a:lnTo>
                    <a:pt x="540226" y="1055077"/>
                  </a:lnTo>
                  <a:lnTo>
                    <a:pt x="605343" y="1037332"/>
                  </a:lnTo>
                  <a:lnTo>
                    <a:pt x="686055" y="1016398"/>
                  </a:lnTo>
                  <a:lnTo>
                    <a:pt x="726412" y="1006144"/>
                  </a:lnTo>
                  <a:lnTo>
                    <a:pt x="807124" y="986237"/>
                  </a:lnTo>
                  <a:lnTo>
                    <a:pt x="858775" y="973917"/>
                  </a:lnTo>
                  <a:lnTo>
                    <a:pt x="928193" y="957413"/>
                  </a:lnTo>
                  <a:lnTo>
                    <a:pt x="1008905" y="938714"/>
                  </a:lnTo>
                  <a:lnTo>
                    <a:pt x="1049261" y="929420"/>
                  </a:lnTo>
                  <a:lnTo>
                    <a:pt x="1129974" y="910755"/>
                  </a:lnTo>
                  <a:lnTo>
                    <a:pt x="1208158" y="892757"/>
                  </a:lnTo>
                  <a:lnTo>
                    <a:pt x="1251042" y="882616"/>
                  </a:lnTo>
                  <a:lnTo>
                    <a:pt x="1331755" y="863330"/>
                  </a:lnTo>
                  <a:lnTo>
                    <a:pt x="1377624" y="852178"/>
                  </a:lnTo>
                  <a:lnTo>
                    <a:pt x="1452823" y="833046"/>
                  </a:lnTo>
                  <a:lnTo>
                    <a:pt x="1533536" y="811723"/>
                  </a:lnTo>
                  <a:lnTo>
                    <a:pt x="1573892" y="800400"/>
                  </a:lnTo>
                  <a:lnTo>
                    <a:pt x="1654604" y="776817"/>
                  </a:lnTo>
                  <a:lnTo>
                    <a:pt x="1694960" y="764321"/>
                  </a:lnTo>
                  <a:lnTo>
                    <a:pt x="1775673" y="737760"/>
                  </a:lnTo>
                  <a:lnTo>
                    <a:pt x="1816029" y="723607"/>
                  </a:lnTo>
                  <a:lnTo>
                    <a:pt x="1896741" y="693316"/>
                  </a:lnTo>
                  <a:lnTo>
                    <a:pt x="1937098" y="676983"/>
                  </a:lnTo>
                  <a:lnTo>
                    <a:pt x="2001659" y="649278"/>
                  </a:lnTo>
                  <a:lnTo>
                    <a:pt x="2058166" y="623205"/>
                  </a:lnTo>
                  <a:lnTo>
                    <a:pt x="2098522" y="603524"/>
                  </a:lnTo>
                  <a:lnTo>
                    <a:pt x="2166206" y="568118"/>
                  </a:lnTo>
                  <a:lnTo>
                    <a:pt x="2219591" y="538243"/>
                  </a:lnTo>
                  <a:lnTo>
                    <a:pt x="2259947" y="514375"/>
                  </a:lnTo>
                  <a:lnTo>
                    <a:pt x="2304263" y="486959"/>
                  </a:lnTo>
                  <a:lnTo>
                    <a:pt x="2366008" y="446379"/>
                  </a:lnTo>
                  <a:lnTo>
                    <a:pt x="2421372" y="408063"/>
                  </a:lnTo>
                  <a:lnTo>
                    <a:pt x="2461728" y="378673"/>
                  </a:lnTo>
                  <a:lnTo>
                    <a:pt x="2502084" y="348305"/>
                  </a:lnTo>
                  <a:lnTo>
                    <a:pt x="2542441" y="316984"/>
                  </a:lnTo>
                  <a:lnTo>
                    <a:pt x="2583607" y="284059"/>
                  </a:lnTo>
                  <a:lnTo>
                    <a:pt x="2632586" y="243479"/>
                  </a:lnTo>
                  <a:lnTo>
                    <a:pt x="2680268" y="202899"/>
                  </a:lnTo>
                  <a:lnTo>
                    <a:pt x="2726856" y="162320"/>
                  </a:lnTo>
                  <a:lnTo>
                    <a:pt x="2772531" y="121740"/>
                  </a:lnTo>
                  <a:lnTo>
                    <a:pt x="2817455" y="81160"/>
                  </a:lnTo>
                  <a:lnTo>
                    <a:pt x="2861771" y="40580"/>
                  </a:lnTo>
                  <a:lnTo>
                    <a:pt x="2905605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0" y="0"/>
              <a:ext cx="3521936" cy="2068097"/>
            </a:xfrm>
            <a:custGeom>
              <a:avLst/>
              <a:gdLst/>
              <a:ahLst/>
              <a:cxnLst/>
              <a:rect l="l" t="t" r="r" b="b"/>
              <a:pathLst>
                <a:path w="3521936" h="2068097">
                  <a:moveTo>
                    <a:pt x="0" y="2068097"/>
                  </a:moveTo>
                  <a:lnTo>
                    <a:pt x="61010" y="2028994"/>
                  </a:lnTo>
                  <a:lnTo>
                    <a:pt x="121069" y="1992576"/>
                  </a:lnTo>
                  <a:lnTo>
                    <a:pt x="161425" y="1969169"/>
                  </a:lnTo>
                  <a:lnTo>
                    <a:pt x="201781" y="1946626"/>
                  </a:lnTo>
                  <a:lnTo>
                    <a:pt x="275725" y="1907254"/>
                  </a:lnTo>
                  <a:lnTo>
                    <a:pt x="322850" y="1883360"/>
                  </a:lnTo>
                  <a:lnTo>
                    <a:pt x="363206" y="1863689"/>
                  </a:lnTo>
                  <a:lnTo>
                    <a:pt x="443918" y="1826158"/>
                  </a:lnTo>
                  <a:lnTo>
                    <a:pt x="484274" y="1808197"/>
                  </a:lnTo>
                  <a:lnTo>
                    <a:pt x="537405" y="1785515"/>
                  </a:lnTo>
                  <a:lnTo>
                    <a:pt x="605343" y="1757642"/>
                  </a:lnTo>
                  <a:lnTo>
                    <a:pt x="645699" y="1741794"/>
                  </a:lnTo>
                  <a:lnTo>
                    <a:pt x="726412" y="1711300"/>
                  </a:lnTo>
                  <a:lnTo>
                    <a:pt x="766768" y="1696666"/>
                  </a:lnTo>
                  <a:lnTo>
                    <a:pt x="847480" y="1668526"/>
                  </a:lnTo>
                  <a:lnTo>
                    <a:pt x="887836" y="1654933"/>
                  </a:lnTo>
                  <a:lnTo>
                    <a:pt x="968549" y="1628726"/>
                  </a:lnTo>
                  <a:lnTo>
                    <a:pt x="1008905" y="1616017"/>
                  </a:lnTo>
                  <a:lnTo>
                    <a:pt x="1089617" y="1591334"/>
                  </a:lnTo>
                  <a:lnTo>
                    <a:pt x="1129974" y="1579355"/>
                  </a:lnTo>
                  <a:lnTo>
                    <a:pt x="1210686" y="1555782"/>
                  </a:lnTo>
                  <a:lnTo>
                    <a:pt x="1259141" y="1542036"/>
                  </a:lnTo>
                  <a:lnTo>
                    <a:pt x="1331755" y="1521468"/>
                  </a:lnTo>
                  <a:lnTo>
                    <a:pt x="1403833" y="1501456"/>
                  </a:lnTo>
                  <a:lnTo>
                    <a:pt x="1452823" y="1487718"/>
                  </a:lnTo>
                  <a:lnTo>
                    <a:pt x="1533536" y="1465187"/>
                  </a:lnTo>
                  <a:lnTo>
                    <a:pt x="1573892" y="1453744"/>
                  </a:lnTo>
                  <a:lnTo>
                    <a:pt x="1654604" y="1430454"/>
                  </a:lnTo>
                  <a:lnTo>
                    <a:pt x="1694960" y="1418599"/>
                  </a:lnTo>
                  <a:lnTo>
                    <a:pt x="1775673" y="1393839"/>
                  </a:lnTo>
                  <a:lnTo>
                    <a:pt x="1820298" y="1379716"/>
                  </a:lnTo>
                  <a:lnTo>
                    <a:pt x="1896741" y="1354064"/>
                  </a:lnTo>
                  <a:lnTo>
                    <a:pt x="1939345" y="1339136"/>
                  </a:lnTo>
                  <a:lnTo>
                    <a:pt x="2017810" y="1309603"/>
                  </a:lnTo>
                  <a:lnTo>
                    <a:pt x="2058166" y="1293471"/>
                  </a:lnTo>
                  <a:lnTo>
                    <a:pt x="2138879" y="1258698"/>
                  </a:lnTo>
                  <a:lnTo>
                    <a:pt x="2179235" y="1239791"/>
                  </a:lnTo>
                  <a:lnTo>
                    <a:pt x="2224755" y="1217396"/>
                  </a:lnTo>
                  <a:lnTo>
                    <a:pt x="2300303" y="1176972"/>
                  </a:lnTo>
                  <a:lnTo>
                    <a:pt x="2340660" y="1153437"/>
                  </a:lnTo>
                  <a:lnTo>
                    <a:pt x="2381016" y="1128691"/>
                  </a:lnTo>
                  <a:lnTo>
                    <a:pt x="2431396" y="1095657"/>
                  </a:lnTo>
                  <a:lnTo>
                    <a:pt x="2488977" y="1055077"/>
                  </a:lnTo>
                  <a:lnTo>
                    <a:pt x="2542441" y="1014750"/>
                  </a:lnTo>
                  <a:lnTo>
                    <a:pt x="2582797" y="982274"/>
                  </a:lnTo>
                  <a:lnTo>
                    <a:pt x="2623153" y="948240"/>
                  </a:lnTo>
                  <a:lnTo>
                    <a:pt x="2663509" y="912658"/>
                  </a:lnTo>
                  <a:lnTo>
                    <a:pt x="2703865" y="875567"/>
                  </a:lnTo>
                  <a:lnTo>
                    <a:pt x="2744222" y="837039"/>
                  </a:lnTo>
                  <a:lnTo>
                    <a:pt x="2784578" y="797172"/>
                  </a:lnTo>
                  <a:lnTo>
                    <a:pt x="2824934" y="756086"/>
                  </a:lnTo>
                  <a:lnTo>
                    <a:pt x="2865290" y="713925"/>
                  </a:lnTo>
                  <a:lnTo>
                    <a:pt x="2905646" y="670845"/>
                  </a:lnTo>
                  <a:lnTo>
                    <a:pt x="2946003" y="627012"/>
                  </a:lnTo>
                  <a:lnTo>
                    <a:pt x="2986359" y="582594"/>
                  </a:lnTo>
                  <a:lnTo>
                    <a:pt x="3026715" y="537757"/>
                  </a:lnTo>
                  <a:lnTo>
                    <a:pt x="3067071" y="492662"/>
                  </a:lnTo>
                  <a:lnTo>
                    <a:pt x="3107427" y="447458"/>
                  </a:lnTo>
                  <a:lnTo>
                    <a:pt x="3144560" y="405799"/>
                  </a:lnTo>
                  <a:lnTo>
                    <a:pt x="3180820" y="365219"/>
                  </a:lnTo>
                  <a:lnTo>
                    <a:pt x="3217267" y="324639"/>
                  </a:lnTo>
                  <a:lnTo>
                    <a:pt x="3253961" y="284059"/>
                  </a:lnTo>
                  <a:lnTo>
                    <a:pt x="3290960" y="243479"/>
                  </a:lnTo>
                  <a:lnTo>
                    <a:pt x="3328314" y="202899"/>
                  </a:lnTo>
                  <a:lnTo>
                    <a:pt x="3366071" y="162320"/>
                  </a:lnTo>
                  <a:lnTo>
                    <a:pt x="3404273" y="121740"/>
                  </a:lnTo>
                  <a:lnTo>
                    <a:pt x="3442960" y="81160"/>
                  </a:lnTo>
                  <a:lnTo>
                    <a:pt x="3482170" y="40580"/>
                  </a:lnTo>
                  <a:lnTo>
                    <a:pt x="3521936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2744222" y="6388143"/>
              <a:ext cx="4479538" cy="446262"/>
            </a:xfrm>
            <a:custGeom>
              <a:avLst/>
              <a:gdLst/>
              <a:ahLst/>
              <a:cxnLst/>
              <a:rect l="l" t="t" r="r" b="b"/>
              <a:pathLst>
                <a:path w="4479538" h="446262">
                  <a:moveTo>
                    <a:pt x="4479538" y="248639"/>
                  </a:moveTo>
                  <a:lnTo>
                    <a:pt x="4398826" y="257963"/>
                  </a:lnTo>
                  <a:lnTo>
                    <a:pt x="4318113" y="265362"/>
                  </a:lnTo>
                  <a:lnTo>
                    <a:pt x="4277757" y="268400"/>
                  </a:lnTo>
                  <a:lnTo>
                    <a:pt x="4197045" y="273181"/>
                  </a:lnTo>
                  <a:lnTo>
                    <a:pt x="4116332" y="276208"/>
                  </a:lnTo>
                  <a:lnTo>
                    <a:pt x="4035620" y="277552"/>
                  </a:lnTo>
                  <a:lnTo>
                    <a:pt x="3954907" y="277283"/>
                  </a:lnTo>
                  <a:lnTo>
                    <a:pt x="3874195" y="275461"/>
                  </a:lnTo>
                  <a:lnTo>
                    <a:pt x="3793483" y="272147"/>
                  </a:lnTo>
                  <a:lnTo>
                    <a:pt x="3712770" y="267398"/>
                  </a:lnTo>
                  <a:lnTo>
                    <a:pt x="3672414" y="264555"/>
                  </a:lnTo>
                  <a:lnTo>
                    <a:pt x="3591702" y="257902"/>
                  </a:lnTo>
                  <a:lnTo>
                    <a:pt x="3510989" y="249986"/>
                  </a:lnTo>
                  <a:lnTo>
                    <a:pt x="3430277" y="240871"/>
                  </a:lnTo>
                  <a:lnTo>
                    <a:pt x="3349564" y="230621"/>
                  </a:lnTo>
                  <a:lnTo>
                    <a:pt x="3309208" y="225119"/>
                  </a:lnTo>
                  <a:lnTo>
                    <a:pt x="3228496" y="213533"/>
                  </a:lnTo>
                  <a:lnTo>
                    <a:pt x="3147783" y="201028"/>
                  </a:lnTo>
                  <a:lnTo>
                    <a:pt x="3067071" y="187699"/>
                  </a:lnTo>
                  <a:lnTo>
                    <a:pt x="3026715" y="180849"/>
                  </a:lnTo>
                  <a:lnTo>
                    <a:pt x="2946002" y="166747"/>
                  </a:lnTo>
                  <a:lnTo>
                    <a:pt x="2865290" y="152122"/>
                  </a:lnTo>
                  <a:lnTo>
                    <a:pt x="2824934" y="144668"/>
                  </a:lnTo>
                  <a:lnTo>
                    <a:pt x="2744221" y="129789"/>
                  </a:lnTo>
                  <a:lnTo>
                    <a:pt x="2663509" y="114774"/>
                  </a:lnTo>
                  <a:lnTo>
                    <a:pt x="2608857" y="104638"/>
                  </a:lnTo>
                  <a:lnTo>
                    <a:pt x="2542440" y="92593"/>
                  </a:lnTo>
                  <a:lnTo>
                    <a:pt x="2461728" y="78291"/>
                  </a:lnTo>
                  <a:lnTo>
                    <a:pt x="2381016" y="64530"/>
                  </a:lnTo>
                  <a:lnTo>
                    <a:pt x="2340659" y="58018"/>
                  </a:lnTo>
                  <a:lnTo>
                    <a:pt x="2259947" y="45675"/>
                  </a:lnTo>
                  <a:lnTo>
                    <a:pt x="2179235" y="34400"/>
                  </a:lnTo>
                  <a:lnTo>
                    <a:pt x="2098522" y="24396"/>
                  </a:lnTo>
                  <a:lnTo>
                    <a:pt x="2058166" y="19991"/>
                  </a:lnTo>
                  <a:lnTo>
                    <a:pt x="1977454" y="12382"/>
                  </a:lnTo>
                  <a:lnTo>
                    <a:pt x="1896741" y="6465"/>
                  </a:lnTo>
                  <a:lnTo>
                    <a:pt x="1816029" y="2371"/>
                  </a:lnTo>
                  <a:lnTo>
                    <a:pt x="1735316" y="195"/>
                  </a:lnTo>
                  <a:lnTo>
                    <a:pt x="1654604" y="0"/>
                  </a:lnTo>
                  <a:lnTo>
                    <a:pt x="1573892" y="1811"/>
                  </a:lnTo>
                  <a:lnTo>
                    <a:pt x="1493179" y="5621"/>
                  </a:lnTo>
                  <a:lnTo>
                    <a:pt x="1412467" y="11390"/>
                  </a:lnTo>
                  <a:lnTo>
                    <a:pt x="1331754" y="19056"/>
                  </a:lnTo>
                  <a:lnTo>
                    <a:pt x="1291398" y="23577"/>
                  </a:lnTo>
                  <a:lnTo>
                    <a:pt x="1210686" y="34158"/>
                  </a:lnTo>
                  <a:lnTo>
                    <a:pt x="1129973" y="46463"/>
                  </a:lnTo>
                  <a:lnTo>
                    <a:pt x="1049261" y="60399"/>
                  </a:lnTo>
                  <a:lnTo>
                    <a:pt x="1008905" y="68045"/>
                  </a:lnTo>
                  <a:lnTo>
                    <a:pt x="928192" y="84679"/>
                  </a:lnTo>
                  <a:lnTo>
                    <a:pt x="847480" y="102822"/>
                  </a:lnTo>
                  <a:lnTo>
                    <a:pt x="807124" y="112655"/>
                  </a:lnTo>
                  <a:lnTo>
                    <a:pt x="726411" y="133569"/>
                  </a:lnTo>
                  <a:lnTo>
                    <a:pt x="683929" y="145218"/>
                  </a:lnTo>
                  <a:lnTo>
                    <a:pt x="605343" y="168529"/>
                  </a:lnTo>
                  <a:lnTo>
                    <a:pt x="550701" y="185798"/>
                  </a:lnTo>
                  <a:lnTo>
                    <a:pt x="484274" y="208404"/>
                  </a:lnTo>
                  <a:lnTo>
                    <a:pt x="434505" y="226378"/>
                  </a:lnTo>
                  <a:lnTo>
                    <a:pt x="363205" y="254242"/>
                  </a:lnTo>
                  <a:lnTo>
                    <a:pt x="322849" y="271034"/>
                  </a:lnTo>
                  <a:lnTo>
                    <a:pt x="242137" y="307501"/>
                  </a:lnTo>
                  <a:lnTo>
                    <a:pt x="201781" y="327465"/>
                  </a:lnTo>
                  <a:lnTo>
                    <a:pt x="161424" y="348308"/>
                  </a:lnTo>
                  <a:lnTo>
                    <a:pt x="90066" y="388697"/>
                  </a:lnTo>
                  <a:lnTo>
                    <a:pt x="40356" y="419453"/>
                  </a:lnTo>
                  <a:lnTo>
                    <a:pt x="0" y="44626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0" y="0"/>
              <a:ext cx="3945667" cy="2854094"/>
            </a:xfrm>
            <a:custGeom>
              <a:avLst/>
              <a:gdLst/>
              <a:ahLst/>
              <a:cxnLst/>
              <a:rect l="l" t="t" r="r" b="b"/>
              <a:pathLst>
                <a:path w="3945667" h="2854094">
                  <a:moveTo>
                    <a:pt x="0" y="2854094"/>
                  </a:moveTo>
                  <a:lnTo>
                    <a:pt x="40356" y="2806252"/>
                  </a:lnTo>
                  <a:lnTo>
                    <a:pt x="80712" y="2761079"/>
                  </a:lnTo>
                  <a:lnTo>
                    <a:pt x="120559" y="2718852"/>
                  </a:lnTo>
                  <a:lnTo>
                    <a:pt x="160917" y="2678272"/>
                  </a:lnTo>
                  <a:lnTo>
                    <a:pt x="201781" y="2639229"/>
                  </a:lnTo>
                  <a:lnTo>
                    <a:pt x="242137" y="2602520"/>
                  </a:lnTo>
                  <a:lnTo>
                    <a:pt x="282493" y="2567499"/>
                  </a:lnTo>
                  <a:lnTo>
                    <a:pt x="322850" y="2534037"/>
                  </a:lnTo>
                  <a:lnTo>
                    <a:pt x="363206" y="2502025"/>
                  </a:lnTo>
                  <a:lnTo>
                    <a:pt x="403562" y="2471367"/>
                  </a:lnTo>
                  <a:lnTo>
                    <a:pt x="454019" y="2434793"/>
                  </a:lnTo>
                  <a:lnTo>
                    <a:pt x="513212" y="2394213"/>
                  </a:lnTo>
                  <a:lnTo>
                    <a:pt x="564987" y="2360599"/>
                  </a:lnTo>
                  <a:lnTo>
                    <a:pt x="605343" y="2335509"/>
                  </a:lnTo>
                  <a:lnTo>
                    <a:pt x="645699" y="2311378"/>
                  </a:lnTo>
                  <a:lnTo>
                    <a:pt x="713995" y="2272473"/>
                  </a:lnTo>
                  <a:lnTo>
                    <a:pt x="766768" y="2243958"/>
                  </a:lnTo>
                  <a:lnTo>
                    <a:pt x="807124" y="2223038"/>
                  </a:lnTo>
                  <a:lnTo>
                    <a:pt x="871130" y="2191314"/>
                  </a:lnTo>
                  <a:lnTo>
                    <a:pt x="928193" y="2164333"/>
                  </a:lnTo>
                  <a:lnTo>
                    <a:pt x="968549" y="2146042"/>
                  </a:lnTo>
                  <a:lnTo>
                    <a:pt x="1049261" y="2111111"/>
                  </a:lnTo>
                  <a:lnTo>
                    <a:pt x="1089617" y="2094357"/>
                  </a:lnTo>
                  <a:lnTo>
                    <a:pt x="1151975" y="2069574"/>
                  </a:lnTo>
                  <a:lnTo>
                    <a:pt x="1210686" y="2047058"/>
                  </a:lnTo>
                  <a:lnTo>
                    <a:pt x="1259895" y="2028994"/>
                  </a:lnTo>
                  <a:lnTo>
                    <a:pt x="1331755" y="2003389"/>
                  </a:lnTo>
                  <a:lnTo>
                    <a:pt x="1375587" y="1988414"/>
                  </a:lnTo>
                  <a:lnTo>
                    <a:pt x="1452823" y="1962613"/>
                  </a:lnTo>
                  <a:lnTo>
                    <a:pt x="1498748" y="1947834"/>
                  </a:lnTo>
                  <a:lnTo>
                    <a:pt x="1573892" y="1923964"/>
                  </a:lnTo>
                  <a:lnTo>
                    <a:pt x="1628008" y="1907254"/>
                  </a:lnTo>
                  <a:lnTo>
                    <a:pt x="1694960" y="1886606"/>
                  </a:lnTo>
                  <a:lnTo>
                    <a:pt x="1760510" y="1866675"/>
                  </a:lnTo>
                  <a:lnTo>
                    <a:pt x="1816029" y="1849572"/>
                  </a:lnTo>
                  <a:lnTo>
                    <a:pt x="1891951" y="1826095"/>
                  </a:lnTo>
                  <a:lnTo>
                    <a:pt x="1937098" y="1811699"/>
                  </a:lnTo>
                  <a:lnTo>
                    <a:pt x="2017443" y="1785515"/>
                  </a:lnTo>
                  <a:lnTo>
                    <a:pt x="2058166" y="1771562"/>
                  </a:lnTo>
                  <a:lnTo>
                    <a:pt x="2133016" y="1744935"/>
                  </a:lnTo>
                  <a:lnTo>
                    <a:pt x="2179235" y="1727396"/>
                  </a:lnTo>
                  <a:lnTo>
                    <a:pt x="2236908" y="1704355"/>
                  </a:lnTo>
                  <a:lnTo>
                    <a:pt x="2300303" y="1677035"/>
                  </a:lnTo>
                  <a:lnTo>
                    <a:pt x="2340660" y="1658454"/>
                  </a:lnTo>
                  <a:lnTo>
                    <a:pt x="2411069" y="1623195"/>
                  </a:lnTo>
                  <a:lnTo>
                    <a:pt x="2461728" y="1595422"/>
                  </a:lnTo>
                  <a:lnTo>
                    <a:pt x="2502084" y="1571639"/>
                  </a:lnTo>
                  <a:lnTo>
                    <a:pt x="2548821" y="1542036"/>
                  </a:lnTo>
                  <a:lnTo>
                    <a:pt x="2607417" y="1501456"/>
                  </a:lnTo>
                  <a:lnTo>
                    <a:pt x="2661073" y="1460876"/>
                  </a:lnTo>
                  <a:lnTo>
                    <a:pt x="2703865" y="1425744"/>
                  </a:lnTo>
                  <a:lnTo>
                    <a:pt x="2744222" y="1390302"/>
                  </a:lnTo>
                  <a:lnTo>
                    <a:pt x="2784578" y="1352602"/>
                  </a:lnTo>
                  <a:lnTo>
                    <a:pt x="2824934" y="1312613"/>
                  </a:lnTo>
                  <a:lnTo>
                    <a:pt x="2865290" y="1270361"/>
                  </a:lnTo>
                  <a:lnTo>
                    <a:pt x="2905646" y="1225928"/>
                  </a:lnTo>
                  <a:lnTo>
                    <a:pt x="2946003" y="1179456"/>
                  </a:lnTo>
                  <a:lnTo>
                    <a:pt x="2982072" y="1136237"/>
                  </a:lnTo>
                  <a:lnTo>
                    <a:pt x="3014958" y="1095657"/>
                  </a:lnTo>
                  <a:lnTo>
                    <a:pt x="3047169" y="1055077"/>
                  </a:lnTo>
                  <a:lnTo>
                    <a:pt x="3078882" y="1014497"/>
                  </a:lnTo>
                  <a:lnTo>
                    <a:pt x="3110244" y="973917"/>
                  </a:lnTo>
                  <a:lnTo>
                    <a:pt x="3147784" y="924708"/>
                  </a:lnTo>
                  <a:lnTo>
                    <a:pt x="3188140" y="871381"/>
                  </a:lnTo>
                  <a:lnTo>
                    <a:pt x="3228496" y="817975"/>
                  </a:lnTo>
                  <a:lnTo>
                    <a:pt x="3264009" y="771018"/>
                  </a:lnTo>
                  <a:lnTo>
                    <a:pt x="3294857" y="730438"/>
                  </a:lnTo>
                  <a:lnTo>
                    <a:pt x="3326025" y="689858"/>
                  </a:lnTo>
                  <a:lnTo>
                    <a:pt x="3357567" y="649278"/>
                  </a:lnTo>
                  <a:lnTo>
                    <a:pt x="3389921" y="608193"/>
                  </a:lnTo>
                  <a:lnTo>
                    <a:pt x="3430277" y="557544"/>
                  </a:lnTo>
                  <a:lnTo>
                    <a:pt x="3470633" y="507850"/>
                  </a:lnTo>
                  <a:lnTo>
                    <a:pt x="3510989" y="459169"/>
                  </a:lnTo>
                  <a:lnTo>
                    <a:pt x="3551346" y="411541"/>
                  </a:lnTo>
                  <a:lnTo>
                    <a:pt x="3591492" y="365219"/>
                  </a:lnTo>
                  <a:lnTo>
                    <a:pt x="3627377" y="324639"/>
                  </a:lnTo>
                  <a:lnTo>
                    <a:pt x="3664052" y="284059"/>
                  </a:lnTo>
                  <a:lnTo>
                    <a:pt x="3701548" y="243479"/>
                  </a:lnTo>
                  <a:lnTo>
                    <a:pt x="3739901" y="202899"/>
                  </a:lnTo>
                  <a:lnTo>
                    <a:pt x="3779143" y="162320"/>
                  </a:lnTo>
                  <a:lnTo>
                    <a:pt x="3819309" y="121740"/>
                  </a:lnTo>
                  <a:lnTo>
                    <a:pt x="3860430" y="81160"/>
                  </a:lnTo>
                  <a:lnTo>
                    <a:pt x="3902539" y="40580"/>
                  </a:lnTo>
                  <a:lnTo>
                    <a:pt x="3945667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2134312" y="5889862"/>
              <a:ext cx="5089448" cy="968138"/>
            </a:xfrm>
            <a:custGeom>
              <a:avLst/>
              <a:gdLst/>
              <a:ahLst/>
              <a:cxnLst/>
              <a:rect l="l" t="t" r="r" b="b"/>
              <a:pathLst>
                <a:path w="5089448" h="968138">
                  <a:moveTo>
                    <a:pt x="5089448" y="345533"/>
                  </a:moveTo>
                  <a:lnTo>
                    <a:pt x="5008736" y="354395"/>
                  </a:lnTo>
                  <a:lnTo>
                    <a:pt x="4947982" y="359440"/>
                  </a:lnTo>
                  <a:lnTo>
                    <a:pt x="4887667" y="363365"/>
                  </a:lnTo>
                  <a:lnTo>
                    <a:pt x="4806955" y="366578"/>
                  </a:lnTo>
                  <a:lnTo>
                    <a:pt x="4726242" y="367644"/>
                  </a:lnTo>
                  <a:lnTo>
                    <a:pt x="4645530" y="366642"/>
                  </a:lnTo>
                  <a:lnTo>
                    <a:pt x="4564817" y="363647"/>
                  </a:lnTo>
                  <a:lnTo>
                    <a:pt x="4494720" y="359440"/>
                  </a:lnTo>
                  <a:lnTo>
                    <a:pt x="4443749" y="355617"/>
                  </a:lnTo>
                  <a:lnTo>
                    <a:pt x="4363036" y="348038"/>
                  </a:lnTo>
                  <a:lnTo>
                    <a:pt x="4282324" y="338728"/>
                  </a:lnTo>
                  <a:lnTo>
                    <a:pt x="4201612" y="327759"/>
                  </a:lnTo>
                  <a:lnTo>
                    <a:pt x="4143601" y="318860"/>
                  </a:lnTo>
                  <a:lnTo>
                    <a:pt x="4080543" y="308487"/>
                  </a:lnTo>
                  <a:lnTo>
                    <a:pt x="3999831" y="293894"/>
                  </a:lnTo>
                  <a:lnTo>
                    <a:pt x="3920660" y="278280"/>
                  </a:lnTo>
                  <a:lnTo>
                    <a:pt x="3878762" y="269629"/>
                  </a:lnTo>
                  <a:lnTo>
                    <a:pt x="3798050" y="252103"/>
                  </a:lnTo>
                  <a:lnTo>
                    <a:pt x="3735009" y="237700"/>
                  </a:lnTo>
                  <a:lnTo>
                    <a:pt x="3676981" y="224108"/>
                  </a:lnTo>
                  <a:lnTo>
                    <a:pt x="3596269" y="204561"/>
                  </a:lnTo>
                  <a:lnTo>
                    <a:pt x="3555912" y="194588"/>
                  </a:lnTo>
                  <a:lnTo>
                    <a:pt x="3475200" y="174463"/>
                  </a:lnTo>
                  <a:lnTo>
                    <a:pt x="3404028" y="156540"/>
                  </a:lnTo>
                  <a:lnTo>
                    <a:pt x="3354131" y="144044"/>
                  </a:lnTo>
                  <a:lnTo>
                    <a:pt x="3273419" y="124018"/>
                  </a:lnTo>
                  <a:lnTo>
                    <a:pt x="3233063" y="114170"/>
                  </a:lnTo>
                  <a:lnTo>
                    <a:pt x="3152350" y="95086"/>
                  </a:lnTo>
                  <a:lnTo>
                    <a:pt x="3071638" y="76909"/>
                  </a:lnTo>
                  <a:lnTo>
                    <a:pt x="3031282" y="68312"/>
                  </a:lnTo>
                  <a:lnTo>
                    <a:pt x="2950569" y="52211"/>
                  </a:lnTo>
                  <a:lnTo>
                    <a:pt x="2869857" y="37791"/>
                  </a:lnTo>
                  <a:lnTo>
                    <a:pt x="2829501" y="31329"/>
                  </a:lnTo>
                  <a:lnTo>
                    <a:pt x="2748788" y="20054"/>
                  </a:lnTo>
                  <a:lnTo>
                    <a:pt x="2668076" y="11115"/>
                  </a:lnTo>
                  <a:lnTo>
                    <a:pt x="2587364" y="4709"/>
                  </a:lnTo>
                  <a:lnTo>
                    <a:pt x="2506651" y="977"/>
                  </a:lnTo>
                  <a:lnTo>
                    <a:pt x="2425939" y="0"/>
                  </a:lnTo>
                  <a:lnTo>
                    <a:pt x="2345226" y="1796"/>
                  </a:lnTo>
                  <a:lnTo>
                    <a:pt x="2264514" y="6320"/>
                  </a:lnTo>
                  <a:lnTo>
                    <a:pt x="2183802" y="13467"/>
                  </a:lnTo>
                  <a:lnTo>
                    <a:pt x="2103089" y="23079"/>
                  </a:lnTo>
                  <a:lnTo>
                    <a:pt x="2023409" y="34801"/>
                  </a:lnTo>
                  <a:lnTo>
                    <a:pt x="1982021" y="41757"/>
                  </a:lnTo>
                  <a:lnTo>
                    <a:pt x="1901308" y="56782"/>
                  </a:lnTo>
                  <a:lnTo>
                    <a:pt x="1820596" y="73505"/>
                  </a:lnTo>
                  <a:lnTo>
                    <a:pt x="1780240" y="82520"/>
                  </a:lnTo>
                  <a:lnTo>
                    <a:pt x="1699527" y="101590"/>
                  </a:lnTo>
                  <a:lnTo>
                    <a:pt x="1641922" y="115960"/>
                  </a:lnTo>
                  <a:lnTo>
                    <a:pt x="1578459" y="132496"/>
                  </a:lnTo>
                  <a:lnTo>
                    <a:pt x="1497746" y="154355"/>
                  </a:lnTo>
                  <a:lnTo>
                    <a:pt x="1457390" y="165711"/>
                  </a:lnTo>
                  <a:lnTo>
                    <a:pt x="1376677" y="188978"/>
                  </a:lnTo>
                  <a:lnTo>
                    <a:pt x="1336321" y="200897"/>
                  </a:lnTo>
                  <a:lnTo>
                    <a:pt x="1255609" y="225452"/>
                  </a:lnTo>
                  <a:lnTo>
                    <a:pt x="1215253" y="237932"/>
                  </a:lnTo>
                  <a:lnTo>
                    <a:pt x="1134540" y="263809"/>
                  </a:lnTo>
                  <a:lnTo>
                    <a:pt x="1090241" y="278280"/>
                  </a:lnTo>
                  <a:lnTo>
                    <a:pt x="1013472" y="304357"/>
                  </a:lnTo>
                  <a:lnTo>
                    <a:pt x="971704" y="318860"/>
                  </a:lnTo>
                  <a:lnTo>
                    <a:pt x="892403" y="347727"/>
                  </a:lnTo>
                  <a:lnTo>
                    <a:pt x="852047" y="362921"/>
                  </a:lnTo>
                  <a:lnTo>
                    <a:pt x="771334" y="394935"/>
                  </a:lnTo>
                  <a:lnTo>
                    <a:pt x="730978" y="411849"/>
                  </a:lnTo>
                  <a:lnTo>
                    <a:pt x="665588" y="440600"/>
                  </a:lnTo>
                  <a:lnTo>
                    <a:pt x="609910" y="466834"/>
                  </a:lnTo>
                  <a:lnTo>
                    <a:pt x="569553" y="486875"/>
                  </a:lnTo>
                  <a:lnTo>
                    <a:pt x="504234" y="521759"/>
                  </a:lnTo>
                  <a:lnTo>
                    <a:pt x="448485" y="554176"/>
                  </a:lnTo>
                  <a:lnTo>
                    <a:pt x="408129" y="579473"/>
                  </a:lnTo>
                  <a:lnTo>
                    <a:pt x="367772" y="606349"/>
                  </a:lnTo>
                  <a:lnTo>
                    <a:pt x="316442" y="643499"/>
                  </a:lnTo>
                  <a:lnTo>
                    <a:pt x="265230" y="684079"/>
                  </a:lnTo>
                  <a:lnTo>
                    <a:pt x="218395" y="724659"/>
                  </a:lnTo>
                  <a:lnTo>
                    <a:pt x="175368" y="765239"/>
                  </a:lnTo>
                  <a:lnTo>
                    <a:pt x="135609" y="805818"/>
                  </a:lnTo>
                  <a:lnTo>
                    <a:pt x="98620" y="846398"/>
                  </a:lnTo>
                  <a:lnTo>
                    <a:pt x="63949" y="886978"/>
                  </a:lnTo>
                  <a:lnTo>
                    <a:pt x="31193" y="927558"/>
                  </a:lnTo>
                  <a:lnTo>
                    <a:pt x="0" y="968138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0" y="27434"/>
              <a:ext cx="4277757" cy="3975136"/>
            </a:xfrm>
            <a:custGeom>
              <a:avLst/>
              <a:gdLst/>
              <a:ahLst/>
              <a:cxnLst/>
              <a:rect l="l" t="t" r="r" b="b"/>
              <a:pathLst>
                <a:path w="4277757" h="3975136">
                  <a:moveTo>
                    <a:pt x="0" y="3975136"/>
                  </a:moveTo>
                  <a:lnTo>
                    <a:pt x="16442" y="3908815"/>
                  </a:lnTo>
                  <a:lnTo>
                    <a:pt x="38655" y="3827655"/>
                  </a:lnTo>
                  <a:lnTo>
                    <a:pt x="50544" y="3787075"/>
                  </a:lnTo>
                  <a:lnTo>
                    <a:pt x="76395" y="3705915"/>
                  </a:lnTo>
                  <a:lnTo>
                    <a:pt x="90332" y="3665335"/>
                  </a:lnTo>
                  <a:lnTo>
                    <a:pt x="120645" y="3584175"/>
                  </a:lnTo>
                  <a:lnTo>
                    <a:pt x="136953" y="3543596"/>
                  </a:lnTo>
                  <a:lnTo>
                    <a:pt x="161425" y="3487084"/>
                  </a:lnTo>
                  <a:lnTo>
                    <a:pt x="191697" y="3421856"/>
                  </a:lnTo>
                  <a:lnTo>
                    <a:pt x="211969" y="3381276"/>
                  </a:lnTo>
                  <a:lnTo>
                    <a:pt x="242137" y="3324856"/>
                  </a:lnTo>
                  <a:lnTo>
                    <a:pt x="279694" y="3259536"/>
                  </a:lnTo>
                  <a:lnTo>
                    <a:pt x="304706" y="3218957"/>
                  </a:lnTo>
                  <a:lnTo>
                    <a:pt x="331158" y="3178377"/>
                  </a:lnTo>
                  <a:lnTo>
                    <a:pt x="363206" y="3132005"/>
                  </a:lnTo>
                  <a:lnTo>
                    <a:pt x="403562" y="3077280"/>
                  </a:lnTo>
                  <a:lnTo>
                    <a:pt x="443918" y="3026176"/>
                  </a:lnTo>
                  <a:lnTo>
                    <a:pt x="484274" y="2978311"/>
                  </a:lnTo>
                  <a:lnTo>
                    <a:pt x="523202" y="2934897"/>
                  </a:lnTo>
                  <a:lnTo>
                    <a:pt x="561742" y="2894317"/>
                  </a:lnTo>
                  <a:lnTo>
                    <a:pt x="602506" y="2853738"/>
                  </a:lnTo>
                  <a:lnTo>
                    <a:pt x="645655" y="2813158"/>
                  </a:lnTo>
                  <a:lnTo>
                    <a:pt x="686055" y="2777176"/>
                  </a:lnTo>
                  <a:lnTo>
                    <a:pt x="726412" y="2743005"/>
                  </a:lnTo>
                  <a:lnTo>
                    <a:pt x="766768" y="2710461"/>
                  </a:lnTo>
                  <a:lnTo>
                    <a:pt x="807124" y="2679425"/>
                  </a:lnTo>
                  <a:lnTo>
                    <a:pt x="847480" y="2649795"/>
                  </a:lnTo>
                  <a:lnTo>
                    <a:pt x="904347" y="2610258"/>
                  </a:lnTo>
                  <a:lnTo>
                    <a:pt x="966625" y="2569678"/>
                  </a:lnTo>
                  <a:lnTo>
                    <a:pt x="1008905" y="2543597"/>
                  </a:lnTo>
                  <a:lnTo>
                    <a:pt x="1049261" y="2519751"/>
                  </a:lnTo>
                  <a:lnTo>
                    <a:pt x="1104779" y="2488519"/>
                  </a:lnTo>
                  <a:lnTo>
                    <a:pt x="1170330" y="2453730"/>
                  </a:lnTo>
                  <a:lnTo>
                    <a:pt x="1210686" y="2433376"/>
                  </a:lnTo>
                  <a:lnTo>
                    <a:pt x="1264753" y="2407359"/>
                  </a:lnTo>
                  <a:lnTo>
                    <a:pt x="1331755" y="2376753"/>
                  </a:lnTo>
                  <a:lnTo>
                    <a:pt x="1372111" y="2359212"/>
                  </a:lnTo>
                  <a:lnTo>
                    <a:pt x="1452137" y="2326199"/>
                  </a:lnTo>
                  <a:lnTo>
                    <a:pt x="1493179" y="2310023"/>
                  </a:lnTo>
                  <a:lnTo>
                    <a:pt x="1558143" y="2285619"/>
                  </a:lnTo>
                  <a:lnTo>
                    <a:pt x="1614248" y="2265319"/>
                  </a:lnTo>
                  <a:lnTo>
                    <a:pt x="1673018" y="2245039"/>
                  </a:lnTo>
                  <a:lnTo>
                    <a:pt x="1735317" y="2224151"/>
                  </a:lnTo>
                  <a:lnTo>
                    <a:pt x="1796529" y="2204459"/>
                  </a:lnTo>
                  <a:lnTo>
                    <a:pt x="1856385" y="2185533"/>
                  </a:lnTo>
                  <a:lnTo>
                    <a:pt x="1926887" y="2163880"/>
                  </a:lnTo>
                  <a:lnTo>
                    <a:pt x="1977454" y="2148383"/>
                  </a:lnTo>
                  <a:lnTo>
                    <a:pt x="2058166" y="2123888"/>
                  </a:lnTo>
                  <a:lnTo>
                    <a:pt x="2098522" y="2111437"/>
                  </a:lnTo>
                  <a:lnTo>
                    <a:pt x="2179235" y="2086213"/>
                  </a:lnTo>
                  <a:lnTo>
                    <a:pt x="2219591" y="2073155"/>
                  </a:lnTo>
                  <a:lnTo>
                    <a:pt x="2300303" y="2045991"/>
                  </a:lnTo>
                  <a:lnTo>
                    <a:pt x="2340660" y="2031601"/>
                  </a:lnTo>
                  <a:lnTo>
                    <a:pt x="2419872" y="2001560"/>
                  </a:lnTo>
                  <a:lnTo>
                    <a:pt x="2461728" y="1984306"/>
                  </a:lnTo>
                  <a:lnTo>
                    <a:pt x="2514820" y="1960980"/>
                  </a:lnTo>
                  <a:lnTo>
                    <a:pt x="2582797" y="1928102"/>
                  </a:lnTo>
                  <a:lnTo>
                    <a:pt x="2623153" y="1906643"/>
                  </a:lnTo>
                  <a:lnTo>
                    <a:pt x="2669777" y="1879820"/>
                  </a:lnTo>
                  <a:lnTo>
                    <a:pt x="2733131" y="1839241"/>
                  </a:lnTo>
                  <a:lnTo>
                    <a:pt x="2784578" y="1802443"/>
                  </a:lnTo>
                  <a:lnTo>
                    <a:pt x="2824934" y="1770628"/>
                  </a:lnTo>
                  <a:lnTo>
                    <a:pt x="2865290" y="1736091"/>
                  </a:lnTo>
                  <a:lnTo>
                    <a:pt x="2905646" y="1698592"/>
                  </a:lnTo>
                  <a:lnTo>
                    <a:pt x="2946003" y="1657931"/>
                  </a:lnTo>
                  <a:lnTo>
                    <a:pt x="2986359" y="1613963"/>
                  </a:lnTo>
                  <a:lnTo>
                    <a:pt x="3026715" y="1566622"/>
                  </a:lnTo>
                  <a:lnTo>
                    <a:pt x="3067071" y="1515938"/>
                  </a:lnTo>
                  <a:lnTo>
                    <a:pt x="3098511" y="1474022"/>
                  </a:lnTo>
                  <a:lnTo>
                    <a:pt x="3127789" y="1433442"/>
                  </a:lnTo>
                  <a:lnTo>
                    <a:pt x="3156215" y="1392862"/>
                  </a:lnTo>
                  <a:lnTo>
                    <a:pt x="3188140" y="1345983"/>
                  </a:lnTo>
                  <a:lnTo>
                    <a:pt x="3228496" y="1284765"/>
                  </a:lnTo>
                  <a:lnTo>
                    <a:pt x="3263387" y="1230542"/>
                  </a:lnTo>
                  <a:lnTo>
                    <a:pt x="3289213" y="1189962"/>
                  </a:lnTo>
                  <a:lnTo>
                    <a:pt x="3315106" y="1149383"/>
                  </a:lnTo>
                  <a:lnTo>
                    <a:pt x="3349565" y="1095341"/>
                  </a:lnTo>
                  <a:lnTo>
                    <a:pt x="3389921" y="1032178"/>
                  </a:lnTo>
                  <a:lnTo>
                    <a:pt x="3418922" y="987063"/>
                  </a:lnTo>
                  <a:lnTo>
                    <a:pt x="3445421" y="946483"/>
                  </a:lnTo>
                  <a:lnTo>
                    <a:pt x="3472407" y="905903"/>
                  </a:lnTo>
                  <a:lnTo>
                    <a:pt x="3510989" y="848805"/>
                  </a:lnTo>
                  <a:lnTo>
                    <a:pt x="3551346" y="790505"/>
                  </a:lnTo>
                  <a:lnTo>
                    <a:pt x="3584613" y="743584"/>
                  </a:lnTo>
                  <a:lnTo>
                    <a:pt x="3614101" y="703004"/>
                  </a:lnTo>
                  <a:lnTo>
                    <a:pt x="3644349" y="662424"/>
                  </a:lnTo>
                  <a:lnTo>
                    <a:pt x="3675384" y="621844"/>
                  </a:lnTo>
                  <a:lnTo>
                    <a:pt x="3712771" y="574224"/>
                  </a:lnTo>
                  <a:lnTo>
                    <a:pt x="3753127" y="524376"/>
                  </a:lnTo>
                  <a:lnTo>
                    <a:pt x="3793483" y="476139"/>
                  </a:lnTo>
                  <a:lnTo>
                    <a:pt x="3833839" y="429460"/>
                  </a:lnTo>
                  <a:lnTo>
                    <a:pt x="3874195" y="384275"/>
                  </a:lnTo>
                  <a:lnTo>
                    <a:pt x="3914552" y="340516"/>
                  </a:lnTo>
                  <a:lnTo>
                    <a:pt x="3954908" y="298114"/>
                  </a:lnTo>
                  <a:lnTo>
                    <a:pt x="3995264" y="256998"/>
                  </a:lnTo>
                  <a:lnTo>
                    <a:pt x="4035620" y="217101"/>
                  </a:lnTo>
                  <a:lnTo>
                    <a:pt x="4075976" y="178359"/>
                  </a:lnTo>
                  <a:lnTo>
                    <a:pt x="4116333" y="140710"/>
                  </a:lnTo>
                  <a:lnTo>
                    <a:pt x="4156689" y="104099"/>
                  </a:lnTo>
                  <a:lnTo>
                    <a:pt x="4197045" y="68474"/>
                  </a:lnTo>
                  <a:lnTo>
                    <a:pt x="4237401" y="33788"/>
                  </a:lnTo>
                  <a:lnTo>
                    <a:pt x="4277757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1735317" y="5433276"/>
              <a:ext cx="5488443" cy="1423961"/>
            </a:xfrm>
            <a:custGeom>
              <a:avLst/>
              <a:gdLst/>
              <a:ahLst/>
              <a:cxnLst/>
              <a:rect l="l" t="t" r="r" b="b"/>
              <a:pathLst>
                <a:path w="5488443" h="1423961">
                  <a:moveTo>
                    <a:pt x="5488443" y="446001"/>
                  </a:moveTo>
                  <a:lnTo>
                    <a:pt x="5448087" y="450868"/>
                  </a:lnTo>
                  <a:lnTo>
                    <a:pt x="5367374" y="458446"/>
                  </a:lnTo>
                  <a:lnTo>
                    <a:pt x="5286662" y="463198"/>
                  </a:lnTo>
                  <a:lnTo>
                    <a:pt x="5205950" y="465236"/>
                  </a:lnTo>
                  <a:lnTo>
                    <a:pt x="5125237" y="464659"/>
                  </a:lnTo>
                  <a:lnTo>
                    <a:pt x="5044525" y="461560"/>
                  </a:lnTo>
                  <a:lnTo>
                    <a:pt x="4963812" y="456028"/>
                  </a:lnTo>
                  <a:lnTo>
                    <a:pt x="4908450" y="450807"/>
                  </a:lnTo>
                  <a:lnTo>
                    <a:pt x="4842744" y="443379"/>
                  </a:lnTo>
                  <a:lnTo>
                    <a:pt x="4762031" y="432178"/>
                  </a:lnTo>
                  <a:lnTo>
                    <a:pt x="4681319" y="418853"/>
                  </a:lnTo>
                  <a:lnTo>
                    <a:pt x="4634832" y="410227"/>
                  </a:lnTo>
                  <a:lnTo>
                    <a:pt x="4560250" y="395144"/>
                  </a:lnTo>
                  <a:lnTo>
                    <a:pt x="4479538" y="377011"/>
                  </a:lnTo>
                  <a:lnTo>
                    <a:pt x="4439182" y="367292"/>
                  </a:lnTo>
                  <a:lnTo>
                    <a:pt x="4358469" y="346666"/>
                  </a:lnTo>
                  <a:lnTo>
                    <a:pt x="4293932" y="329067"/>
                  </a:lnTo>
                  <a:lnTo>
                    <a:pt x="4237401" y="312996"/>
                  </a:lnTo>
                  <a:lnTo>
                    <a:pt x="4156688" y="289007"/>
                  </a:lnTo>
                  <a:lnTo>
                    <a:pt x="4116332" y="276637"/>
                  </a:lnTo>
                  <a:lnTo>
                    <a:pt x="4035620" y="251277"/>
                  </a:lnTo>
                  <a:lnTo>
                    <a:pt x="3995264" y="238358"/>
                  </a:lnTo>
                  <a:lnTo>
                    <a:pt x="3914551" y="212225"/>
                  </a:lnTo>
                  <a:lnTo>
                    <a:pt x="3874195" y="199089"/>
                  </a:lnTo>
                  <a:lnTo>
                    <a:pt x="3793483" y="172896"/>
                  </a:lnTo>
                  <a:lnTo>
                    <a:pt x="3753126" y="159927"/>
                  </a:lnTo>
                  <a:lnTo>
                    <a:pt x="3672414" y="134497"/>
                  </a:lnTo>
                  <a:lnTo>
                    <a:pt x="3632058" y="122136"/>
                  </a:lnTo>
                  <a:lnTo>
                    <a:pt x="3551345" y="98381"/>
                  </a:lnTo>
                  <a:lnTo>
                    <a:pt x="3505310" y="85588"/>
                  </a:lnTo>
                  <a:lnTo>
                    <a:pt x="3430277" y="65988"/>
                  </a:lnTo>
                  <a:lnTo>
                    <a:pt x="3349564" y="47183"/>
                  </a:lnTo>
                  <a:lnTo>
                    <a:pt x="3309208" y="38762"/>
                  </a:lnTo>
                  <a:lnTo>
                    <a:pt x="3228496" y="24136"/>
                  </a:lnTo>
                  <a:lnTo>
                    <a:pt x="3147783" y="12745"/>
                  </a:lnTo>
                  <a:lnTo>
                    <a:pt x="3067071" y="4860"/>
                  </a:lnTo>
                  <a:lnTo>
                    <a:pt x="3026715" y="2292"/>
                  </a:lnTo>
                  <a:lnTo>
                    <a:pt x="2946002" y="0"/>
                  </a:lnTo>
                  <a:lnTo>
                    <a:pt x="2865290" y="1545"/>
                  </a:lnTo>
                  <a:lnTo>
                    <a:pt x="2816285" y="4428"/>
                  </a:lnTo>
                  <a:lnTo>
                    <a:pt x="2744221" y="10957"/>
                  </a:lnTo>
                  <a:lnTo>
                    <a:pt x="2663509" y="21752"/>
                  </a:lnTo>
                  <a:lnTo>
                    <a:pt x="2582797" y="35893"/>
                  </a:lnTo>
                  <a:lnTo>
                    <a:pt x="2538490" y="45008"/>
                  </a:lnTo>
                  <a:lnTo>
                    <a:pt x="2461728" y="62689"/>
                  </a:lnTo>
                  <a:lnTo>
                    <a:pt x="2381016" y="83742"/>
                  </a:lnTo>
                  <a:lnTo>
                    <a:pt x="2340659" y="95090"/>
                  </a:lnTo>
                  <a:lnTo>
                    <a:pt x="2259947" y="119160"/>
                  </a:lnTo>
                  <a:lnTo>
                    <a:pt x="2219591" y="131795"/>
                  </a:lnTo>
                  <a:lnTo>
                    <a:pt x="2138878" y="158034"/>
                  </a:lnTo>
                  <a:lnTo>
                    <a:pt x="2098522" y="171547"/>
                  </a:lnTo>
                  <a:lnTo>
                    <a:pt x="2017810" y="199184"/>
                  </a:lnTo>
                  <a:lnTo>
                    <a:pt x="1977454" y="213226"/>
                  </a:lnTo>
                  <a:lnTo>
                    <a:pt x="1896741" y="241615"/>
                  </a:lnTo>
                  <a:lnTo>
                    <a:pt x="1856385" y="255911"/>
                  </a:lnTo>
                  <a:lnTo>
                    <a:pt x="1775672" y="284557"/>
                  </a:lnTo>
                  <a:lnTo>
                    <a:pt x="1735316" y="298911"/>
                  </a:lnTo>
                  <a:lnTo>
                    <a:pt x="1654604" y="327485"/>
                  </a:lnTo>
                  <a:lnTo>
                    <a:pt x="1614248" y="341780"/>
                  </a:lnTo>
                  <a:lnTo>
                    <a:pt x="1534896" y="369647"/>
                  </a:lnTo>
                  <a:lnTo>
                    <a:pt x="1493179" y="384319"/>
                  </a:lnTo>
                  <a:lnTo>
                    <a:pt x="1418844" y="410227"/>
                  </a:lnTo>
                  <a:lnTo>
                    <a:pt x="1372110" y="426577"/>
                  </a:lnTo>
                  <a:lnTo>
                    <a:pt x="1302447" y="450807"/>
                  </a:lnTo>
                  <a:lnTo>
                    <a:pt x="1251042" y="468858"/>
                  </a:lnTo>
                  <a:lnTo>
                    <a:pt x="1186886" y="491387"/>
                  </a:lnTo>
                  <a:lnTo>
                    <a:pt x="1129973" y="511743"/>
                  </a:lnTo>
                  <a:lnTo>
                    <a:pt x="1073911" y="531967"/>
                  </a:lnTo>
                  <a:lnTo>
                    <a:pt x="1008905" y="556137"/>
                  </a:lnTo>
                  <a:lnTo>
                    <a:pt x="965561" y="572546"/>
                  </a:lnTo>
                  <a:lnTo>
                    <a:pt x="887836" y="603348"/>
                  </a:lnTo>
                  <a:lnTo>
                    <a:pt x="847480" y="620013"/>
                  </a:lnTo>
                  <a:lnTo>
                    <a:pt x="770160" y="653706"/>
                  </a:lnTo>
                  <a:lnTo>
                    <a:pt x="726411" y="674172"/>
                  </a:lnTo>
                  <a:lnTo>
                    <a:pt x="685159" y="694286"/>
                  </a:lnTo>
                  <a:lnTo>
                    <a:pt x="608891" y="734866"/>
                  </a:lnTo>
                  <a:lnTo>
                    <a:pt x="564986" y="760580"/>
                  </a:lnTo>
                  <a:lnTo>
                    <a:pt x="524630" y="785874"/>
                  </a:lnTo>
                  <a:lnTo>
                    <a:pt x="480108" y="816026"/>
                  </a:lnTo>
                  <a:lnTo>
                    <a:pt x="426018" y="856606"/>
                  </a:lnTo>
                  <a:lnTo>
                    <a:pt x="377521" y="897186"/>
                  </a:lnTo>
                  <a:lnTo>
                    <a:pt x="333878" y="937765"/>
                  </a:lnTo>
                  <a:lnTo>
                    <a:pt x="294389" y="978345"/>
                  </a:lnTo>
                  <a:lnTo>
                    <a:pt x="258415" y="1018925"/>
                  </a:lnTo>
                  <a:lnTo>
                    <a:pt x="225384" y="1059505"/>
                  </a:lnTo>
                  <a:lnTo>
                    <a:pt x="194798" y="1100085"/>
                  </a:lnTo>
                  <a:lnTo>
                    <a:pt x="161424" y="1147857"/>
                  </a:lnTo>
                  <a:lnTo>
                    <a:pt x="121068" y="1210543"/>
                  </a:lnTo>
                  <a:lnTo>
                    <a:pt x="89940" y="1262404"/>
                  </a:lnTo>
                  <a:lnTo>
                    <a:pt x="66578" y="1302984"/>
                  </a:lnTo>
                  <a:lnTo>
                    <a:pt x="40356" y="1349778"/>
                  </a:lnTo>
                  <a:lnTo>
                    <a:pt x="0" y="142396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1391208" y="4963160"/>
              <a:ext cx="5832552" cy="1854260"/>
            </a:xfrm>
            <a:custGeom>
              <a:avLst/>
              <a:gdLst/>
              <a:ahLst/>
              <a:cxnLst/>
              <a:rect l="l" t="t" r="r" b="b"/>
              <a:pathLst>
                <a:path w="5832552" h="1854260">
                  <a:moveTo>
                    <a:pt x="5832552" y="571407"/>
                  </a:moveTo>
                  <a:lnTo>
                    <a:pt x="5751840" y="581255"/>
                  </a:lnTo>
                  <a:lnTo>
                    <a:pt x="5671127" y="587517"/>
                  </a:lnTo>
                  <a:lnTo>
                    <a:pt x="5590415" y="590336"/>
                  </a:lnTo>
                  <a:lnTo>
                    <a:pt x="5509702" y="589844"/>
                  </a:lnTo>
                  <a:lnTo>
                    <a:pt x="5428990" y="586165"/>
                  </a:lnTo>
                  <a:lnTo>
                    <a:pt x="5348278" y="579416"/>
                  </a:lnTo>
                  <a:lnTo>
                    <a:pt x="5267565" y="569712"/>
                  </a:lnTo>
                  <a:lnTo>
                    <a:pt x="5186853" y="557166"/>
                  </a:lnTo>
                  <a:lnTo>
                    <a:pt x="5146497" y="549833"/>
                  </a:lnTo>
                  <a:lnTo>
                    <a:pt x="5065784" y="533165"/>
                  </a:lnTo>
                  <a:lnTo>
                    <a:pt x="4989797" y="515124"/>
                  </a:lnTo>
                  <a:lnTo>
                    <a:pt x="4944716" y="503377"/>
                  </a:lnTo>
                  <a:lnTo>
                    <a:pt x="4864003" y="480510"/>
                  </a:lnTo>
                  <a:lnTo>
                    <a:pt x="4823647" y="468219"/>
                  </a:lnTo>
                  <a:lnTo>
                    <a:pt x="4742935" y="442042"/>
                  </a:lnTo>
                  <a:lnTo>
                    <a:pt x="4702578" y="428208"/>
                  </a:lnTo>
                  <a:lnTo>
                    <a:pt x="4621866" y="399163"/>
                  </a:lnTo>
                  <a:lnTo>
                    <a:pt x="4581510" y="384005"/>
                  </a:lnTo>
                  <a:lnTo>
                    <a:pt x="4501170" y="352804"/>
                  </a:lnTo>
                  <a:lnTo>
                    <a:pt x="4460441" y="336462"/>
                  </a:lnTo>
                  <a:lnTo>
                    <a:pt x="4400893" y="312225"/>
                  </a:lnTo>
                  <a:lnTo>
                    <a:pt x="4339373" y="286649"/>
                  </a:lnTo>
                  <a:lnTo>
                    <a:pt x="4299016" y="269790"/>
                  </a:lnTo>
                  <a:lnTo>
                    <a:pt x="4218304" y="235883"/>
                  </a:lnTo>
                  <a:lnTo>
                    <a:pt x="4177948" y="218978"/>
                  </a:lnTo>
                  <a:lnTo>
                    <a:pt x="4108848" y="190485"/>
                  </a:lnTo>
                  <a:lnTo>
                    <a:pt x="4056879" y="169340"/>
                  </a:lnTo>
                  <a:lnTo>
                    <a:pt x="4007387" y="149905"/>
                  </a:lnTo>
                  <a:lnTo>
                    <a:pt x="3935811" y="122703"/>
                  </a:lnTo>
                  <a:lnTo>
                    <a:pt x="3895454" y="108194"/>
                  </a:lnTo>
                  <a:lnTo>
                    <a:pt x="3814742" y="81008"/>
                  </a:lnTo>
                  <a:lnTo>
                    <a:pt x="3774386" y="68592"/>
                  </a:lnTo>
                  <a:lnTo>
                    <a:pt x="3693673" y="46212"/>
                  </a:lnTo>
                  <a:lnTo>
                    <a:pt x="3614556" y="28165"/>
                  </a:lnTo>
                  <a:lnTo>
                    <a:pt x="3572605" y="20176"/>
                  </a:lnTo>
                  <a:lnTo>
                    <a:pt x="3491892" y="8417"/>
                  </a:lnTo>
                  <a:lnTo>
                    <a:pt x="3411180" y="1616"/>
                  </a:lnTo>
                  <a:lnTo>
                    <a:pt x="3330468" y="0"/>
                  </a:lnTo>
                  <a:lnTo>
                    <a:pt x="3249755" y="3691"/>
                  </a:lnTo>
                  <a:lnTo>
                    <a:pt x="3169043" y="12701"/>
                  </a:lnTo>
                  <a:lnTo>
                    <a:pt x="3088330" y="26924"/>
                  </a:lnTo>
                  <a:lnTo>
                    <a:pt x="3047974" y="35828"/>
                  </a:lnTo>
                  <a:lnTo>
                    <a:pt x="2967262" y="57135"/>
                  </a:lnTo>
                  <a:lnTo>
                    <a:pt x="2926906" y="69448"/>
                  </a:lnTo>
                  <a:lnTo>
                    <a:pt x="2846193" y="96786"/>
                  </a:lnTo>
                  <a:lnTo>
                    <a:pt x="2805837" y="111796"/>
                  </a:lnTo>
                  <a:lnTo>
                    <a:pt x="2725125" y="143870"/>
                  </a:lnTo>
                  <a:lnTo>
                    <a:pt x="2684768" y="160814"/>
                  </a:lnTo>
                  <a:lnTo>
                    <a:pt x="2617065" y="190485"/>
                  </a:lnTo>
                  <a:lnTo>
                    <a:pt x="2563700" y="214363"/>
                  </a:lnTo>
                  <a:lnTo>
                    <a:pt x="2523344" y="232896"/>
                  </a:lnTo>
                  <a:lnTo>
                    <a:pt x="2442631" y="270427"/>
                  </a:lnTo>
                  <a:lnTo>
                    <a:pt x="2402275" y="289306"/>
                  </a:lnTo>
                  <a:lnTo>
                    <a:pt x="2353590" y="312225"/>
                  </a:lnTo>
                  <a:lnTo>
                    <a:pt x="2281206" y="345999"/>
                  </a:lnTo>
                  <a:lnTo>
                    <a:pt x="2240850" y="364715"/>
                  </a:lnTo>
                  <a:lnTo>
                    <a:pt x="2178505" y="393384"/>
                  </a:lnTo>
                  <a:lnTo>
                    <a:pt x="2119781" y="419854"/>
                  </a:lnTo>
                  <a:lnTo>
                    <a:pt x="2079425" y="437808"/>
                  </a:lnTo>
                  <a:lnTo>
                    <a:pt x="1998713" y="472922"/>
                  </a:lnTo>
                  <a:lnTo>
                    <a:pt x="1958357" y="490064"/>
                  </a:lnTo>
                  <a:lnTo>
                    <a:pt x="1898075" y="515124"/>
                  </a:lnTo>
                  <a:lnTo>
                    <a:pt x="1837288" y="539719"/>
                  </a:lnTo>
                  <a:lnTo>
                    <a:pt x="1796807" y="555704"/>
                  </a:lnTo>
                  <a:lnTo>
                    <a:pt x="1716219" y="586663"/>
                  </a:lnTo>
                  <a:lnTo>
                    <a:pt x="1675863" y="601718"/>
                  </a:lnTo>
                  <a:lnTo>
                    <a:pt x="1595151" y="631003"/>
                  </a:lnTo>
                  <a:lnTo>
                    <a:pt x="1554795" y="645261"/>
                  </a:lnTo>
                  <a:lnTo>
                    <a:pt x="1474082" y="673044"/>
                  </a:lnTo>
                  <a:lnTo>
                    <a:pt x="1433726" y="686640"/>
                  </a:lnTo>
                  <a:lnTo>
                    <a:pt x="1353014" y="713270"/>
                  </a:lnTo>
                  <a:lnTo>
                    <a:pt x="1312657" y="726399"/>
                  </a:lnTo>
                  <a:lnTo>
                    <a:pt x="1231945" y="752356"/>
                  </a:lnTo>
                  <a:lnTo>
                    <a:pt x="1191589" y="765281"/>
                  </a:lnTo>
                  <a:lnTo>
                    <a:pt x="1110876" y="791205"/>
                  </a:lnTo>
                  <a:lnTo>
                    <a:pt x="1070520" y="804284"/>
                  </a:lnTo>
                  <a:lnTo>
                    <a:pt x="989808" y="831016"/>
                  </a:lnTo>
                  <a:lnTo>
                    <a:pt x="949452" y="844748"/>
                  </a:lnTo>
                  <a:lnTo>
                    <a:pt x="868739" y="873424"/>
                  </a:lnTo>
                  <a:lnTo>
                    <a:pt x="828383" y="888528"/>
                  </a:lnTo>
                  <a:lnTo>
                    <a:pt x="747671" y="920741"/>
                  </a:lnTo>
                  <a:lnTo>
                    <a:pt x="707314" y="938295"/>
                  </a:lnTo>
                  <a:lnTo>
                    <a:pt x="657039" y="961503"/>
                  </a:lnTo>
                  <a:lnTo>
                    <a:pt x="586246" y="998092"/>
                  </a:lnTo>
                  <a:lnTo>
                    <a:pt x="545890" y="1021469"/>
                  </a:lnTo>
                  <a:lnTo>
                    <a:pt x="505533" y="1046937"/>
                  </a:lnTo>
                  <a:lnTo>
                    <a:pt x="454373" y="1083242"/>
                  </a:lnTo>
                  <a:lnTo>
                    <a:pt x="404774" y="1123822"/>
                  </a:lnTo>
                  <a:lnTo>
                    <a:pt x="361809" y="1164402"/>
                  </a:lnTo>
                  <a:lnTo>
                    <a:pt x="324329" y="1204982"/>
                  </a:lnTo>
                  <a:lnTo>
                    <a:pt x="291368" y="1245562"/>
                  </a:lnTo>
                  <a:lnTo>
                    <a:pt x="262124" y="1286142"/>
                  </a:lnTo>
                  <a:lnTo>
                    <a:pt x="223040" y="1348342"/>
                  </a:lnTo>
                  <a:lnTo>
                    <a:pt x="190484" y="1407881"/>
                  </a:lnTo>
                  <a:lnTo>
                    <a:pt x="170374" y="1448461"/>
                  </a:lnTo>
                  <a:lnTo>
                    <a:pt x="142328" y="1509719"/>
                  </a:lnTo>
                  <a:lnTo>
                    <a:pt x="116538" y="1570201"/>
                  </a:lnTo>
                  <a:lnTo>
                    <a:pt x="99908" y="1610781"/>
                  </a:lnTo>
                  <a:lnTo>
                    <a:pt x="67276" y="1691941"/>
                  </a:lnTo>
                  <a:lnTo>
                    <a:pt x="50931" y="1732520"/>
                  </a:lnTo>
                  <a:lnTo>
                    <a:pt x="21259" y="1804579"/>
                  </a:lnTo>
                  <a:lnTo>
                    <a:pt x="0" y="185426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0" y="19300"/>
              <a:ext cx="4640963" cy="5623445"/>
            </a:xfrm>
            <a:custGeom>
              <a:avLst/>
              <a:gdLst/>
              <a:ahLst/>
              <a:cxnLst/>
              <a:rect l="l" t="t" r="r" b="b"/>
              <a:pathLst>
                <a:path w="4640963" h="5623445">
                  <a:moveTo>
                    <a:pt x="0" y="5623445"/>
                  </a:moveTo>
                  <a:lnTo>
                    <a:pt x="29555" y="5580724"/>
                  </a:lnTo>
                  <a:lnTo>
                    <a:pt x="57044" y="5540144"/>
                  </a:lnTo>
                  <a:lnTo>
                    <a:pt x="83688" y="5499564"/>
                  </a:lnTo>
                  <a:lnTo>
                    <a:pt x="121069" y="5439796"/>
                  </a:lnTo>
                  <a:lnTo>
                    <a:pt x="157255" y="5377824"/>
                  </a:lnTo>
                  <a:lnTo>
                    <a:pt x="179028" y="5337244"/>
                  </a:lnTo>
                  <a:lnTo>
                    <a:pt x="201781" y="5290814"/>
                  </a:lnTo>
                  <a:lnTo>
                    <a:pt x="234490" y="5215505"/>
                  </a:lnTo>
                  <a:lnTo>
                    <a:pt x="249755" y="5174925"/>
                  </a:lnTo>
                  <a:lnTo>
                    <a:pt x="275762" y="5093765"/>
                  </a:lnTo>
                  <a:lnTo>
                    <a:pt x="286696" y="5053185"/>
                  </a:lnTo>
                  <a:lnTo>
                    <a:pt x="304998" y="4972025"/>
                  </a:lnTo>
                  <a:lnTo>
                    <a:pt x="319341" y="4890866"/>
                  </a:lnTo>
                  <a:lnTo>
                    <a:pt x="325328" y="4850286"/>
                  </a:lnTo>
                  <a:lnTo>
                    <a:pt x="335466" y="4769126"/>
                  </a:lnTo>
                  <a:lnTo>
                    <a:pt x="343880" y="4687966"/>
                  </a:lnTo>
                  <a:lnTo>
                    <a:pt x="351316" y="4606807"/>
                  </a:lnTo>
                  <a:lnTo>
                    <a:pt x="358425" y="4525647"/>
                  </a:lnTo>
                  <a:lnTo>
                    <a:pt x="363206" y="4472513"/>
                  </a:lnTo>
                  <a:lnTo>
                    <a:pt x="369638" y="4403907"/>
                  </a:lnTo>
                  <a:lnTo>
                    <a:pt x="378194" y="4322747"/>
                  </a:lnTo>
                  <a:lnTo>
                    <a:pt x="388156" y="4241588"/>
                  </a:lnTo>
                  <a:lnTo>
                    <a:pt x="399931" y="4160428"/>
                  </a:lnTo>
                  <a:lnTo>
                    <a:pt x="406579" y="4119848"/>
                  </a:lnTo>
                  <a:lnTo>
                    <a:pt x="421588" y="4038688"/>
                  </a:lnTo>
                  <a:lnTo>
                    <a:pt x="439326" y="3957528"/>
                  </a:lnTo>
                  <a:lnTo>
                    <a:pt x="449265" y="3916949"/>
                  </a:lnTo>
                  <a:lnTo>
                    <a:pt x="471523" y="3835789"/>
                  </a:lnTo>
                  <a:lnTo>
                    <a:pt x="484274" y="3794400"/>
                  </a:lnTo>
                  <a:lnTo>
                    <a:pt x="511605" y="3714049"/>
                  </a:lnTo>
                  <a:lnTo>
                    <a:pt x="526967" y="3673469"/>
                  </a:lnTo>
                  <a:lnTo>
                    <a:pt x="560833" y="3592309"/>
                  </a:lnTo>
                  <a:lnTo>
                    <a:pt x="579470" y="3551730"/>
                  </a:lnTo>
                  <a:lnTo>
                    <a:pt x="605343" y="3499717"/>
                  </a:lnTo>
                  <a:lnTo>
                    <a:pt x="643159" y="3429990"/>
                  </a:lnTo>
                  <a:lnTo>
                    <a:pt x="667123" y="3389410"/>
                  </a:lnTo>
                  <a:lnTo>
                    <a:pt x="692664" y="3348830"/>
                  </a:lnTo>
                  <a:lnTo>
                    <a:pt x="726412" y="3298849"/>
                  </a:lnTo>
                  <a:lnTo>
                    <a:pt x="766768" y="3243513"/>
                  </a:lnTo>
                  <a:lnTo>
                    <a:pt x="807124" y="3192350"/>
                  </a:lnTo>
                  <a:lnTo>
                    <a:pt x="846545" y="3145931"/>
                  </a:lnTo>
                  <a:lnTo>
                    <a:pt x="883420" y="3105351"/>
                  </a:lnTo>
                  <a:lnTo>
                    <a:pt x="922694" y="3064771"/>
                  </a:lnTo>
                  <a:lnTo>
                    <a:pt x="964558" y="3024191"/>
                  </a:lnTo>
                  <a:lnTo>
                    <a:pt x="1008905" y="2983903"/>
                  </a:lnTo>
                  <a:lnTo>
                    <a:pt x="1049261" y="2949443"/>
                  </a:lnTo>
                  <a:lnTo>
                    <a:pt x="1089617" y="2916853"/>
                  </a:lnTo>
                  <a:lnTo>
                    <a:pt x="1129974" y="2885974"/>
                  </a:lnTo>
                  <a:lnTo>
                    <a:pt x="1170330" y="2856672"/>
                  </a:lnTo>
                  <a:lnTo>
                    <a:pt x="1222060" y="2821292"/>
                  </a:lnTo>
                  <a:lnTo>
                    <a:pt x="1285779" y="2780712"/>
                  </a:lnTo>
                  <a:lnTo>
                    <a:pt x="1331755" y="2753318"/>
                  </a:lnTo>
                  <a:lnTo>
                    <a:pt x="1372111" y="2730467"/>
                  </a:lnTo>
                  <a:lnTo>
                    <a:pt x="1429987" y="2699552"/>
                  </a:lnTo>
                  <a:lnTo>
                    <a:pt x="1493179" y="2667964"/>
                  </a:lnTo>
                  <a:lnTo>
                    <a:pt x="1533536" y="2648942"/>
                  </a:lnTo>
                  <a:lnTo>
                    <a:pt x="1602417" y="2618392"/>
                  </a:lnTo>
                  <a:lnTo>
                    <a:pt x="1654604" y="2596598"/>
                  </a:lnTo>
                  <a:lnTo>
                    <a:pt x="1702193" y="2577812"/>
                  </a:lnTo>
                  <a:lnTo>
                    <a:pt x="1775673" y="2550369"/>
                  </a:lnTo>
                  <a:lnTo>
                    <a:pt x="1816029" y="2536140"/>
                  </a:lnTo>
                  <a:lnTo>
                    <a:pt x="1896741" y="2509088"/>
                  </a:lnTo>
                  <a:lnTo>
                    <a:pt x="1937098" y="2496264"/>
                  </a:lnTo>
                  <a:lnTo>
                    <a:pt x="2017810" y="2471610"/>
                  </a:lnTo>
                  <a:lnTo>
                    <a:pt x="2071148" y="2456073"/>
                  </a:lnTo>
                  <a:lnTo>
                    <a:pt x="2138879" y="2436744"/>
                  </a:lnTo>
                  <a:lnTo>
                    <a:pt x="2215473" y="2415493"/>
                  </a:lnTo>
                  <a:lnTo>
                    <a:pt x="2259947" y="2403152"/>
                  </a:lnTo>
                  <a:lnTo>
                    <a:pt x="2340660" y="2380701"/>
                  </a:lnTo>
                  <a:lnTo>
                    <a:pt x="2381016" y="2369239"/>
                  </a:lnTo>
                  <a:lnTo>
                    <a:pt x="2461728" y="2345449"/>
                  </a:lnTo>
                  <a:lnTo>
                    <a:pt x="2502084" y="2332996"/>
                  </a:lnTo>
                  <a:lnTo>
                    <a:pt x="2582797" y="2306223"/>
                  </a:lnTo>
                  <a:lnTo>
                    <a:pt x="2623153" y="2291784"/>
                  </a:lnTo>
                  <a:lnTo>
                    <a:pt x="2703865" y="2259836"/>
                  </a:lnTo>
                  <a:lnTo>
                    <a:pt x="2744222" y="2242031"/>
                  </a:lnTo>
                  <a:lnTo>
                    <a:pt x="2804444" y="2212593"/>
                  </a:lnTo>
                  <a:lnTo>
                    <a:pt x="2865290" y="2178794"/>
                  </a:lnTo>
                  <a:lnTo>
                    <a:pt x="2905646" y="2153503"/>
                  </a:lnTo>
                  <a:lnTo>
                    <a:pt x="2946003" y="2125643"/>
                  </a:lnTo>
                  <a:lnTo>
                    <a:pt x="2991104" y="2090854"/>
                  </a:lnTo>
                  <a:lnTo>
                    <a:pt x="3037751" y="2050274"/>
                  </a:lnTo>
                  <a:lnTo>
                    <a:pt x="3079318" y="2009694"/>
                  </a:lnTo>
                  <a:lnTo>
                    <a:pt x="3116788" y="1969114"/>
                  </a:lnTo>
                  <a:lnTo>
                    <a:pt x="3150966" y="1928534"/>
                  </a:lnTo>
                  <a:lnTo>
                    <a:pt x="3188140" y="1880161"/>
                  </a:lnTo>
                  <a:lnTo>
                    <a:pt x="3228496" y="1822436"/>
                  </a:lnTo>
                  <a:lnTo>
                    <a:pt x="3264545" y="1766215"/>
                  </a:lnTo>
                  <a:lnTo>
                    <a:pt x="3289014" y="1725635"/>
                  </a:lnTo>
                  <a:lnTo>
                    <a:pt x="3312727" y="1685055"/>
                  </a:lnTo>
                  <a:lnTo>
                    <a:pt x="3349565" y="1619064"/>
                  </a:lnTo>
                  <a:lnTo>
                    <a:pt x="3379334" y="1563315"/>
                  </a:lnTo>
                  <a:lnTo>
                    <a:pt x="3400701" y="1522736"/>
                  </a:lnTo>
                  <a:lnTo>
                    <a:pt x="3430277" y="1466220"/>
                  </a:lnTo>
                  <a:lnTo>
                    <a:pt x="3463899" y="1400996"/>
                  </a:lnTo>
                  <a:lnTo>
                    <a:pt x="3484908" y="1360416"/>
                  </a:lnTo>
                  <a:lnTo>
                    <a:pt x="3510989" y="1310855"/>
                  </a:lnTo>
                  <a:lnTo>
                    <a:pt x="3549304" y="1238676"/>
                  </a:lnTo>
                  <a:lnTo>
                    <a:pt x="3571240" y="1198096"/>
                  </a:lnTo>
                  <a:lnTo>
                    <a:pt x="3593782" y="1157517"/>
                  </a:lnTo>
                  <a:lnTo>
                    <a:pt x="3632058" y="1090336"/>
                  </a:lnTo>
                  <a:lnTo>
                    <a:pt x="3664067" y="1035777"/>
                  </a:lnTo>
                  <a:lnTo>
                    <a:pt x="3688669" y="995197"/>
                  </a:lnTo>
                  <a:lnTo>
                    <a:pt x="3714062" y="954617"/>
                  </a:lnTo>
                  <a:lnTo>
                    <a:pt x="3753127" y="894275"/>
                  </a:lnTo>
                  <a:lnTo>
                    <a:pt x="3793483" y="834492"/>
                  </a:lnTo>
                  <a:lnTo>
                    <a:pt x="3823074" y="792298"/>
                  </a:lnTo>
                  <a:lnTo>
                    <a:pt x="3852544" y="751718"/>
                  </a:lnTo>
                  <a:lnTo>
                    <a:pt x="3883038" y="711138"/>
                  </a:lnTo>
                  <a:lnTo>
                    <a:pt x="3914593" y="670558"/>
                  </a:lnTo>
                  <a:lnTo>
                    <a:pt x="3954908" y="620614"/>
                  </a:lnTo>
                  <a:lnTo>
                    <a:pt x="3995264" y="572661"/>
                  </a:lnTo>
                  <a:lnTo>
                    <a:pt x="4035620" y="526632"/>
                  </a:lnTo>
                  <a:lnTo>
                    <a:pt x="4075976" y="482407"/>
                  </a:lnTo>
                  <a:lnTo>
                    <a:pt x="4116333" y="439869"/>
                  </a:lnTo>
                  <a:lnTo>
                    <a:pt x="4156689" y="398909"/>
                  </a:lnTo>
                  <a:lnTo>
                    <a:pt x="4197045" y="359424"/>
                  </a:lnTo>
                  <a:lnTo>
                    <a:pt x="4237401" y="321321"/>
                  </a:lnTo>
                  <a:lnTo>
                    <a:pt x="4277757" y="284514"/>
                  </a:lnTo>
                  <a:lnTo>
                    <a:pt x="4318114" y="248925"/>
                  </a:lnTo>
                  <a:lnTo>
                    <a:pt x="4358470" y="214487"/>
                  </a:lnTo>
                  <a:lnTo>
                    <a:pt x="4398826" y="181137"/>
                  </a:lnTo>
                  <a:lnTo>
                    <a:pt x="4446515" y="143020"/>
                  </a:lnTo>
                  <a:lnTo>
                    <a:pt x="4499158" y="102440"/>
                  </a:lnTo>
                  <a:lnTo>
                    <a:pt x="4553788" y="61860"/>
                  </a:lnTo>
                  <a:lnTo>
                    <a:pt x="4600607" y="28199"/>
                  </a:lnTo>
                  <a:lnTo>
                    <a:pt x="4640963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772257" y="9499"/>
              <a:ext cx="6451503" cy="5700599"/>
            </a:xfrm>
            <a:custGeom>
              <a:avLst/>
              <a:gdLst/>
              <a:ahLst/>
              <a:cxnLst/>
              <a:rect l="l" t="t" r="r" b="b"/>
              <a:pathLst>
                <a:path w="6451503" h="5700599">
                  <a:moveTo>
                    <a:pt x="6451503" y="5161591"/>
                  </a:moveTo>
                  <a:lnTo>
                    <a:pt x="6370791" y="5173614"/>
                  </a:lnTo>
                  <a:lnTo>
                    <a:pt x="6290078" y="5180925"/>
                  </a:lnTo>
                  <a:lnTo>
                    <a:pt x="6209366" y="5183728"/>
                  </a:lnTo>
                  <a:lnTo>
                    <a:pt x="6128653" y="5182213"/>
                  </a:lnTo>
                  <a:lnTo>
                    <a:pt x="6047941" y="5176564"/>
                  </a:lnTo>
                  <a:lnTo>
                    <a:pt x="5967229" y="5166959"/>
                  </a:lnTo>
                  <a:lnTo>
                    <a:pt x="5886516" y="5153576"/>
                  </a:lnTo>
                  <a:lnTo>
                    <a:pt x="5839917" y="5144146"/>
                  </a:lnTo>
                  <a:lnTo>
                    <a:pt x="5765448" y="5126544"/>
                  </a:lnTo>
                  <a:lnTo>
                    <a:pt x="5684735" y="5104194"/>
                  </a:lnTo>
                  <a:lnTo>
                    <a:pt x="5644379" y="5091644"/>
                  </a:lnTo>
                  <a:lnTo>
                    <a:pt x="5563667" y="5064267"/>
                  </a:lnTo>
                  <a:lnTo>
                    <a:pt x="5523310" y="5049295"/>
                  </a:lnTo>
                  <a:lnTo>
                    <a:pt x="5455106" y="5022406"/>
                  </a:lnTo>
                  <a:lnTo>
                    <a:pt x="5402242" y="5000091"/>
                  </a:lnTo>
                  <a:lnTo>
                    <a:pt x="5360670" y="4981826"/>
                  </a:lnTo>
                  <a:lnTo>
                    <a:pt x="5281173" y="4944857"/>
                  </a:lnTo>
                  <a:lnTo>
                    <a:pt x="5240817" y="4925185"/>
                  </a:lnTo>
                  <a:lnTo>
                    <a:pt x="5191669" y="4900667"/>
                  </a:lnTo>
                  <a:lnTo>
                    <a:pt x="5119748" y="4863457"/>
                  </a:lnTo>
                  <a:lnTo>
                    <a:pt x="5079392" y="4842009"/>
                  </a:lnTo>
                  <a:lnTo>
                    <a:pt x="5037376" y="4819507"/>
                  </a:lnTo>
                  <a:lnTo>
                    <a:pt x="4962903" y="4778927"/>
                  </a:lnTo>
                  <a:lnTo>
                    <a:pt x="4917967" y="4754170"/>
                  </a:lnTo>
                  <a:lnTo>
                    <a:pt x="4877611" y="4732042"/>
                  </a:lnTo>
                  <a:lnTo>
                    <a:pt x="4814668" y="4697767"/>
                  </a:lnTo>
                  <a:lnTo>
                    <a:pt x="4756543" y="4666366"/>
                  </a:lnTo>
                  <a:lnTo>
                    <a:pt x="4716186" y="4645033"/>
                  </a:lnTo>
                  <a:lnTo>
                    <a:pt x="4660760" y="4616608"/>
                  </a:lnTo>
                  <a:lnTo>
                    <a:pt x="4595118" y="4583997"/>
                  </a:lnTo>
                  <a:lnTo>
                    <a:pt x="4554762" y="4564901"/>
                  </a:lnTo>
                  <a:lnTo>
                    <a:pt x="4488518" y="4535448"/>
                  </a:lnTo>
                  <a:lnTo>
                    <a:pt x="4433693" y="4512584"/>
                  </a:lnTo>
                  <a:lnTo>
                    <a:pt x="4387043" y="4494868"/>
                  </a:lnTo>
                  <a:lnTo>
                    <a:pt x="4312624" y="4469323"/>
                  </a:lnTo>
                  <a:lnTo>
                    <a:pt x="4260982" y="4454288"/>
                  </a:lnTo>
                  <a:lnTo>
                    <a:pt x="4191556" y="4437019"/>
                  </a:lnTo>
                  <a:lnTo>
                    <a:pt x="4110843" y="4422478"/>
                  </a:lnTo>
                  <a:lnTo>
                    <a:pt x="4030131" y="4414145"/>
                  </a:lnTo>
                  <a:lnTo>
                    <a:pt x="3989775" y="4412430"/>
                  </a:lnTo>
                  <a:lnTo>
                    <a:pt x="3921423" y="4413708"/>
                  </a:lnTo>
                  <a:lnTo>
                    <a:pt x="3868706" y="4417872"/>
                  </a:lnTo>
                  <a:lnTo>
                    <a:pt x="3787994" y="4430756"/>
                  </a:lnTo>
                  <a:lnTo>
                    <a:pt x="3707281" y="4451459"/>
                  </a:lnTo>
                  <a:lnTo>
                    <a:pt x="3666925" y="4464600"/>
                  </a:lnTo>
                  <a:lnTo>
                    <a:pt x="3590471" y="4494868"/>
                  </a:lnTo>
                  <a:lnTo>
                    <a:pt x="3545857" y="4515128"/>
                  </a:lnTo>
                  <a:lnTo>
                    <a:pt x="3505500" y="4535488"/>
                  </a:lnTo>
                  <a:lnTo>
                    <a:pt x="3432264" y="4576028"/>
                  </a:lnTo>
                  <a:lnTo>
                    <a:pt x="3384432" y="4604379"/>
                  </a:lnTo>
                  <a:lnTo>
                    <a:pt x="3344076" y="4629617"/>
                  </a:lnTo>
                  <a:lnTo>
                    <a:pt x="3301681" y="4657187"/>
                  </a:lnTo>
                  <a:lnTo>
                    <a:pt x="3240973" y="4697767"/>
                  </a:lnTo>
                  <a:lnTo>
                    <a:pt x="3182651" y="4737326"/>
                  </a:lnTo>
                  <a:lnTo>
                    <a:pt x="3142295" y="4764962"/>
                  </a:lnTo>
                  <a:lnTo>
                    <a:pt x="3101938" y="4792768"/>
                  </a:lnTo>
                  <a:lnTo>
                    <a:pt x="3061582" y="4820610"/>
                  </a:lnTo>
                  <a:lnTo>
                    <a:pt x="3003820" y="4860087"/>
                  </a:lnTo>
                  <a:lnTo>
                    <a:pt x="2943211" y="4900667"/>
                  </a:lnTo>
                  <a:lnTo>
                    <a:pt x="2900157" y="4928883"/>
                  </a:lnTo>
                  <a:lnTo>
                    <a:pt x="2859801" y="4954960"/>
                  </a:lnTo>
                  <a:lnTo>
                    <a:pt x="2817529" y="4981826"/>
                  </a:lnTo>
                  <a:lnTo>
                    <a:pt x="2751529" y="5022406"/>
                  </a:lnTo>
                  <a:lnTo>
                    <a:pt x="2698376" y="5053827"/>
                  </a:lnTo>
                  <a:lnTo>
                    <a:pt x="2658020" y="5077021"/>
                  </a:lnTo>
                  <a:lnTo>
                    <a:pt x="2610572" y="5103566"/>
                  </a:lnTo>
                  <a:lnTo>
                    <a:pt x="2536951" y="5142867"/>
                  </a:lnTo>
                  <a:lnTo>
                    <a:pt x="2496595" y="5163449"/>
                  </a:lnTo>
                  <a:lnTo>
                    <a:pt x="2453709" y="5184726"/>
                  </a:lnTo>
                  <a:lnTo>
                    <a:pt x="2375527" y="5221540"/>
                  </a:lnTo>
                  <a:lnTo>
                    <a:pt x="2335170" y="5239602"/>
                  </a:lnTo>
                  <a:lnTo>
                    <a:pt x="2273876" y="5265886"/>
                  </a:lnTo>
                  <a:lnTo>
                    <a:pt x="2214102" y="5290191"/>
                  </a:lnTo>
                  <a:lnTo>
                    <a:pt x="2172238" y="5306465"/>
                  </a:lnTo>
                  <a:lnTo>
                    <a:pt x="2093033" y="5335540"/>
                  </a:lnTo>
                  <a:lnTo>
                    <a:pt x="2052677" y="5349566"/>
                  </a:lnTo>
                  <a:lnTo>
                    <a:pt x="1971965" y="5376029"/>
                  </a:lnTo>
                  <a:lnTo>
                    <a:pt x="1931608" y="5388525"/>
                  </a:lnTo>
                  <a:lnTo>
                    <a:pt x="1850896" y="5412099"/>
                  </a:lnTo>
                  <a:lnTo>
                    <a:pt x="1791677" y="5428205"/>
                  </a:lnTo>
                  <a:lnTo>
                    <a:pt x="1729827" y="5444225"/>
                  </a:lnTo>
                  <a:lnTo>
                    <a:pt x="1649115" y="5463685"/>
                  </a:lnTo>
                  <a:lnTo>
                    <a:pt x="1608759" y="5472892"/>
                  </a:lnTo>
                  <a:lnTo>
                    <a:pt x="1528046" y="5490367"/>
                  </a:lnTo>
                  <a:lnTo>
                    <a:pt x="1447334" y="5506660"/>
                  </a:lnTo>
                  <a:lnTo>
                    <a:pt x="1406978" y="5514448"/>
                  </a:lnTo>
                  <a:lnTo>
                    <a:pt x="1326265" y="5529378"/>
                  </a:lnTo>
                  <a:lnTo>
                    <a:pt x="1245553" y="5543527"/>
                  </a:lnTo>
                  <a:lnTo>
                    <a:pt x="1205197" y="5550361"/>
                  </a:lnTo>
                  <a:lnTo>
                    <a:pt x="1124484" y="5563796"/>
                  </a:lnTo>
                  <a:lnTo>
                    <a:pt x="1043772" y="5576866"/>
                  </a:lnTo>
                  <a:lnTo>
                    <a:pt x="963060" y="5589720"/>
                  </a:lnTo>
                  <a:lnTo>
                    <a:pt x="922703" y="5596219"/>
                  </a:lnTo>
                  <a:lnTo>
                    <a:pt x="841991" y="5609307"/>
                  </a:lnTo>
                  <a:lnTo>
                    <a:pt x="761279" y="5622581"/>
                  </a:lnTo>
                  <a:lnTo>
                    <a:pt x="709719" y="5631105"/>
                  </a:lnTo>
                  <a:lnTo>
                    <a:pt x="640210" y="5643451"/>
                  </a:lnTo>
                  <a:lnTo>
                    <a:pt x="559498" y="5658101"/>
                  </a:lnTo>
                  <a:lnTo>
                    <a:pt x="485147" y="5671684"/>
                  </a:lnTo>
                  <a:lnTo>
                    <a:pt x="438429" y="5680967"/>
                  </a:lnTo>
                  <a:lnTo>
                    <a:pt x="357717" y="5695721"/>
                  </a:lnTo>
                  <a:lnTo>
                    <a:pt x="277004" y="5700599"/>
                  </a:lnTo>
                  <a:lnTo>
                    <a:pt x="236648" y="5670566"/>
                  </a:lnTo>
                  <a:lnTo>
                    <a:pt x="206749" y="5590525"/>
                  </a:lnTo>
                  <a:lnTo>
                    <a:pt x="195127" y="5549945"/>
                  </a:lnTo>
                  <a:lnTo>
                    <a:pt x="174657" y="5468785"/>
                  </a:lnTo>
                  <a:lnTo>
                    <a:pt x="155936" y="5394222"/>
                  </a:lnTo>
                  <a:lnTo>
                    <a:pt x="144842" y="5347045"/>
                  </a:lnTo>
                  <a:lnTo>
                    <a:pt x="125603" y="5265886"/>
                  </a:lnTo>
                  <a:lnTo>
                    <a:pt x="115579" y="5223080"/>
                  </a:lnTo>
                  <a:lnTo>
                    <a:pt x="97921" y="5144146"/>
                  </a:lnTo>
                  <a:lnTo>
                    <a:pt x="80472" y="5062986"/>
                  </a:lnTo>
                  <a:lnTo>
                    <a:pt x="72157" y="5022406"/>
                  </a:lnTo>
                  <a:lnTo>
                    <a:pt x="56502" y="4941247"/>
                  </a:lnTo>
                  <a:lnTo>
                    <a:pt x="42261" y="4860087"/>
                  </a:lnTo>
                  <a:lnTo>
                    <a:pt x="34867" y="4813693"/>
                  </a:lnTo>
                  <a:lnTo>
                    <a:pt x="24129" y="4738347"/>
                  </a:lnTo>
                  <a:lnTo>
                    <a:pt x="14513" y="4657187"/>
                  </a:lnTo>
                  <a:lnTo>
                    <a:pt x="7141" y="4576028"/>
                  </a:lnTo>
                  <a:lnTo>
                    <a:pt x="2232" y="4494868"/>
                  </a:lnTo>
                  <a:lnTo>
                    <a:pt x="0" y="4413708"/>
                  </a:lnTo>
                  <a:lnTo>
                    <a:pt x="663" y="4332548"/>
                  </a:lnTo>
                  <a:lnTo>
                    <a:pt x="4445" y="4251389"/>
                  </a:lnTo>
                  <a:lnTo>
                    <a:pt x="11586" y="4170229"/>
                  </a:lnTo>
                  <a:lnTo>
                    <a:pt x="22347" y="4089069"/>
                  </a:lnTo>
                  <a:lnTo>
                    <a:pt x="34867" y="4019030"/>
                  </a:lnTo>
                  <a:lnTo>
                    <a:pt x="45852" y="3967329"/>
                  </a:lnTo>
                  <a:lnTo>
                    <a:pt x="66878" y="3886170"/>
                  </a:lnTo>
                  <a:lnTo>
                    <a:pt x="79135" y="3845590"/>
                  </a:lnTo>
                  <a:lnTo>
                    <a:pt x="107343" y="3764430"/>
                  </a:lnTo>
                  <a:lnTo>
                    <a:pt x="123425" y="3723850"/>
                  </a:lnTo>
                  <a:lnTo>
                    <a:pt x="155936" y="3651017"/>
                  </a:lnTo>
                  <a:lnTo>
                    <a:pt x="180328" y="3602110"/>
                  </a:lnTo>
                  <a:lnTo>
                    <a:pt x="202444" y="3561531"/>
                  </a:lnTo>
                  <a:lnTo>
                    <a:pt x="236648" y="3504403"/>
                  </a:lnTo>
                  <a:lnTo>
                    <a:pt x="277004" y="3443452"/>
                  </a:lnTo>
                  <a:lnTo>
                    <a:pt x="309215" y="3399211"/>
                  </a:lnTo>
                  <a:lnTo>
                    <a:pt x="341132" y="3358631"/>
                  </a:lnTo>
                  <a:lnTo>
                    <a:pt x="375448" y="3318051"/>
                  </a:lnTo>
                  <a:lnTo>
                    <a:pt x="412369" y="3277471"/>
                  </a:lnTo>
                  <a:lnTo>
                    <a:pt x="452136" y="3236892"/>
                  </a:lnTo>
                  <a:lnTo>
                    <a:pt x="495031" y="3196312"/>
                  </a:lnTo>
                  <a:lnTo>
                    <a:pt x="541384" y="3155732"/>
                  </a:lnTo>
                  <a:lnTo>
                    <a:pt x="591574" y="3115152"/>
                  </a:lnTo>
                  <a:lnTo>
                    <a:pt x="640210" y="3078813"/>
                  </a:lnTo>
                  <a:lnTo>
                    <a:pt x="680566" y="3050705"/>
                  </a:lnTo>
                  <a:lnTo>
                    <a:pt x="720922" y="3024187"/>
                  </a:lnTo>
                  <a:lnTo>
                    <a:pt x="771020" y="2993412"/>
                  </a:lnTo>
                  <a:lnTo>
                    <a:pt x="841991" y="2953383"/>
                  </a:lnTo>
                  <a:lnTo>
                    <a:pt x="882347" y="2932407"/>
                  </a:lnTo>
                  <a:lnTo>
                    <a:pt x="923219" y="2912252"/>
                  </a:lnTo>
                  <a:lnTo>
                    <a:pt x="1003416" y="2875913"/>
                  </a:lnTo>
                  <a:lnTo>
                    <a:pt x="1043772" y="2859067"/>
                  </a:lnTo>
                  <a:lnTo>
                    <a:pt x="1116014" y="2831093"/>
                  </a:lnTo>
                  <a:lnTo>
                    <a:pt x="1164841" y="2813578"/>
                  </a:lnTo>
                  <a:lnTo>
                    <a:pt x="1234449" y="2790513"/>
                  </a:lnTo>
                  <a:lnTo>
                    <a:pt x="1285909" y="2774622"/>
                  </a:lnTo>
                  <a:lnTo>
                    <a:pt x="1366622" y="2751642"/>
                  </a:lnTo>
                  <a:lnTo>
                    <a:pt x="1406978" y="2740907"/>
                  </a:lnTo>
                  <a:lnTo>
                    <a:pt x="1487690" y="2720715"/>
                  </a:lnTo>
                  <a:lnTo>
                    <a:pt x="1535963" y="2709353"/>
                  </a:lnTo>
                  <a:lnTo>
                    <a:pt x="1608759" y="2692859"/>
                  </a:lnTo>
                  <a:lnTo>
                    <a:pt x="1689471" y="2675289"/>
                  </a:lnTo>
                  <a:lnTo>
                    <a:pt x="1729827" y="2666621"/>
                  </a:lnTo>
                  <a:lnTo>
                    <a:pt x="1810540" y="2649144"/>
                  </a:lnTo>
                  <a:lnTo>
                    <a:pt x="1891252" y="2630999"/>
                  </a:lnTo>
                  <a:lnTo>
                    <a:pt x="1931608" y="2621416"/>
                  </a:lnTo>
                  <a:lnTo>
                    <a:pt x="2012321" y="2600703"/>
                  </a:lnTo>
                  <a:lnTo>
                    <a:pt x="2058405" y="2587613"/>
                  </a:lnTo>
                  <a:lnTo>
                    <a:pt x="2133389" y="2563573"/>
                  </a:lnTo>
                  <a:lnTo>
                    <a:pt x="2178422" y="2547034"/>
                  </a:lnTo>
                  <a:lnTo>
                    <a:pt x="2254458" y="2514361"/>
                  </a:lnTo>
                  <a:lnTo>
                    <a:pt x="2294814" y="2493930"/>
                  </a:lnTo>
                  <a:lnTo>
                    <a:pt x="2343112" y="2465874"/>
                  </a:lnTo>
                  <a:lnTo>
                    <a:pt x="2401826" y="2425294"/>
                  </a:lnTo>
                  <a:lnTo>
                    <a:pt x="2450763" y="2384714"/>
                  </a:lnTo>
                  <a:lnTo>
                    <a:pt x="2492268" y="2344134"/>
                  </a:lnTo>
                  <a:lnTo>
                    <a:pt x="2528107" y="2303554"/>
                  </a:lnTo>
                  <a:lnTo>
                    <a:pt x="2559617" y="2262974"/>
                  </a:lnTo>
                  <a:lnTo>
                    <a:pt x="2587810" y="2222394"/>
                  </a:lnTo>
                  <a:lnTo>
                    <a:pt x="2617664" y="2174595"/>
                  </a:lnTo>
                  <a:lnTo>
                    <a:pt x="2658020" y="2100756"/>
                  </a:lnTo>
                  <a:lnTo>
                    <a:pt x="2677944" y="2060075"/>
                  </a:lnTo>
                  <a:lnTo>
                    <a:pt x="2698376" y="2016431"/>
                  </a:lnTo>
                  <a:lnTo>
                    <a:pt x="2732067" y="1938335"/>
                  </a:lnTo>
                  <a:lnTo>
                    <a:pt x="2748693" y="1897755"/>
                  </a:lnTo>
                  <a:lnTo>
                    <a:pt x="2779089" y="1821417"/>
                  </a:lnTo>
                  <a:lnTo>
                    <a:pt x="2796548" y="1776016"/>
                  </a:lnTo>
                  <a:lnTo>
                    <a:pt x="2819445" y="1717087"/>
                  </a:lnTo>
                  <a:lnTo>
                    <a:pt x="2843536" y="1654276"/>
                  </a:lnTo>
                  <a:lnTo>
                    <a:pt x="2859801" y="1612953"/>
                  </a:lnTo>
                  <a:lnTo>
                    <a:pt x="2891854" y="1532537"/>
                  </a:lnTo>
                  <a:lnTo>
                    <a:pt x="2908547" y="1491957"/>
                  </a:lnTo>
                  <a:lnTo>
                    <a:pt x="2940514" y="1417120"/>
                  </a:lnTo>
                  <a:lnTo>
                    <a:pt x="2961178" y="1370217"/>
                  </a:lnTo>
                  <a:lnTo>
                    <a:pt x="2980870" y="1327497"/>
                  </a:lnTo>
                  <a:lnTo>
                    <a:pt x="3018868" y="1248477"/>
                  </a:lnTo>
                  <a:lnTo>
                    <a:pt x="3039353" y="1207897"/>
                  </a:lnTo>
                  <a:lnTo>
                    <a:pt x="3061582" y="1165710"/>
                  </a:lnTo>
                  <a:lnTo>
                    <a:pt x="3101938" y="1092820"/>
                  </a:lnTo>
                  <a:lnTo>
                    <a:pt x="3129486" y="1045578"/>
                  </a:lnTo>
                  <a:lnTo>
                    <a:pt x="3154257" y="1004998"/>
                  </a:lnTo>
                  <a:lnTo>
                    <a:pt x="3182651" y="960460"/>
                  </a:lnTo>
                  <a:lnTo>
                    <a:pt x="3223007" y="900281"/>
                  </a:lnTo>
                  <a:lnTo>
                    <a:pt x="3263363" y="843379"/>
                  </a:lnTo>
                  <a:lnTo>
                    <a:pt x="3294166" y="802099"/>
                  </a:lnTo>
                  <a:lnTo>
                    <a:pt x="3325770" y="761519"/>
                  </a:lnTo>
                  <a:lnTo>
                    <a:pt x="3358740" y="720939"/>
                  </a:lnTo>
                  <a:lnTo>
                    <a:pt x="3393140" y="680359"/>
                  </a:lnTo>
                  <a:lnTo>
                    <a:pt x="3429042" y="639779"/>
                  </a:lnTo>
                  <a:lnTo>
                    <a:pt x="3466528" y="599199"/>
                  </a:lnTo>
                  <a:lnTo>
                    <a:pt x="3505687" y="558619"/>
                  </a:lnTo>
                  <a:lnTo>
                    <a:pt x="3546611" y="518039"/>
                  </a:lnTo>
                  <a:lnTo>
                    <a:pt x="3589402" y="477460"/>
                  </a:lnTo>
                  <a:lnTo>
                    <a:pt x="3634163" y="436880"/>
                  </a:lnTo>
                  <a:lnTo>
                    <a:pt x="3680997" y="396300"/>
                  </a:lnTo>
                  <a:lnTo>
                    <a:pt x="3730009" y="355720"/>
                  </a:lnTo>
                  <a:lnTo>
                    <a:pt x="3781296" y="315140"/>
                  </a:lnTo>
                  <a:lnTo>
                    <a:pt x="3828350" y="279471"/>
                  </a:lnTo>
                  <a:lnTo>
                    <a:pt x="3868706" y="250008"/>
                  </a:lnTo>
                  <a:lnTo>
                    <a:pt x="3909062" y="221528"/>
                  </a:lnTo>
                  <a:lnTo>
                    <a:pt x="3950298" y="193400"/>
                  </a:lnTo>
                  <a:lnTo>
                    <a:pt x="4012193" y="152821"/>
                  </a:lnTo>
                  <a:lnTo>
                    <a:pt x="4070487" y="116141"/>
                  </a:lnTo>
                  <a:lnTo>
                    <a:pt x="4110843" y="91631"/>
                  </a:lnTo>
                  <a:lnTo>
                    <a:pt x="4151200" y="67857"/>
                  </a:lnTo>
                  <a:lnTo>
                    <a:pt x="4215842" y="31081"/>
                  </a:lnTo>
                  <a:lnTo>
                    <a:pt x="4272268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0" y="5791068"/>
              <a:ext cx="1059101" cy="1026352"/>
            </a:xfrm>
            <a:custGeom>
              <a:avLst/>
              <a:gdLst/>
              <a:ahLst/>
              <a:cxnLst/>
              <a:rect l="l" t="t" r="r" b="b"/>
              <a:pathLst>
                <a:path w="1059101" h="1026352">
                  <a:moveTo>
                    <a:pt x="0" y="835163"/>
                  </a:moveTo>
                  <a:lnTo>
                    <a:pt x="7862" y="782873"/>
                  </a:lnTo>
                  <a:lnTo>
                    <a:pt x="28877" y="701713"/>
                  </a:lnTo>
                  <a:lnTo>
                    <a:pt x="43170" y="661133"/>
                  </a:lnTo>
                  <a:lnTo>
                    <a:pt x="80355" y="579973"/>
                  </a:lnTo>
                  <a:lnTo>
                    <a:pt x="103715" y="539394"/>
                  </a:lnTo>
                  <a:lnTo>
                    <a:pt x="129731" y="498814"/>
                  </a:lnTo>
                  <a:lnTo>
                    <a:pt x="161425" y="455021"/>
                  </a:lnTo>
                  <a:lnTo>
                    <a:pt x="201781" y="406450"/>
                  </a:lnTo>
                  <a:lnTo>
                    <a:pt x="242137" y="363445"/>
                  </a:lnTo>
                  <a:lnTo>
                    <a:pt x="282493" y="324846"/>
                  </a:lnTo>
                  <a:lnTo>
                    <a:pt x="322850" y="289839"/>
                  </a:lnTo>
                  <a:lnTo>
                    <a:pt x="366749" y="255334"/>
                  </a:lnTo>
                  <a:lnTo>
                    <a:pt x="424344" y="214754"/>
                  </a:lnTo>
                  <a:lnTo>
                    <a:pt x="484274" y="176297"/>
                  </a:lnTo>
                  <a:lnTo>
                    <a:pt x="524631" y="152927"/>
                  </a:lnTo>
                  <a:lnTo>
                    <a:pt x="564987" y="131222"/>
                  </a:lnTo>
                  <a:lnTo>
                    <a:pt x="643869" y="93015"/>
                  </a:lnTo>
                  <a:lnTo>
                    <a:pt x="686055" y="74327"/>
                  </a:lnTo>
                  <a:lnTo>
                    <a:pt x="742751" y="52435"/>
                  </a:lnTo>
                  <a:lnTo>
                    <a:pt x="807124" y="28795"/>
                  </a:lnTo>
                  <a:lnTo>
                    <a:pt x="869765" y="11855"/>
                  </a:lnTo>
                  <a:lnTo>
                    <a:pt x="928193" y="0"/>
                  </a:lnTo>
                  <a:lnTo>
                    <a:pt x="972584" y="11855"/>
                  </a:lnTo>
                  <a:lnTo>
                    <a:pt x="1008905" y="79906"/>
                  </a:lnTo>
                  <a:lnTo>
                    <a:pt x="1020623" y="133595"/>
                  </a:lnTo>
                  <a:lnTo>
                    <a:pt x="1035085" y="214754"/>
                  </a:lnTo>
                  <a:lnTo>
                    <a:pt x="1046192" y="295914"/>
                  </a:lnTo>
                  <a:lnTo>
                    <a:pt x="1050469" y="336494"/>
                  </a:lnTo>
                  <a:lnTo>
                    <a:pt x="1056370" y="417654"/>
                  </a:lnTo>
                  <a:lnTo>
                    <a:pt x="1059101" y="498814"/>
                  </a:lnTo>
                  <a:lnTo>
                    <a:pt x="1058276" y="579973"/>
                  </a:lnTo>
                  <a:lnTo>
                    <a:pt x="1053488" y="661133"/>
                  </a:lnTo>
                  <a:lnTo>
                    <a:pt x="1049261" y="703330"/>
                  </a:lnTo>
                  <a:lnTo>
                    <a:pt x="1037267" y="782873"/>
                  </a:lnTo>
                  <a:lnTo>
                    <a:pt x="1019702" y="864033"/>
                  </a:lnTo>
                  <a:lnTo>
                    <a:pt x="1008739" y="904612"/>
                  </a:lnTo>
                  <a:lnTo>
                    <a:pt x="980496" y="985772"/>
                  </a:lnTo>
                  <a:lnTo>
                    <a:pt x="963410" y="102635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1145761" y="279"/>
              <a:ext cx="6077999" cy="5201823"/>
            </a:xfrm>
            <a:custGeom>
              <a:avLst/>
              <a:gdLst/>
              <a:ahLst/>
              <a:cxnLst/>
              <a:rect l="l" t="t" r="r" b="b"/>
              <a:pathLst>
                <a:path w="6077999" h="5201823">
                  <a:moveTo>
                    <a:pt x="6077999" y="4737103"/>
                  </a:moveTo>
                  <a:lnTo>
                    <a:pt x="6035940" y="4747567"/>
                  </a:lnTo>
                  <a:lnTo>
                    <a:pt x="5956930" y="4761542"/>
                  </a:lnTo>
                  <a:lnTo>
                    <a:pt x="5876218" y="4769147"/>
                  </a:lnTo>
                  <a:lnTo>
                    <a:pt x="5795506" y="4770398"/>
                  </a:lnTo>
                  <a:lnTo>
                    <a:pt x="5714793" y="4765646"/>
                  </a:lnTo>
                  <a:lnTo>
                    <a:pt x="5634081" y="4755240"/>
                  </a:lnTo>
                  <a:lnTo>
                    <a:pt x="5591540" y="4747567"/>
                  </a:lnTo>
                  <a:lnTo>
                    <a:pt x="5513012" y="4729302"/>
                  </a:lnTo>
                  <a:lnTo>
                    <a:pt x="5436478" y="4706987"/>
                  </a:lnTo>
                  <a:lnTo>
                    <a:pt x="5391944" y="4691799"/>
                  </a:lnTo>
                  <a:lnTo>
                    <a:pt x="5325209" y="4666407"/>
                  </a:lnTo>
                  <a:lnTo>
                    <a:pt x="5270875" y="4643326"/>
                  </a:lnTo>
                  <a:lnTo>
                    <a:pt x="5230519" y="4624992"/>
                  </a:lnTo>
                  <a:lnTo>
                    <a:pt x="5150561" y="4585248"/>
                  </a:lnTo>
                  <a:lnTo>
                    <a:pt x="5109450" y="4563138"/>
                  </a:lnTo>
                  <a:lnTo>
                    <a:pt x="5069094" y="4540681"/>
                  </a:lnTo>
                  <a:lnTo>
                    <a:pt x="5006679" y="4504088"/>
                  </a:lnTo>
                  <a:lnTo>
                    <a:pt x="4948025" y="4468059"/>
                  </a:lnTo>
                  <a:lnTo>
                    <a:pt x="4907669" y="4442388"/>
                  </a:lnTo>
                  <a:lnTo>
                    <a:pt x="4867313" y="4416280"/>
                  </a:lnTo>
                  <a:lnTo>
                    <a:pt x="4815884" y="4382348"/>
                  </a:lnTo>
                  <a:lnTo>
                    <a:pt x="4755364" y="4341768"/>
                  </a:lnTo>
                  <a:lnTo>
                    <a:pt x="4705888" y="4308317"/>
                  </a:lnTo>
                  <a:lnTo>
                    <a:pt x="4665532" y="4281045"/>
                  </a:lnTo>
                  <a:lnTo>
                    <a:pt x="4625176" y="4253958"/>
                  </a:lnTo>
                  <a:lnTo>
                    <a:pt x="4574072" y="4220029"/>
                  </a:lnTo>
                  <a:lnTo>
                    <a:pt x="4511791" y="4179449"/>
                  </a:lnTo>
                  <a:lnTo>
                    <a:pt x="4463751" y="4148934"/>
                  </a:lnTo>
                  <a:lnTo>
                    <a:pt x="4423395" y="4124000"/>
                  </a:lnTo>
                  <a:lnTo>
                    <a:pt x="4380569" y="4098289"/>
                  </a:lnTo>
                  <a:lnTo>
                    <a:pt x="4309972" y="4057709"/>
                  </a:lnTo>
                  <a:lnTo>
                    <a:pt x="4261970" y="4031445"/>
                  </a:lnTo>
                  <a:lnTo>
                    <a:pt x="4221614" y="4010272"/>
                  </a:lnTo>
                  <a:lnTo>
                    <a:pt x="4153630" y="3976549"/>
                  </a:lnTo>
                  <a:lnTo>
                    <a:pt x="4100545" y="3951788"/>
                  </a:lnTo>
                  <a:lnTo>
                    <a:pt x="4060189" y="3933927"/>
                  </a:lnTo>
                  <a:lnTo>
                    <a:pt x="3979477" y="3900785"/>
                  </a:lnTo>
                  <a:lnTo>
                    <a:pt x="3939120" y="3885468"/>
                  </a:lnTo>
                  <a:lnTo>
                    <a:pt x="3858408" y="3857242"/>
                  </a:lnTo>
                  <a:lnTo>
                    <a:pt x="3818052" y="3844427"/>
                  </a:lnTo>
                  <a:lnTo>
                    <a:pt x="3737339" y="3821256"/>
                  </a:lnTo>
                  <a:lnTo>
                    <a:pt x="3696983" y="3810978"/>
                  </a:lnTo>
                  <a:lnTo>
                    <a:pt x="3616271" y="3793292"/>
                  </a:lnTo>
                  <a:lnTo>
                    <a:pt x="3535558" y="3779633"/>
                  </a:lnTo>
                  <a:lnTo>
                    <a:pt x="3485653" y="3773650"/>
                  </a:lnTo>
                  <a:lnTo>
                    <a:pt x="3414490" y="3768407"/>
                  </a:lnTo>
                  <a:lnTo>
                    <a:pt x="3333777" y="3768709"/>
                  </a:lnTo>
                  <a:lnTo>
                    <a:pt x="3279559" y="3773650"/>
                  </a:lnTo>
                  <a:lnTo>
                    <a:pt x="3212709" y="3785456"/>
                  </a:lnTo>
                  <a:lnTo>
                    <a:pt x="3131996" y="3811718"/>
                  </a:lnTo>
                  <a:lnTo>
                    <a:pt x="3091640" y="3830698"/>
                  </a:lnTo>
                  <a:lnTo>
                    <a:pt x="3050846" y="3854810"/>
                  </a:lnTo>
                  <a:lnTo>
                    <a:pt x="2996369" y="3895390"/>
                  </a:lnTo>
                  <a:lnTo>
                    <a:pt x="2951506" y="3935970"/>
                  </a:lnTo>
                  <a:lnTo>
                    <a:pt x="2912427" y="3976549"/>
                  </a:lnTo>
                  <a:lnTo>
                    <a:pt x="2876933" y="4017129"/>
                  </a:lnTo>
                  <a:lnTo>
                    <a:pt x="2843670" y="4057709"/>
                  </a:lnTo>
                  <a:lnTo>
                    <a:pt x="2809147" y="4101675"/>
                  </a:lnTo>
                  <a:lnTo>
                    <a:pt x="2768791" y="4154652"/>
                  </a:lnTo>
                  <a:lnTo>
                    <a:pt x="2728434" y="4208389"/>
                  </a:lnTo>
                  <a:lnTo>
                    <a:pt x="2689093" y="4260609"/>
                  </a:lnTo>
                  <a:lnTo>
                    <a:pt x="2657893" y="4301188"/>
                  </a:lnTo>
                  <a:lnTo>
                    <a:pt x="2625896" y="4341768"/>
                  </a:lnTo>
                  <a:lnTo>
                    <a:pt x="2592948" y="4382348"/>
                  </a:lnTo>
                  <a:lnTo>
                    <a:pt x="2558899" y="4422928"/>
                  </a:lnTo>
                  <a:lnTo>
                    <a:pt x="2523594" y="4463508"/>
                  </a:lnTo>
                  <a:lnTo>
                    <a:pt x="2486297" y="4504701"/>
                  </a:lnTo>
                  <a:lnTo>
                    <a:pt x="2445941" y="4547335"/>
                  </a:lnTo>
                  <a:lnTo>
                    <a:pt x="2405585" y="4588045"/>
                  </a:lnTo>
                  <a:lnTo>
                    <a:pt x="2365228" y="4626887"/>
                  </a:lnTo>
                  <a:lnTo>
                    <a:pt x="2322044" y="4666407"/>
                  </a:lnTo>
                  <a:lnTo>
                    <a:pt x="2275192" y="4706987"/>
                  </a:lnTo>
                  <a:lnTo>
                    <a:pt x="2225508" y="4747567"/>
                  </a:lnTo>
                  <a:lnTo>
                    <a:pt x="2172635" y="4788147"/>
                  </a:lnTo>
                  <a:lnTo>
                    <a:pt x="2123091" y="4823808"/>
                  </a:lnTo>
                  <a:lnTo>
                    <a:pt x="2082735" y="4851249"/>
                  </a:lnTo>
                  <a:lnTo>
                    <a:pt x="2042379" y="4877496"/>
                  </a:lnTo>
                  <a:lnTo>
                    <a:pt x="1989534" y="4909887"/>
                  </a:lnTo>
                  <a:lnTo>
                    <a:pt x="1921310" y="4948583"/>
                  </a:lnTo>
                  <a:lnTo>
                    <a:pt x="1880954" y="4969798"/>
                  </a:lnTo>
                  <a:lnTo>
                    <a:pt x="1838682" y="4991046"/>
                  </a:lnTo>
                  <a:lnTo>
                    <a:pt x="1759885" y="5027321"/>
                  </a:lnTo>
                  <a:lnTo>
                    <a:pt x="1719529" y="5044369"/>
                  </a:lnTo>
                  <a:lnTo>
                    <a:pt x="1648261" y="5072206"/>
                  </a:lnTo>
                  <a:lnTo>
                    <a:pt x="1598461" y="5089896"/>
                  </a:lnTo>
                  <a:lnTo>
                    <a:pt x="1527449" y="5112786"/>
                  </a:lnTo>
                  <a:lnTo>
                    <a:pt x="1477392" y="5127295"/>
                  </a:lnTo>
                  <a:lnTo>
                    <a:pt x="1396680" y="5147966"/>
                  </a:lnTo>
                  <a:lnTo>
                    <a:pt x="1356323" y="5157049"/>
                  </a:lnTo>
                  <a:lnTo>
                    <a:pt x="1275611" y="5172690"/>
                  </a:lnTo>
                  <a:lnTo>
                    <a:pt x="1194899" y="5185127"/>
                  </a:lnTo>
                  <a:lnTo>
                    <a:pt x="1117491" y="5193946"/>
                  </a:lnTo>
                  <a:lnTo>
                    <a:pt x="1073830" y="5197574"/>
                  </a:lnTo>
                  <a:lnTo>
                    <a:pt x="993118" y="5201541"/>
                  </a:lnTo>
                  <a:lnTo>
                    <a:pt x="912405" y="5201823"/>
                  </a:lnTo>
                  <a:lnTo>
                    <a:pt x="831693" y="5198067"/>
                  </a:lnTo>
                  <a:lnTo>
                    <a:pt x="786318" y="5193946"/>
                  </a:lnTo>
                  <a:lnTo>
                    <a:pt x="710624" y="5183626"/>
                  </a:lnTo>
                  <a:lnTo>
                    <a:pt x="629912" y="5166979"/>
                  </a:lnTo>
                  <a:lnTo>
                    <a:pt x="580508" y="5153366"/>
                  </a:lnTo>
                  <a:lnTo>
                    <a:pt x="508843" y="5128326"/>
                  </a:lnTo>
                  <a:lnTo>
                    <a:pt x="468487" y="5110899"/>
                  </a:lnTo>
                  <a:lnTo>
                    <a:pt x="396142" y="5072206"/>
                  </a:lnTo>
                  <a:lnTo>
                    <a:pt x="347418" y="5039854"/>
                  </a:lnTo>
                  <a:lnTo>
                    <a:pt x="307062" y="5008176"/>
                  </a:lnTo>
                  <a:lnTo>
                    <a:pt x="266706" y="4971286"/>
                  </a:lnTo>
                  <a:lnTo>
                    <a:pt x="226350" y="4928062"/>
                  </a:lnTo>
                  <a:lnTo>
                    <a:pt x="185994" y="4877004"/>
                  </a:lnTo>
                  <a:lnTo>
                    <a:pt x="153589" y="4828727"/>
                  </a:lnTo>
                  <a:lnTo>
                    <a:pt x="129868" y="4788147"/>
                  </a:lnTo>
                  <a:lnTo>
                    <a:pt x="105281" y="4740188"/>
                  </a:lnTo>
                  <a:lnTo>
                    <a:pt x="73713" y="4666407"/>
                  </a:lnTo>
                  <a:lnTo>
                    <a:pt x="59171" y="4625828"/>
                  </a:lnTo>
                  <a:lnTo>
                    <a:pt x="35430" y="4544668"/>
                  </a:lnTo>
                  <a:lnTo>
                    <a:pt x="24569" y="4497105"/>
                  </a:lnTo>
                  <a:lnTo>
                    <a:pt x="11640" y="4422928"/>
                  </a:lnTo>
                  <a:lnTo>
                    <a:pt x="3042" y="4341768"/>
                  </a:lnTo>
                  <a:lnTo>
                    <a:pt x="0" y="4260609"/>
                  </a:lnTo>
                  <a:lnTo>
                    <a:pt x="2479" y="4179449"/>
                  </a:lnTo>
                  <a:lnTo>
                    <a:pt x="10542" y="4098289"/>
                  </a:lnTo>
                  <a:lnTo>
                    <a:pt x="24346" y="4017129"/>
                  </a:lnTo>
                  <a:lnTo>
                    <a:pt x="33538" y="3976549"/>
                  </a:lnTo>
                  <a:lnTo>
                    <a:pt x="56590" y="3895390"/>
                  </a:lnTo>
                  <a:lnTo>
                    <a:pt x="70591" y="3854810"/>
                  </a:lnTo>
                  <a:lnTo>
                    <a:pt x="103908" y="3773650"/>
                  </a:lnTo>
                  <a:lnTo>
                    <a:pt x="123467" y="3733070"/>
                  </a:lnTo>
                  <a:lnTo>
                    <a:pt x="145637" y="3691306"/>
                  </a:lnTo>
                  <a:lnTo>
                    <a:pt x="185994" y="3624763"/>
                  </a:lnTo>
                  <a:lnTo>
                    <a:pt x="223253" y="3570751"/>
                  </a:lnTo>
                  <a:lnTo>
                    <a:pt x="254543" y="3530171"/>
                  </a:lnTo>
                  <a:lnTo>
                    <a:pt x="288766" y="3489591"/>
                  </a:lnTo>
                  <a:lnTo>
                    <a:pt x="326243" y="3449011"/>
                  </a:lnTo>
                  <a:lnTo>
                    <a:pt x="367363" y="3408431"/>
                  </a:lnTo>
                  <a:lnTo>
                    <a:pt x="412588" y="3367851"/>
                  </a:lnTo>
                  <a:lnTo>
                    <a:pt x="462466" y="3327271"/>
                  </a:lnTo>
                  <a:lnTo>
                    <a:pt x="508843" y="3293046"/>
                  </a:lnTo>
                  <a:lnTo>
                    <a:pt x="549199" y="3265685"/>
                  </a:lnTo>
                  <a:lnTo>
                    <a:pt x="589556" y="3240187"/>
                  </a:lnTo>
                  <a:lnTo>
                    <a:pt x="649975" y="3205532"/>
                  </a:lnTo>
                  <a:lnTo>
                    <a:pt x="710624" y="3174266"/>
                  </a:lnTo>
                  <a:lnTo>
                    <a:pt x="750980" y="3155296"/>
                  </a:lnTo>
                  <a:lnTo>
                    <a:pt x="823828" y="3124372"/>
                  </a:lnTo>
                  <a:lnTo>
                    <a:pt x="872049" y="3106055"/>
                  </a:lnTo>
                  <a:lnTo>
                    <a:pt x="937132" y="3083792"/>
                  </a:lnTo>
                  <a:lnTo>
                    <a:pt x="993118" y="3066659"/>
                  </a:lnTo>
                  <a:lnTo>
                    <a:pt x="1073830" y="3045000"/>
                  </a:lnTo>
                  <a:lnTo>
                    <a:pt x="1114186" y="3035464"/>
                  </a:lnTo>
                  <a:lnTo>
                    <a:pt x="1194899" y="3018595"/>
                  </a:lnTo>
                  <a:lnTo>
                    <a:pt x="1275611" y="3004343"/>
                  </a:lnTo>
                  <a:lnTo>
                    <a:pt x="1315967" y="2998148"/>
                  </a:lnTo>
                  <a:lnTo>
                    <a:pt x="1396680" y="2987343"/>
                  </a:lnTo>
                  <a:lnTo>
                    <a:pt x="1477392" y="2978318"/>
                  </a:lnTo>
                  <a:lnTo>
                    <a:pt x="1558104" y="2970711"/>
                  </a:lnTo>
                  <a:lnTo>
                    <a:pt x="1638817" y="2964115"/>
                  </a:lnTo>
                  <a:lnTo>
                    <a:pt x="1679173" y="2961061"/>
                  </a:lnTo>
                  <a:lnTo>
                    <a:pt x="1759885" y="2955120"/>
                  </a:lnTo>
                  <a:lnTo>
                    <a:pt x="1840598" y="2948809"/>
                  </a:lnTo>
                  <a:lnTo>
                    <a:pt x="1921310" y="2941307"/>
                  </a:lnTo>
                  <a:lnTo>
                    <a:pt x="2002023" y="2931494"/>
                  </a:lnTo>
                  <a:lnTo>
                    <a:pt x="2063247" y="2921472"/>
                  </a:lnTo>
                  <a:lnTo>
                    <a:pt x="2123091" y="2908793"/>
                  </a:lnTo>
                  <a:lnTo>
                    <a:pt x="2203804" y="2884273"/>
                  </a:lnTo>
                  <a:lnTo>
                    <a:pt x="2244160" y="2867518"/>
                  </a:lnTo>
                  <a:lnTo>
                    <a:pt x="2294509" y="2840313"/>
                  </a:lnTo>
                  <a:lnTo>
                    <a:pt x="2349413" y="2799733"/>
                  </a:lnTo>
                  <a:lnTo>
                    <a:pt x="2389791" y="2759153"/>
                  </a:lnTo>
                  <a:lnTo>
                    <a:pt x="2421146" y="2718573"/>
                  </a:lnTo>
                  <a:lnTo>
                    <a:pt x="2446607" y="2677993"/>
                  </a:lnTo>
                  <a:lnTo>
                    <a:pt x="2485330" y="2596833"/>
                  </a:lnTo>
                  <a:lnTo>
                    <a:pt x="2500565" y="2556254"/>
                  </a:lnTo>
                  <a:lnTo>
                    <a:pt x="2526297" y="2475094"/>
                  </a:lnTo>
                  <a:lnTo>
                    <a:pt x="2537146" y="2434514"/>
                  </a:lnTo>
                  <a:lnTo>
                    <a:pt x="2556617" y="2353354"/>
                  </a:lnTo>
                  <a:lnTo>
                    <a:pt x="2567010" y="2306232"/>
                  </a:lnTo>
                  <a:lnTo>
                    <a:pt x="2582226" y="2231614"/>
                  </a:lnTo>
                  <a:lnTo>
                    <a:pt x="2598337" y="2150455"/>
                  </a:lnTo>
                  <a:lnTo>
                    <a:pt x="2607366" y="2105230"/>
                  </a:lnTo>
                  <a:lnTo>
                    <a:pt x="2622632" y="2028715"/>
                  </a:lnTo>
                  <a:lnTo>
                    <a:pt x="2639735" y="1947555"/>
                  </a:lnTo>
                  <a:lnTo>
                    <a:pt x="2648740" y="1906975"/>
                  </a:lnTo>
                  <a:lnTo>
                    <a:pt x="2667669" y="1825816"/>
                  </a:lnTo>
                  <a:lnTo>
                    <a:pt x="2688078" y="1746160"/>
                  </a:lnTo>
                  <a:lnTo>
                    <a:pt x="2699523" y="1704076"/>
                  </a:lnTo>
                  <a:lnTo>
                    <a:pt x="2723466" y="1622916"/>
                  </a:lnTo>
                  <a:lnTo>
                    <a:pt x="2736342" y="1582336"/>
                  </a:lnTo>
                  <a:lnTo>
                    <a:pt x="2764165" y="1501177"/>
                  </a:lnTo>
                  <a:lnTo>
                    <a:pt x="2779155" y="1460597"/>
                  </a:lnTo>
                  <a:lnTo>
                    <a:pt x="2809147" y="1385418"/>
                  </a:lnTo>
                  <a:lnTo>
                    <a:pt x="2829038" y="1338857"/>
                  </a:lnTo>
                  <a:lnTo>
                    <a:pt x="2849503" y="1293992"/>
                  </a:lnTo>
                  <a:lnTo>
                    <a:pt x="2887150" y="1217117"/>
                  </a:lnTo>
                  <a:lnTo>
                    <a:pt x="2908537" y="1176538"/>
                  </a:lnTo>
                  <a:lnTo>
                    <a:pt x="2931051" y="1135958"/>
                  </a:lnTo>
                  <a:lnTo>
                    <a:pt x="2970572" y="1069418"/>
                  </a:lnTo>
                  <a:lnTo>
                    <a:pt x="3005719" y="1014218"/>
                  </a:lnTo>
                  <a:lnTo>
                    <a:pt x="3033211" y="973638"/>
                  </a:lnTo>
                  <a:lnTo>
                    <a:pt x="3062110" y="933058"/>
                  </a:lnTo>
                  <a:lnTo>
                    <a:pt x="3092479" y="892478"/>
                  </a:lnTo>
                  <a:lnTo>
                    <a:pt x="3131996" y="842651"/>
                  </a:lnTo>
                  <a:lnTo>
                    <a:pt x="3172353" y="794727"/>
                  </a:lnTo>
                  <a:lnTo>
                    <a:pt x="3212709" y="749505"/>
                  </a:lnTo>
                  <a:lnTo>
                    <a:pt x="3253065" y="706733"/>
                  </a:lnTo>
                  <a:lnTo>
                    <a:pt x="3293421" y="666184"/>
                  </a:lnTo>
                  <a:lnTo>
                    <a:pt x="3333777" y="627661"/>
                  </a:lnTo>
                  <a:lnTo>
                    <a:pt x="3374134" y="590986"/>
                  </a:lnTo>
                  <a:lnTo>
                    <a:pt x="3414490" y="556010"/>
                  </a:lnTo>
                  <a:lnTo>
                    <a:pt x="3454846" y="522598"/>
                  </a:lnTo>
                  <a:lnTo>
                    <a:pt x="3500384" y="486680"/>
                  </a:lnTo>
                  <a:lnTo>
                    <a:pt x="3554648" y="446100"/>
                  </a:lnTo>
                  <a:lnTo>
                    <a:pt x="3611965" y="405520"/>
                  </a:lnTo>
                  <a:lnTo>
                    <a:pt x="3656627" y="375455"/>
                  </a:lnTo>
                  <a:lnTo>
                    <a:pt x="3696983" y="349389"/>
                  </a:lnTo>
                  <a:lnTo>
                    <a:pt x="3737339" y="324295"/>
                  </a:lnTo>
                  <a:lnTo>
                    <a:pt x="3805843" y="283780"/>
                  </a:lnTo>
                  <a:lnTo>
                    <a:pt x="3858408" y="254145"/>
                  </a:lnTo>
                  <a:lnTo>
                    <a:pt x="3898764" y="232319"/>
                  </a:lnTo>
                  <a:lnTo>
                    <a:pt x="3956082" y="202620"/>
                  </a:lnTo>
                  <a:lnTo>
                    <a:pt x="4019833" y="170901"/>
                  </a:lnTo>
                  <a:lnTo>
                    <a:pt x="4060189" y="151646"/>
                  </a:lnTo>
                  <a:lnTo>
                    <a:pt x="4126141" y="121461"/>
                  </a:lnTo>
                  <a:lnTo>
                    <a:pt x="4181258" y="97084"/>
                  </a:lnTo>
                  <a:lnTo>
                    <a:pt x="4221614" y="79900"/>
                  </a:lnTo>
                  <a:lnTo>
                    <a:pt x="4302326" y="46752"/>
                  </a:lnTo>
                  <a:lnTo>
                    <a:pt x="4342682" y="30782"/>
                  </a:lnTo>
                  <a:lnTo>
                    <a:pt x="4423395" y="0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1540606" y="3338605"/>
              <a:ext cx="1838982" cy="1513197"/>
            </a:xfrm>
            <a:custGeom>
              <a:avLst/>
              <a:gdLst/>
              <a:ahLst/>
              <a:cxnLst/>
              <a:rect l="l" t="t" r="r" b="b"/>
              <a:pathLst>
                <a:path w="1838982" h="1513197">
                  <a:moveTo>
                    <a:pt x="754894" y="29525"/>
                  </a:moveTo>
                  <a:lnTo>
                    <a:pt x="800054" y="20658"/>
                  </a:lnTo>
                  <a:lnTo>
                    <a:pt x="880766" y="8880"/>
                  </a:lnTo>
                  <a:lnTo>
                    <a:pt x="961478" y="2028"/>
                  </a:lnTo>
                  <a:lnTo>
                    <a:pt x="1042191" y="0"/>
                  </a:lnTo>
                  <a:lnTo>
                    <a:pt x="1122903" y="2768"/>
                  </a:lnTo>
                  <a:lnTo>
                    <a:pt x="1203616" y="10387"/>
                  </a:lnTo>
                  <a:lnTo>
                    <a:pt x="1284328" y="23027"/>
                  </a:lnTo>
                  <a:lnTo>
                    <a:pt x="1324684" y="31398"/>
                  </a:lnTo>
                  <a:lnTo>
                    <a:pt x="1405397" y="53108"/>
                  </a:lnTo>
                  <a:lnTo>
                    <a:pt x="1456053" y="70105"/>
                  </a:lnTo>
                  <a:lnTo>
                    <a:pt x="1526465" y="99749"/>
                  </a:lnTo>
                  <a:lnTo>
                    <a:pt x="1566821" y="120332"/>
                  </a:lnTo>
                  <a:lnTo>
                    <a:pt x="1618030" y="151265"/>
                  </a:lnTo>
                  <a:lnTo>
                    <a:pt x="1671643" y="191845"/>
                  </a:lnTo>
                  <a:lnTo>
                    <a:pt x="1714063" y="232425"/>
                  </a:lnTo>
                  <a:lnTo>
                    <a:pt x="1747841" y="273004"/>
                  </a:lnTo>
                  <a:lnTo>
                    <a:pt x="1774698" y="313584"/>
                  </a:lnTo>
                  <a:lnTo>
                    <a:pt x="1808959" y="386617"/>
                  </a:lnTo>
                  <a:lnTo>
                    <a:pt x="1824184" y="435324"/>
                  </a:lnTo>
                  <a:lnTo>
                    <a:pt x="1837661" y="516484"/>
                  </a:lnTo>
                  <a:lnTo>
                    <a:pt x="1838982" y="597644"/>
                  </a:lnTo>
                  <a:lnTo>
                    <a:pt x="1829707" y="678803"/>
                  </a:lnTo>
                  <a:lnTo>
                    <a:pt x="1810669" y="759963"/>
                  </a:lnTo>
                  <a:lnTo>
                    <a:pt x="1797557" y="800543"/>
                  </a:lnTo>
                  <a:lnTo>
                    <a:pt x="1768602" y="871718"/>
                  </a:lnTo>
                  <a:lnTo>
                    <a:pt x="1743820" y="922283"/>
                  </a:lnTo>
                  <a:lnTo>
                    <a:pt x="1720894" y="962862"/>
                  </a:lnTo>
                  <a:lnTo>
                    <a:pt x="1687890" y="1014002"/>
                  </a:lnTo>
                  <a:lnTo>
                    <a:pt x="1647534" y="1068808"/>
                  </a:lnTo>
                  <a:lnTo>
                    <a:pt x="1607178" y="1117186"/>
                  </a:lnTo>
                  <a:lnTo>
                    <a:pt x="1566821" y="1160296"/>
                  </a:lnTo>
                  <a:lnTo>
                    <a:pt x="1526465" y="1199056"/>
                  </a:lnTo>
                  <a:lnTo>
                    <a:pt x="1486109" y="1234190"/>
                  </a:lnTo>
                  <a:lnTo>
                    <a:pt x="1445753" y="1266272"/>
                  </a:lnTo>
                  <a:lnTo>
                    <a:pt x="1405397" y="1295751"/>
                  </a:lnTo>
                  <a:lnTo>
                    <a:pt x="1356550" y="1328081"/>
                  </a:lnTo>
                  <a:lnTo>
                    <a:pt x="1286795" y="1368661"/>
                  </a:lnTo>
                  <a:lnTo>
                    <a:pt x="1243972" y="1390406"/>
                  </a:lnTo>
                  <a:lnTo>
                    <a:pt x="1203616" y="1409444"/>
                  </a:lnTo>
                  <a:lnTo>
                    <a:pt x="1122903" y="1441818"/>
                  </a:lnTo>
                  <a:lnTo>
                    <a:pt x="1082547" y="1455697"/>
                  </a:lnTo>
                  <a:lnTo>
                    <a:pt x="1001835" y="1478740"/>
                  </a:lnTo>
                  <a:lnTo>
                    <a:pt x="950328" y="1490401"/>
                  </a:lnTo>
                  <a:lnTo>
                    <a:pt x="880766" y="1502356"/>
                  </a:lnTo>
                  <a:lnTo>
                    <a:pt x="800054" y="1510764"/>
                  </a:lnTo>
                  <a:lnTo>
                    <a:pt x="719341" y="1513197"/>
                  </a:lnTo>
                  <a:lnTo>
                    <a:pt x="638629" y="1509259"/>
                  </a:lnTo>
                  <a:lnTo>
                    <a:pt x="557916" y="1498417"/>
                  </a:lnTo>
                  <a:lnTo>
                    <a:pt x="517560" y="1490187"/>
                  </a:lnTo>
                  <a:lnTo>
                    <a:pt x="436848" y="1466709"/>
                  </a:lnTo>
                  <a:lnTo>
                    <a:pt x="392595" y="1449821"/>
                  </a:lnTo>
                  <a:lnTo>
                    <a:pt x="315779" y="1411650"/>
                  </a:lnTo>
                  <a:lnTo>
                    <a:pt x="275423" y="1386065"/>
                  </a:lnTo>
                  <a:lnTo>
                    <a:pt x="235067" y="1356150"/>
                  </a:lnTo>
                  <a:lnTo>
                    <a:pt x="194711" y="1320701"/>
                  </a:lnTo>
                  <a:lnTo>
                    <a:pt x="154354" y="1277970"/>
                  </a:lnTo>
                  <a:lnTo>
                    <a:pt x="113998" y="1225334"/>
                  </a:lnTo>
                  <a:lnTo>
                    <a:pt x="77646" y="1165762"/>
                  </a:lnTo>
                  <a:lnTo>
                    <a:pt x="57945" y="1125182"/>
                  </a:lnTo>
                  <a:lnTo>
                    <a:pt x="33286" y="1060500"/>
                  </a:lnTo>
                  <a:lnTo>
                    <a:pt x="17459" y="1003442"/>
                  </a:lnTo>
                  <a:lnTo>
                    <a:pt x="3929" y="922283"/>
                  </a:lnTo>
                  <a:lnTo>
                    <a:pt x="0" y="841123"/>
                  </a:lnTo>
                  <a:lnTo>
                    <a:pt x="5366" y="759963"/>
                  </a:lnTo>
                  <a:lnTo>
                    <a:pt x="19932" y="678803"/>
                  </a:lnTo>
                  <a:lnTo>
                    <a:pt x="33286" y="630161"/>
                  </a:lnTo>
                  <a:lnTo>
                    <a:pt x="60078" y="557064"/>
                  </a:lnTo>
                  <a:lnTo>
                    <a:pt x="78702" y="516484"/>
                  </a:lnTo>
                  <a:lnTo>
                    <a:pt x="113998" y="453283"/>
                  </a:lnTo>
                  <a:lnTo>
                    <a:pt x="153412" y="394744"/>
                  </a:lnTo>
                  <a:lnTo>
                    <a:pt x="185742" y="354164"/>
                  </a:lnTo>
                  <a:lnTo>
                    <a:pt x="222401" y="313584"/>
                  </a:lnTo>
                  <a:lnTo>
                    <a:pt x="264117" y="273004"/>
                  </a:lnTo>
                  <a:lnTo>
                    <a:pt x="311805" y="232425"/>
                  </a:lnTo>
                  <a:lnTo>
                    <a:pt x="356135" y="199509"/>
                  </a:lnTo>
                  <a:lnTo>
                    <a:pt x="396492" y="172822"/>
                  </a:lnTo>
                  <a:lnTo>
                    <a:pt x="436848" y="148578"/>
                  </a:lnTo>
                  <a:lnTo>
                    <a:pt x="510820" y="110685"/>
                  </a:lnTo>
                  <a:lnTo>
                    <a:pt x="557916" y="90269"/>
                  </a:lnTo>
                  <a:lnTo>
                    <a:pt x="610991" y="70105"/>
                  </a:lnTo>
                  <a:lnTo>
                    <a:pt x="678985" y="48596"/>
                  </a:lnTo>
                  <a:lnTo>
                    <a:pt x="754894" y="29525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030729" y="19949"/>
              <a:ext cx="3193031" cy="4121679"/>
            </a:xfrm>
            <a:custGeom>
              <a:avLst/>
              <a:gdLst/>
              <a:ahLst/>
              <a:cxnLst/>
              <a:rect l="l" t="t" r="r" b="b"/>
              <a:pathLst>
                <a:path w="3193031" h="4121679">
                  <a:moveTo>
                    <a:pt x="3193031" y="4006211"/>
                  </a:moveTo>
                  <a:lnTo>
                    <a:pt x="3150875" y="4038039"/>
                  </a:lnTo>
                  <a:lnTo>
                    <a:pt x="3077703" y="4078619"/>
                  </a:lnTo>
                  <a:lnTo>
                    <a:pt x="3031606" y="4096493"/>
                  </a:lnTo>
                  <a:lnTo>
                    <a:pt x="2950894" y="4116143"/>
                  </a:lnTo>
                  <a:lnTo>
                    <a:pt x="2910538" y="4120919"/>
                  </a:lnTo>
                  <a:lnTo>
                    <a:pt x="2829825" y="4121679"/>
                  </a:lnTo>
                  <a:lnTo>
                    <a:pt x="2789469" y="4118120"/>
                  </a:lnTo>
                  <a:lnTo>
                    <a:pt x="2708757" y="4103639"/>
                  </a:lnTo>
                  <a:lnTo>
                    <a:pt x="2628044" y="4080891"/>
                  </a:lnTo>
                  <a:lnTo>
                    <a:pt x="2587688" y="4066476"/>
                  </a:lnTo>
                  <a:lnTo>
                    <a:pt x="2518688" y="4038039"/>
                  </a:lnTo>
                  <a:lnTo>
                    <a:pt x="2466619" y="4013819"/>
                  </a:lnTo>
                  <a:lnTo>
                    <a:pt x="2426263" y="3993642"/>
                  </a:lnTo>
                  <a:lnTo>
                    <a:pt x="2357915" y="3956879"/>
                  </a:lnTo>
                  <a:lnTo>
                    <a:pt x="2305195" y="3927181"/>
                  </a:lnTo>
                  <a:lnTo>
                    <a:pt x="2264838" y="3903786"/>
                  </a:lnTo>
                  <a:lnTo>
                    <a:pt x="2217181" y="3875720"/>
                  </a:lnTo>
                  <a:lnTo>
                    <a:pt x="2148538" y="3835140"/>
                  </a:lnTo>
                  <a:lnTo>
                    <a:pt x="2103414" y="3808666"/>
                  </a:lnTo>
                  <a:lnTo>
                    <a:pt x="2063057" y="3785256"/>
                  </a:lnTo>
                  <a:lnTo>
                    <a:pt x="2008209" y="3753980"/>
                  </a:lnTo>
                  <a:lnTo>
                    <a:pt x="1941989" y="3717608"/>
                  </a:lnTo>
                  <a:lnTo>
                    <a:pt x="1901633" y="3696175"/>
                  </a:lnTo>
                  <a:lnTo>
                    <a:pt x="1856555" y="3672820"/>
                  </a:lnTo>
                  <a:lnTo>
                    <a:pt x="1780564" y="3635324"/>
                  </a:lnTo>
                  <a:lnTo>
                    <a:pt x="1740208" y="3616312"/>
                  </a:lnTo>
                  <a:lnTo>
                    <a:pt x="1686409" y="3591660"/>
                  </a:lnTo>
                  <a:lnTo>
                    <a:pt x="1619139" y="3562397"/>
                  </a:lnTo>
                  <a:lnTo>
                    <a:pt x="1578783" y="3545395"/>
                  </a:lnTo>
                  <a:lnTo>
                    <a:pt x="1498071" y="3512693"/>
                  </a:lnTo>
                  <a:lnTo>
                    <a:pt x="1457714" y="3496991"/>
                  </a:lnTo>
                  <a:lnTo>
                    <a:pt x="1386909" y="3469921"/>
                  </a:lnTo>
                  <a:lnTo>
                    <a:pt x="1336646" y="3451370"/>
                  </a:lnTo>
                  <a:lnTo>
                    <a:pt x="1276710" y="3429341"/>
                  </a:lnTo>
                  <a:lnTo>
                    <a:pt x="1215577" y="3407406"/>
                  </a:lnTo>
                  <a:lnTo>
                    <a:pt x="1163958" y="3388761"/>
                  </a:lnTo>
                  <a:lnTo>
                    <a:pt x="1094509" y="3363948"/>
                  </a:lnTo>
                  <a:lnTo>
                    <a:pt x="1051184" y="3348181"/>
                  </a:lnTo>
                  <a:lnTo>
                    <a:pt x="973440" y="3319786"/>
                  </a:lnTo>
                  <a:lnTo>
                    <a:pt x="933084" y="3304623"/>
                  </a:lnTo>
                  <a:lnTo>
                    <a:pt x="852371" y="3273555"/>
                  </a:lnTo>
                  <a:lnTo>
                    <a:pt x="812015" y="3257446"/>
                  </a:lnTo>
                  <a:lnTo>
                    <a:pt x="737931" y="3226442"/>
                  </a:lnTo>
                  <a:lnTo>
                    <a:pt x="690947" y="3205828"/>
                  </a:lnTo>
                  <a:lnTo>
                    <a:pt x="647972" y="3185862"/>
                  </a:lnTo>
                  <a:lnTo>
                    <a:pt x="569878" y="3146960"/>
                  </a:lnTo>
                  <a:lnTo>
                    <a:pt x="529522" y="3125164"/>
                  </a:lnTo>
                  <a:lnTo>
                    <a:pt x="489166" y="3101721"/>
                  </a:lnTo>
                  <a:lnTo>
                    <a:pt x="429989" y="3064122"/>
                  </a:lnTo>
                  <a:lnTo>
                    <a:pt x="373633" y="3023542"/>
                  </a:lnTo>
                  <a:lnTo>
                    <a:pt x="327741" y="2986011"/>
                  </a:lnTo>
                  <a:lnTo>
                    <a:pt x="287385" y="2948668"/>
                  </a:lnTo>
                  <a:lnTo>
                    <a:pt x="247028" y="2906009"/>
                  </a:lnTo>
                  <a:lnTo>
                    <a:pt x="210318" y="2861223"/>
                  </a:lnTo>
                  <a:lnTo>
                    <a:pt x="181330" y="2820643"/>
                  </a:lnTo>
                  <a:lnTo>
                    <a:pt x="155907" y="2780063"/>
                  </a:lnTo>
                  <a:lnTo>
                    <a:pt x="125960" y="2724424"/>
                  </a:lnTo>
                  <a:lnTo>
                    <a:pt x="96364" y="2658323"/>
                  </a:lnTo>
                  <a:lnTo>
                    <a:pt x="80987" y="2617743"/>
                  </a:lnTo>
                  <a:lnTo>
                    <a:pt x="55401" y="2536584"/>
                  </a:lnTo>
                  <a:lnTo>
                    <a:pt x="44900" y="2496004"/>
                  </a:lnTo>
                  <a:lnTo>
                    <a:pt x="27654" y="2414844"/>
                  </a:lnTo>
                  <a:lnTo>
                    <a:pt x="14976" y="2333684"/>
                  </a:lnTo>
                  <a:lnTo>
                    <a:pt x="6295" y="2252524"/>
                  </a:lnTo>
                  <a:lnTo>
                    <a:pt x="3325" y="2211944"/>
                  </a:lnTo>
                  <a:lnTo>
                    <a:pt x="0" y="2130785"/>
                  </a:lnTo>
                  <a:lnTo>
                    <a:pt x="60" y="2049625"/>
                  </a:lnTo>
                  <a:lnTo>
                    <a:pt x="3433" y="1968465"/>
                  </a:lnTo>
                  <a:lnTo>
                    <a:pt x="6354" y="1927885"/>
                  </a:lnTo>
                  <a:lnTo>
                    <a:pt x="14682" y="1846726"/>
                  </a:lnTo>
                  <a:lnTo>
                    <a:pt x="26414" y="1765566"/>
                  </a:lnTo>
                  <a:lnTo>
                    <a:pt x="41671" y="1684406"/>
                  </a:lnTo>
                  <a:lnTo>
                    <a:pt x="50662" y="1643826"/>
                  </a:lnTo>
                  <a:lnTo>
                    <a:pt x="71486" y="1562666"/>
                  </a:lnTo>
                  <a:lnTo>
                    <a:pt x="85604" y="1515113"/>
                  </a:lnTo>
                  <a:lnTo>
                    <a:pt x="110269" y="1440927"/>
                  </a:lnTo>
                  <a:lnTo>
                    <a:pt x="125960" y="1398762"/>
                  </a:lnTo>
                  <a:lnTo>
                    <a:pt x="158918" y="1319187"/>
                  </a:lnTo>
                  <a:lnTo>
                    <a:pt x="177532" y="1278607"/>
                  </a:lnTo>
                  <a:lnTo>
                    <a:pt x="206672" y="1220222"/>
                  </a:lnTo>
                  <a:lnTo>
                    <a:pt x="241227" y="1156868"/>
                  </a:lnTo>
                  <a:lnTo>
                    <a:pt x="265322" y="1116288"/>
                  </a:lnTo>
                  <a:lnTo>
                    <a:pt x="290896" y="1075708"/>
                  </a:lnTo>
                  <a:lnTo>
                    <a:pt x="327741" y="1021495"/>
                  </a:lnTo>
                  <a:lnTo>
                    <a:pt x="368097" y="966610"/>
                  </a:lnTo>
                  <a:lnTo>
                    <a:pt x="408453" y="915788"/>
                  </a:lnTo>
                  <a:lnTo>
                    <a:pt x="445135" y="872808"/>
                  </a:lnTo>
                  <a:lnTo>
                    <a:pt x="482042" y="832229"/>
                  </a:lnTo>
                  <a:lnTo>
                    <a:pt x="521277" y="791649"/>
                  </a:lnTo>
                  <a:lnTo>
                    <a:pt x="563019" y="751069"/>
                  </a:lnTo>
                  <a:lnTo>
                    <a:pt x="607460" y="710489"/>
                  </a:lnTo>
                  <a:lnTo>
                    <a:pt x="650590" y="673485"/>
                  </a:lnTo>
                  <a:lnTo>
                    <a:pt x="690947" y="640794"/>
                  </a:lnTo>
                  <a:lnTo>
                    <a:pt x="731303" y="609755"/>
                  </a:lnTo>
                  <a:lnTo>
                    <a:pt x="771659" y="580233"/>
                  </a:lnTo>
                  <a:lnTo>
                    <a:pt x="817962" y="548169"/>
                  </a:lnTo>
                  <a:lnTo>
                    <a:pt x="880500" y="507589"/>
                  </a:lnTo>
                  <a:lnTo>
                    <a:pt x="933084" y="475569"/>
                  </a:lnTo>
                  <a:lnTo>
                    <a:pt x="973440" y="452300"/>
                  </a:lnTo>
                  <a:lnTo>
                    <a:pt x="1020575" y="426430"/>
                  </a:lnTo>
                  <a:lnTo>
                    <a:pt x="1094509" y="388284"/>
                  </a:lnTo>
                  <a:lnTo>
                    <a:pt x="1134865" y="368710"/>
                  </a:lnTo>
                  <a:lnTo>
                    <a:pt x="1185608" y="345270"/>
                  </a:lnTo>
                  <a:lnTo>
                    <a:pt x="1255933" y="314528"/>
                  </a:lnTo>
                  <a:lnTo>
                    <a:pt x="1296290" y="297852"/>
                  </a:lnTo>
                  <a:lnTo>
                    <a:pt x="1377002" y="266367"/>
                  </a:lnTo>
                  <a:lnTo>
                    <a:pt x="1417358" y="251490"/>
                  </a:lnTo>
                  <a:lnTo>
                    <a:pt x="1497475" y="223530"/>
                  </a:lnTo>
                  <a:lnTo>
                    <a:pt x="1538427" y="209985"/>
                  </a:lnTo>
                  <a:lnTo>
                    <a:pt x="1619139" y="184680"/>
                  </a:lnTo>
                  <a:lnTo>
                    <a:pt x="1659495" y="172674"/>
                  </a:lnTo>
                  <a:lnTo>
                    <a:pt x="1740208" y="149875"/>
                  </a:lnTo>
                  <a:lnTo>
                    <a:pt x="1780564" y="139050"/>
                  </a:lnTo>
                  <a:lnTo>
                    <a:pt x="1861276" y="118515"/>
                  </a:lnTo>
                  <a:lnTo>
                    <a:pt x="1931756" y="101791"/>
                  </a:lnTo>
                  <a:lnTo>
                    <a:pt x="1982345" y="90367"/>
                  </a:lnTo>
                  <a:lnTo>
                    <a:pt x="2063057" y="73363"/>
                  </a:lnTo>
                  <a:lnTo>
                    <a:pt x="2125663" y="61211"/>
                  </a:lnTo>
                  <a:lnTo>
                    <a:pt x="2184126" y="50570"/>
                  </a:lnTo>
                  <a:lnTo>
                    <a:pt x="2264838" y="37316"/>
                  </a:lnTo>
                  <a:lnTo>
                    <a:pt x="2345551" y="25729"/>
                  </a:lnTo>
                  <a:lnTo>
                    <a:pt x="2385907" y="20610"/>
                  </a:lnTo>
                  <a:lnTo>
                    <a:pt x="2466619" y="11937"/>
                  </a:lnTo>
                  <a:lnTo>
                    <a:pt x="2547332" y="5433"/>
                  </a:lnTo>
                  <a:lnTo>
                    <a:pt x="2628044" y="1356"/>
                  </a:lnTo>
                  <a:lnTo>
                    <a:pt x="2708757" y="0"/>
                  </a:lnTo>
                  <a:lnTo>
                    <a:pt x="2789469" y="1684"/>
                  </a:lnTo>
                  <a:lnTo>
                    <a:pt x="2870181" y="6751"/>
                  </a:lnTo>
                  <a:lnTo>
                    <a:pt x="2950894" y="15560"/>
                  </a:lnTo>
                  <a:lnTo>
                    <a:pt x="2991250" y="21500"/>
                  </a:lnTo>
                  <a:lnTo>
                    <a:pt x="3071962" y="36945"/>
                  </a:lnTo>
                  <a:lnTo>
                    <a:pt x="3152675" y="57207"/>
                  </a:lnTo>
                  <a:lnTo>
                    <a:pt x="3193031" y="6947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4282273" y="345981"/>
              <a:ext cx="2941487" cy="2818110"/>
            </a:xfrm>
            <a:custGeom>
              <a:avLst/>
              <a:gdLst/>
              <a:ahLst/>
              <a:cxnLst/>
              <a:rect l="l" t="t" r="r" b="b"/>
              <a:pathLst>
                <a:path w="2941487" h="2818110">
                  <a:moveTo>
                    <a:pt x="2941487" y="2048757"/>
                  </a:moveTo>
                  <a:lnTo>
                    <a:pt x="2901131" y="2128525"/>
                  </a:lnTo>
                  <a:lnTo>
                    <a:pt x="2879121" y="2169972"/>
                  </a:lnTo>
                  <a:lnTo>
                    <a:pt x="2857061" y="2210552"/>
                  </a:lnTo>
                  <a:lnTo>
                    <a:pt x="2820418" y="2274942"/>
                  </a:lnTo>
                  <a:lnTo>
                    <a:pt x="2785550" y="2332291"/>
                  </a:lnTo>
                  <a:lnTo>
                    <a:pt x="2759482" y="2372871"/>
                  </a:lnTo>
                  <a:lnTo>
                    <a:pt x="2732141" y="2413451"/>
                  </a:lnTo>
                  <a:lnTo>
                    <a:pt x="2699350" y="2459177"/>
                  </a:lnTo>
                  <a:lnTo>
                    <a:pt x="2658994" y="2510672"/>
                  </a:lnTo>
                  <a:lnTo>
                    <a:pt x="2618637" y="2557030"/>
                  </a:lnTo>
                  <a:lnTo>
                    <a:pt x="2578281" y="2598406"/>
                  </a:lnTo>
                  <a:lnTo>
                    <a:pt x="2537925" y="2634997"/>
                  </a:lnTo>
                  <a:lnTo>
                    <a:pt x="2497569" y="2667034"/>
                  </a:lnTo>
                  <a:lnTo>
                    <a:pt x="2452831" y="2697510"/>
                  </a:lnTo>
                  <a:lnTo>
                    <a:pt x="2378965" y="2738090"/>
                  </a:lnTo>
                  <a:lnTo>
                    <a:pt x="2336144" y="2756734"/>
                  </a:lnTo>
                  <a:lnTo>
                    <a:pt x="2270874" y="2778670"/>
                  </a:lnTo>
                  <a:lnTo>
                    <a:pt x="2215075" y="2793036"/>
                  </a:lnTo>
                  <a:lnTo>
                    <a:pt x="2134363" y="2806999"/>
                  </a:lnTo>
                  <a:lnTo>
                    <a:pt x="2053651" y="2814875"/>
                  </a:lnTo>
                  <a:lnTo>
                    <a:pt x="1972938" y="2818110"/>
                  </a:lnTo>
                  <a:lnTo>
                    <a:pt x="1892226" y="2817765"/>
                  </a:lnTo>
                  <a:lnTo>
                    <a:pt x="1811513" y="2814600"/>
                  </a:lnTo>
                  <a:lnTo>
                    <a:pt x="1730801" y="2809147"/>
                  </a:lnTo>
                  <a:lnTo>
                    <a:pt x="1650089" y="2801757"/>
                  </a:lnTo>
                  <a:lnTo>
                    <a:pt x="1569376" y="2792645"/>
                  </a:lnTo>
                  <a:lnTo>
                    <a:pt x="1488664" y="2781919"/>
                  </a:lnTo>
                  <a:lnTo>
                    <a:pt x="1448308" y="2776013"/>
                  </a:lnTo>
                  <a:lnTo>
                    <a:pt x="1367595" y="2763139"/>
                  </a:lnTo>
                  <a:lnTo>
                    <a:pt x="1286883" y="2748605"/>
                  </a:lnTo>
                  <a:lnTo>
                    <a:pt x="1234200" y="2738090"/>
                  </a:lnTo>
                  <a:lnTo>
                    <a:pt x="1165814" y="2723644"/>
                  </a:lnTo>
                  <a:lnTo>
                    <a:pt x="1085102" y="2704586"/>
                  </a:lnTo>
                  <a:lnTo>
                    <a:pt x="1044746" y="2694250"/>
                  </a:lnTo>
                  <a:lnTo>
                    <a:pt x="964033" y="2671911"/>
                  </a:lnTo>
                  <a:lnTo>
                    <a:pt x="915075" y="2656930"/>
                  </a:lnTo>
                  <a:lnTo>
                    <a:pt x="842965" y="2633230"/>
                  </a:lnTo>
                  <a:lnTo>
                    <a:pt x="796428" y="2616350"/>
                  </a:lnTo>
                  <a:lnTo>
                    <a:pt x="721896" y="2587018"/>
                  </a:lnTo>
                  <a:lnTo>
                    <a:pt x="681540" y="2569565"/>
                  </a:lnTo>
                  <a:lnTo>
                    <a:pt x="609235" y="2535191"/>
                  </a:lnTo>
                  <a:lnTo>
                    <a:pt x="560471" y="2509626"/>
                  </a:lnTo>
                  <a:lnTo>
                    <a:pt x="520115" y="2486566"/>
                  </a:lnTo>
                  <a:lnTo>
                    <a:pt x="468158" y="2454031"/>
                  </a:lnTo>
                  <a:lnTo>
                    <a:pt x="410138" y="2413451"/>
                  </a:lnTo>
                  <a:lnTo>
                    <a:pt x="358693" y="2372871"/>
                  </a:lnTo>
                  <a:lnTo>
                    <a:pt x="318334" y="2337196"/>
                  </a:lnTo>
                  <a:lnTo>
                    <a:pt x="277978" y="2297474"/>
                  </a:lnTo>
                  <a:lnTo>
                    <a:pt x="237622" y="2252791"/>
                  </a:lnTo>
                  <a:lnTo>
                    <a:pt x="203843" y="2210552"/>
                  </a:lnTo>
                  <a:lnTo>
                    <a:pt x="174880" y="2169972"/>
                  </a:lnTo>
                  <a:lnTo>
                    <a:pt x="148916" y="2129392"/>
                  </a:lnTo>
                  <a:lnTo>
                    <a:pt x="116553" y="2071234"/>
                  </a:lnTo>
                  <a:lnTo>
                    <a:pt x="86728" y="2007652"/>
                  </a:lnTo>
                  <a:lnTo>
                    <a:pt x="70451" y="1967072"/>
                  </a:lnTo>
                  <a:lnTo>
                    <a:pt x="43690" y="1885912"/>
                  </a:lnTo>
                  <a:lnTo>
                    <a:pt x="32909" y="1845333"/>
                  </a:lnTo>
                  <a:lnTo>
                    <a:pt x="16211" y="1764173"/>
                  </a:lnTo>
                  <a:lnTo>
                    <a:pt x="5376" y="1683013"/>
                  </a:lnTo>
                  <a:lnTo>
                    <a:pt x="49" y="1601853"/>
                  </a:lnTo>
                  <a:lnTo>
                    <a:pt x="0" y="1520694"/>
                  </a:lnTo>
                  <a:lnTo>
                    <a:pt x="5092" y="1439534"/>
                  </a:lnTo>
                  <a:lnTo>
                    <a:pt x="15271" y="1358374"/>
                  </a:lnTo>
                  <a:lnTo>
                    <a:pt x="30546" y="1277214"/>
                  </a:lnTo>
                  <a:lnTo>
                    <a:pt x="40166" y="1236634"/>
                  </a:lnTo>
                  <a:lnTo>
                    <a:pt x="63506" y="1155475"/>
                  </a:lnTo>
                  <a:lnTo>
                    <a:pt x="77209" y="1114895"/>
                  </a:lnTo>
                  <a:lnTo>
                    <a:pt x="109172" y="1033735"/>
                  </a:lnTo>
                  <a:lnTo>
                    <a:pt x="127470" y="993155"/>
                  </a:lnTo>
                  <a:lnTo>
                    <a:pt x="156909" y="934474"/>
                  </a:lnTo>
                  <a:lnTo>
                    <a:pt x="192341" y="871415"/>
                  </a:lnTo>
                  <a:lnTo>
                    <a:pt x="217680" y="830836"/>
                  </a:lnTo>
                  <a:lnTo>
                    <a:pt x="244905" y="790256"/>
                  </a:lnTo>
                  <a:lnTo>
                    <a:pt x="277978" y="744795"/>
                  </a:lnTo>
                  <a:lnTo>
                    <a:pt x="318334" y="694098"/>
                  </a:lnTo>
                  <a:lnTo>
                    <a:pt x="358690" y="647611"/>
                  </a:lnTo>
                  <a:lnTo>
                    <a:pt x="399046" y="604768"/>
                  </a:lnTo>
                  <a:lnTo>
                    <a:pt x="439403" y="565096"/>
                  </a:lnTo>
                  <a:lnTo>
                    <a:pt x="479759" y="528199"/>
                  </a:lnTo>
                  <a:lnTo>
                    <a:pt x="520115" y="493748"/>
                  </a:lnTo>
                  <a:lnTo>
                    <a:pt x="560471" y="461470"/>
                  </a:lnTo>
                  <a:lnTo>
                    <a:pt x="609545" y="425037"/>
                  </a:lnTo>
                  <a:lnTo>
                    <a:pt x="668862" y="384457"/>
                  </a:lnTo>
                  <a:lnTo>
                    <a:pt x="721896" y="350984"/>
                  </a:lnTo>
                  <a:lnTo>
                    <a:pt x="762252" y="327257"/>
                  </a:lnTo>
                  <a:lnTo>
                    <a:pt x="805356" y="303297"/>
                  </a:lnTo>
                  <a:lnTo>
                    <a:pt x="883321" y="263517"/>
                  </a:lnTo>
                  <a:lnTo>
                    <a:pt x="923677" y="244627"/>
                  </a:lnTo>
                  <a:lnTo>
                    <a:pt x="974747" y="222137"/>
                  </a:lnTo>
                  <a:lnTo>
                    <a:pt x="1044746" y="193666"/>
                  </a:lnTo>
                  <a:lnTo>
                    <a:pt x="1085102" y="178442"/>
                  </a:lnTo>
                  <a:lnTo>
                    <a:pt x="1165814" y="150510"/>
                  </a:lnTo>
                  <a:lnTo>
                    <a:pt x="1206170" y="137640"/>
                  </a:lnTo>
                  <a:lnTo>
                    <a:pt x="1286883" y="114075"/>
                  </a:lnTo>
                  <a:lnTo>
                    <a:pt x="1338499" y="100398"/>
                  </a:lnTo>
                  <a:lnTo>
                    <a:pt x="1407951" y="83489"/>
                  </a:lnTo>
                  <a:lnTo>
                    <a:pt x="1488664" y="66001"/>
                  </a:lnTo>
                  <a:lnTo>
                    <a:pt x="1529020" y="58067"/>
                  </a:lnTo>
                  <a:lnTo>
                    <a:pt x="1609732" y="43849"/>
                  </a:lnTo>
                  <a:lnTo>
                    <a:pt x="1690445" y="31597"/>
                  </a:lnTo>
                  <a:lnTo>
                    <a:pt x="1771157" y="21267"/>
                  </a:lnTo>
                  <a:lnTo>
                    <a:pt x="1811513" y="16852"/>
                  </a:lnTo>
                  <a:lnTo>
                    <a:pt x="1892226" y="9525"/>
                  </a:lnTo>
                  <a:lnTo>
                    <a:pt x="1972938" y="4191"/>
                  </a:lnTo>
                  <a:lnTo>
                    <a:pt x="2053651" y="960"/>
                  </a:lnTo>
                  <a:lnTo>
                    <a:pt x="2134363" y="0"/>
                  </a:lnTo>
                  <a:lnTo>
                    <a:pt x="2215075" y="1534"/>
                  </a:lnTo>
                  <a:lnTo>
                    <a:pt x="2295788" y="5847"/>
                  </a:lnTo>
                  <a:lnTo>
                    <a:pt x="2376500" y="13281"/>
                  </a:lnTo>
                  <a:lnTo>
                    <a:pt x="2423393" y="19238"/>
                  </a:lnTo>
                  <a:lnTo>
                    <a:pt x="2497569" y="31518"/>
                  </a:lnTo>
                  <a:lnTo>
                    <a:pt x="2578281" y="49173"/>
                  </a:lnTo>
                  <a:lnTo>
                    <a:pt x="2618637" y="59827"/>
                  </a:lnTo>
                  <a:lnTo>
                    <a:pt x="2699350" y="86067"/>
                  </a:lnTo>
                  <a:lnTo>
                    <a:pt x="2739706" y="101514"/>
                  </a:lnTo>
                  <a:lnTo>
                    <a:pt x="2820418" y="138816"/>
                  </a:lnTo>
                  <a:lnTo>
                    <a:pt x="2860775" y="161191"/>
                  </a:lnTo>
                  <a:lnTo>
                    <a:pt x="2901131" y="186042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2177306" y="3907973"/>
              <a:ext cx="455134" cy="388573"/>
            </a:xfrm>
            <a:custGeom>
              <a:avLst/>
              <a:gdLst/>
              <a:ahLst/>
              <a:cxnLst/>
              <a:rect l="l" t="t" r="r" b="b"/>
              <a:pathLst>
                <a:path w="455134" h="388573">
                  <a:moveTo>
                    <a:pt x="124267" y="28276"/>
                  </a:moveTo>
                  <a:lnTo>
                    <a:pt x="203710" y="2403"/>
                  </a:lnTo>
                  <a:lnTo>
                    <a:pt x="284422" y="0"/>
                  </a:lnTo>
                  <a:lnTo>
                    <a:pt x="365135" y="24367"/>
                  </a:lnTo>
                  <a:lnTo>
                    <a:pt x="405491" y="54028"/>
                  </a:lnTo>
                  <a:lnTo>
                    <a:pt x="445207" y="109435"/>
                  </a:lnTo>
                  <a:lnTo>
                    <a:pt x="455134" y="150015"/>
                  </a:lnTo>
                  <a:lnTo>
                    <a:pt x="445847" y="227716"/>
                  </a:lnTo>
                  <a:lnTo>
                    <a:pt x="423170" y="271755"/>
                  </a:lnTo>
                  <a:lnTo>
                    <a:pt x="389111" y="312335"/>
                  </a:lnTo>
                  <a:lnTo>
                    <a:pt x="334210" y="352915"/>
                  </a:lnTo>
                  <a:lnTo>
                    <a:pt x="284422" y="374162"/>
                  </a:lnTo>
                  <a:lnTo>
                    <a:pt x="203710" y="388573"/>
                  </a:lnTo>
                  <a:lnTo>
                    <a:pt x="122997" y="375921"/>
                  </a:lnTo>
                  <a:lnTo>
                    <a:pt x="74614" y="352915"/>
                  </a:lnTo>
                  <a:lnTo>
                    <a:pt x="31625" y="312335"/>
                  </a:lnTo>
                  <a:lnTo>
                    <a:pt x="1929" y="243893"/>
                  </a:lnTo>
                  <a:lnTo>
                    <a:pt x="0" y="190595"/>
                  </a:lnTo>
                  <a:lnTo>
                    <a:pt x="10969" y="150015"/>
                  </a:lnTo>
                  <a:lnTo>
                    <a:pt x="42285" y="96076"/>
                  </a:lnTo>
                  <a:lnTo>
                    <a:pt x="82641" y="55884"/>
                  </a:lnTo>
                  <a:lnTo>
                    <a:pt x="124267" y="28276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4532890" y="657701"/>
              <a:ext cx="2485550" cy="2061529"/>
            </a:xfrm>
            <a:custGeom>
              <a:avLst/>
              <a:gdLst/>
              <a:ahLst/>
              <a:cxnLst/>
              <a:rect l="l" t="t" r="r" b="b"/>
              <a:pathLst>
                <a:path w="2485550" h="2061529">
                  <a:moveTo>
                    <a:pt x="1109006" y="32157"/>
                  </a:moveTo>
                  <a:lnTo>
                    <a:pt x="1157334" y="23951"/>
                  </a:lnTo>
                  <a:lnTo>
                    <a:pt x="1238047" y="13063"/>
                  </a:lnTo>
                  <a:lnTo>
                    <a:pt x="1318759" y="5456"/>
                  </a:lnTo>
                  <a:lnTo>
                    <a:pt x="1399472" y="1097"/>
                  </a:lnTo>
                  <a:lnTo>
                    <a:pt x="1480184" y="0"/>
                  </a:lnTo>
                  <a:lnTo>
                    <a:pt x="1560896" y="2229"/>
                  </a:lnTo>
                  <a:lnTo>
                    <a:pt x="1641609" y="7910"/>
                  </a:lnTo>
                  <a:lnTo>
                    <a:pt x="1722321" y="17229"/>
                  </a:lnTo>
                  <a:lnTo>
                    <a:pt x="1803034" y="30446"/>
                  </a:lnTo>
                  <a:lnTo>
                    <a:pt x="1843390" y="38864"/>
                  </a:lnTo>
                  <a:lnTo>
                    <a:pt x="1924102" y="59399"/>
                  </a:lnTo>
                  <a:lnTo>
                    <a:pt x="1967985" y="72737"/>
                  </a:lnTo>
                  <a:lnTo>
                    <a:pt x="2045171" y="101463"/>
                  </a:lnTo>
                  <a:lnTo>
                    <a:pt x="2085527" y="119169"/>
                  </a:lnTo>
                  <a:lnTo>
                    <a:pt x="2152428" y="153897"/>
                  </a:lnTo>
                  <a:lnTo>
                    <a:pt x="2206596" y="188167"/>
                  </a:lnTo>
                  <a:lnTo>
                    <a:pt x="2246952" y="218293"/>
                  </a:lnTo>
                  <a:lnTo>
                    <a:pt x="2287308" y="253215"/>
                  </a:lnTo>
                  <a:lnTo>
                    <a:pt x="2327664" y="294620"/>
                  </a:lnTo>
                  <a:lnTo>
                    <a:pt x="2368020" y="345052"/>
                  </a:lnTo>
                  <a:lnTo>
                    <a:pt x="2401707" y="397376"/>
                  </a:lnTo>
                  <a:lnTo>
                    <a:pt x="2422727" y="437956"/>
                  </a:lnTo>
                  <a:lnTo>
                    <a:pt x="2448733" y="502993"/>
                  </a:lnTo>
                  <a:lnTo>
                    <a:pt x="2465354" y="559695"/>
                  </a:lnTo>
                  <a:lnTo>
                    <a:pt x="2479945" y="640855"/>
                  </a:lnTo>
                  <a:lnTo>
                    <a:pt x="2485550" y="722015"/>
                  </a:lnTo>
                  <a:lnTo>
                    <a:pt x="2483363" y="803175"/>
                  </a:lnTo>
                  <a:lnTo>
                    <a:pt x="2474301" y="884335"/>
                  </a:lnTo>
                  <a:lnTo>
                    <a:pt x="2459050" y="965494"/>
                  </a:lnTo>
                  <a:lnTo>
                    <a:pt x="2448733" y="1008019"/>
                  </a:lnTo>
                  <a:lnTo>
                    <a:pt x="2425514" y="1087234"/>
                  </a:lnTo>
                  <a:lnTo>
                    <a:pt x="2408377" y="1136620"/>
                  </a:lnTo>
                  <a:lnTo>
                    <a:pt x="2379956" y="1208974"/>
                  </a:lnTo>
                  <a:lnTo>
                    <a:pt x="2362141" y="1249553"/>
                  </a:lnTo>
                  <a:lnTo>
                    <a:pt x="2327664" y="1320488"/>
                  </a:lnTo>
                  <a:lnTo>
                    <a:pt x="2300465" y="1371293"/>
                  </a:lnTo>
                  <a:lnTo>
                    <a:pt x="2277010" y="1411873"/>
                  </a:lnTo>
                  <a:lnTo>
                    <a:pt x="2246952" y="1460213"/>
                  </a:lnTo>
                  <a:lnTo>
                    <a:pt x="2206596" y="1519709"/>
                  </a:lnTo>
                  <a:lnTo>
                    <a:pt x="2166239" y="1573937"/>
                  </a:lnTo>
                  <a:lnTo>
                    <a:pt x="2133123" y="1614772"/>
                  </a:lnTo>
                  <a:lnTo>
                    <a:pt x="2097634" y="1655352"/>
                  </a:lnTo>
                  <a:lnTo>
                    <a:pt x="2059175" y="1695932"/>
                  </a:lnTo>
                  <a:lnTo>
                    <a:pt x="2017225" y="1736512"/>
                  </a:lnTo>
                  <a:lnTo>
                    <a:pt x="1971094" y="1777092"/>
                  </a:lnTo>
                  <a:lnTo>
                    <a:pt x="1924102" y="1814451"/>
                  </a:lnTo>
                  <a:lnTo>
                    <a:pt x="1883746" y="1843557"/>
                  </a:lnTo>
                  <a:lnTo>
                    <a:pt x="1843390" y="1870171"/>
                  </a:lnTo>
                  <a:lnTo>
                    <a:pt x="1795252" y="1898832"/>
                  </a:lnTo>
                  <a:lnTo>
                    <a:pt x="1722321" y="1936646"/>
                  </a:lnTo>
                  <a:lnTo>
                    <a:pt x="1681965" y="1954853"/>
                  </a:lnTo>
                  <a:lnTo>
                    <a:pt x="1618152" y="1979991"/>
                  </a:lnTo>
                  <a:lnTo>
                    <a:pt x="1560896" y="1999324"/>
                  </a:lnTo>
                  <a:lnTo>
                    <a:pt x="1483789" y="2020571"/>
                  </a:lnTo>
                  <a:lnTo>
                    <a:pt x="1439828" y="2030565"/>
                  </a:lnTo>
                  <a:lnTo>
                    <a:pt x="1359115" y="2045018"/>
                  </a:lnTo>
                  <a:lnTo>
                    <a:pt x="1278403" y="2054846"/>
                  </a:lnTo>
                  <a:lnTo>
                    <a:pt x="1197691" y="2060343"/>
                  </a:lnTo>
                  <a:lnTo>
                    <a:pt x="1157334" y="2061529"/>
                  </a:lnTo>
                  <a:lnTo>
                    <a:pt x="1091513" y="2061151"/>
                  </a:lnTo>
                  <a:lnTo>
                    <a:pt x="1036266" y="2058973"/>
                  </a:lnTo>
                  <a:lnTo>
                    <a:pt x="955553" y="2052168"/>
                  </a:lnTo>
                  <a:lnTo>
                    <a:pt x="874841" y="2041164"/>
                  </a:lnTo>
                  <a:lnTo>
                    <a:pt x="794129" y="2025740"/>
                  </a:lnTo>
                  <a:lnTo>
                    <a:pt x="753772" y="2016264"/>
                  </a:lnTo>
                  <a:lnTo>
                    <a:pt x="673060" y="1993490"/>
                  </a:lnTo>
                  <a:lnTo>
                    <a:pt x="632513" y="1979991"/>
                  </a:lnTo>
                  <a:lnTo>
                    <a:pt x="551991" y="1948511"/>
                  </a:lnTo>
                  <a:lnTo>
                    <a:pt x="511635" y="1930152"/>
                  </a:lnTo>
                  <a:lnTo>
                    <a:pt x="451235" y="1898832"/>
                  </a:lnTo>
                  <a:lnTo>
                    <a:pt x="390567" y="1862486"/>
                  </a:lnTo>
                  <a:lnTo>
                    <a:pt x="350210" y="1834729"/>
                  </a:lnTo>
                  <a:lnTo>
                    <a:pt x="309854" y="1803792"/>
                  </a:lnTo>
                  <a:lnTo>
                    <a:pt x="269498" y="1769057"/>
                  </a:lnTo>
                  <a:lnTo>
                    <a:pt x="229142" y="1729653"/>
                  </a:lnTo>
                  <a:lnTo>
                    <a:pt x="188786" y="1684345"/>
                  </a:lnTo>
                  <a:lnTo>
                    <a:pt x="148429" y="1631341"/>
                  </a:lnTo>
                  <a:lnTo>
                    <a:pt x="111834" y="1574192"/>
                  </a:lnTo>
                  <a:lnTo>
                    <a:pt x="89898" y="1533613"/>
                  </a:lnTo>
                  <a:lnTo>
                    <a:pt x="67717" y="1486200"/>
                  </a:lnTo>
                  <a:lnTo>
                    <a:pt x="40102" y="1411873"/>
                  </a:lnTo>
                  <a:lnTo>
                    <a:pt x="27361" y="1367874"/>
                  </a:lnTo>
                  <a:lnTo>
                    <a:pt x="11140" y="1290133"/>
                  </a:lnTo>
                  <a:lnTo>
                    <a:pt x="1859" y="1208974"/>
                  </a:lnTo>
                  <a:lnTo>
                    <a:pt x="0" y="1127814"/>
                  </a:lnTo>
                  <a:lnTo>
                    <a:pt x="5335" y="1046654"/>
                  </a:lnTo>
                  <a:lnTo>
                    <a:pt x="17719" y="965494"/>
                  </a:lnTo>
                  <a:lnTo>
                    <a:pt x="27361" y="921733"/>
                  </a:lnTo>
                  <a:lnTo>
                    <a:pt x="49999" y="843755"/>
                  </a:lnTo>
                  <a:lnTo>
                    <a:pt x="67717" y="794960"/>
                  </a:lnTo>
                  <a:lnTo>
                    <a:pt x="99610" y="722015"/>
                  </a:lnTo>
                  <a:lnTo>
                    <a:pt x="120426" y="681435"/>
                  </a:lnTo>
                  <a:lnTo>
                    <a:pt x="148429" y="632720"/>
                  </a:lnTo>
                  <a:lnTo>
                    <a:pt x="188786" y="571457"/>
                  </a:lnTo>
                  <a:lnTo>
                    <a:pt x="228002" y="519116"/>
                  </a:lnTo>
                  <a:lnTo>
                    <a:pt x="262159" y="478536"/>
                  </a:lnTo>
                  <a:lnTo>
                    <a:pt x="299654" y="437956"/>
                  </a:lnTo>
                  <a:lnTo>
                    <a:pt x="340896" y="397376"/>
                  </a:lnTo>
                  <a:lnTo>
                    <a:pt x="386350" y="356796"/>
                  </a:lnTo>
                  <a:lnTo>
                    <a:pt x="430923" y="320745"/>
                  </a:lnTo>
                  <a:lnTo>
                    <a:pt x="471279" y="290929"/>
                  </a:lnTo>
                  <a:lnTo>
                    <a:pt x="511635" y="263285"/>
                  </a:lnTo>
                  <a:lnTo>
                    <a:pt x="556304" y="235056"/>
                  </a:lnTo>
                  <a:lnTo>
                    <a:pt x="628221" y="194477"/>
                  </a:lnTo>
                  <a:lnTo>
                    <a:pt x="673060" y="171905"/>
                  </a:lnTo>
                  <a:lnTo>
                    <a:pt x="713416" y="152964"/>
                  </a:lnTo>
                  <a:lnTo>
                    <a:pt x="794129" y="119522"/>
                  </a:lnTo>
                  <a:lnTo>
                    <a:pt x="834485" y="104679"/>
                  </a:lnTo>
                  <a:lnTo>
                    <a:pt x="915197" y="78399"/>
                  </a:lnTo>
                  <a:lnTo>
                    <a:pt x="955553" y="66891"/>
                  </a:lnTo>
                  <a:lnTo>
                    <a:pt x="1036266" y="46953"/>
                  </a:lnTo>
                  <a:lnTo>
                    <a:pt x="1109006" y="32157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4828625" y="981546"/>
              <a:ext cx="1605127" cy="1361276"/>
            </a:xfrm>
            <a:custGeom>
              <a:avLst/>
              <a:gdLst/>
              <a:ahLst/>
              <a:cxnLst/>
              <a:rect l="l" t="t" r="r" b="b"/>
              <a:pathLst>
                <a:path w="1605127" h="1361276">
                  <a:moveTo>
                    <a:pt x="643408" y="32951"/>
                  </a:moveTo>
                  <a:lnTo>
                    <a:pt x="700175" y="20090"/>
                  </a:lnTo>
                  <a:lnTo>
                    <a:pt x="780887" y="7284"/>
                  </a:lnTo>
                  <a:lnTo>
                    <a:pt x="861599" y="557"/>
                  </a:lnTo>
                  <a:lnTo>
                    <a:pt x="942312" y="0"/>
                  </a:lnTo>
                  <a:lnTo>
                    <a:pt x="1023024" y="5787"/>
                  </a:lnTo>
                  <a:lnTo>
                    <a:pt x="1103737" y="18193"/>
                  </a:lnTo>
                  <a:lnTo>
                    <a:pt x="1167027" y="32951"/>
                  </a:lnTo>
                  <a:lnTo>
                    <a:pt x="1224805" y="51223"/>
                  </a:lnTo>
                  <a:lnTo>
                    <a:pt x="1281184" y="73531"/>
                  </a:lnTo>
                  <a:lnTo>
                    <a:pt x="1345874" y="106667"/>
                  </a:lnTo>
                  <a:lnTo>
                    <a:pt x="1386230" y="132393"/>
                  </a:lnTo>
                  <a:lnTo>
                    <a:pt x="1426586" y="162717"/>
                  </a:lnTo>
                  <a:lnTo>
                    <a:pt x="1466942" y="199599"/>
                  </a:lnTo>
                  <a:lnTo>
                    <a:pt x="1507299" y="246316"/>
                  </a:lnTo>
                  <a:lnTo>
                    <a:pt x="1547655" y="308699"/>
                  </a:lnTo>
                  <a:lnTo>
                    <a:pt x="1570657" y="357590"/>
                  </a:lnTo>
                  <a:lnTo>
                    <a:pt x="1588011" y="411047"/>
                  </a:lnTo>
                  <a:lnTo>
                    <a:pt x="1601413" y="479330"/>
                  </a:lnTo>
                  <a:lnTo>
                    <a:pt x="1605127" y="560490"/>
                  </a:lnTo>
                  <a:lnTo>
                    <a:pt x="1597476" y="641649"/>
                  </a:lnTo>
                  <a:lnTo>
                    <a:pt x="1588011" y="688871"/>
                  </a:lnTo>
                  <a:lnTo>
                    <a:pt x="1566402" y="763389"/>
                  </a:lnTo>
                  <a:lnTo>
                    <a:pt x="1547655" y="811533"/>
                  </a:lnTo>
                  <a:lnTo>
                    <a:pt x="1512168" y="885129"/>
                  </a:lnTo>
                  <a:lnTo>
                    <a:pt x="1488524" y="925708"/>
                  </a:lnTo>
                  <a:lnTo>
                    <a:pt x="1461917" y="966288"/>
                  </a:lnTo>
                  <a:lnTo>
                    <a:pt x="1426586" y="1013496"/>
                  </a:lnTo>
                  <a:lnTo>
                    <a:pt x="1386230" y="1060591"/>
                  </a:lnTo>
                  <a:lnTo>
                    <a:pt x="1345874" y="1101984"/>
                  </a:lnTo>
                  <a:lnTo>
                    <a:pt x="1305518" y="1138666"/>
                  </a:lnTo>
                  <a:lnTo>
                    <a:pt x="1265161" y="1171387"/>
                  </a:lnTo>
                  <a:lnTo>
                    <a:pt x="1210695" y="1209768"/>
                  </a:lnTo>
                  <a:lnTo>
                    <a:pt x="1144093" y="1249537"/>
                  </a:lnTo>
                  <a:lnTo>
                    <a:pt x="1103737" y="1269905"/>
                  </a:lnTo>
                  <a:lnTo>
                    <a:pt x="1056640" y="1290927"/>
                  </a:lnTo>
                  <a:lnTo>
                    <a:pt x="982668" y="1317759"/>
                  </a:lnTo>
                  <a:lnTo>
                    <a:pt x="934911" y="1331507"/>
                  </a:lnTo>
                  <a:lnTo>
                    <a:pt x="861599" y="1347355"/>
                  </a:lnTo>
                  <a:lnTo>
                    <a:pt x="780887" y="1357871"/>
                  </a:lnTo>
                  <a:lnTo>
                    <a:pt x="700175" y="1361276"/>
                  </a:lnTo>
                  <a:lnTo>
                    <a:pt x="619462" y="1357452"/>
                  </a:lnTo>
                  <a:lnTo>
                    <a:pt x="538750" y="1346126"/>
                  </a:lnTo>
                  <a:lnTo>
                    <a:pt x="475669" y="1331507"/>
                  </a:lnTo>
                  <a:lnTo>
                    <a:pt x="417681" y="1313378"/>
                  </a:lnTo>
                  <a:lnTo>
                    <a:pt x="362156" y="1290927"/>
                  </a:lnTo>
                  <a:lnTo>
                    <a:pt x="296613" y="1257348"/>
                  </a:lnTo>
                  <a:lnTo>
                    <a:pt x="256256" y="1231708"/>
                  </a:lnTo>
                  <a:lnTo>
                    <a:pt x="215900" y="1201817"/>
                  </a:lnTo>
                  <a:lnTo>
                    <a:pt x="175544" y="1166406"/>
                  </a:lnTo>
                  <a:lnTo>
                    <a:pt x="135188" y="1123487"/>
                  </a:lnTo>
                  <a:lnTo>
                    <a:pt x="94832" y="1069833"/>
                  </a:lnTo>
                  <a:lnTo>
                    <a:pt x="58234" y="1006868"/>
                  </a:lnTo>
                  <a:lnTo>
                    <a:pt x="40320" y="966288"/>
                  </a:lnTo>
                  <a:lnTo>
                    <a:pt x="14619" y="885129"/>
                  </a:lnTo>
                  <a:lnTo>
                    <a:pt x="6882" y="844549"/>
                  </a:lnTo>
                  <a:lnTo>
                    <a:pt x="0" y="763389"/>
                  </a:lnTo>
                  <a:lnTo>
                    <a:pt x="4135" y="682229"/>
                  </a:lnTo>
                  <a:lnTo>
                    <a:pt x="14119" y="623523"/>
                  </a:lnTo>
                  <a:lnTo>
                    <a:pt x="31088" y="560490"/>
                  </a:lnTo>
                  <a:lnTo>
                    <a:pt x="54475" y="499207"/>
                  </a:lnTo>
                  <a:lnTo>
                    <a:pt x="84332" y="438750"/>
                  </a:lnTo>
                  <a:lnTo>
                    <a:pt x="108793" y="398170"/>
                  </a:lnTo>
                  <a:lnTo>
                    <a:pt x="136766" y="357590"/>
                  </a:lnTo>
                  <a:lnTo>
                    <a:pt x="175544" y="309942"/>
                  </a:lnTo>
                  <a:lnTo>
                    <a:pt x="215900" y="267322"/>
                  </a:lnTo>
                  <a:lnTo>
                    <a:pt x="256256" y="230134"/>
                  </a:lnTo>
                  <a:lnTo>
                    <a:pt x="299451" y="195271"/>
                  </a:lnTo>
                  <a:lnTo>
                    <a:pt x="358460" y="154691"/>
                  </a:lnTo>
                  <a:lnTo>
                    <a:pt x="417681" y="120020"/>
                  </a:lnTo>
                  <a:lnTo>
                    <a:pt x="458037" y="99761"/>
                  </a:lnTo>
                  <a:lnTo>
                    <a:pt x="518257" y="73531"/>
                  </a:lnTo>
                  <a:lnTo>
                    <a:pt x="579106" y="51625"/>
                  </a:lnTo>
                  <a:lnTo>
                    <a:pt x="643408" y="32951"/>
                  </a:lnTo>
                </a:path>
              </a:pathLst>
            </a:custGeom>
            <a:noFill/>
            <a:ln w="7620" cap="rnd">
              <a:solidFill>
                <a:srgbClr val="D3DAD5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路线母题"/>
          <p:cNvGrpSpPr/>
          <p:nvPr/>
        </p:nvGrpSpPr>
        <p:grpSpPr>
          <a:xfrm>
            <a:off x="1096366" y="1723644"/>
            <a:ext cx="4079138" cy="3959352"/>
            <a:chOff x="1096366" y="1723644"/>
            <a:chExt cx="4079138" cy="3959352"/>
          </a:xfrm>
        </p:grpSpPr>
        <p:sp>
          <p:nvSpPr>
            <p:cNvPr id="23" name="Freeform 22"/>
            <p:cNvSpPr/>
            <p:nvPr/>
          </p:nvSpPr>
          <p:spPr>
            <a:xfrm>
              <a:off x="1155802" y="1783080"/>
              <a:ext cx="3965114" cy="3840480"/>
            </a:xfrm>
            <a:custGeom>
              <a:avLst/>
              <a:gdLst/>
              <a:ahLst/>
              <a:cxnLst/>
              <a:rect l="l" t="t" r="r" b="b"/>
              <a:pathLst>
                <a:path w="3965114" h="3840480">
                  <a:moveTo>
                    <a:pt x="0" y="3840480"/>
                  </a:moveTo>
                  <a:lnTo>
                    <a:pt x="71126" y="3811899"/>
                  </a:lnTo>
                  <a:lnTo>
                    <a:pt x="157032" y="3777928"/>
                  </a:lnTo>
                  <a:lnTo>
                    <a:pt x="256129" y="3739067"/>
                  </a:lnTo>
                  <a:lnTo>
                    <a:pt x="366831" y="3695819"/>
                  </a:lnTo>
                  <a:lnTo>
                    <a:pt x="487550" y="3648687"/>
                  </a:lnTo>
                  <a:lnTo>
                    <a:pt x="616700" y="3598173"/>
                  </a:lnTo>
                  <a:lnTo>
                    <a:pt x="752692" y="3544779"/>
                  </a:lnTo>
                  <a:lnTo>
                    <a:pt x="893940" y="3489008"/>
                  </a:lnTo>
                  <a:lnTo>
                    <a:pt x="1038856" y="3431361"/>
                  </a:lnTo>
                  <a:lnTo>
                    <a:pt x="1185853" y="3372341"/>
                  </a:lnTo>
                  <a:lnTo>
                    <a:pt x="1333344" y="3312451"/>
                  </a:lnTo>
                  <a:lnTo>
                    <a:pt x="1479742" y="3252192"/>
                  </a:lnTo>
                  <a:lnTo>
                    <a:pt x="1623459" y="3192067"/>
                  </a:lnTo>
                  <a:lnTo>
                    <a:pt x="1762907" y="3132579"/>
                  </a:lnTo>
                  <a:lnTo>
                    <a:pt x="1896501" y="3074229"/>
                  </a:lnTo>
                  <a:lnTo>
                    <a:pt x="2022652" y="3017520"/>
                  </a:lnTo>
                  <a:lnTo>
                    <a:pt x="2148504" y="2962284"/>
                  </a:lnTo>
                  <a:lnTo>
                    <a:pt x="2281128" y="2907819"/>
                  </a:lnTo>
                  <a:lnTo>
                    <a:pt x="2418830" y="2853822"/>
                  </a:lnTo>
                  <a:lnTo>
                    <a:pt x="2559920" y="2799993"/>
                  </a:lnTo>
                  <a:lnTo>
                    <a:pt x="2702702" y="2746030"/>
                  </a:lnTo>
                  <a:lnTo>
                    <a:pt x="2845484" y="2691631"/>
                  </a:lnTo>
                  <a:lnTo>
                    <a:pt x="2986573" y="2636496"/>
                  </a:lnTo>
                  <a:lnTo>
                    <a:pt x="3124276" y="2580322"/>
                  </a:lnTo>
                  <a:lnTo>
                    <a:pt x="3256900" y="2522810"/>
                  </a:lnTo>
                  <a:lnTo>
                    <a:pt x="3382751" y="2463656"/>
                  </a:lnTo>
                  <a:lnTo>
                    <a:pt x="3500137" y="2402560"/>
                  </a:lnTo>
                  <a:lnTo>
                    <a:pt x="3607365" y="2339221"/>
                  </a:lnTo>
                  <a:lnTo>
                    <a:pt x="3702741" y="2273337"/>
                  </a:lnTo>
                  <a:lnTo>
                    <a:pt x="3784573" y="2204606"/>
                  </a:lnTo>
                  <a:lnTo>
                    <a:pt x="3851167" y="2132727"/>
                  </a:lnTo>
                  <a:lnTo>
                    <a:pt x="3900830" y="2057400"/>
                  </a:lnTo>
                  <a:lnTo>
                    <a:pt x="3934815" y="1976413"/>
                  </a:lnTo>
                  <a:lnTo>
                    <a:pt x="3955996" y="1888495"/>
                  </a:lnTo>
                  <a:lnTo>
                    <a:pt x="3965114" y="1794750"/>
                  </a:lnTo>
                  <a:lnTo>
                    <a:pt x="3962909" y="1696283"/>
                  </a:lnTo>
                  <a:lnTo>
                    <a:pt x="3950123" y="1594200"/>
                  </a:lnTo>
                  <a:lnTo>
                    <a:pt x="3927496" y="1489606"/>
                  </a:lnTo>
                  <a:lnTo>
                    <a:pt x="3895768" y="1383605"/>
                  </a:lnTo>
                  <a:lnTo>
                    <a:pt x="3855682" y="1277303"/>
                  </a:lnTo>
                  <a:lnTo>
                    <a:pt x="3807976" y="1171804"/>
                  </a:lnTo>
                  <a:lnTo>
                    <a:pt x="3753392" y="1068214"/>
                  </a:lnTo>
                  <a:lnTo>
                    <a:pt x="3692671" y="967638"/>
                  </a:lnTo>
                  <a:lnTo>
                    <a:pt x="3626553" y="871180"/>
                  </a:lnTo>
                  <a:lnTo>
                    <a:pt x="3555779" y="779947"/>
                  </a:lnTo>
                  <a:lnTo>
                    <a:pt x="3481090" y="695042"/>
                  </a:lnTo>
                  <a:lnTo>
                    <a:pt x="3403227" y="617572"/>
                  </a:lnTo>
                  <a:lnTo>
                    <a:pt x="3322929" y="548640"/>
                  </a:lnTo>
                  <a:lnTo>
                    <a:pt x="3232491" y="486975"/>
                  </a:lnTo>
                  <a:lnTo>
                    <a:pt x="3125405" y="430366"/>
                  </a:lnTo>
                  <a:lnTo>
                    <a:pt x="3004209" y="378513"/>
                  </a:lnTo>
                  <a:lnTo>
                    <a:pt x="2871444" y="331113"/>
                  </a:lnTo>
                  <a:lnTo>
                    <a:pt x="2729650" y="287865"/>
                  </a:lnTo>
                  <a:lnTo>
                    <a:pt x="2581365" y="248469"/>
                  </a:lnTo>
                  <a:lnTo>
                    <a:pt x="2429130" y="212621"/>
                  </a:lnTo>
                  <a:lnTo>
                    <a:pt x="2275484" y="180022"/>
                  </a:lnTo>
                  <a:lnTo>
                    <a:pt x="2122967" y="150370"/>
                  </a:lnTo>
                  <a:lnTo>
                    <a:pt x="1974118" y="123364"/>
                  </a:lnTo>
                  <a:lnTo>
                    <a:pt x="1831477" y="98701"/>
                  </a:lnTo>
                  <a:lnTo>
                    <a:pt x="1697583" y="76081"/>
                  </a:lnTo>
                  <a:lnTo>
                    <a:pt x="1574977" y="55202"/>
                  </a:lnTo>
                  <a:lnTo>
                    <a:pt x="1466197" y="35763"/>
                  </a:lnTo>
                  <a:lnTo>
                    <a:pt x="1373784" y="17463"/>
                  </a:lnTo>
                  <a:lnTo>
                    <a:pt x="1300276" y="0"/>
                  </a:lnTo>
                </a:path>
              </a:pathLst>
            </a:custGeom>
            <a:noFill/>
            <a:ln w="22225" cap="rnd">
              <a:solidFill>
                <a:srgbClr val="D9531E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Oval 23"/>
            <p:cNvSpPr/>
            <p:nvPr/>
          </p:nvSpPr>
          <p:spPr>
            <a:xfrm>
              <a:off x="1096366" y="556412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Oval 24"/>
            <p:cNvSpPr/>
            <p:nvPr/>
          </p:nvSpPr>
          <p:spPr>
            <a:xfrm>
              <a:off x="3119018" y="474116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Oval 25"/>
            <p:cNvSpPr/>
            <p:nvPr/>
          </p:nvSpPr>
          <p:spPr>
            <a:xfrm>
              <a:off x="4937760" y="3721608"/>
              <a:ext cx="237744" cy="237744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Oval 26"/>
            <p:cNvSpPr/>
            <p:nvPr/>
          </p:nvSpPr>
          <p:spPr>
            <a:xfrm>
              <a:off x="4419295" y="227228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Oval 27"/>
            <p:cNvSpPr/>
            <p:nvPr/>
          </p:nvSpPr>
          <p:spPr>
            <a:xfrm>
              <a:off x="2396642" y="1723644"/>
              <a:ext cx="118872" cy="118872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7818120" y="2331720"/>
            <a:ext cx="339791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每日安排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18120" y="3383280"/>
            <a:ext cx="339791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五天四晚，从落地到返程，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600" b="0">
                <a:solidFill>
                  <a:srgbClr val="1E2326"/>
                </a:solidFill>
                <a:latin typeface="Noto Sans CJK SC"/>
                <a:ea typeface="Noto Sans CJK SC"/>
                <a:cs typeface="Noto Sans CJK SC"/>
              </a:rPr>
              <a:t>一页页写给两位。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第一天只做一件事：落地、入住、吃好第一顿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7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第1天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222" y="881847"/>
            <a:ext cx="74980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32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05.12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出发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从广州白云机场直飞大理。航班时刻以出票为准，</a:t>
              </a:r>
            </a:p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出票后写进出团通知书。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2918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接站入住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司机在大理机场接上两位，送到古城南门一带的酒店，</a:t>
              </a:r>
            </a:p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入住后先歇一歇。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75665" y="4480560"/>
            <a:ext cx="5394960" cy="1106424"/>
            <a:chOff x="975665" y="4480560"/>
            <a:chExt cx="5394960" cy="1106424"/>
          </a:xfrm>
        </p:grpSpPr>
        <p:sp>
          <p:nvSpPr>
            <p:cNvPr id="17" name="Oval 16"/>
            <p:cNvSpPr/>
            <p:nvPr/>
          </p:nvSpPr>
          <p:spPr>
            <a:xfrm>
              <a:off x="975665" y="453542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41425" y="448056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晚上 · 18:30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480974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在合作餐厅吃到大理后的第一顿晚饭，已含在费用里；</a:t>
              </a:r>
            </a:p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餐厅名称和地址写在出团通知书上。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当天路线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广州白云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大理机场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古城酒店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合作餐厅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6080760"/>
            <a:chOff x="0" y="0"/>
            <a:chExt cx="11216031" cy="6080760"/>
          </a:xfrm>
        </p:grpSpPr>
        <p:sp>
          <p:nvSpPr>
            <p:cNvPr id="36" name="事实栏底色"/>
            <p:cNvSpPr/>
            <p:nvPr/>
          </p:nvSpPr>
          <p:spPr>
            <a:xfrm>
              <a:off x="7239305" y="3520440"/>
              <a:ext cx="3976726" cy="256032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370832"/>
              <a:chOff x="0" y="0"/>
              <a:chExt cx="11033151" cy="4370832"/>
            </a:xfrm>
          </p:grpSpPr>
          <p:grpSp>
            <p:nvGrpSpPr>
              <p:cNvPr id="38" name="图标 plane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9" name="Freeform 38"/>
                <p:cNvSpPr/>
                <p:nvPr/>
              </p:nvSpPr>
              <p:spPr>
                <a:xfrm>
                  <a:off x="7515149" y="3751326"/>
                  <a:ext cx="198120" cy="1783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178308">
                      <a:moveTo>
                        <a:pt x="138684" y="69342"/>
                      </a:moveTo>
                      <a:lnTo>
                        <a:pt x="178308" y="69342"/>
                      </a:lnTo>
                      <a:lnTo>
                        <a:pt x="182301" y="69745"/>
                      </a:lnTo>
                      <a:lnTo>
                        <a:pt x="186020" y="70899"/>
                      </a:lnTo>
                      <a:lnTo>
                        <a:pt x="189385" y="72726"/>
                      </a:lnTo>
                      <a:lnTo>
                        <a:pt x="192317" y="75145"/>
                      </a:lnTo>
                      <a:lnTo>
                        <a:pt x="194736" y="78077"/>
                      </a:lnTo>
                      <a:lnTo>
                        <a:pt x="196563" y="81442"/>
                      </a:lnTo>
                      <a:lnTo>
                        <a:pt x="197717" y="85161"/>
                      </a:lnTo>
                      <a:lnTo>
                        <a:pt x="198120" y="89154"/>
                      </a:lnTo>
                      <a:lnTo>
                        <a:pt x="197717" y="93147"/>
                      </a:lnTo>
                      <a:lnTo>
                        <a:pt x="196563" y="96866"/>
                      </a:lnTo>
                      <a:lnTo>
                        <a:pt x="194736" y="100231"/>
                      </a:lnTo>
                      <a:lnTo>
                        <a:pt x="192317" y="103163"/>
                      </a:lnTo>
                      <a:lnTo>
                        <a:pt x="189385" y="105582"/>
                      </a:lnTo>
                      <a:lnTo>
                        <a:pt x="186020" y="107409"/>
                      </a:lnTo>
                      <a:lnTo>
                        <a:pt x="182301" y="108563"/>
                      </a:lnTo>
                      <a:lnTo>
                        <a:pt x="178308" y="108966"/>
                      </a:lnTo>
                      <a:lnTo>
                        <a:pt x="138684" y="108966"/>
                      </a:lnTo>
                      <a:lnTo>
                        <a:pt x="99060" y="178308"/>
                      </a:lnTo>
                      <a:lnTo>
                        <a:pt x="69342" y="178308"/>
                      </a:lnTo>
                      <a:lnTo>
                        <a:pt x="89154" y="108966"/>
                      </a:lnTo>
                      <a:lnTo>
                        <a:pt x="49530" y="108966"/>
                      </a:lnTo>
                      <a:lnTo>
                        <a:pt x="29718" y="128778"/>
                      </a:lnTo>
                      <a:lnTo>
                        <a:pt x="0" y="128778"/>
                      </a:lnTo>
                      <a:lnTo>
                        <a:pt x="19812" y="89154"/>
                      </a:lnTo>
                      <a:lnTo>
                        <a:pt x="0" y="49530"/>
                      </a:lnTo>
                      <a:lnTo>
                        <a:pt x="29718" y="49530"/>
                      </a:lnTo>
                      <a:lnTo>
                        <a:pt x="49530" y="69342"/>
                      </a:lnTo>
                      <a:lnTo>
                        <a:pt x="89154" y="69342"/>
                      </a:lnTo>
                      <a:lnTo>
                        <a:pt x="69342" y="0"/>
                      </a:lnTo>
                      <a:lnTo>
                        <a:pt x="99060" y="0"/>
                      </a:lnTo>
                      <a:lnTo>
                        <a:pt x="138684" y="6934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7879385" y="3721608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航班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8364017" y="3712464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广州直飞大理，航程 2 小时 40 分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8364017" y="3986784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来源：航司官网，2026年3月查证</a:t>
                </a:r>
              </a:p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航班以出票为准</a:t>
                </a:r>
              </a:p>
            </p:txBody>
          </p:sp>
        </p:grpSp>
        <p:grpSp>
          <p:nvGrpSpPr>
            <p:cNvPr id="43" name="Group 42"/>
            <p:cNvGrpSpPr/>
            <p:nvPr/>
          </p:nvGrpSpPr>
          <p:grpSpPr>
            <a:xfrm>
              <a:off x="0" y="0"/>
              <a:ext cx="11033151" cy="5138928"/>
              <a:chOff x="0" y="0"/>
              <a:chExt cx="11033151" cy="5138928"/>
            </a:xfrm>
          </p:grpSpPr>
          <p:grpSp>
            <p:nvGrpSpPr>
              <p:cNvPr id="44" name="图标 car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5" name="Freeform 44"/>
                <p:cNvSpPr/>
                <p:nvPr/>
              </p:nvSpPr>
              <p:spPr>
                <a:xfrm>
                  <a:off x="7544867" y="4638294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Freeform 45"/>
                <p:cNvSpPr/>
                <p:nvPr/>
              </p:nvSpPr>
              <p:spPr>
                <a:xfrm>
                  <a:off x="7643927" y="4638294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5"/>
                      </a:lnTo>
                      <a:lnTo>
                        <a:pt x="1557" y="27524"/>
                      </a:lnTo>
                      <a:lnTo>
                        <a:pt x="3383" y="30889"/>
                      </a:lnTo>
                      <a:lnTo>
                        <a:pt x="5803" y="33821"/>
                      </a:lnTo>
                      <a:lnTo>
                        <a:pt x="8735" y="36240"/>
                      </a:lnTo>
                      <a:lnTo>
                        <a:pt x="12100" y="38067"/>
                      </a:lnTo>
                      <a:lnTo>
                        <a:pt x="15819" y="39221"/>
                      </a:lnTo>
                      <a:lnTo>
                        <a:pt x="19812" y="39624"/>
                      </a:lnTo>
                      <a:lnTo>
                        <a:pt x="23805" y="39221"/>
                      </a:lnTo>
                      <a:lnTo>
                        <a:pt x="27524" y="38067"/>
                      </a:lnTo>
                      <a:lnTo>
                        <a:pt x="30889" y="36240"/>
                      </a:lnTo>
                      <a:lnTo>
                        <a:pt x="33821" y="33821"/>
                      </a:lnTo>
                      <a:lnTo>
                        <a:pt x="36240" y="30889"/>
                      </a:lnTo>
                      <a:lnTo>
                        <a:pt x="38067" y="27524"/>
                      </a:lnTo>
                      <a:lnTo>
                        <a:pt x="39221" y="23805"/>
                      </a:lnTo>
                      <a:lnTo>
                        <a:pt x="39624" y="19812"/>
                      </a:lnTo>
                      <a:lnTo>
                        <a:pt x="39221" y="15819"/>
                      </a:lnTo>
                      <a:lnTo>
                        <a:pt x="38067" y="12100"/>
                      </a:lnTo>
                      <a:lnTo>
                        <a:pt x="36240" y="8735"/>
                      </a:lnTo>
                      <a:lnTo>
                        <a:pt x="33821" y="5803"/>
                      </a:lnTo>
                      <a:lnTo>
                        <a:pt x="30889" y="3384"/>
                      </a:lnTo>
                      <a:lnTo>
                        <a:pt x="27524" y="1557"/>
                      </a:lnTo>
                      <a:lnTo>
                        <a:pt x="23805" y="403"/>
                      </a:lnTo>
                      <a:lnTo>
                        <a:pt x="19812" y="0"/>
                      </a:lnTo>
                      <a:lnTo>
                        <a:pt x="15819" y="403"/>
                      </a:lnTo>
                      <a:lnTo>
                        <a:pt x="12100" y="1557"/>
                      </a:lnTo>
                      <a:lnTo>
                        <a:pt x="8735" y="3384"/>
                      </a:lnTo>
                      <a:lnTo>
                        <a:pt x="5803" y="5803"/>
                      </a:lnTo>
                      <a:lnTo>
                        <a:pt x="3383" y="8735"/>
                      </a:lnTo>
                      <a:lnTo>
                        <a:pt x="1557" y="12100"/>
                      </a:lnTo>
                      <a:lnTo>
                        <a:pt x="402" y="15819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Freeform 46"/>
                <p:cNvSpPr/>
                <p:nvPr/>
              </p:nvSpPr>
              <p:spPr>
                <a:xfrm>
                  <a:off x="7525055" y="4549140"/>
                  <a:ext cx="178308" cy="108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08966">
                      <a:moveTo>
                        <a:pt x="19812" y="108966"/>
                      </a:moveTo>
                      <a:lnTo>
                        <a:pt x="0" y="108966"/>
                      </a:lnTo>
                      <a:lnTo>
                        <a:pt x="0" y="49530"/>
                      </a:lnTo>
                      <a:lnTo>
                        <a:pt x="19812" y="0"/>
                      </a:lnTo>
                      <a:lnTo>
                        <a:pt x="108966" y="0"/>
                      </a:lnTo>
                      <a:lnTo>
                        <a:pt x="148590" y="49530"/>
                      </a:lnTo>
                      <a:lnTo>
                        <a:pt x="158496" y="49530"/>
                      </a:lnTo>
                      <a:lnTo>
                        <a:pt x="162489" y="49933"/>
                      </a:lnTo>
                      <a:lnTo>
                        <a:pt x="166208" y="51087"/>
                      </a:lnTo>
                      <a:lnTo>
                        <a:pt x="169573" y="52914"/>
                      </a:lnTo>
                      <a:lnTo>
                        <a:pt x="172505" y="55333"/>
                      </a:lnTo>
                      <a:lnTo>
                        <a:pt x="174924" y="58265"/>
                      </a:lnTo>
                      <a:lnTo>
                        <a:pt x="176751" y="61630"/>
                      </a:lnTo>
                      <a:lnTo>
                        <a:pt x="177905" y="65349"/>
                      </a:lnTo>
                      <a:lnTo>
                        <a:pt x="178308" y="69342"/>
                      </a:lnTo>
                      <a:lnTo>
                        <a:pt x="178308" y="108966"/>
                      </a:lnTo>
                      <a:lnTo>
                        <a:pt x="158496" y="108966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7584491" y="4658106"/>
                  <a:ext cx="5943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36" h="0">
                      <a:moveTo>
                        <a:pt x="59436" y="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525055" y="4598670"/>
                  <a:ext cx="148590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8590" h="0">
                      <a:moveTo>
                        <a:pt x="0" y="0"/>
                      </a:moveTo>
                      <a:lnTo>
                        <a:pt x="14859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614209" y="4549140"/>
                  <a:ext cx="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49530">
                      <a:moveTo>
                        <a:pt x="0" y="49530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1" name="TextBox 50"/>
              <p:cNvSpPr txBox="1"/>
              <p:nvPr/>
            </p:nvSpPr>
            <p:spPr>
              <a:xfrm>
                <a:off x="7879385" y="4489704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接站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364017" y="4480560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大理机场到古城南门车程 50 分钟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364017" y="4754880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来源：高德地图，2026年3月查证</a:t>
                </a:r>
              </a:p>
            </p:txBody>
          </p:sp>
        </p:grpSp>
        <p:grpSp>
          <p:nvGrpSpPr>
            <p:cNvPr id="54" name="Group 53"/>
            <p:cNvGrpSpPr/>
            <p:nvPr/>
          </p:nvGrpSpPr>
          <p:grpSpPr>
            <a:xfrm>
              <a:off x="0" y="0"/>
              <a:ext cx="11033151" cy="5907024"/>
              <a:chOff x="0" y="0"/>
              <a:chExt cx="11033151" cy="5907024"/>
            </a:xfrm>
          </p:grpSpPr>
          <p:grpSp>
            <p:nvGrpSpPr>
              <p:cNvPr id="55" name="图标 bed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6" name="Freeform 55"/>
                <p:cNvSpPr/>
                <p:nvPr/>
              </p:nvSpPr>
              <p:spPr>
                <a:xfrm>
                  <a:off x="7544867" y="5327142"/>
                  <a:ext cx="39624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24" h="39624">
                      <a:moveTo>
                        <a:pt x="0" y="19812"/>
                      </a:moveTo>
                      <a:lnTo>
                        <a:pt x="402" y="23806"/>
                      </a:lnTo>
                      <a:lnTo>
                        <a:pt x="1556" y="27526"/>
                      </a:lnTo>
                      <a:lnTo>
                        <a:pt x="3382" y="30891"/>
                      </a:lnTo>
                      <a:lnTo>
                        <a:pt x="5801" y="33823"/>
                      </a:lnTo>
                      <a:lnTo>
                        <a:pt x="8733" y="36242"/>
                      </a:lnTo>
                      <a:lnTo>
                        <a:pt x="12098" y="38068"/>
                      </a:lnTo>
                      <a:lnTo>
                        <a:pt x="15818" y="39222"/>
                      </a:lnTo>
                      <a:lnTo>
                        <a:pt x="19812" y="39624"/>
                      </a:lnTo>
                      <a:lnTo>
                        <a:pt x="23806" y="39222"/>
                      </a:lnTo>
                      <a:lnTo>
                        <a:pt x="27525" y="38068"/>
                      </a:lnTo>
                      <a:lnTo>
                        <a:pt x="30891" y="36242"/>
                      </a:lnTo>
                      <a:lnTo>
                        <a:pt x="33823" y="33823"/>
                      </a:lnTo>
                      <a:lnTo>
                        <a:pt x="36241" y="30891"/>
                      </a:lnTo>
                      <a:lnTo>
                        <a:pt x="38067" y="27526"/>
                      </a:lnTo>
                      <a:lnTo>
                        <a:pt x="39221" y="23806"/>
                      </a:lnTo>
                      <a:lnTo>
                        <a:pt x="39624" y="19812"/>
                      </a:lnTo>
                      <a:lnTo>
                        <a:pt x="39221" y="15818"/>
                      </a:lnTo>
                      <a:lnTo>
                        <a:pt x="38067" y="12098"/>
                      </a:lnTo>
                      <a:lnTo>
                        <a:pt x="36241" y="8733"/>
                      </a:lnTo>
                      <a:lnTo>
                        <a:pt x="33823" y="5801"/>
                      </a:lnTo>
                      <a:lnTo>
                        <a:pt x="30891" y="3382"/>
                      </a:lnTo>
                      <a:lnTo>
                        <a:pt x="27525" y="1556"/>
                      </a:lnTo>
                      <a:lnTo>
                        <a:pt x="23806" y="402"/>
                      </a:lnTo>
                      <a:lnTo>
                        <a:pt x="19812" y="0"/>
                      </a:lnTo>
                      <a:lnTo>
                        <a:pt x="15818" y="402"/>
                      </a:lnTo>
                      <a:lnTo>
                        <a:pt x="12098" y="1556"/>
                      </a:lnTo>
                      <a:lnTo>
                        <a:pt x="8733" y="3382"/>
                      </a:lnTo>
                      <a:lnTo>
                        <a:pt x="5801" y="5801"/>
                      </a:lnTo>
                      <a:lnTo>
                        <a:pt x="3382" y="8733"/>
                      </a:lnTo>
                      <a:lnTo>
                        <a:pt x="1556" y="12098"/>
                      </a:lnTo>
                      <a:lnTo>
                        <a:pt x="402" y="15818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7" name="Freeform 56"/>
                <p:cNvSpPr/>
                <p:nvPr/>
              </p:nvSpPr>
              <p:spPr>
                <a:xfrm>
                  <a:off x="7515149" y="5396484"/>
                  <a:ext cx="198120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0" h="29718">
                      <a:moveTo>
                        <a:pt x="198120" y="29718"/>
                      </a:moveTo>
                      <a:lnTo>
                        <a:pt x="198120" y="0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7515149" y="5337048"/>
                  <a:ext cx="0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89154">
                      <a:moveTo>
                        <a:pt x="0" y="0"/>
                      </a:moveTo>
                      <a:lnTo>
                        <a:pt x="0" y="8915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7614209" y="5346954"/>
                  <a:ext cx="99060" cy="49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9060" h="49530">
                      <a:moveTo>
                        <a:pt x="0" y="49530"/>
                      </a:moveTo>
                      <a:lnTo>
                        <a:pt x="99060" y="49530"/>
                      </a:lnTo>
                      <a:lnTo>
                        <a:pt x="99060" y="29718"/>
                      </a:lnTo>
                      <a:lnTo>
                        <a:pt x="98456" y="23728"/>
                      </a:lnTo>
                      <a:lnTo>
                        <a:pt x="96725" y="18150"/>
                      </a:lnTo>
                      <a:lnTo>
                        <a:pt x="93985" y="13102"/>
                      </a:lnTo>
                      <a:lnTo>
                        <a:pt x="90356" y="8704"/>
                      </a:lnTo>
                      <a:lnTo>
                        <a:pt x="85958" y="5075"/>
                      </a:lnTo>
                      <a:lnTo>
                        <a:pt x="80910" y="2335"/>
                      </a:lnTo>
                      <a:lnTo>
                        <a:pt x="75331" y="604"/>
                      </a:lnTo>
                      <a:lnTo>
                        <a:pt x="69342" y="0"/>
                      </a:lnTo>
                      <a:lnTo>
                        <a:pt x="0" y="0"/>
                      </a:lnTo>
                      <a:lnTo>
                        <a:pt x="0" y="4953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0" name="TextBox 59"/>
              <p:cNvSpPr txBox="1"/>
              <p:nvPr/>
            </p:nvSpPr>
            <p:spPr>
              <a:xfrm>
                <a:off x="7879385" y="5257800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住宿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8364017" y="5248656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古城南门一带四星酒店，含早餐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364017" y="5522976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来源：携程酒店页，2026年3月查证</a:t>
                </a:r>
              </a:p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以计调确认为准</a:t>
                </a:r>
              </a:p>
            </p:txBody>
          </p:sp>
        </p:grpSp>
      </p:grpSp>
      <p:sp>
        <p:nvSpPr>
          <p:cNvPr id="63" name="Freeform 6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Freeform 6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914308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第二天有向导带路，下午的时间留给两位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10466222" y="566928"/>
            <a:ext cx="749808" cy="749808"/>
          </a:xfrm>
          <a:prstGeom prst="rect">
            <a:avLst/>
          </a:prstGeom>
          <a:noFill/>
          <a:ln w="19050">
            <a:solidFill>
              <a:srgbClr val="D9531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466222" y="656905"/>
            <a:ext cx="749808" cy="22494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47" b="1">
                <a:solidFill>
                  <a:srgbClr val="D9531E"/>
                </a:solidFill>
                <a:latin typeface="Noto Sans CJK SC"/>
                <a:ea typeface="Noto Sans CJK SC"/>
                <a:cs typeface="Noto Sans CJK SC"/>
              </a:rPr>
              <a:t>第2天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66222" y="881847"/>
            <a:ext cx="749808" cy="374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32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05.13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39673" y="2212848"/>
            <a:ext cx="0" cy="2907792"/>
          </a:xfrm>
          <a:prstGeom prst="line">
            <a:avLst/>
          </a:prstGeom>
          <a:ln w="12700">
            <a:solidFill>
              <a:srgbClr val="D5DAD6"/>
            </a:solidFill>
          </a:ln>
        </p:spPr>
      </p:cxnSp>
      <p:grpSp>
        <p:nvGrpSpPr>
          <p:cNvPr id="8" name="Group 7"/>
          <p:cNvGrpSpPr/>
          <p:nvPr/>
        </p:nvGrpSpPr>
        <p:grpSpPr>
          <a:xfrm>
            <a:off x="975665" y="2103120"/>
            <a:ext cx="5394960" cy="1106424"/>
            <a:chOff x="975665" y="2103120"/>
            <a:chExt cx="5394960" cy="1106424"/>
          </a:xfrm>
        </p:grpSpPr>
        <p:sp>
          <p:nvSpPr>
            <p:cNvPr id="9" name="Oval 8"/>
            <p:cNvSpPr/>
            <p:nvPr/>
          </p:nvSpPr>
          <p:spPr>
            <a:xfrm>
              <a:off x="975665" y="2157984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341425" y="210312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上午 · 09:00 至 12:00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41425" y="243230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半日私人向导在酒店大堂接两位，从南门进古城，</a:t>
              </a:r>
            </a:p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沿复兴路走到五华楼，边走边讲古城的来历。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975665" y="3291840"/>
            <a:ext cx="5394960" cy="1106424"/>
            <a:chOff x="975665" y="3291840"/>
            <a:chExt cx="5394960" cy="1106424"/>
          </a:xfrm>
        </p:grpSpPr>
        <p:sp>
          <p:nvSpPr>
            <p:cNvPr id="13" name="Oval 12"/>
            <p:cNvSpPr/>
            <p:nvPr/>
          </p:nvSpPr>
          <p:spPr>
            <a:xfrm>
              <a:off x="975665" y="334670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341425" y="329184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下午 · 自由活动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341425" y="362102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午饭后不排行程，可以找个院子喝茶，</a:t>
              </a:r>
            </a:p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也可以回酒店歇一歇；向导会顺路推荐几处。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75665" y="4480560"/>
            <a:ext cx="5394960" cy="1106424"/>
            <a:chOff x="975665" y="4480560"/>
            <a:chExt cx="5394960" cy="1106424"/>
          </a:xfrm>
        </p:grpSpPr>
        <p:sp>
          <p:nvSpPr>
            <p:cNvPr id="17" name="Oval 16"/>
            <p:cNvSpPr/>
            <p:nvPr/>
          </p:nvSpPr>
          <p:spPr>
            <a:xfrm>
              <a:off x="975665" y="4535424"/>
              <a:ext cx="128016" cy="128016"/>
            </a:xfrm>
            <a:prstGeom prst="ellipse">
              <a:avLst/>
            </a:prstGeom>
            <a:solidFill>
              <a:srgbClr val="1E232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341425" y="4480560"/>
              <a:ext cx="5029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3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晚上 · 自由活动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4809744"/>
              <a:ext cx="4663440" cy="7772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晚餐自理，按两位的口味，挑一家向导推荐的本地馆子。</a:t>
              </a:r>
            </a:p>
          </p:txBody>
        </p:sp>
      </p:grpSp>
      <p:grpSp>
        <p:nvGrpSpPr>
          <p:cNvPr id="20" name="当天路线"/>
          <p:cNvGrpSpPr/>
          <p:nvPr/>
        </p:nvGrpSpPr>
        <p:grpSpPr>
          <a:xfrm>
            <a:off x="7010705" y="2103120"/>
            <a:ext cx="4433925" cy="1060704"/>
            <a:chOff x="7010705" y="2103120"/>
            <a:chExt cx="4433925" cy="1060704"/>
          </a:xfrm>
        </p:grpSpPr>
        <p:sp>
          <p:nvSpPr>
            <p:cNvPr id="21" name="TextBox 20"/>
            <p:cNvSpPr txBox="1"/>
            <p:nvPr/>
          </p:nvSpPr>
          <p:spPr>
            <a:xfrm>
              <a:off x="7239305" y="2103120"/>
              <a:ext cx="3976726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当天路线</a:t>
              </a:r>
            </a:p>
          </p:txBody>
        </p:sp>
        <p:cxnSp>
          <p:nvCxnSpPr>
            <p:cNvPr id="22" name="Connector 21"/>
            <p:cNvCxnSpPr/>
            <p:nvPr/>
          </p:nvCxnSpPr>
          <p:spPr>
            <a:xfrm>
              <a:off x="7559345" y="2761488"/>
              <a:ext cx="3336645" cy="0"/>
            </a:xfrm>
            <a:prstGeom prst="line">
              <a:avLst/>
            </a:prstGeom>
            <a:ln w="12700">
              <a:solidFill>
                <a:srgbClr val="1E2326"/>
              </a:solidFill>
            </a:ln>
          </p:spPr>
        </p:cxnSp>
        <p:grpSp>
          <p:nvGrpSpPr>
            <p:cNvPr id="23" name="Group 22"/>
            <p:cNvGrpSpPr/>
            <p:nvPr/>
          </p:nvGrpSpPr>
          <p:grpSpPr>
            <a:xfrm>
              <a:off x="7010705" y="2702052"/>
              <a:ext cx="1097280" cy="461772"/>
              <a:chOff x="7010705" y="2702052"/>
              <a:chExt cx="1097280" cy="461772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7499909" y="2702052"/>
                <a:ext cx="118872" cy="118872"/>
              </a:xfrm>
              <a:prstGeom prst="ellipse">
                <a:avLst/>
              </a:prstGeom>
              <a:solidFill>
                <a:srgbClr val="D9531E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701070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酒店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8122920" y="2702052"/>
              <a:ext cx="1097280" cy="461772"/>
              <a:chOff x="8122920" y="2702052"/>
              <a:chExt cx="1097280" cy="461772"/>
            </a:xfrm>
          </p:grpSpPr>
          <p:sp>
            <p:nvSpPr>
              <p:cNvPr id="27" name="Oval 26"/>
              <p:cNvSpPr/>
              <p:nvPr/>
            </p:nvSpPr>
            <p:spPr>
              <a:xfrm>
                <a:off x="861212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8" name="TextBox 27"/>
              <p:cNvSpPr txBox="1"/>
              <p:nvPr/>
            </p:nvSpPr>
            <p:spPr>
              <a:xfrm>
                <a:off x="812292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南门</a:t>
                </a:r>
              </a:p>
            </p:txBody>
          </p:sp>
        </p:grpSp>
        <p:grpSp>
          <p:nvGrpSpPr>
            <p:cNvPr id="29" name="Group 28"/>
            <p:cNvGrpSpPr/>
            <p:nvPr/>
          </p:nvGrpSpPr>
          <p:grpSpPr>
            <a:xfrm>
              <a:off x="9235135" y="2702052"/>
              <a:ext cx="1097280" cy="461772"/>
              <a:chOff x="9235135" y="2702052"/>
              <a:chExt cx="1097280" cy="461772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9724339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TextBox 30"/>
              <p:cNvSpPr txBox="1"/>
              <p:nvPr/>
            </p:nvSpPr>
            <p:spPr>
              <a:xfrm>
                <a:off x="9235135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复兴路</a:t>
                </a:r>
              </a:p>
            </p:txBody>
          </p:sp>
        </p:grpSp>
        <p:grpSp>
          <p:nvGrpSpPr>
            <p:cNvPr id="32" name="Group 31"/>
            <p:cNvGrpSpPr/>
            <p:nvPr/>
          </p:nvGrpSpPr>
          <p:grpSpPr>
            <a:xfrm>
              <a:off x="10347350" y="2702052"/>
              <a:ext cx="1097280" cy="461772"/>
              <a:chOff x="10347350" y="2702052"/>
              <a:chExt cx="1097280" cy="461772"/>
            </a:xfrm>
          </p:grpSpPr>
          <p:sp>
            <p:nvSpPr>
              <p:cNvPr id="33" name="Oval 32"/>
              <p:cNvSpPr/>
              <p:nvPr/>
            </p:nvSpPr>
            <p:spPr>
              <a:xfrm>
                <a:off x="10836554" y="2702052"/>
                <a:ext cx="118872" cy="118872"/>
              </a:xfrm>
              <a:prstGeom prst="ellipse">
                <a:avLst/>
              </a:prstGeom>
              <a:solidFill>
                <a:srgbClr val="1E2326"/>
              </a:solidFill>
              <a:ln>
                <a:noFill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10347350" y="2907792"/>
                <a:ext cx="1097280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ctr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五华楼</a:t>
                </a:r>
              </a:p>
            </p:txBody>
          </p:sp>
        </p:grpSp>
      </p:grpSp>
      <p:grpSp>
        <p:nvGrpSpPr>
          <p:cNvPr id="35" name="查证事实"/>
          <p:cNvGrpSpPr/>
          <p:nvPr/>
        </p:nvGrpSpPr>
        <p:grpSpPr>
          <a:xfrm>
            <a:off x="0" y="0"/>
            <a:ext cx="11216031" cy="6080760"/>
            <a:chOff x="0" y="0"/>
            <a:chExt cx="11216031" cy="6080760"/>
          </a:xfrm>
        </p:grpSpPr>
        <p:sp>
          <p:nvSpPr>
            <p:cNvPr id="36" name="事实栏底色"/>
            <p:cNvSpPr/>
            <p:nvPr/>
          </p:nvSpPr>
          <p:spPr>
            <a:xfrm>
              <a:off x="7239305" y="3520440"/>
              <a:ext cx="3976726" cy="2560320"/>
            </a:xfrm>
            <a:prstGeom prst="rect">
              <a:avLst/>
            </a:prstGeom>
            <a:solidFill>
              <a:srgbClr val="F2F4F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grpSp>
          <p:nvGrpSpPr>
            <p:cNvPr id="37" name="Group 36"/>
            <p:cNvGrpSpPr/>
            <p:nvPr/>
          </p:nvGrpSpPr>
          <p:grpSpPr>
            <a:xfrm>
              <a:off x="0" y="0"/>
              <a:ext cx="11033151" cy="4370832"/>
              <a:chOff x="0" y="0"/>
              <a:chExt cx="11033151" cy="4370832"/>
            </a:xfrm>
          </p:grpSpPr>
          <p:grpSp>
            <p:nvGrpSpPr>
              <p:cNvPr id="38" name="图标 wal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9" name="Freeform 38"/>
                <p:cNvSpPr/>
                <p:nvPr/>
              </p:nvSpPr>
              <p:spPr>
                <a:xfrm>
                  <a:off x="7614209" y="3751326"/>
                  <a:ext cx="19812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812" h="19812">
                      <a:moveTo>
                        <a:pt x="0" y="9906"/>
                      </a:moveTo>
                      <a:lnTo>
                        <a:pt x="201" y="11902"/>
                      </a:lnTo>
                      <a:lnTo>
                        <a:pt x="779" y="13761"/>
                      </a:lnTo>
                      <a:lnTo>
                        <a:pt x="1692" y="15443"/>
                      </a:lnTo>
                      <a:lnTo>
                        <a:pt x="2902" y="16910"/>
                      </a:lnTo>
                      <a:lnTo>
                        <a:pt x="4369" y="18119"/>
                      </a:lnTo>
                      <a:lnTo>
                        <a:pt x="6051" y="19033"/>
                      </a:lnTo>
                      <a:lnTo>
                        <a:pt x="7910" y="19611"/>
                      </a:lnTo>
                      <a:lnTo>
                        <a:pt x="9906" y="19812"/>
                      </a:lnTo>
                      <a:lnTo>
                        <a:pt x="11901" y="19611"/>
                      </a:lnTo>
                      <a:lnTo>
                        <a:pt x="13760" y="19033"/>
                      </a:lnTo>
                      <a:lnTo>
                        <a:pt x="15443" y="18119"/>
                      </a:lnTo>
                      <a:lnTo>
                        <a:pt x="16909" y="16910"/>
                      </a:lnTo>
                      <a:lnTo>
                        <a:pt x="18119" y="15443"/>
                      </a:lnTo>
                      <a:lnTo>
                        <a:pt x="19033" y="13761"/>
                      </a:lnTo>
                      <a:lnTo>
                        <a:pt x="19610" y="11902"/>
                      </a:lnTo>
                      <a:lnTo>
                        <a:pt x="19812" y="9906"/>
                      </a:lnTo>
                      <a:lnTo>
                        <a:pt x="19610" y="7910"/>
                      </a:lnTo>
                      <a:lnTo>
                        <a:pt x="19033" y="6051"/>
                      </a:lnTo>
                      <a:lnTo>
                        <a:pt x="18119" y="4369"/>
                      </a:lnTo>
                      <a:lnTo>
                        <a:pt x="16909" y="2902"/>
                      </a:lnTo>
                      <a:lnTo>
                        <a:pt x="15443" y="1693"/>
                      </a:lnTo>
                      <a:lnTo>
                        <a:pt x="13760" y="779"/>
                      </a:lnTo>
                      <a:lnTo>
                        <a:pt x="11901" y="201"/>
                      </a:lnTo>
                      <a:lnTo>
                        <a:pt x="9906" y="0"/>
                      </a:lnTo>
                      <a:lnTo>
                        <a:pt x="7910" y="201"/>
                      </a:lnTo>
                      <a:lnTo>
                        <a:pt x="6051" y="779"/>
                      </a:lnTo>
                      <a:lnTo>
                        <a:pt x="4369" y="1693"/>
                      </a:lnTo>
                      <a:lnTo>
                        <a:pt x="2902" y="2902"/>
                      </a:lnTo>
                      <a:lnTo>
                        <a:pt x="1692" y="4369"/>
                      </a:lnTo>
                      <a:lnTo>
                        <a:pt x="779" y="6051"/>
                      </a:lnTo>
                      <a:lnTo>
                        <a:pt x="201" y="7910"/>
                      </a:lnTo>
                      <a:lnTo>
                        <a:pt x="0" y="9906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Freeform 39"/>
                <p:cNvSpPr/>
                <p:nvPr/>
              </p:nvSpPr>
              <p:spPr>
                <a:xfrm>
                  <a:off x="7564679" y="3890010"/>
                  <a:ext cx="29718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718" h="39624">
                      <a:moveTo>
                        <a:pt x="0" y="39624"/>
                      </a:moveTo>
                      <a:lnTo>
                        <a:pt x="29718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Freeform 40"/>
                <p:cNvSpPr/>
                <p:nvPr/>
              </p:nvSpPr>
              <p:spPr>
                <a:xfrm>
                  <a:off x="7604303" y="3800856"/>
                  <a:ext cx="49530" cy="12877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" h="128778">
                      <a:moveTo>
                        <a:pt x="49530" y="128778"/>
                      </a:moveTo>
                      <a:lnTo>
                        <a:pt x="29718" y="89154"/>
                      </a:lnTo>
                      <a:lnTo>
                        <a:pt x="0" y="59436"/>
                      </a:lnTo>
                      <a:lnTo>
                        <a:pt x="9906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Freeform 41"/>
                <p:cNvSpPr/>
                <p:nvPr/>
              </p:nvSpPr>
              <p:spPr>
                <a:xfrm>
                  <a:off x="7554773" y="3800856"/>
                  <a:ext cx="118872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39624">
                      <a:moveTo>
                        <a:pt x="0" y="39624"/>
                      </a:moveTo>
                      <a:lnTo>
                        <a:pt x="19812" y="9906"/>
                      </a:lnTo>
                      <a:lnTo>
                        <a:pt x="59436" y="0"/>
                      </a:lnTo>
                      <a:lnTo>
                        <a:pt x="89154" y="29718"/>
                      </a:lnTo>
                      <a:lnTo>
                        <a:pt x="118872" y="39624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3" name="TextBox 42"/>
              <p:cNvSpPr txBox="1"/>
              <p:nvPr/>
            </p:nvSpPr>
            <p:spPr>
              <a:xfrm>
                <a:off x="7879385" y="3721608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步行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8364017" y="3712464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南门到五华楼步行 15 分钟</a:t>
                </a:r>
              </a:p>
            </p:txBody>
          </p:sp>
          <p:sp>
            <p:nvSpPr>
              <p:cNvPr id="45" name="TextBox 44"/>
              <p:cNvSpPr txBox="1"/>
              <p:nvPr/>
            </p:nvSpPr>
            <p:spPr>
              <a:xfrm>
                <a:off x="8364017" y="3986784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来源：高德地图，2026年3月查证</a:t>
                </a:r>
              </a:p>
            </p:txBody>
          </p:sp>
        </p:grpSp>
        <p:grpSp>
          <p:nvGrpSpPr>
            <p:cNvPr id="46" name="Group 45"/>
            <p:cNvGrpSpPr/>
            <p:nvPr/>
          </p:nvGrpSpPr>
          <p:grpSpPr>
            <a:xfrm>
              <a:off x="0" y="0"/>
              <a:ext cx="11033151" cy="5138928"/>
              <a:chOff x="0" y="0"/>
              <a:chExt cx="11033151" cy="5138928"/>
            </a:xfrm>
          </p:grpSpPr>
          <p:grpSp>
            <p:nvGrpSpPr>
              <p:cNvPr id="47" name="图标 tick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8" name="Freeform 47"/>
                <p:cNvSpPr/>
                <p:nvPr/>
              </p:nvSpPr>
              <p:spPr>
                <a:xfrm>
                  <a:off x="7643927" y="4539234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Freeform 48"/>
                <p:cNvSpPr/>
                <p:nvPr/>
              </p:nvSpPr>
              <p:spPr>
                <a:xfrm>
                  <a:off x="7643927" y="4598670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Freeform 49"/>
                <p:cNvSpPr/>
                <p:nvPr/>
              </p:nvSpPr>
              <p:spPr>
                <a:xfrm>
                  <a:off x="7643927" y="4658106"/>
                  <a:ext cx="0" cy="19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0" h="19812">
                      <a:moveTo>
                        <a:pt x="0" y="0"/>
                      </a:move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Freeform 50"/>
                <p:cNvSpPr/>
                <p:nvPr/>
              </p:nvSpPr>
              <p:spPr>
                <a:xfrm>
                  <a:off x="7525055" y="4539234"/>
                  <a:ext cx="178308" cy="1386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8308" h="138684">
                      <a:moveTo>
                        <a:pt x="19812" y="0"/>
                      </a:moveTo>
                      <a:lnTo>
                        <a:pt x="158496" y="0"/>
                      </a:lnTo>
                      <a:lnTo>
                        <a:pt x="162490" y="402"/>
                      </a:lnTo>
                      <a:lnTo>
                        <a:pt x="166209" y="1556"/>
                      </a:lnTo>
                      <a:lnTo>
                        <a:pt x="169575" y="3382"/>
                      </a:lnTo>
                      <a:lnTo>
                        <a:pt x="172507" y="5801"/>
                      </a:lnTo>
                      <a:lnTo>
                        <a:pt x="174925" y="8733"/>
                      </a:lnTo>
                      <a:lnTo>
                        <a:pt x="176751" y="12098"/>
                      </a:lnTo>
                      <a:lnTo>
                        <a:pt x="177905" y="15818"/>
                      </a:lnTo>
                      <a:lnTo>
                        <a:pt x="178308" y="19812"/>
                      </a:lnTo>
                      <a:lnTo>
                        <a:pt x="178308" y="49530"/>
                      </a:lnTo>
                      <a:lnTo>
                        <a:pt x="174314" y="49932"/>
                      </a:lnTo>
                      <a:lnTo>
                        <a:pt x="170594" y="51086"/>
                      </a:lnTo>
                      <a:lnTo>
                        <a:pt x="167229" y="52912"/>
                      </a:lnTo>
                      <a:lnTo>
                        <a:pt x="164297" y="55331"/>
                      </a:lnTo>
                      <a:lnTo>
                        <a:pt x="161878" y="58263"/>
                      </a:lnTo>
                      <a:lnTo>
                        <a:pt x="160052" y="61628"/>
                      </a:lnTo>
                      <a:lnTo>
                        <a:pt x="158898" y="65348"/>
                      </a:lnTo>
                      <a:lnTo>
                        <a:pt x="158496" y="69342"/>
                      </a:lnTo>
                      <a:lnTo>
                        <a:pt x="158898" y="73336"/>
                      </a:lnTo>
                      <a:lnTo>
                        <a:pt x="160052" y="77056"/>
                      </a:lnTo>
                      <a:lnTo>
                        <a:pt x="161878" y="80421"/>
                      </a:lnTo>
                      <a:lnTo>
                        <a:pt x="164297" y="83353"/>
                      </a:lnTo>
                      <a:lnTo>
                        <a:pt x="167229" y="85772"/>
                      </a:lnTo>
                      <a:lnTo>
                        <a:pt x="170594" y="87598"/>
                      </a:lnTo>
                      <a:lnTo>
                        <a:pt x="174314" y="88752"/>
                      </a:lnTo>
                      <a:lnTo>
                        <a:pt x="178308" y="89154"/>
                      </a:lnTo>
                      <a:lnTo>
                        <a:pt x="178308" y="118872"/>
                      </a:lnTo>
                      <a:lnTo>
                        <a:pt x="177905" y="122866"/>
                      </a:lnTo>
                      <a:lnTo>
                        <a:pt x="176751" y="126586"/>
                      </a:lnTo>
                      <a:lnTo>
                        <a:pt x="174925" y="129951"/>
                      </a:lnTo>
                      <a:lnTo>
                        <a:pt x="172507" y="132883"/>
                      </a:lnTo>
                      <a:lnTo>
                        <a:pt x="169575" y="135302"/>
                      </a:lnTo>
                      <a:lnTo>
                        <a:pt x="166209" y="137128"/>
                      </a:lnTo>
                      <a:lnTo>
                        <a:pt x="162490" y="138282"/>
                      </a:lnTo>
                      <a:lnTo>
                        <a:pt x="158496" y="138684"/>
                      </a:lnTo>
                      <a:lnTo>
                        <a:pt x="19812" y="138684"/>
                      </a:lnTo>
                      <a:lnTo>
                        <a:pt x="15818" y="138282"/>
                      </a:lnTo>
                      <a:lnTo>
                        <a:pt x="12098" y="137128"/>
                      </a:lnTo>
                      <a:lnTo>
                        <a:pt x="8733" y="135302"/>
                      </a:lnTo>
                      <a:lnTo>
                        <a:pt x="5801" y="132883"/>
                      </a:lnTo>
                      <a:lnTo>
                        <a:pt x="3382" y="129951"/>
                      </a:lnTo>
                      <a:lnTo>
                        <a:pt x="1556" y="126586"/>
                      </a:lnTo>
                      <a:lnTo>
                        <a:pt x="402" y="122866"/>
                      </a:lnTo>
                      <a:lnTo>
                        <a:pt x="0" y="118872"/>
                      </a:lnTo>
                      <a:lnTo>
                        <a:pt x="0" y="89154"/>
                      </a:lnTo>
                      <a:lnTo>
                        <a:pt x="3994" y="88752"/>
                      </a:lnTo>
                      <a:lnTo>
                        <a:pt x="7713" y="87598"/>
                      </a:lnTo>
                      <a:lnTo>
                        <a:pt x="11079" y="85772"/>
                      </a:lnTo>
                      <a:lnTo>
                        <a:pt x="14011" y="83353"/>
                      </a:lnTo>
                      <a:lnTo>
                        <a:pt x="16429" y="80421"/>
                      </a:lnTo>
                      <a:lnTo>
                        <a:pt x="18255" y="77056"/>
                      </a:lnTo>
                      <a:lnTo>
                        <a:pt x="19409" y="73336"/>
                      </a:lnTo>
                      <a:lnTo>
                        <a:pt x="19812" y="69342"/>
                      </a:lnTo>
                      <a:lnTo>
                        <a:pt x="19409" y="65348"/>
                      </a:lnTo>
                      <a:lnTo>
                        <a:pt x="18255" y="61628"/>
                      </a:lnTo>
                      <a:lnTo>
                        <a:pt x="16429" y="58263"/>
                      </a:lnTo>
                      <a:lnTo>
                        <a:pt x="14011" y="55331"/>
                      </a:lnTo>
                      <a:lnTo>
                        <a:pt x="11079" y="52912"/>
                      </a:lnTo>
                      <a:lnTo>
                        <a:pt x="7713" y="51086"/>
                      </a:lnTo>
                      <a:lnTo>
                        <a:pt x="3994" y="49932"/>
                      </a:lnTo>
                      <a:lnTo>
                        <a:pt x="0" y="49530"/>
                      </a:lnTo>
                      <a:lnTo>
                        <a:pt x="0" y="19812"/>
                      </a:ln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2" name="TextBox 51"/>
              <p:cNvSpPr txBox="1"/>
              <p:nvPr/>
            </p:nvSpPr>
            <p:spPr>
              <a:xfrm>
                <a:off x="7879385" y="4489704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门票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8364017" y="4480560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大理古城是开放街区，不收门票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8364017" y="4754880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来源：大理市文旅局官网</a:t>
                </a:r>
              </a:p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2026年3月查证</a:t>
                </a:r>
              </a:p>
            </p:txBody>
          </p:sp>
        </p:grpSp>
        <p:grpSp>
          <p:nvGrpSpPr>
            <p:cNvPr id="55" name="Group 54"/>
            <p:cNvGrpSpPr/>
            <p:nvPr/>
          </p:nvGrpSpPr>
          <p:grpSpPr>
            <a:xfrm>
              <a:off x="0" y="0"/>
              <a:ext cx="11033151" cy="5907024"/>
              <a:chOff x="0" y="0"/>
              <a:chExt cx="11033151" cy="5907024"/>
            </a:xfrm>
          </p:grpSpPr>
          <p:grpSp>
            <p:nvGrpSpPr>
              <p:cNvPr id="56" name="图标 headset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7" name="Freeform 56"/>
                <p:cNvSpPr/>
                <p:nvPr/>
              </p:nvSpPr>
              <p:spPr>
                <a:xfrm>
                  <a:off x="7534961" y="5287518"/>
                  <a:ext cx="158496" cy="108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8496" h="108966">
                      <a:moveTo>
                        <a:pt x="0" y="108966"/>
                      </a:moveTo>
                      <a:lnTo>
                        <a:pt x="0" y="79248"/>
                      </a:lnTo>
                      <a:lnTo>
                        <a:pt x="1610" y="63278"/>
                      </a:lnTo>
                      <a:lnTo>
                        <a:pt x="6228" y="48402"/>
                      </a:lnTo>
                      <a:lnTo>
                        <a:pt x="13535" y="34941"/>
                      </a:lnTo>
                      <a:lnTo>
                        <a:pt x="23212" y="23212"/>
                      </a:lnTo>
                      <a:lnTo>
                        <a:pt x="34941" y="13535"/>
                      </a:lnTo>
                      <a:lnTo>
                        <a:pt x="48402" y="6228"/>
                      </a:lnTo>
                      <a:lnTo>
                        <a:pt x="63277" y="1610"/>
                      </a:lnTo>
                      <a:lnTo>
                        <a:pt x="79248" y="0"/>
                      </a:lnTo>
                      <a:lnTo>
                        <a:pt x="95218" y="1610"/>
                      </a:lnTo>
                      <a:lnTo>
                        <a:pt x="110094" y="6228"/>
                      </a:lnTo>
                      <a:lnTo>
                        <a:pt x="123555" y="13535"/>
                      </a:lnTo>
                      <a:lnTo>
                        <a:pt x="135284" y="23212"/>
                      </a:lnTo>
                      <a:lnTo>
                        <a:pt x="144961" y="34941"/>
                      </a:lnTo>
                      <a:lnTo>
                        <a:pt x="152268" y="48402"/>
                      </a:lnTo>
                      <a:lnTo>
                        <a:pt x="156886" y="63278"/>
                      </a:lnTo>
                      <a:lnTo>
                        <a:pt x="158496" y="79248"/>
                      </a:lnTo>
                      <a:lnTo>
                        <a:pt x="158496" y="108966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8" name="Freeform 57"/>
                <p:cNvSpPr/>
                <p:nvPr/>
              </p:nvSpPr>
              <p:spPr>
                <a:xfrm>
                  <a:off x="7614209" y="5446014"/>
                  <a:ext cx="59436" cy="297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36" h="29718">
                      <a:moveTo>
                        <a:pt x="59436" y="0"/>
                      </a:moveTo>
                      <a:lnTo>
                        <a:pt x="58228" y="5990"/>
                      </a:lnTo>
                      <a:lnTo>
                        <a:pt x="54765" y="11568"/>
                      </a:lnTo>
                      <a:lnTo>
                        <a:pt x="49286" y="16616"/>
                      </a:lnTo>
                      <a:lnTo>
                        <a:pt x="42028" y="21014"/>
                      </a:lnTo>
                      <a:lnTo>
                        <a:pt x="33232" y="24643"/>
                      </a:lnTo>
                      <a:lnTo>
                        <a:pt x="23136" y="27383"/>
                      </a:lnTo>
                      <a:lnTo>
                        <a:pt x="11979" y="29114"/>
                      </a:lnTo>
                      <a:lnTo>
                        <a:pt x="0" y="29718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9" name="Freeform 58"/>
                <p:cNvSpPr/>
                <p:nvPr/>
              </p:nvSpPr>
              <p:spPr>
                <a:xfrm>
                  <a:off x="7534961" y="5376672"/>
                  <a:ext cx="49530" cy="69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" h="69342">
                      <a:moveTo>
                        <a:pt x="0" y="19812"/>
                      </a:move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  <a:lnTo>
                        <a:pt x="29718" y="0"/>
                      </a:lnTo>
                      <a:lnTo>
                        <a:pt x="33712" y="402"/>
                      </a:lnTo>
                      <a:lnTo>
                        <a:pt x="37431" y="1556"/>
                      </a:lnTo>
                      <a:lnTo>
                        <a:pt x="40797" y="3382"/>
                      </a:lnTo>
                      <a:lnTo>
                        <a:pt x="43729" y="5801"/>
                      </a:lnTo>
                      <a:lnTo>
                        <a:pt x="46147" y="8733"/>
                      </a:lnTo>
                      <a:lnTo>
                        <a:pt x="47973" y="12098"/>
                      </a:lnTo>
                      <a:lnTo>
                        <a:pt x="49127" y="15818"/>
                      </a:lnTo>
                      <a:lnTo>
                        <a:pt x="49530" y="19812"/>
                      </a:lnTo>
                      <a:lnTo>
                        <a:pt x="49530" y="49530"/>
                      </a:lnTo>
                      <a:lnTo>
                        <a:pt x="49127" y="53524"/>
                      </a:lnTo>
                      <a:lnTo>
                        <a:pt x="47973" y="57244"/>
                      </a:lnTo>
                      <a:lnTo>
                        <a:pt x="46147" y="60609"/>
                      </a:lnTo>
                      <a:lnTo>
                        <a:pt x="43729" y="63541"/>
                      </a:lnTo>
                      <a:lnTo>
                        <a:pt x="40797" y="65960"/>
                      </a:lnTo>
                      <a:lnTo>
                        <a:pt x="37431" y="67786"/>
                      </a:lnTo>
                      <a:lnTo>
                        <a:pt x="33712" y="68940"/>
                      </a:lnTo>
                      <a:lnTo>
                        <a:pt x="29718" y="69342"/>
                      </a:lnTo>
                      <a:lnTo>
                        <a:pt x="19812" y="69342"/>
                      </a:lnTo>
                      <a:lnTo>
                        <a:pt x="15818" y="68940"/>
                      </a:lnTo>
                      <a:lnTo>
                        <a:pt x="12098" y="67786"/>
                      </a:lnTo>
                      <a:lnTo>
                        <a:pt x="8733" y="65960"/>
                      </a:lnTo>
                      <a:lnTo>
                        <a:pt x="5801" y="63541"/>
                      </a:lnTo>
                      <a:lnTo>
                        <a:pt x="3382" y="60609"/>
                      </a:lnTo>
                      <a:lnTo>
                        <a:pt x="1556" y="57244"/>
                      </a:lnTo>
                      <a:lnTo>
                        <a:pt x="402" y="53524"/>
                      </a:lnTo>
                      <a:lnTo>
                        <a:pt x="0" y="49530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" name="Freeform 59"/>
                <p:cNvSpPr/>
                <p:nvPr/>
              </p:nvSpPr>
              <p:spPr>
                <a:xfrm>
                  <a:off x="7643927" y="5376672"/>
                  <a:ext cx="49530" cy="693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30" h="69342">
                      <a:moveTo>
                        <a:pt x="0" y="19812"/>
                      </a:moveTo>
                      <a:lnTo>
                        <a:pt x="402" y="15818"/>
                      </a:lnTo>
                      <a:lnTo>
                        <a:pt x="1556" y="12098"/>
                      </a:lnTo>
                      <a:lnTo>
                        <a:pt x="3382" y="8733"/>
                      </a:lnTo>
                      <a:lnTo>
                        <a:pt x="5801" y="5801"/>
                      </a:lnTo>
                      <a:lnTo>
                        <a:pt x="8733" y="3382"/>
                      </a:lnTo>
                      <a:lnTo>
                        <a:pt x="12098" y="1556"/>
                      </a:lnTo>
                      <a:lnTo>
                        <a:pt x="15818" y="402"/>
                      </a:lnTo>
                      <a:lnTo>
                        <a:pt x="19812" y="0"/>
                      </a:lnTo>
                      <a:lnTo>
                        <a:pt x="29718" y="0"/>
                      </a:lnTo>
                      <a:lnTo>
                        <a:pt x="33712" y="402"/>
                      </a:lnTo>
                      <a:lnTo>
                        <a:pt x="37431" y="1556"/>
                      </a:lnTo>
                      <a:lnTo>
                        <a:pt x="40797" y="3382"/>
                      </a:lnTo>
                      <a:lnTo>
                        <a:pt x="43729" y="5801"/>
                      </a:lnTo>
                      <a:lnTo>
                        <a:pt x="46147" y="8733"/>
                      </a:lnTo>
                      <a:lnTo>
                        <a:pt x="47973" y="12098"/>
                      </a:lnTo>
                      <a:lnTo>
                        <a:pt x="49127" y="15818"/>
                      </a:lnTo>
                      <a:lnTo>
                        <a:pt x="49530" y="19812"/>
                      </a:lnTo>
                      <a:lnTo>
                        <a:pt x="49530" y="49530"/>
                      </a:lnTo>
                      <a:lnTo>
                        <a:pt x="49127" y="53524"/>
                      </a:lnTo>
                      <a:lnTo>
                        <a:pt x="47973" y="57244"/>
                      </a:lnTo>
                      <a:lnTo>
                        <a:pt x="46147" y="60609"/>
                      </a:lnTo>
                      <a:lnTo>
                        <a:pt x="43729" y="63541"/>
                      </a:lnTo>
                      <a:lnTo>
                        <a:pt x="40797" y="65960"/>
                      </a:lnTo>
                      <a:lnTo>
                        <a:pt x="37431" y="67786"/>
                      </a:lnTo>
                      <a:lnTo>
                        <a:pt x="33712" y="68940"/>
                      </a:lnTo>
                      <a:lnTo>
                        <a:pt x="29718" y="69342"/>
                      </a:lnTo>
                      <a:lnTo>
                        <a:pt x="19812" y="69342"/>
                      </a:lnTo>
                      <a:lnTo>
                        <a:pt x="15818" y="68940"/>
                      </a:lnTo>
                      <a:lnTo>
                        <a:pt x="12098" y="67786"/>
                      </a:lnTo>
                      <a:lnTo>
                        <a:pt x="8733" y="65960"/>
                      </a:lnTo>
                      <a:lnTo>
                        <a:pt x="5801" y="63541"/>
                      </a:lnTo>
                      <a:lnTo>
                        <a:pt x="3382" y="60609"/>
                      </a:lnTo>
                      <a:lnTo>
                        <a:pt x="1556" y="57244"/>
                      </a:lnTo>
                      <a:lnTo>
                        <a:pt x="402" y="53524"/>
                      </a:lnTo>
                      <a:lnTo>
                        <a:pt x="0" y="49530"/>
                      </a:lnTo>
                      <a:lnTo>
                        <a:pt x="0" y="19812"/>
                      </a:lnTo>
                    </a:path>
                  </a:pathLst>
                </a:custGeom>
                <a:noFill/>
                <a:ln w="15849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1" name="TextBox 60"/>
              <p:cNvSpPr txBox="1"/>
              <p:nvPr/>
            </p:nvSpPr>
            <p:spPr>
              <a:xfrm>
                <a:off x="7879385" y="5257800"/>
                <a:ext cx="457200" cy="23774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200" b="1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向导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8364017" y="5248656"/>
                <a:ext cx="2669134" cy="256032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3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半日私人向导，已含在费用里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8364017" y="5522976"/>
                <a:ext cx="2669134" cy="384048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来源：舒适游产品说明 HL-P-02</a:t>
                </a:r>
              </a:p>
              <a:p>
                <a:pPr algn="l">
                  <a:lnSpc>
                    <a:spcPct val="120000"/>
                  </a:lnSpc>
                  <a:spcAft>
                    <a:spcPts val="0"/>
                  </a:spcAft>
                </a:pPr>
                <a:r>
                  <a:rPr sz="1100" b="0">
                    <a:solidFill>
                      <a:srgbClr val="5E6F6B"/>
                    </a:solidFill>
                    <a:latin typeface="Noto Sans CJK SC"/>
                    <a:ea typeface="Noto Sans CJK SC"/>
                    <a:cs typeface="Noto Sans CJK SC"/>
                  </a:rPr>
                  <a:t>集合时间以出团通知书为准</a:t>
                </a:r>
              </a:p>
            </p:txBody>
          </p:sp>
        </p:grpSp>
      </p:grpSp>
      <p:sp>
        <p:nvSpPr>
          <p:cNvPr id="64" name="Freeform 63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Freeform 64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Freeform 65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每日安排 · 第3至第5天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一天环洱海，一天随意走，第五天从容返程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0" y="0"/>
            <a:ext cx="4084625" cy="5294376"/>
            <a:chOff x="0" y="0"/>
            <a:chExt cx="4084625" cy="5294376"/>
          </a:xfrm>
        </p:grpSpPr>
        <p:sp>
          <p:nvSpPr>
            <p:cNvPr id="5" name="Rectangle 4"/>
            <p:cNvSpPr/>
            <p:nvPr/>
          </p:nvSpPr>
          <p:spPr>
            <a:xfrm>
              <a:off x="97566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97566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第3天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97566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05.14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81691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环洱海一日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566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推荐线路：清早到喜洲一带的湖边看日出，在喜洲古镇吃早点，下午去双廊，傍晚回古城。可代订包车，车费不在全团总价内，计调报价后由您决定。</a:t>
              </a:r>
            </a:p>
          </p:txBody>
        </p:sp>
        <p:cxnSp>
          <p:nvCxnSpPr>
            <p:cNvPr id="10" name="Connector 9"/>
            <p:cNvCxnSpPr/>
            <p:nvPr/>
          </p:nvCxnSpPr>
          <p:spPr>
            <a:xfrm>
              <a:off x="97566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11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2" name="Freeform 11"/>
              <p:cNvSpPr/>
              <p:nvPr/>
            </p:nvSpPr>
            <p:spPr>
              <a:xfrm>
                <a:off x="102519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" name="Freeform 12"/>
              <p:cNvSpPr/>
              <p:nvPr/>
            </p:nvSpPr>
            <p:spPr>
              <a:xfrm>
                <a:off x="112425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Freeform 13"/>
              <p:cNvSpPr/>
              <p:nvPr/>
            </p:nvSpPr>
            <p:spPr>
              <a:xfrm>
                <a:off x="1005383" y="4841748"/>
                <a:ext cx="178308" cy="108966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108966">
                    <a:moveTo>
                      <a:pt x="19812" y="108966"/>
                    </a:moveTo>
                    <a:lnTo>
                      <a:pt x="0" y="108966"/>
                    </a:lnTo>
                    <a:lnTo>
                      <a:pt x="0" y="49530"/>
                    </a:lnTo>
                    <a:lnTo>
                      <a:pt x="19812" y="0"/>
                    </a:lnTo>
                    <a:lnTo>
                      <a:pt x="108966" y="0"/>
                    </a:lnTo>
                    <a:lnTo>
                      <a:pt x="148590" y="49530"/>
                    </a:lnTo>
                    <a:lnTo>
                      <a:pt x="158496" y="49530"/>
                    </a:lnTo>
                    <a:lnTo>
                      <a:pt x="162489" y="49933"/>
                    </a:lnTo>
                    <a:lnTo>
                      <a:pt x="166208" y="51087"/>
                    </a:lnTo>
                    <a:lnTo>
                      <a:pt x="169573" y="52914"/>
                    </a:lnTo>
                    <a:lnTo>
                      <a:pt x="172505" y="55333"/>
                    </a:lnTo>
                    <a:lnTo>
                      <a:pt x="174924" y="58265"/>
                    </a:lnTo>
                    <a:lnTo>
                      <a:pt x="176751" y="61630"/>
                    </a:lnTo>
                    <a:lnTo>
                      <a:pt x="177905" y="65349"/>
                    </a:lnTo>
                    <a:lnTo>
                      <a:pt x="178308" y="69342"/>
                    </a:lnTo>
                    <a:lnTo>
                      <a:pt x="178308" y="108966"/>
                    </a:lnTo>
                    <a:lnTo>
                      <a:pt x="158496" y="10896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5" name="Freeform 14"/>
              <p:cNvSpPr/>
              <p:nvPr/>
            </p:nvSpPr>
            <p:spPr>
              <a:xfrm>
                <a:off x="1064819" y="4950714"/>
                <a:ext cx="5943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0">
                    <a:moveTo>
                      <a:pt x="59436" y="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6" name="Freeform 15"/>
              <p:cNvSpPr/>
              <p:nvPr/>
            </p:nvSpPr>
            <p:spPr>
              <a:xfrm>
                <a:off x="1005383" y="4891278"/>
                <a:ext cx="1485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0">
                    <a:moveTo>
                      <a:pt x="0" y="0"/>
                    </a:moveTo>
                    <a:lnTo>
                      <a:pt x="14859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Freeform 16"/>
              <p:cNvSpPr/>
              <p:nvPr/>
            </p:nvSpPr>
            <p:spPr>
              <a:xfrm>
                <a:off x="1094537" y="4841748"/>
                <a:ext cx="0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0" h="49530">
                    <a:moveTo>
                      <a:pt x="0" y="4953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8" name="TextBox 17"/>
            <p:cNvSpPr txBox="1"/>
            <p:nvPr/>
          </p:nvSpPr>
          <p:spPr>
            <a:xfrm>
              <a:off x="1341425" y="4764024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古城到喜洲车程 40 分钟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341425" y="5038344"/>
              <a:ext cx="27432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1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来源：高德地图，2026年3月查证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0" y="0"/>
            <a:ext cx="7559345" cy="5294376"/>
            <a:chOff x="0" y="0"/>
            <a:chExt cx="7559345" cy="5294376"/>
          </a:xfrm>
        </p:grpSpPr>
        <p:sp>
          <p:nvSpPr>
            <p:cNvPr id="21" name="Rectangle 20"/>
            <p:cNvSpPr/>
            <p:nvPr/>
          </p:nvSpPr>
          <p:spPr>
            <a:xfrm>
              <a:off x="445038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45038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第4天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445038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05.15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529163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自由活动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45038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这一天不排行程，睡到自然醒。想走远一点，可以去古城北边的崇圣寺三塔，门票自理。行程中有紧急联系电话，随时找得到人。</a:t>
              </a:r>
            </a:p>
          </p:txBody>
        </p:sp>
        <p:cxnSp>
          <p:nvCxnSpPr>
            <p:cNvPr id="26" name="Connector 25"/>
            <p:cNvCxnSpPr/>
            <p:nvPr/>
          </p:nvCxnSpPr>
          <p:spPr>
            <a:xfrm>
              <a:off x="445038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27" name="图标 car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8" name="Freeform 27"/>
              <p:cNvSpPr/>
              <p:nvPr/>
            </p:nvSpPr>
            <p:spPr>
              <a:xfrm>
                <a:off x="449991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Freeform 28"/>
              <p:cNvSpPr/>
              <p:nvPr/>
            </p:nvSpPr>
            <p:spPr>
              <a:xfrm>
                <a:off x="4598975" y="4930902"/>
                <a:ext cx="39624" cy="39624"/>
              </a:xfrm>
              <a:custGeom>
                <a:avLst/>
                <a:gdLst/>
                <a:ahLst/>
                <a:cxnLst/>
                <a:rect l="l" t="t" r="r" b="b"/>
                <a:pathLst>
                  <a:path w="39624" h="39624">
                    <a:moveTo>
                      <a:pt x="0" y="19812"/>
                    </a:moveTo>
                    <a:lnTo>
                      <a:pt x="402" y="23805"/>
                    </a:lnTo>
                    <a:lnTo>
                      <a:pt x="1557" y="27524"/>
                    </a:lnTo>
                    <a:lnTo>
                      <a:pt x="3383" y="30889"/>
                    </a:lnTo>
                    <a:lnTo>
                      <a:pt x="5803" y="33821"/>
                    </a:lnTo>
                    <a:lnTo>
                      <a:pt x="8735" y="36240"/>
                    </a:lnTo>
                    <a:lnTo>
                      <a:pt x="12100" y="38067"/>
                    </a:lnTo>
                    <a:lnTo>
                      <a:pt x="15819" y="39221"/>
                    </a:lnTo>
                    <a:lnTo>
                      <a:pt x="19812" y="39624"/>
                    </a:lnTo>
                    <a:lnTo>
                      <a:pt x="23805" y="39221"/>
                    </a:lnTo>
                    <a:lnTo>
                      <a:pt x="27524" y="38067"/>
                    </a:lnTo>
                    <a:lnTo>
                      <a:pt x="30889" y="36240"/>
                    </a:lnTo>
                    <a:lnTo>
                      <a:pt x="33821" y="33821"/>
                    </a:lnTo>
                    <a:lnTo>
                      <a:pt x="36240" y="30889"/>
                    </a:lnTo>
                    <a:lnTo>
                      <a:pt x="38067" y="27524"/>
                    </a:lnTo>
                    <a:lnTo>
                      <a:pt x="39221" y="23805"/>
                    </a:lnTo>
                    <a:lnTo>
                      <a:pt x="39624" y="19812"/>
                    </a:lnTo>
                    <a:lnTo>
                      <a:pt x="39221" y="15819"/>
                    </a:lnTo>
                    <a:lnTo>
                      <a:pt x="38067" y="12100"/>
                    </a:lnTo>
                    <a:lnTo>
                      <a:pt x="36240" y="8735"/>
                    </a:lnTo>
                    <a:lnTo>
                      <a:pt x="33821" y="5803"/>
                    </a:lnTo>
                    <a:lnTo>
                      <a:pt x="30889" y="3384"/>
                    </a:lnTo>
                    <a:lnTo>
                      <a:pt x="27524" y="1557"/>
                    </a:lnTo>
                    <a:lnTo>
                      <a:pt x="23805" y="403"/>
                    </a:lnTo>
                    <a:lnTo>
                      <a:pt x="19812" y="0"/>
                    </a:lnTo>
                    <a:lnTo>
                      <a:pt x="15819" y="403"/>
                    </a:lnTo>
                    <a:lnTo>
                      <a:pt x="12100" y="1557"/>
                    </a:lnTo>
                    <a:lnTo>
                      <a:pt x="8735" y="3384"/>
                    </a:lnTo>
                    <a:lnTo>
                      <a:pt x="5803" y="5803"/>
                    </a:lnTo>
                    <a:lnTo>
                      <a:pt x="3383" y="8735"/>
                    </a:lnTo>
                    <a:lnTo>
                      <a:pt x="1557" y="12100"/>
                    </a:lnTo>
                    <a:lnTo>
                      <a:pt x="402" y="15819"/>
                    </a:lnTo>
                    <a:lnTo>
                      <a:pt x="0" y="1981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Freeform 29"/>
              <p:cNvSpPr/>
              <p:nvPr/>
            </p:nvSpPr>
            <p:spPr>
              <a:xfrm>
                <a:off x="4480103" y="4841748"/>
                <a:ext cx="178308" cy="108966"/>
              </a:xfrm>
              <a:custGeom>
                <a:avLst/>
                <a:gdLst/>
                <a:ahLst/>
                <a:cxnLst/>
                <a:rect l="l" t="t" r="r" b="b"/>
                <a:pathLst>
                  <a:path w="178308" h="108966">
                    <a:moveTo>
                      <a:pt x="19812" y="108966"/>
                    </a:moveTo>
                    <a:lnTo>
                      <a:pt x="0" y="108966"/>
                    </a:lnTo>
                    <a:lnTo>
                      <a:pt x="0" y="49530"/>
                    </a:lnTo>
                    <a:lnTo>
                      <a:pt x="19812" y="0"/>
                    </a:lnTo>
                    <a:lnTo>
                      <a:pt x="108966" y="0"/>
                    </a:lnTo>
                    <a:lnTo>
                      <a:pt x="148590" y="49530"/>
                    </a:lnTo>
                    <a:lnTo>
                      <a:pt x="158496" y="49530"/>
                    </a:lnTo>
                    <a:lnTo>
                      <a:pt x="162489" y="49933"/>
                    </a:lnTo>
                    <a:lnTo>
                      <a:pt x="166208" y="51087"/>
                    </a:lnTo>
                    <a:lnTo>
                      <a:pt x="169573" y="52914"/>
                    </a:lnTo>
                    <a:lnTo>
                      <a:pt x="172505" y="55333"/>
                    </a:lnTo>
                    <a:lnTo>
                      <a:pt x="174924" y="58265"/>
                    </a:lnTo>
                    <a:lnTo>
                      <a:pt x="176751" y="61630"/>
                    </a:lnTo>
                    <a:lnTo>
                      <a:pt x="177905" y="65349"/>
                    </a:lnTo>
                    <a:lnTo>
                      <a:pt x="178308" y="69342"/>
                    </a:lnTo>
                    <a:lnTo>
                      <a:pt x="178308" y="108966"/>
                    </a:lnTo>
                    <a:lnTo>
                      <a:pt x="158496" y="108966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1" name="Freeform 30"/>
              <p:cNvSpPr/>
              <p:nvPr/>
            </p:nvSpPr>
            <p:spPr>
              <a:xfrm>
                <a:off x="4539539" y="4950714"/>
                <a:ext cx="5943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9436" h="0">
                    <a:moveTo>
                      <a:pt x="59436" y="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2" name="Freeform 31"/>
              <p:cNvSpPr/>
              <p:nvPr/>
            </p:nvSpPr>
            <p:spPr>
              <a:xfrm>
                <a:off x="4480103" y="4891278"/>
                <a:ext cx="14859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48590" h="0">
                    <a:moveTo>
                      <a:pt x="0" y="0"/>
                    </a:moveTo>
                    <a:lnTo>
                      <a:pt x="14859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4569257" y="4841748"/>
                <a:ext cx="0" cy="49530"/>
              </a:xfrm>
              <a:custGeom>
                <a:avLst/>
                <a:gdLst/>
                <a:ahLst/>
                <a:cxnLst/>
                <a:rect l="l" t="t" r="r" b="b"/>
                <a:pathLst>
                  <a:path w="0" h="49530">
                    <a:moveTo>
                      <a:pt x="0" y="49530"/>
                    </a:moveTo>
                    <a:lnTo>
                      <a:pt x="0" y="0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4" name="TextBox 33"/>
            <p:cNvSpPr txBox="1"/>
            <p:nvPr/>
          </p:nvSpPr>
          <p:spPr>
            <a:xfrm>
              <a:off x="4816145" y="4764024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古城到三塔车程 10 分钟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4816145" y="5038344"/>
              <a:ext cx="27432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1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来源：高德地图，2026年3月查证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0" y="0"/>
            <a:ext cx="11034065" cy="5294376"/>
            <a:chOff x="0" y="0"/>
            <a:chExt cx="11034065" cy="5294376"/>
          </a:xfrm>
        </p:grpSpPr>
        <p:sp>
          <p:nvSpPr>
            <p:cNvPr id="37" name="Rectangle 36"/>
            <p:cNvSpPr/>
            <p:nvPr/>
          </p:nvSpPr>
          <p:spPr>
            <a:xfrm>
              <a:off x="7925105" y="2148840"/>
              <a:ext cx="658368" cy="658368"/>
            </a:xfrm>
            <a:prstGeom prst="rect">
              <a:avLst/>
            </a:prstGeom>
            <a:noFill/>
            <a:ln w="19050">
              <a:solidFill>
                <a:srgbClr val="D9531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7925105" y="2227844"/>
              <a:ext cx="658368" cy="19751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008" b="1">
                  <a:solidFill>
                    <a:srgbClr val="D9531E"/>
                  </a:solidFill>
                  <a:latin typeface="Noto Sans CJK SC"/>
                  <a:ea typeface="Noto Sans CJK SC"/>
                  <a:cs typeface="Noto Sans CJK SC"/>
                </a:rPr>
                <a:t>第5天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925105" y="2425355"/>
              <a:ext cx="658368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Aft>
                  <a:spcPts val="0"/>
                </a:spcAft>
              </a:pPr>
              <a:r>
                <a:rPr sz="1872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05.16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766353" y="2295144"/>
              <a:ext cx="2267712" cy="41148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返程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925105" y="3063240"/>
              <a:ext cx="3108960" cy="14630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4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酒店早餐后，司机按航班时间到酒店接两位去大理机场，直飞回广州。接送时间写在出团通知书上。</a:t>
              </a:r>
            </a:p>
          </p:txBody>
        </p:sp>
        <p:cxnSp>
          <p:nvCxnSpPr>
            <p:cNvPr id="42" name="Connector 41"/>
            <p:cNvCxnSpPr/>
            <p:nvPr/>
          </p:nvCxnSpPr>
          <p:spPr>
            <a:xfrm>
              <a:off x="7925105" y="4636008"/>
              <a:ext cx="310896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grpSp>
          <p:nvGrpSpPr>
            <p:cNvPr id="43" name="图标 plan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4" name="Freeform 43"/>
              <p:cNvSpPr/>
              <p:nvPr/>
            </p:nvSpPr>
            <p:spPr>
              <a:xfrm>
                <a:off x="7944917" y="4812030"/>
                <a:ext cx="198120" cy="178308"/>
              </a:xfrm>
              <a:custGeom>
                <a:avLst/>
                <a:gdLst/>
                <a:ahLst/>
                <a:cxnLst/>
                <a:rect l="l" t="t" r="r" b="b"/>
                <a:pathLst>
                  <a:path w="198120" h="178308">
                    <a:moveTo>
                      <a:pt x="138684" y="69342"/>
                    </a:moveTo>
                    <a:lnTo>
                      <a:pt x="178308" y="69342"/>
                    </a:lnTo>
                    <a:lnTo>
                      <a:pt x="182301" y="69745"/>
                    </a:lnTo>
                    <a:lnTo>
                      <a:pt x="186020" y="70899"/>
                    </a:lnTo>
                    <a:lnTo>
                      <a:pt x="189385" y="72726"/>
                    </a:lnTo>
                    <a:lnTo>
                      <a:pt x="192317" y="75145"/>
                    </a:lnTo>
                    <a:lnTo>
                      <a:pt x="194736" y="78077"/>
                    </a:lnTo>
                    <a:lnTo>
                      <a:pt x="196563" y="81442"/>
                    </a:lnTo>
                    <a:lnTo>
                      <a:pt x="197717" y="85161"/>
                    </a:lnTo>
                    <a:lnTo>
                      <a:pt x="198120" y="89154"/>
                    </a:lnTo>
                    <a:lnTo>
                      <a:pt x="197717" y="93147"/>
                    </a:lnTo>
                    <a:lnTo>
                      <a:pt x="196563" y="96866"/>
                    </a:lnTo>
                    <a:lnTo>
                      <a:pt x="194736" y="100231"/>
                    </a:lnTo>
                    <a:lnTo>
                      <a:pt x="192317" y="103163"/>
                    </a:lnTo>
                    <a:lnTo>
                      <a:pt x="189385" y="105582"/>
                    </a:lnTo>
                    <a:lnTo>
                      <a:pt x="186020" y="107409"/>
                    </a:lnTo>
                    <a:lnTo>
                      <a:pt x="182301" y="108563"/>
                    </a:lnTo>
                    <a:lnTo>
                      <a:pt x="178308" y="108966"/>
                    </a:lnTo>
                    <a:lnTo>
                      <a:pt x="138684" y="108966"/>
                    </a:lnTo>
                    <a:lnTo>
                      <a:pt x="99060" y="178308"/>
                    </a:lnTo>
                    <a:lnTo>
                      <a:pt x="69342" y="178308"/>
                    </a:lnTo>
                    <a:lnTo>
                      <a:pt x="89154" y="108966"/>
                    </a:lnTo>
                    <a:lnTo>
                      <a:pt x="49530" y="108966"/>
                    </a:lnTo>
                    <a:lnTo>
                      <a:pt x="29718" y="128778"/>
                    </a:lnTo>
                    <a:lnTo>
                      <a:pt x="0" y="128778"/>
                    </a:lnTo>
                    <a:lnTo>
                      <a:pt x="19812" y="89154"/>
                    </a:lnTo>
                    <a:lnTo>
                      <a:pt x="0" y="49530"/>
                    </a:lnTo>
                    <a:lnTo>
                      <a:pt x="29718" y="49530"/>
                    </a:lnTo>
                    <a:lnTo>
                      <a:pt x="49530" y="69342"/>
                    </a:lnTo>
                    <a:lnTo>
                      <a:pt x="89154" y="69342"/>
                    </a:lnTo>
                    <a:lnTo>
                      <a:pt x="69342" y="0"/>
                    </a:lnTo>
                    <a:lnTo>
                      <a:pt x="99060" y="0"/>
                    </a:lnTo>
                    <a:lnTo>
                      <a:pt x="138684" y="69342"/>
                    </a:lnTo>
                  </a:path>
                </a:pathLst>
              </a:custGeom>
              <a:noFill/>
              <a:ln w="15849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" name="TextBox 44"/>
            <p:cNvSpPr txBox="1"/>
            <p:nvPr/>
          </p:nvSpPr>
          <p:spPr>
            <a:xfrm>
              <a:off x="8290865" y="4764024"/>
              <a:ext cx="2743200" cy="27432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大理直飞广州，航程 2 小时 30 分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290865" y="5038344"/>
              <a:ext cx="274320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1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来源：航司官网，2026年3月查证</a:t>
              </a:r>
            </a:p>
          </p:txBody>
        </p:sp>
      </p:grpSp>
      <p:sp>
        <p:nvSpPr>
          <p:cNvPr id="47" name="Freeform 4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Freeform 4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行前清单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出发前一晚，对着这张清单收拾就够了</a:t>
            </a:r>
          </a:p>
        </p:txBody>
      </p:sp>
      <p:grpSp>
        <p:nvGrpSpPr>
          <p:cNvPr id="4" name="证件"/>
          <p:cNvGrpSpPr/>
          <p:nvPr/>
        </p:nvGrpSpPr>
        <p:grpSpPr>
          <a:xfrm>
            <a:off x="0" y="0"/>
            <a:ext cx="4084625" cy="4151376"/>
            <a:chOff x="0" y="0"/>
            <a:chExt cx="4084625" cy="4151376"/>
          </a:xfrm>
        </p:grpSpPr>
        <p:grpSp>
          <p:nvGrpSpPr>
            <p:cNvPr id="5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" name="Freeform 5"/>
              <p:cNvSpPr/>
              <p:nvPr/>
            </p:nvSpPr>
            <p:spPr>
              <a:xfrm>
                <a:off x="1014527" y="2154936"/>
                <a:ext cx="233172" cy="207264"/>
              </a:xfrm>
              <a:custGeom>
                <a:avLst/>
                <a:gdLst/>
                <a:ahLst/>
                <a:cxnLst/>
                <a:rect l="l" t="t" r="r" b="b"/>
                <a:pathLst>
                  <a:path w="233172" h="207264">
                    <a:moveTo>
                      <a:pt x="0" y="38862"/>
                    </a:moveTo>
                    <a:lnTo>
                      <a:pt x="789" y="31029"/>
                    </a:lnTo>
                    <a:lnTo>
                      <a:pt x="3054" y="23734"/>
                    </a:lnTo>
                    <a:lnTo>
                      <a:pt x="6636" y="17133"/>
                    </a:lnTo>
                    <a:lnTo>
                      <a:pt x="11382" y="11382"/>
                    </a:lnTo>
                    <a:lnTo>
                      <a:pt x="17133" y="6637"/>
                    </a:lnTo>
                    <a:lnTo>
                      <a:pt x="23734" y="3054"/>
                    </a:lnTo>
                    <a:lnTo>
                      <a:pt x="31029" y="789"/>
                    </a:lnTo>
                    <a:lnTo>
                      <a:pt x="38862" y="0"/>
                    </a:lnTo>
                    <a:lnTo>
                      <a:pt x="194310" y="0"/>
                    </a:lnTo>
                    <a:lnTo>
                      <a:pt x="202142" y="789"/>
                    </a:lnTo>
                    <a:lnTo>
                      <a:pt x="209437" y="3054"/>
                    </a:lnTo>
                    <a:lnTo>
                      <a:pt x="216039" y="6637"/>
                    </a:lnTo>
                    <a:lnTo>
                      <a:pt x="221790" y="11382"/>
                    </a:lnTo>
                    <a:lnTo>
                      <a:pt x="226535" y="17133"/>
                    </a:lnTo>
                    <a:lnTo>
                      <a:pt x="230118" y="23734"/>
                    </a:lnTo>
                    <a:lnTo>
                      <a:pt x="232382" y="31029"/>
                    </a:lnTo>
                    <a:lnTo>
                      <a:pt x="233172" y="38862"/>
                    </a:lnTo>
                    <a:lnTo>
                      <a:pt x="233172" y="168402"/>
                    </a:lnTo>
                    <a:lnTo>
                      <a:pt x="232382" y="176235"/>
                    </a:lnTo>
                    <a:lnTo>
                      <a:pt x="230118" y="183530"/>
                    </a:lnTo>
                    <a:lnTo>
                      <a:pt x="226535" y="190131"/>
                    </a:lnTo>
                    <a:lnTo>
                      <a:pt x="221790" y="195882"/>
                    </a:lnTo>
                    <a:lnTo>
                      <a:pt x="216039" y="200627"/>
                    </a:lnTo>
                    <a:lnTo>
                      <a:pt x="209437" y="204210"/>
                    </a:lnTo>
                    <a:lnTo>
                      <a:pt x="202142" y="206475"/>
                    </a:lnTo>
                    <a:lnTo>
                      <a:pt x="194310" y="207264"/>
                    </a:lnTo>
                    <a:lnTo>
                      <a:pt x="38862" y="207264"/>
                    </a:lnTo>
                    <a:lnTo>
                      <a:pt x="31029" y="206475"/>
                    </a:lnTo>
                    <a:lnTo>
                      <a:pt x="23734" y="204210"/>
                    </a:lnTo>
                    <a:lnTo>
                      <a:pt x="17133" y="200627"/>
                    </a:lnTo>
                    <a:lnTo>
                      <a:pt x="11382" y="195882"/>
                    </a:lnTo>
                    <a:lnTo>
                      <a:pt x="6636" y="190131"/>
                    </a:lnTo>
                    <a:lnTo>
                      <a:pt x="3054" y="183530"/>
                    </a:lnTo>
                    <a:lnTo>
                      <a:pt x="789" y="176235"/>
                    </a:lnTo>
                    <a:lnTo>
                      <a:pt x="0" y="168402"/>
                    </a:lnTo>
                    <a:lnTo>
                      <a:pt x="0" y="38862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" name="Freeform 6"/>
              <p:cNvSpPr/>
              <p:nvPr/>
            </p:nvSpPr>
            <p:spPr>
              <a:xfrm>
                <a:off x="1066343" y="2206752"/>
                <a:ext cx="51816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51816">
                    <a:moveTo>
                      <a:pt x="0" y="25908"/>
                    </a:moveTo>
                    <a:lnTo>
                      <a:pt x="526" y="31131"/>
                    </a:lnTo>
                    <a:lnTo>
                      <a:pt x="2035" y="35995"/>
                    </a:lnTo>
                    <a:lnTo>
                      <a:pt x="4423" y="40396"/>
                    </a:lnTo>
                    <a:lnTo>
                      <a:pt x="7586" y="44230"/>
                    </a:lnTo>
                    <a:lnTo>
                      <a:pt x="11420" y="47393"/>
                    </a:lnTo>
                    <a:lnTo>
                      <a:pt x="15821" y="49781"/>
                    </a:lnTo>
                    <a:lnTo>
                      <a:pt x="20685" y="51290"/>
                    </a:lnTo>
                    <a:lnTo>
                      <a:pt x="25908" y="51816"/>
                    </a:lnTo>
                    <a:lnTo>
                      <a:pt x="31131" y="51290"/>
                    </a:lnTo>
                    <a:lnTo>
                      <a:pt x="35995" y="49781"/>
                    </a:lnTo>
                    <a:lnTo>
                      <a:pt x="40396" y="47393"/>
                    </a:lnTo>
                    <a:lnTo>
                      <a:pt x="44230" y="44230"/>
                    </a:lnTo>
                    <a:lnTo>
                      <a:pt x="47393" y="40396"/>
                    </a:lnTo>
                    <a:lnTo>
                      <a:pt x="49781" y="35995"/>
                    </a:lnTo>
                    <a:lnTo>
                      <a:pt x="51290" y="31131"/>
                    </a:lnTo>
                    <a:lnTo>
                      <a:pt x="51816" y="25908"/>
                    </a:lnTo>
                    <a:lnTo>
                      <a:pt x="51290" y="20685"/>
                    </a:lnTo>
                    <a:lnTo>
                      <a:pt x="49781" y="15821"/>
                    </a:lnTo>
                    <a:lnTo>
                      <a:pt x="47393" y="11420"/>
                    </a:lnTo>
                    <a:lnTo>
                      <a:pt x="44230" y="7586"/>
                    </a:lnTo>
                    <a:lnTo>
                      <a:pt x="40396" y="4423"/>
                    </a:lnTo>
                    <a:lnTo>
                      <a:pt x="35995" y="2035"/>
                    </a:lnTo>
                    <a:lnTo>
                      <a:pt x="31131" y="526"/>
                    </a:lnTo>
                    <a:lnTo>
                      <a:pt x="25908" y="0"/>
                    </a:lnTo>
                    <a:lnTo>
                      <a:pt x="20685" y="526"/>
                    </a:lnTo>
                    <a:lnTo>
                      <a:pt x="15821" y="2035"/>
                    </a:lnTo>
                    <a:lnTo>
                      <a:pt x="11420" y="4423"/>
                    </a:lnTo>
                    <a:lnTo>
                      <a:pt x="7586" y="7586"/>
                    </a:lnTo>
                    <a:lnTo>
                      <a:pt x="4423" y="11420"/>
                    </a:lnTo>
                    <a:lnTo>
                      <a:pt x="2035" y="15821"/>
                    </a:lnTo>
                    <a:lnTo>
                      <a:pt x="526" y="20685"/>
                    </a:lnTo>
                    <a:lnTo>
                      <a:pt x="0" y="2590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" name="Freeform 7"/>
              <p:cNvSpPr/>
              <p:nvPr/>
            </p:nvSpPr>
            <p:spPr>
              <a:xfrm>
                <a:off x="1169975" y="2206752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169975" y="2258568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066343" y="2310384"/>
                <a:ext cx="1295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29540" h="0">
                    <a:moveTo>
                      <a:pt x="0" y="0"/>
                    </a:moveTo>
                    <a:lnTo>
                      <a:pt x="129540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145115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证件</a:t>
              </a:r>
            </a:p>
          </p:txBody>
        </p:sp>
        <p:grpSp>
          <p:nvGrpSpPr>
            <p:cNvPr id="12" name="Group 11"/>
            <p:cNvGrpSpPr/>
            <p:nvPr/>
          </p:nvGrpSpPr>
          <p:grpSpPr>
            <a:xfrm>
              <a:off x="975665" y="2816352"/>
              <a:ext cx="3108960" cy="310896"/>
              <a:chOff x="975665" y="2816352"/>
              <a:chExt cx="3108960" cy="310896"/>
            </a:xfrm>
          </p:grpSpPr>
          <p:sp>
            <p:nvSpPr>
              <p:cNvPr id="13" name="Rectangle 12"/>
              <p:cNvSpPr/>
              <p:nvPr/>
            </p:nvSpPr>
            <p:spPr>
              <a:xfrm>
                <a:off x="97566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130484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两位的有效身份证件</a:t>
                </a:r>
              </a:p>
            </p:txBody>
          </p:sp>
        </p:grpSp>
        <p:grpSp>
          <p:nvGrpSpPr>
            <p:cNvPr id="15" name="Group 14"/>
            <p:cNvGrpSpPr/>
            <p:nvPr/>
          </p:nvGrpSpPr>
          <p:grpSpPr>
            <a:xfrm>
              <a:off x="975665" y="3328416"/>
              <a:ext cx="3108960" cy="310896"/>
              <a:chOff x="975665" y="3328416"/>
              <a:chExt cx="3108960" cy="31089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97566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130484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航班电子行程单</a:t>
                </a:r>
              </a:p>
            </p:txBody>
          </p:sp>
        </p:grpSp>
        <p:grpSp>
          <p:nvGrpSpPr>
            <p:cNvPr id="18" name="Group 17"/>
            <p:cNvGrpSpPr/>
            <p:nvPr/>
          </p:nvGrpSpPr>
          <p:grpSpPr>
            <a:xfrm>
              <a:off x="975665" y="3840480"/>
              <a:ext cx="3108960" cy="310896"/>
              <a:chOff x="975665" y="3840480"/>
              <a:chExt cx="3108960" cy="310896"/>
            </a:xfrm>
          </p:grpSpPr>
          <p:sp>
            <p:nvSpPr>
              <p:cNvPr id="19" name="Rectangle 18"/>
              <p:cNvSpPr/>
              <p:nvPr/>
            </p:nvSpPr>
            <p:spPr>
              <a:xfrm>
                <a:off x="97566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30484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出团通知书（出发前 3 天发）</a:t>
                </a:r>
              </a:p>
            </p:txBody>
          </p:sp>
        </p:grpSp>
      </p:grpSp>
      <p:grpSp>
        <p:nvGrpSpPr>
          <p:cNvPr id="21" name="衣物"/>
          <p:cNvGrpSpPr/>
          <p:nvPr/>
        </p:nvGrpSpPr>
        <p:grpSpPr>
          <a:xfrm>
            <a:off x="0" y="0"/>
            <a:ext cx="7559345" cy="4151376"/>
            <a:chOff x="0" y="0"/>
            <a:chExt cx="7559345" cy="4151376"/>
          </a:xfrm>
        </p:grpSpPr>
        <p:grpSp>
          <p:nvGrpSpPr>
            <p:cNvPr id="22" name="图标 backpack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23" name="Freeform 22"/>
              <p:cNvSpPr/>
              <p:nvPr/>
            </p:nvSpPr>
            <p:spPr>
              <a:xfrm>
                <a:off x="4515155" y="2180844"/>
                <a:ext cx="181356" cy="194310"/>
              </a:xfrm>
              <a:custGeom>
                <a:avLst/>
                <a:gdLst/>
                <a:ahLst/>
                <a:cxnLst/>
                <a:rect l="l" t="t" r="r" b="b"/>
                <a:pathLst>
                  <a:path w="181356" h="194310">
                    <a:moveTo>
                      <a:pt x="0" y="155448"/>
                    </a:moveTo>
                    <a:lnTo>
                      <a:pt x="0" y="77724"/>
                    </a:lnTo>
                    <a:lnTo>
                      <a:pt x="1579" y="62059"/>
                    </a:lnTo>
                    <a:lnTo>
                      <a:pt x="6107" y="47469"/>
                    </a:lnTo>
                    <a:lnTo>
                      <a:pt x="13273" y="34266"/>
                    </a:lnTo>
                    <a:lnTo>
                      <a:pt x="22763" y="22763"/>
                    </a:lnTo>
                    <a:lnTo>
                      <a:pt x="34266" y="13273"/>
                    </a:lnTo>
                    <a:lnTo>
                      <a:pt x="47469" y="6107"/>
                    </a:lnTo>
                    <a:lnTo>
                      <a:pt x="62059" y="1579"/>
                    </a:lnTo>
                    <a:lnTo>
                      <a:pt x="77724" y="0"/>
                    </a:lnTo>
                    <a:lnTo>
                      <a:pt x="103632" y="0"/>
                    </a:lnTo>
                    <a:lnTo>
                      <a:pt x="119297" y="1579"/>
                    </a:lnTo>
                    <a:lnTo>
                      <a:pt x="133887" y="6107"/>
                    </a:lnTo>
                    <a:lnTo>
                      <a:pt x="147090" y="13273"/>
                    </a:lnTo>
                    <a:lnTo>
                      <a:pt x="158592" y="22763"/>
                    </a:lnTo>
                    <a:lnTo>
                      <a:pt x="168083" y="34266"/>
                    </a:lnTo>
                    <a:lnTo>
                      <a:pt x="175248" y="47469"/>
                    </a:lnTo>
                    <a:lnTo>
                      <a:pt x="179777" y="62059"/>
                    </a:lnTo>
                    <a:lnTo>
                      <a:pt x="181356" y="77724"/>
                    </a:lnTo>
                    <a:lnTo>
                      <a:pt x="181356" y="155448"/>
                    </a:lnTo>
                    <a:lnTo>
                      <a:pt x="180566" y="163281"/>
                    </a:lnTo>
                    <a:lnTo>
                      <a:pt x="178302" y="170576"/>
                    </a:lnTo>
                    <a:lnTo>
                      <a:pt x="174719" y="177177"/>
                    </a:lnTo>
                    <a:lnTo>
                      <a:pt x="169974" y="182928"/>
                    </a:lnTo>
                    <a:lnTo>
                      <a:pt x="164223" y="187673"/>
                    </a:lnTo>
                    <a:lnTo>
                      <a:pt x="157621" y="191256"/>
                    </a:lnTo>
                    <a:lnTo>
                      <a:pt x="150326" y="193521"/>
                    </a:lnTo>
                    <a:lnTo>
                      <a:pt x="142494" y="194310"/>
                    </a:lnTo>
                    <a:lnTo>
                      <a:pt x="38862" y="194310"/>
                    </a:lnTo>
                    <a:lnTo>
                      <a:pt x="31029" y="193521"/>
                    </a:lnTo>
                    <a:lnTo>
                      <a:pt x="23734" y="191256"/>
                    </a:lnTo>
                    <a:lnTo>
                      <a:pt x="17133" y="187673"/>
                    </a:lnTo>
                    <a:lnTo>
                      <a:pt x="11382" y="182928"/>
                    </a:lnTo>
                    <a:lnTo>
                      <a:pt x="6636" y="177177"/>
                    </a:lnTo>
                    <a:lnTo>
                      <a:pt x="3054" y="170576"/>
                    </a:lnTo>
                    <a:lnTo>
                      <a:pt x="789" y="163281"/>
                    </a:lnTo>
                    <a:lnTo>
                      <a:pt x="0" y="15544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579925" y="2141982"/>
                <a:ext cx="51816" cy="38862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38862">
                    <a:moveTo>
                      <a:pt x="0" y="38862"/>
                    </a:moveTo>
                    <a:lnTo>
                      <a:pt x="0" y="25908"/>
                    </a:lnTo>
                    <a:lnTo>
                      <a:pt x="526" y="20685"/>
                    </a:lnTo>
                    <a:lnTo>
                      <a:pt x="2035" y="15821"/>
                    </a:lnTo>
                    <a:lnTo>
                      <a:pt x="4423" y="11420"/>
                    </a:lnTo>
                    <a:lnTo>
                      <a:pt x="7586" y="7586"/>
                    </a:lnTo>
                    <a:lnTo>
                      <a:pt x="11420" y="4423"/>
                    </a:lnTo>
                    <a:lnTo>
                      <a:pt x="15821" y="2035"/>
                    </a:lnTo>
                    <a:lnTo>
                      <a:pt x="20685" y="526"/>
                    </a:lnTo>
                    <a:lnTo>
                      <a:pt x="25908" y="0"/>
                    </a:lnTo>
                    <a:lnTo>
                      <a:pt x="31131" y="526"/>
                    </a:lnTo>
                    <a:lnTo>
                      <a:pt x="35995" y="2035"/>
                    </a:lnTo>
                    <a:lnTo>
                      <a:pt x="40396" y="4423"/>
                    </a:lnTo>
                    <a:lnTo>
                      <a:pt x="44230" y="7586"/>
                    </a:lnTo>
                    <a:lnTo>
                      <a:pt x="47393" y="11420"/>
                    </a:lnTo>
                    <a:lnTo>
                      <a:pt x="49781" y="15821"/>
                    </a:lnTo>
                    <a:lnTo>
                      <a:pt x="51290" y="20685"/>
                    </a:lnTo>
                    <a:lnTo>
                      <a:pt x="51816" y="25908"/>
                    </a:lnTo>
                    <a:lnTo>
                      <a:pt x="51816" y="38862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5" name="Freeform 24"/>
              <p:cNvSpPr/>
              <p:nvPr/>
            </p:nvSpPr>
            <p:spPr>
              <a:xfrm>
                <a:off x="4566971" y="2297430"/>
                <a:ext cx="77724" cy="77724"/>
              </a:xfrm>
              <a:custGeom>
                <a:avLst/>
                <a:gdLst/>
                <a:ahLst/>
                <a:cxnLst/>
                <a:rect l="l" t="t" r="r" b="b"/>
                <a:pathLst>
                  <a:path w="77724" h="77724">
                    <a:moveTo>
                      <a:pt x="0" y="77724"/>
                    </a:moveTo>
                    <a:lnTo>
                      <a:pt x="0" y="25908"/>
                    </a:lnTo>
                    <a:lnTo>
                      <a:pt x="526" y="20685"/>
                    </a:lnTo>
                    <a:lnTo>
                      <a:pt x="2035" y="15821"/>
                    </a:lnTo>
                    <a:lnTo>
                      <a:pt x="4423" y="11420"/>
                    </a:lnTo>
                    <a:lnTo>
                      <a:pt x="7586" y="7586"/>
                    </a:lnTo>
                    <a:lnTo>
                      <a:pt x="11420" y="4423"/>
                    </a:lnTo>
                    <a:lnTo>
                      <a:pt x="15821" y="2035"/>
                    </a:lnTo>
                    <a:lnTo>
                      <a:pt x="20685" y="526"/>
                    </a:lnTo>
                    <a:lnTo>
                      <a:pt x="25908" y="0"/>
                    </a:lnTo>
                    <a:lnTo>
                      <a:pt x="51816" y="0"/>
                    </a:lnTo>
                    <a:lnTo>
                      <a:pt x="57039" y="526"/>
                    </a:lnTo>
                    <a:lnTo>
                      <a:pt x="61903" y="2035"/>
                    </a:lnTo>
                    <a:lnTo>
                      <a:pt x="66304" y="4423"/>
                    </a:lnTo>
                    <a:lnTo>
                      <a:pt x="70138" y="7586"/>
                    </a:lnTo>
                    <a:lnTo>
                      <a:pt x="73301" y="11420"/>
                    </a:lnTo>
                    <a:lnTo>
                      <a:pt x="75689" y="15821"/>
                    </a:lnTo>
                    <a:lnTo>
                      <a:pt x="77198" y="20685"/>
                    </a:lnTo>
                    <a:lnTo>
                      <a:pt x="77724" y="25908"/>
                    </a:lnTo>
                    <a:lnTo>
                      <a:pt x="77724" y="77724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6" name="Freeform 25"/>
              <p:cNvSpPr/>
              <p:nvPr/>
            </p:nvSpPr>
            <p:spPr>
              <a:xfrm>
                <a:off x="4592879" y="2232660"/>
                <a:ext cx="25908" cy="0"/>
              </a:xfrm>
              <a:custGeom>
                <a:avLst/>
                <a:gdLst/>
                <a:ahLst/>
                <a:cxnLst/>
                <a:rect l="l" t="t" r="r" b="b"/>
                <a:pathLst>
                  <a:path w="25908" h="0">
                    <a:moveTo>
                      <a:pt x="0" y="0"/>
                    </a:moveTo>
                    <a:lnTo>
                      <a:pt x="25908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7" name="TextBox 26"/>
            <p:cNvSpPr txBox="1"/>
            <p:nvPr/>
          </p:nvSpPr>
          <p:spPr>
            <a:xfrm>
              <a:off x="492587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衣物</a:t>
              </a:r>
            </a:p>
          </p:txBody>
        </p:sp>
        <p:grpSp>
          <p:nvGrpSpPr>
            <p:cNvPr id="28" name="Group 27"/>
            <p:cNvGrpSpPr/>
            <p:nvPr/>
          </p:nvGrpSpPr>
          <p:grpSpPr>
            <a:xfrm>
              <a:off x="4450385" y="2816352"/>
              <a:ext cx="3108960" cy="310896"/>
              <a:chOff x="4450385" y="2816352"/>
              <a:chExt cx="3108960" cy="310896"/>
            </a:xfrm>
          </p:grpSpPr>
          <p:sp>
            <p:nvSpPr>
              <p:cNvPr id="29" name="Rectangle 28"/>
              <p:cNvSpPr/>
              <p:nvPr/>
            </p:nvSpPr>
            <p:spPr>
              <a:xfrm>
                <a:off x="445038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0" name="TextBox 29"/>
              <p:cNvSpPr txBox="1"/>
              <p:nvPr/>
            </p:nvSpPr>
            <p:spPr>
              <a:xfrm>
                <a:off x="477956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一件薄外套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4450385" y="3328416"/>
              <a:ext cx="3108960" cy="310896"/>
              <a:chOff x="4450385" y="3328416"/>
              <a:chExt cx="3108960" cy="310896"/>
            </a:xfrm>
          </p:grpSpPr>
          <p:sp>
            <p:nvSpPr>
              <p:cNvPr id="32" name="Rectangle 31"/>
              <p:cNvSpPr/>
              <p:nvPr/>
            </p:nvSpPr>
            <p:spPr>
              <a:xfrm>
                <a:off x="445038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TextBox 32"/>
              <p:cNvSpPr txBox="1"/>
              <p:nvPr/>
            </p:nvSpPr>
            <p:spPr>
              <a:xfrm>
                <a:off x="477956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好走的平底鞋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4450385" y="3840480"/>
              <a:ext cx="3108960" cy="310896"/>
              <a:chOff x="4450385" y="3840480"/>
              <a:chExt cx="3108960" cy="310896"/>
            </a:xfrm>
          </p:grpSpPr>
          <p:sp>
            <p:nvSpPr>
              <p:cNvPr id="35" name="Rectangle 34"/>
              <p:cNvSpPr/>
              <p:nvPr/>
            </p:nvSpPr>
            <p:spPr>
              <a:xfrm>
                <a:off x="445038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477956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帽子和防晒用品</a:t>
                </a:r>
              </a:p>
            </p:txBody>
          </p:sp>
        </p:grpSp>
      </p:grpSp>
      <p:grpSp>
        <p:nvGrpSpPr>
          <p:cNvPr id="37" name="其他"/>
          <p:cNvGrpSpPr/>
          <p:nvPr/>
        </p:nvGrpSpPr>
        <p:grpSpPr>
          <a:xfrm>
            <a:off x="0" y="0"/>
            <a:ext cx="11034065" cy="4151376"/>
            <a:chOff x="0" y="0"/>
            <a:chExt cx="11034065" cy="4151376"/>
          </a:xfrm>
        </p:grpSpPr>
        <p:grpSp>
          <p:nvGrpSpPr>
            <p:cNvPr id="38" name="图标 first_aid_ki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9" name="Freeform 38"/>
              <p:cNvSpPr/>
              <p:nvPr/>
            </p:nvSpPr>
            <p:spPr>
              <a:xfrm>
                <a:off x="8028737" y="2154936"/>
                <a:ext cx="103632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103632" h="51816">
                    <a:moveTo>
                      <a:pt x="0" y="51816"/>
                    </a:moveTo>
                    <a:lnTo>
                      <a:pt x="0" y="25908"/>
                    </a:lnTo>
                    <a:lnTo>
                      <a:pt x="526" y="20687"/>
                    </a:lnTo>
                    <a:lnTo>
                      <a:pt x="2036" y="15823"/>
                    </a:lnTo>
                    <a:lnTo>
                      <a:pt x="4424" y="11423"/>
                    </a:lnTo>
                    <a:lnTo>
                      <a:pt x="7588" y="7588"/>
                    </a:lnTo>
                    <a:lnTo>
                      <a:pt x="11422" y="4425"/>
                    </a:lnTo>
                    <a:lnTo>
                      <a:pt x="15823" y="2036"/>
                    </a:lnTo>
                    <a:lnTo>
                      <a:pt x="20686" y="526"/>
                    </a:lnTo>
                    <a:lnTo>
                      <a:pt x="25908" y="0"/>
                    </a:lnTo>
                    <a:lnTo>
                      <a:pt x="77724" y="0"/>
                    </a:lnTo>
                    <a:lnTo>
                      <a:pt x="82945" y="526"/>
                    </a:lnTo>
                    <a:lnTo>
                      <a:pt x="87808" y="2036"/>
                    </a:lnTo>
                    <a:lnTo>
                      <a:pt x="92209" y="4425"/>
                    </a:lnTo>
                    <a:lnTo>
                      <a:pt x="96044" y="7588"/>
                    </a:lnTo>
                    <a:lnTo>
                      <a:pt x="99207" y="11423"/>
                    </a:lnTo>
                    <a:lnTo>
                      <a:pt x="101596" y="15823"/>
                    </a:lnTo>
                    <a:lnTo>
                      <a:pt x="103105" y="20687"/>
                    </a:lnTo>
                    <a:lnTo>
                      <a:pt x="103632" y="25908"/>
                    </a:lnTo>
                    <a:lnTo>
                      <a:pt x="103632" y="51816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0" name="Freeform 39"/>
              <p:cNvSpPr/>
              <p:nvPr/>
            </p:nvSpPr>
            <p:spPr>
              <a:xfrm>
                <a:off x="7976921" y="2206752"/>
                <a:ext cx="207264" cy="155448"/>
              </a:xfrm>
              <a:custGeom>
                <a:avLst/>
                <a:gdLst/>
                <a:ahLst/>
                <a:cxnLst/>
                <a:rect l="l" t="t" r="r" b="b"/>
                <a:pathLst>
                  <a:path w="207264" h="155448">
                    <a:moveTo>
                      <a:pt x="0" y="25908"/>
                    </a:moveTo>
                    <a:lnTo>
                      <a:pt x="526" y="20687"/>
                    </a:lnTo>
                    <a:lnTo>
                      <a:pt x="2036" y="15823"/>
                    </a:lnTo>
                    <a:lnTo>
                      <a:pt x="4424" y="11423"/>
                    </a:lnTo>
                    <a:lnTo>
                      <a:pt x="7588" y="7588"/>
                    </a:lnTo>
                    <a:lnTo>
                      <a:pt x="11422" y="4425"/>
                    </a:lnTo>
                    <a:lnTo>
                      <a:pt x="15823" y="2036"/>
                    </a:lnTo>
                    <a:lnTo>
                      <a:pt x="20686" y="526"/>
                    </a:lnTo>
                    <a:lnTo>
                      <a:pt x="25908" y="0"/>
                    </a:lnTo>
                    <a:lnTo>
                      <a:pt x="181356" y="0"/>
                    </a:lnTo>
                    <a:lnTo>
                      <a:pt x="186577" y="526"/>
                    </a:lnTo>
                    <a:lnTo>
                      <a:pt x="191440" y="2036"/>
                    </a:lnTo>
                    <a:lnTo>
                      <a:pt x="195841" y="4425"/>
                    </a:lnTo>
                    <a:lnTo>
                      <a:pt x="199676" y="7588"/>
                    </a:lnTo>
                    <a:lnTo>
                      <a:pt x="202839" y="11423"/>
                    </a:lnTo>
                    <a:lnTo>
                      <a:pt x="205228" y="15823"/>
                    </a:lnTo>
                    <a:lnTo>
                      <a:pt x="206737" y="20687"/>
                    </a:lnTo>
                    <a:lnTo>
                      <a:pt x="207264" y="25908"/>
                    </a:lnTo>
                    <a:lnTo>
                      <a:pt x="207264" y="129540"/>
                    </a:lnTo>
                    <a:lnTo>
                      <a:pt x="206737" y="134761"/>
                    </a:lnTo>
                    <a:lnTo>
                      <a:pt x="205228" y="139625"/>
                    </a:lnTo>
                    <a:lnTo>
                      <a:pt x="202839" y="144025"/>
                    </a:lnTo>
                    <a:lnTo>
                      <a:pt x="199676" y="147860"/>
                    </a:lnTo>
                    <a:lnTo>
                      <a:pt x="195841" y="151023"/>
                    </a:lnTo>
                    <a:lnTo>
                      <a:pt x="191440" y="153412"/>
                    </a:lnTo>
                    <a:lnTo>
                      <a:pt x="186577" y="154922"/>
                    </a:lnTo>
                    <a:lnTo>
                      <a:pt x="181356" y="155448"/>
                    </a:lnTo>
                    <a:lnTo>
                      <a:pt x="25908" y="155448"/>
                    </a:lnTo>
                    <a:lnTo>
                      <a:pt x="20686" y="154922"/>
                    </a:lnTo>
                    <a:lnTo>
                      <a:pt x="15823" y="153412"/>
                    </a:lnTo>
                    <a:lnTo>
                      <a:pt x="11422" y="151023"/>
                    </a:lnTo>
                    <a:lnTo>
                      <a:pt x="7588" y="147860"/>
                    </a:lnTo>
                    <a:lnTo>
                      <a:pt x="4424" y="144025"/>
                    </a:lnTo>
                    <a:lnTo>
                      <a:pt x="2036" y="139625"/>
                    </a:lnTo>
                    <a:lnTo>
                      <a:pt x="526" y="134761"/>
                    </a:lnTo>
                    <a:lnTo>
                      <a:pt x="0" y="129540"/>
                    </a:lnTo>
                    <a:lnTo>
                      <a:pt x="0" y="25908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1" name="Freeform 40"/>
              <p:cNvSpPr/>
              <p:nvPr/>
            </p:nvSpPr>
            <p:spPr>
              <a:xfrm>
                <a:off x="8054645" y="2284476"/>
                <a:ext cx="51816" cy="0"/>
              </a:xfrm>
              <a:custGeom>
                <a:avLst/>
                <a:gdLst/>
                <a:ahLst/>
                <a:cxnLst/>
                <a:rect l="l" t="t" r="r" b="b"/>
                <a:pathLst>
                  <a:path w="51816" h="0">
                    <a:moveTo>
                      <a:pt x="0" y="0"/>
                    </a:moveTo>
                    <a:lnTo>
                      <a:pt x="51816" y="0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Freeform 41"/>
              <p:cNvSpPr/>
              <p:nvPr/>
            </p:nvSpPr>
            <p:spPr>
              <a:xfrm>
                <a:off x="8080553" y="2258568"/>
                <a:ext cx="0" cy="51816"/>
              </a:xfrm>
              <a:custGeom>
                <a:avLst/>
                <a:gdLst/>
                <a:ahLst/>
                <a:cxnLst/>
                <a:rect l="l" t="t" r="r" b="b"/>
                <a:pathLst>
                  <a:path w="0" h="51816">
                    <a:moveTo>
                      <a:pt x="0" y="0"/>
                    </a:moveTo>
                    <a:lnTo>
                      <a:pt x="0" y="51816"/>
                    </a:lnTo>
                  </a:path>
                </a:pathLst>
              </a:custGeom>
              <a:noFill/>
              <a:ln w="20726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3" name="TextBox 42"/>
            <p:cNvSpPr txBox="1"/>
            <p:nvPr/>
          </p:nvSpPr>
          <p:spPr>
            <a:xfrm>
              <a:off x="8400593" y="2121408"/>
              <a:ext cx="2633472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其他</a:t>
              </a:r>
            </a:p>
          </p:txBody>
        </p:sp>
        <p:grpSp>
          <p:nvGrpSpPr>
            <p:cNvPr id="44" name="Group 43"/>
            <p:cNvGrpSpPr/>
            <p:nvPr/>
          </p:nvGrpSpPr>
          <p:grpSpPr>
            <a:xfrm>
              <a:off x="7925105" y="2816352"/>
              <a:ext cx="3108960" cy="310896"/>
              <a:chOff x="7925105" y="2816352"/>
              <a:chExt cx="3108960" cy="310896"/>
            </a:xfrm>
          </p:grpSpPr>
          <p:sp>
            <p:nvSpPr>
              <p:cNvPr id="45" name="Rectangle 44"/>
              <p:cNvSpPr/>
              <p:nvPr/>
            </p:nvSpPr>
            <p:spPr>
              <a:xfrm>
                <a:off x="7925105" y="2862072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8254289" y="2816352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常用药</a:t>
                </a:r>
              </a:p>
            </p:txBody>
          </p:sp>
        </p:grpSp>
        <p:grpSp>
          <p:nvGrpSpPr>
            <p:cNvPr id="47" name="Group 46"/>
            <p:cNvGrpSpPr/>
            <p:nvPr/>
          </p:nvGrpSpPr>
          <p:grpSpPr>
            <a:xfrm>
              <a:off x="7925105" y="3328416"/>
              <a:ext cx="3108960" cy="310896"/>
              <a:chOff x="7925105" y="3328416"/>
              <a:chExt cx="3108960" cy="310896"/>
            </a:xfrm>
          </p:grpSpPr>
          <p:sp>
            <p:nvSpPr>
              <p:cNvPr id="48" name="Rectangle 47"/>
              <p:cNvSpPr/>
              <p:nvPr/>
            </p:nvSpPr>
            <p:spPr>
              <a:xfrm>
                <a:off x="7925105" y="3374136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9" name="TextBox 48"/>
              <p:cNvSpPr txBox="1"/>
              <p:nvPr/>
            </p:nvSpPr>
            <p:spPr>
              <a:xfrm>
                <a:off x="8254289" y="3328416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充电宝与数据线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7925105" y="3840480"/>
              <a:ext cx="3108960" cy="310896"/>
              <a:chOff x="7925105" y="3840480"/>
              <a:chExt cx="3108960" cy="310896"/>
            </a:xfrm>
          </p:grpSpPr>
          <p:sp>
            <p:nvSpPr>
              <p:cNvPr id="51" name="Rectangle 50"/>
              <p:cNvSpPr/>
              <p:nvPr/>
            </p:nvSpPr>
            <p:spPr>
              <a:xfrm>
                <a:off x="7925105" y="3886200"/>
                <a:ext cx="182880" cy="182880"/>
              </a:xfrm>
              <a:prstGeom prst="rect">
                <a:avLst/>
              </a:prstGeom>
              <a:noFill/>
              <a:ln w="12700">
                <a:solidFill>
                  <a:srgbClr val="1E2326"/>
                </a:solidFill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8254289" y="3840480"/>
                <a:ext cx="2779776" cy="310896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早起看日出用的小手电</a:t>
                </a:r>
              </a:p>
            </p:txBody>
          </p:sp>
        </p:grpSp>
      </p:grpSp>
      <p:sp>
        <p:nvSpPr>
          <p:cNvPr id="53" name="Freeform 52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Freeform 54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费用明细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两位全包 7,800 元，意外险自愿另计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975665" y="2148840"/>
            <a:ext cx="5897880" cy="475488"/>
            <a:chOff x="975665" y="2148840"/>
            <a:chExt cx="5897880" cy="475488"/>
          </a:xfrm>
        </p:grpSpPr>
        <p:cxnSp>
          <p:nvCxnSpPr>
            <p:cNvPr id="5" name="Connector 4"/>
            <p:cNvCxnSpPr/>
            <p:nvPr/>
          </p:nvCxnSpPr>
          <p:spPr>
            <a:xfrm>
              <a:off x="975665" y="214884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6" name="TextBox 5"/>
            <p:cNvSpPr txBox="1"/>
            <p:nvPr/>
          </p:nvSpPr>
          <p:spPr>
            <a:xfrm>
              <a:off x="975665" y="233172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成人基础价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3993185" y="233172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3,900 元 × 2 位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593385" y="233172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7,800 元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975665" y="2788920"/>
            <a:ext cx="5897880" cy="475488"/>
            <a:chOff x="975665" y="2788920"/>
            <a:chExt cx="5897880" cy="475488"/>
          </a:xfrm>
        </p:grpSpPr>
        <p:cxnSp>
          <p:nvCxnSpPr>
            <p:cNvPr id="10" name="Connector 9"/>
            <p:cNvCxnSpPr/>
            <p:nvPr/>
          </p:nvCxnSpPr>
          <p:spPr>
            <a:xfrm>
              <a:off x="975665" y="278892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1" name="TextBox 10"/>
            <p:cNvSpPr txBox="1"/>
            <p:nvPr/>
          </p:nvSpPr>
          <p:spPr>
            <a:xfrm>
              <a:off x="975665" y="297180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儿童基础价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93185" y="297180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无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593385" y="297180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—</a:t>
              </a:r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975665" y="3429000"/>
            <a:ext cx="5897880" cy="475488"/>
            <a:chOff x="975665" y="3429000"/>
            <a:chExt cx="5897880" cy="475488"/>
          </a:xfrm>
        </p:grpSpPr>
        <p:cxnSp>
          <p:nvCxnSpPr>
            <p:cNvPr id="15" name="Connector 14"/>
            <p:cNvCxnSpPr/>
            <p:nvPr/>
          </p:nvCxnSpPr>
          <p:spPr>
            <a:xfrm>
              <a:off x="975665" y="342900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16" name="TextBox 15"/>
            <p:cNvSpPr txBox="1"/>
            <p:nvPr/>
          </p:nvSpPr>
          <p:spPr>
            <a:xfrm>
              <a:off x="975665" y="361188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加晚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993185" y="361188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本次未加晚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593385" y="361188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—</a:t>
              </a: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75665" y="4069080"/>
            <a:ext cx="5897880" cy="475488"/>
            <a:chOff x="975665" y="4069080"/>
            <a:chExt cx="5897880" cy="475488"/>
          </a:xfrm>
        </p:grpSpPr>
        <p:cxnSp>
          <p:nvCxnSpPr>
            <p:cNvPr id="20" name="Connector 19"/>
            <p:cNvCxnSpPr/>
            <p:nvPr/>
          </p:nvCxnSpPr>
          <p:spPr>
            <a:xfrm>
              <a:off x="975665" y="4069080"/>
              <a:ext cx="5897880" cy="0"/>
            </a:xfrm>
            <a:prstGeom prst="line">
              <a:avLst/>
            </a:prstGeom>
            <a:ln w="9525">
              <a:solidFill>
                <a:srgbClr val="D5DAD6"/>
              </a:solidFill>
            </a:ln>
          </p:spPr>
        </p:cxnSp>
        <p:sp>
          <p:nvSpPr>
            <p:cNvPr id="21" name="TextBox 20"/>
            <p:cNvSpPr txBox="1"/>
            <p:nvPr/>
          </p:nvSpPr>
          <p:spPr>
            <a:xfrm>
              <a:off x="975665" y="4251960"/>
              <a:ext cx="278892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附加项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993185" y="4251960"/>
              <a:ext cx="15544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无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5593385" y="4251960"/>
              <a:ext cx="109728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r">
                <a:lnSpc>
                  <a:spcPct val="130000"/>
                </a:lnSpc>
                <a:spcAft>
                  <a:spcPts val="0"/>
                </a:spcAft>
              </a:pPr>
              <a:r>
                <a:rPr sz="15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—</a:t>
              </a:r>
            </a:p>
          </p:txBody>
        </p:sp>
      </p:grpSp>
      <p:cxnSp>
        <p:nvCxnSpPr>
          <p:cNvPr id="24" name="Connector 23"/>
          <p:cNvCxnSpPr/>
          <p:nvPr/>
        </p:nvCxnSpPr>
        <p:spPr>
          <a:xfrm>
            <a:off x="975665" y="4709160"/>
            <a:ext cx="5897880" cy="0"/>
          </a:xfrm>
          <a:prstGeom prst="line">
            <a:avLst/>
          </a:prstGeom>
          <a:ln w="15875">
            <a:solidFill>
              <a:srgbClr val="1E2326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975665" y="4873752"/>
            <a:ext cx="5897880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季节档：平季（按出发日期） · 人数档：2至3人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5105" y="2148840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全团总价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25105" y="2459736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D9531E"/>
                </a:solidFill>
                <a:latin typeface="Noto Serif CJK SC"/>
                <a:ea typeface="Noto Serif CJK SC"/>
                <a:cs typeface="Noto Serif CJK SC"/>
              </a:rPr>
              <a:t>7,800 元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0" y="0"/>
            <a:ext cx="11216945" cy="4864608"/>
            <a:chOff x="0" y="0"/>
            <a:chExt cx="11216945" cy="4864608"/>
          </a:xfrm>
        </p:grpSpPr>
        <p:grpSp>
          <p:nvGrpSpPr>
            <p:cNvPr id="29" name="Group 28"/>
            <p:cNvGrpSpPr/>
            <p:nvPr/>
          </p:nvGrpSpPr>
          <p:grpSpPr>
            <a:xfrm>
              <a:off x="0" y="0"/>
              <a:ext cx="11216945" cy="4114800"/>
              <a:chOff x="0" y="0"/>
              <a:chExt cx="11216945" cy="4114800"/>
            </a:xfrm>
          </p:grpSpPr>
          <p:grpSp>
            <p:nvGrpSpPr>
              <p:cNvPr id="30" name="图标 shield_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1" name="Freeform 30"/>
                <p:cNvSpPr/>
                <p:nvPr/>
              </p:nvSpPr>
              <p:spPr>
                <a:xfrm>
                  <a:off x="7955358" y="3522726"/>
                  <a:ext cx="177634" cy="176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634" h="176782">
                      <a:moveTo>
                        <a:pt x="83270" y="176782"/>
                      </a:moveTo>
                      <a:lnTo>
                        <a:pt x="61313" y="167497"/>
                      </a:lnTo>
                      <a:lnTo>
                        <a:pt x="42192" y="154454"/>
                      </a:lnTo>
                      <a:lnTo>
                        <a:pt x="26219" y="138232"/>
                      </a:lnTo>
                      <a:lnTo>
                        <a:pt x="13702" y="119411"/>
                      </a:lnTo>
                      <a:lnTo>
                        <a:pt x="4953" y="98570"/>
                      </a:lnTo>
                      <a:lnTo>
                        <a:pt x="282" y="76288"/>
                      </a:lnTo>
                      <a:lnTo>
                        <a:pt x="0" y="53145"/>
                      </a:lnTo>
                      <a:lnTo>
                        <a:pt x="4418" y="29718"/>
                      </a:lnTo>
                      <a:lnTo>
                        <a:pt x="15948" y="29686"/>
                      </a:lnTo>
                      <a:lnTo>
                        <a:pt x="27340" y="28549"/>
                      </a:lnTo>
                      <a:lnTo>
                        <a:pt x="38521" y="26333"/>
                      </a:lnTo>
                      <a:lnTo>
                        <a:pt x="49415" y="23065"/>
                      </a:lnTo>
                      <a:lnTo>
                        <a:pt x="59946" y="18772"/>
                      </a:lnTo>
                      <a:lnTo>
                        <a:pt x="70041" y="13478"/>
                      </a:lnTo>
                      <a:lnTo>
                        <a:pt x="79623" y="7212"/>
                      </a:lnTo>
                      <a:lnTo>
                        <a:pt x="88619" y="0"/>
                      </a:lnTo>
                      <a:lnTo>
                        <a:pt x="97614" y="7212"/>
                      </a:lnTo>
                      <a:lnTo>
                        <a:pt x="107197" y="13478"/>
                      </a:lnTo>
                      <a:lnTo>
                        <a:pt x="117291" y="18772"/>
                      </a:lnTo>
                      <a:lnTo>
                        <a:pt x="127823" y="23065"/>
                      </a:lnTo>
                      <a:lnTo>
                        <a:pt x="138717" y="26333"/>
                      </a:lnTo>
                      <a:lnTo>
                        <a:pt x="149897" y="28549"/>
                      </a:lnTo>
                      <a:lnTo>
                        <a:pt x="161290" y="29686"/>
                      </a:lnTo>
                      <a:lnTo>
                        <a:pt x="172820" y="29718"/>
                      </a:lnTo>
                      <a:lnTo>
                        <a:pt x="175011" y="38360"/>
                      </a:lnTo>
                      <a:lnTo>
                        <a:pt x="176544" y="47104"/>
                      </a:lnTo>
                      <a:lnTo>
                        <a:pt x="177418" y="55914"/>
                      </a:lnTo>
                      <a:lnTo>
                        <a:pt x="177634" y="64753"/>
                      </a:lnTo>
                      <a:lnTo>
                        <a:pt x="177193" y="73584"/>
                      </a:lnTo>
                      <a:lnTo>
                        <a:pt x="176094" y="82369"/>
                      </a:lnTo>
                      <a:lnTo>
                        <a:pt x="174339" y="91071"/>
                      </a:lnTo>
                      <a:lnTo>
                        <a:pt x="171928" y="99654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2" name="Freeform 31"/>
                <p:cNvSpPr/>
                <p:nvPr/>
              </p:nvSpPr>
              <p:spPr>
                <a:xfrm>
                  <a:off x="8073695" y="3661410"/>
                  <a:ext cx="59436" cy="396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436" h="39624">
                      <a:moveTo>
                        <a:pt x="0" y="19812"/>
                      </a:moveTo>
                      <a:lnTo>
                        <a:pt x="19812" y="39624"/>
                      </a:lnTo>
                      <a:lnTo>
                        <a:pt x="5943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3" name="TextBox 32"/>
              <p:cNvSpPr txBox="1"/>
              <p:nvPr/>
            </p:nvSpPr>
            <p:spPr>
              <a:xfrm>
                <a:off x="8309153" y="3474720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旅游意外险每人 60 元，自愿购买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两位 120 元，不计入全团总价</a:t>
                </a:r>
              </a:p>
            </p:txBody>
          </p:sp>
        </p:grpSp>
        <p:grpSp>
          <p:nvGrpSpPr>
            <p:cNvPr id="34" name="Group 33"/>
            <p:cNvGrpSpPr/>
            <p:nvPr/>
          </p:nvGrpSpPr>
          <p:grpSpPr>
            <a:xfrm>
              <a:off x="0" y="0"/>
              <a:ext cx="11216945" cy="4864608"/>
              <a:chOff x="0" y="0"/>
              <a:chExt cx="11216945" cy="4864608"/>
            </a:xfrm>
          </p:grpSpPr>
          <p:grpSp>
            <p:nvGrpSpPr>
              <p:cNvPr id="35" name="图标 hourglass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6" name="Freeform 35"/>
                <p:cNvSpPr/>
                <p:nvPr/>
              </p:nvSpPr>
              <p:spPr>
                <a:xfrm>
                  <a:off x="7989494" y="431215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Freeform 36"/>
                <p:cNvSpPr/>
                <p:nvPr/>
              </p:nvSpPr>
              <p:spPr>
                <a:xfrm>
                  <a:off x="7989494" y="4411218"/>
                  <a:ext cx="108966" cy="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966" h="0">
                      <a:moveTo>
                        <a:pt x="0" y="0"/>
                      </a:moveTo>
                      <a:lnTo>
                        <a:pt x="108966" y="0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Freeform 37"/>
                <p:cNvSpPr/>
                <p:nvPr/>
              </p:nvSpPr>
              <p:spPr>
                <a:xfrm>
                  <a:off x="7984541" y="4361688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79248"/>
                      </a:moveTo>
                      <a:lnTo>
                        <a:pt x="0" y="59436"/>
                      </a:lnTo>
                      <a:lnTo>
                        <a:pt x="1207" y="47458"/>
                      </a:lnTo>
                      <a:lnTo>
                        <a:pt x="4671" y="36301"/>
                      </a:lnTo>
                      <a:lnTo>
                        <a:pt x="10151" y="26205"/>
                      </a:lnTo>
                      <a:lnTo>
                        <a:pt x="17408" y="17408"/>
                      </a:lnTo>
                      <a:lnTo>
                        <a:pt x="26205" y="10151"/>
                      </a:lnTo>
                      <a:lnTo>
                        <a:pt x="36301" y="4671"/>
                      </a:lnTo>
                      <a:lnTo>
                        <a:pt x="47457" y="1208"/>
                      </a:lnTo>
                      <a:lnTo>
                        <a:pt x="59436" y="0"/>
                      </a:lnTo>
                      <a:lnTo>
                        <a:pt x="71414" y="1208"/>
                      </a:lnTo>
                      <a:lnTo>
                        <a:pt x="82571" y="4671"/>
                      </a:lnTo>
                      <a:lnTo>
                        <a:pt x="92667" y="10151"/>
                      </a:lnTo>
                      <a:lnTo>
                        <a:pt x="101463" y="17408"/>
                      </a:lnTo>
                      <a:lnTo>
                        <a:pt x="108721" y="26205"/>
                      </a:lnTo>
                      <a:lnTo>
                        <a:pt x="114201" y="36301"/>
                      </a:lnTo>
                      <a:lnTo>
                        <a:pt x="117664" y="47458"/>
                      </a:lnTo>
                      <a:lnTo>
                        <a:pt x="118872" y="59436"/>
                      </a:lnTo>
                      <a:lnTo>
                        <a:pt x="118872" y="79248"/>
                      </a:lnTo>
                      <a:lnTo>
                        <a:pt x="118671" y="81244"/>
                      </a:lnTo>
                      <a:lnTo>
                        <a:pt x="118093" y="83104"/>
                      </a:lnTo>
                      <a:lnTo>
                        <a:pt x="117180" y="84787"/>
                      </a:lnTo>
                      <a:lnTo>
                        <a:pt x="115970" y="86253"/>
                      </a:lnTo>
                      <a:lnTo>
                        <a:pt x="114504" y="87462"/>
                      </a:lnTo>
                      <a:lnTo>
                        <a:pt x="112822" y="88376"/>
                      </a:lnTo>
                      <a:lnTo>
                        <a:pt x="110962" y="88953"/>
                      </a:lnTo>
                      <a:lnTo>
                        <a:pt x="108966" y="89154"/>
                      </a:lnTo>
                      <a:lnTo>
                        <a:pt x="9906" y="89154"/>
                      </a:lnTo>
                      <a:lnTo>
                        <a:pt x="7909" y="88953"/>
                      </a:lnTo>
                      <a:lnTo>
                        <a:pt x="6050" y="88376"/>
                      </a:lnTo>
                      <a:lnTo>
                        <a:pt x="4367" y="87462"/>
                      </a:lnTo>
                      <a:lnTo>
                        <a:pt x="2901" y="86253"/>
                      </a:lnTo>
                      <a:lnTo>
                        <a:pt x="1692" y="84787"/>
                      </a:lnTo>
                      <a:lnTo>
                        <a:pt x="778" y="83104"/>
                      </a:lnTo>
                      <a:lnTo>
                        <a:pt x="201" y="81244"/>
                      </a:lnTo>
                      <a:lnTo>
                        <a:pt x="0" y="79248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Freeform 38"/>
                <p:cNvSpPr/>
                <p:nvPr/>
              </p:nvSpPr>
              <p:spPr>
                <a:xfrm>
                  <a:off x="7984541" y="4272534"/>
                  <a:ext cx="118872" cy="891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8872" h="89154">
                      <a:moveTo>
                        <a:pt x="0" y="9906"/>
                      </a:moveTo>
                      <a:lnTo>
                        <a:pt x="0" y="29718"/>
                      </a:lnTo>
                      <a:lnTo>
                        <a:pt x="1207" y="41696"/>
                      </a:lnTo>
                      <a:lnTo>
                        <a:pt x="4671" y="52853"/>
                      </a:lnTo>
                      <a:lnTo>
                        <a:pt x="10151" y="62949"/>
                      </a:lnTo>
                      <a:lnTo>
                        <a:pt x="17408" y="71746"/>
                      </a:lnTo>
                      <a:lnTo>
                        <a:pt x="26205" y="79003"/>
                      </a:lnTo>
                      <a:lnTo>
                        <a:pt x="36301" y="84483"/>
                      </a:lnTo>
                      <a:lnTo>
                        <a:pt x="47457" y="87946"/>
                      </a:lnTo>
                      <a:lnTo>
                        <a:pt x="59436" y="89154"/>
                      </a:lnTo>
                      <a:lnTo>
                        <a:pt x="71414" y="87946"/>
                      </a:lnTo>
                      <a:lnTo>
                        <a:pt x="82571" y="84483"/>
                      </a:lnTo>
                      <a:lnTo>
                        <a:pt x="92667" y="79003"/>
                      </a:lnTo>
                      <a:lnTo>
                        <a:pt x="101463" y="71746"/>
                      </a:lnTo>
                      <a:lnTo>
                        <a:pt x="108721" y="62949"/>
                      </a:lnTo>
                      <a:lnTo>
                        <a:pt x="114201" y="52853"/>
                      </a:lnTo>
                      <a:lnTo>
                        <a:pt x="117664" y="41696"/>
                      </a:lnTo>
                      <a:lnTo>
                        <a:pt x="118872" y="29718"/>
                      </a:lnTo>
                      <a:lnTo>
                        <a:pt x="118872" y="9906"/>
                      </a:lnTo>
                      <a:lnTo>
                        <a:pt x="118671" y="7910"/>
                      </a:lnTo>
                      <a:lnTo>
                        <a:pt x="118093" y="6050"/>
                      </a:lnTo>
                      <a:lnTo>
                        <a:pt x="117180" y="4367"/>
                      </a:lnTo>
                      <a:lnTo>
                        <a:pt x="115970" y="2901"/>
                      </a:lnTo>
                      <a:lnTo>
                        <a:pt x="114504" y="1692"/>
                      </a:lnTo>
                      <a:lnTo>
                        <a:pt x="112822" y="778"/>
                      </a:lnTo>
                      <a:lnTo>
                        <a:pt x="110962" y="201"/>
                      </a:lnTo>
                      <a:lnTo>
                        <a:pt x="108966" y="0"/>
                      </a:lnTo>
                      <a:lnTo>
                        <a:pt x="9906" y="0"/>
                      </a:lnTo>
                      <a:lnTo>
                        <a:pt x="7909" y="201"/>
                      </a:lnTo>
                      <a:lnTo>
                        <a:pt x="6050" y="778"/>
                      </a:lnTo>
                      <a:lnTo>
                        <a:pt x="4367" y="1692"/>
                      </a:lnTo>
                      <a:lnTo>
                        <a:pt x="2901" y="2901"/>
                      </a:lnTo>
                      <a:lnTo>
                        <a:pt x="1692" y="4367"/>
                      </a:lnTo>
                      <a:lnTo>
                        <a:pt x="778" y="6050"/>
                      </a:lnTo>
                      <a:lnTo>
                        <a:pt x="201" y="7910"/>
                      </a:lnTo>
                      <a:lnTo>
                        <a:pt x="0" y="9906"/>
                      </a:lnTo>
                    </a:path>
                  </a:pathLst>
                </a:custGeom>
                <a:noFill/>
                <a:ln w="15849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0" name="TextBox 39"/>
              <p:cNvSpPr txBox="1"/>
              <p:nvPr/>
            </p:nvSpPr>
            <p:spPr>
              <a:xfrm>
                <a:off x="8309153" y="4224528"/>
                <a:ext cx="2907792" cy="640080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报价 48 小时内有效</a:t>
                </a:r>
              </a:p>
              <a:p>
                <a:pPr algn="l">
                  <a:lnSpc>
                    <a:spcPct val="135000"/>
                  </a:lnSpc>
                  <a:spcAft>
                    <a:spcPts val="0"/>
                  </a:spcAft>
                </a:pPr>
                <a:r>
                  <a:rPr sz="14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以计调确认余位为准</a:t>
                </a:r>
              </a:p>
            </p:txBody>
          </p:sp>
        </p:grpSp>
      </p:grpSp>
      <p:sp>
        <p:nvSpPr>
          <p:cNvPr id="41" name="Freeform 40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包含与不含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费用里已经包含的，和需要您另外准备的</a:t>
            </a:r>
          </a:p>
        </p:txBody>
      </p:sp>
      <p:grpSp>
        <p:nvGrpSpPr>
          <p:cNvPr id="4" name="包含"/>
          <p:cNvGrpSpPr/>
          <p:nvPr/>
        </p:nvGrpSpPr>
        <p:grpSpPr>
          <a:xfrm>
            <a:off x="0" y="0"/>
            <a:ext cx="5136185" cy="5724144"/>
            <a:chOff x="0" y="0"/>
            <a:chExt cx="5136185" cy="5724144"/>
          </a:xfrm>
        </p:grpSpPr>
        <p:sp>
          <p:nvSpPr>
            <p:cNvPr id="5" name="TextBox 4"/>
            <p:cNvSpPr txBox="1"/>
            <p:nvPr/>
          </p:nvSpPr>
          <p:spPr>
            <a:xfrm>
              <a:off x="97566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包含</a:t>
              </a: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0" y="0"/>
              <a:ext cx="5136185" cy="3163824"/>
              <a:chOff x="0" y="0"/>
              <a:chExt cx="5136185" cy="3163824"/>
            </a:xfrm>
          </p:grpSpPr>
          <p:cxnSp>
            <p:nvCxnSpPr>
              <p:cNvPr id="7" name="Connector 6"/>
              <p:cNvCxnSpPr/>
              <p:nvPr/>
            </p:nvCxnSpPr>
            <p:spPr>
              <a:xfrm>
                <a:off x="97566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9" name="Freeform 8"/>
                <p:cNvSpPr/>
                <p:nvPr/>
              </p:nvSpPr>
              <p:spPr>
                <a:xfrm>
                  <a:off x="1021385" y="2907792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0" name="TextBox 9"/>
              <p:cNvSpPr txBox="1"/>
              <p:nvPr/>
            </p:nvSpPr>
            <p:spPr>
              <a:xfrm>
                <a:off x="134142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4晚四星酒店含早餐（有景观房时优先）</a:t>
                </a:r>
              </a:p>
            </p:txBody>
          </p:sp>
        </p:grpSp>
        <p:grpSp>
          <p:nvGrpSpPr>
            <p:cNvPr id="11" name="Group 10"/>
            <p:cNvGrpSpPr/>
            <p:nvPr/>
          </p:nvGrpSpPr>
          <p:grpSpPr>
            <a:xfrm>
              <a:off x="0" y="0"/>
              <a:ext cx="5136185" cy="3675888"/>
              <a:chOff x="0" y="0"/>
              <a:chExt cx="5136185" cy="3675888"/>
            </a:xfrm>
          </p:grpSpPr>
          <p:cxnSp>
            <p:nvCxnSpPr>
              <p:cNvPr id="12" name="Connector 11"/>
              <p:cNvCxnSpPr/>
              <p:nvPr/>
            </p:nvCxnSpPr>
            <p:spPr>
              <a:xfrm>
                <a:off x="97566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4" name="Freeform 13"/>
                <p:cNvSpPr/>
                <p:nvPr/>
              </p:nvSpPr>
              <p:spPr>
                <a:xfrm>
                  <a:off x="1021385" y="3419856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15" name="TextBox 14"/>
              <p:cNvSpPr txBox="1"/>
              <p:nvPr/>
            </p:nvSpPr>
            <p:spPr>
              <a:xfrm>
                <a:off x="134142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广州往返大理国内航班经济舱</a:t>
                </a:r>
              </a:p>
            </p:txBody>
          </p:sp>
        </p:grpSp>
        <p:grpSp>
          <p:nvGrpSpPr>
            <p:cNvPr id="16" name="Group 15"/>
            <p:cNvGrpSpPr/>
            <p:nvPr/>
          </p:nvGrpSpPr>
          <p:grpSpPr>
            <a:xfrm>
              <a:off x="0" y="0"/>
              <a:ext cx="5136185" cy="4187952"/>
              <a:chOff x="0" y="0"/>
              <a:chExt cx="5136185" cy="4187952"/>
            </a:xfrm>
          </p:grpSpPr>
          <p:cxnSp>
            <p:nvCxnSpPr>
              <p:cNvPr id="17" name="Connector 16"/>
              <p:cNvCxnSpPr/>
              <p:nvPr/>
            </p:nvCxnSpPr>
            <p:spPr>
              <a:xfrm>
                <a:off x="97566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1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19" name="Freeform 18"/>
                <p:cNvSpPr/>
                <p:nvPr/>
              </p:nvSpPr>
              <p:spPr>
                <a:xfrm>
                  <a:off x="1021385" y="3931920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0" name="TextBox 19"/>
              <p:cNvSpPr txBox="1"/>
              <p:nvPr/>
            </p:nvSpPr>
            <p:spPr>
              <a:xfrm>
                <a:off x="134142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大理机场两程接送</a:t>
                </a:r>
              </a:p>
            </p:txBody>
          </p:sp>
        </p:grpSp>
        <p:grpSp>
          <p:nvGrpSpPr>
            <p:cNvPr id="21" name="Group 20"/>
            <p:cNvGrpSpPr/>
            <p:nvPr/>
          </p:nvGrpSpPr>
          <p:grpSpPr>
            <a:xfrm>
              <a:off x="0" y="0"/>
              <a:ext cx="5136185" cy="4700016"/>
              <a:chOff x="0" y="0"/>
              <a:chExt cx="5136185" cy="4700016"/>
            </a:xfrm>
          </p:grpSpPr>
          <p:cxnSp>
            <p:nvCxnSpPr>
              <p:cNvPr id="22" name="Connector 21"/>
              <p:cNvCxnSpPr/>
              <p:nvPr/>
            </p:nvCxnSpPr>
            <p:spPr>
              <a:xfrm>
                <a:off x="97566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4" name="Freeform 23"/>
                <p:cNvSpPr/>
                <p:nvPr/>
              </p:nvSpPr>
              <p:spPr>
                <a:xfrm>
                  <a:off x="1021385" y="4443984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25" name="TextBox 24"/>
              <p:cNvSpPr txBox="1"/>
              <p:nvPr/>
            </p:nvSpPr>
            <p:spPr>
              <a:xfrm>
                <a:off x="134142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第1晚合作餐厅晚餐一次</a:t>
                </a:r>
              </a:p>
            </p:txBody>
          </p:sp>
        </p:grpSp>
        <p:grpSp>
          <p:nvGrpSpPr>
            <p:cNvPr id="26" name="Group 25"/>
            <p:cNvGrpSpPr/>
            <p:nvPr/>
          </p:nvGrpSpPr>
          <p:grpSpPr>
            <a:xfrm>
              <a:off x="0" y="0"/>
              <a:ext cx="5136185" cy="5212080"/>
              <a:chOff x="0" y="0"/>
              <a:chExt cx="5136185" cy="5212080"/>
            </a:xfrm>
          </p:grpSpPr>
          <p:cxnSp>
            <p:nvCxnSpPr>
              <p:cNvPr id="27" name="Connector 26"/>
              <p:cNvCxnSpPr/>
              <p:nvPr/>
            </p:nvCxnSpPr>
            <p:spPr>
              <a:xfrm>
                <a:off x="97566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28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29" name="Freeform 28"/>
                <p:cNvSpPr/>
                <p:nvPr/>
              </p:nvSpPr>
              <p:spPr>
                <a:xfrm>
                  <a:off x="1021385" y="4956048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0" name="TextBox 29"/>
              <p:cNvSpPr txBox="1"/>
              <p:nvPr/>
            </p:nvSpPr>
            <p:spPr>
              <a:xfrm>
                <a:off x="134142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半日私人向导一次</a:t>
                </a:r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0" y="0"/>
              <a:ext cx="5136185" cy="5724144"/>
              <a:chOff x="0" y="0"/>
              <a:chExt cx="5136185" cy="5724144"/>
            </a:xfrm>
          </p:grpSpPr>
          <p:cxnSp>
            <p:nvCxnSpPr>
              <p:cNvPr id="32" name="Connector 31"/>
              <p:cNvCxnSpPr/>
              <p:nvPr/>
            </p:nvCxnSpPr>
            <p:spPr>
              <a:xfrm>
                <a:off x="975665" y="527608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33" name="图标 check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34" name="Freeform 33"/>
                <p:cNvSpPr/>
                <p:nvPr/>
              </p:nvSpPr>
              <p:spPr>
                <a:xfrm>
                  <a:off x="1021385" y="5468112"/>
                  <a:ext cx="137160" cy="914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160" h="91440">
                      <a:moveTo>
                        <a:pt x="0" y="45720"/>
                      </a:moveTo>
                      <a:lnTo>
                        <a:pt x="45720" y="91440"/>
                      </a:lnTo>
                      <a:lnTo>
                        <a:pt x="137160" y="0"/>
                      </a:lnTo>
                    </a:path>
                  </a:pathLst>
                </a:custGeom>
                <a:noFill/>
                <a:ln w="14630" cap="rnd">
                  <a:solidFill>
                    <a:srgbClr val="1E2326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35" name="TextBox 34"/>
              <p:cNvSpPr txBox="1"/>
              <p:nvPr/>
            </p:nvSpPr>
            <p:spPr>
              <a:xfrm>
                <a:off x="1341425" y="539496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行程中紧急联系电话</a:t>
                </a:r>
              </a:p>
            </p:txBody>
          </p:sp>
        </p:grpSp>
      </p:grpSp>
      <p:grpSp>
        <p:nvGrpSpPr>
          <p:cNvPr id="36" name="不含"/>
          <p:cNvGrpSpPr/>
          <p:nvPr/>
        </p:nvGrpSpPr>
        <p:grpSpPr>
          <a:xfrm>
            <a:off x="0" y="0"/>
            <a:ext cx="10348265" cy="5212080"/>
            <a:chOff x="0" y="0"/>
            <a:chExt cx="10348265" cy="5212080"/>
          </a:xfrm>
        </p:grpSpPr>
        <p:sp>
          <p:nvSpPr>
            <p:cNvPr id="37" name="TextBox 36"/>
            <p:cNvSpPr txBox="1"/>
            <p:nvPr/>
          </p:nvSpPr>
          <p:spPr>
            <a:xfrm>
              <a:off x="6187745" y="2148840"/>
              <a:ext cx="4160520" cy="36576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2000" b="1">
                  <a:solidFill>
                    <a:srgbClr val="1E2326"/>
                  </a:solidFill>
                  <a:latin typeface="Noto Serif CJK SC"/>
                  <a:ea typeface="Noto Serif CJK SC"/>
                  <a:cs typeface="Noto Serif CJK SC"/>
                </a:rPr>
                <a:t>不含</a:t>
              </a:r>
            </a:p>
          </p:txBody>
        </p:sp>
        <p:grpSp>
          <p:nvGrpSpPr>
            <p:cNvPr id="38" name="Group 37"/>
            <p:cNvGrpSpPr/>
            <p:nvPr/>
          </p:nvGrpSpPr>
          <p:grpSpPr>
            <a:xfrm>
              <a:off x="0" y="0"/>
              <a:ext cx="10348265" cy="3163824"/>
              <a:chOff x="0" y="0"/>
              <a:chExt cx="10348265" cy="3163824"/>
            </a:xfrm>
          </p:grpSpPr>
          <p:cxnSp>
            <p:nvCxnSpPr>
              <p:cNvPr id="39" name="Connector 38"/>
              <p:cNvCxnSpPr/>
              <p:nvPr/>
            </p:nvCxnSpPr>
            <p:spPr>
              <a:xfrm>
                <a:off x="6187745" y="2715768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0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1" name="Freeform 40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Freeform 41"/>
                <p:cNvSpPr/>
                <p:nvPr/>
              </p:nvSpPr>
              <p:spPr>
                <a:xfrm>
                  <a:off x="6242609" y="2898648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3" name="TextBox 42"/>
              <p:cNvSpPr txBox="1"/>
              <p:nvPr/>
            </p:nvSpPr>
            <p:spPr>
              <a:xfrm>
                <a:off x="6553505" y="2834640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其他餐食</a:t>
                </a:r>
              </a:p>
            </p:txBody>
          </p:sp>
        </p:grpSp>
        <p:grpSp>
          <p:nvGrpSpPr>
            <p:cNvPr id="44" name="Group 43"/>
            <p:cNvGrpSpPr/>
            <p:nvPr/>
          </p:nvGrpSpPr>
          <p:grpSpPr>
            <a:xfrm>
              <a:off x="0" y="0"/>
              <a:ext cx="10348265" cy="3675888"/>
              <a:chOff x="0" y="0"/>
              <a:chExt cx="10348265" cy="3675888"/>
            </a:xfrm>
          </p:grpSpPr>
          <p:cxnSp>
            <p:nvCxnSpPr>
              <p:cNvPr id="45" name="Connector 44"/>
              <p:cNvCxnSpPr/>
              <p:nvPr/>
            </p:nvCxnSpPr>
            <p:spPr>
              <a:xfrm>
                <a:off x="6187745" y="3227832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46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47" name="Freeform 46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Freeform 47"/>
                <p:cNvSpPr/>
                <p:nvPr/>
              </p:nvSpPr>
              <p:spPr>
                <a:xfrm>
                  <a:off x="6242609" y="3410712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49" name="TextBox 48"/>
              <p:cNvSpPr txBox="1"/>
              <p:nvPr/>
            </p:nvSpPr>
            <p:spPr>
              <a:xfrm>
                <a:off x="6553505" y="3346704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景区门票</a:t>
                </a:r>
              </a:p>
            </p:txBody>
          </p:sp>
        </p:grpSp>
        <p:grpSp>
          <p:nvGrpSpPr>
            <p:cNvPr id="50" name="Group 49"/>
            <p:cNvGrpSpPr/>
            <p:nvPr/>
          </p:nvGrpSpPr>
          <p:grpSpPr>
            <a:xfrm>
              <a:off x="0" y="0"/>
              <a:ext cx="10348265" cy="4187952"/>
              <a:chOff x="0" y="0"/>
              <a:chExt cx="10348265" cy="4187952"/>
            </a:xfrm>
          </p:grpSpPr>
          <p:cxnSp>
            <p:nvCxnSpPr>
              <p:cNvPr id="51" name="Connector 50"/>
              <p:cNvCxnSpPr/>
              <p:nvPr/>
            </p:nvCxnSpPr>
            <p:spPr>
              <a:xfrm>
                <a:off x="6187745" y="3739896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2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3" name="Freeform 52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4" name="Freeform 53"/>
                <p:cNvSpPr/>
                <p:nvPr/>
              </p:nvSpPr>
              <p:spPr>
                <a:xfrm>
                  <a:off x="6242609" y="3922776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55" name="TextBox 54"/>
              <p:cNvSpPr txBox="1"/>
              <p:nvPr/>
            </p:nvSpPr>
            <p:spPr>
              <a:xfrm>
                <a:off x="6553505" y="3858768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水疗</a:t>
                </a:r>
              </a:p>
            </p:txBody>
          </p:sp>
        </p:grpSp>
        <p:grpSp>
          <p:nvGrpSpPr>
            <p:cNvPr id="56" name="Group 55"/>
            <p:cNvGrpSpPr/>
            <p:nvPr/>
          </p:nvGrpSpPr>
          <p:grpSpPr>
            <a:xfrm>
              <a:off x="0" y="0"/>
              <a:ext cx="10348265" cy="4700016"/>
              <a:chOff x="0" y="0"/>
              <a:chExt cx="10348265" cy="4700016"/>
            </a:xfrm>
          </p:grpSpPr>
          <p:cxnSp>
            <p:nvCxnSpPr>
              <p:cNvPr id="57" name="Connector 56"/>
              <p:cNvCxnSpPr/>
              <p:nvPr/>
            </p:nvCxnSpPr>
            <p:spPr>
              <a:xfrm>
                <a:off x="6187745" y="4251960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58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59" name="Freeform 58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0" name="Freeform 59"/>
                <p:cNvSpPr/>
                <p:nvPr/>
              </p:nvSpPr>
              <p:spPr>
                <a:xfrm>
                  <a:off x="6242609" y="4434840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1" name="TextBox 60"/>
              <p:cNvSpPr txBox="1"/>
              <p:nvPr/>
            </p:nvSpPr>
            <p:spPr>
              <a:xfrm>
                <a:off x="6553505" y="4370832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旅游意外险（每人 60 元，自愿）</a:t>
                </a:r>
              </a:p>
            </p:txBody>
          </p:sp>
        </p:grpSp>
        <p:grpSp>
          <p:nvGrpSpPr>
            <p:cNvPr id="62" name="Group 61"/>
            <p:cNvGrpSpPr/>
            <p:nvPr/>
          </p:nvGrpSpPr>
          <p:grpSpPr>
            <a:xfrm>
              <a:off x="0" y="0"/>
              <a:ext cx="10348265" cy="5212080"/>
              <a:chOff x="0" y="0"/>
              <a:chExt cx="10348265" cy="5212080"/>
            </a:xfrm>
          </p:grpSpPr>
          <p:cxnSp>
            <p:nvCxnSpPr>
              <p:cNvPr id="63" name="Connector 62"/>
              <p:cNvCxnSpPr/>
              <p:nvPr/>
            </p:nvCxnSpPr>
            <p:spPr>
              <a:xfrm>
                <a:off x="6187745" y="4764024"/>
                <a:ext cx="4160520" cy="0"/>
              </a:xfrm>
              <a:prstGeom prst="line">
                <a:avLst/>
              </a:prstGeom>
              <a:ln w="9525">
                <a:solidFill>
                  <a:srgbClr val="D5DAD6"/>
                </a:solidFill>
              </a:ln>
            </p:spPr>
          </p:cxnSp>
          <p:grpSp>
            <p:nvGrpSpPr>
              <p:cNvPr id="64" name="图标 x"/>
              <p:cNvGrpSpPr/>
              <p:nvPr/>
            </p:nvGrpSpPr>
            <p:grpSpPr>
              <a:xfrm>
                <a:off x="0" y="0"/>
                <a:ext cx="0" cy="0"/>
                <a:chOff x="0" y="0"/>
                <a:chExt cx="0" cy="0"/>
              </a:xfrm>
            </p:grpSpPr>
            <p:sp>
              <p:nvSpPr>
                <p:cNvPr id="65" name="Freeform 64"/>
                <p:cNvSpPr/>
                <p:nvPr/>
              </p:nvSpPr>
              <p:spPr>
                <a:xfrm>
                  <a:off x="6242609" y="4946904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109728" y="0"/>
                      </a:moveTo>
                      <a:lnTo>
                        <a:pt x="0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66" name="Freeform 65"/>
                <p:cNvSpPr/>
                <p:nvPr/>
              </p:nvSpPr>
              <p:spPr>
                <a:xfrm>
                  <a:off x="6242609" y="4946904"/>
                  <a:ext cx="109728" cy="1097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728" h="109728">
                      <a:moveTo>
                        <a:pt x="0" y="0"/>
                      </a:moveTo>
                      <a:lnTo>
                        <a:pt x="109728" y="109728"/>
                      </a:lnTo>
                    </a:path>
                  </a:pathLst>
                </a:custGeom>
                <a:noFill/>
                <a:ln w="14630" cap="rnd">
                  <a:solidFill>
                    <a:srgbClr val="5E6F6B"/>
                  </a:solidFill>
                  <a:round/>
                </a:ln>
              </p:spPr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67" name="TextBox 66"/>
              <p:cNvSpPr txBox="1"/>
              <p:nvPr/>
            </p:nvSpPr>
            <p:spPr>
              <a:xfrm>
                <a:off x="6553505" y="4882896"/>
                <a:ext cx="3794760" cy="329184"/>
              </a:xfrm>
              <a:prstGeom prst="rect">
                <a:avLst/>
              </a:prstGeom>
              <a:noFill/>
            </p:spPr>
            <p:txBody>
              <a:bodyPr wrap="square" anchor="t" lIns="0" rIns="0" tIns="0" bIns="0">
                <a:noAutofit/>
              </a:bodyPr>
              <a:lstStyle/>
              <a:p>
                <a:pPr algn="l">
                  <a:lnSpc>
                    <a:spcPct val="130000"/>
                  </a:lnSpc>
                  <a:spcAft>
                    <a:spcPts val="0"/>
                  </a:spcAft>
                </a:pPr>
                <a:r>
                  <a:rPr sz="1500" b="0">
                    <a:solidFill>
                      <a:srgbClr val="1E2326"/>
                    </a:solidFill>
                    <a:latin typeface="Noto Sans CJK SC"/>
                    <a:ea typeface="Noto Sans CJK SC"/>
                    <a:cs typeface="Noto Sans CJK SC"/>
                  </a:rPr>
                  <a:t>套房升级</a:t>
                </a:r>
              </a:p>
            </p:txBody>
          </p:sp>
        </p:grpSp>
      </p:grpSp>
      <p:sp>
        <p:nvSpPr>
          <p:cNvPr id="68" name="Freeform 67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665" y="566928"/>
            <a:ext cx="10240366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spc="10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下一步与出行须知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665" y="896112"/>
            <a:ext cx="1024036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000" b="1">
                <a:solidFill>
                  <a:srgbClr val="1E2326"/>
                </a:solidFill>
                <a:latin typeface="Noto Serif CJK SC"/>
                <a:ea typeface="Noto Serif CJK SC"/>
                <a:cs typeface="Noto Serif CJK SC"/>
              </a:rPr>
              <a:t>接下来四步，出发前三天您会收到出团通知书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75665" y="2926080"/>
            <a:ext cx="8092440" cy="0"/>
          </a:xfrm>
          <a:prstGeom prst="line">
            <a:avLst/>
          </a:prstGeom>
          <a:ln w="12700">
            <a:solidFill>
              <a:srgbClr val="1E2326"/>
            </a:solidFill>
          </a:ln>
        </p:spPr>
      </p:cxnSp>
      <p:grpSp>
        <p:nvGrpSpPr>
          <p:cNvPr id="5" name="Group 4"/>
          <p:cNvGrpSpPr/>
          <p:nvPr/>
        </p:nvGrpSpPr>
        <p:grpSpPr>
          <a:xfrm>
            <a:off x="0" y="0"/>
            <a:ext cx="3307385" cy="4681728"/>
            <a:chOff x="0" y="0"/>
            <a:chExt cx="3307385" cy="4681728"/>
          </a:xfrm>
        </p:grpSpPr>
        <p:sp>
          <p:nvSpPr>
            <p:cNvPr id="6" name="TextBox 5"/>
            <p:cNvSpPr txBox="1"/>
            <p:nvPr/>
          </p:nvSpPr>
          <p:spPr>
            <a:xfrm>
              <a:off x="97566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1</a:t>
              </a:r>
            </a:p>
          </p:txBody>
        </p:sp>
        <p:grpSp>
          <p:nvGrpSpPr>
            <p:cNvPr id="7" name="图标 checklis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8" name="Freeform 7"/>
              <p:cNvSpPr/>
              <p:nvPr/>
            </p:nvSpPr>
            <p:spPr>
              <a:xfrm>
                <a:off x="1599743" y="2212848"/>
                <a:ext cx="137160" cy="182880"/>
              </a:xfrm>
              <a:custGeom>
                <a:avLst/>
                <a:gdLst/>
                <a:ahLst/>
                <a:cxnLst/>
                <a:rect l="l" t="t" r="r" b="b"/>
                <a:pathLst>
                  <a:path w="137160" h="182880">
                    <a:moveTo>
                      <a:pt x="52749" y="182880"/>
                    </a:moveTo>
                    <a:lnTo>
                      <a:pt x="22860" y="182880"/>
                    </a:lnTo>
                    <a:lnTo>
                      <a:pt x="18253" y="182416"/>
                    </a:lnTo>
                    <a:lnTo>
                      <a:pt x="13962" y="181084"/>
                    </a:lnTo>
                    <a:lnTo>
                      <a:pt x="10079" y="178976"/>
                    </a:lnTo>
                    <a:lnTo>
                      <a:pt x="6695" y="176184"/>
                    </a:lnTo>
                    <a:lnTo>
                      <a:pt x="3904" y="172801"/>
                    </a:lnTo>
                    <a:lnTo>
                      <a:pt x="1796" y="168918"/>
                    </a:lnTo>
                    <a:lnTo>
                      <a:pt x="464" y="164627"/>
                    </a:lnTo>
                    <a:lnTo>
                      <a:pt x="0" y="160020"/>
                    </a:lnTo>
                    <a:lnTo>
                      <a:pt x="0" y="22860"/>
                    </a:lnTo>
                    <a:lnTo>
                      <a:pt x="464" y="18253"/>
                    </a:lnTo>
                    <a:lnTo>
                      <a:pt x="1796" y="13962"/>
                    </a:lnTo>
                    <a:lnTo>
                      <a:pt x="3904" y="10079"/>
                    </a:lnTo>
                    <a:lnTo>
                      <a:pt x="6695" y="6696"/>
                    </a:lnTo>
                    <a:lnTo>
                      <a:pt x="10079" y="3904"/>
                    </a:lnTo>
                    <a:lnTo>
                      <a:pt x="13962" y="1796"/>
                    </a:lnTo>
                    <a:lnTo>
                      <a:pt x="18253" y="464"/>
                    </a:lnTo>
                    <a:lnTo>
                      <a:pt x="22860" y="0"/>
                    </a:lnTo>
                    <a:lnTo>
                      <a:pt x="114300" y="0"/>
                    </a:lnTo>
                    <a:lnTo>
                      <a:pt x="118907" y="464"/>
                    </a:lnTo>
                    <a:lnTo>
                      <a:pt x="123198" y="1796"/>
                    </a:lnTo>
                    <a:lnTo>
                      <a:pt x="127081" y="3904"/>
                    </a:lnTo>
                    <a:lnTo>
                      <a:pt x="130464" y="6696"/>
                    </a:lnTo>
                    <a:lnTo>
                      <a:pt x="133256" y="10079"/>
                    </a:lnTo>
                    <a:lnTo>
                      <a:pt x="135363" y="13962"/>
                    </a:lnTo>
                    <a:lnTo>
                      <a:pt x="136695" y="18253"/>
                    </a:lnTo>
                    <a:lnTo>
                      <a:pt x="137160" y="22860"/>
                    </a:lnTo>
                    <a:lnTo>
                      <a:pt x="137160" y="11430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" name="Freeform 8"/>
              <p:cNvSpPr/>
              <p:nvPr/>
            </p:nvSpPr>
            <p:spPr>
              <a:xfrm>
                <a:off x="170261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22860"/>
                    </a:moveTo>
                    <a:lnTo>
                      <a:pt x="22860" y="4572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" name="Freeform 9"/>
              <p:cNvSpPr/>
              <p:nvPr/>
            </p:nvSpPr>
            <p:spPr>
              <a:xfrm>
                <a:off x="1645463" y="225856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" name="Freeform 10"/>
              <p:cNvSpPr/>
              <p:nvPr/>
            </p:nvSpPr>
            <p:spPr>
              <a:xfrm>
                <a:off x="1645463" y="230428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" name="Oval 11"/>
            <p:cNvSpPr/>
            <p:nvPr/>
          </p:nvSpPr>
          <p:spPr>
            <a:xfrm>
              <a:off x="98480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97566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今天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7566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核实余位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75665" y="3767328"/>
              <a:ext cx="224028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计调核实余位，有变化第一时间告诉您。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0" y="0"/>
            <a:ext cx="5913425" cy="4681728"/>
            <a:chOff x="0" y="0"/>
            <a:chExt cx="5913425" cy="4681728"/>
          </a:xfrm>
        </p:grpSpPr>
        <p:sp>
          <p:nvSpPr>
            <p:cNvPr id="17" name="TextBox 16"/>
            <p:cNvSpPr txBox="1"/>
            <p:nvPr/>
          </p:nvSpPr>
          <p:spPr>
            <a:xfrm>
              <a:off x="358170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2</a:t>
              </a:r>
            </a:p>
          </p:txBody>
        </p:sp>
        <p:grpSp>
          <p:nvGrpSpPr>
            <p:cNvPr id="18" name="图标 contract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19" name="Freeform 18"/>
              <p:cNvSpPr/>
              <p:nvPr/>
            </p:nvSpPr>
            <p:spPr>
              <a:xfrm>
                <a:off x="4182923" y="2361438"/>
                <a:ext cx="62865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2865" h="45720">
                    <a:moveTo>
                      <a:pt x="57150" y="45720"/>
                    </a:moveTo>
                    <a:lnTo>
                      <a:pt x="34290" y="45720"/>
                    </a:lnTo>
                    <a:lnTo>
                      <a:pt x="27379" y="45023"/>
                    </a:lnTo>
                    <a:lnTo>
                      <a:pt x="20942" y="43026"/>
                    </a:lnTo>
                    <a:lnTo>
                      <a:pt x="15117" y="39864"/>
                    </a:lnTo>
                    <a:lnTo>
                      <a:pt x="10042" y="35677"/>
                    </a:lnTo>
                    <a:lnTo>
                      <a:pt x="5856" y="30603"/>
                    </a:lnTo>
                    <a:lnTo>
                      <a:pt x="2694" y="24778"/>
                    </a:lnTo>
                    <a:lnTo>
                      <a:pt x="696" y="18341"/>
                    </a:lnTo>
                    <a:lnTo>
                      <a:pt x="0" y="11430"/>
                    </a:lnTo>
                    <a:lnTo>
                      <a:pt x="0" y="0"/>
                    </a:lnTo>
                    <a:lnTo>
                      <a:pt x="62865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0" name="Freeform 19"/>
              <p:cNvSpPr/>
              <p:nvPr/>
            </p:nvSpPr>
            <p:spPr>
              <a:xfrm>
                <a:off x="4342943" y="2201418"/>
                <a:ext cx="4572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62865">
                    <a:moveTo>
                      <a:pt x="0" y="62865"/>
                    </a:moveTo>
                    <a:lnTo>
                      <a:pt x="0" y="22860"/>
                    </a:lnTo>
                    <a:lnTo>
                      <a:pt x="464" y="18251"/>
                    </a:lnTo>
                    <a:lnTo>
                      <a:pt x="1796" y="13960"/>
                    </a:lnTo>
                    <a:lnTo>
                      <a:pt x="3903" y="10077"/>
                    </a:lnTo>
                    <a:lnTo>
                      <a:pt x="6693" y="6694"/>
                    </a:lnTo>
                    <a:lnTo>
                      <a:pt x="10076" y="3903"/>
                    </a:lnTo>
                    <a:lnTo>
                      <a:pt x="13960" y="1796"/>
                    </a:lnTo>
                    <a:lnTo>
                      <a:pt x="18251" y="464"/>
                    </a:lnTo>
                    <a:lnTo>
                      <a:pt x="22860" y="0"/>
                    </a:lnTo>
                    <a:lnTo>
                      <a:pt x="27468" y="464"/>
                    </a:lnTo>
                    <a:lnTo>
                      <a:pt x="31760" y="1796"/>
                    </a:lnTo>
                    <a:lnTo>
                      <a:pt x="35643" y="3903"/>
                    </a:lnTo>
                    <a:lnTo>
                      <a:pt x="39026" y="6694"/>
                    </a:lnTo>
                    <a:lnTo>
                      <a:pt x="41817" y="10077"/>
                    </a:lnTo>
                    <a:lnTo>
                      <a:pt x="43924" y="13960"/>
                    </a:lnTo>
                    <a:lnTo>
                      <a:pt x="45256" y="18251"/>
                    </a:lnTo>
                    <a:lnTo>
                      <a:pt x="45720" y="22860"/>
                    </a:lnTo>
                    <a:lnTo>
                      <a:pt x="45256" y="27469"/>
                    </a:lnTo>
                    <a:lnTo>
                      <a:pt x="43924" y="31760"/>
                    </a:lnTo>
                    <a:lnTo>
                      <a:pt x="41817" y="35643"/>
                    </a:lnTo>
                    <a:lnTo>
                      <a:pt x="39026" y="39026"/>
                    </a:lnTo>
                    <a:lnTo>
                      <a:pt x="35643" y="41817"/>
                    </a:lnTo>
                    <a:lnTo>
                      <a:pt x="31760" y="43924"/>
                    </a:lnTo>
                    <a:lnTo>
                      <a:pt x="27468" y="45256"/>
                    </a:lnTo>
                    <a:lnTo>
                      <a:pt x="22860" y="45720"/>
                    </a:lnTo>
                    <a:lnTo>
                      <a:pt x="0" y="457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1" name="Freeform 20"/>
              <p:cNvSpPr/>
              <p:nvPr/>
            </p:nvSpPr>
            <p:spPr>
              <a:xfrm>
                <a:off x="4205783" y="2201418"/>
                <a:ext cx="16002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60020" h="160020">
                    <a:moveTo>
                      <a:pt x="160020" y="0"/>
                    </a:moveTo>
                    <a:lnTo>
                      <a:pt x="34290" y="0"/>
                    </a:lnTo>
                    <a:lnTo>
                      <a:pt x="27379" y="697"/>
                    </a:lnTo>
                    <a:lnTo>
                      <a:pt x="20942" y="2694"/>
                    </a:lnTo>
                    <a:lnTo>
                      <a:pt x="15117" y="5856"/>
                    </a:lnTo>
                    <a:lnTo>
                      <a:pt x="10042" y="10043"/>
                    </a:lnTo>
                    <a:lnTo>
                      <a:pt x="5856" y="15117"/>
                    </a:lnTo>
                    <a:lnTo>
                      <a:pt x="2694" y="20942"/>
                    </a:lnTo>
                    <a:lnTo>
                      <a:pt x="696" y="27379"/>
                    </a:lnTo>
                    <a:lnTo>
                      <a:pt x="0" y="34290"/>
                    </a:lnTo>
                    <a:lnTo>
                      <a:pt x="0" y="16002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2" name="Freeform 21"/>
              <p:cNvSpPr/>
              <p:nvPr/>
            </p:nvSpPr>
            <p:spPr>
              <a:xfrm>
                <a:off x="4251503" y="224713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3" name="Freeform 22"/>
              <p:cNvSpPr/>
              <p:nvPr/>
            </p:nvSpPr>
            <p:spPr>
              <a:xfrm>
                <a:off x="4251503" y="2292858"/>
                <a:ext cx="457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45720" h="0">
                    <a:moveTo>
                      <a:pt x="0" y="0"/>
                    </a:moveTo>
                    <a:lnTo>
                      <a:pt x="4572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4" name="Freeform 23"/>
              <p:cNvSpPr/>
              <p:nvPr/>
            </p:nvSpPr>
            <p:spPr>
              <a:xfrm>
                <a:off x="4285793" y="2304231"/>
                <a:ext cx="114357" cy="114357"/>
              </a:xfrm>
              <a:custGeom>
                <a:avLst/>
                <a:gdLst/>
                <a:ahLst/>
                <a:cxnLst/>
                <a:rect l="l" t="t" r="r" b="b"/>
                <a:pathLst>
                  <a:path w="114357" h="114357">
                    <a:moveTo>
                      <a:pt x="73380" y="7029"/>
                    </a:moveTo>
                    <a:lnTo>
                      <a:pt x="77146" y="3954"/>
                    </a:lnTo>
                    <a:lnTo>
                      <a:pt x="81321" y="1757"/>
                    </a:lnTo>
                    <a:lnTo>
                      <a:pt x="85769" y="439"/>
                    </a:lnTo>
                    <a:lnTo>
                      <a:pt x="90354" y="0"/>
                    </a:lnTo>
                    <a:lnTo>
                      <a:pt x="94939" y="439"/>
                    </a:lnTo>
                    <a:lnTo>
                      <a:pt x="99387" y="1757"/>
                    </a:lnTo>
                    <a:lnTo>
                      <a:pt x="103562" y="3954"/>
                    </a:lnTo>
                    <a:lnTo>
                      <a:pt x="107327" y="7029"/>
                    </a:lnTo>
                    <a:lnTo>
                      <a:pt x="110403" y="10795"/>
                    </a:lnTo>
                    <a:lnTo>
                      <a:pt x="112600" y="14970"/>
                    </a:lnTo>
                    <a:lnTo>
                      <a:pt x="113918" y="19418"/>
                    </a:lnTo>
                    <a:lnTo>
                      <a:pt x="114357" y="24003"/>
                    </a:lnTo>
                    <a:lnTo>
                      <a:pt x="113918" y="28588"/>
                    </a:lnTo>
                    <a:lnTo>
                      <a:pt x="112600" y="33036"/>
                    </a:lnTo>
                    <a:lnTo>
                      <a:pt x="110403" y="37211"/>
                    </a:lnTo>
                    <a:lnTo>
                      <a:pt x="107327" y="40976"/>
                    </a:lnTo>
                    <a:lnTo>
                      <a:pt x="34290" y="114357"/>
                    </a:lnTo>
                    <a:lnTo>
                      <a:pt x="0" y="114357"/>
                    </a:lnTo>
                    <a:lnTo>
                      <a:pt x="0" y="80067"/>
                    </a:lnTo>
                    <a:lnTo>
                      <a:pt x="73380" y="7029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25" name="Oval 24"/>
            <p:cNvSpPr/>
            <p:nvPr/>
          </p:nvSpPr>
          <p:spPr>
            <a:xfrm>
              <a:off x="359084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358170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1 个工作日内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8170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3581705" y="3767328"/>
              <a:ext cx="224028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电子合同发到您的手机。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0" y="0"/>
            <a:ext cx="8519465" cy="4681728"/>
            <a:chOff x="0" y="0"/>
            <a:chExt cx="8519465" cy="4681728"/>
          </a:xfrm>
        </p:grpSpPr>
        <p:sp>
          <p:nvSpPr>
            <p:cNvPr id="30" name="TextBox 29"/>
            <p:cNvSpPr txBox="1"/>
            <p:nvPr/>
          </p:nvSpPr>
          <p:spPr>
            <a:xfrm>
              <a:off x="618774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3</a:t>
              </a:r>
            </a:p>
          </p:txBody>
        </p:sp>
        <p:grpSp>
          <p:nvGrpSpPr>
            <p:cNvPr id="31" name="图标 credit_car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32" name="Freeform 31"/>
              <p:cNvSpPr/>
              <p:nvPr/>
            </p:nvSpPr>
            <p:spPr>
              <a:xfrm>
                <a:off x="6788963" y="2224278"/>
                <a:ext cx="20574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160020">
                    <a:moveTo>
                      <a:pt x="0" y="34290"/>
                    </a:moveTo>
                    <a:lnTo>
                      <a:pt x="696" y="27379"/>
                    </a:lnTo>
                    <a:lnTo>
                      <a:pt x="2694" y="20942"/>
                    </a:lnTo>
                    <a:lnTo>
                      <a:pt x="5856" y="15117"/>
                    </a:lnTo>
                    <a:lnTo>
                      <a:pt x="10042" y="10043"/>
                    </a:lnTo>
                    <a:lnTo>
                      <a:pt x="15117" y="5856"/>
                    </a:lnTo>
                    <a:lnTo>
                      <a:pt x="20942" y="2694"/>
                    </a:lnTo>
                    <a:lnTo>
                      <a:pt x="27379" y="697"/>
                    </a:lnTo>
                    <a:lnTo>
                      <a:pt x="34290" y="0"/>
                    </a:lnTo>
                    <a:lnTo>
                      <a:pt x="171450" y="0"/>
                    </a:lnTo>
                    <a:lnTo>
                      <a:pt x="178361" y="697"/>
                    </a:lnTo>
                    <a:lnTo>
                      <a:pt x="184798" y="2694"/>
                    </a:lnTo>
                    <a:lnTo>
                      <a:pt x="190622" y="5856"/>
                    </a:lnTo>
                    <a:lnTo>
                      <a:pt x="195697" y="10043"/>
                    </a:lnTo>
                    <a:lnTo>
                      <a:pt x="199884" y="15117"/>
                    </a:lnTo>
                    <a:lnTo>
                      <a:pt x="203045" y="20942"/>
                    </a:lnTo>
                    <a:lnTo>
                      <a:pt x="205043" y="27379"/>
                    </a:lnTo>
                    <a:lnTo>
                      <a:pt x="205740" y="34290"/>
                    </a:lnTo>
                    <a:lnTo>
                      <a:pt x="205740" y="125730"/>
                    </a:lnTo>
                    <a:lnTo>
                      <a:pt x="205043" y="132641"/>
                    </a:lnTo>
                    <a:lnTo>
                      <a:pt x="203045" y="139078"/>
                    </a:lnTo>
                    <a:lnTo>
                      <a:pt x="199884" y="144903"/>
                    </a:lnTo>
                    <a:lnTo>
                      <a:pt x="195697" y="149977"/>
                    </a:lnTo>
                    <a:lnTo>
                      <a:pt x="190622" y="154164"/>
                    </a:lnTo>
                    <a:lnTo>
                      <a:pt x="184798" y="157326"/>
                    </a:lnTo>
                    <a:lnTo>
                      <a:pt x="178361" y="159323"/>
                    </a:lnTo>
                    <a:lnTo>
                      <a:pt x="171450" y="160020"/>
                    </a:lnTo>
                    <a:lnTo>
                      <a:pt x="34290" y="160020"/>
                    </a:lnTo>
                    <a:lnTo>
                      <a:pt x="27379" y="159323"/>
                    </a:lnTo>
                    <a:lnTo>
                      <a:pt x="20942" y="157326"/>
                    </a:lnTo>
                    <a:lnTo>
                      <a:pt x="15117" y="154164"/>
                    </a:lnTo>
                    <a:lnTo>
                      <a:pt x="10042" y="149977"/>
                    </a:lnTo>
                    <a:lnTo>
                      <a:pt x="5856" y="144903"/>
                    </a:lnTo>
                    <a:lnTo>
                      <a:pt x="2694" y="139078"/>
                    </a:lnTo>
                    <a:lnTo>
                      <a:pt x="696" y="132641"/>
                    </a:lnTo>
                    <a:lnTo>
                      <a:pt x="0" y="125730"/>
                    </a:lnTo>
                    <a:lnTo>
                      <a:pt x="0" y="3429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3" name="Freeform 32"/>
              <p:cNvSpPr/>
              <p:nvPr/>
            </p:nvSpPr>
            <p:spPr>
              <a:xfrm>
                <a:off x="6788963" y="2281428"/>
                <a:ext cx="20574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05740" h="0">
                    <a:moveTo>
                      <a:pt x="0" y="0"/>
                    </a:moveTo>
                    <a:lnTo>
                      <a:pt x="20574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4" name="Freeform 33"/>
              <p:cNvSpPr/>
              <p:nvPr/>
            </p:nvSpPr>
            <p:spPr>
              <a:xfrm>
                <a:off x="6834683" y="2338578"/>
                <a:ext cx="11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14" h="0">
                    <a:moveTo>
                      <a:pt x="0" y="0"/>
                    </a:moveTo>
                    <a:lnTo>
                      <a:pt x="114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35" name="Freeform 34"/>
              <p:cNvSpPr/>
              <p:nvPr/>
            </p:nvSpPr>
            <p:spPr>
              <a:xfrm>
                <a:off x="6880403" y="2338578"/>
                <a:ext cx="228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2860" h="0">
                    <a:moveTo>
                      <a:pt x="0" y="0"/>
                    </a:moveTo>
                    <a:lnTo>
                      <a:pt x="2286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36" name="Oval 35"/>
            <p:cNvSpPr/>
            <p:nvPr/>
          </p:nvSpPr>
          <p:spPr>
            <a:xfrm>
              <a:off x="619688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618774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签约时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618774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付款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6187745" y="3767328"/>
              <a:ext cx="224028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预付款 1,560 元（20%），</a:t>
              </a:r>
            </a:p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尾款 6,240 元 于</a:t>
              </a:r>
            </a:p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4月12日前付清。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0" y="0"/>
            <a:ext cx="11125505" cy="4681728"/>
            <a:chOff x="0" y="0"/>
            <a:chExt cx="11125505" cy="4681728"/>
          </a:xfrm>
        </p:grpSpPr>
        <p:sp>
          <p:nvSpPr>
            <p:cNvPr id="41" name="TextBox 40"/>
            <p:cNvSpPr txBox="1"/>
            <p:nvPr/>
          </p:nvSpPr>
          <p:spPr>
            <a:xfrm>
              <a:off x="8793785" y="2057400"/>
              <a:ext cx="548640" cy="54864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00000"/>
                </a:lnSpc>
                <a:spcAft>
                  <a:spcPts val="0"/>
                </a:spcAft>
              </a:pPr>
              <a:r>
                <a:rPr sz="3000" b="1">
                  <a:solidFill>
                    <a:srgbClr val="D9531E"/>
                  </a:solidFill>
                  <a:latin typeface="Noto Serif CJK SC"/>
                  <a:ea typeface="Noto Serif CJK SC"/>
                  <a:cs typeface="Noto Serif CJK SC"/>
                </a:rPr>
                <a:t>4</a:t>
              </a:r>
            </a:p>
          </p:txBody>
        </p:sp>
        <p:grpSp>
          <p:nvGrpSpPr>
            <p:cNvPr id="42" name="图标 bell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43" name="Freeform 42"/>
              <p:cNvSpPr/>
              <p:nvPr/>
            </p:nvSpPr>
            <p:spPr>
              <a:xfrm>
                <a:off x="9406433" y="2201418"/>
                <a:ext cx="182880" cy="160020"/>
              </a:xfrm>
              <a:custGeom>
                <a:avLst/>
                <a:gdLst/>
                <a:ahLst/>
                <a:cxnLst/>
                <a:rect l="l" t="t" r="r" b="b"/>
                <a:pathLst>
                  <a:path w="182880" h="160020">
                    <a:moveTo>
                      <a:pt x="68580" y="22860"/>
                    </a:moveTo>
                    <a:lnTo>
                      <a:pt x="69044" y="18253"/>
                    </a:lnTo>
                    <a:lnTo>
                      <a:pt x="70376" y="13962"/>
                    </a:lnTo>
                    <a:lnTo>
                      <a:pt x="72484" y="10079"/>
                    </a:lnTo>
                    <a:lnTo>
                      <a:pt x="75275" y="6696"/>
                    </a:lnTo>
                    <a:lnTo>
                      <a:pt x="78659" y="3904"/>
                    </a:lnTo>
                    <a:lnTo>
                      <a:pt x="82542" y="1796"/>
                    </a:lnTo>
                    <a:lnTo>
                      <a:pt x="86833" y="464"/>
                    </a:lnTo>
                    <a:lnTo>
                      <a:pt x="91440" y="0"/>
                    </a:lnTo>
                    <a:lnTo>
                      <a:pt x="96047" y="464"/>
                    </a:lnTo>
                    <a:lnTo>
                      <a:pt x="100338" y="1796"/>
                    </a:lnTo>
                    <a:lnTo>
                      <a:pt x="104221" y="3904"/>
                    </a:lnTo>
                    <a:lnTo>
                      <a:pt x="107604" y="6696"/>
                    </a:lnTo>
                    <a:lnTo>
                      <a:pt x="110396" y="10079"/>
                    </a:lnTo>
                    <a:lnTo>
                      <a:pt x="112503" y="13962"/>
                    </a:lnTo>
                    <a:lnTo>
                      <a:pt x="113835" y="18253"/>
                    </a:lnTo>
                    <a:lnTo>
                      <a:pt x="114300" y="22860"/>
                    </a:lnTo>
                    <a:lnTo>
                      <a:pt x="123887" y="28226"/>
                    </a:lnTo>
                    <a:lnTo>
                      <a:pt x="132533" y="34755"/>
                    </a:lnTo>
                    <a:lnTo>
                      <a:pt x="140155" y="42324"/>
                    </a:lnTo>
                    <a:lnTo>
                      <a:pt x="146670" y="50810"/>
                    </a:lnTo>
                    <a:lnTo>
                      <a:pt x="151997" y="60088"/>
                    </a:lnTo>
                    <a:lnTo>
                      <a:pt x="156052" y="70034"/>
                    </a:lnTo>
                    <a:lnTo>
                      <a:pt x="158754" y="80526"/>
                    </a:lnTo>
                    <a:lnTo>
                      <a:pt x="160020" y="91440"/>
                    </a:lnTo>
                    <a:lnTo>
                      <a:pt x="160020" y="125730"/>
                    </a:lnTo>
                    <a:lnTo>
                      <a:pt x="160985" y="131048"/>
                    </a:lnTo>
                    <a:lnTo>
                      <a:pt x="162551" y="136162"/>
                    </a:lnTo>
                    <a:lnTo>
                      <a:pt x="164689" y="141026"/>
                    </a:lnTo>
                    <a:lnTo>
                      <a:pt x="167367" y="145597"/>
                    </a:lnTo>
                    <a:lnTo>
                      <a:pt x="170556" y="149827"/>
                    </a:lnTo>
                    <a:lnTo>
                      <a:pt x="174224" y="153671"/>
                    </a:lnTo>
                    <a:lnTo>
                      <a:pt x="178342" y="157084"/>
                    </a:lnTo>
                    <a:lnTo>
                      <a:pt x="182880" y="160020"/>
                    </a:lnTo>
                    <a:lnTo>
                      <a:pt x="0" y="160020"/>
                    </a:lnTo>
                    <a:lnTo>
                      <a:pt x="4537" y="157084"/>
                    </a:lnTo>
                    <a:lnTo>
                      <a:pt x="8655" y="153671"/>
                    </a:lnTo>
                    <a:lnTo>
                      <a:pt x="12324" y="149827"/>
                    </a:lnTo>
                    <a:lnTo>
                      <a:pt x="15512" y="145597"/>
                    </a:lnTo>
                    <a:lnTo>
                      <a:pt x="18191" y="141026"/>
                    </a:lnTo>
                    <a:lnTo>
                      <a:pt x="20328" y="136162"/>
                    </a:lnTo>
                    <a:lnTo>
                      <a:pt x="21895" y="131048"/>
                    </a:lnTo>
                    <a:lnTo>
                      <a:pt x="22860" y="125730"/>
                    </a:lnTo>
                    <a:lnTo>
                      <a:pt x="22860" y="91440"/>
                    </a:lnTo>
                    <a:lnTo>
                      <a:pt x="24126" y="80526"/>
                    </a:lnTo>
                    <a:lnTo>
                      <a:pt x="26827" y="70034"/>
                    </a:lnTo>
                    <a:lnTo>
                      <a:pt x="30883" y="60088"/>
                    </a:lnTo>
                    <a:lnTo>
                      <a:pt x="36209" y="50810"/>
                    </a:lnTo>
                    <a:lnTo>
                      <a:pt x="42725" y="42324"/>
                    </a:lnTo>
                    <a:lnTo>
                      <a:pt x="50347" y="34755"/>
                    </a:lnTo>
                    <a:lnTo>
                      <a:pt x="58993" y="28226"/>
                    </a:lnTo>
                    <a:lnTo>
                      <a:pt x="68580" y="2286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4" name="Freeform 43"/>
              <p:cNvSpPr/>
              <p:nvPr/>
            </p:nvSpPr>
            <p:spPr>
              <a:xfrm>
                <a:off x="9463583" y="2361438"/>
                <a:ext cx="68580" cy="45720"/>
              </a:xfrm>
              <a:custGeom>
                <a:avLst/>
                <a:gdLst/>
                <a:ahLst/>
                <a:cxnLst/>
                <a:rect l="l" t="t" r="r" b="b"/>
                <a:pathLst>
                  <a:path w="68580" h="45720">
                    <a:moveTo>
                      <a:pt x="0" y="0"/>
                    </a:moveTo>
                    <a:lnTo>
                      <a:pt x="0" y="11430"/>
                    </a:lnTo>
                    <a:lnTo>
                      <a:pt x="696" y="18341"/>
                    </a:lnTo>
                    <a:lnTo>
                      <a:pt x="2694" y="24777"/>
                    </a:lnTo>
                    <a:lnTo>
                      <a:pt x="5856" y="30602"/>
                    </a:lnTo>
                    <a:lnTo>
                      <a:pt x="10043" y="35677"/>
                    </a:lnTo>
                    <a:lnTo>
                      <a:pt x="15118" y="39864"/>
                    </a:lnTo>
                    <a:lnTo>
                      <a:pt x="20943" y="43025"/>
                    </a:lnTo>
                    <a:lnTo>
                      <a:pt x="27379" y="45023"/>
                    </a:lnTo>
                    <a:lnTo>
                      <a:pt x="34290" y="45720"/>
                    </a:lnTo>
                    <a:lnTo>
                      <a:pt x="41200" y="45023"/>
                    </a:lnTo>
                    <a:lnTo>
                      <a:pt x="47637" y="43025"/>
                    </a:lnTo>
                    <a:lnTo>
                      <a:pt x="53462" y="39864"/>
                    </a:lnTo>
                    <a:lnTo>
                      <a:pt x="58536" y="35677"/>
                    </a:lnTo>
                    <a:lnTo>
                      <a:pt x="62724" y="30602"/>
                    </a:lnTo>
                    <a:lnTo>
                      <a:pt x="65885" y="24777"/>
                    </a:lnTo>
                    <a:lnTo>
                      <a:pt x="67883" y="18341"/>
                    </a:lnTo>
                    <a:lnTo>
                      <a:pt x="68580" y="11430"/>
                    </a:lnTo>
                    <a:lnTo>
                      <a:pt x="68580" y="0"/>
                    </a:lnTo>
                  </a:path>
                </a:pathLst>
              </a:custGeom>
              <a:noFill/>
              <a:ln w="18287" cap="rnd">
                <a:solidFill>
                  <a:srgbClr val="1E2326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45" name="Oval 44"/>
            <p:cNvSpPr/>
            <p:nvPr/>
          </p:nvSpPr>
          <p:spPr>
            <a:xfrm>
              <a:off x="8802929" y="2862072"/>
              <a:ext cx="128016" cy="128016"/>
            </a:xfrm>
            <a:prstGeom prst="ellipse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8793785" y="3072384"/>
              <a:ext cx="2331720" cy="256032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200" b="1">
                  <a:solidFill>
                    <a:srgbClr val="5E6F6B"/>
                  </a:solidFill>
                  <a:latin typeface="Noto Sans CJK SC"/>
                  <a:ea typeface="Noto Sans CJK SC"/>
                  <a:cs typeface="Noto Sans CJK SC"/>
                </a:rPr>
                <a:t>出发前 3 天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8793785" y="3401568"/>
              <a:ext cx="2331720" cy="329184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600" b="1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出团通知书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8793785" y="3767328"/>
              <a:ext cx="2240280" cy="914400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5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写明集合信息和紧急联系人。</a:t>
              </a:r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975665" y="4846320"/>
            <a:ext cx="10240365" cy="0"/>
          </a:xfrm>
          <a:prstGeom prst="line">
            <a:avLst/>
          </a:prstGeom>
          <a:ln w="9525">
            <a:solidFill>
              <a:srgbClr val="D5DAD6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975665" y="5010912"/>
            <a:ext cx="1554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1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出行须知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0" y="0"/>
            <a:ext cx="11180369" cy="5303520"/>
            <a:chOff x="0" y="0"/>
            <a:chExt cx="11180369" cy="5303520"/>
          </a:xfrm>
        </p:grpSpPr>
        <p:grpSp>
          <p:nvGrpSpPr>
            <p:cNvPr id="52" name="图标 sun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53" name="Freeform 52"/>
              <p:cNvSpPr/>
              <p:nvPr/>
            </p:nvSpPr>
            <p:spPr>
              <a:xfrm>
                <a:off x="2780081" y="5096256"/>
                <a:ext cx="67056" cy="67056"/>
              </a:xfrm>
              <a:custGeom>
                <a:avLst/>
                <a:gdLst/>
                <a:ahLst/>
                <a:cxnLst/>
                <a:rect l="l" t="t" r="r" b="b"/>
                <a:pathLst>
                  <a:path w="67056" h="67056">
                    <a:moveTo>
                      <a:pt x="0" y="33528"/>
                    </a:moveTo>
                    <a:lnTo>
                      <a:pt x="681" y="40285"/>
                    </a:lnTo>
                    <a:lnTo>
                      <a:pt x="2635" y="46579"/>
                    </a:lnTo>
                    <a:lnTo>
                      <a:pt x="5726" y="52274"/>
                    </a:lnTo>
                    <a:lnTo>
                      <a:pt x="9820" y="57236"/>
                    </a:lnTo>
                    <a:lnTo>
                      <a:pt x="14782" y="61330"/>
                    </a:lnTo>
                    <a:lnTo>
                      <a:pt x="20477" y="64421"/>
                    </a:lnTo>
                    <a:lnTo>
                      <a:pt x="26771" y="66375"/>
                    </a:lnTo>
                    <a:lnTo>
                      <a:pt x="33528" y="67056"/>
                    </a:lnTo>
                    <a:lnTo>
                      <a:pt x="40285" y="66375"/>
                    </a:lnTo>
                    <a:lnTo>
                      <a:pt x="46578" y="64421"/>
                    </a:lnTo>
                    <a:lnTo>
                      <a:pt x="52274" y="61330"/>
                    </a:lnTo>
                    <a:lnTo>
                      <a:pt x="57236" y="57236"/>
                    </a:lnTo>
                    <a:lnTo>
                      <a:pt x="61330" y="52274"/>
                    </a:lnTo>
                    <a:lnTo>
                      <a:pt x="64421" y="46579"/>
                    </a:lnTo>
                    <a:lnTo>
                      <a:pt x="66375" y="40285"/>
                    </a:lnTo>
                    <a:lnTo>
                      <a:pt x="67056" y="33528"/>
                    </a:lnTo>
                    <a:lnTo>
                      <a:pt x="66375" y="26771"/>
                    </a:lnTo>
                    <a:lnTo>
                      <a:pt x="64421" y="20477"/>
                    </a:lnTo>
                    <a:lnTo>
                      <a:pt x="61330" y="14782"/>
                    </a:lnTo>
                    <a:lnTo>
                      <a:pt x="57236" y="9820"/>
                    </a:lnTo>
                    <a:lnTo>
                      <a:pt x="52274" y="5726"/>
                    </a:lnTo>
                    <a:lnTo>
                      <a:pt x="46578" y="2635"/>
                    </a:lnTo>
                    <a:lnTo>
                      <a:pt x="40285" y="681"/>
                    </a:lnTo>
                    <a:lnTo>
                      <a:pt x="33528" y="0"/>
                    </a:lnTo>
                    <a:lnTo>
                      <a:pt x="26771" y="681"/>
                    </a:lnTo>
                    <a:lnTo>
                      <a:pt x="20477" y="2635"/>
                    </a:lnTo>
                    <a:lnTo>
                      <a:pt x="14782" y="5726"/>
                    </a:lnTo>
                    <a:lnTo>
                      <a:pt x="9820" y="9820"/>
                    </a:lnTo>
                    <a:lnTo>
                      <a:pt x="5726" y="14782"/>
                    </a:lnTo>
                    <a:lnTo>
                      <a:pt x="2635" y="20477"/>
                    </a:lnTo>
                    <a:lnTo>
                      <a:pt x="681" y="26771"/>
                    </a:ln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4" name="Freeform 53"/>
              <p:cNvSpPr/>
              <p:nvPr/>
            </p:nvSpPr>
            <p:spPr>
              <a:xfrm>
                <a:off x="2738171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5" name="Freeform 54"/>
              <p:cNvSpPr/>
              <p:nvPr/>
            </p:nvSpPr>
            <p:spPr>
              <a:xfrm>
                <a:off x="2813609" y="5054346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6" name="Freeform 55"/>
              <p:cNvSpPr/>
              <p:nvPr/>
            </p:nvSpPr>
            <p:spPr>
              <a:xfrm>
                <a:off x="2880665" y="5129784"/>
                <a:ext cx="8382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" h="0">
                    <a:moveTo>
                      <a:pt x="0" y="0"/>
                    </a:moveTo>
                    <a:lnTo>
                      <a:pt x="8382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7" name="Freeform 56"/>
              <p:cNvSpPr/>
              <p:nvPr/>
            </p:nvSpPr>
            <p:spPr>
              <a:xfrm>
                <a:off x="2813609" y="5196840"/>
                <a:ext cx="0" cy="8382"/>
              </a:xfrm>
              <a:custGeom>
                <a:avLst/>
                <a:gdLst/>
                <a:ahLst/>
                <a:cxnLst/>
                <a:rect l="l" t="t" r="r" b="b"/>
                <a:pathLst>
                  <a:path w="0" h="8382">
                    <a:moveTo>
                      <a:pt x="0" y="0"/>
                    </a:moveTo>
                    <a:lnTo>
                      <a:pt x="0" y="8382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8" name="Freeform 57"/>
              <p:cNvSpPr/>
              <p:nvPr/>
            </p:nvSpPr>
            <p:spPr>
              <a:xfrm>
                <a:off x="2759964" y="5076139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0" y="0"/>
                    </a:moveTo>
                    <a:lnTo>
                      <a:pt x="5867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9" name="Freeform 58"/>
              <p:cNvSpPr/>
              <p:nvPr/>
            </p:nvSpPr>
            <p:spPr>
              <a:xfrm>
                <a:off x="2861386" y="5076139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5868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0" name="Freeform 59"/>
              <p:cNvSpPr/>
              <p:nvPr/>
            </p:nvSpPr>
            <p:spPr>
              <a:xfrm>
                <a:off x="2861386" y="5177561"/>
                <a:ext cx="5868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8" h="5868">
                    <a:moveTo>
                      <a:pt x="0" y="0"/>
                    </a:moveTo>
                    <a:lnTo>
                      <a:pt x="5868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1" name="Freeform 60"/>
              <p:cNvSpPr/>
              <p:nvPr/>
            </p:nvSpPr>
            <p:spPr>
              <a:xfrm>
                <a:off x="2759964" y="5177561"/>
                <a:ext cx="5867" cy="5868"/>
              </a:xfrm>
              <a:custGeom>
                <a:avLst/>
                <a:gdLst/>
                <a:ahLst/>
                <a:cxnLst/>
                <a:rect l="l" t="t" r="r" b="b"/>
                <a:pathLst>
                  <a:path w="5867" h="5868">
                    <a:moveTo>
                      <a:pt x="5867" y="0"/>
                    </a:moveTo>
                    <a:lnTo>
                      <a:pt x="0" y="586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2" name="TextBox 61"/>
            <p:cNvSpPr txBox="1"/>
            <p:nvPr/>
          </p:nvSpPr>
          <p:spPr>
            <a:xfrm>
              <a:off x="3042209" y="5010912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天气、开放时间等以出团通知书为准。</a:t>
              </a:r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0" y="0"/>
            <a:ext cx="11180369" cy="5650992"/>
            <a:chOff x="0" y="0"/>
            <a:chExt cx="11180369" cy="5650992"/>
          </a:xfrm>
        </p:grpSpPr>
        <p:grpSp>
          <p:nvGrpSpPr>
            <p:cNvPr id="64" name="图标 alert_triangle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65" name="Freeform 64"/>
              <p:cNvSpPr/>
              <p:nvPr/>
            </p:nvSpPr>
            <p:spPr>
              <a:xfrm>
                <a:off x="2813609" y="5452110"/>
                <a:ext cx="0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0" h="33528">
                    <a:moveTo>
                      <a:pt x="0" y="0"/>
                    </a:moveTo>
                    <a:lnTo>
                      <a:pt x="0" y="33528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2729793" y="5399033"/>
                <a:ext cx="167627" cy="145245"/>
              </a:xfrm>
              <a:custGeom>
                <a:avLst/>
                <a:gdLst/>
                <a:ahLst/>
                <a:cxnLst/>
                <a:rect l="l" t="t" r="r" b="b"/>
                <a:pathLst>
                  <a:path w="167627" h="145245">
                    <a:moveTo>
                      <a:pt x="70094" y="7739"/>
                    </a:moveTo>
                    <a:lnTo>
                      <a:pt x="2150" y="121181"/>
                    </a:lnTo>
                    <a:lnTo>
                      <a:pt x="1214" y="123081"/>
                    </a:lnTo>
                    <a:lnTo>
                      <a:pt x="544" y="125061"/>
                    </a:lnTo>
                    <a:lnTo>
                      <a:pt x="139" y="127096"/>
                    </a:lnTo>
                    <a:lnTo>
                      <a:pt x="0" y="129157"/>
                    </a:lnTo>
                    <a:lnTo>
                      <a:pt x="127" y="131220"/>
                    </a:lnTo>
                    <a:lnTo>
                      <a:pt x="520" y="133257"/>
                    </a:lnTo>
                    <a:lnTo>
                      <a:pt x="1179" y="135241"/>
                    </a:lnTo>
                    <a:lnTo>
                      <a:pt x="2104" y="137146"/>
                    </a:lnTo>
                    <a:lnTo>
                      <a:pt x="3272" y="138913"/>
                    </a:lnTo>
                    <a:lnTo>
                      <a:pt x="4643" y="140492"/>
                    </a:lnTo>
                    <a:lnTo>
                      <a:pt x="6195" y="141868"/>
                    </a:lnTo>
                    <a:lnTo>
                      <a:pt x="7905" y="143029"/>
                    </a:lnTo>
                    <a:lnTo>
                      <a:pt x="9749" y="143960"/>
                    </a:lnTo>
                    <a:lnTo>
                      <a:pt x="11706" y="144649"/>
                    </a:lnTo>
                    <a:lnTo>
                      <a:pt x="13751" y="145082"/>
                    </a:lnTo>
                    <a:lnTo>
                      <a:pt x="15863" y="145245"/>
                    </a:lnTo>
                    <a:lnTo>
                      <a:pt x="151769" y="145245"/>
                    </a:lnTo>
                    <a:lnTo>
                      <a:pt x="153879" y="145082"/>
                    </a:lnTo>
                    <a:lnTo>
                      <a:pt x="155924" y="144649"/>
                    </a:lnTo>
                    <a:lnTo>
                      <a:pt x="157880" y="143960"/>
                    </a:lnTo>
                    <a:lnTo>
                      <a:pt x="159723" y="143028"/>
                    </a:lnTo>
                    <a:lnTo>
                      <a:pt x="161432" y="141868"/>
                    </a:lnTo>
                    <a:lnTo>
                      <a:pt x="162983" y="140492"/>
                    </a:lnTo>
                    <a:lnTo>
                      <a:pt x="164354" y="138915"/>
                    </a:lnTo>
                    <a:lnTo>
                      <a:pt x="165521" y="137148"/>
                    </a:lnTo>
                    <a:lnTo>
                      <a:pt x="166446" y="135244"/>
                    </a:lnTo>
                    <a:lnTo>
                      <a:pt x="167106" y="133261"/>
                    </a:lnTo>
                    <a:lnTo>
                      <a:pt x="167499" y="131225"/>
                    </a:lnTo>
                    <a:lnTo>
                      <a:pt x="167627" y="129163"/>
                    </a:lnTo>
                    <a:lnTo>
                      <a:pt x="167489" y="127103"/>
                    </a:lnTo>
                    <a:lnTo>
                      <a:pt x="167085" y="125069"/>
                    </a:lnTo>
                    <a:lnTo>
                      <a:pt x="166416" y="123089"/>
                    </a:lnTo>
                    <a:lnTo>
                      <a:pt x="165482" y="121189"/>
                    </a:lnTo>
                    <a:lnTo>
                      <a:pt x="97537" y="7730"/>
                    </a:lnTo>
                    <a:lnTo>
                      <a:pt x="96343" y="6020"/>
                    </a:lnTo>
                    <a:lnTo>
                      <a:pt x="94956" y="4498"/>
                    </a:lnTo>
                    <a:lnTo>
                      <a:pt x="93397" y="3176"/>
                    </a:lnTo>
                    <a:lnTo>
                      <a:pt x="91690" y="2066"/>
                    </a:lnTo>
                    <a:lnTo>
                      <a:pt x="89856" y="1181"/>
                    </a:lnTo>
                    <a:lnTo>
                      <a:pt x="87918" y="533"/>
                    </a:lnTo>
                    <a:lnTo>
                      <a:pt x="85897" y="136"/>
                    </a:lnTo>
                    <a:lnTo>
                      <a:pt x="83816" y="0"/>
                    </a:lnTo>
                    <a:lnTo>
                      <a:pt x="81735" y="136"/>
                    </a:lnTo>
                    <a:lnTo>
                      <a:pt x="79714" y="533"/>
                    </a:lnTo>
                    <a:lnTo>
                      <a:pt x="77775" y="1181"/>
                    </a:lnTo>
                    <a:lnTo>
                      <a:pt x="75941" y="2066"/>
                    </a:lnTo>
                    <a:lnTo>
                      <a:pt x="74234" y="3176"/>
                    </a:lnTo>
                    <a:lnTo>
                      <a:pt x="72676" y="4498"/>
                    </a:lnTo>
                    <a:lnTo>
                      <a:pt x="71289" y="6020"/>
                    </a:lnTo>
                    <a:lnTo>
                      <a:pt x="70094" y="773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2813609" y="5510784"/>
                <a:ext cx="84" cy="0"/>
              </a:xfrm>
              <a:custGeom>
                <a:avLst/>
                <a:gdLst/>
                <a:ahLst/>
                <a:cxnLst/>
                <a:rect l="l" t="t" r="r" b="b"/>
                <a:pathLst>
                  <a:path w="84" h="0">
                    <a:moveTo>
                      <a:pt x="0" y="0"/>
                    </a:moveTo>
                    <a:lnTo>
                      <a:pt x="8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68" name="TextBox 67"/>
            <p:cNvSpPr txBox="1"/>
            <p:nvPr/>
          </p:nvSpPr>
          <p:spPr>
            <a:xfrm>
              <a:off x="3042209" y="5358384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环洱海沿线有车道，湖边拍照请留意来往车辆。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0" y="0"/>
            <a:ext cx="11180369" cy="5998464"/>
            <a:chOff x="0" y="0"/>
            <a:chExt cx="11180369" cy="5998464"/>
          </a:xfrm>
        </p:grpSpPr>
        <p:grpSp>
          <p:nvGrpSpPr>
            <p:cNvPr id="70" name="图标 id"/>
            <p:cNvGrpSpPr/>
            <p:nvPr/>
          </p:nvGrpSpPr>
          <p:grpSpPr>
            <a:xfrm>
              <a:off x="0" y="0"/>
              <a:ext cx="0" cy="0"/>
              <a:chOff x="0" y="0"/>
              <a:chExt cx="0" cy="0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2738171" y="5757672"/>
                <a:ext cx="150876" cy="134112"/>
              </a:xfrm>
              <a:custGeom>
                <a:avLst/>
                <a:gdLst/>
                <a:ahLst/>
                <a:cxnLst/>
                <a:rect l="l" t="t" r="r" b="b"/>
                <a:pathLst>
                  <a:path w="150876" h="134112">
                    <a:moveTo>
                      <a:pt x="0" y="25146"/>
                    </a:moveTo>
                    <a:lnTo>
                      <a:pt x="511" y="20078"/>
                    </a:lnTo>
                    <a:lnTo>
                      <a:pt x="1976" y="15358"/>
                    </a:lnTo>
                    <a:lnTo>
                      <a:pt x="4294" y="11086"/>
                    </a:lnTo>
                    <a:lnTo>
                      <a:pt x="7364" y="7365"/>
                    </a:lnTo>
                    <a:lnTo>
                      <a:pt x="11086" y="4294"/>
                    </a:lnTo>
                    <a:lnTo>
                      <a:pt x="15357" y="1976"/>
                    </a:lnTo>
                    <a:lnTo>
                      <a:pt x="20078" y="511"/>
                    </a:lnTo>
                    <a:lnTo>
                      <a:pt x="25146" y="0"/>
                    </a:lnTo>
                    <a:lnTo>
                      <a:pt x="125730" y="0"/>
                    </a:lnTo>
                    <a:lnTo>
                      <a:pt x="130798" y="511"/>
                    </a:lnTo>
                    <a:lnTo>
                      <a:pt x="135518" y="1976"/>
                    </a:lnTo>
                    <a:lnTo>
                      <a:pt x="139790" y="4294"/>
                    </a:lnTo>
                    <a:lnTo>
                      <a:pt x="143511" y="7365"/>
                    </a:lnTo>
                    <a:lnTo>
                      <a:pt x="146582" y="11086"/>
                    </a:lnTo>
                    <a:lnTo>
                      <a:pt x="148900" y="15358"/>
                    </a:lnTo>
                    <a:lnTo>
                      <a:pt x="150365" y="20078"/>
                    </a:lnTo>
                    <a:lnTo>
                      <a:pt x="150876" y="25146"/>
                    </a:lnTo>
                    <a:lnTo>
                      <a:pt x="150876" y="108966"/>
                    </a:lnTo>
                    <a:lnTo>
                      <a:pt x="150365" y="114034"/>
                    </a:lnTo>
                    <a:lnTo>
                      <a:pt x="148900" y="118754"/>
                    </a:lnTo>
                    <a:lnTo>
                      <a:pt x="146582" y="123026"/>
                    </a:lnTo>
                    <a:lnTo>
                      <a:pt x="143511" y="126747"/>
                    </a:lnTo>
                    <a:lnTo>
                      <a:pt x="139790" y="129818"/>
                    </a:lnTo>
                    <a:lnTo>
                      <a:pt x="135518" y="132136"/>
                    </a:lnTo>
                    <a:lnTo>
                      <a:pt x="130798" y="133601"/>
                    </a:lnTo>
                    <a:lnTo>
                      <a:pt x="125730" y="134112"/>
                    </a:lnTo>
                    <a:lnTo>
                      <a:pt x="25146" y="134112"/>
                    </a:lnTo>
                    <a:lnTo>
                      <a:pt x="20078" y="133601"/>
                    </a:lnTo>
                    <a:lnTo>
                      <a:pt x="15357" y="132136"/>
                    </a:lnTo>
                    <a:lnTo>
                      <a:pt x="11086" y="129818"/>
                    </a:lnTo>
                    <a:lnTo>
                      <a:pt x="7364" y="126747"/>
                    </a:lnTo>
                    <a:lnTo>
                      <a:pt x="4294" y="123026"/>
                    </a:lnTo>
                    <a:lnTo>
                      <a:pt x="1976" y="118754"/>
                    </a:lnTo>
                    <a:lnTo>
                      <a:pt x="511" y="114034"/>
                    </a:lnTo>
                    <a:lnTo>
                      <a:pt x="0" y="108966"/>
                    </a:lnTo>
                    <a:lnTo>
                      <a:pt x="0" y="25146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2771699" y="5791200"/>
                <a:ext cx="33528" cy="33528"/>
              </a:xfrm>
              <a:custGeom>
                <a:avLst/>
                <a:gdLst/>
                <a:ahLst/>
                <a:cxnLst/>
                <a:rect l="l" t="t" r="r" b="b"/>
                <a:pathLst>
                  <a:path w="33528" h="33528">
                    <a:moveTo>
                      <a:pt x="0" y="16764"/>
                    </a:moveTo>
                    <a:lnTo>
                      <a:pt x="340" y="20144"/>
                    </a:lnTo>
                    <a:lnTo>
                      <a:pt x="1317" y="23291"/>
                    </a:lnTo>
                    <a:lnTo>
                      <a:pt x="2862" y="26138"/>
                    </a:lnTo>
                    <a:lnTo>
                      <a:pt x="4909" y="28619"/>
                    </a:lnTo>
                    <a:lnTo>
                      <a:pt x="7389" y="30666"/>
                    </a:lnTo>
                    <a:lnTo>
                      <a:pt x="10237" y="32211"/>
                    </a:lnTo>
                    <a:lnTo>
                      <a:pt x="13384" y="33188"/>
                    </a:lnTo>
                    <a:lnTo>
                      <a:pt x="16764" y="33528"/>
                    </a:lnTo>
                    <a:lnTo>
                      <a:pt x="20143" y="33188"/>
                    </a:lnTo>
                    <a:lnTo>
                      <a:pt x="23291" y="32211"/>
                    </a:lnTo>
                    <a:lnTo>
                      <a:pt x="26138" y="30666"/>
                    </a:lnTo>
                    <a:lnTo>
                      <a:pt x="28619" y="28619"/>
                    </a:lnTo>
                    <a:lnTo>
                      <a:pt x="30666" y="26138"/>
                    </a:lnTo>
                    <a:lnTo>
                      <a:pt x="32211" y="23291"/>
                    </a:lnTo>
                    <a:lnTo>
                      <a:pt x="33187" y="20144"/>
                    </a:lnTo>
                    <a:lnTo>
                      <a:pt x="33528" y="16764"/>
                    </a:lnTo>
                    <a:lnTo>
                      <a:pt x="33187" y="13384"/>
                    </a:lnTo>
                    <a:lnTo>
                      <a:pt x="32211" y="10237"/>
                    </a:lnTo>
                    <a:lnTo>
                      <a:pt x="30666" y="7390"/>
                    </a:lnTo>
                    <a:lnTo>
                      <a:pt x="28619" y="4909"/>
                    </a:lnTo>
                    <a:lnTo>
                      <a:pt x="26138" y="2862"/>
                    </a:lnTo>
                    <a:lnTo>
                      <a:pt x="23291" y="1317"/>
                    </a:lnTo>
                    <a:lnTo>
                      <a:pt x="20143" y="340"/>
                    </a:lnTo>
                    <a:lnTo>
                      <a:pt x="16764" y="0"/>
                    </a:lnTo>
                    <a:lnTo>
                      <a:pt x="13384" y="340"/>
                    </a:lnTo>
                    <a:lnTo>
                      <a:pt x="10237" y="1317"/>
                    </a:lnTo>
                    <a:lnTo>
                      <a:pt x="7389" y="2862"/>
                    </a:lnTo>
                    <a:lnTo>
                      <a:pt x="4909" y="4909"/>
                    </a:lnTo>
                    <a:lnTo>
                      <a:pt x="2862" y="7390"/>
                    </a:lnTo>
                    <a:lnTo>
                      <a:pt x="1317" y="10237"/>
                    </a:lnTo>
                    <a:lnTo>
                      <a:pt x="340" y="13384"/>
                    </a:lnTo>
                    <a:lnTo>
                      <a:pt x="0" y="16764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2838755" y="5791200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2838755" y="5824728"/>
                <a:ext cx="16764" cy="0"/>
              </a:xfrm>
              <a:custGeom>
                <a:avLst/>
                <a:gdLst/>
                <a:ahLst/>
                <a:cxnLst/>
                <a:rect l="l" t="t" r="r" b="b"/>
                <a:pathLst>
                  <a:path w="16764" h="0">
                    <a:moveTo>
                      <a:pt x="0" y="0"/>
                    </a:moveTo>
                    <a:lnTo>
                      <a:pt x="16764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2771699" y="5858256"/>
                <a:ext cx="83820" cy="0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0">
                    <a:moveTo>
                      <a:pt x="0" y="0"/>
                    </a:moveTo>
                    <a:lnTo>
                      <a:pt x="83820" y="0"/>
                    </a:lnTo>
                  </a:path>
                </a:pathLst>
              </a:custGeom>
              <a:noFill/>
              <a:ln w="13411" cap="rnd">
                <a:solidFill>
                  <a:srgbClr val="5E6F6B"/>
                </a:solidFill>
                <a:round/>
              </a:ln>
            </p:spPr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76" name="TextBox 75"/>
            <p:cNvSpPr txBox="1"/>
            <p:nvPr/>
          </p:nvSpPr>
          <p:spPr>
            <a:xfrm>
              <a:off x="3042209" y="5705856"/>
              <a:ext cx="8138160" cy="292608"/>
            </a:xfrm>
            <a:prstGeom prst="rect">
              <a:avLst/>
            </a:prstGeom>
            <a:noFill/>
          </p:spPr>
          <p:txBody>
            <a:bodyPr wrap="square" anchor="t" lIns="0" rIns="0" tIns="0" bIns="0">
              <a:noAutofit/>
            </a:bodyPr>
            <a:lstStyle/>
            <a:p>
              <a:pPr algn="l">
                <a:lnSpc>
                  <a:spcPct val="130000"/>
                </a:lnSpc>
                <a:spcAft>
                  <a:spcPts val="0"/>
                </a:spcAft>
              </a:pPr>
              <a:r>
                <a:rPr sz="1400" b="0">
                  <a:solidFill>
                    <a:srgbClr val="1E2326"/>
                  </a:solidFill>
                  <a:latin typeface="Noto Sans CJK SC"/>
                  <a:ea typeface="Noto Sans CJK SC"/>
                  <a:cs typeface="Noto Sans CJK SC"/>
                </a:rPr>
                <a:t>请随身携带两位的有效身份证件。</a:t>
              </a:r>
            </a:p>
          </p:txBody>
        </p:sp>
      </p:grpSp>
      <p:sp>
        <p:nvSpPr>
          <p:cNvPr id="77" name="Freeform 76"/>
          <p:cNvSpPr/>
          <p:nvPr/>
        </p:nvSpPr>
        <p:spPr>
          <a:xfrm>
            <a:off x="979551" y="6405774"/>
            <a:ext cx="149386" cy="145811"/>
          </a:xfrm>
          <a:custGeom>
            <a:avLst/>
            <a:gdLst/>
            <a:ahLst/>
            <a:cxnLst/>
            <a:rect l="l" t="t" r="r" b="b"/>
            <a:pathLst>
              <a:path w="149386" h="145811">
                <a:moveTo>
                  <a:pt x="78968" y="84409"/>
                </a:moveTo>
                <a:lnTo>
                  <a:pt x="77569" y="85341"/>
                </a:lnTo>
                <a:lnTo>
                  <a:pt x="78926" y="87029"/>
                </a:lnTo>
                <a:lnTo>
                  <a:pt x="80275" y="88900"/>
                </a:lnTo>
                <a:lnTo>
                  <a:pt x="81588" y="90925"/>
                </a:lnTo>
                <a:lnTo>
                  <a:pt x="82839" y="93071"/>
                </a:lnTo>
                <a:lnTo>
                  <a:pt x="84000" y="95309"/>
                </a:lnTo>
                <a:lnTo>
                  <a:pt x="85045" y="97608"/>
                </a:lnTo>
                <a:lnTo>
                  <a:pt x="85946" y="99936"/>
                </a:lnTo>
                <a:lnTo>
                  <a:pt x="86677" y="102264"/>
                </a:lnTo>
                <a:lnTo>
                  <a:pt x="87209" y="104560"/>
                </a:lnTo>
                <a:lnTo>
                  <a:pt x="87517" y="106793"/>
                </a:lnTo>
                <a:lnTo>
                  <a:pt x="91265" y="108798"/>
                </a:lnTo>
                <a:lnTo>
                  <a:pt x="94761" y="109046"/>
                </a:lnTo>
                <a:lnTo>
                  <a:pt x="97716" y="107844"/>
                </a:lnTo>
                <a:lnTo>
                  <a:pt x="99841" y="105495"/>
                </a:lnTo>
                <a:lnTo>
                  <a:pt x="100847" y="102305"/>
                </a:lnTo>
                <a:lnTo>
                  <a:pt x="100444" y="98578"/>
                </a:lnTo>
                <a:lnTo>
                  <a:pt x="98344" y="94620"/>
                </a:lnTo>
                <a:lnTo>
                  <a:pt x="94257" y="90736"/>
                </a:lnTo>
                <a:lnTo>
                  <a:pt x="87895" y="87230"/>
                </a:lnTo>
                <a:lnTo>
                  <a:pt x="78968" y="84409"/>
                </a:lnTo>
                <a:close/>
                <a:moveTo>
                  <a:pt x="80988" y="50365"/>
                </a:moveTo>
                <a:lnTo>
                  <a:pt x="79434" y="51298"/>
                </a:lnTo>
                <a:lnTo>
                  <a:pt x="80717" y="52888"/>
                </a:lnTo>
                <a:lnTo>
                  <a:pt x="82028" y="54653"/>
                </a:lnTo>
                <a:lnTo>
                  <a:pt x="83341" y="56564"/>
                </a:lnTo>
                <a:lnTo>
                  <a:pt x="84630" y="58591"/>
                </a:lnTo>
                <a:lnTo>
                  <a:pt x="85866" y="60703"/>
                </a:lnTo>
                <a:lnTo>
                  <a:pt x="87022" y="62871"/>
                </a:lnTo>
                <a:lnTo>
                  <a:pt x="88073" y="65065"/>
                </a:lnTo>
                <a:lnTo>
                  <a:pt x="88990" y="67256"/>
                </a:lnTo>
                <a:lnTo>
                  <a:pt x="89746" y="69413"/>
                </a:lnTo>
                <a:lnTo>
                  <a:pt x="90315" y="71506"/>
                </a:lnTo>
                <a:lnTo>
                  <a:pt x="93899" y="73210"/>
                </a:lnTo>
                <a:lnTo>
                  <a:pt x="97195" y="73292"/>
                </a:lnTo>
                <a:lnTo>
                  <a:pt x="99935" y="72042"/>
                </a:lnTo>
                <a:lnTo>
                  <a:pt x="101851" y="69750"/>
                </a:lnTo>
                <a:lnTo>
                  <a:pt x="102673" y="66707"/>
                </a:lnTo>
                <a:lnTo>
                  <a:pt x="102134" y="63202"/>
                </a:lnTo>
                <a:lnTo>
                  <a:pt x="99965" y="59525"/>
                </a:lnTo>
                <a:lnTo>
                  <a:pt x="95896" y="55967"/>
                </a:lnTo>
                <a:lnTo>
                  <a:pt x="89661" y="52817"/>
                </a:lnTo>
                <a:lnTo>
                  <a:pt x="80988" y="50365"/>
                </a:lnTo>
                <a:close/>
                <a:moveTo>
                  <a:pt x="9793" y="98865"/>
                </a:moveTo>
                <a:lnTo>
                  <a:pt x="9186" y="98865"/>
                </a:lnTo>
                <a:lnTo>
                  <a:pt x="8425" y="98865"/>
                </a:lnTo>
                <a:lnTo>
                  <a:pt x="7562" y="98865"/>
                </a:lnTo>
                <a:lnTo>
                  <a:pt x="6647" y="98865"/>
                </a:lnTo>
                <a:lnTo>
                  <a:pt x="5732" y="98865"/>
                </a:lnTo>
                <a:lnTo>
                  <a:pt x="4869" y="98865"/>
                </a:lnTo>
                <a:lnTo>
                  <a:pt x="4108" y="98865"/>
                </a:lnTo>
                <a:lnTo>
                  <a:pt x="3501" y="98865"/>
                </a:lnTo>
                <a:lnTo>
                  <a:pt x="3099" y="98865"/>
                </a:lnTo>
                <a:lnTo>
                  <a:pt x="2954" y="98865"/>
                </a:lnTo>
                <a:lnTo>
                  <a:pt x="2954" y="101819"/>
                </a:lnTo>
                <a:lnTo>
                  <a:pt x="3948" y="101922"/>
                </a:lnTo>
                <a:lnTo>
                  <a:pt x="4882" y="102048"/>
                </a:lnTo>
                <a:lnTo>
                  <a:pt x="5763" y="102199"/>
                </a:lnTo>
                <a:lnTo>
                  <a:pt x="6595" y="102381"/>
                </a:lnTo>
                <a:lnTo>
                  <a:pt x="7384" y="102596"/>
                </a:lnTo>
                <a:lnTo>
                  <a:pt x="8136" y="102848"/>
                </a:lnTo>
                <a:lnTo>
                  <a:pt x="8856" y="103142"/>
                </a:lnTo>
                <a:lnTo>
                  <a:pt x="9549" y="103480"/>
                </a:lnTo>
                <a:lnTo>
                  <a:pt x="10223" y="103867"/>
                </a:lnTo>
                <a:lnTo>
                  <a:pt x="10881" y="104306"/>
                </a:lnTo>
                <a:lnTo>
                  <a:pt x="11869" y="105368"/>
                </a:lnTo>
                <a:lnTo>
                  <a:pt x="12683" y="107110"/>
                </a:lnTo>
                <a:lnTo>
                  <a:pt x="13318" y="109468"/>
                </a:lnTo>
                <a:lnTo>
                  <a:pt x="13769" y="112377"/>
                </a:lnTo>
                <a:lnTo>
                  <a:pt x="14029" y="115770"/>
                </a:lnTo>
                <a:lnTo>
                  <a:pt x="14094" y="119583"/>
                </a:lnTo>
                <a:lnTo>
                  <a:pt x="13956" y="123751"/>
                </a:lnTo>
                <a:lnTo>
                  <a:pt x="13612" y="128208"/>
                </a:lnTo>
                <a:lnTo>
                  <a:pt x="13055" y="132888"/>
                </a:lnTo>
                <a:lnTo>
                  <a:pt x="12280" y="137727"/>
                </a:lnTo>
                <a:lnTo>
                  <a:pt x="12717" y="139389"/>
                </a:lnTo>
                <a:lnTo>
                  <a:pt x="13272" y="140836"/>
                </a:lnTo>
                <a:lnTo>
                  <a:pt x="13933" y="142078"/>
                </a:lnTo>
                <a:lnTo>
                  <a:pt x="14688" y="143124"/>
                </a:lnTo>
                <a:lnTo>
                  <a:pt x="15525" y="143984"/>
                </a:lnTo>
                <a:lnTo>
                  <a:pt x="16433" y="144666"/>
                </a:lnTo>
                <a:lnTo>
                  <a:pt x="17398" y="145181"/>
                </a:lnTo>
                <a:lnTo>
                  <a:pt x="18409" y="145537"/>
                </a:lnTo>
                <a:lnTo>
                  <a:pt x="19453" y="145744"/>
                </a:lnTo>
                <a:lnTo>
                  <a:pt x="20519" y="145811"/>
                </a:lnTo>
                <a:lnTo>
                  <a:pt x="22676" y="145655"/>
                </a:lnTo>
                <a:lnTo>
                  <a:pt x="24664" y="145200"/>
                </a:lnTo>
                <a:lnTo>
                  <a:pt x="26471" y="144463"/>
                </a:lnTo>
                <a:lnTo>
                  <a:pt x="28085" y="143463"/>
                </a:lnTo>
                <a:lnTo>
                  <a:pt x="29496" y="142216"/>
                </a:lnTo>
                <a:lnTo>
                  <a:pt x="30693" y="140740"/>
                </a:lnTo>
                <a:lnTo>
                  <a:pt x="31664" y="139054"/>
                </a:lnTo>
                <a:lnTo>
                  <a:pt x="32398" y="137175"/>
                </a:lnTo>
                <a:lnTo>
                  <a:pt x="32884" y="135121"/>
                </a:lnTo>
                <a:lnTo>
                  <a:pt x="33110" y="132908"/>
                </a:lnTo>
                <a:lnTo>
                  <a:pt x="33062" y="128948"/>
                </a:lnTo>
                <a:lnTo>
                  <a:pt x="32689" y="125416"/>
                </a:lnTo>
                <a:lnTo>
                  <a:pt x="32065" y="122248"/>
                </a:lnTo>
                <a:lnTo>
                  <a:pt x="31267" y="119378"/>
                </a:lnTo>
                <a:lnTo>
                  <a:pt x="30371" y="116742"/>
                </a:lnTo>
                <a:lnTo>
                  <a:pt x="29451" y="114273"/>
                </a:lnTo>
                <a:lnTo>
                  <a:pt x="28583" y="111907"/>
                </a:lnTo>
                <a:lnTo>
                  <a:pt x="27843" y="109579"/>
                </a:lnTo>
                <a:lnTo>
                  <a:pt x="27306" y="107222"/>
                </a:lnTo>
                <a:lnTo>
                  <a:pt x="27048" y="104772"/>
                </a:lnTo>
                <a:lnTo>
                  <a:pt x="27038" y="103515"/>
                </a:lnTo>
                <a:lnTo>
                  <a:pt x="27095" y="102176"/>
                </a:lnTo>
                <a:lnTo>
                  <a:pt x="27214" y="100765"/>
                </a:lnTo>
                <a:lnTo>
                  <a:pt x="27389" y="99296"/>
                </a:lnTo>
                <a:lnTo>
                  <a:pt x="27611" y="97777"/>
                </a:lnTo>
                <a:lnTo>
                  <a:pt x="27876" y="96221"/>
                </a:lnTo>
                <a:lnTo>
                  <a:pt x="28176" y="94640"/>
                </a:lnTo>
                <a:lnTo>
                  <a:pt x="28505" y="93043"/>
                </a:lnTo>
                <a:lnTo>
                  <a:pt x="28857" y="91442"/>
                </a:lnTo>
                <a:lnTo>
                  <a:pt x="29224" y="89849"/>
                </a:lnTo>
                <a:lnTo>
                  <a:pt x="29963" y="86499"/>
                </a:lnTo>
                <a:lnTo>
                  <a:pt x="31105" y="81754"/>
                </a:lnTo>
                <a:lnTo>
                  <a:pt x="32576" y="75880"/>
                </a:lnTo>
                <a:lnTo>
                  <a:pt x="34306" y="69144"/>
                </a:lnTo>
                <a:lnTo>
                  <a:pt x="36219" y="61810"/>
                </a:lnTo>
                <a:lnTo>
                  <a:pt x="38245" y="54146"/>
                </a:lnTo>
                <a:lnTo>
                  <a:pt x="40310" y="46416"/>
                </a:lnTo>
                <a:lnTo>
                  <a:pt x="42342" y="38887"/>
                </a:lnTo>
                <a:lnTo>
                  <a:pt x="44267" y="31824"/>
                </a:lnTo>
                <a:lnTo>
                  <a:pt x="46013" y="25494"/>
                </a:lnTo>
                <a:lnTo>
                  <a:pt x="43525" y="24872"/>
                </a:lnTo>
                <a:lnTo>
                  <a:pt x="36403" y="42445"/>
                </a:lnTo>
                <a:lnTo>
                  <a:pt x="30682" y="56552"/>
                </a:lnTo>
                <a:lnTo>
                  <a:pt x="26186" y="67619"/>
                </a:lnTo>
                <a:lnTo>
                  <a:pt x="22740" y="76070"/>
                </a:lnTo>
                <a:lnTo>
                  <a:pt x="20169" y="82329"/>
                </a:lnTo>
                <a:lnTo>
                  <a:pt x="18298" y="86821"/>
                </a:lnTo>
                <a:lnTo>
                  <a:pt x="16951" y="89970"/>
                </a:lnTo>
                <a:lnTo>
                  <a:pt x="15953" y="92200"/>
                </a:lnTo>
                <a:lnTo>
                  <a:pt x="15128" y="93935"/>
                </a:lnTo>
                <a:lnTo>
                  <a:pt x="14301" y="95601"/>
                </a:lnTo>
                <a:lnTo>
                  <a:pt x="13860" y="96448"/>
                </a:lnTo>
                <a:lnTo>
                  <a:pt x="13459" y="97134"/>
                </a:lnTo>
                <a:lnTo>
                  <a:pt x="13083" y="97677"/>
                </a:lnTo>
                <a:lnTo>
                  <a:pt x="12714" y="98093"/>
                </a:lnTo>
                <a:lnTo>
                  <a:pt x="12339" y="98399"/>
                </a:lnTo>
                <a:lnTo>
                  <a:pt x="11940" y="98612"/>
                </a:lnTo>
                <a:lnTo>
                  <a:pt x="11501" y="98748"/>
                </a:lnTo>
                <a:lnTo>
                  <a:pt x="11008" y="98824"/>
                </a:lnTo>
                <a:lnTo>
                  <a:pt x="10444" y="98858"/>
                </a:lnTo>
                <a:lnTo>
                  <a:pt x="9793" y="98865"/>
                </a:lnTo>
                <a:close/>
                <a:moveTo>
                  <a:pt x="1244" y="37463"/>
                </a:moveTo>
                <a:lnTo>
                  <a:pt x="0" y="38551"/>
                </a:lnTo>
                <a:lnTo>
                  <a:pt x="1460" y="40133"/>
                </a:lnTo>
                <a:lnTo>
                  <a:pt x="2929" y="41881"/>
                </a:lnTo>
                <a:lnTo>
                  <a:pt x="4379" y="43771"/>
                </a:lnTo>
                <a:lnTo>
                  <a:pt x="5783" y="45784"/>
                </a:lnTo>
                <a:lnTo>
                  <a:pt x="7112" y="47898"/>
                </a:lnTo>
                <a:lnTo>
                  <a:pt x="8338" y="50091"/>
                </a:lnTo>
                <a:lnTo>
                  <a:pt x="9434" y="52341"/>
                </a:lnTo>
                <a:lnTo>
                  <a:pt x="10371" y="54628"/>
                </a:lnTo>
                <a:lnTo>
                  <a:pt x="11122" y="56931"/>
                </a:lnTo>
                <a:lnTo>
                  <a:pt x="11659" y="59226"/>
                </a:lnTo>
                <a:lnTo>
                  <a:pt x="16181" y="61227"/>
                </a:lnTo>
                <a:lnTo>
                  <a:pt x="20305" y="61246"/>
                </a:lnTo>
                <a:lnTo>
                  <a:pt x="23717" y="59677"/>
                </a:lnTo>
                <a:lnTo>
                  <a:pt x="26102" y="56915"/>
                </a:lnTo>
                <a:lnTo>
                  <a:pt x="27145" y="53358"/>
                </a:lnTo>
                <a:lnTo>
                  <a:pt x="26533" y="49399"/>
                </a:lnTo>
                <a:lnTo>
                  <a:pt x="23951" y="45435"/>
                </a:lnTo>
                <a:lnTo>
                  <a:pt x="19085" y="41861"/>
                </a:lnTo>
                <a:lnTo>
                  <a:pt x="11621" y="39072"/>
                </a:lnTo>
                <a:lnTo>
                  <a:pt x="1244" y="37463"/>
                </a:lnTo>
                <a:close/>
                <a:moveTo>
                  <a:pt x="12280" y="1399"/>
                </a:moveTo>
                <a:lnTo>
                  <a:pt x="11037" y="2332"/>
                </a:lnTo>
                <a:lnTo>
                  <a:pt x="12552" y="4143"/>
                </a:lnTo>
                <a:lnTo>
                  <a:pt x="14092" y="6110"/>
                </a:lnTo>
                <a:lnTo>
                  <a:pt x="15627" y="8214"/>
                </a:lnTo>
                <a:lnTo>
                  <a:pt x="17125" y="10433"/>
                </a:lnTo>
                <a:lnTo>
                  <a:pt x="18557" y="12747"/>
                </a:lnTo>
                <a:lnTo>
                  <a:pt x="19890" y="15136"/>
                </a:lnTo>
                <a:lnTo>
                  <a:pt x="21094" y="17579"/>
                </a:lnTo>
                <a:lnTo>
                  <a:pt x="22140" y="20056"/>
                </a:lnTo>
                <a:lnTo>
                  <a:pt x="22994" y="22545"/>
                </a:lnTo>
                <a:lnTo>
                  <a:pt x="23628" y="25027"/>
                </a:lnTo>
                <a:lnTo>
                  <a:pt x="28414" y="27195"/>
                </a:lnTo>
                <a:lnTo>
                  <a:pt x="32760" y="27256"/>
                </a:lnTo>
                <a:lnTo>
                  <a:pt x="36337" y="25623"/>
                </a:lnTo>
                <a:lnTo>
                  <a:pt x="38817" y="22709"/>
                </a:lnTo>
                <a:lnTo>
                  <a:pt x="39872" y="18926"/>
                </a:lnTo>
                <a:lnTo>
                  <a:pt x="39174" y="14686"/>
                </a:lnTo>
                <a:lnTo>
                  <a:pt x="36394" y="10401"/>
                </a:lnTo>
                <a:lnTo>
                  <a:pt x="31204" y="6483"/>
                </a:lnTo>
                <a:lnTo>
                  <a:pt x="23276" y="3345"/>
                </a:lnTo>
                <a:lnTo>
                  <a:pt x="12280" y="1399"/>
                </a:lnTo>
                <a:close/>
                <a:moveTo>
                  <a:pt x="129177" y="7617"/>
                </a:moveTo>
                <a:lnTo>
                  <a:pt x="119695" y="20364"/>
                </a:lnTo>
                <a:lnTo>
                  <a:pt x="74615" y="20364"/>
                </a:lnTo>
                <a:lnTo>
                  <a:pt x="75263" y="19198"/>
                </a:lnTo>
                <a:lnTo>
                  <a:pt x="75901" y="18034"/>
                </a:lnTo>
                <a:lnTo>
                  <a:pt x="76528" y="16871"/>
                </a:lnTo>
                <a:lnTo>
                  <a:pt x="77142" y="15711"/>
                </a:lnTo>
                <a:lnTo>
                  <a:pt x="77743" y="14554"/>
                </a:lnTo>
                <a:lnTo>
                  <a:pt x="78331" y="13402"/>
                </a:lnTo>
                <a:lnTo>
                  <a:pt x="78903" y="12256"/>
                </a:lnTo>
                <a:lnTo>
                  <a:pt x="79460" y="11117"/>
                </a:lnTo>
                <a:lnTo>
                  <a:pt x="80000" y="9985"/>
                </a:lnTo>
                <a:lnTo>
                  <a:pt x="80522" y="8861"/>
                </a:lnTo>
                <a:lnTo>
                  <a:pt x="81611" y="8964"/>
                </a:lnTo>
                <a:lnTo>
                  <a:pt x="82553" y="8995"/>
                </a:lnTo>
                <a:lnTo>
                  <a:pt x="83361" y="8957"/>
                </a:lnTo>
                <a:lnTo>
                  <a:pt x="84046" y="8853"/>
                </a:lnTo>
                <a:lnTo>
                  <a:pt x="84622" y="8686"/>
                </a:lnTo>
                <a:lnTo>
                  <a:pt x="85100" y="8458"/>
                </a:lnTo>
                <a:lnTo>
                  <a:pt x="85492" y="8172"/>
                </a:lnTo>
                <a:lnTo>
                  <a:pt x="85810" y="7831"/>
                </a:lnTo>
                <a:lnTo>
                  <a:pt x="86066" y="7438"/>
                </a:lnTo>
                <a:lnTo>
                  <a:pt x="86274" y="6995"/>
                </a:lnTo>
                <a:lnTo>
                  <a:pt x="61868" y="0"/>
                </a:lnTo>
                <a:lnTo>
                  <a:pt x="60598" y="6085"/>
                </a:lnTo>
                <a:lnTo>
                  <a:pt x="59040" y="12343"/>
                </a:lnTo>
                <a:lnTo>
                  <a:pt x="57214" y="18684"/>
                </a:lnTo>
                <a:lnTo>
                  <a:pt x="55138" y="25021"/>
                </a:lnTo>
                <a:lnTo>
                  <a:pt x="52833" y="31265"/>
                </a:lnTo>
                <a:lnTo>
                  <a:pt x="50318" y="37327"/>
                </a:lnTo>
                <a:lnTo>
                  <a:pt x="47613" y="43118"/>
                </a:lnTo>
                <a:lnTo>
                  <a:pt x="44737" y="48550"/>
                </a:lnTo>
                <a:lnTo>
                  <a:pt x="41710" y="53534"/>
                </a:lnTo>
                <a:lnTo>
                  <a:pt x="38551" y="57982"/>
                </a:lnTo>
                <a:lnTo>
                  <a:pt x="40106" y="59226"/>
                </a:lnTo>
                <a:lnTo>
                  <a:pt x="41822" y="58033"/>
                </a:lnTo>
                <a:lnTo>
                  <a:pt x="43518" y="56786"/>
                </a:lnTo>
                <a:lnTo>
                  <a:pt x="45194" y="55489"/>
                </a:lnTo>
                <a:lnTo>
                  <a:pt x="46848" y="54145"/>
                </a:lnTo>
                <a:lnTo>
                  <a:pt x="48480" y="52756"/>
                </a:lnTo>
                <a:lnTo>
                  <a:pt x="50089" y="51324"/>
                </a:lnTo>
                <a:lnTo>
                  <a:pt x="51674" y="49854"/>
                </a:lnTo>
                <a:lnTo>
                  <a:pt x="53233" y="48347"/>
                </a:lnTo>
                <a:lnTo>
                  <a:pt x="54766" y="46807"/>
                </a:lnTo>
                <a:lnTo>
                  <a:pt x="56272" y="45236"/>
                </a:lnTo>
                <a:lnTo>
                  <a:pt x="55979" y="48176"/>
                </a:lnTo>
                <a:lnTo>
                  <a:pt x="55660" y="51206"/>
                </a:lnTo>
                <a:lnTo>
                  <a:pt x="55319" y="54313"/>
                </a:lnTo>
                <a:lnTo>
                  <a:pt x="54959" y="57483"/>
                </a:lnTo>
                <a:lnTo>
                  <a:pt x="54582" y="60703"/>
                </a:lnTo>
                <a:lnTo>
                  <a:pt x="54190" y="63960"/>
                </a:lnTo>
                <a:lnTo>
                  <a:pt x="53788" y="67242"/>
                </a:lnTo>
                <a:lnTo>
                  <a:pt x="53377" y="70535"/>
                </a:lnTo>
                <a:lnTo>
                  <a:pt x="52961" y="73826"/>
                </a:lnTo>
                <a:lnTo>
                  <a:pt x="52541" y="77103"/>
                </a:lnTo>
                <a:lnTo>
                  <a:pt x="35287" y="77103"/>
                </a:lnTo>
                <a:lnTo>
                  <a:pt x="36530" y="81611"/>
                </a:lnTo>
                <a:lnTo>
                  <a:pt x="51920" y="81611"/>
                </a:lnTo>
                <a:lnTo>
                  <a:pt x="51407" y="84994"/>
                </a:lnTo>
                <a:lnTo>
                  <a:pt x="50895" y="88327"/>
                </a:lnTo>
                <a:lnTo>
                  <a:pt x="50385" y="91597"/>
                </a:lnTo>
                <a:lnTo>
                  <a:pt x="49878" y="94790"/>
                </a:lnTo>
                <a:lnTo>
                  <a:pt x="49374" y="97894"/>
                </a:lnTo>
                <a:lnTo>
                  <a:pt x="48875" y="100895"/>
                </a:lnTo>
                <a:lnTo>
                  <a:pt x="48382" y="103780"/>
                </a:lnTo>
                <a:lnTo>
                  <a:pt x="47895" y="106537"/>
                </a:lnTo>
                <a:lnTo>
                  <a:pt x="47416" y="109152"/>
                </a:lnTo>
                <a:lnTo>
                  <a:pt x="46945" y="111612"/>
                </a:lnTo>
                <a:lnTo>
                  <a:pt x="46298" y="111943"/>
                </a:lnTo>
                <a:lnTo>
                  <a:pt x="45663" y="112282"/>
                </a:lnTo>
                <a:lnTo>
                  <a:pt x="45045" y="112629"/>
                </a:lnTo>
                <a:lnTo>
                  <a:pt x="44448" y="112982"/>
                </a:lnTo>
                <a:lnTo>
                  <a:pt x="43875" y="113341"/>
                </a:lnTo>
                <a:lnTo>
                  <a:pt x="43330" y="113705"/>
                </a:lnTo>
                <a:lnTo>
                  <a:pt x="42817" y="114072"/>
                </a:lnTo>
                <a:lnTo>
                  <a:pt x="42339" y="114442"/>
                </a:lnTo>
                <a:lnTo>
                  <a:pt x="41900" y="114814"/>
                </a:lnTo>
                <a:lnTo>
                  <a:pt x="41505" y="115187"/>
                </a:lnTo>
                <a:lnTo>
                  <a:pt x="57827" y="124825"/>
                </a:lnTo>
                <a:lnTo>
                  <a:pt x="63889" y="117208"/>
                </a:lnTo>
                <a:lnTo>
                  <a:pt x="108969" y="117208"/>
                </a:lnTo>
                <a:lnTo>
                  <a:pt x="108633" y="118645"/>
                </a:lnTo>
                <a:lnTo>
                  <a:pt x="108280" y="119970"/>
                </a:lnTo>
                <a:lnTo>
                  <a:pt x="107910" y="121186"/>
                </a:lnTo>
                <a:lnTo>
                  <a:pt x="107524" y="122292"/>
                </a:lnTo>
                <a:lnTo>
                  <a:pt x="107123" y="123290"/>
                </a:lnTo>
                <a:lnTo>
                  <a:pt x="106708" y="124181"/>
                </a:lnTo>
                <a:lnTo>
                  <a:pt x="106280" y="124965"/>
                </a:lnTo>
                <a:lnTo>
                  <a:pt x="105840" y="125645"/>
                </a:lnTo>
                <a:lnTo>
                  <a:pt x="105389" y="126219"/>
                </a:lnTo>
                <a:lnTo>
                  <a:pt x="104927" y="126690"/>
                </a:lnTo>
                <a:lnTo>
                  <a:pt x="104502" y="127083"/>
                </a:lnTo>
                <a:lnTo>
                  <a:pt x="104063" y="127422"/>
                </a:lnTo>
                <a:lnTo>
                  <a:pt x="103605" y="127710"/>
                </a:lnTo>
                <a:lnTo>
                  <a:pt x="103124" y="127951"/>
                </a:lnTo>
                <a:lnTo>
                  <a:pt x="102615" y="128148"/>
                </a:lnTo>
                <a:lnTo>
                  <a:pt x="102073" y="128302"/>
                </a:lnTo>
                <a:lnTo>
                  <a:pt x="101494" y="128417"/>
                </a:lnTo>
                <a:lnTo>
                  <a:pt x="100873" y="128496"/>
                </a:lnTo>
                <a:lnTo>
                  <a:pt x="100206" y="128541"/>
                </a:lnTo>
                <a:lnTo>
                  <a:pt x="99487" y="128556"/>
                </a:lnTo>
                <a:lnTo>
                  <a:pt x="98435" y="128542"/>
                </a:lnTo>
                <a:lnTo>
                  <a:pt x="97171" y="128505"/>
                </a:lnTo>
                <a:lnTo>
                  <a:pt x="95736" y="128447"/>
                </a:lnTo>
                <a:lnTo>
                  <a:pt x="94169" y="128372"/>
                </a:lnTo>
                <a:lnTo>
                  <a:pt x="92511" y="128284"/>
                </a:lnTo>
                <a:lnTo>
                  <a:pt x="90802" y="128186"/>
                </a:lnTo>
                <a:lnTo>
                  <a:pt x="89081" y="128084"/>
                </a:lnTo>
                <a:lnTo>
                  <a:pt x="87389" y="127979"/>
                </a:lnTo>
                <a:lnTo>
                  <a:pt x="85766" y="127876"/>
                </a:lnTo>
                <a:lnTo>
                  <a:pt x="84253" y="127779"/>
                </a:lnTo>
                <a:lnTo>
                  <a:pt x="84253" y="129955"/>
                </a:lnTo>
                <a:lnTo>
                  <a:pt x="85838" y="130338"/>
                </a:lnTo>
                <a:lnTo>
                  <a:pt x="87329" y="130745"/>
                </a:lnTo>
                <a:lnTo>
                  <a:pt x="88726" y="131179"/>
                </a:lnTo>
                <a:lnTo>
                  <a:pt x="90026" y="131646"/>
                </a:lnTo>
                <a:lnTo>
                  <a:pt x="91229" y="132151"/>
                </a:lnTo>
                <a:lnTo>
                  <a:pt x="92334" y="132697"/>
                </a:lnTo>
                <a:lnTo>
                  <a:pt x="93340" y="133290"/>
                </a:lnTo>
                <a:lnTo>
                  <a:pt x="94246" y="133934"/>
                </a:lnTo>
                <a:lnTo>
                  <a:pt x="95052" y="134635"/>
                </a:lnTo>
                <a:lnTo>
                  <a:pt x="95756" y="135396"/>
                </a:lnTo>
                <a:lnTo>
                  <a:pt x="96270" y="136132"/>
                </a:lnTo>
                <a:lnTo>
                  <a:pt x="96699" y="136941"/>
                </a:lnTo>
                <a:lnTo>
                  <a:pt x="97049" y="137821"/>
                </a:lnTo>
                <a:lnTo>
                  <a:pt x="97328" y="138771"/>
                </a:lnTo>
                <a:lnTo>
                  <a:pt x="97544" y="139787"/>
                </a:lnTo>
                <a:lnTo>
                  <a:pt x="97703" y="140869"/>
                </a:lnTo>
                <a:lnTo>
                  <a:pt x="97815" y="142014"/>
                </a:lnTo>
                <a:lnTo>
                  <a:pt x="97885" y="143220"/>
                </a:lnTo>
                <a:lnTo>
                  <a:pt x="97922" y="144486"/>
                </a:lnTo>
                <a:lnTo>
                  <a:pt x="97932" y="145811"/>
                </a:lnTo>
                <a:lnTo>
                  <a:pt x="100319" y="145766"/>
                </a:lnTo>
                <a:lnTo>
                  <a:pt x="102629" y="145623"/>
                </a:lnTo>
                <a:lnTo>
                  <a:pt x="104859" y="145366"/>
                </a:lnTo>
                <a:lnTo>
                  <a:pt x="107005" y="144980"/>
                </a:lnTo>
                <a:lnTo>
                  <a:pt x="109066" y="144450"/>
                </a:lnTo>
                <a:lnTo>
                  <a:pt x="111038" y="143762"/>
                </a:lnTo>
                <a:lnTo>
                  <a:pt x="112919" y="142901"/>
                </a:lnTo>
                <a:lnTo>
                  <a:pt x="114706" y="141851"/>
                </a:lnTo>
                <a:lnTo>
                  <a:pt x="116395" y="140598"/>
                </a:lnTo>
                <a:lnTo>
                  <a:pt x="117985" y="139126"/>
                </a:lnTo>
                <a:lnTo>
                  <a:pt x="119072" y="137921"/>
                </a:lnTo>
                <a:lnTo>
                  <a:pt x="120095" y="136533"/>
                </a:lnTo>
                <a:lnTo>
                  <a:pt x="121057" y="134950"/>
                </a:lnTo>
                <a:lnTo>
                  <a:pt x="121960" y="133157"/>
                </a:lnTo>
                <a:lnTo>
                  <a:pt x="122804" y="131140"/>
                </a:lnTo>
                <a:lnTo>
                  <a:pt x="123592" y="128885"/>
                </a:lnTo>
                <a:lnTo>
                  <a:pt x="124327" y="126379"/>
                </a:lnTo>
                <a:lnTo>
                  <a:pt x="125009" y="123606"/>
                </a:lnTo>
                <a:lnTo>
                  <a:pt x="125641" y="120554"/>
                </a:lnTo>
                <a:lnTo>
                  <a:pt x="126224" y="117208"/>
                </a:lnTo>
                <a:lnTo>
                  <a:pt x="142390" y="117208"/>
                </a:lnTo>
                <a:lnTo>
                  <a:pt x="142978" y="117185"/>
                </a:lnTo>
                <a:lnTo>
                  <a:pt x="143526" y="117114"/>
                </a:lnTo>
                <a:lnTo>
                  <a:pt x="144033" y="116994"/>
                </a:lnTo>
                <a:lnTo>
                  <a:pt x="144497" y="116825"/>
                </a:lnTo>
                <a:lnTo>
                  <a:pt x="144916" y="116606"/>
                </a:lnTo>
                <a:lnTo>
                  <a:pt x="145289" y="116335"/>
                </a:lnTo>
                <a:lnTo>
                  <a:pt x="145613" y="116012"/>
                </a:lnTo>
                <a:lnTo>
                  <a:pt x="145887" y="115636"/>
                </a:lnTo>
                <a:lnTo>
                  <a:pt x="146109" y="115206"/>
                </a:lnTo>
                <a:lnTo>
                  <a:pt x="146277" y="114721"/>
                </a:lnTo>
                <a:lnTo>
                  <a:pt x="144871" y="113067"/>
                </a:lnTo>
                <a:lnTo>
                  <a:pt x="143312" y="111317"/>
                </a:lnTo>
                <a:lnTo>
                  <a:pt x="141671" y="109536"/>
                </a:lnTo>
                <a:lnTo>
                  <a:pt x="140019" y="107787"/>
                </a:lnTo>
                <a:lnTo>
                  <a:pt x="138426" y="106132"/>
                </a:lnTo>
                <a:lnTo>
                  <a:pt x="136965" y="104637"/>
                </a:lnTo>
                <a:lnTo>
                  <a:pt x="135704" y="103363"/>
                </a:lnTo>
                <a:lnTo>
                  <a:pt x="134716" y="102375"/>
                </a:lnTo>
                <a:lnTo>
                  <a:pt x="134071" y="101735"/>
                </a:lnTo>
                <a:lnTo>
                  <a:pt x="133841" y="101508"/>
                </a:lnTo>
                <a:lnTo>
                  <a:pt x="126846" y="112700"/>
                </a:lnTo>
                <a:lnTo>
                  <a:pt x="127163" y="110214"/>
                </a:lnTo>
                <a:lnTo>
                  <a:pt x="127462" y="107601"/>
                </a:lnTo>
                <a:lnTo>
                  <a:pt x="127745" y="104859"/>
                </a:lnTo>
                <a:lnTo>
                  <a:pt x="128012" y="101980"/>
                </a:lnTo>
                <a:lnTo>
                  <a:pt x="128264" y="98962"/>
                </a:lnTo>
                <a:lnTo>
                  <a:pt x="128502" y="95800"/>
                </a:lnTo>
                <a:lnTo>
                  <a:pt x="128727" y="92488"/>
                </a:lnTo>
                <a:lnTo>
                  <a:pt x="128940" y="89022"/>
                </a:lnTo>
                <a:lnTo>
                  <a:pt x="129141" y="85398"/>
                </a:lnTo>
                <a:lnTo>
                  <a:pt x="129333" y="81611"/>
                </a:lnTo>
                <a:lnTo>
                  <a:pt x="145344" y="81611"/>
                </a:lnTo>
                <a:lnTo>
                  <a:pt x="145973" y="81587"/>
                </a:lnTo>
                <a:lnTo>
                  <a:pt x="146555" y="81516"/>
                </a:lnTo>
                <a:lnTo>
                  <a:pt x="147088" y="81396"/>
                </a:lnTo>
                <a:lnTo>
                  <a:pt x="147572" y="81228"/>
                </a:lnTo>
                <a:lnTo>
                  <a:pt x="148006" y="81008"/>
                </a:lnTo>
                <a:lnTo>
                  <a:pt x="148388" y="80738"/>
                </a:lnTo>
                <a:lnTo>
                  <a:pt x="148718" y="80415"/>
                </a:lnTo>
                <a:lnTo>
                  <a:pt x="148995" y="80039"/>
                </a:lnTo>
                <a:lnTo>
                  <a:pt x="149218" y="79609"/>
                </a:lnTo>
                <a:lnTo>
                  <a:pt x="149386" y="79123"/>
                </a:lnTo>
                <a:lnTo>
                  <a:pt x="147929" y="77367"/>
                </a:lnTo>
                <a:lnTo>
                  <a:pt x="146313" y="75503"/>
                </a:lnTo>
                <a:lnTo>
                  <a:pt x="144611" y="73600"/>
                </a:lnTo>
                <a:lnTo>
                  <a:pt x="142897" y="71727"/>
                </a:lnTo>
                <a:lnTo>
                  <a:pt x="141244" y="69952"/>
                </a:lnTo>
                <a:lnTo>
                  <a:pt x="139727" y="68345"/>
                </a:lnTo>
                <a:lnTo>
                  <a:pt x="138418" y="66975"/>
                </a:lnTo>
                <a:lnTo>
                  <a:pt x="137392" y="65912"/>
                </a:lnTo>
                <a:lnTo>
                  <a:pt x="136723" y="65223"/>
                </a:lnTo>
                <a:lnTo>
                  <a:pt x="136483" y="64978"/>
                </a:lnTo>
                <a:lnTo>
                  <a:pt x="129644" y="76325"/>
                </a:lnTo>
                <a:lnTo>
                  <a:pt x="130576" y="47878"/>
                </a:lnTo>
                <a:lnTo>
                  <a:pt x="131565" y="47720"/>
                </a:lnTo>
                <a:lnTo>
                  <a:pt x="132480" y="47526"/>
                </a:lnTo>
                <a:lnTo>
                  <a:pt x="133323" y="47299"/>
                </a:lnTo>
                <a:lnTo>
                  <a:pt x="134093" y="47040"/>
                </a:lnTo>
                <a:lnTo>
                  <a:pt x="134793" y="46751"/>
                </a:lnTo>
                <a:lnTo>
                  <a:pt x="135423" y="46435"/>
                </a:lnTo>
                <a:lnTo>
                  <a:pt x="135983" y="46092"/>
                </a:lnTo>
                <a:lnTo>
                  <a:pt x="136476" y="45724"/>
                </a:lnTo>
                <a:lnTo>
                  <a:pt x="136901" y="45335"/>
                </a:lnTo>
                <a:lnTo>
                  <a:pt x="137261" y="44925"/>
                </a:lnTo>
                <a:lnTo>
                  <a:pt x="121716" y="31245"/>
                </a:lnTo>
                <a:lnTo>
                  <a:pt x="112389" y="40728"/>
                </a:lnTo>
                <a:lnTo>
                  <a:pt x="77724" y="40728"/>
                </a:lnTo>
                <a:lnTo>
                  <a:pt x="65133" y="34665"/>
                </a:lnTo>
                <a:lnTo>
                  <a:pt x="65870" y="33686"/>
                </a:lnTo>
                <a:lnTo>
                  <a:pt x="66589" y="32707"/>
                </a:lnTo>
                <a:lnTo>
                  <a:pt x="67291" y="31727"/>
                </a:lnTo>
                <a:lnTo>
                  <a:pt x="67978" y="30748"/>
                </a:lnTo>
                <a:lnTo>
                  <a:pt x="68650" y="29769"/>
                </a:lnTo>
                <a:lnTo>
                  <a:pt x="69307" y="28789"/>
                </a:lnTo>
                <a:lnTo>
                  <a:pt x="69952" y="27810"/>
                </a:lnTo>
                <a:lnTo>
                  <a:pt x="70585" y="26831"/>
                </a:lnTo>
                <a:lnTo>
                  <a:pt x="71206" y="25851"/>
                </a:lnTo>
                <a:lnTo>
                  <a:pt x="71817" y="24872"/>
                </a:lnTo>
                <a:lnTo>
                  <a:pt x="141924" y="24872"/>
                </a:lnTo>
                <a:lnTo>
                  <a:pt x="142562" y="24849"/>
                </a:lnTo>
                <a:lnTo>
                  <a:pt x="143166" y="24778"/>
                </a:lnTo>
                <a:lnTo>
                  <a:pt x="143732" y="24658"/>
                </a:lnTo>
                <a:lnTo>
                  <a:pt x="144252" y="24489"/>
                </a:lnTo>
                <a:lnTo>
                  <a:pt x="144722" y="24270"/>
                </a:lnTo>
                <a:lnTo>
                  <a:pt x="145136" y="23999"/>
                </a:lnTo>
                <a:lnTo>
                  <a:pt x="145489" y="23676"/>
                </a:lnTo>
                <a:lnTo>
                  <a:pt x="145774" y="23300"/>
                </a:lnTo>
                <a:lnTo>
                  <a:pt x="145987" y="22870"/>
                </a:lnTo>
                <a:lnTo>
                  <a:pt x="146121" y="22385"/>
                </a:lnTo>
                <a:lnTo>
                  <a:pt x="144136" y="20498"/>
                </a:lnTo>
                <a:lnTo>
                  <a:pt x="141971" y="18521"/>
                </a:lnTo>
                <a:lnTo>
                  <a:pt x="139719" y="16522"/>
                </a:lnTo>
                <a:lnTo>
                  <a:pt x="137471" y="14568"/>
                </a:lnTo>
                <a:lnTo>
                  <a:pt x="135317" y="12728"/>
                </a:lnTo>
                <a:lnTo>
                  <a:pt x="133351" y="11069"/>
                </a:lnTo>
                <a:lnTo>
                  <a:pt x="131662" y="9661"/>
                </a:lnTo>
                <a:lnTo>
                  <a:pt x="130343" y="8571"/>
                </a:lnTo>
                <a:lnTo>
                  <a:pt x="129484" y="7867"/>
                </a:lnTo>
                <a:lnTo>
                  <a:pt x="129177" y="7617"/>
                </a:lnTo>
                <a:close/>
                <a:moveTo>
                  <a:pt x="109902" y="112700"/>
                </a:moveTo>
                <a:lnTo>
                  <a:pt x="63578" y="112700"/>
                </a:lnTo>
                <a:lnTo>
                  <a:pt x="64053" y="110016"/>
                </a:lnTo>
                <a:lnTo>
                  <a:pt x="64543" y="107199"/>
                </a:lnTo>
                <a:lnTo>
                  <a:pt x="65044" y="104261"/>
                </a:lnTo>
                <a:lnTo>
                  <a:pt x="65553" y="101219"/>
                </a:lnTo>
                <a:lnTo>
                  <a:pt x="66065" y="98088"/>
                </a:lnTo>
                <a:lnTo>
                  <a:pt x="66578" y="94882"/>
                </a:lnTo>
                <a:lnTo>
                  <a:pt x="67086" y="91616"/>
                </a:lnTo>
                <a:lnTo>
                  <a:pt x="67588" y="88306"/>
                </a:lnTo>
                <a:lnTo>
                  <a:pt x="68078" y="84966"/>
                </a:lnTo>
                <a:lnTo>
                  <a:pt x="68553" y="81611"/>
                </a:lnTo>
                <a:lnTo>
                  <a:pt x="112855" y="81611"/>
                </a:lnTo>
                <a:lnTo>
                  <a:pt x="112617" y="85570"/>
                </a:lnTo>
                <a:lnTo>
                  <a:pt x="112369" y="89336"/>
                </a:lnTo>
                <a:lnTo>
                  <a:pt x="112110" y="92909"/>
                </a:lnTo>
                <a:lnTo>
                  <a:pt x="111838" y="96292"/>
                </a:lnTo>
                <a:lnTo>
                  <a:pt x="111553" y="99487"/>
                </a:lnTo>
                <a:lnTo>
                  <a:pt x="111255" y="102495"/>
                </a:lnTo>
                <a:lnTo>
                  <a:pt x="110941" y="105319"/>
                </a:lnTo>
                <a:lnTo>
                  <a:pt x="110612" y="107960"/>
                </a:lnTo>
                <a:lnTo>
                  <a:pt x="110266" y="110419"/>
                </a:lnTo>
                <a:lnTo>
                  <a:pt x="109902" y="112700"/>
                </a:lnTo>
                <a:close/>
                <a:moveTo>
                  <a:pt x="113011" y="77103"/>
                </a:moveTo>
                <a:lnTo>
                  <a:pt x="69330" y="77103"/>
                </a:lnTo>
                <a:lnTo>
                  <a:pt x="69833" y="73570"/>
                </a:lnTo>
                <a:lnTo>
                  <a:pt x="70318" y="70071"/>
                </a:lnTo>
                <a:lnTo>
                  <a:pt x="70785" y="66621"/>
                </a:lnTo>
                <a:lnTo>
                  <a:pt x="71232" y="63234"/>
                </a:lnTo>
                <a:lnTo>
                  <a:pt x="71662" y="59926"/>
                </a:lnTo>
                <a:lnTo>
                  <a:pt x="72072" y="56710"/>
                </a:lnTo>
                <a:lnTo>
                  <a:pt x="72464" y="53603"/>
                </a:lnTo>
                <a:lnTo>
                  <a:pt x="72837" y="50619"/>
                </a:lnTo>
                <a:lnTo>
                  <a:pt x="73191" y="47773"/>
                </a:lnTo>
                <a:lnTo>
                  <a:pt x="73527" y="45080"/>
                </a:lnTo>
                <a:lnTo>
                  <a:pt x="114099" y="45080"/>
                </a:lnTo>
                <a:lnTo>
                  <a:pt x="114005" y="48671"/>
                </a:lnTo>
                <a:lnTo>
                  <a:pt x="113911" y="52171"/>
                </a:lnTo>
                <a:lnTo>
                  <a:pt x="113815" y="55581"/>
                </a:lnTo>
                <a:lnTo>
                  <a:pt x="113716" y="58904"/>
                </a:lnTo>
                <a:lnTo>
                  <a:pt x="113613" y="62141"/>
                </a:lnTo>
                <a:lnTo>
                  <a:pt x="113506" y="65293"/>
                </a:lnTo>
                <a:lnTo>
                  <a:pt x="113393" y="68364"/>
                </a:lnTo>
                <a:lnTo>
                  <a:pt x="113273" y="71355"/>
                </a:lnTo>
                <a:lnTo>
                  <a:pt x="113146" y="74267"/>
                </a:lnTo>
                <a:lnTo>
                  <a:pt x="113011" y="7710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Freeform 77"/>
          <p:cNvSpPr/>
          <p:nvPr/>
        </p:nvSpPr>
        <p:spPr>
          <a:xfrm>
            <a:off x="1143549" y="6405619"/>
            <a:ext cx="148704" cy="146432"/>
          </a:xfrm>
          <a:custGeom>
            <a:avLst/>
            <a:gdLst/>
            <a:ahLst/>
            <a:cxnLst/>
            <a:rect l="l" t="t" r="r" b="b"/>
            <a:pathLst>
              <a:path w="148704" h="146432">
                <a:moveTo>
                  <a:pt x="89227" y="1865"/>
                </a:moveTo>
                <a:lnTo>
                  <a:pt x="65443" y="0"/>
                </a:lnTo>
                <a:lnTo>
                  <a:pt x="65443" y="35753"/>
                </a:lnTo>
                <a:lnTo>
                  <a:pt x="36996" y="35753"/>
                </a:lnTo>
                <a:lnTo>
                  <a:pt x="36996" y="13368"/>
                </a:lnTo>
                <a:lnTo>
                  <a:pt x="38169" y="13154"/>
                </a:lnTo>
                <a:lnTo>
                  <a:pt x="39176" y="12885"/>
                </a:lnTo>
                <a:lnTo>
                  <a:pt x="40031" y="12561"/>
                </a:lnTo>
                <a:lnTo>
                  <a:pt x="40744" y="12185"/>
                </a:lnTo>
                <a:lnTo>
                  <a:pt x="41329" y="11756"/>
                </a:lnTo>
                <a:lnTo>
                  <a:pt x="41798" y="11275"/>
                </a:lnTo>
                <a:lnTo>
                  <a:pt x="42162" y="10745"/>
                </a:lnTo>
                <a:lnTo>
                  <a:pt x="42433" y="10165"/>
                </a:lnTo>
                <a:lnTo>
                  <a:pt x="42625" y="9536"/>
                </a:lnTo>
                <a:lnTo>
                  <a:pt x="42748" y="8860"/>
                </a:lnTo>
                <a:lnTo>
                  <a:pt x="19120" y="6529"/>
                </a:lnTo>
                <a:lnTo>
                  <a:pt x="19120" y="33888"/>
                </a:lnTo>
                <a:lnTo>
                  <a:pt x="18514" y="34278"/>
                </a:lnTo>
                <a:lnTo>
                  <a:pt x="17913" y="34700"/>
                </a:lnTo>
                <a:lnTo>
                  <a:pt x="17322" y="35145"/>
                </a:lnTo>
                <a:lnTo>
                  <a:pt x="16744" y="35609"/>
                </a:lnTo>
                <a:lnTo>
                  <a:pt x="16186" y="36083"/>
                </a:lnTo>
                <a:lnTo>
                  <a:pt x="15650" y="36563"/>
                </a:lnTo>
                <a:lnTo>
                  <a:pt x="15143" y="37040"/>
                </a:lnTo>
                <a:lnTo>
                  <a:pt x="14668" y="37509"/>
                </a:lnTo>
                <a:lnTo>
                  <a:pt x="14230" y="37963"/>
                </a:lnTo>
                <a:lnTo>
                  <a:pt x="13835" y="38396"/>
                </a:lnTo>
                <a:lnTo>
                  <a:pt x="32488" y="47878"/>
                </a:lnTo>
                <a:lnTo>
                  <a:pt x="37929" y="40261"/>
                </a:lnTo>
                <a:lnTo>
                  <a:pt x="110990" y="40261"/>
                </a:lnTo>
                <a:lnTo>
                  <a:pt x="110990" y="44769"/>
                </a:lnTo>
                <a:lnTo>
                  <a:pt x="103683" y="52697"/>
                </a:lnTo>
                <a:lnTo>
                  <a:pt x="41971" y="52697"/>
                </a:lnTo>
                <a:lnTo>
                  <a:pt x="21607" y="45391"/>
                </a:lnTo>
                <a:lnTo>
                  <a:pt x="21607" y="87051"/>
                </a:lnTo>
                <a:lnTo>
                  <a:pt x="21518" y="93413"/>
                </a:lnTo>
                <a:lnTo>
                  <a:pt x="21195" y="99705"/>
                </a:lnTo>
                <a:lnTo>
                  <a:pt x="20553" y="105907"/>
                </a:lnTo>
                <a:lnTo>
                  <a:pt x="19508" y="111995"/>
                </a:lnTo>
                <a:lnTo>
                  <a:pt x="17973" y="117946"/>
                </a:lnTo>
                <a:lnTo>
                  <a:pt x="15865" y="123739"/>
                </a:lnTo>
                <a:lnTo>
                  <a:pt x="13099" y="129351"/>
                </a:lnTo>
                <a:lnTo>
                  <a:pt x="9589" y="134760"/>
                </a:lnTo>
                <a:lnTo>
                  <a:pt x="5251" y="139943"/>
                </a:lnTo>
                <a:lnTo>
                  <a:pt x="0" y="144877"/>
                </a:lnTo>
                <a:lnTo>
                  <a:pt x="1243" y="146432"/>
                </a:lnTo>
                <a:lnTo>
                  <a:pt x="10733" y="141785"/>
                </a:lnTo>
                <a:lnTo>
                  <a:pt x="18515" y="136659"/>
                </a:lnTo>
                <a:lnTo>
                  <a:pt x="24757" y="131124"/>
                </a:lnTo>
                <a:lnTo>
                  <a:pt x="29624" y="125251"/>
                </a:lnTo>
                <a:lnTo>
                  <a:pt x="33285" y="119112"/>
                </a:lnTo>
                <a:lnTo>
                  <a:pt x="35906" y="112777"/>
                </a:lnTo>
                <a:lnTo>
                  <a:pt x="37653" y="106317"/>
                </a:lnTo>
                <a:lnTo>
                  <a:pt x="38695" y="99802"/>
                </a:lnTo>
                <a:lnTo>
                  <a:pt x="39198" y="93305"/>
                </a:lnTo>
                <a:lnTo>
                  <a:pt x="39328" y="86895"/>
                </a:lnTo>
                <a:lnTo>
                  <a:pt x="39328" y="57205"/>
                </a:lnTo>
                <a:lnTo>
                  <a:pt x="105393" y="57205"/>
                </a:lnTo>
                <a:lnTo>
                  <a:pt x="105542" y="67891"/>
                </a:lnTo>
                <a:lnTo>
                  <a:pt x="105948" y="78410"/>
                </a:lnTo>
                <a:lnTo>
                  <a:pt x="106692" y="88635"/>
                </a:lnTo>
                <a:lnTo>
                  <a:pt x="107853" y="98437"/>
                </a:lnTo>
                <a:lnTo>
                  <a:pt x="109513" y="107686"/>
                </a:lnTo>
                <a:lnTo>
                  <a:pt x="111751" y="116255"/>
                </a:lnTo>
                <a:lnTo>
                  <a:pt x="114647" y="124014"/>
                </a:lnTo>
                <a:lnTo>
                  <a:pt x="118282" y="130835"/>
                </a:lnTo>
                <a:lnTo>
                  <a:pt x="122736" y="136589"/>
                </a:lnTo>
                <a:lnTo>
                  <a:pt x="128089" y="141147"/>
                </a:lnTo>
                <a:lnTo>
                  <a:pt x="130051" y="142479"/>
                </a:lnTo>
                <a:lnTo>
                  <a:pt x="132094" y="143650"/>
                </a:lnTo>
                <a:lnTo>
                  <a:pt x="134186" y="144622"/>
                </a:lnTo>
                <a:lnTo>
                  <a:pt x="136294" y="145355"/>
                </a:lnTo>
                <a:lnTo>
                  <a:pt x="138387" y="145810"/>
                </a:lnTo>
                <a:lnTo>
                  <a:pt x="140434" y="145948"/>
                </a:lnTo>
                <a:lnTo>
                  <a:pt x="142402" y="145730"/>
                </a:lnTo>
                <a:lnTo>
                  <a:pt x="144260" y="145116"/>
                </a:lnTo>
                <a:lnTo>
                  <a:pt x="145977" y="144068"/>
                </a:lnTo>
                <a:lnTo>
                  <a:pt x="147520" y="142546"/>
                </a:lnTo>
                <a:lnTo>
                  <a:pt x="148084" y="141562"/>
                </a:lnTo>
                <a:lnTo>
                  <a:pt x="148470" y="140474"/>
                </a:lnTo>
                <a:lnTo>
                  <a:pt x="148677" y="139282"/>
                </a:lnTo>
                <a:lnTo>
                  <a:pt x="148704" y="137984"/>
                </a:lnTo>
                <a:lnTo>
                  <a:pt x="148550" y="136580"/>
                </a:lnTo>
                <a:lnTo>
                  <a:pt x="148214" y="135069"/>
                </a:lnTo>
                <a:lnTo>
                  <a:pt x="147695" y="133450"/>
                </a:lnTo>
                <a:lnTo>
                  <a:pt x="146993" y="131722"/>
                </a:lnTo>
                <a:lnTo>
                  <a:pt x="146105" y="129883"/>
                </a:lnTo>
                <a:lnTo>
                  <a:pt x="145033" y="127934"/>
                </a:lnTo>
                <a:lnTo>
                  <a:pt x="146276" y="106482"/>
                </a:lnTo>
                <a:lnTo>
                  <a:pt x="144566" y="106326"/>
                </a:lnTo>
                <a:lnTo>
                  <a:pt x="144142" y="107949"/>
                </a:lnTo>
                <a:lnTo>
                  <a:pt x="143708" y="109550"/>
                </a:lnTo>
                <a:lnTo>
                  <a:pt x="143265" y="111126"/>
                </a:lnTo>
                <a:lnTo>
                  <a:pt x="142813" y="112676"/>
                </a:lnTo>
                <a:lnTo>
                  <a:pt x="142351" y="114196"/>
                </a:lnTo>
                <a:lnTo>
                  <a:pt x="141880" y="115683"/>
                </a:lnTo>
                <a:lnTo>
                  <a:pt x="141400" y="117135"/>
                </a:lnTo>
                <a:lnTo>
                  <a:pt x="140910" y="118548"/>
                </a:lnTo>
                <a:lnTo>
                  <a:pt x="140411" y="119921"/>
                </a:lnTo>
                <a:lnTo>
                  <a:pt x="139903" y="121249"/>
                </a:lnTo>
                <a:lnTo>
                  <a:pt x="139627" y="121678"/>
                </a:lnTo>
                <a:lnTo>
                  <a:pt x="139353" y="122033"/>
                </a:lnTo>
                <a:lnTo>
                  <a:pt x="139076" y="122313"/>
                </a:lnTo>
                <a:lnTo>
                  <a:pt x="138789" y="122518"/>
                </a:lnTo>
                <a:lnTo>
                  <a:pt x="138484" y="122648"/>
                </a:lnTo>
                <a:lnTo>
                  <a:pt x="138157" y="122704"/>
                </a:lnTo>
                <a:lnTo>
                  <a:pt x="137799" y="122686"/>
                </a:lnTo>
                <a:lnTo>
                  <a:pt x="137406" y="122592"/>
                </a:lnTo>
                <a:lnTo>
                  <a:pt x="136969" y="122425"/>
                </a:lnTo>
                <a:lnTo>
                  <a:pt x="136483" y="122182"/>
                </a:lnTo>
                <a:lnTo>
                  <a:pt x="133259" y="119257"/>
                </a:lnTo>
                <a:lnTo>
                  <a:pt x="130560" y="115008"/>
                </a:lnTo>
                <a:lnTo>
                  <a:pt x="128349" y="109651"/>
                </a:lnTo>
                <a:lnTo>
                  <a:pt x="126592" y="103401"/>
                </a:lnTo>
                <a:lnTo>
                  <a:pt x="125252" y="96475"/>
                </a:lnTo>
                <a:lnTo>
                  <a:pt x="124295" y="89087"/>
                </a:lnTo>
                <a:lnTo>
                  <a:pt x="123684" y="81452"/>
                </a:lnTo>
                <a:lnTo>
                  <a:pt x="123386" y="73787"/>
                </a:lnTo>
                <a:lnTo>
                  <a:pt x="123363" y="66306"/>
                </a:lnTo>
                <a:lnTo>
                  <a:pt x="123581" y="59226"/>
                </a:lnTo>
                <a:lnTo>
                  <a:pt x="124448" y="59072"/>
                </a:lnTo>
                <a:lnTo>
                  <a:pt x="125273" y="58892"/>
                </a:lnTo>
                <a:lnTo>
                  <a:pt x="126054" y="58688"/>
                </a:lnTo>
                <a:lnTo>
                  <a:pt x="126787" y="58462"/>
                </a:lnTo>
                <a:lnTo>
                  <a:pt x="127467" y="58215"/>
                </a:lnTo>
                <a:lnTo>
                  <a:pt x="128091" y="57950"/>
                </a:lnTo>
                <a:lnTo>
                  <a:pt x="128656" y="57667"/>
                </a:lnTo>
                <a:lnTo>
                  <a:pt x="129157" y="57370"/>
                </a:lnTo>
                <a:lnTo>
                  <a:pt x="129591" y="57060"/>
                </a:lnTo>
                <a:lnTo>
                  <a:pt x="129954" y="56738"/>
                </a:lnTo>
                <a:lnTo>
                  <a:pt x="117052" y="46634"/>
                </a:lnTo>
                <a:lnTo>
                  <a:pt x="118945" y="46450"/>
                </a:lnTo>
                <a:lnTo>
                  <a:pt x="120777" y="46189"/>
                </a:lnTo>
                <a:lnTo>
                  <a:pt x="122515" y="45866"/>
                </a:lnTo>
                <a:lnTo>
                  <a:pt x="124128" y="45498"/>
                </a:lnTo>
                <a:lnTo>
                  <a:pt x="125582" y="45099"/>
                </a:lnTo>
                <a:lnTo>
                  <a:pt x="126845" y="44687"/>
                </a:lnTo>
                <a:lnTo>
                  <a:pt x="127884" y="44276"/>
                </a:lnTo>
                <a:lnTo>
                  <a:pt x="128667" y="43883"/>
                </a:lnTo>
                <a:lnTo>
                  <a:pt x="129161" y="43524"/>
                </a:lnTo>
                <a:lnTo>
                  <a:pt x="129332" y="43214"/>
                </a:lnTo>
                <a:lnTo>
                  <a:pt x="129332" y="12902"/>
                </a:lnTo>
                <a:lnTo>
                  <a:pt x="130505" y="12688"/>
                </a:lnTo>
                <a:lnTo>
                  <a:pt x="131512" y="12420"/>
                </a:lnTo>
                <a:lnTo>
                  <a:pt x="132367" y="12099"/>
                </a:lnTo>
                <a:lnTo>
                  <a:pt x="133081" y="11728"/>
                </a:lnTo>
                <a:lnTo>
                  <a:pt x="133665" y="11309"/>
                </a:lnTo>
                <a:lnTo>
                  <a:pt x="134134" y="10843"/>
                </a:lnTo>
                <a:lnTo>
                  <a:pt x="134498" y="10332"/>
                </a:lnTo>
                <a:lnTo>
                  <a:pt x="134769" y="9778"/>
                </a:lnTo>
                <a:lnTo>
                  <a:pt x="134961" y="9183"/>
                </a:lnTo>
                <a:lnTo>
                  <a:pt x="135084" y="8550"/>
                </a:lnTo>
                <a:lnTo>
                  <a:pt x="110990" y="6529"/>
                </a:lnTo>
                <a:lnTo>
                  <a:pt x="110990" y="35753"/>
                </a:lnTo>
                <a:lnTo>
                  <a:pt x="83631" y="35753"/>
                </a:lnTo>
                <a:lnTo>
                  <a:pt x="83631" y="6218"/>
                </a:lnTo>
                <a:lnTo>
                  <a:pt x="84761" y="6004"/>
                </a:lnTo>
                <a:lnTo>
                  <a:pt x="85735" y="5735"/>
                </a:lnTo>
                <a:lnTo>
                  <a:pt x="86563" y="5415"/>
                </a:lnTo>
                <a:lnTo>
                  <a:pt x="87257" y="5044"/>
                </a:lnTo>
                <a:lnTo>
                  <a:pt x="87828" y="4624"/>
                </a:lnTo>
                <a:lnTo>
                  <a:pt x="88287" y="4158"/>
                </a:lnTo>
                <a:lnTo>
                  <a:pt x="88645" y="3648"/>
                </a:lnTo>
                <a:lnTo>
                  <a:pt x="88913" y="3094"/>
                </a:lnTo>
                <a:lnTo>
                  <a:pt x="89104" y="2499"/>
                </a:lnTo>
                <a:lnTo>
                  <a:pt x="89227" y="1865"/>
                </a:lnTo>
                <a:close/>
                <a:moveTo>
                  <a:pt x="103528" y="69951"/>
                </a:moveTo>
                <a:lnTo>
                  <a:pt x="82543" y="61091"/>
                </a:lnTo>
                <a:lnTo>
                  <a:pt x="81824" y="63549"/>
                </a:lnTo>
                <a:lnTo>
                  <a:pt x="81069" y="65978"/>
                </a:lnTo>
                <a:lnTo>
                  <a:pt x="80276" y="68380"/>
                </a:lnTo>
                <a:lnTo>
                  <a:pt x="79446" y="70754"/>
                </a:lnTo>
                <a:lnTo>
                  <a:pt x="78579" y="73099"/>
                </a:lnTo>
                <a:lnTo>
                  <a:pt x="77674" y="75417"/>
                </a:lnTo>
                <a:lnTo>
                  <a:pt x="76732" y="77707"/>
                </a:lnTo>
                <a:lnTo>
                  <a:pt x="75753" y="79969"/>
                </a:lnTo>
                <a:lnTo>
                  <a:pt x="74736" y="82202"/>
                </a:lnTo>
                <a:lnTo>
                  <a:pt x="73682" y="84408"/>
                </a:lnTo>
                <a:lnTo>
                  <a:pt x="71392" y="82818"/>
                </a:lnTo>
                <a:lnTo>
                  <a:pt x="69000" y="81222"/>
                </a:lnTo>
                <a:lnTo>
                  <a:pt x="66505" y="79622"/>
                </a:lnTo>
                <a:lnTo>
                  <a:pt x="63907" y="78021"/>
                </a:lnTo>
                <a:lnTo>
                  <a:pt x="61207" y="76422"/>
                </a:lnTo>
                <a:lnTo>
                  <a:pt x="58405" y="74828"/>
                </a:lnTo>
                <a:lnTo>
                  <a:pt x="55499" y="73241"/>
                </a:lnTo>
                <a:lnTo>
                  <a:pt x="52491" y="71664"/>
                </a:lnTo>
                <a:lnTo>
                  <a:pt x="49381" y="70100"/>
                </a:lnTo>
                <a:lnTo>
                  <a:pt x="46168" y="68552"/>
                </a:lnTo>
                <a:lnTo>
                  <a:pt x="44302" y="69796"/>
                </a:lnTo>
                <a:lnTo>
                  <a:pt x="46521" y="72038"/>
                </a:lnTo>
                <a:lnTo>
                  <a:pt x="48787" y="74375"/>
                </a:lnTo>
                <a:lnTo>
                  <a:pt x="51092" y="76800"/>
                </a:lnTo>
                <a:lnTo>
                  <a:pt x="53428" y="79304"/>
                </a:lnTo>
                <a:lnTo>
                  <a:pt x="55786" y="81882"/>
                </a:lnTo>
                <a:lnTo>
                  <a:pt x="58158" y="84525"/>
                </a:lnTo>
                <a:lnTo>
                  <a:pt x="60536" y="87226"/>
                </a:lnTo>
                <a:lnTo>
                  <a:pt x="62911" y="89977"/>
                </a:lnTo>
                <a:lnTo>
                  <a:pt x="65275" y="92771"/>
                </a:lnTo>
                <a:lnTo>
                  <a:pt x="67620" y="95600"/>
                </a:lnTo>
                <a:lnTo>
                  <a:pt x="64604" y="100496"/>
                </a:lnTo>
                <a:lnTo>
                  <a:pt x="61443" y="105198"/>
                </a:lnTo>
                <a:lnTo>
                  <a:pt x="58147" y="109701"/>
                </a:lnTo>
                <a:lnTo>
                  <a:pt x="54729" y="113998"/>
                </a:lnTo>
                <a:lnTo>
                  <a:pt x="51200" y="118082"/>
                </a:lnTo>
                <a:lnTo>
                  <a:pt x="47574" y="121947"/>
                </a:lnTo>
                <a:lnTo>
                  <a:pt x="43862" y="125586"/>
                </a:lnTo>
                <a:lnTo>
                  <a:pt x="40077" y="128993"/>
                </a:lnTo>
                <a:lnTo>
                  <a:pt x="36229" y="132161"/>
                </a:lnTo>
                <a:lnTo>
                  <a:pt x="32333" y="135084"/>
                </a:lnTo>
                <a:lnTo>
                  <a:pt x="34043" y="136950"/>
                </a:lnTo>
                <a:lnTo>
                  <a:pt x="38752" y="134766"/>
                </a:lnTo>
                <a:lnTo>
                  <a:pt x="43362" y="132408"/>
                </a:lnTo>
                <a:lnTo>
                  <a:pt x="47868" y="129869"/>
                </a:lnTo>
                <a:lnTo>
                  <a:pt x="52264" y="127143"/>
                </a:lnTo>
                <a:lnTo>
                  <a:pt x="56544" y="124222"/>
                </a:lnTo>
                <a:lnTo>
                  <a:pt x="60703" y="121101"/>
                </a:lnTo>
                <a:lnTo>
                  <a:pt x="64735" y="117773"/>
                </a:lnTo>
                <a:lnTo>
                  <a:pt x="68634" y="114232"/>
                </a:lnTo>
                <a:lnTo>
                  <a:pt x="72396" y="110470"/>
                </a:lnTo>
                <a:lnTo>
                  <a:pt x="76014" y="106482"/>
                </a:lnTo>
                <a:lnTo>
                  <a:pt x="77850" y="109041"/>
                </a:lnTo>
                <a:lnTo>
                  <a:pt x="79624" y="111588"/>
                </a:lnTo>
                <a:lnTo>
                  <a:pt x="81329" y="114118"/>
                </a:lnTo>
                <a:lnTo>
                  <a:pt x="82958" y="116627"/>
                </a:lnTo>
                <a:lnTo>
                  <a:pt x="84505" y="119112"/>
                </a:lnTo>
                <a:lnTo>
                  <a:pt x="85964" y="121569"/>
                </a:lnTo>
                <a:lnTo>
                  <a:pt x="87327" y="123994"/>
                </a:lnTo>
                <a:lnTo>
                  <a:pt x="88589" y="126384"/>
                </a:lnTo>
                <a:lnTo>
                  <a:pt x="89742" y="128735"/>
                </a:lnTo>
                <a:lnTo>
                  <a:pt x="90781" y="131043"/>
                </a:lnTo>
                <a:lnTo>
                  <a:pt x="94948" y="132999"/>
                </a:lnTo>
                <a:lnTo>
                  <a:pt x="98560" y="133282"/>
                </a:lnTo>
                <a:lnTo>
                  <a:pt x="101435" y="132047"/>
                </a:lnTo>
                <a:lnTo>
                  <a:pt x="103391" y="129448"/>
                </a:lnTo>
                <a:lnTo>
                  <a:pt x="104247" y="125641"/>
                </a:lnTo>
                <a:lnTo>
                  <a:pt x="103820" y="120779"/>
                </a:lnTo>
                <a:lnTo>
                  <a:pt x="101929" y="115019"/>
                </a:lnTo>
                <a:lnTo>
                  <a:pt x="98392" y="108514"/>
                </a:lnTo>
                <a:lnTo>
                  <a:pt x="93027" y="101419"/>
                </a:lnTo>
                <a:lnTo>
                  <a:pt x="85651" y="93890"/>
                </a:lnTo>
                <a:lnTo>
                  <a:pt x="86901" y="91955"/>
                </a:lnTo>
                <a:lnTo>
                  <a:pt x="88131" y="89974"/>
                </a:lnTo>
                <a:lnTo>
                  <a:pt x="89341" y="87949"/>
                </a:lnTo>
                <a:lnTo>
                  <a:pt x="90529" y="85879"/>
                </a:lnTo>
                <a:lnTo>
                  <a:pt x="91695" y="83767"/>
                </a:lnTo>
                <a:lnTo>
                  <a:pt x="92837" y="81613"/>
                </a:lnTo>
                <a:lnTo>
                  <a:pt x="93955" y="79417"/>
                </a:lnTo>
                <a:lnTo>
                  <a:pt x="95048" y="77182"/>
                </a:lnTo>
                <a:lnTo>
                  <a:pt x="96115" y="74907"/>
                </a:lnTo>
                <a:lnTo>
                  <a:pt x="97155" y="72594"/>
                </a:lnTo>
                <a:lnTo>
                  <a:pt x="98181" y="72684"/>
                </a:lnTo>
                <a:lnTo>
                  <a:pt x="99116" y="72677"/>
                </a:lnTo>
                <a:lnTo>
                  <a:pt x="99961" y="72582"/>
                </a:lnTo>
                <a:lnTo>
                  <a:pt x="100719" y="72403"/>
                </a:lnTo>
                <a:lnTo>
                  <a:pt x="101391" y="72147"/>
                </a:lnTo>
                <a:lnTo>
                  <a:pt x="101979" y="71822"/>
                </a:lnTo>
                <a:lnTo>
                  <a:pt x="102484" y="71433"/>
                </a:lnTo>
                <a:lnTo>
                  <a:pt x="102910" y="70987"/>
                </a:lnTo>
                <a:lnTo>
                  <a:pt x="103257" y="70491"/>
                </a:lnTo>
                <a:lnTo>
                  <a:pt x="103528" y="69951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Freeform 78"/>
          <p:cNvSpPr/>
          <p:nvPr/>
        </p:nvSpPr>
        <p:spPr>
          <a:xfrm>
            <a:off x="1309723" y="6405153"/>
            <a:ext cx="147986" cy="146587"/>
          </a:xfrm>
          <a:custGeom>
            <a:avLst/>
            <a:gdLst/>
            <a:ahLst/>
            <a:cxnLst/>
            <a:rect l="l" t="t" r="r" b="b"/>
            <a:pathLst>
              <a:path w="147986" h="146587">
                <a:moveTo>
                  <a:pt x="18187" y="777"/>
                </a:moveTo>
                <a:lnTo>
                  <a:pt x="16788" y="1709"/>
                </a:lnTo>
                <a:lnTo>
                  <a:pt x="18271" y="3719"/>
                </a:lnTo>
                <a:lnTo>
                  <a:pt x="19720" y="5907"/>
                </a:lnTo>
                <a:lnTo>
                  <a:pt x="21110" y="8243"/>
                </a:lnTo>
                <a:lnTo>
                  <a:pt x="22414" y="10701"/>
                </a:lnTo>
                <a:lnTo>
                  <a:pt x="23608" y="13251"/>
                </a:lnTo>
                <a:lnTo>
                  <a:pt x="24667" y="15868"/>
                </a:lnTo>
                <a:lnTo>
                  <a:pt x="25566" y="18521"/>
                </a:lnTo>
                <a:lnTo>
                  <a:pt x="26279" y="21184"/>
                </a:lnTo>
                <a:lnTo>
                  <a:pt x="26781" y="23828"/>
                </a:lnTo>
                <a:lnTo>
                  <a:pt x="27048" y="26426"/>
                </a:lnTo>
                <a:lnTo>
                  <a:pt x="31412" y="28885"/>
                </a:lnTo>
                <a:lnTo>
                  <a:pt x="35513" y="29235"/>
                </a:lnTo>
                <a:lnTo>
                  <a:pt x="39011" y="27849"/>
                </a:lnTo>
                <a:lnTo>
                  <a:pt x="41568" y="25098"/>
                </a:lnTo>
                <a:lnTo>
                  <a:pt x="42845" y="21354"/>
                </a:lnTo>
                <a:lnTo>
                  <a:pt x="42504" y="16991"/>
                </a:lnTo>
                <a:lnTo>
                  <a:pt x="40206" y="12379"/>
                </a:lnTo>
                <a:lnTo>
                  <a:pt x="35613" y="7891"/>
                </a:lnTo>
                <a:lnTo>
                  <a:pt x="28386" y="3900"/>
                </a:lnTo>
                <a:lnTo>
                  <a:pt x="18187" y="777"/>
                </a:lnTo>
                <a:close/>
                <a:moveTo>
                  <a:pt x="140835" y="50054"/>
                </a:moveTo>
                <a:lnTo>
                  <a:pt x="122337" y="35908"/>
                </a:lnTo>
                <a:lnTo>
                  <a:pt x="120090" y="37430"/>
                </a:lnTo>
                <a:lnTo>
                  <a:pt x="117568" y="39003"/>
                </a:lnTo>
                <a:lnTo>
                  <a:pt x="114803" y="40612"/>
                </a:lnTo>
                <a:lnTo>
                  <a:pt x="111829" y="42240"/>
                </a:lnTo>
                <a:lnTo>
                  <a:pt x="108677" y="43875"/>
                </a:lnTo>
                <a:lnTo>
                  <a:pt x="105381" y="45500"/>
                </a:lnTo>
                <a:lnTo>
                  <a:pt x="101973" y="47101"/>
                </a:lnTo>
                <a:lnTo>
                  <a:pt x="98485" y="48662"/>
                </a:lnTo>
                <a:lnTo>
                  <a:pt x="94951" y="50170"/>
                </a:lnTo>
                <a:lnTo>
                  <a:pt x="91403" y="51608"/>
                </a:lnTo>
                <a:lnTo>
                  <a:pt x="74304" y="46634"/>
                </a:lnTo>
                <a:lnTo>
                  <a:pt x="75600" y="45407"/>
                </a:lnTo>
                <a:lnTo>
                  <a:pt x="76878" y="44152"/>
                </a:lnTo>
                <a:lnTo>
                  <a:pt x="78137" y="42866"/>
                </a:lnTo>
                <a:lnTo>
                  <a:pt x="79378" y="41550"/>
                </a:lnTo>
                <a:lnTo>
                  <a:pt x="80599" y="40202"/>
                </a:lnTo>
                <a:lnTo>
                  <a:pt x="81803" y="38822"/>
                </a:lnTo>
                <a:lnTo>
                  <a:pt x="82987" y="37408"/>
                </a:lnTo>
                <a:lnTo>
                  <a:pt x="84153" y="35959"/>
                </a:lnTo>
                <a:lnTo>
                  <a:pt x="85300" y="34475"/>
                </a:lnTo>
                <a:lnTo>
                  <a:pt x="86429" y="32955"/>
                </a:lnTo>
                <a:lnTo>
                  <a:pt x="143012" y="32955"/>
                </a:lnTo>
                <a:lnTo>
                  <a:pt x="143645" y="32931"/>
                </a:lnTo>
                <a:lnTo>
                  <a:pt x="144239" y="32860"/>
                </a:lnTo>
                <a:lnTo>
                  <a:pt x="144790" y="32740"/>
                </a:lnTo>
                <a:lnTo>
                  <a:pt x="145295" y="32571"/>
                </a:lnTo>
                <a:lnTo>
                  <a:pt x="145751" y="32352"/>
                </a:lnTo>
                <a:lnTo>
                  <a:pt x="146157" y="32082"/>
                </a:lnTo>
                <a:lnTo>
                  <a:pt x="146508" y="31759"/>
                </a:lnTo>
                <a:lnTo>
                  <a:pt x="146802" y="31383"/>
                </a:lnTo>
                <a:lnTo>
                  <a:pt x="147037" y="30953"/>
                </a:lnTo>
                <a:lnTo>
                  <a:pt x="147209" y="30467"/>
                </a:lnTo>
                <a:lnTo>
                  <a:pt x="145219" y="28576"/>
                </a:lnTo>
                <a:lnTo>
                  <a:pt x="143043" y="26587"/>
                </a:lnTo>
                <a:lnTo>
                  <a:pt x="140773" y="24570"/>
                </a:lnTo>
                <a:lnTo>
                  <a:pt x="138504" y="22595"/>
                </a:lnTo>
                <a:lnTo>
                  <a:pt x="136327" y="20732"/>
                </a:lnTo>
                <a:lnTo>
                  <a:pt x="134338" y="19051"/>
                </a:lnTo>
                <a:lnTo>
                  <a:pt x="132628" y="17622"/>
                </a:lnTo>
                <a:lnTo>
                  <a:pt x="131291" y="16514"/>
                </a:lnTo>
                <a:lnTo>
                  <a:pt x="130420" y="15799"/>
                </a:lnTo>
                <a:lnTo>
                  <a:pt x="130110" y="15544"/>
                </a:lnTo>
                <a:lnTo>
                  <a:pt x="120783" y="28447"/>
                </a:lnTo>
                <a:lnTo>
                  <a:pt x="89538" y="28447"/>
                </a:lnTo>
                <a:lnTo>
                  <a:pt x="90601" y="26842"/>
                </a:lnTo>
                <a:lnTo>
                  <a:pt x="91644" y="25202"/>
                </a:lnTo>
                <a:lnTo>
                  <a:pt x="92667" y="23526"/>
                </a:lnTo>
                <a:lnTo>
                  <a:pt x="93669" y="21816"/>
                </a:lnTo>
                <a:lnTo>
                  <a:pt x="94648" y="20072"/>
                </a:lnTo>
                <a:lnTo>
                  <a:pt x="95604" y="18295"/>
                </a:lnTo>
                <a:lnTo>
                  <a:pt x="96535" y="16487"/>
                </a:lnTo>
                <a:lnTo>
                  <a:pt x="97442" y="14648"/>
                </a:lnTo>
                <a:lnTo>
                  <a:pt x="98322" y="12779"/>
                </a:lnTo>
                <a:lnTo>
                  <a:pt x="99175" y="10881"/>
                </a:lnTo>
                <a:lnTo>
                  <a:pt x="100197" y="10844"/>
                </a:lnTo>
                <a:lnTo>
                  <a:pt x="101119" y="10735"/>
                </a:lnTo>
                <a:lnTo>
                  <a:pt x="101944" y="10558"/>
                </a:lnTo>
                <a:lnTo>
                  <a:pt x="102675" y="10314"/>
                </a:lnTo>
                <a:lnTo>
                  <a:pt x="103314" y="10007"/>
                </a:lnTo>
                <a:lnTo>
                  <a:pt x="103865" y="9639"/>
                </a:lnTo>
                <a:lnTo>
                  <a:pt x="104330" y="9213"/>
                </a:lnTo>
                <a:lnTo>
                  <a:pt x="104712" y="8732"/>
                </a:lnTo>
                <a:lnTo>
                  <a:pt x="105014" y="8199"/>
                </a:lnTo>
                <a:lnTo>
                  <a:pt x="105238" y="7616"/>
                </a:lnTo>
                <a:lnTo>
                  <a:pt x="80833" y="0"/>
                </a:lnTo>
                <a:lnTo>
                  <a:pt x="79540" y="6279"/>
                </a:lnTo>
                <a:lnTo>
                  <a:pt x="78008" y="12496"/>
                </a:lnTo>
                <a:lnTo>
                  <a:pt x="76260" y="18609"/>
                </a:lnTo>
                <a:lnTo>
                  <a:pt x="74319" y="24575"/>
                </a:lnTo>
                <a:lnTo>
                  <a:pt x="72205" y="30351"/>
                </a:lnTo>
                <a:lnTo>
                  <a:pt x="69942" y="35893"/>
                </a:lnTo>
                <a:lnTo>
                  <a:pt x="67553" y="41159"/>
                </a:lnTo>
                <a:lnTo>
                  <a:pt x="65059" y="46107"/>
                </a:lnTo>
                <a:lnTo>
                  <a:pt x="62483" y="50692"/>
                </a:lnTo>
                <a:lnTo>
                  <a:pt x="59847" y="54873"/>
                </a:lnTo>
                <a:lnTo>
                  <a:pt x="61712" y="56272"/>
                </a:lnTo>
                <a:lnTo>
                  <a:pt x="62687" y="55656"/>
                </a:lnTo>
                <a:lnTo>
                  <a:pt x="63654" y="55022"/>
                </a:lnTo>
                <a:lnTo>
                  <a:pt x="64613" y="54369"/>
                </a:lnTo>
                <a:lnTo>
                  <a:pt x="65565" y="53698"/>
                </a:lnTo>
                <a:lnTo>
                  <a:pt x="66512" y="53007"/>
                </a:lnTo>
                <a:lnTo>
                  <a:pt x="67454" y="52298"/>
                </a:lnTo>
                <a:lnTo>
                  <a:pt x="68392" y="51571"/>
                </a:lnTo>
                <a:lnTo>
                  <a:pt x="69328" y="50825"/>
                </a:lnTo>
                <a:lnTo>
                  <a:pt x="70262" y="50060"/>
                </a:lnTo>
                <a:lnTo>
                  <a:pt x="71195" y="49277"/>
                </a:lnTo>
                <a:lnTo>
                  <a:pt x="71195" y="118295"/>
                </a:lnTo>
                <a:lnTo>
                  <a:pt x="71162" y="119269"/>
                </a:lnTo>
                <a:lnTo>
                  <a:pt x="71043" y="120152"/>
                </a:lnTo>
                <a:lnTo>
                  <a:pt x="70809" y="120966"/>
                </a:lnTo>
                <a:lnTo>
                  <a:pt x="70429" y="121733"/>
                </a:lnTo>
                <a:lnTo>
                  <a:pt x="69873" y="122473"/>
                </a:lnTo>
                <a:lnTo>
                  <a:pt x="69113" y="123209"/>
                </a:lnTo>
                <a:lnTo>
                  <a:pt x="68117" y="123961"/>
                </a:lnTo>
                <a:lnTo>
                  <a:pt x="66857" y="124752"/>
                </a:lnTo>
                <a:lnTo>
                  <a:pt x="65302" y="125603"/>
                </a:lnTo>
                <a:lnTo>
                  <a:pt x="63422" y="126534"/>
                </a:lnTo>
                <a:lnTo>
                  <a:pt x="72127" y="146587"/>
                </a:lnTo>
                <a:lnTo>
                  <a:pt x="72695" y="146326"/>
                </a:lnTo>
                <a:lnTo>
                  <a:pt x="73275" y="146009"/>
                </a:lnTo>
                <a:lnTo>
                  <a:pt x="73861" y="145636"/>
                </a:lnTo>
                <a:lnTo>
                  <a:pt x="74445" y="145207"/>
                </a:lnTo>
                <a:lnTo>
                  <a:pt x="75023" y="144722"/>
                </a:lnTo>
                <a:lnTo>
                  <a:pt x="75586" y="144181"/>
                </a:lnTo>
                <a:lnTo>
                  <a:pt x="76129" y="143584"/>
                </a:lnTo>
                <a:lnTo>
                  <a:pt x="76644" y="142931"/>
                </a:lnTo>
                <a:lnTo>
                  <a:pt x="77126" y="142222"/>
                </a:lnTo>
                <a:lnTo>
                  <a:pt x="77568" y="141457"/>
                </a:lnTo>
                <a:lnTo>
                  <a:pt x="81379" y="138850"/>
                </a:lnTo>
                <a:lnTo>
                  <a:pt x="85057" y="136268"/>
                </a:lnTo>
                <a:lnTo>
                  <a:pt x="88580" y="133736"/>
                </a:lnTo>
                <a:lnTo>
                  <a:pt x="91927" y="131280"/>
                </a:lnTo>
                <a:lnTo>
                  <a:pt x="95075" y="128924"/>
                </a:lnTo>
                <a:lnTo>
                  <a:pt x="98005" y="126695"/>
                </a:lnTo>
                <a:lnTo>
                  <a:pt x="100694" y="124616"/>
                </a:lnTo>
                <a:lnTo>
                  <a:pt x="103121" y="122714"/>
                </a:lnTo>
                <a:lnTo>
                  <a:pt x="105265" y="121013"/>
                </a:lnTo>
                <a:lnTo>
                  <a:pt x="107103" y="119539"/>
                </a:lnTo>
                <a:lnTo>
                  <a:pt x="106637" y="117829"/>
                </a:lnTo>
                <a:lnTo>
                  <a:pt x="88294" y="121871"/>
                </a:lnTo>
                <a:lnTo>
                  <a:pt x="88294" y="57360"/>
                </a:lnTo>
                <a:lnTo>
                  <a:pt x="99020" y="56583"/>
                </a:lnTo>
                <a:lnTo>
                  <a:pt x="100284" y="69279"/>
                </a:lnTo>
                <a:lnTo>
                  <a:pt x="101873" y="81004"/>
                </a:lnTo>
                <a:lnTo>
                  <a:pt x="103842" y="91802"/>
                </a:lnTo>
                <a:lnTo>
                  <a:pt x="106248" y="101717"/>
                </a:lnTo>
                <a:lnTo>
                  <a:pt x="109143" y="110795"/>
                </a:lnTo>
                <a:lnTo>
                  <a:pt x="112585" y="119080"/>
                </a:lnTo>
                <a:lnTo>
                  <a:pt x="116627" y="126617"/>
                </a:lnTo>
                <a:lnTo>
                  <a:pt x="121325" y="133451"/>
                </a:lnTo>
                <a:lnTo>
                  <a:pt x="126733" y="139626"/>
                </a:lnTo>
                <a:lnTo>
                  <a:pt x="132908" y="145188"/>
                </a:lnTo>
                <a:lnTo>
                  <a:pt x="133749" y="142400"/>
                </a:lnTo>
                <a:lnTo>
                  <a:pt x="134773" y="139821"/>
                </a:lnTo>
                <a:lnTo>
                  <a:pt x="135964" y="137454"/>
                </a:lnTo>
                <a:lnTo>
                  <a:pt x="137310" y="135304"/>
                </a:lnTo>
                <a:lnTo>
                  <a:pt x="138795" y="133374"/>
                </a:lnTo>
                <a:lnTo>
                  <a:pt x="140406" y="131668"/>
                </a:lnTo>
                <a:lnTo>
                  <a:pt x="142130" y="130189"/>
                </a:lnTo>
                <a:lnTo>
                  <a:pt x="143951" y="128942"/>
                </a:lnTo>
                <a:lnTo>
                  <a:pt x="145856" y="127930"/>
                </a:lnTo>
                <a:lnTo>
                  <a:pt x="147831" y="127156"/>
                </a:lnTo>
                <a:lnTo>
                  <a:pt x="147986" y="125602"/>
                </a:lnTo>
                <a:lnTo>
                  <a:pt x="143818" y="123570"/>
                </a:lnTo>
                <a:lnTo>
                  <a:pt x="139803" y="121213"/>
                </a:lnTo>
                <a:lnTo>
                  <a:pt x="135947" y="118541"/>
                </a:lnTo>
                <a:lnTo>
                  <a:pt x="132255" y="115563"/>
                </a:lnTo>
                <a:lnTo>
                  <a:pt x="128730" y="112291"/>
                </a:lnTo>
                <a:lnTo>
                  <a:pt x="125378" y="108735"/>
                </a:lnTo>
                <a:lnTo>
                  <a:pt x="122203" y="104904"/>
                </a:lnTo>
                <a:lnTo>
                  <a:pt x="119210" y="100809"/>
                </a:lnTo>
                <a:lnTo>
                  <a:pt x="116403" y="96461"/>
                </a:lnTo>
                <a:lnTo>
                  <a:pt x="113787" y="91869"/>
                </a:lnTo>
                <a:lnTo>
                  <a:pt x="116734" y="90199"/>
                </a:lnTo>
                <a:lnTo>
                  <a:pt x="119676" y="88468"/>
                </a:lnTo>
                <a:lnTo>
                  <a:pt x="122580" y="86700"/>
                </a:lnTo>
                <a:lnTo>
                  <a:pt x="125415" y="84918"/>
                </a:lnTo>
                <a:lnTo>
                  <a:pt x="128147" y="83145"/>
                </a:lnTo>
                <a:lnTo>
                  <a:pt x="130744" y="81405"/>
                </a:lnTo>
                <a:lnTo>
                  <a:pt x="133173" y="79720"/>
                </a:lnTo>
                <a:lnTo>
                  <a:pt x="135401" y="78115"/>
                </a:lnTo>
                <a:lnTo>
                  <a:pt x="137396" y="76613"/>
                </a:lnTo>
                <a:lnTo>
                  <a:pt x="139126" y="75236"/>
                </a:lnTo>
                <a:lnTo>
                  <a:pt x="139992" y="75504"/>
                </a:lnTo>
                <a:lnTo>
                  <a:pt x="140817" y="75660"/>
                </a:lnTo>
                <a:lnTo>
                  <a:pt x="141595" y="75716"/>
                </a:lnTo>
                <a:lnTo>
                  <a:pt x="142322" y="75682"/>
                </a:lnTo>
                <a:lnTo>
                  <a:pt x="142992" y="75567"/>
                </a:lnTo>
                <a:lnTo>
                  <a:pt x="143602" y="75382"/>
                </a:lnTo>
                <a:lnTo>
                  <a:pt x="144147" y="75137"/>
                </a:lnTo>
                <a:lnTo>
                  <a:pt x="144622" y="74843"/>
                </a:lnTo>
                <a:lnTo>
                  <a:pt x="145022" y="74510"/>
                </a:lnTo>
                <a:lnTo>
                  <a:pt x="145343" y="74148"/>
                </a:lnTo>
                <a:lnTo>
                  <a:pt x="126845" y="60313"/>
                </a:lnTo>
                <a:lnTo>
                  <a:pt x="125898" y="62321"/>
                </a:lnTo>
                <a:lnTo>
                  <a:pt x="124752" y="64588"/>
                </a:lnTo>
                <a:lnTo>
                  <a:pt x="123433" y="67072"/>
                </a:lnTo>
                <a:lnTo>
                  <a:pt x="121965" y="69735"/>
                </a:lnTo>
                <a:lnTo>
                  <a:pt x="120375" y="72535"/>
                </a:lnTo>
                <a:lnTo>
                  <a:pt x="118686" y="75434"/>
                </a:lnTo>
                <a:lnTo>
                  <a:pt x="116925" y="78391"/>
                </a:lnTo>
                <a:lnTo>
                  <a:pt x="115116" y="81365"/>
                </a:lnTo>
                <a:lnTo>
                  <a:pt x="113284" y="84317"/>
                </a:lnTo>
                <a:lnTo>
                  <a:pt x="111456" y="87206"/>
                </a:lnTo>
                <a:lnTo>
                  <a:pt x="110141" y="84375"/>
                </a:lnTo>
                <a:lnTo>
                  <a:pt x="108899" y="81482"/>
                </a:lnTo>
                <a:lnTo>
                  <a:pt x="107730" y="78526"/>
                </a:lnTo>
                <a:lnTo>
                  <a:pt x="106633" y="75511"/>
                </a:lnTo>
                <a:lnTo>
                  <a:pt x="105607" y="72438"/>
                </a:lnTo>
                <a:lnTo>
                  <a:pt x="104651" y="69309"/>
                </a:lnTo>
                <a:lnTo>
                  <a:pt x="103764" y="66127"/>
                </a:lnTo>
                <a:lnTo>
                  <a:pt x="102945" y="62891"/>
                </a:lnTo>
                <a:lnTo>
                  <a:pt x="102193" y="59606"/>
                </a:lnTo>
                <a:lnTo>
                  <a:pt x="101507" y="56272"/>
                </a:lnTo>
                <a:lnTo>
                  <a:pt x="105420" y="55871"/>
                </a:lnTo>
                <a:lnTo>
                  <a:pt x="109303" y="55419"/>
                </a:lnTo>
                <a:lnTo>
                  <a:pt x="113129" y="54917"/>
                </a:lnTo>
                <a:lnTo>
                  <a:pt x="116868" y="54372"/>
                </a:lnTo>
                <a:lnTo>
                  <a:pt x="120491" y="53785"/>
                </a:lnTo>
                <a:lnTo>
                  <a:pt x="123970" y="53160"/>
                </a:lnTo>
                <a:lnTo>
                  <a:pt x="127275" y="52502"/>
                </a:lnTo>
                <a:lnTo>
                  <a:pt x="130378" y="51815"/>
                </a:lnTo>
                <a:lnTo>
                  <a:pt x="133250" y="51101"/>
                </a:lnTo>
                <a:lnTo>
                  <a:pt x="135861" y="50365"/>
                </a:lnTo>
                <a:lnTo>
                  <a:pt x="136542" y="50612"/>
                </a:lnTo>
                <a:lnTo>
                  <a:pt x="137184" y="50795"/>
                </a:lnTo>
                <a:lnTo>
                  <a:pt x="137788" y="50915"/>
                </a:lnTo>
                <a:lnTo>
                  <a:pt x="138351" y="50972"/>
                </a:lnTo>
                <a:lnTo>
                  <a:pt x="138873" y="50967"/>
                </a:lnTo>
                <a:lnTo>
                  <a:pt x="139353" y="50902"/>
                </a:lnTo>
                <a:lnTo>
                  <a:pt x="139790" y="50777"/>
                </a:lnTo>
                <a:lnTo>
                  <a:pt x="140184" y="50594"/>
                </a:lnTo>
                <a:lnTo>
                  <a:pt x="140532" y="50352"/>
                </a:lnTo>
                <a:lnTo>
                  <a:pt x="140835" y="50054"/>
                </a:lnTo>
                <a:close/>
                <a:moveTo>
                  <a:pt x="52852" y="18653"/>
                </a:moveTo>
                <a:lnTo>
                  <a:pt x="43680" y="31400"/>
                </a:lnTo>
                <a:lnTo>
                  <a:pt x="466" y="31400"/>
                </a:lnTo>
                <a:lnTo>
                  <a:pt x="1709" y="35908"/>
                </a:lnTo>
                <a:lnTo>
                  <a:pt x="15233" y="35908"/>
                </a:lnTo>
                <a:lnTo>
                  <a:pt x="15529" y="47051"/>
                </a:lnTo>
                <a:lnTo>
                  <a:pt x="15544" y="58330"/>
                </a:lnTo>
                <a:lnTo>
                  <a:pt x="15233" y="69674"/>
                </a:lnTo>
                <a:lnTo>
                  <a:pt x="14549" y="81013"/>
                </a:lnTo>
                <a:lnTo>
                  <a:pt x="13446" y="92277"/>
                </a:lnTo>
                <a:lnTo>
                  <a:pt x="11876" y="103397"/>
                </a:lnTo>
                <a:lnTo>
                  <a:pt x="9793" y="114303"/>
                </a:lnTo>
                <a:lnTo>
                  <a:pt x="7150" y="124924"/>
                </a:lnTo>
                <a:lnTo>
                  <a:pt x="3901" y="135190"/>
                </a:lnTo>
                <a:lnTo>
                  <a:pt x="0" y="145033"/>
                </a:lnTo>
                <a:lnTo>
                  <a:pt x="1709" y="146276"/>
                </a:lnTo>
                <a:lnTo>
                  <a:pt x="7191" y="139395"/>
                </a:lnTo>
                <a:lnTo>
                  <a:pt x="12006" y="132113"/>
                </a:lnTo>
                <a:lnTo>
                  <a:pt x="16196" y="124469"/>
                </a:lnTo>
                <a:lnTo>
                  <a:pt x="19804" y="116502"/>
                </a:lnTo>
                <a:lnTo>
                  <a:pt x="22870" y="108250"/>
                </a:lnTo>
                <a:lnTo>
                  <a:pt x="25437" y="99750"/>
                </a:lnTo>
                <a:lnTo>
                  <a:pt x="27547" y="91041"/>
                </a:lnTo>
                <a:lnTo>
                  <a:pt x="29242" y="82162"/>
                </a:lnTo>
                <a:lnTo>
                  <a:pt x="30565" y="73150"/>
                </a:lnTo>
                <a:lnTo>
                  <a:pt x="31555" y="64044"/>
                </a:lnTo>
                <a:lnTo>
                  <a:pt x="43525" y="64044"/>
                </a:lnTo>
                <a:lnTo>
                  <a:pt x="43127" y="75375"/>
                </a:lnTo>
                <a:lnTo>
                  <a:pt x="42674" y="85430"/>
                </a:lnTo>
                <a:lnTo>
                  <a:pt x="42158" y="94258"/>
                </a:lnTo>
                <a:lnTo>
                  <a:pt x="41570" y="101906"/>
                </a:lnTo>
                <a:lnTo>
                  <a:pt x="40902" y="108425"/>
                </a:lnTo>
                <a:lnTo>
                  <a:pt x="40145" y="113861"/>
                </a:lnTo>
                <a:lnTo>
                  <a:pt x="39291" y="118264"/>
                </a:lnTo>
                <a:lnTo>
                  <a:pt x="38332" y="121682"/>
                </a:lnTo>
                <a:lnTo>
                  <a:pt x="37259" y="124163"/>
                </a:lnTo>
                <a:lnTo>
                  <a:pt x="36063" y="125757"/>
                </a:lnTo>
                <a:lnTo>
                  <a:pt x="35651" y="126065"/>
                </a:lnTo>
                <a:lnTo>
                  <a:pt x="35248" y="126336"/>
                </a:lnTo>
                <a:lnTo>
                  <a:pt x="34842" y="126573"/>
                </a:lnTo>
                <a:lnTo>
                  <a:pt x="34424" y="126774"/>
                </a:lnTo>
                <a:lnTo>
                  <a:pt x="33984" y="126942"/>
                </a:lnTo>
                <a:lnTo>
                  <a:pt x="33512" y="127078"/>
                </a:lnTo>
                <a:lnTo>
                  <a:pt x="32996" y="127181"/>
                </a:lnTo>
                <a:lnTo>
                  <a:pt x="32427" y="127254"/>
                </a:lnTo>
                <a:lnTo>
                  <a:pt x="31795" y="127297"/>
                </a:lnTo>
                <a:lnTo>
                  <a:pt x="31089" y="127311"/>
                </a:lnTo>
                <a:lnTo>
                  <a:pt x="30191" y="127302"/>
                </a:lnTo>
                <a:lnTo>
                  <a:pt x="29106" y="127277"/>
                </a:lnTo>
                <a:lnTo>
                  <a:pt x="27871" y="127236"/>
                </a:lnTo>
                <a:lnTo>
                  <a:pt x="26525" y="127182"/>
                </a:lnTo>
                <a:lnTo>
                  <a:pt x="25104" y="127117"/>
                </a:lnTo>
                <a:lnTo>
                  <a:pt x="23646" y="127043"/>
                </a:lnTo>
                <a:lnTo>
                  <a:pt x="22188" y="126961"/>
                </a:lnTo>
                <a:lnTo>
                  <a:pt x="20767" y="126874"/>
                </a:lnTo>
                <a:lnTo>
                  <a:pt x="19421" y="126783"/>
                </a:lnTo>
                <a:lnTo>
                  <a:pt x="18187" y="126690"/>
                </a:lnTo>
                <a:lnTo>
                  <a:pt x="18187" y="128866"/>
                </a:lnTo>
                <a:lnTo>
                  <a:pt x="19544" y="129211"/>
                </a:lnTo>
                <a:lnTo>
                  <a:pt x="20817" y="129595"/>
                </a:lnTo>
                <a:lnTo>
                  <a:pt x="22006" y="130017"/>
                </a:lnTo>
                <a:lnTo>
                  <a:pt x="23112" y="130480"/>
                </a:lnTo>
                <a:lnTo>
                  <a:pt x="24133" y="130984"/>
                </a:lnTo>
                <a:lnTo>
                  <a:pt x="25070" y="131530"/>
                </a:lnTo>
                <a:lnTo>
                  <a:pt x="25924" y="132118"/>
                </a:lnTo>
                <a:lnTo>
                  <a:pt x="26693" y="132751"/>
                </a:lnTo>
                <a:lnTo>
                  <a:pt x="27379" y="133428"/>
                </a:lnTo>
                <a:lnTo>
                  <a:pt x="27980" y="134151"/>
                </a:lnTo>
                <a:lnTo>
                  <a:pt x="28494" y="134901"/>
                </a:lnTo>
                <a:lnTo>
                  <a:pt x="28923" y="135750"/>
                </a:lnTo>
                <a:lnTo>
                  <a:pt x="29273" y="136695"/>
                </a:lnTo>
                <a:lnTo>
                  <a:pt x="29552" y="137730"/>
                </a:lnTo>
                <a:lnTo>
                  <a:pt x="29768" y="138853"/>
                </a:lnTo>
                <a:lnTo>
                  <a:pt x="29928" y="140061"/>
                </a:lnTo>
                <a:lnTo>
                  <a:pt x="30039" y="141348"/>
                </a:lnTo>
                <a:lnTo>
                  <a:pt x="30109" y="142712"/>
                </a:lnTo>
                <a:lnTo>
                  <a:pt x="30146" y="144149"/>
                </a:lnTo>
                <a:lnTo>
                  <a:pt x="30156" y="145654"/>
                </a:lnTo>
                <a:lnTo>
                  <a:pt x="32273" y="145598"/>
                </a:lnTo>
                <a:lnTo>
                  <a:pt x="34330" y="145426"/>
                </a:lnTo>
                <a:lnTo>
                  <a:pt x="36323" y="145134"/>
                </a:lnTo>
                <a:lnTo>
                  <a:pt x="38250" y="144719"/>
                </a:lnTo>
                <a:lnTo>
                  <a:pt x="40105" y="144178"/>
                </a:lnTo>
                <a:lnTo>
                  <a:pt x="41886" y="143505"/>
                </a:lnTo>
                <a:lnTo>
                  <a:pt x="43588" y="142699"/>
                </a:lnTo>
                <a:lnTo>
                  <a:pt x="45209" y="141754"/>
                </a:lnTo>
                <a:lnTo>
                  <a:pt x="46743" y="140668"/>
                </a:lnTo>
                <a:lnTo>
                  <a:pt x="48188" y="139436"/>
                </a:lnTo>
                <a:lnTo>
                  <a:pt x="50370" y="137017"/>
                </a:lnTo>
                <a:lnTo>
                  <a:pt x="52267" y="133870"/>
                </a:lnTo>
                <a:lnTo>
                  <a:pt x="53903" y="129863"/>
                </a:lnTo>
                <a:lnTo>
                  <a:pt x="55302" y="124864"/>
                </a:lnTo>
                <a:lnTo>
                  <a:pt x="56485" y="118742"/>
                </a:lnTo>
                <a:lnTo>
                  <a:pt x="57478" y="111366"/>
                </a:lnTo>
                <a:lnTo>
                  <a:pt x="58303" y="102604"/>
                </a:lnTo>
                <a:lnTo>
                  <a:pt x="58983" y="92324"/>
                </a:lnTo>
                <a:lnTo>
                  <a:pt x="59542" y="80396"/>
                </a:lnTo>
                <a:lnTo>
                  <a:pt x="60002" y="66687"/>
                </a:lnTo>
                <a:lnTo>
                  <a:pt x="60945" y="66533"/>
                </a:lnTo>
                <a:lnTo>
                  <a:pt x="61816" y="66351"/>
                </a:lnTo>
                <a:lnTo>
                  <a:pt x="62617" y="66141"/>
                </a:lnTo>
                <a:lnTo>
                  <a:pt x="63353" y="65903"/>
                </a:lnTo>
                <a:lnTo>
                  <a:pt x="64025" y="65637"/>
                </a:lnTo>
                <a:lnTo>
                  <a:pt x="64636" y="65344"/>
                </a:lnTo>
                <a:lnTo>
                  <a:pt x="65190" y="65022"/>
                </a:lnTo>
                <a:lnTo>
                  <a:pt x="65688" y="64672"/>
                </a:lnTo>
                <a:lnTo>
                  <a:pt x="66134" y="64294"/>
                </a:lnTo>
                <a:lnTo>
                  <a:pt x="66531" y="63889"/>
                </a:lnTo>
                <a:lnTo>
                  <a:pt x="50831" y="50676"/>
                </a:lnTo>
                <a:lnTo>
                  <a:pt x="41971" y="59536"/>
                </a:lnTo>
                <a:lnTo>
                  <a:pt x="32022" y="59536"/>
                </a:lnTo>
                <a:lnTo>
                  <a:pt x="32199" y="57158"/>
                </a:lnTo>
                <a:lnTo>
                  <a:pt x="32359" y="54781"/>
                </a:lnTo>
                <a:lnTo>
                  <a:pt x="32502" y="52405"/>
                </a:lnTo>
                <a:lnTo>
                  <a:pt x="32629" y="50033"/>
                </a:lnTo>
                <a:lnTo>
                  <a:pt x="32741" y="47664"/>
                </a:lnTo>
                <a:lnTo>
                  <a:pt x="32839" y="45300"/>
                </a:lnTo>
                <a:lnTo>
                  <a:pt x="32924" y="42941"/>
                </a:lnTo>
                <a:lnTo>
                  <a:pt x="32997" y="40589"/>
                </a:lnTo>
                <a:lnTo>
                  <a:pt x="33059" y="38244"/>
                </a:lnTo>
                <a:lnTo>
                  <a:pt x="33110" y="35908"/>
                </a:lnTo>
                <a:lnTo>
                  <a:pt x="64821" y="35908"/>
                </a:lnTo>
                <a:lnTo>
                  <a:pt x="65459" y="35885"/>
                </a:lnTo>
                <a:lnTo>
                  <a:pt x="66065" y="35814"/>
                </a:lnTo>
                <a:lnTo>
                  <a:pt x="66633" y="35694"/>
                </a:lnTo>
                <a:lnTo>
                  <a:pt x="67159" y="35525"/>
                </a:lnTo>
                <a:lnTo>
                  <a:pt x="67639" y="35306"/>
                </a:lnTo>
                <a:lnTo>
                  <a:pt x="68067" y="35035"/>
                </a:lnTo>
                <a:lnTo>
                  <a:pt x="68439" y="34712"/>
                </a:lnTo>
                <a:lnTo>
                  <a:pt x="68751" y="34336"/>
                </a:lnTo>
                <a:lnTo>
                  <a:pt x="68997" y="33906"/>
                </a:lnTo>
                <a:lnTo>
                  <a:pt x="69174" y="33421"/>
                </a:lnTo>
                <a:lnTo>
                  <a:pt x="67244" y="31572"/>
                </a:lnTo>
                <a:lnTo>
                  <a:pt x="65148" y="29617"/>
                </a:lnTo>
                <a:lnTo>
                  <a:pt x="62975" y="27626"/>
                </a:lnTo>
                <a:lnTo>
                  <a:pt x="60810" y="25671"/>
                </a:lnTo>
                <a:lnTo>
                  <a:pt x="58739" y="23822"/>
                </a:lnTo>
                <a:lnTo>
                  <a:pt x="56851" y="22150"/>
                </a:lnTo>
                <a:lnTo>
                  <a:pt x="55232" y="20727"/>
                </a:lnTo>
                <a:lnTo>
                  <a:pt x="53967" y="19622"/>
                </a:lnTo>
                <a:lnTo>
                  <a:pt x="53145" y="18907"/>
                </a:lnTo>
                <a:lnTo>
                  <a:pt x="52852" y="1865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Freeform 79"/>
          <p:cNvSpPr/>
          <p:nvPr/>
        </p:nvSpPr>
        <p:spPr>
          <a:xfrm>
            <a:off x="1472632" y="6406085"/>
            <a:ext cx="148764" cy="145500"/>
          </a:xfrm>
          <a:custGeom>
            <a:avLst/>
            <a:gdLst/>
            <a:ahLst/>
            <a:cxnLst/>
            <a:rect l="l" t="t" r="r" b="b"/>
            <a:pathLst>
              <a:path w="148764" h="145500">
                <a:moveTo>
                  <a:pt x="38085" y="0"/>
                </a:moveTo>
                <a:lnTo>
                  <a:pt x="35902" y="3969"/>
                </a:lnTo>
                <a:lnTo>
                  <a:pt x="33304" y="8264"/>
                </a:lnTo>
                <a:lnTo>
                  <a:pt x="30345" y="12801"/>
                </a:lnTo>
                <a:lnTo>
                  <a:pt x="27077" y="17497"/>
                </a:lnTo>
                <a:lnTo>
                  <a:pt x="23550" y="22268"/>
                </a:lnTo>
                <a:lnTo>
                  <a:pt x="19819" y="27030"/>
                </a:lnTo>
                <a:lnTo>
                  <a:pt x="15935" y="31698"/>
                </a:lnTo>
                <a:lnTo>
                  <a:pt x="11950" y="36189"/>
                </a:lnTo>
                <a:lnTo>
                  <a:pt x="7916" y="40418"/>
                </a:lnTo>
                <a:lnTo>
                  <a:pt x="3886" y="44303"/>
                </a:lnTo>
                <a:lnTo>
                  <a:pt x="5285" y="46013"/>
                </a:lnTo>
                <a:lnTo>
                  <a:pt x="10814" y="43413"/>
                </a:lnTo>
                <a:lnTo>
                  <a:pt x="16276" y="40582"/>
                </a:lnTo>
                <a:lnTo>
                  <a:pt x="21632" y="37561"/>
                </a:lnTo>
                <a:lnTo>
                  <a:pt x="26842" y="34390"/>
                </a:lnTo>
                <a:lnTo>
                  <a:pt x="31867" y="31109"/>
                </a:lnTo>
                <a:lnTo>
                  <a:pt x="36668" y="27758"/>
                </a:lnTo>
                <a:lnTo>
                  <a:pt x="41207" y="24377"/>
                </a:lnTo>
                <a:lnTo>
                  <a:pt x="45443" y="21007"/>
                </a:lnTo>
                <a:lnTo>
                  <a:pt x="49338" y="17687"/>
                </a:lnTo>
                <a:lnTo>
                  <a:pt x="52852" y="14457"/>
                </a:lnTo>
                <a:lnTo>
                  <a:pt x="53866" y="14640"/>
                </a:lnTo>
                <a:lnTo>
                  <a:pt x="54766" y="14727"/>
                </a:lnTo>
                <a:lnTo>
                  <a:pt x="55562" y="14724"/>
                </a:lnTo>
                <a:lnTo>
                  <a:pt x="56262" y="14638"/>
                </a:lnTo>
                <a:lnTo>
                  <a:pt x="56875" y="14476"/>
                </a:lnTo>
                <a:lnTo>
                  <a:pt x="57408" y="14244"/>
                </a:lnTo>
                <a:lnTo>
                  <a:pt x="57870" y="13949"/>
                </a:lnTo>
                <a:lnTo>
                  <a:pt x="58269" y="13596"/>
                </a:lnTo>
                <a:lnTo>
                  <a:pt x="58615" y="13194"/>
                </a:lnTo>
                <a:lnTo>
                  <a:pt x="58915" y="12747"/>
                </a:lnTo>
                <a:close/>
                <a:moveTo>
                  <a:pt x="65755" y="15234"/>
                </a:moveTo>
                <a:lnTo>
                  <a:pt x="66998" y="19742"/>
                </a:lnTo>
                <a:lnTo>
                  <a:pt x="139126" y="19742"/>
                </a:lnTo>
                <a:lnTo>
                  <a:pt x="139722" y="19719"/>
                </a:lnTo>
                <a:lnTo>
                  <a:pt x="140294" y="19648"/>
                </a:lnTo>
                <a:lnTo>
                  <a:pt x="140836" y="19528"/>
                </a:lnTo>
                <a:lnTo>
                  <a:pt x="141342" y="19359"/>
                </a:lnTo>
                <a:lnTo>
                  <a:pt x="141807" y="19140"/>
                </a:lnTo>
                <a:lnTo>
                  <a:pt x="142226" y="18869"/>
                </a:lnTo>
                <a:lnTo>
                  <a:pt x="142593" y="18546"/>
                </a:lnTo>
                <a:lnTo>
                  <a:pt x="142902" y="18170"/>
                </a:lnTo>
                <a:lnTo>
                  <a:pt x="143147" y="17740"/>
                </a:lnTo>
                <a:lnTo>
                  <a:pt x="143323" y="17255"/>
                </a:lnTo>
                <a:lnTo>
                  <a:pt x="141296" y="15419"/>
                </a:lnTo>
                <a:lnTo>
                  <a:pt x="139097" y="13499"/>
                </a:lnTo>
                <a:lnTo>
                  <a:pt x="136819" y="11561"/>
                </a:lnTo>
                <a:lnTo>
                  <a:pt x="134551" y="9669"/>
                </a:lnTo>
                <a:lnTo>
                  <a:pt x="132383" y="7889"/>
                </a:lnTo>
                <a:lnTo>
                  <a:pt x="130407" y="6287"/>
                </a:lnTo>
                <a:lnTo>
                  <a:pt x="128713" y="4926"/>
                </a:lnTo>
                <a:lnTo>
                  <a:pt x="127390" y="3874"/>
                </a:lnTo>
                <a:lnTo>
                  <a:pt x="126531" y="3195"/>
                </a:lnTo>
                <a:lnTo>
                  <a:pt x="126224" y="2954"/>
                </a:lnTo>
                <a:lnTo>
                  <a:pt x="116897" y="15234"/>
                </a:lnTo>
                <a:close/>
                <a:moveTo>
                  <a:pt x="39795" y="31401"/>
                </a:moveTo>
                <a:lnTo>
                  <a:pt x="37304" y="36601"/>
                </a:lnTo>
                <a:lnTo>
                  <a:pt x="34343" y="42242"/>
                </a:lnTo>
                <a:lnTo>
                  <a:pt x="30964" y="48216"/>
                </a:lnTo>
                <a:lnTo>
                  <a:pt x="27220" y="54412"/>
                </a:lnTo>
                <a:lnTo>
                  <a:pt x="23162" y="60722"/>
                </a:lnTo>
                <a:lnTo>
                  <a:pt x="18843" y="67037"/>
                </a:lnTo>
                <a:lnTo>
                  <a:pt x="14315" y="73247"/>
                </a:lnTo>
                <a:lnTo>
                  <a:pt x="9630" y="79244"/>
                </a:lnTo>
                <a:lnTo>
                  <a:pt x="4841" y="84918"/>
                </a:lnTo>
                <a:lnTo>
                  <a:pt x="0" y="90160"/>
                </a:lnTo>
                <a:lnTo>
                  <a:pt x="1555" y="91715"/>
                </a:lnTo>
                <a:lnTo>
                  <a:pt x="4017" y="90288"/>
                </a:lnTo>
                <a:lnTo>
                  <a:pt x="6459" y="88810"/>
                </a:lnTo>
                <a:lnTo>
                  <a:pt x="8881" y="87282"/>
                </a:lnTo>
                <a:lnTo>
                  <a:pt x="11282" y="85711"/>
                </a:lnTo>
                <a:lnTo>
                  <a:pt x="13660" y="84098"/>
                </a:lnTo>
                <a:lnTo>
                  <a:pt x="16015" y="82447"/>
                </a:lnTo>
                <a:lnTo>
                  <a:pt x="18346" y="80764"/>
                </a:lnTo>
                <a:lnTo>
                  <a:pt x="20651" y="79050"/>
                </a:lnTo>
                <a:lnTo>
                  <a:pt x="22930" y="77310"/>
                </a:lnTo>
                <a:lnTo>
                  <a:pt x="25183" y="75548"/>
                </a:lnTo>
                <a:lnTo>
                  <a:pt x="25183" y="145500"/>
                </a:lnTo>
                <a:lnTo>
                  <a:pt x="28602" y="145500"/>
                </a:lnTo>
                <a:lnTo>
                  <a:pt x="30712" y="145402"/>
                </a:lnTo>
                <a:lnTo>
                  <a:pt x="32811" y="145133"/>
                </a:lnTo>
                <a:lnTo>
                  <a:pt x="34852" y="144723"/>
                </a:lnTo>
                <a:lnTo>
                  <a:pt x="36788" y="144206"/>
                </a:lnTo>
                <a:lnTo>
                  <a:pt x="38571" y="143615"/>
                </a:lnTo>
                <a:lnTo>
                  <a:pt x="40153" y="142981"/>
                </a:lnTo>
                <a:lnTo>
                  <a:pt x="41487" y="142339"/>
                </a:lnTo>
                <a:lnTo>
                  <a:pt x="42526" y="141719"/>
                </a:lnTo>
                <a:lnTo>
                  <a:pt x="43221" y="141156"/>
                </a:lnTo>
                <a:lnTo>
                  <a:pt x="43525" y="140681"/>
                </a:lnTo>
                <a:lnTo>
                  <a:pt x="43525" y="66221"/>
                </a:lnTo>
                <a:lnTo>
                  <a:pt x="44324" y="66063"/>
                </a:lnTo>
                <a:lnTo>
                  <a:pt x="45041" y="65869"/>
                </a:lnTo>
                <a:lnTo>
                  <a:pt x="45683" y="65642"/>
                </a:lnTo>
                <a:lnTo>
                  <a:pt x="46251" y="65383"/>
                </a:lnTo>
                <a:lnTo>
                  <a:pt x="46751" y="65094"/>
                </a:lnTo>
                <a:lnTo>
                  <a:pt x="47185" y="64777"/>
                </a:lnTo>
                <a:lnTo>
                  <a:pt x="47558" y="64434"/>
                </a:lnTo>
                <a:lnTo>
                  <a:pt x="47873" y="64067"/>
                </a:lnTo>
                <a:lnTo>
                  <a:pt x="48134" y="63678"/>
                </a:lnTo>
                <a:lnTo>
                  <a:pt x="48344" y="63268"/>
                </a:lnTo>
                <a:lnTo>
                  <a:pt x="41816" y="60936"/>
                </a:lnTo>
                <a:lnTo>
                  <a:pt x="43387" y="59355"/>
                </a:lnTo>
                <a:lnTo>
                  <a:pt x="44927" y="57786"/>
                </a:lnTo>
                <a:lnTo>
                  <a:pt x="46434" y="56230"/>
                </a:lnTo>
                <a:lnTo>
                  <a:pt x="47904" y="54688"/>
                </a:lnTo>
                <a:lnTo>
                  <a:pt x="49335" y="53163"/>
                </a:lnTo>
                <a:lnTo>
                  <a:pt x="50725" y="51657"/>
                </a:lnTo>
                <a:lnTo>
                  <a:pt x="52069" y="50172"/>
                </a:lnTo>
                <a:lnTo>
                  <a:pt x="53366" y="48709"/>
                </a:lnTo>
                <a:lnTo>
                  <a:pt x="54613" y="47270"/>
                </a:lnTo>
                <a:lnTo>
                  <a:pt x="55806" y="45857"/>
                </a:lnTo>
                <a:lnTo>
                  <a:pt x="56861" y="45998"/>
                </a:lnTo>
                <a:lnTo>
                  <a:pt x="57794" y="46051"/>
                </a:lnTo>
                <a:lnTo>
                  <a:pt x="58614" y="46022"/>
                </a:lnTo>
                <a:lnTo>
                  <a:pt x="59328" y="45917"/>
                </a:lnTo>
                <a:lnTo>
                  <a:pt x="59945" y="45741"/>
                </a:lnTo>
                <a:lnTo>
                  <a:pt x="60473" y="45499"/>
                </a:lnTo>
                <a:lnTo>
                  <a:pt x="60921" y="45198"/>
                </a:lnTo>
                <a:lnTo>
                  <a:pt x="61298" y="44843"/>
                </a:lnTo>
                <a:lnTo>
                  <a:pt x="61610" y="44439"/>
                </a:lnTo>
                <a:lnTo>
                  <a:pt x="61868" y="43992"/>
                </a:lnTo>
                <a:close/>
                <a:moveTo>
                  <a:pt x="57049" y="51143"/>
                </a:moveTo>
                <a:lnTo>
                  <a:pt x="58293" y="55495"/>
                </a:lnTo>
                <a:lnTo>
                  <a:pt x="103218" y="55495"/>
                </a:lnTo>
                <a:lnTo>
                  <a:pt x="103218" y="121094"/>
                </a:lnTo>
                <a:lnTo>
                  <a:pt x="103184" y="121710"/>
                </a:lnTo>
                <a:lnTo>
                  <a:pt x="103082" y="122253"/>
                </a:lnTo>
                <a:lnTo>
                  <a:pt x="102907" y="122725"/>
                </a:lnTo>
                <a:lnTo>
                  <a:pt x="102655" y="123129"/>
                </a:lnTo>
                <a:lnTo>
                  <a:pt x="102324" y="123465"/>
                </a:lnTo>
                <a:lnTo>
                  <a:pt x="101908" y="123736"/>
                </a:lnTo>
                <a:lnTo>
                  <a:pt x="101405" y="123943"/>
                </a:lnTo>
                <a:lnTo>
                  <a:pt x="100810" y="124089"/>
                </a:lnTo>
                <a:lnTo>
                  <a:pt x="100120" y="124175"/>
                </a:lnTo>
                <a:lnTo>
                  <a:pt x="99331" y="124203"/>
                </a:lnTo>
                <a:lnTo>
                  <a:pt x="97461" y="124164"/>
                </a:lnTo>
                <a:lnTo>
                  <a:pt x="94723" y="124058"/>
                </a:lnTo>
                <a:lnTo>
                  <a:pt x="91367" y="123901"/>
                </a:lnTo>
                <a:lnTo>
                  <a:pt x="87644" y="123711"/>
                </a:lnTo>
                <a:lnTo>
                  <a:pt x="83806" y="123504"/>
                </a:lnTo>
                <a:lnTo>
                  <a:pt x="80103" y="123297"/>
                </a:lnTo>
                <a:lnTo>
                  <a:pt x="76786" y="123106"/>
                </a:lnTo>
                <a:lnTo>
                  <a:pt x="74106" y="122950"/>
                </a:lnTo>
                <a:lnTo>
                  <a:pt x="72315" y="122843"/>
                </a:lnTo>
                <a:lnTo>
                  <a:pt x="71662" y="122804"/>
                </a:lnTo>
                <a:lnTo>
                  <a:pt x="71662" y="124825"/>
                </a:lnTo>
                <a:lnTo>
                  <a:pt x="74656" y="125310"/>
                </a:lnTo>
                <a:lnTo>
                  <a:pt x="77316" y="125831"/>
                </a:lnTo>
                <a:lnTo>
                  <a:pt x="79672" y="126388"/>
                </a:lnTo>
                <a:lnTo>
                  <a:pt x="81755" y="126979"/>
                </a:lnTo>
                <a:lnTo>
                  <a:pt x="83592" y="127604"/>
                </a:lnTo>
                <a:lnTo>
                  <a:pt x="85215" y="128261"/>
                </a:lnTo>
                <a:lnTo>
                  <a:pt x="86654" y="128950"/>
                </a:lnTo>
                <a:lnTo>
                  <a:pt x="87938" y="129670"/>
                </a:lnTo>
                <a:lnTo>
                  <a:pt x="89096" y="130420"/>
                </a:lnTo>
                <a:lnTo>
                  <a:pt x="90160" y="131198"/>
                </a:lnTo>
                <a:lnTo>
                  <a:pt x="91042" y="132051"/>
                </a:lnTo>
                <a:lnTo>
                  <a:pt x="91826" y="133019"/>
                </a:lnTo>
                <a:lnTo>
                  <a:pt x="92517" y="134097"/>
                </a:lnTo>
                <a:lnTo>
                  <a:pt x="93120" y="135280"/>
                </a:lnTo>
                <a:lnTo>
                  <a:pt x="93638" y="136561"/>
                </a:lnTo>
                <a:lnTo>
                  <a:pt x="94077" y="137936"/>
                </a:lnTo>
                <a:lnTo>
                  <a:pt x="94442" y="139399"/>
                </a:lnTo>
                <a:lnTo>
                  <a:pt x="94736" y="140943"/>
                </a:lnTo>
                <a:lnTo>
                  <a:pt x="94966" y="142564"/>
                </a:lnTo>
                <a:lnTo>
                  <a:pt x="95134" y="144256"/>
                </a:lnTo>
                <a:lnTo>
                  <a:pt x="101511" y="143583"/>
                </a:lnTo>
                <a:lnTo>
                  <a:pt x="106809" y="142509"/>
                </a:lnTo>
                <a:lnTo>
                  <a:pt x="111124" y="141052"/>
                </a:lnTo>
                <a:lnTo>
                  <a:pt x="114552" y="139232"/>
                </a:lnTo>
                <a:lnTo>
                  <a:pt x="117188" y="137067"/>
                </a:lnTo>
                <a:lnTo>
                  <a:pt x="119130" y="134575"/>
                </a:lnTo>
                <a:lnTo>
                  <a:pt x="120474" y="131775"/>
                </a:lnTo>
                <a:lnTo>
                  <a:pt x="121314" y="128686"/>
                </a:lnTo>
                <a:lnTo>
                  <a:pt x="121748" y="125327"/>
                </a:lnTo>
                <a:lnTo>
                  <a:pt x="121871" y="121716"/>
                </a:lnTo>
                <a:lnTo>
                  <a:pt x="121871" y="55495"/>
                </a:lnTo>
                <a:lnTo>
                  <a:pt x="144411" y="55495"/>
                </a:lnTo>
                <a:lnTo>
                  <a:pt x="145049" y="55472"/>
                </a:lnTo>
                <a:lnTo>
                  <a:pt x="145655" y="55401"/>
                </a:lnTo>
                <a:lnTo>
                  <a:pt x="146223" y="55281"/>
                </a:lnTo>
                <a:lnTo>
                  <a:pt x="146749" y="55112"/>
                </a:lnTo>
                <a:lnTo>
                  <a:pt x="147229" y="54893"/>
                </a:lnTo>
                <a:lnTo>
                  <a:pt x="147657" y="54622"/>
                </a:lnTo>
                <a:lnTo>
                  <a:pt x="148029" y="54299"/>
                </a:lnTo>
                <a:lnTo>
                  <a:pt x="148341" y="53923"/>
                </a:lnTo>
                <a:lnTo>
                  <a:pt x="148587" y="53493"/>
                </a:lnTo>
                <a:lnTo>
                  <a:pt x="148764" y="53008"/>
                </a:lnTo>
                <a:lnTo>
                  <a:pt x="146685" y="51126"/>
                </a:lnTo>
                <a:lnTo>
                  <a:pt x="144430" y="49160"/>
                </a:lnTo>
                <a:lnTo>
                  <a:pt x="142090" y="47178"/>
                </a:lnTo>
                <a:lnTo>
                  <a:pt x="139760" y="45246"/>
                </a:lnTo>
                <a:lnTo>
                  <a:pt x="137533" y="43429"/>
                </a:lnTo>
                <a:lnTo>
                  <a:pt x="135501" y="41793"/>
                </a:lnTo>
                <a:lnTo>
                  <a:pt x="133758" y="40406"/>
                </a:lnTo>
                <a:lnTo>
                  <a:pt x="132398" y="39334"/>
                </a:lnTo>
                <a:lnTo>
                  <a:pt x="131514" y="38641"/>
                </a:lnTo>
                <a:lnTo>
                  <a:pt x="131198" y="38396"/>
                </a:lnTo>
                <a:lnTo>
                  <a:pt x="121405" y="51143"/>
                </a:lnTo>
                <a:close/>
              </a:path>
            </a:pathLst>
          </a:custGeom>
          <a:solidFill>
            <a:srgbClr val="5E6F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450385" y="6382512"/>
            <a:ext cx="329184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报价编号 HL-Q-0512-2P · 范例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662465" y="6382512"/>
            <a:ext cx="15544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fld id="{B6F15528-21DE-4FAA-801E-634DDDAF4B2B}" type="slidenum">
              <a:rPr sz="1000" b="0">
                <a:solidFill>
                  <a:srgbClr val="5E6F6B"/>
                </a:solidFill>
                <a:latin typeface="Noto Sans CJK SC"/>
                <a:ea typeface="Noto Sans CJK SC"/>
                <a:cs typeface="Noto Sans CJK SC"/>
              </a:rPr>
              <a:t>2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2" name="等高线纹理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  <p:sp>
          <p:nvSpPr>
            <p:cNvPr id="3" name="Freeform 2"/>
            <p:cNvSpPr/>
            <p:nvPr/>
          </p:nvSpPr>
          <p:spPr>
            <a:xfrm>
              <a:off x="7056425" y="14364"/>
              <a:ext cx="1549188" cy="850250"/>
            </a:xfrm>
            <a:custGeom>
              <a:avLst/>
              <a:gdLst/>
              <a:ahLst/>
              <a:cxnLst/>
              <a:rect l="l" t="t" r="r" b="b"/>
              <a:pathLst>
                <a:path w="1549188" h="850250">
                  <a:moveTo>
                    <a:pt x="0" y="850250"/>
                  </a:moveTo>
                  <a:lnTo>
                    <a:pt x="28688" y="838801"/>
                  </a:lnTo>
                  <a:lnTo>
                    <a:pt x="82033" y="817778"/>
                  </a:lnTo>
                  <a:lnTo>
                    <a:pt x="114754" y="804841"/>
                  </a:lnTo>
                  <a:lnTo>
                    <a:pt x="155080" y="789084"/>
                  </a:lnTo>
                  <a:lnTo>
                    <a:pt x="200820" y="771034"/>
                  </a:lnTo>
                  <a:lnTo>
                    <a:pt x="229509" y="759775"/>
                  </a:lnTo>
                  <a:lnTo>
                    <a:pt x="286886" y="736917"/>
                  </a:lnTo>
                  <a:lnTo>
                    <a:pt x="315575" y="725376"/>
                  </a:lnTo>
                  <a:lnTo>
                    <a:pt x="370597" y="703000"/>
                  </a:lnTo>
                  <a:lnTo>
                    <a:pt x="401641" y="690063"/>
                  </a:lnTo>
                  <a:lnTo>
                    <a:pt x="439239" y="674305"/>
                  </a:lnTo>
                  <a:lnTo>
                    <a:pt x="487707" y="653417"/>
                  </a:lnTo>
                  <a:lnTo>
                    <a:pt x="516396" y="640839"/>
                  </a:lnTo>
                  <a:lnTo>
                    <a:pt x="569656" y="616916"/>
                  </a:lnTo>
                  <a:lnTo>
                    <a:pt x="602462" y="601692"/>
                  </a:lnTo>
                  <a:lnTo>
                    <a:pt x="631199" y="588222"/>
                  </a:lnTo>
                  <a:lnTo>
                    <a:pt x="688528" y="560392"/>
                  </a:lnTo>
                  <a:lnTo>
                    <a:pt x="717216" y="545983"/>
                  </a:lnTo>
                  <a:lnTo>
                    <a:pt x="747044" y="530833"/>
                  </a:lnTo>
                  <a:lnTo>
                    <a:pt x="801608" y="502138"/>
                  </a:lnTo>
                  <a:lnTo>
                    <a:pt x="831971" y="485616"/>
                  </a:lnTo>
                  <a:lnTo>
                    <a:pt x="860660" y="469781"/>
                  </a:lnTo>
                  <a:lnTo>
                    <a:pt x="904771" y="444749"/>
                  </a:lnTo>
                  <a:lnTo>
                    <a:pt x="946726" y="420211"/>
                  </a:lnTo>
                  <a:lnTo>
                    <a:pt x="975414" y="403002"/>
                  </a:lnTo>
                  <a:lnTo>
                    <a:pt x="1004103" y="385557"/>
                  </a:lnTo>
                  <a:lnTo>
                    <a:pt x="1047178" y="358665"/>
                  </a:lnTo>
                  <a:lnTo>
                    <a:pt x="1090169" y="331140"/>
                  </a:lnTo>
                  <a:lnTo>
                    <a:pt x="1118858" y="312320"/>
                  </a:lnTo>
                  <a:lnTo>
                    <a:pt x="1147546" y="293261"/>
                  </a:lnTo>
                  <a:lnTo>
                    <a:pt x="1178237" y="272582"/>
                  </a:lnTo>
                  <a:lnTo>
                    <a:pt x="1219924" y="243887"/>
                  </a:lnTo>
                  <a:lnTo>
                    <a:pt x="1260859" y="215192"/>
                  </a:lnTo>
                  <a:lnTo>
                    <a:pt x="1290990" y="193678"/>
                  </a:lnTo>
                  <a:lnTo>
                    <a:pt x="1319678" y="172967"/>
                  </a:lnTo>
                  <a:lnTo>
                    <a:pt x="1348367" y="152059"/>
                  </a:lnTo>
                  <a:lnTo>
                    <a:pt x="1379524" y="129109"/>
                  </a:lnTo>
                  <a:lnTo>
                    <a:pt x="1417948" y="100414"/>
                  </a:lnTo>
                  <a:lnTo>
                    <a:pt x="1455945" y="71720"/>
                  </a:lnTo>
                  <a:lnTo>
                    <a:pt x="1491810" y="44353"/>
                  </a:lnTo>
                  <a:lnTo>
                    <a:pt x="1520499" y="22240"/>
                  </a:lnTo>
                  <a:lnTo>
                    <a:pt x="1549188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12019155" y="2449851"/>
              <a:ext cx="172540" cy="1366526"/>
            </a:xfrm>
            <a:custGeom>
              <a:avLst/>
              <a:gdLst/>
              <a:ahLst/>
              <a:cxnLst/>
              <a:rect l="l" t="t" r="r" b="b"/>
              <a:pathLst>
                <a:path w="172540" h="1366526">
                  <a:moveTo>
                    <a:pt x="172540" y="0"/>
                  </a:moveTo>
                  <a:lnTo>
                    <a:pt x="153507" y="46576"/>
                  </a:lnTo>
                  <a:lnTo>
                    <a:pt x="142240" y="75270"/>
                  </a:lnTo>
                  <a:lnTo>
                    <a:pt x="121045" y="132659"/>
                  </a:lnTo>
                  <a:lnTo>
                    <a:pt x="111023" y="161354"/>
                  </a:lnTo>
                  <a:lnTo>
                    <a:pt x="92225" y="218743"/>
                  </a:lnTo>
                  <a:lnTo>
                    <a:pt x="83407" y="247438"/>
                  </a:lnTo>
                  <a:lnTo>
                    <a:pt x="67074" y="304827"/>
                  </a:lnTo>
                  <a:lnTo>
                    <a:pt x="57786" y="340098"/>
                  </a:lnTo>
                  <a:lnTo>
                    <a:pt x="45617" y="390911"/>
                  </a:lnTo>
                  <a:lnTo>
                    <a:pt x="33375" y="448300"/>
                  </a:lnTo>
                  <a:lnTo>
                    <a:pt x="27896" y="476994"/>
                  </a:lnTo>
                  <a:lnTo>
                    <a:pt x="18410" y="534383"/>
                  </a:lnTo>
                  <a:lnTo>
                    <a:pt x="10712" y="591772"/>
                  </a:lnTo>
                  <a:lnTo>
                    <a:pt x="4940" y="649162"/>
                  </a:lnTo>
                  <a:lnTo>
                    <a:pt x="1251" y="706551"/>
                  </a:lnTo>
                  <a:lnTo>
                    <a:pt x="243" y="735245"/>
                  </a:lnTo>
                  <a:lnTo>
                    <a:pt x="0" y="792634"/>
                  </a:lnTo>
                  <a:lnTo>
                    <a:pt x="801" y="821329"/>
                  </a:lnTo>
                  <a:lnTo>
                    <a:pt x="4405" y="878718"/>
                  </a:lnTo>
                  <a:lnTo>
                    <a:pt x="10811" y="936107"/>
                  </a:lnTo>
                  <a:lnTo>
                    <a:pt x="20197" y="993496"/>
                  </a:lnTo>
                  <a:lnTo>
                    <a:pt x="29097" y="1035266"/>
                  </a:lnTo>
                  <a:lnTo>
                    <a:pt x="40441" y="1079580"/>
                  </a:lnTo>
                  <a:lnTo>
                    <a:pt x="57786" y="1135513"/>
                  </a:lnTo>
                  <a:lnTo>
                    <a:pt x="68652" y="1165664"/>
                  </a:lnTo>
                  <a:lnTo>
                    <a:pt x="86474" y="1209903"/>
                  </a:lnTo>
                  <a:lnTo>
                    <a:pt x="105302" y="1251747"/>
                  </a:lnTo>
                  <a:lnTo>
                    <a:pt x="119401" y="1280442"/>
                  </a:lnTo>
                  <a:lnTo>
                    <a:pt x="143852" y="1326017"/>
                  </a:lnTo>
                  <a:lnTo>
                    <a:pt x="167351" y="136652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11473858" y="1131168"/>
              <a:ext cx="717837" cy="3410055"/>
            </a:xfrm>
            <a:custGeom>
              <a:avLst/>
              <a:gdLst/>
              <a:ahLst/>
              <a:cxnLst/>
              <a:rect l="l" t="t" r="r" b="b"/>
              <a:pathLst>
                <a:path w="717837" h="3410055">
                  <a:moveTo>
                    <a:pt x="717837" y="0"/>
                  </a:moveTo>
                  <a:lnTo>
                    <a:pt x="689149" y="42120"/>
                  </a:lnTo>
                  <a:lnTo>
                    <a:pt x="667437" y="74004"/>
                  </a:lnTo>
                  <a:lnTo>
                    <a:pt x="647948" y="102698"/>
                  </a:lnTo>
                  <a:lnTo>
                    <a:pt x="628549" y="131393"/>
                  </a:lnTo>
                  <a:lnTo>
                    <a:pt x="603083" y="169317"/>
                  </a:lnTo>
                  <a:lnTo>
                    <a:pt x="574394" y="212553"/>
                  </a:lnTo>
                  <a:lnTo>
                    <a:pt x="552402" y="246171"/>
                  </a:lnTo>
                  <a:lnTo>
                    <a:pt x="533887" y="274865"/>
                  </a:lnTo>
                  <a:lnTo>
                    <a:pt x="515634" y="303560"/>
                  </a:lnTo>
                  <a:lnTo>
                    <a:pt x="488328" y="347394"/>
                  </a:lnTo>
                  <a:lnTo>
                    <a:pt x="462733" y="389644"/>
                  </a:lnTo>
                  <a:lnTo>
                    <a:pt x="445800" y="418338"/>
                  </a:lnTo>
                  <a:lnTo>
                    <a:pt x="429223" y="447033"/>
                  </a:lnTo>
                  <a:lnTo>
                    <a:pt x="402262" y="495289"/>
                  </a:lnTo>
                  <a:lnTo>
                    <a:pt x="381956" y="533117"/>
                  </a:lnTo>
                  <a:lnTo>
                    <a:pt x="367035" y="561811"/>
                  </a:lnTo>
                  <a:lnTo>
                    <a:pt x="344885" y="606028"/>
                  </a:lnTo>
                  <a:lnTo>
                    <a:pt x="324897" y="647895"/>
                  </a:lnTo>
                  <a:lnTo>
                    <a:pt x="311715" y="676589"/>
                  </a:lnTo>
                  <a:lnTo>
                    <a:pt x="287507" y="731962"/>
                  </a:lnTo>
                  <a:lnTo>
                    <a:pt x="274822" y="762673"/>
                  </a:lnTo>
                  <a:lnTo>
                    <a:pt x="258819" y="802954"/>
                  </a:lnTo>
                  <a:lnTo>
                    <a:pt x="241670" y="848757"/>
                  </a:lnTo>
                  <a:lnTo>
                    <a:pt x="230130" y="880975"/>
                  </a:lnTo>
                  <a:lnTo>
                    <a:pt x="212016" y="934840"/>
                  </a:lnTo>
                  <a:lnTo>
                    <a:pt x="201441" y="967878"/>
                  </a:lnTo>
                  <a:lnTo>
                    <a:pt x="185530" y="1020924"/>
                  </a:lnTo>
                  <a:lnTo>
                    <a:pt x="172753" y="1065951"/>
                  </a:lnTo>
                  <a:lnTo>
                    <a:pt x="161833" y="1107008"/>
                  </a:lnTo>
                  <a:lnTo>
                    <a:pt x="147364" y="1164397"/>
                  </a:lnTo>
                  <a:lnTo>
                    <a:pt x="140522" y="1193091"/>
                  </a:lnTo>
                  <a:lnTo>
                    <a:pt x="127554" y="1250481"/>
                  </a:lnTo>
                  <a:lnTo>
                    <a:pt x="115375" y="1307418"/>
                  </a:lnTo>
                  <a:lnTo>
                    <a:pt x="109523" y="1336564"/>
                  </a:lnTo>
                  <a:lnTo>
                    <a:pt x="98432" y="1393953"/>
                  </a:lnTo>
                  <a:lnTo>
                    <a:pt x="87861" y="1451342"/>
                  </a:lnTo>
                  <a:lnTo>
                    <a:pt x="82853" y="1480037"/>
                  </a:lnTo>
                  <a:lnTo>
                    <a:pt x="73227" y="1537426"/>
                  </a:lnTo>
                  <a:lnTo>
                    <a:pt x="64012" y="1594815"/>
                  </a:lnTo>
                  <a:lnTo>
                    <a:pt x="57998" y="1633725"/>
                  </a:lnTo>
                  <a:lnTo>
                    <a:pt x="51114" y="1680899"/>
                  </a:lnTo>
                  <a:lnTo>
                    <a:pt x="43104" y="1738288"/>
                  </a:lnTo>
                  <a:lnTo>
                    <a:pt x="35502" y="1795677"/>
                  </a:lnTo>
                  <a:lnTo>
                    <a:pt x="29309" y="1845236"/>
                  </a:lnTo>
                  <a:lnTo>
                    <a:pt x="25075" y="1881761"/>
                  </a:lnTo>
                  <a:lnTo>
                    <a:pt x="18885" y="1939150"/>
                  </a:lnTo>
                  <a:lnTo>
                    <a:pt x="13322" y="1996539"/>
                  </a:lnTo>
                  <a:lnTo>
                    <a:pt x="8505" y="2053928"/>
                  </a:lnTo>
                  <a:lnTo>
                    <a:pt x="4584" y="2111317"/>
                  </a:lnTo>
                  <a:lnTo>
                    <a:pt x="1742" y="2168706"/>
                  </a:lnTo>
                  <a:lnTo>
                    <a:pt x="621" y="2205642"/>
                  </a:lnTo>
                  <a:lnTo>
                    <a:pt x="0" y="2254790"/>
                  </a:lnTo>
                  <a:lnTo>
                    <a:pt x="621" y="2301643"/>
                  </a:lnTo>
                  <a:lnTo>
                    <a:pt x="2042" y="2340874"/>
                  </a:lnTo>
                  <a:lnTo>
                    <a:pt x="6063" y="2398263"/>
                  </a:lnTo>
                  <a:lnTo>
                    <a:pt x="12631" y="2455652"/>
                  </a:lnTo>
                  <a:lnTo>
                    <a:pt x="22153" y="2513041"/>
                  </a:lnTo>
                  <a:lnTo>
                    <a:pt x="29309" y="2546564"/>
                  </a:lnTo>
                  <a:lnTo>
                    <a:pt x="43199" y="2599125"/>
                  </a:lnTo>
                  <a:lnTo>
                    <a:pt x="57998" y="2644198"/>
                  </a:lnTo>
                  <a:lnTo>
                    <a:pt x="73894" y="2685209"/>
                  </a:lnTo>
                  <a:lnTo>
                    <a:pt x="86687" y="2714236"/>
                  </a:lnTo>
                  <a:lnTo>
                    <a:pt x="115375" y="2770242"/>
                  </a:lnTo>
                  <a:lnTo>
                    <a:pt x="132805" y="2799987"/>
                  </a:lnTo>
                  <a:lnTo>
                    <a:pt x="151047" y="2828681"/>
                  </a:lnTo>
                  <a:lnTo>
                    <a:pt x="172753" y="2860146"/>
                  </a:lnTo>
                  <a:lnTo>
                    <a:pt x="201441" y="2898274"/>
                  </a:lnTo>
                  <a:lnTo>
                    <a:pt x="230130" y="2933613"/>
                  </a:lnTo>
                  <a:lnTo>
                    <a:pt x="258819" y="2966761"/>
                  </a:lnTo>
                  <a:lnTo>
                    <a:pt x="287507" y="2998181"/>
                  </a:lnTo>
                  <a:lnTo>
                    <a:pt x="316196" y="3028242"/>
                  </a:lnTo>
                  <a:lnTo>
                    <a:pt x="344885" y="3057241"/>
                  </a:lnTo>
                  <a:lnTo>
                    <a:pt x="373573" y="3085418"/>
                  </a:lnTo>
                  <a:lnTo>
                    <a:pt x="402262" y="3112973"/>
                  </a:lnTo>
                  <a:lnTo>
                    <a:pt x="430951" y="3140071"/>
                  </a:lnTo>
                  <a:lnTo>
                    <a:pt x="459639" y="3166854"/>
                  </a:lnTo>
                  <a:lnTo>
                    <a:pt x="488328" y="3193443"/>
                  </a:lnTo>
                  <a:lnTo>
                    <a:pt x="517017" y="3219945"/>
                  </a:lnTo>
                  <a:lnTo>
                    <a:pt x="545705" y="3246452"/>
                  </a:lnTo>
                  <a:lnTo>
                    <a:pt x="574394" y="3273052"/>
                  </a:lnTo>
                  <a:lnTo>
                    <a:pt x="603083" y="3299822"/>
                  </a:lnTo>
                  <a:lnTo>
                    <a:pt x="631771" y="3326837"/>
                  </a:lnTo>
                  <a:lnTo>
                    <a:pt x="660460" y="3354167"/>
                  </a:lnTo>
                  <a:lnTo>
                    <a:pt x="689149" y="3381884"/>
                  </a:lnTo>
                  <a:lnTo>
                    <a:pt x="717837" y="3410055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7056425" y="0"/>
              <a:ext cx="2639154" cy="1394784"/>
            </a:xfrm>
            <a:custGeom>
              <a:avLst/>
              <a:gdLst/>
              <a:ahLst/>
              <a:cxnLst/>
              <a:rect l="l" t="t" r="r" b="b"/>
              <a:pathLst>
                <a:path w="2639154" h="1394784">
                  <a:moveTo>
                    <a:pt x="0" y="1394784"/>
                  </a:moveTo>
                  <a:lnTo>
                    <a:pt x="45222" y="1377339"/>
                  </a:lnTo>
                  <a:lnTo>
                    <a:pt x="86066" y="1362101"/>
                  </a:lnTo>
                  <a:lnTo>
                    <a:pt x="123452" y="1348644"/>
                  </a:lnTo>
                  <a:lnTo>
                    <a:pt x="172132" y="1331570"/>
                  </a:lnTo>
                  <a:lnTo>
                    <a:pt x="206246" y="1319950"/>
                  </a:lnTo>
                  <a:lnTo>
                    <a:pt x="258198" y="1302558"/>
                  </a:lnTo>
                  <a:lnTo>
                    <a:pt x="292672" y="1291255"/>
                  </a:lnTo>
                  <a:lnTo>
                    <a:pt x="344264" y="1274467"/>
                  </a:lnTo>
                  <a:lnTo>
                    <a:pt x="381257" y="1262561"/>
                  </a:lnTo>
                  <a:lnTo>
                    <a:pt x="430330" y="1246727"/>
                  </a:lnTo>
                  <a:lnTo>
                    <a:pt x="470215" y="1233866"/>
                  </a:lnTo>
                  <a:lnTo>
                    <a:pt x="516396" y="1218800"/>
                  </a:lnTo>
                  <a:lnTo>
                    <a:pt x="557802" y="1205172"/>
                  </a:lnTo>
                  <a:lnTo>
                    <a:pt x="602462" y="1190181"/>
                  </a:lnTo>
                  <a:lnTo>
                    <a:pt x="642633" y="1176477"/>
                  </a:lnTo>
                  <a:lnTo>
                    <a:pt x="688528" y="1160410"/>
                  </a:lnTo>
                  <a:lnTo>
                    <a:pt x="723861" y="1147782"/>
                  </a:lnTo>
                  <a:lnTo>
                    <a:pt x="774594" y="1129084"/>
                  </a:lnTo>
                  <a:lnTo>
                    <a:pt x="803282" y="1118268"/>
                  </a:lnTo>
                  <a:lnTo>
                    <a:pt x="860660" y="1095876"/>
                  </a:lnTo>
                  <a:lnTo>
                    <a:pt x="889348" y="1084332"/>
                  </a:lnTo>
                  <a:lnTo>
                    <a:pt x="943958" y="1061699"/>
                  </a:lnTo>
                  <a:lnTo>
                    <a:pt x="975414" y="1048189"/>
                  </a:lnTo>
                  <a:lnTo>
                    <a:pt x="1010088" y="1033004"/>
                  </a:lnTo>
                  <a:lnTo>
                    <a:pt x="1061480" y="1009724"/>
                  </a:lnTo>
                  <a:lnTo>
                    <a:pt x="1090169" y="996352"/>
                  </a:lnTo>
                  <a:lnTo>
                    <a:pt x="1133629" y="975615"/>
                  </a:lnTo>
                  <a:lnTo>
                    <a:pt x="1176235" y="954662"/>
                  </a:lnTo>
                  <a:lnTo>
                    <a:pt x="1204924" y="940242"/>
                  </a:lnTo>
                  <a:lnTo>
                    <a:pt x="1247791" y="918226"/>
                  </a:lnTo>
                  <a:lnTo>
                    <a:pt x="1290990" y="895443"/>
                  </a:lnTo>
                  <a:lnTo>
                    <a:pt x="1319678" y="880004"/>
                  </a:lnTo>
                  <a:lnTo>
                    <a:pt x="1354795" y="860837"/>
                  </a:lnTo>
                  <a:lnTo>
                    <a:pt x="1405744" y="832382"/>
                  </a:lnTo>
                  <a:lnTo>
                    <a:pt x="1434433" y="815997"/>
                  </a:lnTo>
                  <a:lnTo>
                    <a:pt x="1463122" y="799488"/>
                  </a:lnTo>
                  <a:lnTo>
                    <a:pt x="1505425" y="774753"/>
                  </a:lnTo>
                  <a:lnTo>
                    <a:pt x="1549188" y="748712"/>
                  </a:lnTo>
                  <a:lnTo>
                    <a:pt x="1577876" y="731380"/>
                  </a:lnTo>
                  <a:lnTo>
                    <a:pt x="1606565" y="713951"/>
                  </a:lnTo>
                  <a:lnTo>
                    <a:pt x="1647664" y="688669"/>
                  </a:lnTo>
                  <a:lnTo>
                    <a:pt x="1692631" y="660631"/>
                  </a:lnTo>
                  <a:lnTo>
                    <a:pt x="1721319" y="642505"/>
                  </a:lnTo>
                  <a:lnTo>
                    <a:pt x="1750008" y="624305"/>
                  </a:lnTo>
                  <a:lnTo>
                    <a:pt x="1784015" y="602586"/>
                  </a:lnTo>
                  <a:lnTo>
                    <a:pt x="1828439" y="573891"/>
                  </a:lnTo>
                  <a:lnTo>
                    <a:pt x="1864763" y="550179"/>
                  </a:lnTo>
                  <a:lnTo>
                    <a:pt x="1893451" y="531322"/>
                  </a:lnTo>
                  <a:lnTo>
                    <a:pt x="1922140" y="512401"/>
                  </a:lnTo>
                  <a:lnTo>
                    <a:pt x="1959169" y="487808"/>
                  </a:lnTo>
                  <a:lnTo>
                    <a:pt x="2001973" y="459113"/>
                  </a:lnTo>
                  <a:lnTo>
                    <a:pt x="2036895" y="435490"/>
                  </a:lnTo>
                  <a:lnTo>
                    <a:pt x="2065583" y="415969"/>
                  </a:lnTo>
                  <a:lnTo>
                    <a:pt x="2094272" y="396378"/>
                  </a:lnTo>
                  <a:lnTo>
                    <a:pt x="2128265" y="373029"/>
                  </a:lnTo>
                  <a:lnTo>
                    <a:pt x="2169675" y="344335"/>
                  </a:lnTo>
                  <a:lnTo>
                    <a:pt x="2209027" y="316824"/>
                  </a:lnTo>
                  <a:lnTo>
                    <a:pt x="2237715" y="296609"/>
                  </a:lnTo>
                  <a:lnTo>
                    <a:pt x="2266404" y="276301"/>
                  </a:lnTo>
                  <a:lnTo>
                    <a:pt x="2295093" y="255891"/>
                  </a:lnTo>
                  <a:lnTo>
                    <a:pt x="2331831" y="229556"/>
                  </a:lnTo>
                  <a:lnTo>
                    <a:pt x="2371491" y="200862"/>
                  </a:lnTo>
                  <a:lnTo>
                    <a:pt x="2409847" y="172849"/>
                  </a:lnTo>
                  <a:lnTo>
                    <a:pt x="2438536" y="151722"/>
                  </a:lnTo>
                  <a:lnTo>
                    <a:pt x="2467225" y="130468"/>
                  </a:lnTo>
                  <a:lnTo>
                    <a:pt x="2495913" y="109080"/>
                  </a:lnTo>
                  <a:lnTo>
                    <a:pt x="2526548" y="86084"/>
                  </a:lnTo>
                  <a:lnTo>
                    <a:pt x="2564437" y="57389"/>
                  </a:lnTo>
                  <a:lnTo>
                    <a:pt x="2601969" y="28695"/>
                  </a:lnTo>
                  <a:lnTo>
                    <a:pt x="2639154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7056425" y="4218100"/>
              <a:ext cx="120488" cy="778323"/>
            </a:xfrm>
            <a:custGeom>
              <a:avLst/>
              <a:gdLst/>
              <a:ahLst/>
              <a:cxnLst/>
              <a:rect l="l" t="t" r="r" b="b"/>
              <a:pathLst>
                <a:path w="120488" h="778323">
                  <a:moveTo>
                    <a:pt x="0" y="778323"/>
                  </a:moveTo>
                  <a:lnTo>
                    <a:pt x="19299" y="746059"/>
                  </a:lnTo>
                  <a:lnTo>
                    <a:pt x="35055" y="717364"/>
                  </a:lnTo>
                  <a:lnTo>
                    <a:pt x="57377" y="671510"/>
                  </a:lnTo>
                  <a:lnTo>
                    <a:pt x="74466" y="631281"/>
                  </a:lnTo>
                  <a:lnTo>
                    <a:pt x="86066" y="599082"/>
                  </a:lnTo>
                  <a:lnTo>
                    <a:pt x="101851" y="545197"/>
                  </a:lnTo>
                  <a:lnTo>
                    <a:pt x="113358" y="487808"/>
                  </a:lnTo>
                  <a:lnTo>
                    <a:pt x="117079" y="459113"/>
                  </a:lnTo>
                  <a:lnTo>
                    <a:pt x="120488" y="401724"/>
                  </a:lnTo>
                  <a:lnTo>
                    <a:pt x="118573" y="344335"/>
                  </a:lnTo>
                  <a:lnTo>
                    <a:pt x="114754" y="309604"/>
                  </a:lnTo>
                  <a:lnTo>
                    <a:pt x="105889" y="258251"/>
                  </a:lnTo>
                  <a:lnTo>
                    <a:pt x="91064" y="200862"/>
                  </a:lnTo>
                  <a:lnTo>
                    <a:pt x="81790" y="172168"/>
                  </a:lnTo>
                  <a:lnTo>
                    <a:pt x="59619" y="114779"/>
                  </a:lnTo>
                  <a:lnTo>
                    <a:pt x="46764" y="86084"/>
                  </a:lnTo>
                  <a:lnTo>
                    <a:pt x="28688" y="49627"/>
                  </a:lnTo>
                  <a:lnTo>
                    <a:pt x="1486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reeform 7"/>
            <p:cNvSpPr/>
            <p:nvPr/>
          </p:nvSpPr>
          <p:spPr>
            <a:xfrm>
              <a:off x="7056425" y="34900"/>
              <a:ext cx="5135270" cy="4955508"/>
            </a:xfrm>
            <a:custGeom>
              <a:avLst/>
              <a:gdLst/>
              <a:ahLst/>
              <a:cxnLst/>
              <a:rect l="l" t="t" r="r" b="b"/>
              <a:pathLst>
                <a:path w="5135270" h="4955508">
                  <a:moveTo>
                    <a:pt x="0" y="1876123"/>
                  </a:moveTo>
                  <a:lnTo>
                    <a:pt x="31109" y="1858941"/>
                  </a:lnTo>
                  <a:lnTo>
                    <a:pt x="86066" y="1830935"/>
                  </a:lnTo>
                  <a:lnTo>
                    <a:pt x="114754" y="1817373"/>
                  </a:lnTo>
                  <a:lnTo>
                    <a:pt x="149634" y="1801552"/>
                  </a:lnTo>
                  <a:lnTo>
                    <a:pt x="200820" y="1779790"/>
                  </a:lnTo>
                  <a:lnTo>
                    <a:pt x="229509" y="1768182"/>
                  </a:lnTo>
                  <a:lnTo>
                    <a:pt x="286886" y="1746077"/>
                  </a:lnTo>
                  <a:lnTo>
                    <a:pt x="315575" y="1735526"/>
                  </a:lnTo>
                  <a:lnTo>
                    <a:pt x="371764" y="1715468"/>
                  </a:lnTo>
                  <a:lnTo>
                    <a:pt x="401641" y="1705163"/>
                  </a:lnTo>
                  <a:lnTo>
                    <a:pt x="455744" y="1686774"/>
                  </a:lnTo>
                  <a:lnTo>
                    <a:pt x="487707" y="1676118"/>
                  </a:lnTo>
                  <a:lnTo>
                    <a:pt x="541925" y="1658079"/>
                  </a:lnTo>
                  <a:lnTo>
                    <a:pt x="573773" y="1647540"/>
                  </a:lnTo>
                  <a:lnTo>
                    <a:pt x="628069" y="1629385"/>
                  </a:lnTo>
                  <a:lnTo>
                    <a:pt x="659839" y="1618689"/>
                  </a:lnTo>
                  <a:lnTo>
                    <a:pt x="712250" y="1600690"/>
                  </a:lnTo>
                  <a:lnTo>
                    <a:pt x="745905" y="1588950"/>
                  </a:lnTo>
                  <a:lnTo>
                    <a:pt x="793247" y="1571995"/>
                  </a:lnTo>
                  <a:lnTo>
                    <a:pt x="831971" y="1557838"/>
                  </a:lnTo>
                  <a:lnTo>
                    <a:pt x="870590" y="1543301"/>
                  </a:lnTo>
                  <a:lnTo>
                    <a:pt x="918037" y="1525011"/>
                  </a:lnTo>
                  <a:lnTo>
                    <a:pt x="946726" y="1513652"/>
                  </a:lnTo>
                  <a:lnTo>
                    <a:pt x="1004103" y="1490278"/>
                  </a:lnTo>
                  <a:lnTo>
                    <a:pt x="1032792" y="1478259"/>
                  </a:lnTo>
                  <a:lnTo>
                    <a:pt x="1081788" y="1457217"/>
                  </a:lnTo>
                  <a:lnTo>
                    <a:pt x="1118858" y="1440916"/>
                  </a:lnTo>
                  <a:lnTo>
                    <a:pt x="1147546" y="1428072"/>
                  </a:lnTo>
                  <a:lnTo>
                    <a:pt x="1204924" y="1401763"/>
                  </a:lnTo>
                  <a:lnTo>
                    <a:pt x="1233612" y="1388315"/>
                  </a:lnTo>
                  <a:lnTo>
                    <a:pt x="1269812" y="1371133"/>
                  </a:lnTo>
                  <a:lnTo>
                    <a:pt x="1319678" y="1347067"/>
                  </a:lnTo>
                  <a:lnTo>
                    <a:pt x="1348367" y="1333014"/>
                  </a:lnTo>
                  <a:lnTo>
                    <a:pt x="1387366" y="1313744"/>
                  </a:lnTo>
                  <a:lnTo>
                    <a:pt x="1434433" y="1290217"/>
                  </a:lnTo>
                  <a:lnTo>
                    <a:pt x="1463122" y="1275748"/>
                  </a:lnTo>
                  <a:lnTo>
                    <a:pt x="1501445" y="1256355"/>
                  </a:lnTo>
                  <a:lnTo>
                    <a:pt x="1549188" y="1232020"/>
                  </a:lnTo>
                  <a:lnTo>
                    <a:pt x="1577876" y="1217334"/>
                  </a:lnTo>
                  <a:lnTo>
                    <a:pt x="1613839" y="1198966"/>
                  </a:lnTo>
                  <a:lnTo>
                    <a:pt x="1663942" y="1173287"/>
                  </a:lnTo>
                  <a:lnTo>
                    <a:pt x="1692631" y="1158570"/>
                  </a:lnTo>
                  <a:lnTo>
                    <a:pt x="1726010" y="1141577"/>
                  </a:lnTo>
                  <a:lnTo>
                    <a:pt x="1778697" y="1114744"/>
                  </a:lnTo>
                  <a:lnTo>
                    <a:pt x="1807385" y="1100161"/>
                  </a:lnTo>
                  <a:lnTo>
                    <a:pt x="1839187" y="1084188"/>
                  </a:lnTo>
                  <a:lnTo>
                    <a:pt x="1893451" y="1056990"/>
                  </a:lnTo>
                  <a:lnTo>
                    <a:pt x="1922140" y="1042675"/>
                  </a:lnTo>
                  <a:lnTo>
                    <a:pt x="1954441" y="1026799"/>
                  </a:lnTo>
                  <a:lnTo>
                    <a:pt x="2008206" y="1000466"/>
                  </a:lnTo>
                  <a:lnTo>
                    <a:pt x="2036895" y="986521"/>
                  </a:lnTo>
                  <a:lnTo>
                    <a:pt x="2072691" y="969410"/>
                  </a:lnTo>
                  <a:lnTo>
                    <a:pt x="2122961" y="945461"/>
                  </a:lnTo>
                  <a:lnTo>
                    <a:pt x="2151649" y="931950"/>
                  </a:lnTo>
                  <a:lnTo>
                    <a:pt x="2194657" y="912021"/>
                  </a:lnTo>
                  <a:lnTo>
                    <a:pt x="2237715" y="892110"/>
                  </a:lnTo>
                  <a:lnTo>
                    <a:pt x="2266404" y="879064"/>
                  </a:lnTo>
                  <a:lnTo>
                    <a:pt x="2320743" y="854631"/>
                  </a:lnTo>
                  <a:lnTo>
                    <a:pt x="2352470" y="840410"/>
                  </a:lnTo>
                  <a:lnTo>
                    <a:pt x="2385440" y="825937"/>
                  </a:lnTo>
                  <a:lnTo>
                    <a:pt x="2438536" y="802656"/>
                  </a:lnTo>
                  <a:lnTo>
                    <a:pt x="2467225" y="790222"/>
                  </a:lnTo>
                  <a:lnTo>
                    <a:pt x="2517872" y="768548"/>
                  </a:lnTo>
                  <a:lnTo>
                    <a:pt x="2553291" y="753355"/>
                  </a:lnTo>
                  <a:lnTo>
                    <a:pt x="2585359" y="739853"/>
                  </a:lnTo>
                  <a:lnTo>
                    <a:pt x="2639357" y="717045"/>
                  </a:lnTo>
                  <a:lnTo>
                    <a:pt x="2668045" y="705015"/>
                  </a:lnTo>
                  <a:lnTo>
                    <a:pt x="2722134" y="682464"/>
                  </a:lnTo>
                  <a:lnTo>
                    <a:pt x="2754111" y="669041"/>
                  </a:lnTo>
                  <a:lnTo>
                    <a:pt x="2790942" y="653769"/>
                  </a:lnTo>
                  <a:lnTo>
                    <a:pt x="2840177" y="633106"/>
                  </a:lnTo>
                  <a:lnTo>
                    <a:pt x="2868866" y="621098"/>
                  </a:lnTo>
                  <a:lnTo>
                    <a:pt x="2926243" y="596939"/>
                  </a:lnTo>
                  <a:lnTo>
                    <a:pt x="2954932" y="584728"/>
                  </a:lnTo>
                  <a:lnTo>
                    <a:pt x="2995029" y="567686"/>
                  </a:lnTo>
                  <a:lnTo>
                    <a:pt x="3040998" y="547744"/>
                  </a:lnTo>
                  <a:lnTo>
                    <a:pt x="3069687" y="535232"/>
                  </a:lnTo>
                  <a:lnTo>
                    <a:pt x="3126040" y="510297"/>
                  </a:lnTo>
                  <a:lnTo>
                    <a:pt x="3155753" y="496902"/>
                  </a:lnTo>
                  <a:lnTo>
                    <a:pt x="3189454" y="481602"/>
                  </a:lnTo>
                  <a:lnTo>
                    <a:pt x="3241819" y="457253"/>
                  </a:lnTo>
                  <a:lnTo>
                    <a:pt x="3270507" y="443691"/>
                  </a:lnTo>
                  <a:lnTo>
                    <a:pt x="3311185" y="424213"/>
                  </a:lnTo>
                  <a:lnTo>
                    <a:pt x="3356573" y="401872"/>
                  </a:lnTo>
                  <a:lnTo>
                    <a:pt x="3385262" y="387541"/>
                  </a:lnTo>
                  <a:lnTo>
                    <a:pt x="3426159" y="366824"/>
                  </a:lnTo>
                  <a:lnTo>
                    <a:pt x="3471328" y="343335"/>
                  </a:lnTo>
                  <a:lnTo>
                    <a:pt x="3500016" y="328229"/>
                  </a:lnTo>
                  <a:lnTo>
                    <a:pt x="3535270" y="309435"/>
                  </a:lnTo>
                  <a:lnTo>
                    <a:pt x="3586082" y="281819"/>
                  </a:lnTo>
                  <a:lnTo>
                    <a:pt x="3614771" y="266141"/>
                  </a:lnTo>
                  <a:lnTo>
                    <a:pt x="3643460" y="250260"/>
                  </a:lnTo>
                  <a:lnTo>
                    <a:pt x="3692150" y="223351"/>
                  </a:lnTo>
                  <a:lnTo>
                    <a:pt x="3729526" y="202596"/>
                  </a:lnTo>
                  <a:lnTo>
                    <a:pt x="3758214" y="186763"/>
                  </a:lnTo>
                  <a:lnTo>
                    <a:pt x="3796323" y="165962"/>
                  </a:lnTo>
                  <a:lnTo>
                    <a:pt x="3844280" y="140161"/>
                  </a:lnTo>
                  <a:lnTo>
                    <a:pt x="3872969" y="125253"/>
                  </a:lnTo>
                  <a:lnTo>
                    <a:pt x="3905704" y="108573"/>
                  </a:lnTo>
                  <a:lnTo>
                    <a:pt x="3959035" y="82824"/>
                  </a:lnTo>
                  <a:lnTo>
                    <a:pt x="3987724" y="69944"/>
                  </a:lnTo>
                  <a:lnTo>
                    <a:pt x="4032623" y="51184"/>
                  </a:lnTo>
                  <a:lnTo>
                    <a:pt x="4073790" y="35818"/>
                  </a:lnTo>
                  <a:lnTo>
                    <a:pt x="4115498" y="22489"/>
                  </a:lnTo>
                  <a:lnTo>
                    <a:pt x="4159856" y="11125"/>
                  </a:lnTo>
                  <a:lnTo>
                    <a:pt x="4217233" y="1755"/>
                  </a:lnTo>
                  <a:lnTo>
                    <a:pt x="4274610" y="0"/>
                  </a:lnTo>
                  <a:lnTo>
                    <a:pt x="4331988" y="8754"/>
                  </a:lnTo>
                  <a:lnTo>
                    <a:pt x="4369673" y="22489"/>
                  </a:lnTo>
                  <a:lnTo>
                    <a:pt x="4413476" y="51184"/>
                  </a:lnTo>
                  <a:lnTo>
                    <a:pt x="4439517" y="79878"/>
                  </a:lnTo>
                  <a:lnTo>
                    <a:pt x="4456892" y="108573"/>
                  </a:lnTo>
                  <a:lnTo>
                    <a:pt x="4475431" y="160789"/>
                  </a:lnTo>
                  <a:lnTo>
                    <a:pt x="4481109" y="194656"/>
                  </a:lnTo>
                  <a:lnTo>
                    <a:pt x="4482940" y="252046"/>
                  </a:lnTo>
                  <a:lnTo>
                    <a:pt x="4477583" y="309435"/>
                  </a:lnTo>
                  <a:lnTo>
                    <a:pt x="4472680" y="338129"/>
                  </a:lnTo>
                  <a:lnTo>
                    <a:pt x="4459368" y="395518"/>
                  </a:lnTo>
                  <a:lnTo>
                    <a:pt x="4446742" y="439699"/>
                  </a:lnTo>
                  <a:lnTo>
                    <a:pt x="4433143" y="481602"/>
                  </a:lnTo>
                  <a:lnTo>
                    <a:pt x="4418054" y="524471"/>
                  </a:lnTo>
                  <a:lnTo>
                    <a:pt x="4401851" y="567686"/>
                  </a:lnTo>
                  <a:lnTo>
                    <a:pt x="4389365" y="600126"/>
                  </a:lnTo>
                  <a:lnTo>
                    <a:pt x="4368023" y="653769"/>
                  </a:lnTo>
                  <a:lnTo>
                    <a:pt x="4356570" y="682464"/>
                  </a:lnTo>
                  <a:lnTo>
                    <a:pt x="4333724" y="739853"/>
                  </a:lnTo>
                  <a:lnTo>
                    <a:pt x="4322382" y="768548"/>
                  </a:lnTo>
                  <a:lnTo>
                    <a:pt x="4303299" y="818399"/>
                  </a:lnTo>
                  <a:lnTo>
                    <a:pt x="4289822" y="854631"/>
                  </a:lnTo>
                  <a:lnTo>
                    <a:pt x="4274610" y="897425"/>
                  </a:lnTo>
                  <a:lnTo>
                    <a:pt x="4259915" y="940715"/>
                  </a:lnTo>
                  <a:lnTo>
                    <a:pt x="4245922" y="984669"/>
                  </a:lnTo>
                  <a:lnTo>
                    <a:pt x="4233302" y="1026799"/>
                  </a:lnTo>
                  <a:lnTo>
                    <a:pt x="4217593" y="1084188"/>
                  </a:lnTo>
                  <a:lnTo>
                    <a:pt x="4210300" y="1112882"/>
                  </a:lnTo>
                  <a:lnTo>
                    <a:pt x="4196986" y="1170272"/>
                  </a:lnTo>
                  <a:lnTo>
                    <a:pt x="4188544" y="1210917"/>
                  </a:lnTo>
                  <a:lnTo>
                    <a:pt x="4179982" y="1256355"/>
                  </a:lnTo>
                  <a:lnTo>
                    <a:pt x="4170518" y="1313744"/>
                  </a:lnTo>
                  <a:lnTo>
                    <a:pt x="4162444" y="1371133"/>
                  </a:lnTo>
                  <a:lnTo>
                    <a:pt x="4158893" y="1399828"/>
                  </a:lnTo>
                  <a:lnTo>
                    <a:pt x="4152701" y="1457217"/>
                  </a:lnTo>
                  <a:lnTo>
                    <a:pt x="4147619" y="1514606"/>
                  </a:lnTo>
                  <a:lnTo>
                    <a:pt x="4143522" y="1571995"/>
                  </a:lnTo>
                  <a:lnTo>
                    <a:pt x="4140286" y="1629385"/>
                  </a:lnTo>
                  <a:lnTo>
                    <a:pt x="4137791" y="1686774"/>
                  </a:lnTo>
                  <a:lnTo>
                    <a:pt x="4135920" y="1744163"/>
                  </a:lnTo>
                  <a:lnTo>
                    <a:pt x="4134559" y="1801552"/>
                  </a:lnTo>
                  <a:lnTo>
                    <a:pt x="4133599" y="1858941"/>
                  </a:lnTo>
                  <a:lnTo>
                    <a:pt x="4132936" y="1916330"/>
                  </a:lnTo>
                  <a:lnTo>
                    <a:pt x="4132471" y="1973719"/>
                  </a:lnTo>
                  <a:lnTo>
                    <a:pt x="4132112" y="2031108"/>
                  </a:lnTo>
                  <a:lnTo>
                    <a:pt x="4131770" y="2088497"/>
                  </a:lnTo>
                  <a:lnTo>
                    <a:pt x="4131367" y="2145887"/>
                  </a:lnTo>
                  <a:lnTo>
                    <a:pt x="4131119" y="2174581"/>
                  </a:lnTo>
                  <a:lnTo>
                    <a:pt x="4130497" y="2231970"/>
                  </a:lnTo>
                  <a:lnTo>
                    <a:pt x="4129645" y="2289359"/>
                  </a:lnTo>
                  <a:lnTo>
                    <a:pt x="4128507" y="2346749"/>
                  </a:lnTo>
                  <a:lnTo>
                    <a:pt x="4127033" y="2404138"/>
                  </a:lnTo>
                  <a:lnTo>
                    <a:pt x="4125178" y="2461527"/>
                  </a:lnTo>
                  <a:lnTo>
                    <a:pt x="4122904" y="2518916"/>
                  </a:lnTo>
                  <a:lnTo>
                    <a:pt x="4120181" y="2576305"/>
                  </a:lnTo>
                  <a:lnTo>
                    <a:pt x="4116983" y="2633694"/>
                  </a:lnTo>
                  <a:lnTo>
                    <a:pt x="4113291" y="2691083"/>
                  </a:lnTo>
                  <a:lnTo>
                    <a:pt x="4109093" y="2748472"/>
                  </a:lnTo>
                  <a:lnTo>
                    <a:pt x="4104386" y="2805862"/>
                  </a:lnTo>
                  <a:lnTo>
                    <a:pt x="4101858" y="2834556"/>
                  </a:lnTo>
                  <a:lnTo>
                    <a:pt x="4096524" y="2891945"/>
                  </a:lnTo>
                  <a:lnTo>
                    <a:pt x="4090724" y="2949334"/>
                  </a:lnTo>
                  <a:lnTo>
                    <a:pt x="4084489" y="3006723"/>
                  </a:lnTo>
                  <a:lnTo>
                    <a:pt x="4077863" y="3064113"/>
                  </a:lnTo>
                  <a:lnTo>
                    <a:pt x="4073790" y="3098004"/>
                  </a:lnTo>
                  <a:lnTo>
                    <a:pt x="4067477" y="3150196"/>
                  </a:lnTo>
                  <a:lnTo>
                    <a:pt x="4060350" y="3207585"/>
                  </a:lnTo>
                  <a:lnTo>
                    <a:pt x="4053143" y="3264974"/>
                  </a:lnTo>
                  <a:lnTo>
                    <a:pt x="4045999" y="3322364"/>
                  </a:lnTo>
                  <a:lnTo>
                    <a:pt x="4042560" y="3351058"/>
                  </a:lnTo>
                  <a:lnTo>
                    <a:pt x="4035998" y="3408447"/>
                  </a:lnTo>
                  <a:lnTo>
                    <a:pt x="4030013" y="3465836"/>
                  </a:lnTo>
                  <a:lnTo>
                    <a:pt x="4024898" y="3523226"/>
                  </a:lnTo>
                  <a:lnTo>
                    <a:pt x="4021008" y="3580615"/>
                  </a:lnTo>
                  <a:lnTo>
                    <a:pt x="4018768" y="3638004"/>
                  </a:lnTo>
                  <a:lnTo>
                    <a:pt x="4018684" y="3695393"/>
                  </a:lnTo>
                  <a:lnTo>
                    <a:pt x="4021352" y="3752782"/>
                  </a:lnTo>
                  <a:lnTo>
                    <a:pt x="4027466" y="3810171"/>
                  </a:lnTo>
                  <a:lnTo>
                    <a:pt x="4037823" y="3867560"/>
                  </a:lnTo>
                  <a:lnTo>
                    <a:pt x="4045101" y="3897050"/>
                  </a:lnTo>
                  <a:lnTo>
                    <a:pt x="4063515" y="3953644"/>
                  </a:lnTo>
                  <a:lnTo>
                    <a:pt x="4075288" y="3982338"/>
                  </a:lnTo>
                  <a:lnTo>
                    <a:pt x="4102478" y="4035955"/>
                  </a:lnTo>
                  <a:lnTo>
                    <a:pt x="4122346" y="4068422"/>
                  </a:lnTo>
                  <a:lnTo>
                    <a:pt x="4142318" y="4097117"/>
                  </a:lnTo>
                  <a:lnTo>
                    <a:pt x="4164587" y="4125811"/>
                  </a:lnTo>
                  <a:lnTo>
                    <a:pt x="4189213" y="4154506"/>
                  </a:lnTo>
                  <a:lnTo>
                    <a:pt x="4217233" y="4184215"/>
                  </a:lnTo>
                  <a:lnTo>
                    <a:pt x="4245922" y="4212265"/>
                  </a:lnTo>
                  <a:lnTo>
                    <a:pt x="4277038" y="4240590"/>
                  </a:lnTo>
                  <a:lnTo>
                    <a:pt x="4310599" y="4269284"/>
                  </a:lnTo>
                  <a:lnTo>
                    <a:pt x="4345980" y="4297979"/>
                  </a:lnTo>
                  <a:lnTo>
                    <a:pt x="4382919" y="4326673"/>
                  </a:lnTo>
                  <a:lnTo>
                    <a:pt x="4418054" y="4353054"/>
                  </a:lnTo>
                  <a:lnTo>
                    <a:pt x="4446742" y="4374107"/>
                  </a:lnTo>
                  <a:lnTo>
                    <a:pt x="4475431" y="4394963"/>
                  </a:lnTo>
                  <a:lnTo>
                    <a:pt x="4504120" y="4415714"/>
                  </a:lnTo>
                  <a:lnTo>
                    <a:pt x="4539933" y="4441451"/>
                  </a:lnTo>
                  <a:lnTo>
                    <a:pt x="4579943" y="4470146"/>
                  </a:lnTo>
                  <a:lnTo>
                    <a:pt x="4618874" y="4498210"/>
                  </a:lnTo>
                  <a:lnTo>
                    <a:pt x="4647563" y="4519025"/>
                  </a:lnTo>
                  <a:lnTo>
                    <a:pt x="4676252" y="4540134"/>
                  </a:lnTo>
                  <a:lnTo>
                    <a:pt x="4704940" y="4561576"/>
                  </a:lnTo>
                  <a:lnTo>
                    <a:pt x="4735659" y="4584924"/>
                  </a:lnTo>
                  <a:lnTo>
                    <a:pt x="4772702" y="4613619"/>
                  </a:lnTo>
                  <a:lnTo>
                    <a:pt x="4808804" y="4642313"/>
                  </a:lnTo>
                  <a:lnTo>
                    <a:pt x="4843904" y="4671008"/>
                  </a:lnTo>
                  <a:lnTo>
                    <a:pt x="4877072" y="4698934"/>
                  </a:lnTo>
                  <a:lnTo>
                    <a:pt x="4905761" y="4723783"/>
                  </a:lnTo>
                  <a:lnTo>
                    <a:pt x="4934450" y="4749372"/>
                  </a:lnTo>
                  <a:lnTo>
                    <a:pt x="4963138" y="4775763"/>
                  </a:lnTo>
                  <a:lnTo>
                    <a:pt x="4991827" y="4803024"/>
                  </a:lnTo>
                  <a:lnTo>
                    <a:pt x="5020516" y="4831235"/>
                  </a:lnTo>
                  <a:lnTo>
                    <a:pt x="5049204" y="4860481"/>
                  </a:lnTo>
                  <a:lnTo>
                    <a:pt x="5077893" y="4890864"/>
                  </a:lnTo>
                  <a:lnTo>
                    <a:pt x="5106582" y="4922497"/>
                  </a:lnTo>
                  <a:lnTo>
                    <a:pt x="5135270" y="495550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7056425" y="3427725"/>
              <a:ext cx="839961" cy="2258491"/>
            </a:xfrm>
            <a:custGeom>
              <a:avLst/>
              <a:gdLst/>
              <a:ahLst/>
              <a:cxnLst/>
              <a:rect l="l" t="t" r="r" b="b"/>
              <a:pathLst>
                <a:path w="839961" h="2258491">
                  <a:moveTo>
                    <a:pt x="0" y="2258491"/>
                  </a:moveTo>
                  <a:lnTo>
                    <a:pt x="28688" y="2236986"/>
                  </a:lnTo>
                  <a:lnTo>
                    <a:pt x="57377" y="2215489"/>
                  </a:lnTo>
                  <a:lnTo>
                    <a:pt x="86066" y="2193979"/>
                  </a:lnTo>
                  <a:lnTo>
                    <a:pt x="120939" y="2167714"/>
                  </a:lnTo>
                  <a:lnTo>
                    <a:pt x="158749" y="2139020"/>
                  </a:lnTo>
                  <a:lnTo>
                    <a:pt x="196190" y="2110325"/>
                  </a:lnTo>
                  <a:lnTo>
                    <a:pt x="229509" y="2084468"/>
                  </a:lnTo>
                  <a:lnTo>
                    <a:pt x="258198" y="2061920"/>
                  </a:lnTo>
                  <a:lnTo>
                    <a:pt x="286886" y="2039103"/>
                  </a:lnTo>
                  <a:lnTo>
                    <a:pt x="315575" y="2015971"/>
                  </a:lnTo>
                  <a:lnTo>
                    <a:pt x="344264" y="1992471"/>
                  </a:lnTo>
                  <a:lnTo>
                    <a:pt x="374925" y="1966852"/>
                  </a:lnTo>
                  <a:lnTo>
                    <a:pt x="408400" y="1938158"/>
                  </a:lnTo>
                  <a:lnTo>
                    <a:pt x="440939" y="1909463"/>
                  </a:lnTo>
                  <a:lnTo>
                    <a:pt x="472480" y="1880769"/>
                  </a:lnTo>
                  <a:lnTo>
                    <a:pt x="502964" y="1852074"/>
                  </a:lnTo>
                  <a:lnTo>
                    <a:pt x="532339" y="1823380"/>
                  </a:lnTo>
                  <a:lnTo>
                    <a:pt x="560554" y="1794685"/>
                  </a:lnTo>
                  <a:lnTo>
                    <a:pt x="587565" y="1765990"/>
                  </a:lnTo>
                  <a:lnTo>
                    <a:pt x="613330" y="1737296"/>
                  </a:lnTo>
                  <a:lnTo>
                    <a:pt x="637812" y="1708601"/>
                  </a:lnTo>
                  <a:lnTo>
                    <a:pt x="660976" y="1679907"/>
                  </a:lnTo>
                  <a:lnTo>
                    <a:pt x="688528" y="1643191"/>
                  </a:lnTo>
                  <a:lnTo>
                    <a:pt x="717216" y="1601526"/>
                  </a:lnTo>
                  <a:lnTo>
                    <a:pt x="739992" y="1565129"/>
                  </a:lnTo>
                  <a:lnTo>
                    <a:pt x="756229" y="1536434"/>
                  </a:lnTo>
                  <a:lnTo>
                    <a:pt x="774594" y="1500076"/>
                  </a:lnTo>
                  <a:lnTo>
                    <a:pt x="796285" y="1450350"/>
                  </a:lnTo>
                  <a:lnTo>
                    <a:pt x="806737" y="1421656"/>
                  </a:lnTo>
                  <a:lnTo>
                    <a:pt x="823311" y="1364267"/>
                  </a:lnTo>
                  <a:lnTo>
                    <a:pt x="831971" y="1320183"/>
                  </a:lnTo>
                  <a:lnTo>
                    <a:pt x="837465" y="1278183"/>
                  </a:lnTo>
                  <a:lnTo>
                    <a:pt x="839961" y="1220794"/>
                  </a:lnTo>
                  <a:lnTo>
                    <a:pt x="837128" y="1163405"/>
                  </a:lnTo>
                  <a:lnTo>
                    <a:pt x="831971" y="1123369"/>
                  </a:lnTo>
                  <a:lnTo>
                    <a:pt x="823417" y="1077321"/>
                  </a:lnTo>
                  <a:lnTo>
                    <a:pt x="808364" y="1019932"/>
                  </a:lnTo>
                  <a:lnTo>
                    <a:pt x="799170" y="991237"/>
                  </a:lnTo>
                  <a:lnTo>
                    <a:pt x="777617" y="933848"/>
                  </a:lnTo>
                  <a:lnTo>
                    <a:pt x="765319" y="905154"/>
                  </a:lnTo>
                  <a:lnTo>
                    <a:pt x="745905" y="864025"/>
                  </a:lnTo>
                  <a:lnTo>
                    <a:pt x="722750" y="819070"/>
                  </a:lnTo>
                  <a:lnTo>
                    <a:pt x="706747" y="790375"/>
                  </a:lnTo>
                  <a:lnTo>
                    <a:pt x="688528" y="759456"/>
                  </a:lnTo>
                  <a:lnTo>
                    <a:pt x="659839" y="713855"/>
                  </a:lnTo>
                  <a:lnTo>
                    <a:pt x="634321" y="675597"/>
                  </a:lnTo>
                  <a:lnTo>
                    <a:pt x="614174" y="646903"/>
                  </a:lnTo>
                  <a:lnTo>
                    <a:pt x="593262" y="618208"/>
                  </a:lnTo>
                  <a:lnTo>
                    <a:pt x="571593" y="589513"/>
                  </a:lnTo>
                  <a:lnTo>
                    <a:pt x="545084" y="555770"/>
                  </a:lnTo>
                  <a:lnTo>
                    <a:pt x="516396" y="520624"/>
                  </a:lnTo>
                  <a:lnTo>
                    <a:pt x="487707" y="486715"/>
                  </a:lnTo>
                  <a:lnTo>
                    <a:pt x="459018" y="453912"/>
                  </a:lnTo>
                  <a:lnTo>
                    <a:pt x="430330" y="422095"/>
                  </a:lnTo>
                  <a:lnTo>
                    <a:pt x="401641" y="391155"/>
                  </a:lnTo>
                  <a:lnTo>
                    <a:pt x="372952" y="360990"/>
                  </a:lnTo>
                  <a:lnTo>
                    <a:pt x="344264" y="331504"/>
                  </a:lnTo>
                  <a:lnTo>
                    <a:pt x="315575" y="302608"/>
                  </a:lnTo>
                  <a:lnTo>
                    <a:pt x="286886" y="274214"/>
                  </a:lnTo>
                  <a:lnTo>
                    <a:pt x="258198" y="246240"/>
                  </a:lnTo>
                  <a:lnTo>
                    <a:pt x="229509" y="218605"/>
                  </a:lnTo>
                  <a:lnTo>
                    <a:pt x="200820" y="191230"/>
                  </a:lnTo>
                  <a:lnTo>
                    <a:pt x="172132" y="164034"/>
                  </a:lnTo>
                  <a:lnTo>
                    <a:pt x="143443" y="136938"/>
                  </a:lnTo>
                  <a:lnTo>
                    <a:pt x="114754" y="109861"/>
                  </a:lnTo>
                  <a:lnTo>
                    <a:pt x="86066" y="82719"/>
                  </a:lnTo>
                  <a:lnTo>
                    <a:pt x="57377" y="55425"/>
                  </a:lnTo>
                  <a:lnTo>
                    <a:pt x="28688" y="27885"/>
                  </a:lnTo>
                  <a:lnTo>
                    <a:pt x="0" y="0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7056425" y="1270579"/>
              <a:ext cx="5135270" cy="4904077"/>
            </a:xfrm>
            <a:custGeom>
              <a:avLst/>
              <a:gdLst/>
              <a:ahLst/>
              <a:cxnLst/>
              <a:rect l="l" t="t" r="r" b="b"/>
              <a:pathLst>
                <a:path w="5135270" h="4904077">
                  <a:moveTo>
                    <a:pt x="0" y="4904077"/>
                  </a:moveTo>
                  <a:lnTo>
                    <a:pt x="28688" y="4882605"/>
                  </a:lnTo>
                  <a:lnTo>
                    <a:pt x="57377" y="4861542"/>
                  </a:lnTo>
                  <a:lnTo>
                    <a:pt x="86066" y="4840857"/>
                  </a:lnTo>
                  <a:lnTo>
                    <a:pt x="126023" y="4812668"/>
                  </a:lnTo>
                  <a:lnTo>
                    <a:pt x="167554" y="4783973"/>
                  </a:lnTo>
                  <a:lnTo>
                    <a:pt x="200820" y="4761402"/>
                  </a:lnTo>
                  <a:lnTo>
                    <a:pt x="229509" y="4742208"/>
                  </a:lnTo>
                  <a:lnTo>
                    <a:pt x="258198" y="4723235"/>
                  </a:lnTo>
                  <a:lnTo>
                    <a:pt x="297025" y="4697890"/>
                  </a:lnTo>
                  <a:lnTo>
                    <a:pt x="341496" y="4669195"/>
                  </a:lnTo>
                  <a:lnTo>
                    <a:pt x="372952" y="4649089"/>
                  </a:lnTo>
                  <a:lnTo>
                    <a:pt x="401641" y="4630884"/>
                  </a:lnTo>
                  <a:lnTo>
                    <a:pt x="431903" y="4611806"/>
                  </a:lnTo>
                  <a:lnTo>
                    <a:pt x="477628" y="4583111"/>
                  </a:lnTo>
                  <a:lnTo>
                    <a:pt x="516396" y="4558831"/>
                  </a:lnTo>
                  <a:lnTo>
                    <a:pt x="545084" y="4540894"/>
                  </a:lnTo>
                  <a:lnTo>
                    <a:pt x="573773" y="4522991"/>
                  </a:lnTo>
                  <a:lnTo>
                    <a:pt x="615319" y="4497028"/>
                  </a:lnTo>
                  <a:lnTo>
                    <a:pt x="659839" y="4469049"/>
                  </a:lnTo>
                  <a:lnTo>
                    <a:pt x="688528" y="4450901"/>
                  </a:lnTo>
                  <a:lnTo>
                    <a:pt x="717216" y="4432702"/>
                  </a:lnTo>
                  <a:lnTo>
                    <a:pt x="751328" y="4410944"/>
                  </a:lnTo>
                  <a:lnTo>
                    <a:pt x="795751" y="4382249"/>
                  </a:lnTo>
                  <a:lnTo>
                    <a:pt x="831971" y="4358502"/>
                  </a:lnTo>
                  <a:lnTo>
                    <a:pt x="860660" y="4339465"/>
                  </a:lnTo>
                  <a:lnTo>
                    <a:pt x="889348" y="4320253"/>
                  </a:lnTo>
                  <a:lnTo>
                    <a:pt x="924794" y="4296166"/>
                  </a:lnTo>
                  <a:lnTo>
                    <a:pt x="966114" y="4267471"/>
                  </a:lnTo>
                  <a:lnTo>
                    <a:pt x="1004103" y="4240450"/>
                  </a:lnTo>
                  <a:lnTo>
                    <a:pt x="1032792" y="4219563"/>
                  </a:lnTo>
                  <a:lnTo>
                    <a:pt x="1061480" y="4198300"/>
                  </a:lnTo>
                  <a:lnTo>
                    <a:pt x="1090169" y="4176621"/>
                  </a:lnTo>
                  <a:lnTo>
                    <a:pt x="1121098" y="4152693"/>
                  </a:lnTo>
                  <a:lnTo>
                    <a:pt x="1157034" y="4123998"/>
                  </a:lnTo>
                  <a:lnTo>
                    <a:pt x="1191772" y="4095304"/>
                  </a:lnTo>
                  <a:lnTo>
                    <a:pt x="1225287" y="4066609"/>
                  </a:lnTo>
                  <a:lnTo>
                    <a:pt x="1257554" y="4037915"/>
                  </a:lnTo>
                  <a:lnTo>
                    <a:pt x="1288552" y="4009220"/>
                  </a:lnTo>
                  <a:lnTo>
                    <a:pt x="1318259" y="3980526"/>
                  </a:lnTo>
                  <a:lnTo>
                    <a:pt x="1346651" y="3951831"/>
                  </a:lnTo>
                  <a:lnTo>
                    <a:pt x="1373705" y="3923136"/>
                  </a:lnTo>
                  <a:lnTo>
                    <a:pt x="1399394" y="3894442"/>
                  </a:lnTo>
                  <a:lnTo>
                    <a:pt x="1423691" y="3865747"/>
                  </a:lnTo>
                  <a:lnTo>
                    <a:pt x="1446562" y="3837053"/>
                  </a:lnTo>
                  <a:lnTo>
                    <a:pt x="1467969" y="3808358"/>
                  </a:lnTo>
                  <a:lnTo>
                    <a:pt x="1491810" y="3773490"/>
                  </a:lnTo>
                  <a:lnTo>
                    <a:pt x="1520499" y="3726482"/>
                  </a:lnTo>
                  <a:lnTo>
                    <a:pt x="1538052" y="3693580"/>
                  </a:lnTo>
                  <a:lnTo>
                    <a:pt x="1551429" y="3664885"/>
                  </a:lnTo>
                  <a:lnTo>
                    <a:pt x="1572855" y="3607496"/>
                  </a:lnTo>
                  <a:lnTo>
                    <a:pt x="1580793" y="3578802"/>
                  </a:lnTo>
                  <a:lnTo>
                    <a:pt x="1590948" y="3521413"/>
                  </a:lnTo>
                  <a:lnTo>
                    <a:pt x="1593288" y="3464024"/>
                  </a:lnTo>
                  <a:lnTo>
                    <a:pt x="1587853" y="3406634"/>
                  </a:lnTo>
                  <a:lnTo>
                    <a:pt x="1577876" y="3360806"/>
                  </a:lnTo>
                  <a:lnTo>
                    <a:pt x="1565899" y="3320551"/>
                  </a:lnTo>
                  <a:lnTo>
                    <a:pt x="1549188" y="3277841"/>
                  </a:lnTo>
                  <a:lnTo>
                    <a:pt x="1529435" y="3234467"/>
                  </a:lnTo>
                  <a:lnTo>
                    <a:pt x="1514579" y="3205772"/>
                  </a:lnTo>
                  <a:lnTo>
                    <a:pt x="1491810" y="3165788"/>
                  </a:lnTo>
                  <a:lnTo>
                    <a:pt x="1463661" y="3119689"/>
                  </a:lnTo>
                  <a:lnTo>
                    <a:pt x="1444987" y="3090994"/>
                  </a:lnTo>
                  <a:lnTo>
                    <a:pt x="1425611" y="3062300"/>
                  </a:lnTo>
                  <a:lnTo>
                    <a:pt x="1405644" y="3033605"/>
                  </a:lnTo>
                  <a:lnTo>
                    <a:pt x="1377056" y="2993842"/>
                  </a:lnTo>
                  <a:lnTo>
                    <a:pt x="1348367" y="2954731"/>
                  </a:lnTo>
                  <a:lnTo>
                    <a:pt x="1321592" y="2918827"/>
                  </a:lnTo>
                  <a:lnTo>
                    <a:pt x="1299840" y="2890132"/>
                  </a:lnTo>
                  <a:lnTo>
                    <a:pt x="1277893" y="2861438"/>
                  </a:lnTo>
                  <a:lnTo>
                    <a:pt x="1255796" y="2832743"/>
                  </a:lnTo>
                  <a:lnTo>
                    <a:pt x="1233585" y="2804049"/>
                  </a:lnTo>
                  <a:lnTo>
                    <a:pt x="1204924" y="2767298"/>
                  </a:lnTo>
                  <a:lnTo>
                    <a:pt x="1176235" y="2730593"/>
                  </a:lnTo>
                  <a:lnTo>
                    <a:pt x="1147546" y="2693947"/>
                  </a:lnTo>
                  <a:lnTo>
                    <a:pt x="1121356" y="2660576"/>
                  </a:lnTo>
                  <a:lnTo>
                    <a:pt x="1098763" y="2631881"/>
                  </a:lnTo>
                  <a:lnTo>
                    <a:pt x="1076156" y="2603187"/>
                  </a:lnTo>
                  <a:lnTo>
                    <a:pt x="1053543" y="2574492"/>
                  </a:lnTo>
                  <a:lnTo>
                    <a:pt x="1030927" y="2545798"/>
                  </a:lnTo>
                  <a:lnTo>
                    <a:pt x="1004103" y="2511836"/>
                  </a:lnTo>
                  <a:lnTo>
                    <a:pt x="975414" y="2475565"/>
                  </a:lnTo>
                  <a:lnTo>
                    <a:pt x="946726" y="2439341"/>
                  </a:lnTo>
                  <a:lnTo>
                    <a:pt x="918037" y="2403185"/>
                  </a:lnTo>
                  <a:lnTo>
                    <a:pt x="894503" y="2373630"/>
                  </a:lnTo>
                  <a:lnTo>
                    <a:pt x="871630" y="2344936"/>
                  </a:lnTo>
                  <a:lnTo>
                    <a:pt x="848740" y="2316241"/>
                  </a:lnTo>
                  <a:lnTo>
                    <a:pt x="825834" y="2287547"/>
                  </a:lnTo>
                  <a:lnTo>
                    <a:pt x="802915" y="2258852"/>
                  </a:lnTo>
                  <a:lnTo>
                    <a:pt x="774594" y="2223474"/>
                  </a:lnTo>
                  <a:lnTo>
                    <a:pt x="745905" y="2187705"/>
                  </a:lnTo>
                  <a:lnTo>
                    <a:pt x="717216" y="2151988"/>
                  </a:lnTo>
                  <a:lnTo>
                    <a:pt x="688528" y="2116296"/>
                  </a:lnTo>
                  <a:lnTo>
                    <a:pt x="664753" y="2086685"/>
                  </a:lnTo>
                  <a:lnTo>
                    <a:pt x="641807" y="2057990"/>
                  </a:lnTo>
                  <a:lnTo>
                    <a:pt x="618990" y="2029295"/>
                  </a:lnTo>
                  <a:lnTo>
                    <a:pt x="596343" y="2000601"/>
                  </a:lnTo>
                  <a:lnTo>
                    <a:pt x="573773" y="1971720"/>
                  </a:lnTo>
                  <a:lnTo>
                    <a:pt x="545084" y="1934447"/>
                  </a:lnTo>
                  <a:lnTo>
                    <a:pt x="516396" y="1896499"/>
                  </a:lnTo>
                  <a:lnTo>
                    <a:pt x="487707" y="1857644"/>
                  </a:lnTo>
                  <a:lnTo>
                    <a:pt x="466858" y="1828434"/>
                  </a:lnTo>
                  <a:lnTo>
                    <a:pt x="447091" y="1799739"/>
                  </a:lnTo>
                  <a:lnTo>
                    <a:pt x="428117" y="1771044"/>
                  </a:lnTo>
                  <a:lnTo>
                    <a:pt x="401641" y="1728282"/>
                  </a:lnTo>
                  <a:lnTo>
                    <a:pt x="376758" y="1684961"/>
                  </a:lnTo>
                  <a:lnTo>
                    <a:pt x="361870" y="1656266"/>
                  </a:lnTo>
                  <a:lnTo>
                    <a:pt x="344264" y="1618056"/>
                  </a:lnTo>
                  <a:lnTo>
                    <a:pt x="325361" y="1570183"/>
                  </a:lnTo>
                  <a:lnTo>
                    <a:pt x="315575" y="1538943"/>
                  </a:lnTo>
                  <a:lnTo>
                    <a:pt x="303133" y="1484099"/>
                  </a:lnTo>
                  <a:lnTo>
                    <a:pt x="297505" y="1426710"/>
                  </a:lnTo>
                  <a:lnTo>
                    <a:pt x="300126" y="1369321"/>
                  </a:lnTo>
                  <a:lnTo>
                    <a:pt x="311792" y="1311931"/>
                  </a:lnTo>
                  <a:lnTo>
                    <a:pt x="321306" y="1283237"/>
                  </a:lnTo>
                  <a:lnTo>
                    <a:pt x="344264" y="1233464"/>
                  </a:lnTo>
                  <a:lnTo>
                    <a:pt x="365940" y="1197153"/>
                  </a:lnTo>
                  <a:lnTo>
                    <a:pt x="386568" y="1168459"/>
                  </a:lnTo>
                  <a:lnTo>
                    <a:pt x="410237" y="1139764"/>
                  </a:lnTo>
                  <a:lnTo>
                    <a:pt x="437016" y="1111070"/>
                  </a:lnTo>
                  <a:lnTo>
                    <a:pt x="466917" y="1082375"/>
                  </a:lnTo>
                  <a:lnTo>
                    <a:pt x="499897" y="1053680"/>
                  </a:lnTo>
                  <a:lnTo>
                    <a:pt x="535850" y="1024986"/>
                  </a:lnTo>
                  <a:lnTo>
                    <a:pt x="573773" y="996908"/>
                  </a:lnTo>
                  <a:lnTo>
                    <a:pt x="602462" y="976871"/>
                  </a:lnTo>
                  <a:lnTo>
                    <a:pt x="631150" y="957425"/>
                  </a:lnTo>
                  <a:lnTo>
                    <a:pt x="659839" y="938430"/>
                  </a:lnTo>
                  <a:lnTo>
                    <a:pt x="704008" y="910208"/>
                  </a:lnTo>
                  <a:lnTo>
                    <a:pt x="745905" y="884329"/>
                  </a:lnTo>
                  <a:lnTo>
                    <a:pt x="774594" y="866893"/>
                  </a:lnTo>
                  <a:lnTo>
                    <a:pt x="803282" y="849478"/>
                  </a:lnTo>
                  <a:lnTo>
                    <a:pt x="845377" y="824124"/>
                  </a:lnTo>
                  <a:lnTo>
                    <a:pt x="889348" y="798025"/>
                  </a:lnTo>
                  <a:lnTo>
                    <a:pt x="918037" y="781027"/>
                  </a:lnTo>
                  <a:lnTo>
                    <a:pt x="946726" y="763935"/>
                  </a:lnTo>
                  <a:lnTo>
                    <a:pt x="990158" y="738040"/>
                  </a:lnTo>
                  <a:lnTo>
                    <a:pt x="1032792" y="712789"/>
                  </a:lnTo>
                  <a:lnTo>
                    <a:pt x="1061480" y="695737"/>
                  </a:lnTo>
                  <a:lnTo>
                    <a:pt x="1090169" y="678601"/>
                  </a:lnTo>
                  <a:lnTo>
                    <a:pt x="1134705" y="651957"/>
                  </a:lnTo>
                  <a:lnTo>
                    <a:pt x="1176235" y="627252"/>
                  </a:lnTo>
                  <a:lnTo>
                    <a:pt x="1204924" y="610148"/>
                  </a:lnTo>
                  <a:lnTo>
                    <a:pt x="1233612" y="593025"/>
                  </a:lnTo>
                  <a:lnTo>
                    <a:pt x="1279173" y="565873"/>
                  </a:lnTo>
                  <a:lnTo>
                    <a:pt x="1319678" y="541935"/>
                  </a:lnTo>
                  <a:lnTo>
                    <a:pt x="1348367" y="525014"/>
                  </a:lnTo>
                  <a:lnTo>
                    <a:pt x="1377056" y="508166"/>
                  </a:lnTo>
                  <a:lnTo>
                    <a:pt x="1425705" y="479789"/>
                  </a:lnTo>
                  <a:lnTo>
                    <a:pt x="1463122" y="458230"/>
                  </a:lnTo>
                  <a:lnTo>
                    <a:pt x="1491810" y="441827"/>
                  </a:lnTo>
                  <a:lnTo>
                    <a:pt x="1526129" y="422400"/>
                  </a:lnTo>
                  <a:lnTo>
                    <a:pt x="1577622" y="393706"/>
                  </a:lnTo>
                  <a:lnTo>
                    <a:pt x="1606565" y="377799"/>
                  </a:lnTo>
                  <a:lnTo>
                    <a:pt x="1635254" y="362270"/>
                  </a:lnTo>
                  <a:lnTo>
                    <a:pt x="1684055" y="336316"/>
                  </a:lnTo>
                  <a:lnTo>
                    <a:pt x="1721319" y="316900"/>
                  </a:lnTo>
                  <a:lnTo>
                    <a:pt x="1750008" y="302258"/>
                  </a:lnTo>
                  <a:lnTo>
                    <a:pt x="1796823" y="278927"/>
                  </a:lnTo>
                  <a:lnTo>
                    <a:pt x="1836074" y="259827"/>
                  </a:lnTo>
                  <a:lnTo>
                    <a:pt x="1864763" y="246250"/>
                  </a:lnTo>
                  <a:lnTo>
                    <a:pt x="1918624" y="221538"/>
                  </a:lnTo>
                  <a:lnTo>
                    <a:pt x="1950829" y="207177"/>
                  </a:lnTo>
                  <a:lnTo>
                    <a:pt x="1984215" y="192844"/>
                  </a:lnTo>
                  <a:lnTo>
                    <a:pt x="2036895" y="170922"/>
                  </a:lnTo>
                  <a:lnTo>
                    <a:pt x="2065583" y="159492"/>
                  </a:lnTo>
                  <a:lnTo>
                    <a:pt x="2122961" y="137639"/>
                  </a:lnTo>
                  <a:lnTo>
                    <a:pt x="2151649" y="127184"/>
                  </a:lnTo>
                  <a:lnTo>
                    <a:pt x="2209027" y="107466"/>
                  </a:lnTo>
                  <a:lnTo>
                    <a:pt x="2237715" y="98072"/>
                  </a:lnTo>
                  <a:lnTo>
                    <a:pt x="2295093" y="80551"/>
                  </a:lnTo>
                  <a:lnTo>
                    <a:pt x="2323781" y="72319"/>
                  </a:lnTo>
                  <a:lnTo>
                    <a:pt x="2381159" y="57070"/>
                  </a:lnTo>
                  <a:lnTo>
                    <a:pt x="2413111" y="49371"/>
                  </a:lnTo>
                  <a:lnTo>
                    <a:pt x="2467225" y="37252"/>
                  </a:lnTo>
                  <a:lnTo>
                    <a:pt x="2524602" y="26208"/>
                  </a:lnTo>
                  <a:lnTo>
                    <a:pt x="2557980" y="20676"/>
                  </a:lnTo>
                  <a:lnTo>
                    <a:pt x="2610668" y="12974"/>
                  </a:lnTo>
                  <a:lnTo>
                    <a:pt x="2668045" y="6536"/>
                  </a:lnTo>
                  <a:lnTo>
                    <a:pt x="2725423" y="2173"/>
                  </a:lnTo>
                  <a:lnTo>
                    <a:pt x="2782800" y="0"/>
                  </a:lnTo>
                  <a:lnTo>
                    <a:pt x="2840177" y="172"/>
                  </a:lnTo>
                  <a:lnTo>
                    <a:pt x="2897555" y="2891"/>
                  </a:lnTo>
                  <a:lnTo>
                    <a:pt x="2954932" y="8423"/>
                  </a:lnTo>
                  <a:lnTo>
                    <a:pt x="3012309" y="17111"/>
                  </a:lnTo>
                  <a:lnTo>
                    <a:pt x="3040998" y="22722"/>
                  </a:lnTo>
                  <a:lnTo>
                    <a:pt x="3098375" y="36674"/>
                  </a:lnTo>
                  <a:lnTo>
                    <a:pt x="3139326" y="49371"/>
                  </a:lnTo>
                  <a:lnTo>
                    <a:pt x="3184441" y="65750"/>
                  </a:lnTo>
                  <a:lnTo>
                    <a:pt x="3213282" y="78065"/>
                  </a:lnTo>
                  <a:lnTo>
                    <a:pt x="3270507" y="106618"/>
                  </a:lnTo>
                  <a:lnTo>
                    <a:pt x="3299196" y="123244"/>
                  </a:lnTo>
                  <a:lnTo>
                    <a:pt x="3327885" y="141762"/>
                  </a:lnTo>
                  <a:lnTo>
                    <a:pt x="3359056" y="164149"/>
                  </a:lnTo>
                  <a:lnTo>
                    <a:pt x="3394727" y="192844"/>
                  </a:lnTo>
                  <a:lnTo>
                    <a:pt x="3426533" y="221538"/>
                  </a:lnTo>
                  <a:lnTo>
                    <a:pt x="3455208" y="250233"/>
                  </a:lnTo>
                  <a:lnTo>
                    <a:pt x="3481304" y="278927"/>
                  </a:lnTo>
                  <a:lnTo>
                    <a:pt x="3505236" y="307622"/>
                  </a:lnTo>
                  <a:lnTo>
                    <a:pt x="3528705" y="338179"/>
                  </a:lnTo>
                  <a:lnTo>
                    <a:pt x="3557394" y="379197"/>
                  </a:lnTo>
                  <a:lnTo>
                    <a:pt x="3584601" y="422400"/>
                  </a:lnTo>
                  <a:lnTo>
                    <a:pt x="3601267" y="451095"/>
                  </a:lnTo>
                  <a:lnTo>
                    <a:pt x="3616947" y="479789"/>
                  </a:lnTo>
                  <a:lnTo>
                    <a:pt x="3643460" y="532598"/>
                  </a:lnTo>
                  <a:lnTo>
                    <a:pt x="3658760" y="565873"/>
                  </a:lnTo>
                  <a:lnTo>
                    <a:pt x="3672148" y="596856"/>
                  </a:lnTo>
                  <a:lnTo>
                    <a:pt x="3694082" y="651957"/>
                  </a:lnTo>
                  <a:lnTo>
                    <a:pt x="3704625" y="680651"/>
                  </a:lnTo>
                  <a:lnTo>
                    <a:pt x="3724072" y="738040"/>
                  </a:lnTo>
                  <a:lnTo>
                    <a:pt x="3733021" y="766735"/>
                  </a:lnTo>
                  <a:lnTo>
                    <a:pt x="3749503" y="824124"/>
                  </a:lnTo>
                  <a:lnTo>
                    <a:pt x="3758214" y="857489"/>
                  </a:lnTo>
                  <a:lnTo>
                    <a:pt x="3770885" y="910208"/>
                  </a:lnTo>
                  <a:lnTo>
                    <a:pt x="3783049" y="967597"/>
                  </a:lnTo>
                  <a:lnTo>
                    <a:pt x="3788542" y="996291"/>
                  </a:lnTo>
                  <a:lnTo>
                    <a:pt x="3798438" y="1053680"/>
                  </a:lnTo>
                  <a:lnTo>
                    <a:pt x="3806829" y="1111070"/>
                  </a:lnTo>
                  <a:lnTo>
                    <a:pt x="3813771" y="1168459"/>
                  </a:lnTo>
                  <a:lnTo>
                    <a:pt x="3816728" y="1197153"/>
                  </a:lnTo>
                  <a:lnTo>
                    <a:pt x="3821651" y="1254542"/>
                  </a:lnTo>
                  <a:lnTo>
                    <a:pt x="3825215" y="1311931"/>
                  </a:lnTo>
                  <a:lnTo>
                    <a:pt x="3827453" y="1369321"/>
                  </a:lnTo>
                  <a:lnTo>
                    <a:pt x="3828391" y="1426710"/>
                  </a:lnTo>
                  <a:lnTo>
                    <a:pt x="3828050" y="1484099"/>
                  </a:lnTo>
                  <a:lnTo>
                    <a:pt x="3826451" y="1541488"/>
                  </a:lnTo>
                  <a:lnTo>
                    <a:pt x="3823613" y="1598877"/>
                  </a:lnTo>
                  <a:lnTo>
                    <a:pt x="3819550" y="1656266"/>
                  </a:lnTo>
                  <a:lnTo>
                    <a:pt x="3815592" y="1700161"/>
                  </a:lnTo>
                  <a:lnTo>
                    <a:pt x="3811267" y="1742350"/>
                  </a:lnTo>
                  <a:lnTo>
                    <a:pt x="3804332" y="1799739"/>
                  </a:lnTo>
                  <a:lnTo>
                    <a:pt x="3796265" y="1857128"/>
                  </a:lnTo>
                  <a:lnTo>
                    <a:pt x="3787097" y="1914517"/>
                  </a:lnTo>
                  <a:lnTo>
                    <a:pt x="3782178" y="1943212"/>
                  </a:lnTo>
                  <a:lnTo>
                    <a:pt x="3771585" y="2000601"/>
                  </a:lnTo>
                  <a:lnTo>
                    <a:pt x="3760030" y="2057990"/>
                  </a:lnTo>
                  <a:lnTo>
                    <a:pt x="3753969" y="2086685"/>
                  </a:lnTo>
                  <a:lnTo>
                    <a:pt x="3741282" y="2144074"/>
                  </a:lnTo>
                  <a:lnTo>
                    <a:pt x="3729526" y="2194585"/>
                  </a:lnTo>
                  <a:lnTo>
                    <a:pt x="3721050" y="2230157"/>
                  </a:lnTo>
                  <a:lnTo>
                    <a:pt x="3707017" y="2287547"/>
                  </a:lnTo>
                  <a:lnTo>
                    <a:pt x="3699894" y="2316241"/>
                  </a:lnTo>
                  <a:lnTo>
                    <a:pt x="3685685" y="2373630"/>
                  </a:lnTo>
                  <a:lnTo>
                    <a:pt x="3672148" y="2428935"/>
                  </a:lnTo>
                  <a:lnTo>
                    <a:pt x="3664827" y="2459714"/>
                  </a:lnTo>
                  <a:lnTo>
                    <a:pt x="3651827" y="2517103"/>
                  </a:lnTo>
                  <a:lnTo>
                    <a:pt x="3643460" y="2557673"/>
                  </a:lnTo>
                  <a:lnTo>
                    <a:pt x="3634958" y="2603187"/>
                  </a:lnTo>
                  <a:lnTo>
                    <a:pt x="3626478" y="2660576"/>
                  </a:lnTo>
                  <a:lnTo>
                    <a:pt x="3621259" y="2717965"/>
                  </a:lnTo>
                  <a:lnTo>
                    <a:pt x="3620487" y="2775354"/>
                  </a:lnTo>
                  <a:lnTo>
                    <a:pt x="3625654" y="2832743"/>
                  </a:lnTo>
                  <a:lnTo>
                    <a:pt x="3638640" y="2890132"/>
                  </a:lnTo>
                  <a:lnTo>
                    <a:pt x="3648762" y="2918827"/>
                  </a:lnTo>
                  <a:lnTo>
                    <a:pt x="3672148" y="2966266"/>
                  </a:lnTo>
                  <a:lnTo>
                    <a:pt x="3697547" y="3004911"/>
                  </a:lnTo>
                  <a:lnTo>
                    <a:pt x="3721068" y="3033605"/>
                  </a:lnTo>
                  <a:lnTo>
                    <a:pt x="3748750" y="3062300"/>
                  </a:lnTo>
                  <a:lnTo>
                    <a:pt x="3780810" y="3090994"/>
                  </a:lnTo>
                  <a:lnTo>
                    <a:pt x="3815592" y="3118337"/>
                  </a:lnTo>
                  <a:lnTo>
                    <a:pt x="3844280" y="3138706"/>
                  </a:lnTo>
                  <a:lnTo>
                    <a:pt x="3872969" y="3157853"/>
                  </a:lnTo>
                  <a:lnTo>
                    <a:pt x="3903253" y="3177078"/>
                  </a:lnTo>
                  <a:lnTo>
                    <a:pt x="3951845" y="3205772"/>
                  </a:lnTo>
                  <a:lnTo>
                    <a:pt x="3987724" y="3225714"/>
                  </a:lnTo>
                  <a:lnTo>
                    <a:pt x="4016412" y="3241364"/>
                  </a:lnTo>
                  <a:lnTo>
                    <a:pt x="4057062" y="3263162"/>
                  </a:lnTo>
                  <a:lnTo>
                    <a:pt x="4102478" y="3286792"/>
                  </a:lnTo>
                  <a:lnTo>
                    <a:pt x="4131167" y="3301634"/>
                  </a:lnTo>
                  <a:lnTo>
                    <a:pt x="4167393" y="3320551"/>
                  </a:lnTo>
                  <a:lnTo>
                    <a:pt x="4217233" y="3346420"/>
                  </a:lnTo>
                  <a:lnTo>
                    <a:pt x="4245922" y="3361427"/>
                  </a:lnTo>
                  <a:lnTo>
                    <a:pt x="4276760" y="3377940"/>
                  </a:lnTo>
                  <a:lnTo>
                    <a:pt x="4329691" y="3406634"/>
                  </a:lnTo>
                  <a:lnTo>
                    <a:pt x="4360676" y="3423735"/>
                  </a:lnTo>
                  <a:lnTo>
                    <a:pt x="4389365" y="3440030"/>
                  </a:lnTo>
                  <a:lnTo>
                    <a:pt x="4430504" y="3464024"/>
                  </a:lnTo>
                  <a:lnTo>
                    <a:pt x="4475431" y="3491016"/>
                  </a:lnTo>
                  <a:lnTo>
                    <a:pt x="4504120" y="3508794"/>
                  </a:lnTo>
                  <a:lnTo>
                    <a:pt x="4532808" y="3527151"/>
                  </a:lnTo>
                  <a:lnTo>
                    <a:pt x="4567530" y="3550107"/>
                  </a:lnTo>
                  <a:lnTo>
                    <a:pt x="4609333" y="3578802"/>
                  </a:lnTo>
                  <a:lnTo>
                    <a:pt x="4647563" y="3606202"/>
                  </a:lnTo>
                  <a:lnTo>
                    <a:pt x="4676252" y="3627572"/>
                  </a:lnTo>
                  <a:lnTo>
                    <a:pt x="4704940" y="3649737"/>
                  </a:lnTo>
                  <a:lnTo>
                    <a:pt x="4733629" y="3672741"/>
                  </a:lnTo>
                  <a:lnTo>
                    <a:pt x="4762318" y="3696636"/>
                  </a:lnTo>
                  <a:lnTo>
                    <a:pt x="4791900" y="3722275"/>
                  </a:lnTo>
                  <a:lnTo>
                    <a:pt x="4823605" y="3750969"/>
                  </a:lnTo>
                  <a:lnTo>
                    <a:pt x="4853879" y="3779664"/>
                  </a:lnTo>
                  <a:lnTo>
                    <a:pt x="4882782" y="3808358"/>
                  </a:lnTo>
                  <a:lnTo>
                    <a:pt x="4910375" y="3837053"/>
                  </a:lnTo>
                  <a:lnTo>
                    <a:pt x="4936714" y="3865747"/>
                  </a:lnTo>
                  <a:lnTo>
                    <a:pt x="4963138" y="3895948"/>
                  </a:lnTo>
                  <a:lnTo>
                    <a:pt x="4991827" y="3930517"/>
                  </a:lnTo>
                  <a:lnTo>
                    <a:pt x="5020516" y="3967170"/>
                  </a:lnTo>
                  <a:lnTo>
                    <a:pt x="5049204" y="4006177"/>
                  </a:lnTo>
                  <a:lnTo>
                    <a:pt x="5071218" y="4037915"/>
                  </a:lnTo>
                  <a:lnTo>
                    <a:pt x="5090109" y="4066609"/>
                  </a:lnTo>
                  <a:lnTo>
                    <a:pt x="5108053" y="4095304"/>
                  </a:lnTo>
                  <a:lnTo>
                    <a:pt x="5135270" y="4141824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8102559" y="1651609"/>
              <a:ext cx="2535823" cy="2811630"/>
            </a:xfrm>
            <a:custGeom>
              <a:avLst/>
              <a:gdLst/>
              <a:ahLst/>
              <a:cxnLst/>
              <a:rect l="l" t="t" r="r" b="b"/>
              <a:pathLst>
                <a:path w="2535823" h="2811630">
                  <a:moveTo>
                    <a:pt x="1385585" y="12676"/>
                  </a:moveTo>
                  <a:lnTo>
                    <a:pt x="1421091" y="7994"/>
                  </a:lnTo>
                  <a:lnTo>
                    <a:pt x="1478468" y="2647"/>
                  </a:lnTo>
                  <a:lnTo>
                    <a:pt x="1535845" y="0"/>
                  </a:lnTo>
                  <a:lnTo>
                    <a:pt x="1593223" y="174"/>
                  </a:lnTo>
                  <a:lnTo>
                    <a:pt x="1650600" y="3329"/>
                  </a:lnTo>
                  <a:lnTo>
                    <a:pt x="1707977" y="9673"/>
                  </a:lnTo>
                  <a:lnTo>
                    <a:pt x="1736666" y="14099"/>
                  </a:lnTo>
                  <a:lnTo>
                    <a:pt x="1794043" y="25564"/>
                  </a:lnTo>
                  <a:lnTo>
                    <a:pt x="1851421" y="40960"/>
                  </a:lnTo>
                  <a:lnTo>
                    <a:pt x="1880109" y="50142"/>
                  </a:lnTo>
                  <a:lnTo>
                    <a:pt x="1932708" y="70065"/>
                  </a:lnTo>
                  <a:lnTo>
                    <a:pt x="1966175" y="84690"/>
                  </a:lnTo>
                  <a:lnTo>
                    <a:pt x="1994864" y="98776"/>
                  </a:lnTo>
                  <a:lnTo>
                    <a:pt x="2046128" y="127454"/>
                  </a:lnTo>
                  <a:lnTo>
                    <a:pt x="2080930" y="149624"/>
                  </a:lnTo>
                  <a:lnTo>
                    <a:pt x="2109619" y="169866"/>
                  </a:lnTo>
                  <a:lnTo>
                    <a:pt x="2138307" y="192001"/>
                  </a:lnTo>
                  <a:lnTo>
                    <a:pt x="2166996" y="216181"/>
                  </a:lnTo>
                  <a:lnTo>
                    <a:pt x="2195685" y="242601"/>
                  </a:lnTo>
                  <a:lnTo>
                    <a:pt x="2224373" y="271501"/>
                  </a:lnTo>
                  <a:lnTo>
                    <a:pt x="2253062" y="303184"/>
                  </a:lnTo>
                  <a:lnTo>
                    <a:pt x="2281751" y="338025"/>
                  </a:lnTo>
                  <a:lnTo>
                    <a:pt x="2310439" y="376492"/>
                  </a:lnTo>
                  <a:lnTo>
                    <a:pt x="2336050" y="414399"/>
                  </a:lnTo>
                  <a:lnTo>
                    <a:pt x="2353871" y="443094"/>
                  </a:lnTo>
                  <a:lnTo>
                    <a:pt x="2370520" y="471788"/>
                  </a:lnTo>
                  <a:lnTo>
                    <a:pt x="2396505" y="521096"/>
                  </a:lnTo>
                  <a:lnTo>
                    <a:pt x="2413981" y="557872"/>
                  </a:lnTo>
                  <a:lnTo>
                    <a:pt x="2426580" y="586567"/>
                  </a:lnTo>
                  <a:lnTo>
                    <a:pt x="2449217" y="643956"/>
                  </a:lnTo>
                  <a:lnTo>
                    <a:pt x="2459357" y="672650"/>
                  </a:lnTo>
                  <a:lnTo>
                    <a:pt x="2477448" y="730040"/>
                  </a:lnTo>
                  <a:lnTo>
                    <a:pt x="2485459" y="758734"/>
                  </a:lnTo>
                  <a:lnTo>
                    <a:pt x="2499532" y="816123"/>
                  </a:lnTo>
                  <a:lnTo>
                    <a:pt x="2511130" y="873512"/>
                  </a:lnTo>
                  <a:lnTo>
                    <a:pt x="2516056" y="902207"/>
                  </a:lnTo>
                  <a:lnTo>
                    <a:pt x="2524206" y="959596"/>
                  </a:lnTo>
                  <a:lnTo>
                    <a:pt x="2530166" y="1016985"/>
                  </a:lnTo>
                  <a:lnTo>
                    <a:pt x="2534017" y="1074374"/>
                  </a:lnTo>
                  <a:lnTo>
                    <a:pt x="2535823" y="1131763"/>
                  </a:lnTo>
                  <a:lnTo>
                    <a:pt x="2535635" y="1189153"/>
                  </a:lnTo>
                  <a:lnTo>
                    <a:pt x="2533492" y="1246542"/>
                  </a:lnTo>
                  <a:lnTo>
                    <a:pt x="2529423" y="1303931"/>
                  </a:lnTo>
                  <a:lnTo>
                    <a:pt x="2523445" y="1361320"/>
                  </a:lnTo>
                  <a:lnTo>
                    <a:pt x="2515571" y="1418709"/>
                  </a:lnTo>
                  <a:lnTo>
                    <a:pt x="2510925" y="1447404"/>
                  </a:lnTo>
                  <a:lnTo>
                    <a:pt x="2500256" y="1504793"/>
                  </a:lnTo>
                  <a:lnTo>
                    <a:pt x="2487703" y="1562182"/>
                  </a:lnTo>
                  <a:lnTo>
                    <a:pt x="2480724" y="1590876"/>
                  </a:lnTo>
                  <a:lnTo>
                    <a:pt x="2465377" y="1648265"/>
                  </a:lnTo>
                  <a:lnTo>
                    <a:pt x="2453882" y="1687138"/>
                  </a:lnTo>
                  <a:lnTo>
                    <a:pt x="2438835" y="1734349"/>
                  </a:lnTo>
                  <a:lnTo>
                    <a:pt x="2425194" y="1773939"/>
                  </a:lnTo>
                  <a:lnTo>
                    <a:pt x="2408062" y="1820433"/>
                  </a:lnTo>
                  <a:lnTo>
                    <a:pt x="2396505" y="1850037"/>
                  </a:lnTo>
                  <a:lnTo>
                    <a:pt x="2373039" y="1906517"/>
                  </a:lnTo>
                  <a:lnTo>
                    <a:pt x="2360410" y="1935211"/>
                  </a:lnTo>
                  <a:lnTo>
                    <a:pt x="2339128" y="1981395"/>
                  </a:lnTo>
                  <a:lnTo>
                    <a:pt x="2319672" y="2021295"/>
                  </a:lnTo>
                  <a:lnTo>
                    <a:pt x="2305144" y="2049989"/>
                  </a:lnTo>
                  <a:lnTo>
                    <a:pt x="2281751" y="2094463"/>
                  </a:lnTo>
                  <a:lnTo>
                    <a:pt x="2258672" y="2136073"/>
                  </a:lnTo>
                  <a:lnTo>
                    <a:pt x="2242209" y="2164768"/>
                  </a:lnTo>
                  <a:lnTo>
                    <a:pt x="2224373" y="2195099"/>
                  </a:lnTo>
                  <a:lnTo>
                    <a:pt x="2195685" y="2242058"/>
                  </a:lnTo>
                  <a:lnTo>
                    <a:pt x="2171672" y="2279546"/>
                  </a:lnTo>
                  <a:lnTo>
                    <a:pt x="2152811" y="2308240"/>
                  </a:lnTo>
                  <a:lnTo>
                    <a:pt x="2133545" y="2336935"/>
                  </a:lnTo>
                  <a:lnTo>
                    <a:pt x="2109619" y="2371845"/>
                  </a:lnTo>
                  <a:lnTo>
                    <a:pt x="2080930" y="2412247"/>
                  </a:lnTo>
                  <a:lnTo>
                    <a:pt x="2052241" y="2451034"/>
                  </a:lnTo>
                  <a:lnTo>
                    <a:pt x="2029974" y="2480408"/>
                  </a:lnTo>
                  <a:lnTo>
                    <a:pt x="2007799" y="2509102"/>
                  </a:lnTo>
                  <a:lnTo>
                    <a:pt x="1985188" y="2537797"/>
                  </a:lnTo>
                  <a:lnTo>
                    <a:pt x="1962132" y="2566491"/>
                  </a:lnTo>
                  <a:lnTo>
                    <a:pt x="1937487" y="2596612"/>
                  </a:lnTo>
                  <a:lnTo>
                    <a:pt x="1908798" y="2630913"/>
                  </a:lnTo>
                  <a:lnTo>
                    <a:pt x="1880109" y="2664013"/>
                  </a:lnTo>
                  <a:lnTo>
                    <a:pt x="1851421" y="2695797"/>
                  </a:lnTo>
                  <a:lnTo>
                    <a:pt x="1822732" y="2725985"/>
                  </a:lnTo>
                  <a:lnTo>
                    <a:pt x="1794043" y="2753949"/>
                  </a:lnTo>
                  <a:lnTo>
                    <a:pt x="1765355" y="2778179"/>
                  </a:lnTo>
                  <a:lnTo>
                    <a:pt x="1733688" y="2796048"/>
                  </a:lnTo>
                  <a:lnTo>
                    <a:pt x="1679289" y="2811630"/>
                  </a:lnTo>
                  <a:lnTo>
                    <a:pt x="1621911" y="2807442"/>
                  </a:lnTo>
                  <a:lnTo>
                    <a:pt x="1567586" y="2796048"/>
                  </a:lnTo>
                  <a:lnTo>
                    <a:pt x="1535845" y="2789232"/>
                  </a:lnTo>
                  <a:lnTo>
                    <a:pt x="1478468" y="2773789"/>
                  </a:lnTo>
                  <a:lnTo>
                    <a:pt x="1449779" y="2765142"/>
                  </a:lnTo>
                  <a:lnTo>
                    <a:pt x="1392402" y="2747273"/>
                  </a:lnTo>
                  <a:lnTo>
                    <a:pt x="1363713" y="2737308"/>
                  </a:lnTo>
                  <a:lnTo>
                    <a:pt x="1306336" y="2716893"/>
                  </a:lnTo>
                  <a:lnTo>
                    <a:pt x="1277647" y="2705860"/>
                  </a:lnTo>
                  <a:lnTo>
                    <a:pt x="1220270" y="2682548"/>
                  </a:lnTo>
                  <a:lnTo>
                    <a:pt x="1191581" y="2670455"/>
                  </a:lnTo>
                  <a:lnTo>
                    <a:pt x="1152485" y="2652575"/>
                  </a:lnTo>
                  <a:lnTo>
                    <a:pt x="1105515" y="2630549"/>
                  </a:lnTo>
                  <a:lnTo>
                    <a:pt x="1076827" y="2616246"/>
                  </a:lnTo>
                  <a:lnTo>
                    <a:pt x="1036940" y="2595186"/>
                  </a:lnTo>
                  <a:lnTo>
                    <a:pt x="990761" y="2569883"/>
                  </a:lnTo>
                  <a:lnTo>
                    <a:pt x="962072" y="2553367"/>
                  </a:lnTo>
                  <a:lnTo>
                    <a:pt x="933383" y="2536009"/>
                  </a:lnTo>
                  <a:lnTo>
                    <a:pt x="890768" y="2509102"/>
                  </a:lnTo>
                  <a:lnTo>
                    <a:pt x="847434" y="2480408"/>
                  </a:lnTo>
                  <a:lnTo>
                    <a:pt x="818629" y="2460494"/>
                  </a:lnTo>
                  <a:lnTo>
                    <a:pt x="789940" y="2439828"/>
                  </a:lnTo>
                  <a:lnTo>
                    <a:pt x="761251" y="2418346"/>
                  </a:lnTo>
                  <a:lnTo>
                    <a:pt x="730359" y="2394324"/>
                  </a:lnTo>
                  <a:lnTo>
                    <a:pt x="694882" y="2365629"/>
                  </a:lnTo>
                  <a:lnTo>
                    <a:pt x="660875" y="2336935"/>
                  </a:lnTo>
                  <a:lnTo>
                    <a:pt x="628234" y="2308240"/>
                  </a:lnTo>
                  <a:lnTo>
                    <a:pt x="596865" y="2279546"/>
                  </a:lnTo>
                  <a:lnTo>
                    <a:pt x="566675" y="2250851"/>
                  </a:lnTo>
                  <a:lnTo>
                    <a:pt x="537585" y="2222157"/>
                  </a:lnTo>
                  <a:lnTo>
                    <a:pt x="509521" y="2193462"/>
                  </a:lnTo>
                  <a:lnTo>
                    <a:pt x="482418" y="2164768"/>
                  </a:lnTo>
                  <a:lnTo>
                    <a:pt x="456221" y="2136073"/>
                  </a:lnTo>
                  <a:lnTo>
                    <a:pt x="430882" y="2107378"/>
                  </a:lnTo>
                  <a:lnTo>
                    <a:pt x="406362" y="2078684"/>
                  </a:lnTo>
                  <a:lnTo>
                    <a:pt x="382628" y="2049989"/>
                  </a:lnTo>
                  <a:lnTo>
                    <a:pt x="359610" y="2021238"/>
                  </a:lnTo>
                  <a:lnTo>
                    <a:pt x="330922" y="1984062"/>
                  </a:lnTo>
                  <a:lnTo>
                    <a:pt x="302233" y="1945307"/>
                  </a:lnTo>
                  <a:lnTo>
                    <a:pt x="274690" y="1906517"/>
                  </a:lnTo>
                  <a:lnTo>
                    <a:pt x="255070" y="1877822"/>
                  </a:lnTo>
                  <a:lnTo>
                    <a:pt x="236128" y="1849127"/>
                  </a:lnTo>
                  <a:lnTo>
                    <a:pt x="216167" y="1817680"/>
                  </a:lnTo>
                  <a:lnTo>
                    <a:pt x="187478" y="1770350"/>
                  </a:lnTo>
                  <a:lnTo>
                    <a:pt x="166679" y="1734349"/>
                  </a:lnTo>
                  <a:lnTo>
                    <a:pt x="150903" y="1705655"/>
                  </a:lnTo>
                  <a:lnTo>
                    <a:pt x="130101" y="1665571"/>
                  </a:lnTo>
                  <a:lnTo>
                    <a:pt x="107529" y="1619571"/>
                  </a:lnTo>
                  <a:lnTo>
                    <a:pt x="94425" y="1590876"/>
                  </a:lnTo>
                  <a:lnTo>
                    <a:pt x="72724" y="1539051"/>
                  </a:lnTo>
                  <a:lnTo>
                    <a:pt x="59479" y="1504793"/>
                  </a:lnTo>
                  <a:lnTo>
                    <a:pt x="44035" y="1459204"/>
                  </a:lnTo>
                  <a:lnTo>
                    <a:pt x="31695" y="1418709"/>
                  </a:lnTo>
                  <a:lnTo>
                    <a:pt x="17652" y="1361320"/>
                  </a:lnTo>
                  <a:lnTo>
                    <a:pt x="12019" y="1332625"/>
                  </a:lnTo>
                  <a:lnTo>
                    <a:pt x="3791" y="1275236"/>
                  </a:lnTo>
                  <a:lnTo>
                    <a:pt x="0" y="1217847"/>
                  </a:lnTo>
                  <a:lnTo>
                    <a:pt x="923" y="1160458"/>
                  </a:lnTo>
                  <a:lnTo>
                    <a:pt x="6883" y="1103069"/>
                  </a:lnTo>
                  <a:lnTo>
                    <a:pt x="15346" y="1058658"/>
                  </a:lnTo>
                  <a:lnTo>
                    <a:pt x="25745" y="1016985"/>
                  </a:lnTo>
                  <a:lnTo>
                    <a:pt x="44035" y="963155"/>
                  </a:lnTo>
                  <a:lnTo>
                    <a:pt x="57071" y="930901"/>
                  </a:lnTo>
                  <a:lnTo>
                    <a:pt x="72724" y="897724"/>
                  </a:lnTo>
                  <a:lnTo>
                    <a:pt x="101169" y="844818"/>
                  </a:lnTo>
                  <a:lnTo>
                    <a:pt x="118514" y="816123"/>
                  </a:lnTo>
                  <a:lnTo>
                    <a:pt x="137361" y="787429"/>
                  </a:lnTo>
                  <a:lnTo>
                    <a:pt x="158790" y="757169"/>
                  </a:lnTo>
                  <a:lnTo>
                    <a:pt x="187478" y="719521"/>
                  </a:lnTo>
                  <a:lnTo>
                    <a:pt x="216167" y="684440"/>
                  </a:lnTo>
                  <a:lnTo>
                    <a:pt x="244856" y="651487"/>
                  </a:lnTo>
                  <a:lnTo>
                    <a:pt x="273544" y="620331"/>
                  </a:lnTo>
                  <a:lnTo>
                    <a:pt x="302233" y="590710"/>
                  </a:lnTo>
                  <a:lnTo>
                    <a:pt x="330922" y="562424"/>
                  </a:lnTo>
                  <a:lnTo>
                    <a:pt x="359610" y="535313"/>
                  </a:lnTo>
                  <a:lnTo>
                    <a:pt x="388299" y="509250"/>
                  </a:lnTo>
                  <a:lnTo>
                    <a:pt x="416988" y="484137"/>
                  </a:lnTo>
                  <a:lnTo>
                    <a:pt x="445676" y="459894"/>
                  </a:lnTo>
                  <a:lnTo>
                    <a:pt x="474365" y="436459"/>
                  </a:lnTo>
                  <a:lnTo>
                    <a:pt x="503054" y="413784"/>
                  </a:lnTo>
                  <a:lnTo>
                    <a:pt x="539957" y="385705"/>
                  </a:lnTo>
                  <a:lnTo>
                    <a:pt x="579358" y="357010"/>
                  </a:lnTo>
                  <a:lnTo>
                    <a:pt x="617808" y="330216"/>
                  </a:lnTo>
                  <a:lnTo>
                    <a:pt x="646497" y="310960"/>
                  </a:lnTo>
                  <a:lnTo>
                    <a:pt x="675185" y="292300"/>
                  </a:lnTo>
                  <a:lnTo>
                    <a:pt x="709260" y="270927"/>
                  </a:lnTo>
                  <a:lnTo>
                    <a:pt x="757252" y="242232"/>
                  </a:lnTo>
                  <a:lnTo>
                    <a:pt x="789940" y="223599"/>
                  </a:lnTo>
                  <a:lnTo>
                    <a:pt x="818629" y="207865"/>
                  </a:lnTo>
                  <a:lnTo>
                    <a:pt x="862686" y="184843"/>
                  </a:lnTo>
                  <a:lnTo>
                    <a:pt x="904695" y="164036"/>
                  </a:lnTo>
                  <a:lnTo>
                    <a:pt x="933383" y="150546"/>
                  </a:lnTo>
                  <a:lnTo>
                    <a:pt x="985616" y="127454"/>
                  </a:lnTo>
                  <a:lnTo>
                    <a:pt x="1019449" y="113394"/>
                  </a:lnTo>
                  <a:lnTo>
                    <a:pt x="1057216" y="98759"/>
                  </a:lnTo>
                  <a:lnTo>
                    <a:pt x="1105515" y="81270"/>
                  </a:lnTo>
                  <a:lnTo>
                    <a:pt x="1139472" y="70065"/>
                  </a:lnTo>
                  <a:lnTo>
                    <a:pt x="1191581" y="54223"/>
                  </a:lnTo>
                  <a:lnTo>
                    <a:pt x="1240068" y="41370"/>
                  </a:lnTo>
                  <a:lnTo>
                    <a:pt x="1277647" y="32374"/>
                  </a:lnTo>
                  <a:lnTo>
                    <a:pt x="1335025" y="20774"/>
                  </a:lnTo>
                  <a:lnTo>
                    <a:pt x="1385585" y="12676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7056425" y="4540208"/>
              <a:ext cx="5125770" cy="2289097"/>
            </a:xfrm>
            <a:custGeom>
              <a:avLst/>
              <a:gdLst/>
              <a:ahLst/>
              <a:cxnLst/>
              <a:rect l="l" t="t" r="r" b="b"/>
              <a:pathLst>
                <a:path w="5125770" h="2289097">
                  <a:moveTo>
                    <a:pt x="0" y="2198005"/>
                  </a:moveTo>
                  <a:lnTo>
                    <a:pt x="28688" y="2164219"/>
                  </a:lnTo>
                  <a:lnTo>
                    <a:pt x="57377" y="2132486"/>
                  </a:lnTo>
                  <a:lnTo>
                    <a:pt x="86066" y="2102523"/>
                  </a:lnTo>
                  <a:lnTo>
                    <a:pt x="114754" y="2074093"/>
                  </a:lnTo>
                  <a:lnTo>
                    <a:pt x="143443" y="2047003"/>
                  </a:lnTo>
                  <a:lnTo>
                    <a:pt x="172132" y="2021089"/>
                  </a:lnTo>
                  <a:lnTo>
                    <a:pt x="200820" y="1996212"/>
                  </a:lnTo>
                  <a:lnTo>
                    <a:pt x="229509" y="1972257"/>
                  </a:lnTo>
                  <a:lnTo>
                    <a:pt x="263841" y="1944763"/>
                  </a:lnTo>
                  <a:lnTo>
                    <a:pt x="301187" y="1916068"/>
                  </a:lnTo>
                  <a:lnTo>
                    <a:pt x="340029" y="1887374"/>
                  </a:lnTo>
                  <a:lnTo>
                    <a:pt x="372952" y="1863930"/>
                  </a:lnTo>
                  <a:lnTo>
                    <a:pt x="401641" y="1844071"/>
                  </a:lnTo>
                  <a:lnTo>
                    <a:pt x="430330" y="1824642"/>
                  </a:lnTo>
                  <a:lnTo>
                    <a:pt x="465727" y="1801290"/>
                  </a:lnTo>
                  <a:lnTo>
                    <a:pt x="510518" y="1772595"/>
                  </a:lnTo>
                  <a:lnTo>
                    <a:pt x="545084" y="1751037"/>
                  </a:lnTo>
                  <a:lnTo>
                    <a:pt x="573773" y="1733471"/>
                  </a:lnTo>
                  <a:lnTo>
                    <a:pt x="604022" y="1715206"/>
                  </a:lnTo>
                  <a:lnTo>
                    <a:pt x="652567" y="1686512"/>
                  </a:lnTo>
                  <a:lnTo>
                    <a:pt x="688528" y="1665629"/>
                  </a:lnTo>
                  <a:lnTo>
                    <a:pt x="717216" y="1649155"/>
                  </a:lnTo>
                  <a:lnTo>
                    <a:pt x="752428" y="1629123"/>
                  </a:lnTo>
                  <a:lnTo>
                    <a:pt x="803282" y="1600496"/>
                  </a:lnTo>
                  <a:lnTo>
                    <a:pt x="831971" y="1584489"/>
                  </a:lnTo>
                  <a:lnTo>
                    <a:pt x="860660" y="1568505"/>
                  </a:lnTo>
                  <a:lnTo>
                    <a:pt x="906518" y="1543039"/>
                  </a:lnTo>
                  <a:lnTo>
                    <a:pt x="946726" y="1520709"/>
                  </a:lnTo>
                  <a:lnTo>
                    <a:pt x="975414" y="1504741"/>
                  </a:lnTo>
                  <a:lnTo>
                    <a:pt x="1009569" y="1485650"/>
                  </a:lnTo>
                  <a:lnTo>
                    <a:pt x="1060522" y="1456955"/>
                  </a:lnTo>
                  <a:lnTo>
                    <a:pt x="1090169" y="1440093"/>
                  </a:lnTo>
                  <a:lnTo>
                    <a:pt x="1118858" y="1423626"/>
                  </a:lnTo>
                  <a:lnTo>
                    <a:pt x="1160236" y="1399566"/>
                  </a:lnTo>
                  <a:lnTo>
                    <a:pt x="1204924" y="1373134"/>
                  </a:lnTo>
                  <a:lnTo>
                    <a:pt x="1233612" y="1355854"/>
                  </a:lnTo>
                  <a:lnTo>
                    <a:pt x="1262301" y="1338327"/>
                  </a:lnTo>
                  <a:lnTo>
                    <a:pt x="1302159" y="1313482"/>
                  </a:lnTo>
                  <a:lnTo>
                    <a:pt x="1347108" y="1284788"/>
                  </a:lnTo>
                  <a:lnTo>
                    <a:pt x="1377056" y="1265182"/>
                  </a:lnTo>
                  <a:lnTo>
                    <a:pt x="1405744" y="1246041"/>
                  </a:lnTo>
                  <a:lnTo>
                    <a:pt x="1434433" y="1226545"/>
                  </a:lnTo>
                  <a:lnTo>
                    <a:pt x="1474334" y="1198704"/>
                  </a:lnTo>
                  <a:lnTo>
                    <a:pt x="1514384" y="1170010"/>
                  </a:lnTo>
                  <a:lnTo>
                    <a:pt x="1549188" y="1144409"/>
                  </a:lnTo>
                  <a:lnTo>
                    <a:pt x="1577876" y="1122786"/>
                  </a:lnTo>
                  <a:lnTo>
                    <a:pt x="1606565" y="1100739"/>
                  </a:lnTo>
                  <a:lnTo>
                    <a:pt x="1635254" y="1078269"/>
                  </a:lnTo>
                  <a:lnTo>
                    <a:pt x="1664121" y="1055231"/>
                  </a:lnTo>
                  <a:lnTo>
                    <a:pt x="1699228" y="1026537"/>
                  </a:lnTo>
                  <a:lnTo>
                    <a:pt x="1733604" y="997842"/>
                  </a:lnTo>
                  <a:lnTo>
                    <a:pt x="1767308" y="969148"/>
                  </a:lnTo>
                  <a:lnTo>
                    <a:pt x="1800396" y="940453"/>
                  </a:lnTo>
                  <a:lnTo>
                    <a:pt x="1832923" y="911759"/>
                  </a:lnTo>
                  <a:lnTo>
                    <a:pt x="1864763" y="883221"/>
                  </a:lnTo>
                  <a:lnTo>
                    <a:pt x="1893451" y="857095"/>
                  </a:lnTo>
                  <a:lnTo>
                    <a:pt x="1922140" y="830653"/>
                  </a:lnTo>
                  <a:lnTo>
                    <a:pt x="1950829" y="803918"/>
                  </a:lnTo>
                  <a:lnTo>
                    <a:pt x="1979517" y="776911"/>
                  </a:lnTo>
                  <a:lnTo>
                    <a:pt x="2008206" y="749653"/>
                  </a:lnTo>
                  <a:lnTo>
                    <a:pt x="2036895" y="722165"/>
                  </a:lnTo>
                  <a:lnTo>
                    <a:pt x="2065583" y="694470"/>
                  </a:lnTo>
                  <a:lnTo>
                    <a:pt x="2094272" y="666585"/>
                  </a:lnTo>
                  <a:lnTo>
                    <a:pt x="2122961" y="638532"/>
                  </a:lnTo>
                  <a:lnTo>
                    <a:pt x="2151649" y="610326"/>
                  </a:lnTo>
                  <a:lnTo>
                    <a:pt x="2180338" y="581985"/>
                  </a:lnTo>
                  <a:lnTo>
                    <a:pt x="2209027" y="553524"/>
                  </a:lnTo>
                  <a:lnTo>
                    <a:pt x="2237715" y="524955"/>
                  </a:lnTo>
                  <a:lnTo>
                    <a:pt x="2266404" y="496290"/>
                  </a:lnTo>
                  <a:lnTo>
                    <a:pt x="2295093" y="467539"/>
                  </a:lnTo>
                  <a:lnTo>
                    <a:pt x="2323781" y="438711"/>
                  </a:lnTo>
                  <a:lnTo>
                    <a:pt x="2352470" y="409814"/>
                  </a:lnTo>
                  <a:lnTo>
                    <a:pt x="2381159" y="380855"/>
                  </a:lnTo>
                  <a:lnTo>
                    <a:pt x="2409847" y="351841"/>
                  </a:lnTo>
                  <a:lnTo>
                    <a:pt x="2438536" y="322779"/>
                  </a:lnTo>
                  <a:lnTo>
                    <a:pt x="2467225" y="293678"/>
                  </a:lnTo>
                  <a:lnTo>
                    <a:pt x="2495913" y="264551"/>
                  </a:lnTo>
                  <a:lnTo>
                    <a:pt x="2524602" y="235419"/>
                  </a:lnTo>
                  <a:lnTo>
                    <a:pt x="2553291" y="206313"/>
                  </a:lnTo>
                  <a:lnTo>
                    <a:pt x="2581979" y="177285"/>
                  </a:lnTo>
                  <a:lnTo>
                    <a:pt x="2610668" y="148420"/>
                  </a:lnTo>
                  <a:lnTo>
                    <a:pt x="2639357" y="119873"/>
                  </a:lnTo>
                  <a:lnTo>
                    <a:pt x="2668045" y="91924"/>
                  </a:lnTo>
                  <a:lnTo>
                    <a:pt x="2696734" y="65133"/>
                  </a:lnTo>
                  <a:lnTo>
                    <a:pt x="2725423" y="40762"/>
                  </a:lnTo>
                  <a:lnTo>
                    <a:pt x="2754167" y="22227"/>
                  </a:lnTo>
                  <a:lnTo>
                    <a:pt x="2811489" y="141"/>
                  </a:lnTo>
                  <a:lnTo>
                    <a:pt x="2868866" y="0"/>
                  </a:lnTo>
                  <a:lnTo>
                    <a:pt x="2926243" y="6884"/>
                  </a:lnTo>
                  <a:lnTo>
                    <a:pt x="2983621" y="16645"/>
                  </a:lnTo>
                  <a:lnTo>
                    <a:pt x="3012982" y="22227"/>
                  </a:lnTo>
                  <a:lnTo>
                    <a:pt x="3069687" y="32042"/>
                  </a:lnTo>
                  <a:lnTo>
                    <a:pt x="3127064" y="42809"/>
                  </a:lnTo>
                  <a:lnTo>
                    <a:pt x="3167885" y="50922"/>
                  </a:lnTo>
                  <a:lnTo>
                    <a:pt x="3213130" y="59163"/>
                  </a:lnTo>
                  <a:lnTo>
                    <a:pt x="3270507" y="70238"/>
                  </a:lnTo>
                  <a:lnTo>
                    <a:pt x="3316693" y="79616"/>
                  </a:lnTo>
                  <a:lnTo>
                    <a:pt x="3356573" y="87291"/>
                  </a:lnTo>
                  <a:lnTo>
                    <a:pt x="3413951" y="98963"/>
                  </a:lnTo>
                  <a:lnTo>
                    <a:pt x="3457433" y="108311"/>
                  </a:lnTo>
                  <a:lnTo>
                    <a:pt x="3500016" y="117202"/>
                  </a:lnTo>
                  <a:lnTo>
                    <a:pt x="3557394" y="129951"/>
                  </a:lnTo>
                  <a:lnTo>
                    <a:pt x="3587574" y="137005"/>
                  </a:lnTo>
                  <a:lnTo>
                    <a:pt x="3643460" y="150057"/>
                  </a:lnTo>
                  <a:lnTo>
                    <a:pt x="3700837" y="164452"/>
                  </a:lnTo>
                  <a:lnTo>
                    <a:pt x="3729526" y="171789"/>
                  </a:lnTo>
                  <a:lnTo>
                    <a:pt x="3786903" y="187232"/>
                  </a:lnTo>
                  <a:lnTo>
                    <a:pt x="3815592" y="195380"/>
                  </a:lnTo>
                  <a:lnTo>
                    <a:pt x="3872969" y="212139"/>
                  </a:lnTo>
                  <a:lnTo>
                    <a:pt x="3907931" y="223089"/>
                  </a:lnTo>
                  <a:lnTo>
                    <a:pt x="3959035" y="239488"/>
                  </a:lnTo>
                  <a:lnTo>
                    <a:pt x="3994743" y="251784"/>
                  </a:lnTo>
                  <a:lnTo>
                    <a:pt x="4045101" y="269656"/>
                  </a:lnTo>
                  <a:lnTo>
                    <a:pt x="4073790" y="280503"/>
                  </a:lnTo>
                  <a:lnTo>
                    <a:pt x="4131167" y="303097"/>
                  </a:lnTo>
                  <a:lnTo>
                    <a:pt x="4159856" y="315044"/>
                  </a:lnTo>
                  <a:lnTo>
                    <a:pt x="4211763" y="337867"/>
                  </a:lnTo>
                  <a:lnTo>
                    <a:pt x="4245922" y="353568"/>
                  </a:lnTo>
                  <a:lnTo>
                    <a:pt x="4274610" y="367465"/>
                  </a:lnTo>
                  <a:lnTo>
                    <a:pt x="4329114" y="395256"/>
                  </a:lnTo>
                  <a:lnTo>
                    <a:pt x="4360676" y="412217"/>
                  </a:lnTo>
                  <a:lnTo>
                    <a:pt x="4389365" y="428387"/>
                  </a:lnTo>
                  <a:lnTo>
                    <a:pt x="4430312" y="452646"/>
                  </a:lnTo>
                  <a:lnTo>
                    <a:pt x="4475431" y="480951"/>
                  </a:lnTo>
                  <a:lnTo>
                    <a:pt x="4504120" y="499941"/>
                  </a:lnTo>
                  <a:lnTo>
                    <a:pt x="4532808" y="519809"/>
                  </a:lnTo>
                  <a:lnTo>
                    <a:pt x="4561497" y="540591"/>
                  </a:lnTo>
                  <a:lnTo>
                    <a:pt x="4596722" y="567424"/>
                  </a:lnTo>
                  <a:lnTo>
                    <a:pt x="4632314" y="596118"/>
                  </a:lnTo>
                  <a:lnTo>
                    <a:pt x="4665903" y="624813"/>
                  </a:lnTo>
                  <a:lnTo>
                    <a:pt x="4697624" y="653507"/>
                  </a:lnTo>
                  <a:lnTo>
                    <a:pt x="4727603" y="682202"/>
                  </a:lnTo>
                  <a:lnTo>
                    <a:pt x="4755955" y="710897"/>
                  </a:lnTo>
                  <a:lnTo>
                    <a:pt x="4782782" y="739591"/>
                  </a:lnTo>
                  <a:lnTo>
                    <a:pt x="4808176" y="768286"/>
                  </a:lnTo>
                  <a:lnTo>
                    <a:pt x="4832217" y="796980"/>
                  </a:lnTo>
                  <a:lnTo>
                    <a:pt x="4854972" y="825675"/>
                  </a:lnTo>
                  <a:lnTo>
                    <a:pt x="4877072" y="855156"/>
                  </a:lnTo>
                  <a:lnTo>
                    <a:pt x="4905761" y="896156"/>
                  </a:lnTo>
                  <a:lnTo>
                    <a:pt x="4934344" y="940453"/>
                  </a:lnTo>
                  <a:lnTo>
                    <a:pt x="4951549" y="969148"/>
                  </a:lnTo>
                  <a:lnTo>
                    <a:pt x="4967749" y="997842"/>
                  </a:lnTo>
                  <a:lnTo>
                    <a:pt x="4991827" y="1044074"/>
                  </a:lnTo>
                  <a:lnTo>
                    <a:pt x="5010854" y="1083926"/>
                  </a:lnTo>
                  <a:lnTo>
                    <a:pt x="5023460" y="1112620"/>
                  </a:lnTo>
                  <a:lnTo>
                    <a:pt x="5046243" y="1170010"/>
                  </a:lnTo>
                  <a:lnTo>
                    <a:pt x="5056466" y="1198704"/>
                  </a:lnTo>
                  <a:lnTo>
                    <a:pt x="5074594" y="1256093"/>
                  </a:lnTo>
                  <a:lnTo>
                    <a:pt x="5082571" y="1284788"/>
                  </a:lnTo>
                  <a:lnTo>
                    <a:pt x="5096403" y="1342177"/>
                  </a:lnTo>
                  <a:lnTo>
                    <a:pt x="5106582" y="1394859"/>
                  </a:lnTo>
                  <a:lnTo>
                    <a:pt x="5111992" y="1428261"/>
                  </a:lnTo>
                  <a:lnTo>
                    <a:pt x="5119127" y="1485650"/>
                  </a:lnTo>
                  <a:lnTo>
                    <a:pt x="5123695" y="1543039"/>
                  </a:lnTo>
                  <a:lnTo>
                    <a:pt x="5125770" y="1600428"/>
                  </a:lnTo>
                  <a:lnTo>
                    <a:pt x="5125405" y="1657817"/>
                  </a:lnTo>
                  <a:lnTo>
                    <a:pt x="5122631" y="1715206"/>
                  </a:lnTo>
                  <a:lnTo>
                    <a:pt x="5117462" y="1772595"/>
                  </a:lnTo>
                  <a:lnTo>
                    <a:pt x="5109890" y="1829984"/>
                  </a:lnTo>
                  <a:lnTo>
                    <a:pt x="5105216" y="1858679"/>
                  </a:lnTo>
                  <a:lnTo>
                    <a:pt x="5094163" y="1916068"/>
                  </a:lnTo>
                  <a:lnTo>
                    <a:pt x="5080645" y="1973457"/>
                  </a:lnTo>
                  <a:lnTo>
                    <a:pt x="5073017" y="2002152"/>
                  </a:lnTo>
                  <a:lnTo>
                    <a:pt x="5055930" y="2059541"/>
                  </a:lnTo>
                  <a:lnTo>
                    <a:pt x="5046445" y="2088236"/>
                  </a:lnTo>
                  <a:lnTo>
                    <a:pt x="5025668" y="2145625"/>
                  </a:lnTo>
                  <a:lnTo>
                    <a:pt x="5014333" y="2174319"/>
                  </a:lnTo>
                  <a:lnTo>
                    <a:pt x="4991827" y="2226898"/>
                  </a:lnTo>
                  <a:lnTo>
                    <a:pt x="4976461" y="2260403"/>
                  </a:lnTo>
                  <a:lnTo>
                    <a:pt x="4962468" y="2289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8514931" y="1954737"/>
              <a:ext cx="1888850" cy="1963951"/>
            </a:xfrm>
            <a:custGeom>
              <a:avLst/>
              <a:gdLst/>
              <a:ahLst/>
              <a:cxnLst/>
              <a:rect l="l" t="t" r="r" b="b"/>
              <a:pathLst>
                <a:path w="1888850" h="1963951">
                  <a:moveTo>
                    <a:pt x="861366" y="25188"/>
                  </a:moveTo>
                  <a:lnTo>
                    <a:pt x="893964" y="18251"/>
                  </a:lnTo>
                  <a:lnTo>
                    <a:pt x="951341" y="8744"/>
                  </a:lnTo>
                  <a:lnTo>
                    <a:pt x="1008719" y="2631"/>
                  </a:lnTo>
                  <a:lnTo>
                    <a:pt x="1066096" y="0"/>
                  </a:lnTo>
                  <a:lnTo>
                    <a:pt x="1123473" y="979"/>
                  </a:lnTo>
                  <a:lnTo>
                    <a:pt x="1180851" y="5743"/>
                  </a:lnTo>
                  <a:lnTo>
                    <a:pt x="1238228" y="14523"/>
                  </a:lnTo>
                  <a:lnTo>
                    <a:pt x="1285874" y="25188"/>
                  </a:lnTo>
                  <a:lnTo>
                    <a:pt x="1324294" y="35897"/>
                  </a:lnTo>
                  <a:lnTo>
                    <a:pt x="1375580" y="53882"/>
                  </a:lnTo>
                  <a:lnTo>
                    <a:pt x="1410360" y="68387"/>
                  </a:lnTo>
                  <a:lnTo>
                    <a:pt x="1440139" y="82577"/>
                  </a:lnTo>
                  <a:lnTo>
                    <a:pt x="1491747" y="111271"/>
                  </a:lnTo>
                  <a:lnTo>
                    <a:pt x="1525115" y="132785"/>
                  </a:lnTo>
                  <a:lnTo>
                    <a:pt x="1553803" y="153479"/>
                  </a:lnTo>
                  <a:lnTo>
                    <a:pt x="1582492" y="176353"/>
                  </a:lnTo>
                  <a:lnTo>
                    <a:pt x="1611181" y="201667"/>
                  </a:lnTo>
                  <a:lnTo>
                    <a:pt x="1639869" y="229752"/>
                  </a:lnTo>
                  <a:lnTo>
                    <a:pt x="1668558" y="261028"/>
                  </a:lnTo>
                  <a:lnTo>
                    <a:pt x="1697247" y="296031"/>
                  </a:lnTo>
                  <a:lnTo>
                    <a:pt x="1725935" y="335447"/>
                  </a:lnTo>
                  <a:lnTo>
                    <a:pt x="1748002" y="369522"/>
                  </a:lnTo>
                  <a:lnTo>
                    <a:pt x="1764871" y="398217"/>
                  </a:lnTo>
                  <a:lnTo>
                    <a:pt x="1783313" y="432740"/>
                  </a:lnTo>
                  <a:lnTo>
                    <a:pt x="1807400" y="484301"/>
                  </a:lnTo>
                  <a:lnTo>
                    <a:pt x="1819159" y="512995"/>
                  </a:lnTo>
                  <a:lnTo>
                    <a:pt x="1839550" y="570384"/>
                  </a:lnTo>
                  <a:lnTo>
                    <a:pt x="1848223" y="599079"/>
                  </a:lnTo>
                  <a:lnTo>
                    <a:pt x="1862882" y="656468"/>
                  </a:lnTo>
                  <a:lnTo>
                    <a:pt x="1869379" y="687592"/>
                  </a:lnTo>
                  <a:lnTo>
                    <a:pt x="1878484" y="742552"/>
                  </a:lnTo>
                  <a:lnTo>
                    <a:pt x="1884915" y="799941"/>
                  </a:lnTo>
                  <a:lnTo>
                    <a:pt x="1888343" y="857330"/>
                  </a:lnTo>
                  <a:lnTo>
                    <a:pt x="1888850" y="914719"/>
                  </a:lnTo>
                  <a:lnTo>
                    <a:pt x="1886497" y="972108"/>
                  </a:lnTo>
                  <a:lnTo>
                    <a:pt x="1881323" y="1029497"/>
                  </a:lnTo>
                  <a:lnTo>
                    <a:pt x="1873343" y="1086886"/>
                  </a:lnTo>
                  <a:lnTo>
                    <a:pt x="1868292" y="1115581"/>
                  </a:lnTo>
                  <a:lnTo>
                    <a:pt x="1855979" y="1172970"/>
                  </a:lnTo>
                  <a:lnTo>
                    <a:pt x="1840801" y="1230359"/>
                  </a:lnTo>
                  <a:lnTo>
                    <a:pt x="1832023" y="1259054"/>
                  </a:lnTo>
                  <a:lnTo>
                    <a:pt x="1812233" y="1316443"/>
                  </a:lnTo>
                  <a:lnTo>
                    <a:pt x="1801055" y="1345137"/>
                  </a:lnTo>
                  <a:lnTo>
                    <a:pt x="1783313" y="1386939"/>
                  </a:lnTo>
                  <a:lnTo>
                    <a:pt x="1762469" y="1431221"/>
                  </a:lnTo>
                  <a:lnTo>
                    <a:pt x="1747752" y="1459916"/>
                  </a:lnTo>
                  <a:lnTo>
                    <a:pt x="1725935" y="1499275"/>
                  </a:lnTo>
                  <a:lnTo>
                    <a:pt x="1697392" y="1545999"/>
                  </a:lnTo>
                  <a:lnTo>
                    <a:pt x="1678195" y="1574694"/>
                  </a:lnTo>
                  <a:lnTo>
                    <a:pt x="1657752" y="1603389"/>
                  </a:lnTo>
                  <a:lnTo>
                    <a:pt x="1635931" y="1632083"/>
                  </a:lnTo>
                  <a:lnTo>
                    <a:pt x="1611181" y="1662380"/>
                  </a:lnTo>
                  <a:lnTo>
                    <a:pt x="1582492" y="1694750"/>
                  </a:lnTo>
                  <a:lnTo>
                    <a:pt x="1553803" y="1724523"/>
                  </a:lnTo>
                  <a:lnTo>
                    <a:pt x="1525115" y="1751928"/>
                  </a:lnTo>
                  <a:lnTo>
                    <a:pt x="1496426" y="1777146"/>
                  </a:lnTo>
                  <a:lnTo>
                    <a:pt x="1462552" y="1804250"/>
                  </a:lnTo>
                  <a:lnTo>
                    <a:pt x="1422579" y="1832945"/>
                  </a:lnTo>
                  <a:lnTo>
                    <a:pt x="1381671" y="1859046"/>
                  </a:lnTo>
                  <a:lnTo>
                    <a:pt x="1352983" y="1875321"/>
                  </a:lnTo>
                  <a:lnTo>
                    <a:pt x="1323456" y="1890334"/>
                  </a:lnTo>
                  <a:lnTo>
                    <a:pt x="1266917" y="1914980"/>
                  </a:lnTo>
                  <a:lnTo>
                    <a:pt x="1238228" y="1925420"/>
                  </a:lnTo>
                  <a:lnTo>
                    <a:pt x="1180851" y="1942324"/>
                  </a:lnTo>
                  <a:lnTo>
                    <a:pt x="1152162" y="1948861"/>
                  </a:lnTo>
                  <a:lnTo>
                    <a:pt x="1094785" y="1958469"/>
                  </a:lnTo>
                  <a:lnTo>
                    <a:pt x="1037407" y="1963416"/>
                  </a:lnTo>
                  <a:lnTo>
                    <a:pt x="980030" y="1963951"/>
                  </a:lnTo>
                  <a:lnTo>
                    <a:pt x="922653" y="1960226"/>
                  </a:lnTo>
                  <a:lnTo>
                    <a:pt x="865275" y="1952311"/>
                  </a:lnTo>
                  <a:lnTo>
                    <a:pt x="836587" y="1946800"/>
                  </a:lnTo>
                  <a:lnTo>
                    <a:pt x="779209" y="1932808"/>
                  </a:lnTo>
                  <a:lnTo>
                    <a:pt x="735038" y="1919029"/>
                  </a:lnTo>
                  <a:lnTo>
                    <a:pt x="693143" y="1903993"/>
                  </a:lnTo>
                  <a:lnTo>
                    <a:pt x="660136" y="1890334"/>
                  </a:lnTo>
                  <a:lnTo>
                    <a:pt x="607077" y="1865577"/>
                  </a:lnTo>
                  <a:lnTo>
                    <a:pt x="578389" y="1850557"/>
                  </a:lnTo>
                  <a:lnTo>
                    <a:pt x="547361" y="1832945"/>
                  </a:lnTo>
                  <a:lnTo>
                    <a:pt x="501385" y="1804250"/>
                  </a:lnTo>
                  <a:lnTo>
                    <a:pt x="463634" y="1778341"/>
                  </a:lnTo>
                  <a:lnTo>
                    <a:pt x="434945" y="1757003"/>
                  </a:lnTo>
                  <a:lnTo>
                    <a:pt x="406257" y="1734215"/>
                  </a:lnTo>
                  <a:lnTo>
                    <a:pt x="377568" y="1709892"/>
                  </a:lnTo>
                  <a:lnTo>
                    <a:pt x="348879" y="1683923"/>
                  </a:lnTo>
                  <a:lnTo>
                    <a:pt x="320191" y="1656166"/>
                  </a:lnTo>
                  <a:lnTo>
                    <a:pt x="291502" y="1626450"/>
                  </a:lnTo>
                  <a:lnTo>
                    <a:pt x="262813" y="1594563"/>
                  </a:lnTo>
                  <a:lnTo>
                    <a:pt x="234125" y="1560249"/>
                  </a:lnTo>
                  <a:lnTo>
                    <a:pt x="205436" y="1523200"/>
                  </a:lnTo>
                  <a:lnTo>
                    <a:pt x="180639" y="1488610"/>
                  </a:lnTo>
                  <a:lnTo>
                    <a:pt x="161486" y="1459916"/>
                  </a:lnTo>
                  <a:lnTo>
                    <a:pt x="143523" y="1431221"/>
                  </a:lnTo>
                  <a:lnTo>
                    <a:pt x="119370" y="1389173"/>
                  </a:lnTo>
                  <a:lnTo>
                    <a:pt x="96387" y="1345137"/>
                  </a:lnTo>
                  <a:lnTo>
                    <a:pt x="82819" y="1316443"/>
                  </a:lnTo>
                  <a:lnTo>
                    <a:pt x="61993" y="1266997"/>
                  </a:lnTo>
                  <a:lnTo>
                    <a:pt x="48318" y="1230359"/>
                  </a:lnTo>
                  <a:lnTo>
                    <a:pt x="33304" y="1182704"/>
                  </a:lnTo>
                  <a:lnTo>
                    <a:pt x="22975" y="1144276"/>
                  </a:lnTo>
                  <a:lnTo>
                    <a:pt x="11182" y="1086886"/>
                  </a:lnTo>
                  <a:lnTo>
                    <a:pt x="4616" y="1038719"/>
                  </a:lnTo>
                  <a:lnTo>
                    <a:pt x="1281" y="1000803"/>
                  </a:lnTo>
                  <a:lnTo>
                    <a:pt x="0" y="943414"/>
                  </a:lnTo>
                  <a:lnTo>
                    <a:pt x="3151" y="886025"/>
                  </a:lnTo>
                  <a:lnTo>
                    <a:pt x="6410" y="857330"/>
                  </a:lnTo>
                  <a:lnTo>
                    <a:pt x="16375" y="799941"/>
                  </a:lnTo>
                  <a:lnTo>
                    <a:pt x="31180" y="742552"/>
                  </a:lnTo>
                  <a:lnTo>
                    <a:pt x="40384" y="713857"/>
                  </a:lnTo>
                  <a:lnTo>
                    <a:pt x="61993" y="658077"/>
                  </a:lnTo>
                  <a:lnTo>
                    <a:pt x="75683" y="627773"/>
                  </a:lnTo>
                  <a:lnTo>
                    <a:pt x="90682" y="598049"/>
                  </a:lnTo>
                  <a:lnTo>
                    <a:pt x="119370" y="547786"/>
                  </a:lnTo>
                  <a:lnTo>
                    <a:pt x="141637" y="512995"/>
                  </a:lnTo>
                  <a:lnTo>
                    <a:pt x="161730" y="484301"/>
                  </a:lnTo>
                  <a:lnTo>
                    <a:pt x="183380" y="455606"/>
                  </a:lnTo>
                  <a:lnTo>
                    <a:pt x="206638" y="426912"/>
                  </a:lnTo>
                  <a:lnTo>
                    <a:pt x="234125" y="395440"/>
                  </a:lnTo>
                  <a:lnTo>
                    <a:pt x="262813" y="364935"/>
                  </a:lnTo>
                  <a:lnTo>
                    <a:pt x="291502" y="336491"/>
                  </a:lnTo>
                  <a:lnTo>
                    <a:pt x="320191" y="309865"/>
                  </a:lnTo>
                  <a:lnTo>
                    <a:pt x="350593" y="283439"/>
                  </a:lnTo>
                  <a:lnTo>
                    <a:pt x="386055" y="254744"/>
                  </a:lnTo>
                  <a:lnTo>
                    <a:pt x="424304" y="226050"/>
                  </a:lnTo>
                  <a:lnTo>
                    <a:pt x="463634" y="198746"/>
                  </a:lnTo>
                  <a:lnTo>
                    <a:pt x="492323" y="180217"/>
                  </a:lnTo>
                  <a:lnTo>
                    <a:pt x="521011" y="162696"/>
                  </a:lnTo>
                  <a:lnTo>
                    <a:pt x="561103" y="139966"/>
                  </a:lnTo>
                  <a:lnTo>
                    <a:pt x="607077" y="116113"/>
                  </a:lnTo>
                  <a:lnTo>
                    <a:pt x="635766" y="102461"/>
                  </a:lnTo>
                  <a:lnTo>
                    <a:pt x="681542" y="82577"/>
                  </a:lnTo>
                  <a:lnTo>
                    <a:pt x="721832" y="66784"/>
                  </a:lnTo>
                  <a:lnTo>
                    <a:pt x="758830" y="53882"/>
                  </a:lnTo>
                  <a:lnTo>
                    <a:pt x="807898" y="38769"/>
                  </a:lnTo>
                  <a:lnTo>
                    <a:pt x="861366" y="25188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7693221" y="4935006"/>
              <a:ext cx="4313217" cy="1922994"/>
            </a:xfrm>
            <a:custGeom>
              <a:avLst/>
              <a:gdLst/>
              <a:ahLst/>
              <a:cxnLst/>
              <a:rect l="l" t="t" r="r" b="b"/>
              <a:pathLst>
                <a:path w="4313217" h="1922994">
                  <a:moveTo>
                    <a:pt x="0" y="1922994"/>
                  </a:moveTo>
                  <a:lnTo>
                    <a:pt x="28638" y="1894299"/>
                  </a:lnTo>
                  <a:lnTo>
                    <a:pt x="59330" y="1865605"/>
                  </a:lnTo>
                  <a:lnTo>
                    <a:pt x="92048" y="1836910"/>
                  </a:lnTo>
                  <a:lnTo>
                    <a:pt x="126741" y="1808216"/>
                  </a:lnTo>
                  <a:lnTo>
                    <a:pt x="163328" y="1779521"/>
                  </a:lnTo>
                  <a:lnTo>
                    <a:pt x="195175" y="1755744"/>
                  </a:lnTo>
                  <a:lnTo>
                    <a:pt x="223864" y="1735050"/>
                  </a:lnTo>
                  <a:lnTo>
                    <a:pt x="252552" y="1714846"/>
                  </a:lnTo>
                  <a:lnTo>
                    <a:pt x="283672" y="1693438"/>
                  </a:lnTo>
                  <a:lnTo>
                    <a:pt x="326749" y="1664743"/>
                  </a:lnTo>
                  <a:lnTo>
                    <a:pt x="367307" y="1638382"/>
                  </a:lnTo>
                  <a:lnTo>
                    <a:pt x="395996" y="1620082"/>
                  </a:lnTo>
                  <a:lnTo>
                    <a:pt x="424684" y="1601819"/>
                  </a:lnTo>
                  <a:lnTo>
                    <a:pt x="461285" y="1578659"/>
                  </a:lnTo>
                  <a:lnTo>
                    <a:pt x="506911" y="1549965"/>
                  </a:lnTo>
                  <a:lnTo>
                    <a:pt x="539439" y="1529551"/>
                  </a:lnTo>
                  <a:lnTo>
                    <a:pt x="568128" y="1511380"/>
                  </a:lnTo>
                  <a:lnTo>
                    <a:pt x="597442" y="1492576"/>
                  </a:lnTo>
                  <a:lnTo>
                    <a:pt x="641746" y="1463881"/>
                  </a:lnTo>
                  <a:lnTo>
                    <a:pt x="682882" y="1436779"/>
                  </a:lnTo>
                  <a:lnTo>
                    <a:pt x="711571" y="1417531"/>
                  </a:lnTo>
                  <a:lnTo>
                    <a:pt x="740260" y="1397856"/>
                  </a:lnTo>
                  <a:lnTo>
                    <a:pt x="768948" y="1377737"/>
                  </a:lnTo>
                  <a:lnTo>
                    <a:pt x="808799" y="1349103"/>
                  </a:lnTo>
                  <a:lnTo>
                    <a:pt x="847611" y="1320408"/>
                  </a:lnTo>
                  <a:lnTo>
                    <a:pt x="883703" y="1292947"/>
                  </a:lnTo>
                  <a:lnTo>
                    <a:pt x="912392" y="1270502"/>
                  </a:lnTo>
                  <a:lnTo>
                    <a:pt x="941080" y="1247474"/>
                  </a:lnTo>
                  <a:lnTo>
                    <a:pt x="969769" y="1223862"/>
                  </a:lnTo>
                  <a:lnTo>
                    <a:pt x="998458" y="1199668"/>
                  </a:lnTo>
                  <a:lnTo>
                    <a:pt x="1027146" y="1174898"/>
                  </a:lnTo>
                  <a:lnTo>
                    <a:pt x="1057304" y="1148241"/>
                  </a:lnTo>
                  <a:lnTo>
                    <a:pt x="1089026" y="1119546"/>
                  </a:lnTo>
                  <a:lnTo>
                    <a:pt x="1120074" y="1090852"/>
                  </a:lnTo>
                  <a:lnTo>
                    <a:pt x="1150521" y="1062157"/>
                  </a:lnTo>
                  <a:lnTo>
                    <a:pt x="1180442" y="1033463"/>
                  </a:lnTo>
                  <a:lnTo>
                    <a:pt x="1209906" y="1004768"/>
                  </a:lnTo>
                  <a:lnTo>
                    <a:pt x="1238983" y="976073"/>
                  </a:lnTo>
                  <a:lnTo>
                    <a:pt x="1267738" y="947379"/>
                  </a:lnTo>
                  <a:lnTo>
                    <a:pt x="1296237" y="918684"/>
                  </a:lnTo>
                  <a:lnTo>
                    <a:pt x="1324539" y="889990"/>
                  </a:lnTo>
                  <a:lnTo>
                    <a:pt x="1352703" y="861295"/>
                  </a:lnTo>
                  <a:lnTo>
                    <a:pt x="1380786" y="832601"/>
                  </a:lnTo>
                  <a:lnTo>
                    <a:pt x="1408844" y="803906"/>
                  </a:lnTo>
                  <a:lnTo>
                    <a:pt x="1436929" y="775212"/>
                  </a:lnTo>
                  <a:lnTo>
                    <a:pt x="1465096" y="746517"/>
                  </a:lnTo>
                  <a:lnTo>
                    <a:pt x="1493396" y="717822"/>
                  </a:lnTo>
                  <a:lnTo>
                    <a:pt x="1521883" y="689128"/>
                  </a:lnTo>
                  <a:lnTo>
                    <a:pt x="1550611" y="660433"/>
                  </a:lnTo>
                  <a:lnTo>
                    <a:pt x="1579637" y="631739"/>
                  </a:lnTo>
                  <a:lnTo>
                    <a:pt x="1609018" y="603044"/>
                  </a:lnTo>
                  <a:lnTo>
                    <a:pt x="1638818" y="574350"/>
                  </a:lnTo>
                  <a:lnTo>
                    <a:pt x="1669103" y="545655"/>
                  </a:lnTo>
                  <a:lnTo>
                    <a:pt x="1699948" y="516961"/>
                  </a:lnTo>
                  <a:lnTo>
                    <a:pt x="1731433" y="488266"/>
                  </a:lnTo>
                  <a:lnTo>
                    <a:pt x="1763650" y="459571"/>
                  </a:lnTo>
                  <a:lnTo>
                    <a:pt x="1796703" y="430877"/>
                  </a:lnTo>
                  <a:lnTo>
                    <a:pt x="1830429" y="402412"/>
                  </a:lnTo>
                  <a:lnTo>
                    <a:pt x="1859117" y="378804"/>
                  </a:lnTo>
                  <a:lnTo>
                    <a:pt x="1887806" y="355848"/>
                  </a:lnTo>
                  <a:lnTo>
                    <a:pt x="1916495" y="333579"/>
                  </a:lnTo>
                  <a:lnTo>
                    <a:pt x="1945183" y="312034"/>
                  </a:lnTo>
                  <a:lnTo>
                    <a:pt x="1979169" y="287404"/>
                  </a:lnTo>
                  <a:lnTo>
                    <a:pt x="2020564" y="258709"/>
                  </a:lnTo>
                  <a:lnTo>
                    <a:pt x="2059938" y="232792"/>
                  </a:lnTo>
                  <a:lnTo>
                    <a:pt x="2088627" y="214736"/>
                  </a:lnTo>
                  <a:lnTo>
                    <a:pt x="2117315" y="197572"/>
                  </a:lnTo>
                  <a:lnTo>
                    <a:pt x="2161452" y="172626"/>
                  </a:lnTo>
                  <a:lnTo>
                    <a:pt x="2203381" y="150432"/>
                  </a:lnTo>
                  <a:lnTo>
                    <a:pt x="2232070" y="136249"/>
                  </a:lnTo>
                  <a:lnTo>
                    <a:pt x="2278114" y="115237"/>
                  </a:lnTo>
                  <a:lnTo>
                    <a:pt x="2318136" y="98285"/>
                  </a:lnTo>
                  <a:lnTo>
                    <a:pt x="2348815" y="86542"/>
                  </a:lnTo>
                  <a:lnTo>
                    <a:pt x="2404202" y="67089"/>
                  </a:lnTo>
                  <a:lnTo>
                    <a:pt x="2434280" y="57848"/>
                  </a:lnTo>
                  <a:lnTo>
                    <a:pt x="2490268" y="42310"/>
                  </a:lnTo>
                  <a:lnTo>
                    <a:pt x="2547645" y="29332"/>
                  </a:lnTo>
                  <a:lnTo>
                    <a:pt x="2576334" y="23671"/>
                  </a:lnTo>
                  <a:lnTo>
                    <a:pt x="2633711" y="14329"/>
                  </a:lnTo>
                  <a:lnTo>
                    <a:pt x="2691089" y="7461"/>
                  </a:lnTo>
                  <a:lnTo>
                    <a:pt x="2748466" y="2883"/>
                  </a:lnTo>
                  <a:lnTo>
                    <a:pt x="2805771" y="458"/>
                  </a:lnTo>
                  <a:lnTo>
                    <a:pt x="2834532" y="0"/>
                  </a:lnTo>
                  <a:lnTo>
                    <a:pt x="2883016" y="458"/>
                  </a:lnTo>
                  <a:lnTo>
                    <a:pt x="2920598" y="1669"/>
                  </a:lnTo>
                  <a:lnTo>
                    <a:pt x="2977975" y="5197"/>
                  </a:lnTo>
                  <a:lnTo>
                    <a:pt x="3035352" y="10645"/>
                  </a:lnTo>
                  <a:lnTo>
                    <a:pt x="3092730" y="18023"/>
                  </a:lnTo>
                  <a:lnTo>
                    <a:pt x="3150107" y="27368"/>
                  </a:lnTo>
                  <a:lnTo>
                    <a:pt x="3178796" y="32708"/>
                  </a:lnTo>
                  <a:lnTo>
                    <a:pt x="3236173" y="44834"/>
                  </a:lnTo>
                  <a:lnTo>
                    <a:pt x="3288745" y="57848"/>
                  </a:lnTo>
                  <a:lnTo>
                    <a:pt x="3322239" y="66860"/>
                  </a:lnTo>
                  <a:lnTo>
                    <a:pt x="3379616" y="84191"/>
                  </a:lnTo>
                  <a:lnTo>
                    <a:pt x="3408305" y="93633"/>
                  </a:lnTo>
                  <a:lnTo>
                    <a:pt x="3465682" y="114336"/>
                  </a:lnTo>
                  <a:lnTo>
                    <a:pt x="3494371" y="125527"/>
                  </a:lnTo>
                  <a:lnTo>
                    <a:pt x="3537990" y="143931"/>
                  </a:lnTo>
                  <a:lnTo>
                    <a:pt x="3580437" y="163115"/>
                  </a:lnTo>
                  <a:lnTo>
                    <a:pt x="3609126" y="177044"/>
                  </a:lnTo>
                  <a:lnTo>
                    <a:pt x="3655736" y="201320"/>
                  </a:lnTo>
                  <a:lnTo>
                    <a:pt x="3695192" y="223392"/>
                  </a:lnTo>
                  <a:lnTo>
                    <a:pt x="3723880" y="240519"/>
                  </a:lnTo>
                  <a:lnTo>
                    <a:pt x="3752752" y="258709"/>
                  </a:lnTo>
                  <a:lnTo>
                    <a:pt x="3795364" y="287404"/>
                  </a:lnTo>
                  <a:lnTo>
                    <a:pt x="3834912" y="316099"/>
                  </a:lnTo>
                  <a:lnTo>
                    <a:pt x="3867324" y="341306"/>
                  </a:lnTo>
                  <a:lnTo>
                    <a:pt x="3896012" y="365036"/>
                  </a:lnTo>
                  <a:lnTo>
                    <a:pt x="3924701" y="390201"/>
                  </a:lnTo>
                  <a:lnTo>
                    <a:pt x="3953390" y="416940"/>
                  </a:lnTo>
                  <a:lnTo>
                    <a:pt x="3982078" y="445425"/>
                  </a:lnTo>
                  <a:lnTo>
                    <a:pt x="4010767" y="475862"/>
                  </a:lnTo>
                  <a:lnTo>
                    <a:pt x="4039456" y="508503"/>
                  </a:lnTo>
                  <a:lnTo>
                    <a:pt x="4068144" y="543652"/>
                  </a:lnTo>
                  <a:lnTo>
                    <a:pt x="4091434" y="574350"/>
                  </a:lnTo>
                  <a:lnTo>
                    <a:pt x="4111817" y="603044"/>
                  </a:lnTo>
                  <a:lnTo>
                    <a:pt x="4130940" y="631739"/>
                  </a:lnTo>
                  <a:lnTo>
                    <a:pt x="4154210" y="669467"/>
                  </a:lnTo>
                  <a:lnTo>
                    <a:pt x="4181327" y="717822"/>
                  </a:lnTo>
                  <a:lnTo>
                    <a:pt x="4195978" y="746517"/>
                  </a:lnTo>
                  <a:lnTo>
                    <a:pt x="4211588" y="779645"/>
                  </a:lnTo>
                  <a:lnTo>
                    <a:pt x="4234023" y="832601"/>
                  </a:lnTo>
                  <a:lnTo>
                    <a:pt x="4244855" y="861295"/>
                  </a:lnTo>
                  <a:lnTo>
                    <a:pt x="4263919" y="918684"/>
                  </a:lnTo>
                  <a:lnTo>
                    <a:pt x="4272193" y="947379"/>
                  </a:lnTo>
                  <a:lnTo>
                    <a:pt x="4286356" y="1004768"/>
                  </a:lnTo>
                  <a:lnTo>
                    <a:pt x="4297382" y="1062157"/>
                  </a:lnTo>
                  <a:lnTo>
                    <a:pt x="4301801" y="1090852"/>
                  </a:lnTo>
                  <a:lnTo>
                    <a:pt x="4308439" y="1148241"/>
                  </a:lnTo>
                  <a:lnTo>
                    <a:pt x="4312219" y="1205630"/>
                  </a:lnTo>
                  <a:lnTo>
                    <a:pt x="4313217" y="1263019"/>
                  </a:lnTo>
                  <a:lnTo>
                    <a:pt x="4311483" y="1320408"/>
                  </a:lnTo>
                  <a:lnTo>
                    <a:pt x="4307044" y="1377797"/>
                  </a:lnTo>
                  <a:lnTo>
                    <a:pt x="4299906" y="1435186"/>
                  </a:lnTo>
                  <a:lnTo>
                    <a:pt x="4295345" y="1463881"/>
                  </a:lnTo>
                  <a:lnTo>
                    <a:pt x="4284236" y="1521270"/>
                  </a:lnTo>
                  <a:lnTo>
                    <a:pt x="4270373" y="1578659"/>
                  </a:lnTo>
                  <a:lnTo>
                    <a:pt x="4262453" y="1607354"/>
                  </a:lnTo>
                  <a:lnTo>
                    <a:pt x="4244499" y="1664743"/>
                  </a:lnTo>
                  <a:lnTo>
                    <a:pt x="4234479" y="1693438"/>
                  </a:lnTo>
                  <a:lnTo>
                    <a:pt x="4212272" y="1750827"/>
                  </a:lnTo>
                  <a:lnTo>
                    <a:pt x="4200110" y="1779521"/>
                  </a:lnTo>
                  <a:lnTo>
                    <a:pt x="4182899" y="1817183"/>
                  </a:lnTo>
                  <a:lnTo>
                    <a:pt x="4159012" y="1865605"/>
                  </a:lnTo>
                  <a:lnTo>
                    <a:pt x="4143764" y="189429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8856616" y="2252318"/>
              <a:ext cx="1293393" cy="1333440"/>
            </a:xfrm>
            <a:custGeom>
              <a:avLst/>
              <a:gdLst/>
              <a:ahLst/>
              <a:cxnLst/>
              <a:rect l="l" t="t" r="r" b="b"/>
              <a:pathLst>
                <a:path w="1293393" h="1333440">
                  <a:moveTo>
                    <a:pt x="568069" y="14552"/>
                  </a:moveTo>
                  <a:lnTo>
                    <a:pt x="609656" y="6947"/>
                  </a:lnTo>
                  <a:lnTo>
                    <a:pt x="667034" y="933"/>
                  </a:lnTo>
                  <a:lnTo>
                    <a:pt x="724411" y="0"/>
                  </a:lnTo>
                  <a:lnTo>
                    <a:pt x="781788" y="4339"/>
                  </a:lnTo>
                  <a:lnTo>
                    <a:pt x="839166" y="14223"/>
                  </a:lnTo>
                  <a:lnTo>
                    <a:pt x="867854" y="21505"/>
                  </a:lnTo>
                  <a:lnTo>
                    <a:pt x="925232" y="40839"/>
                  </a:lnTo>
                  <a:lnTo>
                    <a:pt x="953920" y="53271"/>
                  </a:lnTo>
                  <a:lnTo>
                    <a:pt x="990378" y="71941"/>
                  </a:lnTo>
                  <a:lnTo>
                    <a:pt x="1036443" y="100636"/>
                  </a:lnTo>
                  <a:lnTo>
                    <a:pt x="1068675" y="124796"/>
                  </a:lnTo>
                  <a:lnTo>
                    <a:pt x="1097364" y="149695"/>
                  </a:lnTo>
                  <a:lnTo>
                    <a:pt x="1126052" y="178292"/>
                  </a:lnTo>
                  <a:lnTo>
                    <a:pt x="1154741" y="211393"/>
                  </a:lnTo>
                  <a:lnTo>
                    <a:pt x="1179108" y="244109"/>
                  </a:lnTo>
                  <a:lnTo>
                    <a:pt x="1197730" y="272803"/>
                  </a:lnTo>
                  <a:lnTo>
                    <a:pt x="1214346" y="301498"/>
                  </a:lnTo>
                  <a:lnTo>
                    <a:pt x="1240807" y="356833"/>
                  </a:lnTo>
                  <a:lnTo>
                    <a:pt x="1252721" y="387582"/>
                  </a:lnTo>
                  <a:lnTo>
                    <a:pt x="1269496" y="440720"/>
                  </a:lnTo>
                  <a:lnTo>
                    <a:pt x="1277482" y="473665"/>
                  </a:lnTo>
                  <a:lnTo>
                    <a:pt x="1287443" y="531054"/>
                  </a:lnTo>
                  <a:lnTo>
                    <a:pt x="1292700" y="588444"/>
                  </a:lnTo>
                  <a:lnTo>
                    <a:pt x="1293393" y="645833"/>
                  </a:lnTo>
                  <a:lnTo>
                    <a:pt x="1289621" y="703222"/>
                  </a:lnTo>
                  <a:lnTo>
                    <a:pt x="1281440" y="760611"/>
                  </a:lnTo>
                  <a:lnTo>
                    <a:pt x="1269496" y="815369"/>
                  </a:lnTo>
                  <a:lnTo>
                    <a:pt x="1260647" y="846695"/>
                  </a:lnTo>
                  <a:lnTo>
                    <a:pt x="1240812" y="904084"/>
                  </a:lnTo>
                  <a:lnTo>
                    <a:pt x="1228737" y="932778"/>
                  </a:lnTo>
                  <a:lnTo>
                    <a:pt x="1212118" y="968097"/>
                  </a:lnTo>
                  <a:lnTo>
                    <a:pt x="1184097" y="1018862"/>
                  </a:lnTo>
                  <a:lnTo>
                    <a:pt x="1165653" y="1047556"/>
                  </a:lnTo>
                  <a:lnTo>
                    <a:pt x="1145360" y="1076251"/>
                  </a:lnTo>
                  <a:lnTo>
                    <a:pt x="1122904" y="1104946"/>
                  </a:lnTo>
                  <a:lnTo>
                    <a:pt x="1097364" y="1134164"/>
                  </a:lnTo>
                  <a:lnTo>
                    <a:pt x="1068675" y="1163283"/>
                  </a:lnTo>
                  <a:lnTo>
                    <a:pt x="1037691" y="1191029"/>
                  </a:lnTo>
                  <a:lnTo>
                    <a:pt x="1000801" y="1219724"/>
                  </a:lnTo>
                  <a:lnTo>
                    <a:pt x="957651" y="1248418"/>
                  </a:lnTo>
                  <a:lnTo>
                    <a:pt x="925232" y="1266709"/>
                  </a:lnTo>
                  <a:lnTo>
                    <a:pt x="896543" y="1280811"/>
                  </a:lnTo>
                  <a:lnTo>
                    <a:pt x="839166" y="1303526"/>
                  </a:lnTo>
                  <a:lnTo>
                    <a:pt x="810477" y="1312331"/>
                  </a:lnTo>
                  <a:lnTo>
                    <a:pt x="753100" y="1325249"/>
                  </a:lnTo>
                  <a:lnTo>
                    <a:pt x="695722" y="1332224"/>
                  </a:lnTo>
                  <a:lnTo>
                    <a:pt x="638345" y="1333440"/>
                  </a:lnTo>
                  <a:lnTo>
                    <a:pt x="580968" y="1328999"/>
                  </a:lnTo>
                  <a:lnTo>
                    <a:pt x="523590" y="1318922"/>
                  </a:lnTo>
                  <a:lnTo>
                    <a:pt x="474988" y="1305808"/>
                  </a:lnTo>
                  <a:lnTo>
                    <a:pt x="437524" y="1292899"/>
                  </a:lnTo>
                  <a:lnTo>
                    <a:pt x="399942" y="1277113"/>
                  </a:lnTo>
                  <a:lnTo>
                    <a:pt x="351458" y="1252662"/>
                  </a:lnTo>
                  <a:lnTo>
                    <a:pt x="322770" y="1235640"/>
                  </a:lnTo>
                  <a:lnTo>
                    <a:pt x="294081" y="1216738"/>
                  </a:lnTo>
                  <a:lnTo>
                    <a:pt x="259624" y="1191029"/>
                  </a:lnTo>
                  <a:lnTo>
                    <a:pt x="225783" y="1162335"/>
                  </a:lnTo>
                  <a:lnTo>
                    <a:pt x="195806" y="1133640"/>
                  </a:lnTo>
                  <a:lnTo>
                    <a:pt x="169047" y="1104946"/>
                  </a:lnTo>
                  <a:lnTo>
                    <a:pt x="145026" y="1076251"/>
                  </a:lnTo>
                  <a:lnTo>
                    <a:pt x="121949" y="1045449"/>
                  </a:lnTo>
                  <a:lnTo>
                    <a:pt x="93260" y="1001259"/>
                  </a:lnTo>
                  <a:lnTo>
                    <a:pt x="71083" y="961473"/>
                  </a:lnTo>
                  <a:lnTo>
                    <a:pt x="57214" y="932778"/>
                  </a:lnTo>
                  <a:lnTo>
                    <a:pt x="35883" y="879883"/>
                  </a:lnTo>
                  <a:lnTo>
                    <a:pt x="25074" y="846695"/>
                  </a:lnTo>
                  <a:lnTo>
                    <a:pt x="10962" y="789305"/>
                  </a:lnTo>
                  <a:lnTo>
                    <a:pt x="6007" y="760611"/>
                  </a:lnTo>
                  <a:lnTo>
                    <a:pt x="278" y="703222"/>
                  </a:lnTo>
                  <a:lnTo>
                    <a:pt x="0" y="645833"/>
                  </a:lnTo>
                  <a:lnTo>
                    <a:pt x="5230" y="588444"/>
                  </a:lnTo>
                  <a:lnTo>
                    <a:pt x="9978" y="559749"/>
                  </a:lnTo>
                  <a:lnTo>
                    <a:pt x="23866" y="502360"/>
                  </a:lnTo>
                  <a:lnTo>
                    <a:pt x="35883" y="465967"/>
                  </a:lnTo>
                  <a:lnTo>
                    <a:pt x="56249" y="416276"/>
                  </a:lnTo>
                  <a:lnTo>
                    <a:pt x="70377" y="387582"/>
                  </a:lnTo>
                  <a:lnTo>
                    <a:pt x="93260" y="347566"/>
                  </a:lnTo>
                  <a:lnTo>
                    <a:pt x="121949" y="304540"/>
                  </a:lnTo>
                  <a:lnTo>
                    <a:pt x="146347" y="272803"/>
                  </a:lnTo>
                  <a:lnTo>
                    <a:pt x="171071" y="244109"/>
                  </a:lnTo>
                  <a:lnTo>
                    <a:pt x="198564" y="215414"/>
                  </a:lnTo>
                  <a:lnTo>
                    <a:pt x="229239" y="186720"/>
                  </a:lnTo>
                  <a:lnTo>
                    <a:pt x="263625" y="158025"/>
                  </a:lnTo>
                  <a:lnTo>
                    <a:pt x="294081" y="135411"/>
                  </a:lnTo>
                  <a:lnTo>
                    <a:pt x="322770" y="116128"/>
                  </a:lnTo>
                  <a:lnTo>
                    <a:pt x="351458" y="98523"/>
                  </a:lnTo>
                  <a:lnTo>
                    <a:pt x="401563" y="71941"/>
                  </a:lnTo>
                  <a:lnTo>
                    <a:pt x="437524" y="55642"/>
                  </a:lnTo>
                  <a:lnTo>
                    <a:pt x="468762" y="43247"/>
                  </a:lnTo>
                  <a:lnTo>
                    <a:pt x="523590" y="25461"/>
                  </a:lnTo>
                  <a:lnTo>
                    <a:pt x="568069" y="14552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8791775" y="5141491"/>
              <a:ext cx="3049683" cy="1716509"/>
            </a:xfrm>
            <a:custGeom>
              <a:avLst/>
              <a:gdLst/>
              <a:ahLst/>
              <a:cxnLst/>
              <a:rect l="l" t="t" r="r" b="b"/>
              <a:pathLst>
                <a:path w="3049683" h="1716509">
                  <a:moveTo>
                    <a:pt x="0" y="1716509"/>
                  </a:moveTo>
                  <a:lnTo>
                    <a:pt x="14658" y="1667201"/>
                  </a:lnTo>
                  <a:lnTo>
                    <a:pt x="27120" y="1630425"/>
                  </a:lnTo>
                  <a:lnTo>
                    <a:pt x="43347" y="1589511"/>
                  </a:lnTo>
                  <a:lnTo>
                    <a:pt x="62351" y="1544342"/>
                  </a:lnTo>
                  <a:lnTo>
                    <a:pt x="75482" y="1515647"/>
                  </a:lnTo>
                  <a:lnTo>
                    <a:pt x="100724" y="1463486"/>
                  </a:lnTo>
                  <a:lnTo>
                    <a:pt x="117611" y="1429563"/>
                  </a:lnTo>
                  <a:lnTo>
                    <a:pt x="132586" y="1400869"/>
                  </a:lnTo>
                  <a:lnTo>
                    <a:pt x="158101" y="1353508"/>
                  </a:lnTo>
                  <a:lnTo>
                    <a:pt x="179222" y="1314785"/>
                  </a:lnTo>
                  <a:lnTo>
                    <a:pt x="195364" y="1286091"/>
                  </a:lnTo>
                  <a:lnTo>
                    <a:pt x="215479" y="1251324"/>
                  </a:lnTo>
                  <a:lnTo>
                    <a:pt x="244167" y="1202314"/>
                  </a:lnTo>
                  <a:lnTo>
                    <a:pt x="262574" y="1171312"/>
                  </a:lnTo>
                  <a:lnTo>
                    <a:pt x="280035" y="1142618"/>
                  </a:lnTo>
                  <a:lnTo>
                    <a:pt x="301545" y="1108041"/>
                  </a:lnTo>
                  <a:lnTo>
                    <a:pt x="330233" y="1062529"/>
                  </a:lnTo>
                  <a:lnTo>
                    <a:pt x="352424" y="1027840"/>
                  </a:lnTo>
                  <a:lnTo>
                    <a:pt x="371187" y="999145"/>
                  </a:lnTo>
                  <a:lnTo>
                    <a:pt x="390358" y="970450"/>
                  </a:lnTo>
                  <a:lnTo>
                    <a:pt x="416299" y="932373"/>
                  </a:lnTo>
                  <a:lnTo>
                    <a:pt x="444988" y="891073"/>
                  </a:lnTo>
                  <a:lnTo>
                    <a:pt x="470102" y="855672"/>
                  </a:lnTo>
                  <a:lnTo>
                    <a:pt x="490926" y="826978"/>
                  </a:lnTo>
                  <a:lnTo>
                    <a:pt x="512230" y="798283"/>
                  </a:lnTo>
                  <a:lnTo>
                    <a:pt x="534024" y="769588"/>
                  </a:lnTo>
                  <a:lnTo>
                    <a:pt x="559743" y="736506"/>
                  </a:lnTo>
                  <a:lnTo>
                    <a:pt x="588431" y="700539"/>
                  </a:lnTo>
                  <a:lnTo>
                    <a:pt x="617120" y="665592"/>
                  </a:lnTo>
                  <a:lnTo>
                    <a:pt x="645809" y="631676"/>
                  </a:lnTo>
                  <a:lnTo>
                    <a:pt x="674497" y="598794"/>
                  </a:lnTo>
                  <a:lnTo>
                    <a:pt x="701549" y="568727"/>
                  </a:lnTo>
                  <a:lnTo>
                    <a:pt x="728165" y="540032"/>
                  </a:lnTo>
                  <a:lnTo>
                    <a:pt x="755634" y="511337"/>
                  </a:lnTo>
                  <a:lnTo>
                    <a:pt x="784028" y="482643"/>
                  </a:lnTo>
                  <a:lnTo>
                    <a:pt x="813429" y="453948"/>
                  </a:lnTo>
                  <a:lnTo>
                    <a:pt x="843939" y="425254"/>
                  </a:lnTo>
                  <a:lnTo>
                    <a:pt x="875318" y="396873"/>
                  </a:lnTo>
                  <a:lnTo>
                    <a:pt x="904007" y="371897"/>
                  </a:lnTo>
                  <a:lnTo>
                    <a:pt x="932695" y="347850"/>
                  </a:lnTo>
                  <a:lnTo>
                    <a:pt x="961384" y="324722"/>
                  </a:lnTo>
                  <a:lnTo>
                    <a:pt x="990073" y="302510"/>
                  </a:lnTo>
                  <a:lnTo>
                    <a:pt x="1018761" y="281212"/>
                  </a:lnTo>
                  <a:lnTo>
                    <a:pt x="1058592" y="253086"/>
                  </a:lnTo>
                  <a:lnTo>
                    <a:pt x="1101892" y="224392"/>
                  </a:lnTo>
                  <a:lnTo>
                    <a:pt x="1133516" y="204616"/>
                  </a:lnTo>
                  <a:lnTo>
                    <a:pt x="1162205" y="187593"/>
                  </a:lnTo>
                  <a:lnTo>
                    <a:pt x="1199048" y="167003"/>
                  </a:lnTo>
                  <a:lnTo>
                    <a:pt x="1248271" y="141441"/>
                  </a:lnTo>
                  <a:lnTo>
                    <a:pt x="1276959" y="127608"/>
                  </a:lnTo>
                  <a:lnTo>
                    <a:pt x="1317299" y="109614"/>
                  </a:lnTo>
                  <a:lnTo>
                    <a:pt x="1363025" y="90822"/>
                  </a:lnTo>
                  <a:lnTo>
                    <a:pt x="1391714" y="80108"/>
                  </a:lnTo>
                  <a:lnTo>
                    <a:pt x="1449091" y="60708"/>
                  </a:lnTo>
                  <a:lnTo>
                    <a:pt x="1477780" y="52152"/>
                  </a:lnTo>
                  <a:lnTo>
                    <a:pt x="1535157" y="36938"/>
                  </a:lnTo>
                  <a:lnTo>
                    <a:pt x="1592535" y="24547"/>
                  </a:lnTo>
                  <a:lnTo>
                    <a:pt x="1621223" y="19283"/>
                  </a:lnTo>
                  <a:lnTo>
                    <a:pt x="1678601" y="10702"/>
                  </a:lnTo>
                  <a:lnTo>
                    <a:pt x="1735978" y="4680"/>
                  </a:lnTo>
                  <a:lnTo>
                    <a:pt x="1793355" y="1131"/>
                  </a:lnTo>
                  <a:lnTo>
                    <a:pt x="1850732" y="0"/>
                  </a:lnTo>
                  <a:lnTo>
                    <a:pt x="1908110" y="1260"/>
                  </a:lnTo>
                  <a:lnTo>
                    <a:pt x="1965487" y="4908"/>
                  </a:lnTo>
                  <a:lnTo>
                    <a:pt x="2022864" y="10970"/>
                  </a:lnTo>
                  <a:lnTo>
                    <a:pt x="2080242" y="19497"/>
                  </a:lnTo>
                  <a:lnTo>
                    <a:pt x="2108930" y="24694"/>
                  </a:lnTo>
                  <a:lnTo>
                    <a:pt x="2166308" y="36921"/>
                  </a:lnTo>
                  <a:lnTo>
                    <a:pt x="2223685" y="51843"/>
                  </a:lnTo>
                  <a:lnTo>
                    <a:pt x="2252374" y="60279"/>
                  </a:lnTo>
                  <a:lnTo>
                    <a:pt x="2309751" y="79356"/>
                  </a:lnTo>
                  <a:lnTo>
                    <a:pt x="2338440" y="89983"/>
                  </a:lnTo>
                  <a:lnTo>
                    <a:pt x="2386400" y="109614"/>
                  </a:lnTo>
                  <a:lnTo>
                    <a:pt x="2424506" y="126712"/>
                  </a:lnTo>
                  <a:lnTo>
                    <a:pt x="2453194" y="140681"/>
                  </a:lnTo>
                  <a:lnTo>
                    <a:pt x="2502631" y="167003"/>
                  </a:lnTo>
                  <a:lnTo>
                    <a:pt x="2539260" y="188349"/>
                  </a:lnTo>
                  <a:lnTo>
                    <a:pt x="2567949" y="206371"/>
                  </a:lnTo>
                  <a:lnTo>
                    <a:pt x="2596638" y="225568"/>
                  </a:lnTo>
                  <a:lnTo>
                    <a:pt x="2634702" y="253086"/>
                  </a:lnTo>
                  <a:lnTo>
                    <a:pt x="2671208" y="281781"/>
                  </a:lnTo>
                  <a:lnTo>
                    <a:pt x="2704834" y="310476"/>
                  </a:lnTo>
                  <a:lnTo>
                    <a:pt x="2735890" y="339170"/>
                  </a:lnTo>
                  <a:lnTo>
                    <a:pt x="2764638" y="367865"/>
                  </a:lnTo>
                  <a:lnTo>
                    <a:pt x="2791302" y="396559"/>
                  </a:lnTo>
                  <a:lnTo>
                    <a:pt x="2816070" y="425254"/>
                  </a:lnTo>
                  <a:lnTo>
                    <a:pt x="2839103" y="453948"/>
                  </a:lnTo>
                  <a:lnTo>
                    <a:pt x="2860532" y="482643"/>
                  </a:lnTo>
                  <a:lnTo>
                    <a:pt x="2883524" y="516015"/>
                  </a:lnTo>
                  <a:lnTo>
                    <a:pt x="2912213" y="562110"/>
                  </a:lnTo>
                  <a:lnTo>
                    <a:pt x="2932000" y="597421"/>
                  </a:lnTo>
                  <a:lnTo>
                    <a:pt x="2946708" y="626116"/>
                  </a:lnTo>
                  <a:lnTo>
                    <a:pt x="2969590" y="676176"/>
                  </a:lnTo>
                  <a:lnTo>
                    <a:pt x="2984149" y="712199"/>
                  </a:lnTo>
                  <a:lnTo>
                    <a:pt x="2998279" y="752162"/>
                  </a:lnTo>
                  <a:lnTo>
                    <a:pt x="3012450" y="798283"/>
                  </a:lnTo>
                  <a:lnTo>
                    <a:pt x="3026653" y="855672"/>
                  </a:lnTo>
                  <a:lnTo>
                    <a:pt x="3032440" y="884367"/>
                  </a:lnTo>
                  <a:lnTo>
                    <a:pt x="3041456" y="941756"/>
                  </a:lnTo>
                  <a:lnTo>
                    <a:pt x="3047169" y="999145"/>
                  </a:lnTo>
                  <a:lnTo>
                    <a:pt x="3049683" y="1056534"/>
                  </a:lnTo>
                  <a:lnTo>
                    <a:pt x="3049071" y="1113923"/>
                  </a:lnTo>
                  <a:lnTo>
                    <a:pt x="3045383" y="1171312"/>
                  </a:lnTo>
                  <a:lnTo>
                    <a:pt x="3038637" y="1228701"/>
                  </a:lnTo>
                  <a:lnTo>
                    <a:pt x="3028825" y="1286091"/>
                  </a:lnTo>
                  <a:lnTo>
                    <a:pt x="3022779" y="1314785"/>
                  </a:lnTo>
                  <a:lnTo>
                    <a:pt x="3008366" y="1372174"/>
                  </a:lnTo>
                  <a:lnTo>
                    <a:pt x="2998279" y="1406177"/>
                  </a:lnTo>
                  <a:lnTo>
                    <a:pt x="2980823" y="1458258"/>
                  </a:lnTo>
                  <a:lnTo>
                    <a:pt x="2969590" y="1488011"/>
                  </a:lnTo>
                  <a:lnTo>
                    <a:pt x="2945919" y="1544342"/>
                  </a:lnTo>
                  <a:lnTo>
                    <a:pt x="2932580" y="1573036"/>
                  </a:lnTo>
                  <a:lnTo>
                    <a:pt x="2912213" y="1613448"/>
                  </a:lnTo>
                  <a:lnTo>
                    <a:pt x="2887158" y="1659120"/>
                  </a:lnTo>
                  <a:lnTo>
                    <a:pt x="2870125" y="1687814"/>
                  </a:lnTo>
                  <a:lnTo>
                    <a:pt x="2852104" y="171650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9284155" y="2661455"/>
              <a:ext cx="489707" cy="501485"/>
            </a:xfrm>
            <a:custGeom>
              <a:avLst/>
              <a:gdLst/>
              <a:ahLst/>
              <a:cxnLst/>
              <a:rect l="l" t="t" r="r" b="b"/>
              <a:pathLst>
                <a:path w="489707" h="501485">
                  <a:moveTo>
                    <a:pt x="197011" y="7139"/>
                  </a:moveTo>
                  <a:lnTo>
                    <a:pt x="239495" y="0"/>
                  </a:lnTo>
                  <a:lnTo>
                    <a:pt x="296872" y="2387"/>
                  </a:lnTo>
                  <a:lnTo>
                    <a:pt x="325561" y="8901"/>
                  </a:lnTo>
                  <a:lnTo>
                    <a:pt x="382938" y="35163"/>
                  </a:lnTo>
                  <a:lnTo>
                    <a:pt x="411627" y="57302"/>
                  </a:lnTo>
                  <a:lnTo>
                    <a:pt x="440315" y="88093"/>
                  </a:lnTo>
                  <a:lnTo>
                    <a:pt x="461966" y="121917"/>
                  </a:lnTo>
                  <a:lnTo>
                    <a:pt x="474893" y="150612"/>
                  </a:lnTo>
                  <a:lnTo>
                    <a:pt x="488840" y="208001"/>
                  </a:lnTo>
                  <a:lnTo>
                    <a:pt x="489707" y="265390"/>
                  </a:lnTo>
                  <a:lnTo>
                    <a:pt x="477940" y="322779"/>
                  </a:lnTo>
                  <a:lnTo>
                    <a:pt x="467209" y="351474"/>
                  </a:lnTo>
                  <a:lnTo>
                    <a:pt x="440315" y="397724"/>
                  </a:lnTo>
                  <a:lnTo>
                    <a:pt x="411627" y="431530"/>
                  </a:lnTo>
                  <a:lnTo>
                    <a:pt x="382938" y="455878"/>
                  </a:lnTo>
                  <a:lnTo>
                    <a:pt x="354249" y="474090"/>
                  </a:lnTo>
                  <a:lnTo>
                    <a:pt x="302089" y="494947"/>
                  </a:lnTo>
                  <a:lnTo>
                    <a:pt x="268183" y="501485"/>
                  </a:lnTo>
                  <a:lnTo>
                    <a:pt x="210806" y="501220"/>
                  </a:lnTo>
                  <a:lnTo>
                    <a:pt x="178823" y="494947"/>
                  </a:lnTo>
                  <a:lnTo>
                    <a:pt x="124740" y="472712"/>
                  </a:lnTo>
                  <a:lnTo>
                    <a:pt x="96051" y="453668"/>
                  </a:lnTo>
                  <a:lnTo>
                    <a:pt x="67363" y="427858"/>
                  </a:lnTo>
                  <a:lnTo>
                    <a:pt x="38674" y="391076"/>
                  </a:lnTo>
                  <a:lnTo>
                    <a:pt x="18119" y="351474"/>
                  </a:lnTo>
                  <a:lnTo>
                    <a:pt x="8217" y="322779"/>
                  </a:lnTo>
                  <a:lnTo>
                    <a:pt x="0" y="265390"/>
                  </a:lnTo>
                  <a:lnTo>
                    <a:pt x="4831" y="208001"/>
                  </a:lnTo>
                  <a:lnTo>
                    <a:pt x="12336" y="179307"/>
                  </a:lnTo>
                  <a:lnTo>
                    <a:pt x="38674" y="122962"/>
                  </a:lnTo>
                  <a:lnTo>
                    <a:pt x="60525" y="93223"/>
                  </a:lnTo>
                  <a:lnTo>
                    <a:pt x="88569" y="64528"/>
                  </a:lnTo>
                  <a:lnTo>
                    <a:pt x="124740" y="37502"/>
                  </a:lnTo>
                  <a:lnTo>
                    <a:pt x="153429" y="22507"/>
                  </a:lnTo>
                  <a:lnTo>
                    <a:pt x="197011" y="7139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9331157" y="5321743"/>
              <a:ext cx="2349905" cy="1536257"/>
            </a:xfrm>
            <a:custGeom>
              <a:avLst/>
              <a:gdLst/>
              <a:ahLst/>
              <a:cxnLst/>
              <a:rect l="l" t="t" r="r" b="b"/>
              <a:pathLst>
                <a:path w="2349905" h="1536257">
                  <a:moveTo>
                    <a:pt x="30348" y="1536257"/>
                  </a:moveTo>
                  <a:lnTo>
                    <a:pt x="20361" y="1501704"/>
                  </a:lnTo>
                  <a:lnTo>
                    <a:pt x="9138" y="1450173"/>
                  </a:lnTo>
                  <a:lnTo>
                    <a:pt x="2102" y="1392784"/>
                  </a:lnTo>
                  <a:lnTo>
                    <a:pt x="0" y="1335395"/>
                  </a:lnTo>
                  <a:lnTo>
                    <a:pt x="2282" y="1278006"/>
                  </a:lnTo>
                  <a:lnTo>
                    <a:pt x="8548" y="1220617"/>
                  </a:lnTo>
                  <a:lnTo>
                    <a:pt x="18516" y="1163228"/>
                  </a:lnTo>
                  <a:lnTo>
                    <a:pt x="24709" y="1134533"/>
                  </a:lnTo>
                  <a:lnTo>
                    <a:pt x="39509" y="1077144"/>
                  </a:lnTo>
                  <a:lnTo>
                    <a:pt x="49049" y="1045742"/>
                  </a:lnTo>
                  <a:lnTo>
                    <a:pt x="67434" y="991060"/>
                  </a:lnTo>
                  <a:lnTo>
                    <a:pt x="78267" y="962366"/>
                  </a:lnTo>
                  <a:lnTo>
                    <a:pt x="101866" y="904977"/>
                  </a:lnTo>
                  <a:lnTo>
                    <a:pt x="114716" y="876282"/>
                  </a:lnTo>
                  <a:lnTo>
                    <a:pt x="135115" y="834029"/>
                  </a:lnTo>
                  <a:lnTo>
                    <a:pt x="157579" y="790198"/>
                  </a:lnTo>
                  <a:lnTo>
                    <a:pt x="173285" y="761504"/>
                  </a:lnTo>
                  <a:lnTo>
                    <a:pt x="192493" y="728317"/>
                  </a:lnTo>
                  <a:lnTo>
                    <a:pt x="221181" y="681498"/>
                  </a:lnTo>
                  <a:lnTo>
                    <a:pt x="243751" y="646726"/>
                  </a:lnTo>
                  <a:lnTo>
                    <a:pt x="263361" y="618031"/>
                  </a:lnTo>
                  <a:lnTo>
                    <a:pt x="283879" y="589336"/>
                  </a:lnTo>
                  <a:lnTo>
                    <a:pt x="307247" y="558142"/>
                  </a:lnTo>
                  <a:lnTo>
                    <a:pt x="335936" y="521751"/>
                  </a:lnTo>
                  <a:lnTo>
                    <a:pt x="364625" y="487274"/>
                  </a:lnTo>
                  <a:lnTo>
                    <a:pt x="393313" y="454588"/>
                  </a:lnTo>
                  <a:lnTo>
                    <a:pt x="422002" y="423578"/>
                  </a:lnTo>
                  <a:lnTo>
                    <a:pt x="450691" y="394141"/>
                  </a:lnTo>
                  <a:lnTo>
                    <a:pt x="479379" y="366182"/>
                  </a:lnTo>
                  <a:lnTo>
                    <a:pt x="508068" y="339616"/>
                  </a:lnTo>
                  <a:lnTo>
                    <a:pt x="536757" y="314368"/>
                  </a:lnTo>
                  <a:lnTo>
                    <a:pt x="565445" y="290374"/>
                  </a:lnTo>
                  <a:lnTo>
                    <a:pt x="594134" y="267578"/>
                  </a:lnTo>
                  <a:lnTo>
                    <a:pt x="624104" y="245002"/>
                  </a:lnTo>
                  <a:lnTo>
                    <a:pt x="664810" y="216307"/>
                  </a:lnTo>
                  <a:lnTo>
                    <a:pt x="708814" y="187613"/>
                  </a:lnTo>
                  <a:lnTo>
                    <a:pt x="737577" y="170161"/>
                  </a:lnTo>
                  <a:lnTo>
                    <a:pt x="766266" y="153727"/>
                  </a:lnTo>
                  <a:lnTo>
                    <a:pt x="810641" y="130224"/>
                  </a:lnTo>
                  <a:lnTo>
                    <a:pt x="852332" y="110012"/>
                  </a:lnTo>
                  <a:lnTo>
                    <a:pt x="881021" y="97227"/>
                  </a:lnTo>
                  <a:lnTo>
                    <a:pt x="938398" y="74214"/>
                  </a:lnTo>
                  <a:lnTo>
                    <a:pt x="967087" y="63933"/>
                  </a:lnTo>
                  <a:lnTo>
                    <a:pt x="1024464" y="45817"/>
                  </a:lnTo>
                  <a:lnTo>
                    <a:pt x="1053153" y="37917"/>
                  </a:lnTo>
                  <a:lnTo>
                    <a:pt x="1110530" y="24428"/>
                  </a:lnTo>
                  <a:lnTo>
                    <a:pt x="1159068" y="15445"/>
                  </a:lnTo>
                  <a:lnTo>
                    <a:pt x="1196596" y="9787"/>
                  </a:lnTo>
                  <a:lnTo>
                    <a:pt x="1253973" y="3655"/>
                  </a:lnTo>
                  <a:lnTo>
                    <a:pt x="1311350" y="400"/>
                  </a:lnTo>
                  <a:lnTo>
                    <a:pt x="1368728" y="0"/>
                  </a:lnTo>
                  <a:lnTo>
                    <a:pt x="1426105" y="2466"/>
                  </a:lnTo>
                  <a:lnTo>
                    <a:pt x="1483482" y="7835"/>
                  </a:lnTo>
                  <a:lnTo>
                    <a:pt x="1536260" y="15445"/>
                  </a:lnTo>
                  <a:lnTo>
                    <a:pt x="1569548" y="21472"/>
                  </a:lnTo>
                  <a:lnTo>
                    <a:pt x="1626926" y="34438"/>
                  </a:lnTo>
                  <a:lnTo>
                    <a:pt x="1662348" y="44140"/>
                  </a:lnTo>
                  <a:lnTo>
                    <a:pt x="1712992" y="60112"/>
                  </a:lnTo>
                  <a:lnTo>
                    <a:pt x="1747848" y="72834"/>
                  </a:lnTo>
                  <a:lnTo>
                    <a:pt x="1799058" y="93960"/>
                  </a:lnTo>
                  <a:lnTo>
                    <a:pt x="1827746" y="107250"/>
                  </a:lnTo>
                  <a:lnTo>
                    <a:pt x="1872431" y="130224"/>
                  </a:lnTo>
                  <a:lnTo>
                    <a:pt x="1913812" y="153955"/>
                  </a:lnTo>
                  <a:lnTo>
                    <a:pt x="1942501" y="172084"/>
                  </a:lnTo>
                  <a:lnTo>
                    <a:pt x="1971190" y="191613"/>
                  </a:lnTo>
                  <a:lnTo>
                    <a:pt x="2004499" y="216307"/>
                  </a:lnTo>
                  <a:lnTo>
                    <a:pt x="2039710" y="245002"/>
                  </a:lnTo>
                  <a:lnTo>
                    <a:pt x="2071744" y="273696"/>
                  </a:lnTo>
                  <a:lnTo>
                    <a:pt x="2100987" y="302391"/>
                  </a:lnTo>
                  <a:lnTo>
                    <a:pt x="2127761" y="331085"/>
                  </a:lnTo>
                  <a:lnTo>
                    <a:pt x="2152331" y="359780"/>
                  </a:lnTo>
                  <a:lnTo>
                    <a:pt x="2174917" y="388475"/>
                  </a:lnTo>
                  <a:lnTo>
                    <a:pt x="2200699" y="424650"/>
                  </a:lnTo>
                  <a:lnTo>
                    <a:pt x="2229388" y="469960"/>
                  </a:lnTo>
                  <a:lnTo>
                    <a:pt x="2248081" y="503253"/>
                  </a:lnTo>
                  <a:lnTo>
                    <a:pt x="2262694" y="531947"/>
                  </a:lnTo>
                  <a:lnTo>
                    <a:pt x="2286765" y="586276"/>
                  </a:lnTo>
                  <a:lnTo>
                    <a:pt x="2298849" y="618031"/>
                  </a:lnTo>
                  <a:lnTo>
                    <a:pt x="2315454" y="669624"/>
                  </a:lnTo>
                  <a:lnTo>
                    <a:pt x="2324692" y="704115"/>
                  </a:lnTo>
                  <a:lnTo>
                    <a:pt x="2336700" y="761504"/>
                  </a:lnTo>
                  <a:lnTo>
                    <a:pt x="2344142" y="813579"/>
                  </a:lnTo>
                  <a:lnTo>
                    <a:pt x="2347418" y="847588"/>
                  </a:lnTo>
                  <a:lnTo>
                    <a:pt x="2349905" y="904977"/>
                  </a:lnTo>
                  <a:lnTo>
                    <a:pt x="2348788" y="962366"/>
                  </a:lnTo>
                  <a:lnTo>
                    <a:pt x="2344142" y="1019543"/>
                  </a:lnTo>
                  <a:lnTo>
                    <a:pt x="2340456" y="1048449"/>
                  </a:lnTo>
                  <a:lnTo>
                    <a:pt x="2330474" y="1105839"/>
                  </a:lnTo>
                  <a:lnTo>
                    <a:pt x="2316939" y="1163228"/>
                  </a:lnTo>
                  <a:lnTo>
                    <a:pt x="2308800" y="1191922"/>
                  </a:lnTo>
                  <a:lnTo>
                    <a:pt x="2289768" y="1249311"/>
                  </a:lnTo>
                  <a:lnTo>
                    <a:pt x="2278820" y="1278006"/>
                  </a:lnTo>
                  <a:lnTo>
                    <a:pt x="2258076" y="1326416"/>
                  </a:lnTo>
                  <a:lnTo>
                    <a:pt x="2240058" y="1364090"/>
                  </a:lnTo>
                  <a:lnTo>
                    <a:pt x="2225077" y="1392784"/>
                  </a:lnTo>
                  <a:lnTo>
                    <a:pt x="2200699" y="1435421"/>
                  </a:lnTo>
                  <a:lnTo>
                    <a:pt x="2173396" y="1478868"/>
                  </a:lnTo>
                  <a:lnTo>
                    <a:pt x="2153737" y="1507562"/>
                  </a:lnTo>
                  <a:lnTo>
                    <a:pt x="2132807" y="153625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9633753" y="5494903"/>
              <a:ext cx="1884334" cy="1363097"/>
            </a:xfrm>
            <a:custGeom>
              <a:avLst/>
              <a:gdLst/>
              <a:ahLst/>
              <a:cxnLst/>
              <a:rect l="l" t="t" r="r" b="b"/>
              <a:pathLst>
                <a:path w="1884334" h="1363097">
                  <a:moveTo>
                    <a:pt x="92728" y="1363097"/>
                  </a:moveTo>
                  <a:lnTo>
                    <a:pt x="75705" y="1334402"/>
                  </a:lnTo>
                  <a:lnTo>
                    <a:pt x="60818" y="1305708"/>
                  </a:lnTo>
                  <a:lnTo>
                    <a:pt x="36648" y="1248319"/>
                  </a:lnTo>
                  <a:lnTo>
                    <a:pt x="27120" y="1219624"/>
                  </a:lnTo>
                  <a:lnTo>
                    <a:pt x="12690" y="1162235"/>
                  </a:lnTo>
                  <a:lnTo>
                    <a:pt x="4651" y="1110726"/>
                  </a:lnTo>
                  <a:lnTo>
                    <a:pt x="1389" y="1076151"/>
                  </a:lnTo>
                  <a:lnTo>
                    <a:pt x="0" y="1018762"/>
                  </a:lnTo>
                  <a:lnTo>
                    <a:pt x="3134" y="961373"/>
                  </a:lnTo>
                  <a:lnTo>
                    <a:pt x="6295" y="932679"/>
                  </a:lnTo>
                  <a:lnTo>
                    <a:pt x="15659" y="875289"/>
                  </a:lnTo>
                  <a:lnTo>
                    <a:pt x="29049" y="817900"/>
                  </a:lnTo>
                  <a:lnTo>
                    <a:pt x="37199" y="789206"/>
                  </a:lnTo>
                  <a:lnTo>
                    <a:pt x="56385" y="731817"/>
                  </a:lnTo>
                  <a:lnTo>
                    <a:pt x="67437" y="703122"/>
                  </a:lnTo>
                  <a:lnTo>
                    <a:pt x="90717" y="649661"/>
                  </a:lnTo>
                  <a:lnTo>
                    <a:pt x="106506" y="617038"/>
                  </a:lnTo>
                  <a:lnTo>
                    <a:pt x="121587" y="588344"/>
                  </a:lnTo>
                  <a:lnTo>
                    <a:pt x="148095" y="542332"/>
                  </a:lnTo>
                  <a:lnTo>
                    <a:pt x="173326" y="502260"/>
                  </a:lnTo>
                  <a:lnTo>
                    <a:pt x="192912" y="473566"/>
                  </a:lnTo>
                  <a:lnTo>
                    <a:pt x="213774" y="444871"/>
                  </a:lnTo>
                  <a:lnTo>
                    <a:pt x="235982" y="416176"/>
                  </a:lnTo>
                  <a:lnTo>
                    <a:pt x="262849" y="383777"/>
                  </a:lnTo>
                  <a:lnTo>
                    <a:pt x="291538" y="351580"/>
                  </a:lnTo>
                  <a:lnTo>
                    <a:pt x="320227" y="321586"/>
                  </a:lnTo>
                  <a:lnTo>
                    <a:pt x="348915" y="293588"/>
                  </a:lnTo>
                  <a:lnTo>
                    <a:pt x="377604" y="267412"/>
                  </a:lnTo>
                  <a:lnTo>
                    <a:pt x="406293" y="242908"/>
                  </a:lnTo>
                  <a:lnTo>
                    <a:pt x="441138" y="215315"/>
                  </a:lnTo>
                  <a:lnTo>
                    <a:pt x="480604" y="186620"/>
                  </a:lnTo>
                  <a:lnTo>
                    <a:pt x="521047" y="159767"/>
                  </a:lnTo>
                  <a:lnTo>
                    <a:pt x="549736" y="142292"/>
                  </a:lnTo>
                  <a:lnTo>
                    <a:pt x="578425" y="125941"/>
                  </a:lnTo>
                  <a:lnTo>
                    <a:pt x="627808" y="100536"/>
                  </a:lnTo>
                  <a:lnTo>
                    <a:pt x="664491" y="83658"/>
                  </a:lnTo>
                  <a:lnTo>
                    <a:pt x="693179" y="71623"/>
                  </a:lnTo>
                  <a:lnTo>
                    <a:pt x="750557" y="50599"/>
                  </a:lnTo>
                  <a:lnTo>
                    <a:pt x="779245" y="41495"/>
                  </a:lnTo>
                  <a:lnTo>
                    <a:pt x="836623" y="26104"/>
                  </a:lnTo>
                  <a:lnTo>
                    <a:pt x="893023" y="14453"/>
                  </a:lnTo>
                  <a:lnTo>
                    <a:pt x="922688" y="9690"/>
                  </a:lnTo>
                  <a:lnTo>
                    <a:pt x="980066" y="3124"/>
                  </a:lnTo>
                  <a:lnTo>
                    <a:pt x="1037443" y="0"/>
                  </a:lnTo>
                  <a:lnTo>
                    <a:pt x="1094820" y="331"/>
                  </a:lnTo>
                  <a:lnTo>
                    <a:pt x="1152198" y="4162"/>
                  </a:lnTo>
                  <a:lnTo>
                    <a:pt x="1209575" y="11575"/>
                  </a:lnTo>
                  <a:lnTo>
                    <a:pt x="1238264" y="16679"/>
                  </a:lnTo>
                  <a:lnTo>
                    <a:pt x="1295641" y="29819"/>
                  </a:lnTo>
                  <a:lnTo>
                    <a:pt x="1341025" y="43147"/>
                  </a:lnTo>
                  <a:lnTo>
                    <a:pt x="1381707" y="57273"/>
                  </a:lnTo>
                  <a:lnTo>
                    <a:pt x="1417765" y="71842"/>
                  </a:lnTo>
                  <a:lnTo>
                    <a:pt x="1467773" y="95237"/>
                  </a:lnTo>
                  <a:lnTo>
                    <a:pt x="1496462" y="110601"/>
                  </a:lnTo>
                  <a:lnTo>
                    <a:pt x="1528069" y="129231"/>
                  </a:lnTo>
                  <a:lnTo>
                    <a:pt x="1571033" y="157925"/>
                  </a:lnTo>
                  <a:lnTo>
                    <a:pt x="1608870" y="186620"/>
                  </a:lnTo>
                  <a:lnTo>
                    <a:pt x="1639905" y="213115"/>
                  </a:lnTo>
                  <a:lnTo>
                    <a:pt x="1668594" y="240352"/>
                  </a:lnTo>
                  <a:lnTo>
                    <a:pt x="1697282" y="270629"/>
                  </a:lnTo>
                  <a:lnTo>
                    <a:pt x="1723375" y="301398"/>
                  </a:lnTo>
                  <a:lnTo>
                    <a:pt x="1745222" y="330093"/>
                  </a:lnTo>
                  <a:lnTo>
                    <a:pt x="1765007" y="358787"/>
                  </a:lnTo>
                  <a:lnTo>
                    <a:pt x="1783348" y="388194"/>
                  </a:lnTo>
                  <a:lnTo>
                    <a:pt x="1812037" y="442002"/>
                  </a:lnTo>
                  <a:lnTo>
                    <a:pt x="1826279" y="473566"/>
                  </a:lnTo>
                  <a:lnTo>
                    <a:pt x="1840726" y="510588"/>
                  </a:lnTo>
                  <a:lnTo>
                    <a:pt x="1856509" y="559649"/>
                  </a:lnTo>
                  <a:lnTo>
                    <a:pt x="1869414" y="613017"/>
                  </a:lnTo>
                  <a:lnTo>
                    <a:pt x="1875319" y="645733"/>
                  </a:lnTo>
                  <a:lnTo>
                    <a:pt x="1882021" y="703122"/>
                  </a:lnTo>
                  <a:lnTo>
                    <a:pt x="1884334" y="760511"/>
                  </a:lnTo>
                  <a:lnTo>
                    <a:pt x="1882367" y="817900"/>
                  </a:lnTo>
                  <a:lnTo>
                    <a:pt x="1876190" y="875289"/>
                  </a:lnTo>
                  <a:lnTo>
                    <a:pt x="1869414" y="914662"/>
                  </a:lnTo>
                  <a:lnTo>
                    <a:pt x="1858965" y="961373"/>
                  </a:lnTo>
                  <a:lnTo>
                    <a:pt x="1842133" y="1018762"/>
                  </a:lnTo>
                  <a:lnTo>
                    <a:pt x="1831993" y="1047457"/>
                  </a:lnTo>
                  <a:lnTo>
                    <a:pt x="1812037" y="1096395"/>
                  </a:lnTo>
                  <a:lnTo>
                    <a:pt x="1794653" y="1133541"/>
                  </a:lnTo>
                  <a:lnTo>
                    <a:pt x="1779772" y="1162235"/>
                  </a:lnTo>
                  <a:lnTo>
                    <a:pt x="1754660" y="1205555"/>
                  </a:lnTo>
                  <a:lnTo>
                    <a:pt x="1726912" y="1248319"/>
                  </a:lnTo>
                  <a:lnTo>
                    <a:pt x="1706264" y="1277013"/>
                  </a:lnTo>
                  <a:lnTo>
                    <a:pt x="1684017" y="1305708"/>
                  </a:lnTo>
                  <a:lnTo>
                    <a:pt x="1660032" y="1334402"/>
                  </a:lnTo>
                  <a:lnTo>
                    <a:pt x="1634142" y="136309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9887469" y="5674993"/>
              <a:ext cx="1454709" cy="1183007"/>
            </a:xfrm>
            <a:custGeom>
              <a:avLst/>
              <a:gdLst/>
              <a:ahLst/>
              <a:cxnLst/>
              <a:rect l="l" t="t" r="r" b="b"/>
              <a:pathLst>
                <a:path w="1454709" h="1183007">
                  <a:moveTo>
                    <a:pt x="183111" y="1183007"/>
                  </a:moveTo>
                  <a:lnTo>
                    <a:pt x="152577" y="1154570"/>
                  </a:lnTo>
                  <a:lnTo>
                    <a:pt x="125808" y="1125618"/>
                  </a:lnTo>
                  <a:lnTo>
                    <a:pt x="102873" y="1096923"/>
                  </a:lnTo>
                  <a:lnTo>
                    <a:pt x="82972" y="1068229"/>
                  </a:lnTo>
                  <a:lnTo>
                    <a:pt x="65716" y="1039534"/>
                  </a:lnTo>
                  <a:lnTo>
                    <a:pt x="38305" y="982145"/>
                  </a:lnTo>
                  <a:lnTo>
                    <a:pt x="27724" y="953451"/>
                  </a:lnTo>
                  <a:lnTo>
                    <a:pt x="11948" y="896061"/>
                  </a:lnTo>
                  <a:lnTo>
                    <a:pt x="6573" y="867367"/>
                  </a:lnTo>
                  <a:lnTo>
                    <a:pt x="430" y="809978"/>
                  </a:lnTo>
                  <a:lnTo>
                    <a:pt x="0" y="752589"/>
                  </a:lnTo>
                  <a:lnTo>
                    <a:pt x="4949" y="695199"/>
                  </a:lnTo>
                  <a:lnTo>
                    <a:pt x="9373" y="666505"/>
                  </a:lnTo>
                  <a:lnTo>
                    <a:pt x="22099" y="609116"/>
                  </a:lnTo>
                  <a:lnTo>
                    <a:pt x="37822" y="557989"/>
                  </a:lnTo>
                  <a:lnTo>
                    <a:pt x="50809" y="523032"/>
                  </a:lnTo>
                  <a:lnTo>
                    <a:pt x="66511" y="486872"/>
                  </a:lnTo>
                  <a:lnTo>
                    <a:pt x="91604" y="436948"/>
                  </a:lnTo>
                  <a:lnTo>
                    <a:pt x="108140" y="408254"/>
                  </a:lnTo>
                  <a:lnTo>
                    <a:pt x="126190" y="379559"/>
                  </a:lnTo>
                  <a:lnTo>
                    <a:pt x="152577" y="341938"/>
                  </a:lnTo>
                  <a:lnTo>
                    <a:pt x="181265" y="305270"/>
                  </a:lnTo>
                  <a:lnTo>
                    <a:pt x="209954" y="272256"/>
                  </a:lnTo>
                  <a:lnTo>
                    <a:pt x="238643" y="242364"/>
                  </a:lnTo>
                  <a:lnTo>
                    <a:pt x="267331" y="215164"/>
                  </a:lnTo>
                  <a:lnTo>
                    <a:pt x="296020" y="190311"/>
                  </a:lnTo>
                  <a:lnTo>
                    <a:pt x="324709" y="167523"/>
                  </a:lnTo>
                  <a:lnTo>
                    <a:pt x="353397" y="146577"/>
                  </a:lnTo>
                  <a:lnTo>
                    <a:pt x="391938" y="121308"/>
                  </a:lnTo>
                  <a:lnTo>
                    <a:pt x="439463" y="93910"/>
                  </a:lnTo>
                  <a:lnTo>
                    <a:pt x="468152" y="79425"/>
                  </a:lnTo>
                  <a:lnTo>
                    <a:pt x="502119" y="63919"/>
                  </a:lnTo>
                  <a:lnTo>
                    <a:pt x="554218" y="43659"/>
                  </a:lnTo>
                  <a:lnTo>
                    <a:pt x="582907" y="34166"/>
                  </a:lnTo>
                  <a:lnTo>
                    <a:pt x="640284" y="18871"/>
                  </a:lnTo>
                  <a:lnTo>
                    <a:pt x="697661" y="7968"/>
                  </a:lnTo>
                  <a:lnTo>
                    <a:pt x="726350" y="4211"/>
                  </a:lnTo>
                  <a:lnTo>
                    <a:pt x="783727" y="0"/>
                  </a:lnTo>
                  <a:lnTo>
                    <a:pt x="841104" y="154"/>
                  </a:lnTo>
                  <a:lnTo>
                    <a:pt x="898482" y="4763"/>
                  </a:lnTo>
                  <a:lnTo>
                    <a:pt x="927170" y="8831"/>
                  </a:lnTo>
                  <a:lnTo>
                    <a:pt x="984548" y="20666"/>
                  </a:lnTo>
                  <a:lnTo>
                    <a:pt x="1034716" y="35225"/>
                  </a:lnTo>
                  <a:lnTo>
                    <a:pt x="1070614" y="48259"/>
                  </a:lnTo>
                  <a:lnTo>
                    <a:pt x="1106927" y="63919"/>
                  </a:lnTo>
                  <a:lnTo>
                    <a:pt x="1156680" y="89747"/>
                  </a:lnTo>
                  <a:lnTo>
                    <a:pt x="1185368" y="107432"/>
                  </a:lnTo>
                  <a:lnTo>
                    <a:pt x="1214057" y="127219"/>
                  </a:lnTo>
                  <a:lnTo>
                    <a:pt x="1243345" y="150003"/>
                  </a:lnTo>
                  <a:lnTo>
                    <a:pt x="1275412" y="178697"/>
                  </a:lnTo>
                  <a:lnTo>
                    <a:pt x="1303400" y="207392"/>
                  </a:lnTo>
                  <a:lnTo>
                    <a:pt x="1328812" y="237170"/>
                  </a:lnTo>
                  <a:lnTo>
                    <a:pt x="1357500" y="276685"/>
                  </a:lnTo>
                  <a:lnTo>
                    <a:pt x="1385065" y="322170"/>
                  </a:lnTo>
                  <a:lnTo>
                    <a:pt x="1399484" y="350865"/>
                  </a:lnTo>
                  <a:lnTo>
                    <a:pt x="1414878" y="386628"/>
                  </a:lnTo>
                  <a:lnTo>
                    <a:pt x="1431966" y="436948"/>
                  </a:lnTo>
                  <a:lnTo>
                    <a:pt x="1443566" y="484815"/>
                  </a:lnTo>
                  <a:lnTo>
                    <a:pt x="1449965" y="523032"/>
                  </a:lnTo>
                  <a:lnTo>
                    <a:pt x="1454709" y="580421"/>
                  </a:lnTo>
                  <a:lnTo>
                    <a:pt x="1454032" y="637810"/>
                  </a:lnTo>
                  <a:lnTo>
                    <a:pt x="1448062" y="695199"/>
                  </a:lnTo>
                  <a:lnTo>
                    <a:pt x="1443107" y="723894"/>
                  </a:lnTo>
                  <a:lnTo>
                    <a:pt x="1428976" y="781283"/>
                  </a:lnTo>
                  <a:lnTo>
                    <a:pt x="1414878" y="823959"/>
                  </a:lnTo>
                  <a:lnTo>
                    <a:pt x="1397385" y="867367"/>
                  </a:lnTo>
                  <a:lnTo>
                    <a:pt x="1383935" y="896061"/>
                  </a:lnTo>
                  <a:lnTo>
                    <a:pt x="1357500" y="944199"/>
                  </a:lnTo>
                  <a:lnTo>
                    <a:pt x="1333349" y="982145"/>
                  </a:lnTo>
                  <a:lnTo>
                    <a:pt x="1312728" y="1010840"/>
                  </a:lnTo>
                  <a:lnTo>
                    <a:pt x="1290064" y="1039534"/>
                  </a:lnTo>
                  <a:lnTo>
                    <a:pt x="1265101" y="1068229"/>
                  </a:lnTo>
                  <a:lnTo>
                    <a:pt x="1237525" y="1096923"/>
                  </a:lnTo>
                  <a:lnTo>
                    <a:pt x="1206955" y="1125618"/>
                  </a:lnTo>
                  <a:lnTo>
                    <a:pt x="1172926" y="1154312"/>
                  </a:lnTo>
                  <a:lnTo>
                    <a:pt x="1134873" y="1183007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10148046" y="5884788"/>
              <a:ext cx="984059" cy="916303"/>
            </a:xfrm>
            <a:custGeom>
              <a:avLst/>
              <a:gdLst/>
              <a:ahLst/>
              <a:cxnLst/>
              <a:rect l="l" t="t" r="r" b="b"/>
              <a:pathLst>
                <a:path w="984059" h="916303">
                  <a:moveTo>
                    <a:pt x="379099" y="26291"/>
                  </a:moveTo>
                  <a:lnTo>
                    <a:pt x="408395" y="17717"/>
                  </a:lnTo>
                  <a:lnTo>
                    <a:pt x="465773" y="5679"/>
                  </a:lnTo>
                  <a:lnTo>
                    <a:pt x="523150" y="0"/>
                  </a:lnTo>
                  <a:lnTo>
                    <a:pt x="580527" y="856"/>
                  </a:lnTo>
                  <a:lnTo>
                    <a:pt x="637905" y="8482"/>
                  </a:lnTo>
                  <a:lnTo>
                    <a:pt x="695282" y="23190"/>
                  </a:lnTo>
                  <a:lnTo>
                    <a:pt x="723971" y="33724"/>
                  </a:lnTo>
                  <a:lnTo>
                    <a:pt x="769127" y="54986"/>
                  </a:lnTo>
                  <a:lnTo>
                    <a:pt x="810037" y="79988"/>
                  </a:lnTo>
                  <a:lnTo>
                    <a:pt x="838725" y="101924"/>
                  </a:lnTo>
                  <a:lnTo>
                    <a:pt x="867414" y="128158"/>
                  </a:lnTo>
                  <a:lnTo>
                    <a:pt x="896103" y="160184"/>
                  </a:lnTo>
                  <a:lnTo>
                    <a:pt x="923507" y="198459"/>
                  </a:lnTo>
                  <a:lnTo>
                    <a:pt x="939645" y="227153"/>
                  </a:lnTo>
                  <a:lnTo>
                    <a:pt x="953480" y="256533"/>
                  </a:lnTo>
                  <a:lnTo>
                    <a:pt x="972039" y="313237"/>
                  </a:lnTo>
                  <a:lnTo>
                    <a:pt x="982169" y="370389"/>
                  </a:lnTo>
                  <a:lnTo>
                    <a:pt x="984059" y="399321"/>
                  </a:lnTo>
                  <a:lnTo>
                    <a:pt x="982169" y="454795"/>
                  </a:lnTo>
                  <a:lnTo>
                    <a:pt x="978016" y="485404"/>
                  </a:lnTo>
                  <a:lnTo>
                    <a:pt x="964225" y="542794"/>
                  </a:lnTo>
                  <a:lnTo>
                    <a:pt x="953480" y="574000"/>
                  </a:lnTo>
                  <a:lnTo>
                    <a:pt x="928168" y="628877"/>
                  </a:lnTo>
                  <a:lnTo>
                    <a:pt x="911345" y="657572"/>
                  </a:lnTo>
                  <a:lnTo>
                    <a:pt x="892087" y="686266"/>
                  </a:lnTo>
                  <a:lnTo>
                    <a:pt x="867414" y="717737"/>
                  </a:lnTo>
                  <a:lnTo>
                    <a:pt x="838725" y="748923"/>
                  </a:lnTo>
                  <a:lnTo>
                    <a:pt x="810037" y="775869"/>
                  </a:lnTo>
                  <a:lnTo>
                    <a:pt x="779059" y="801045"/>
                  </a:lnTo>
                  <a:lnTo>
                    <a:pt x="736989" y="829739"/>
                  </a:lnTo>
                  <a:lnTo>
                    <a:pt x="695282" y="853416"/>
                  </a:lnTo>
                  <a:lnTo>
                    <a:pt x="666593" y="867061"/>
                  </a:lnTo>
                  <a:lnTo>
                    <a:pt x="614876" y="887128"/>
                  </a:lnTo>
                  <a:lnTo>
                    <a:pt x="580527" y="897356"/>
                  </a:lnTo>
                  <a:lnTo>
                    <a:pt x="523150" y="909479"/>
                  </a:lnTo>
                  <a:lnTo>
                    <a:pt x="465773" y="915580"/>
                  </a:lnTo>
                  <a:lnTo>
                    <a:pt x="437084" y="916303"/>
                  </a:lnTo>
                  <a:lnTo>
                    <a:pt x="408395" y="915503"/>
                  </a:lnTo>
                  <a:lnTo>
                    <a:pt x="351018" y="909008"/>
                  </a:lnTo>
                  <a:lnTo>
                    <a:pt x="293641" y="895762"/>
                  </a:lnTo>
                  <a:lnTo>
                    <a:pt x="264952" y="886434"/>
                  </a:lnTo>
                  <a:lnTo>
                    <a:pt x="207575" y="860720"/>
                  </a:lnTo>
                  <a:lnTo>
                    <a:pt x="178886" y="843717"/>
                  </a:lnTo>
                  <a:lnTo>
                    <a:pt x="150198" y="823653"/>
                  </a:lnTo>
                  <a:lnTo>
                    <a:pt x="121509" y="799544"/>
                  </a:lnTo>
                  <a:lnTo>
                    <a:pt x="92820" y="769852"/>
                  </a:lnTo>
                  <a:lnTo>
                    <a:pt x="64132" y="732071"/>
                  </a:lnTo>
                  <a:lnTo>
                    <a:pt x="37753" y="686266"/>
                  </a:lnTo>
                  <a:lnTo>
                    <a:pt x="25488" y="657572"/>
                  </a:lnTo>
                  <a:lnTo>
                    <a:pt x="8519" y="600183"/>
                  </a:lnTo>
                  <a:lnTo>
                    <a:pt x="3585" y="571488"/>
                  </a:lnTo>
                  <a:lnTo>
                    <a:pt x="0" y="514099"/>
                  </a:lnTo>
                  <a:lnTo>
                    <a:pt x="4189" y="456710"/>
                  </a:lnTo>
                  <a:lnTo>
                    <a:pt x="9159" y="428015"/>
                  </a:lnTo>
                  <a:lnTo>
                    <a:pt x="24896" y="370626"/>
                  </a:lnTo>
                  <a:lnTo>
                    <a:pt x="35548" y="341932"/>
                  </a:lnTo>
                  <a:lnTo>
                    <a:pt x="63391" y="284543"/>
                  </a:lnTo>
                  <a:lnTo>
                    <a:pt x="80874" y="255848"/>
                  </a:lnTo>
                  <a:lnTo>
                    <a:pt x="100773" y="227153"/>
                  </a:lnTo>
                  <a:lnTo>
                    <a:pt x="123479" y="198459"/>
                  </a:lnTo>
                  <a:lnTo>
                    <a:pt x="150198" y="169125"/>
                  </a:lnTo>
                  <a:lnTo>
                    <a:pt x="179666" y="141070"/>
                  </a:lnTo>
                  <a:lnTo>
                    <a:pt x="214916" y="112375"/>
                  </a:lnTo>
                  <a:lnTo>
                    <a:pt x="256737" y="83681"/>
                  </a:lnTo>
                  <a:lnTo>
                    <a:pt x="293641" y="62557"/>
                  </a:lnTo>
                  <a:lnTo>
                    <a:pt x="322330" y="48524"/>
                  </a:lnTo>
                  <a:lnTo>
                    <a:pt x="379099" y="26291"/>
                  </a:lnTo>
                </a:path>
              </a:pathLst>
            </a:custGeom>
            <a:noFill/>
            <a:ln w="7620" cap="rnd">
              <a:solidFill>
                <a:srgbClr val="2F373A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2" name="海岚旅行标志"/>
          <p:cNvGrpSpPr/>
          <p:nvPr/>
        </p:nvGrpSpPr>
        <p:grpSpPr>
          <a:xfrm>
            <a:off x="975665" y="566928"/>
            <a:ext cx="475488" cy="475488"/>
            <a:chOff x="975665" y="566928"/>
            <a:chExt cx="475488" cy="475488"/>
          </a:xfrm>
        </p:grpSpPr>
        <p:sp>
          <p:nvSpPr>
            <p:cNvPr id="23" name="Rectangle 22"/>
            <p:cNvSpPr/>
            <p:nvPr/>
          </p:nvSpPr>
          <p:spPr>
            <a:xfrm>
              <a:off x="975665" y="566928"/>
              <a:ext cx="475488" cy="475488"/>
            </a:xfrm>
            <a:prstGeom prst="rect">
              <a:avLst/>
            </a:prstGeom>
            <a:solidFill>
              <a:srgbClr val="D9531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Freeform 23"/>
            <p:cNvSpPr/>
            <p:nvPr/>
          </p:nvSpPr>
          <p:spPr>
            <a:xfrm>
              <a:off x="1062774" y="651213"/>
              <a:ext cx="300207" cy="295620"/>
            </a:xfrm>
            <a:custGeom>
              <a:avLst/>
              <a:gdLst/>
              <a:ahLst/>
              <a:cxnLst/>
              <a:rect l="l" t="t" r="r" b="b"/>
              <a:pathLst>
                <a:path w="300207" h="295620">
                  <a:moveTo>
                    <a:pt x="180134" y="3766"/>
                  </a:moveTo>
                  <a:lnTo>
                    <a:pt x="132119" y="0"/>
                  </a:lnTo>
                  <a:lnTo>
                    <a:pt x="132119" y="72179"/>
                  </a:lnTo>
                  <a:lnTo>
                    <a:pt x="74690" y="72179"/>
                  </a:lnTo>
                  <a:lnTo>
                    <a:pt x="74690" y="26989"/>
                  </a:lnTo>
                  <a:lnTo>
                    <a:pt x="77057" y="26556"/>
                  </a:lnTo>
                  <a:lnTo>
                    <a:pt x="79091" y="26012"/>
                  </a:lnTo>
                  <a:lnTo>
                    <a:pt x="80816" y="25359"/>
                  </a:lnTo>
                  <a:lnTo>
                    <a:pt x="82257" y="24599"/>
                  </a:lnTo>
                  <a:lnTo>
                    <a:pt x="83438" y="23733"/>
                  </a:lnTo>
                  <a:lnTo>
                    <a:pt x="84383" y="22763"/>
                  </a:lnTo>
                  <a:lnTo>
                    <a:pt x="85118" y="21692"/>
                  </a:lnTo>
                  <a:lnTo>
                    <a:pt x="85666" y="20521"/>
                  </a:lnTo>
                  <a:lnTo>
                    <a:pt x="86052" y="19253"/>
                  </a:lnTo>
                  <a:lnTo>
                    <a:pt x="86301" y="17888"/>
                  </a:lnTo>
                  <a:lnTo>
                    <a:pt x="38600" y="13181"/>
                  </a:lnTo>
                  <a:lnTo>
                    <a:pt x="38600" y="68413"/>
                  </a:lnTo>
                  <a:lnTo>
                    <a:pt x="37378" y="69202"/>
                  </a:lnTo>
                  <a:lnTo>
                    <a:pt x="36165" y="70053"/>
                  </a:lnTo>
                  <a:lnTo>
                    <a:pt x="34971" y="70952"/>
                  </a:lnTo>
                  <a:lnTo>
                    <a:pt x="33805" y="71888"/>
                  </a:lnTo>
                  <a:lnTo>
                    <a:pt x="32677" y="72846"/>
                  </a:lnTo>
                  <a:lnTo>
                    <a:pt x="31596" y="73813"/>
                  </a:lnTo>
                  <a:lnTo>
                    <a:pt x="30571" y="74777"/>
                  </a:lnTo>
                  <a:lnTo>
                    <a:pt x="29612" y="75724"/>
                  </a:lnTo>
                  <a:lnTo>
                    <a:pt x="28729" y="76641"/>
                  </a:lnTo>
                  <a:lnTo>
                    <a:pt x="27930" y="77514"/>
                  </a:lnTo>
                  <a:lnTo>
                    <a:pt x="65589" y="96657"/>
                  </a:lnTo>
                  <a:lnTo>
                    <a:pt x="76573" y="81280"/>
                  </a:lnTo>
                  <a:lnTo>
                    <a:pt x="224069" y="81280"/>
                  </a:lnTo>
                  <a:lnTo>
                    <a:pt x="224069" y="90381"/>
                  </a:lnTo>
                  <a:lnTo>
                    <a:pt x="209320" y="106386"/>
                  </a:lnTo>
                  <a:lnTo>
                    <a:pt x="84732" y="106386"/>
                  </a:lnTo>
                  <a:lnTo>
                    <a:pt x="43621" y="91636"/>
                  </a:lnTo>
                  <a:lnTo>
                    <a:pt x="43621" y="175740"/>
                  </a:lnTo>
                  <a:lnTo>
                    <a:pt x="43442" y="188584"/>
                  </a:lnTo>
                  <a:lnTo>
                    <a:pt x="42790" y="201288"/>
                  </a:lnTo>
                  <a:lnTo>
                    <a:pt x="41495" y="213808"/>
                  </a:lnTo>
                  <a:lnTo>
                    <a:pt x="39384" y="226098"/>
                  </a:lnTo>
                  <a:lnTo>
                    <a:pt x="36286" y="238113"/>
                  </a:lnTo>
                  <a:lnTo>
                    <a:pt x="32030" y="249807"/>
                  </a:lnTo>
                  <a:lnTo>
                    <a:pt x="26445" y="261137"/>
                  </a:lnTo>
                  <a:lnTo>
                    <a:pt x="19359" y="272056"/>
                  </a:lnTo>
                  <a:lnTo>
                    <a:pt x="10601" y="282520"/>
                  </a:lnTo>
                  <a:lnTo>
                    <a:pt x="0" y="292482"/>
                  </a:lnTo>
                  <a:lnTo>
                    <a:pt x="2511" y="295620"/>
                  </a:lnTo>
                  <a:lnTo>
                    <a:pt x="21669" y="286239"/>
                  </a:lnTo>
                  <a:lnTo>
                    <a:pt x="37380" y="275890"/>
                  </a:lnTo>
                  <a:lnTo>
                    <a:pt x="49980" y="264716"/>
                  </a:lnTo>
                  <a:lnTo>
                    <a:pt x="59807" y="252860"/>
                  </a:lnTo>
                  <a:lnTo>
                    <a:pt x="67197" y="240466"/>
                  </a:lnTo>
                  <a:lnTo>
                    <a:pt x="72488" y="227677"/>
                  </a:lnTo>
                  <a:lnTo>
                    <a:pt x="76016" y="214635"/>
                  </a:lnTo>
                  <a:lnTo>
                    <a:pt x="78119" y="201484"/>
                  </a:lnTo>
                  <a:lnTo>
                    <a:pt x="79134" y="188367"/>
                  </a:lnTo>
                  <a:lnTo>
                    <a:pt x="79397" y="175427"/>
                  </a:lnTo>
                  <a:lnTo>
                    <a:pt x="79397" y="115487"/>
                  </a:lnTo>
                  <a:lnTo>
                    <a:pt x="212772" y="115487"/>
                  </a:lnTo>
                  <a:lnTo>
                    <a:pt x="213072" y="137059"/>
                  </a:lnTo>
                  <a:lnTo>
                    <a:pt x="213891" y="158297"/>
                  </a:lnTo>
                  <a:lnTo>
                    <a:pt x="215393" y="178939"/>
                  </a:lnTo>
                  <a:lnTo>
                    <a:pt x="217737" y="198727"/>
                  </a:lnTo>
                  <a:lnTo>
                    <a:pt x="221088" y="217400"/>
                  </a:lnTo>
                  <a:lnTo>
                    <a:pt x="225606" y="234699"/>
                  </a:lnTo>
                  <a:lnTo>
                    <a:pt x="231453" y="250363"/>
                  </a:lnTo>
                  <a:lnTo>
                    <a:pt x="238791" y="264133"/>
                  </a:lnTo>
                  <a:lnTo>
                    <a:pt x="247783" y="275749"/>
                  </a:lnTo>
                  <a:lnTo>
                    <a:pt x="258590" y="284950"/>
                  </a:lnTo>
                  <a:lnTo>
                    <a:pt x="262552" y="287639"/>
                  </a:lnTo>
                  <a:lnTo>
                    <a:pt x="266676" y="290004"/>
                  </a:lnTo>
                  <a:lnTo>
                    <a:pt x="270898" y="291966"/>
                  </a:lnTo>
                  <a:lnTo>
                    <a:pt x="275154" y="293446"/>
                  </a:lnTo>
                  <a:lnTo>
                    <a:pt x="279380" y="294365"/>
                  </a:lnTo>
                  <a:lnTo>
                    <a:pt x="283512" y="294644"/>
                  </a:lnTo>
                  <a:lnTo>
                    <a:pt x="287486" y="294203"/>
                  </a:lnTo>
                  <a:lnTo>
                    <a:pt x="291237" y="292964"/>
                  </a:lnTo>
                  <a:lnTo>
                    <a:pt x="294702" y="290848"/>
                  </a:lnTo>
                  <a:lnTo>
                    <a:pt x="297817" y="287775"/>
                  </a:lnTo>
                  <a:lnTo>
                    <a:pt x="298956" y="285788"/>
                  </a:lnTo>
                  <a:lnTo>
                    <a:pt x="299735" y="283592"/>
                  </a:lnTo>
                  <a:lnTo>
                    <a:pt x="300153" y="281186"/>
                  </a:lnTo>
                  <a:lnTo>
                    <a:pt x="300207" y="278566"/>
                  </a:lnTo>
                  <a:lnTo>
                    <a:pt x="299896" y="275732"/>
                  </a:lnTo>
                  <a:lnTo>
                    <a:pt x="299218" y="272681"/>
                  </a:lnTo>
                  <a:lnTo>
                    <a:pt x="298171" y="269412"/>
                  </a:lnTo>
                  <a:lnTo>
                    <a:pt x="296753" y="265923"/>
                  </a:lnTo>
                  <a:lnTo>
                    <a:pt x="294962" y="262211"/>
                  </a:lnTo>
                  <a:lnTo>
                    <a:pt x="292796" y="258276"/>
                  </a:lnTo>
                  <a:lnTo>
                    <a:pt x="295307" y="214968"/>
                  </a:lnTo>
                  <a:lnTo>
                    <a:pt x="291855" y="214654"/>
                  </a:lnTo>
                  <a:lnTo>
                    <a:pt x="290998" y="217930"/>
                  </a:lnTo>
                  <a:lnTo>
                    <a:pt x="290122" y="221162"/>
                  </a:lnTo>
                  <a:lnTo>
                    <a:pt x="289228" y="224345"/>
                  </a:lnTo>
                  <a:lnTo>
                    <a:pt x="288315" y="227473"/>
                  </a:lnTo>
                  <a:lnTo>
                    <a:pt x="287383" y="230542"/>
                  </a:lnTo>
                  <a:lnTo>
                    <a:pt x="286432" y="233544"/>
                  </a:lnTo>
                  <a:lnTo>
                    <a:pt x="285462" y="236475"/>
                  </a:lnTo>
                  <a:lnTo>
                    <a:pt x="284474" y="239328"/>
                  </a:lnTo>
                  <a:lnTo>
                    <a:pt x="283466" y="242099"/>
                  </a:lnTo>
                  <a:lnTo>
                    <a:pt x="282440" y="244781"/>
                  </a:lnTo>
                  <a:lnTo>
                    <a:pt x="281882" y="245647"/>
                  </a:lnTo>
                  <a:lnTo>
                    <a:pt x="281330" y="246363"/>
                  </a:lnTo>
                  <a:lnTo>
                    <a:pt x="280771" y="246928"/>
                  </a:lnTo>
                  <a:lnTo>
                    <a:pt x="280191" y="247342"/>
                  </a:lnTo>
                  <a:lnTo>
                    <a:pt x="279576" y="247606"/>
                  </a:lnTo>
                  <a:lnTo>
                    <a:pt x="278915" y="247719"/>
                  </a:lnTo>
                  <a:lnTo>
                    <a:pt x="278194" y="247681"/>
                  </a:lnTo>
                  <a:lnTo>
                    <a:pt x="277399" y="247493"/>
                  </a:lnTo>
                  <a:lnTo>
                    <a:pt x="276517" y="247154"/>
                  </a:lnTo>
                  <a:lnTo>
                    <a:pt x="275536" y="246664"/>
                  </a:lnTo>
                  <a:lnTo>
                    <a:pt x="269028" y="240758"/>
                  </a:lnTo>
                  <a:lnTo>
                    <a:pt x="263578" y="232181"/>
                  </a:lnTo>
                  <a:lnTo>
                    <a:pt x="259115" y="221366"/>
                  </a:lnTo>
                  <a:lnTo>
                    <a:pt x="255567" y="208749"/>
                  </a:lnTo>
                  <a:lnTo>
                    <a:pt x="252862" y="194766"/>
                  </a:lnTo>
                  <a:lnTo>
                    <a:pt x="250930" y="179850"/>
                  </a:lnTo>
                  <a:lnTo>
                    <a:pt x="249698" y="164437"/>
                  </a:lnTo>
                  <a:lnTo>
                    <a:pt x="249095" y="148963"/>
                  </a:lnTo>
                  <a:lnTo>
                    <a:pt x="249049" y="133860"/>
                  </a:lnTo>
                  <a:lnTo>
                    <a:pt x="249489" y="119566"/>
                  </a:lnTo>
                  <a:lnTo>
                    <a:pt x="251239" y="119256"/>
                  </a:lnTo>
                  <a:lnTo>
                    <a:pt x="252906" y="118893"/>
                  </a:lnTo>
                  <a:lnTo>
                    <a:pt x="254482" y="118482"/>
                  </a:lnTo>
                  <a:lnTo>
                    <a:pt x="255961" y="118025"/>
                  </a:lnTo>
                  <a:lnTo>
                    <a:pt x="257334" y="117526"/>
                  </a:lnTo>
                  <a:lnTo>
                    <a:pt x="258595" y="116990"/>
                  </a:lnTo>
                  <a:lnTo>
                    <a:pt x="259734" y="116420"/>
                  </a:lnTo>
                  <a:lnTo>
                    <a:pt x="260746" y="115820"/>
                  </a:lnTo>
                  <a:lnTo>
                    <a:pt x="261622" y="115194"/>
                  </a:lnTo>
                  <a:lnTo>
                    <a:pt x="262355" y="114545"/>
                  </a:lnTo>
                  <a:lnTo>
                    <a:pt x="236308" y="94147"/>
                  </a:lnTo>
                  <a:lnTo>
                    <a:pt x="240129" y="93775"/>
                  </a:lnTo>
                  <a:lnTo>
                    <a:pt x="243827" y="93248"/>
                  </a:lnTo>
                  <a:lnTo>
                    <a:pt x="247338" y="92596"/>
                  </a:lnTo>
                  <a:lnTo>
                    <a:pt x="250593" y="91852"/>
                  </a:lnTo>
                  <a:lnTo>
                    <a:pt x="253529" y="91048"/>
                  </a:lnTo>
                  <a:lnTo>
                    <a:pt x="256079" y="90215"/>
                  </a:lnTo>
                  <a:lnTo>
                    <a:pt x="258177" y="89386"/>
                  </a:lnTo>
                  <a:lnTo>
                    <a:pt x="259757" y="88593"/>
                  </a:lnTo>
                  <a:lnTo>
                    <a:pt x="260753" y="87868"/>
                  </a:lnTo>
                  <a:lnTo>
                    <a:pt x="261100" y="87243"/>
                  </a:lnTo>
                  <a:lnTo>
                    <a:pt x="261100" y="26047"/>
                  </a:lnTo>
                  <a:lnTo>
                    <a:pt x="263467" y="25615"/>
                  </a:lnTo>
                  <a:lnTo>
                    <a:pt x="265501" y="25073"/>
                  </a:lnTo>
                  <a:lnTo>
                    <a:pt x="267226" y="24426"/>
                  </a:lnTo>
                  <a:lnTo>
                    <a:pt x="268667" y="23677"/>
                  </a:lnTo>
                  <a:lnTo>
                    <a:pt x="269848" y="22831"/>
                  </a:lnTo>
                  <a:lnTo>
                    <a:pt x="270794" y="21890"/>
                  </a:lnTo>
                  <a:lnTo>
                    <a:pt x="271528" y="20859"/>
                  </a:lnTo>
                  <a:lnTo>
                    <a:pt x="272076" y="19741"/>
                  </a:lnTo>
                  <a:lnTo>
                    <a:pt x="272463" y="18540"/>
                  </a:lnTo>
                  <a:lnTo>
                    <a:pt x="272712" y="17260"/>
                  </a:lnTo>
                  <a:lnTo>
                    <a:pt x="224069" y="13181"/>
                  </a:lnTo>
                  <a:lnTo>
                    <a:pt x="224069" y="72179"/>
                  </a:lnTo>
                  <a:lnTo>
                    <a:pt x="168836" y="72179"/>
                  </a:lnTo>
                  <a:lnTo>
                    <a:pt x="168836" y="12553"/>
                  </a:lnTo>
                  <a:lnTo>
                    <a:pt x="171119" y="12120"/>
                  </a:lnTo>
                  <a:lnTo>
                    <a:pt x="173084" y="11579"/>
                  </a:lnTo>
                  <a:lnTo>
                    <a:pt x="174756" y="10932"/>
                  </a:lnTo>
                  <a:lnTo>
                    <a:pt x="176157" y="10183"/>
                  </a:lnTo>
                  <a:lnTo>
                    <a:pt x="177310" y="9336"/>
                  </a:lnTo>
                  <a:lnTo>
                    <a:pt x="178236" y="8395"/>
                  </a:lnTo>
                  <a:lnTo>
                    <a:pt x="178959" y="7364"/>
                  </a:lnTo>
                  <a:lnTo>
                    <a:pt x="179501" y="6246"/>
                  </a:lnTo>
                  <a:lnTo>
                    <a:pt x="179886" y="5046"/>
                  </a:lnTo>
                  <a:lnTo>
                    <a:pt x="180134" y="3766"/>
                  </a:lnTo>
                  <a:close/>
                  <a:moveTo>
                    <a:pt x="209006" y="141220"/>
                  </a:moveTo>
                  <a:lnTo>
                    <a:pt x="166640" y="123332"/>
                  </a:lnTo>
                  <a:lnTo>
                    <a:pt x="165190" y="128294"/>
                  </a:lnTo>
                  <a:lnTo>
                    <a:pt x="163665" y="133199"/>
                  </a:lnTo>
                  <a:lnTo>
                    <a:pt x="162064" y="138047"/>
                  </a:lnTo>
                  <a:lnTo>
                    <a:pt x="160388" y="142839"/>
                  </a:lnTo>
                  <a:lnTo>
                    <a:pt x="158637" y="147575"/>
                  </a:lnTo>
                  <a:lnTo>
                    <a:pt x="156811" y="152254"/>
                  </a:lnTo>
                  <a:lnTo>
                    <a:pt x="154909" y="156877"/>
                  </a:lnTo>
                  <a:lnTo>
                    <a:pt x="152932" y="161443"/>
                  </a:lnTo>
                  <a:lnTo>
                    <a:pt x="150880" y="165952"/>
                  </a:lnTo>
                  <a:lnTo>
                    <a:pt x="148752" y="170405"/>
                  </a:lnTo>
                  <a:lnTo>
                    <a:pt x="144129" y="167196"/>
                  </a:lnTo>
                  <a:lnTo>
                    <a:pt x="139300" y="163973"/>
                  </a:lnTo>
                  <a:lnTo>
                    <a:pt x="134263" y="160743"/>
                  </a:lnTo>
                  <a:lnTo>
                    <a:pt x="129019" y="157511"/>
                  </a:lnTo>
                  <a:lnTo>
                    <a:pt x="123568" y="154283"/>
                  </a:lnTo>
                  <a:lnTo>
                    <a:pt x="117909" y="151064"/>
                  </a:lnTo>
                  <a:lnTo>
                    <a:pt x="112044" y="147860"/>
                  </a:lnTo>
                  <a:lnTo>
                    <a:pt x="105972" y="144677"/>
                  </a:lnTo>
                  <a:lnTo>
                    <a:pt x="99692" y="141520"/>
                  </a:lnTo>
                  <a:lnTo>
                    <a:pt x="93205" y="138396"/>
                  </a:lnTo>
                  <a:lnTo>
                    <a:pt x="89439" y="140906"/>
                  </a:lnTo>
                  <a:lnTo>
                    <a:pt x="93918" y="145432"/>
                  </a:lnTo>
                  <a:lnTo>
                    <a:pt x="98493" y="150150"/>
                  </a:lnTo>
                  <a:lnTo>
                    <a:pt x="103146" y="155045"/>
                  </a:lnTo>
                  <a:lnTo>
                    <a:pt x="107862" y="160102"/>
                  </a:lnTo>
                  <a:lnTo>
                    <a:pt x="112623" y="165306"/>
                  </a:lnTo>
                  <a:lnTo>
                    <a:pt x="117412" y="170641"/>
                  </a:lnTo>
                  <a:lnTo>
                    <a:pt x="122213" y="176094"/>
                  </a:lnTo>
                  <a:lnTo>
                    <a:pt x="127008" y="181648"/>
                  </a:lnTo>
                  <a:lnTo>
                    <a:pt x="131780" y="187288"/>
                  </a:lnTo>
                  <a:lnTo>
                    <a:pt x="136513" y="193001"/>
                  </a:lnTo>
                  <a:lnTo>
                    <a:pt x="130426" y="202884"/>
                  </a:lnTo>
                  <a:lnTo>
                    <a:pt x="124043" y="212377"/>
                  </a:lnTo>
                  <a:lnTo>
                    <a:pt x="117389" y="221468"/>
                  </a:lnTo>
                  <a:lnTo>
                    <a:pt x="110488" y="230142"/>
                  </a:lnTo>
                  <a:lnTo>
                    <a:pt x="103365" y="238387"/>
                  </a:lnTo>
                  <a:lnTo>
                    <a:pt x="96045" y="246190"/>
                  </a:lnTo>
                  <a:lnTo>
                    <a:pt x="88551" y="253537"/>
                  </a:lnTo>
                  <a:lnTo>
                    <a:pt x="80909" y="260415"/>
                  </a:lnTo>
                  <a:lnTo>
                    <a:pt x="73142" y="266811"/>
                  </a:lnTo>
                  <a:lnTo>
                    <a:pt x="65275" y="272711"/>
                  </a:lnTo>
                  <a:lnTo>
                    <a:pt x="68727" y="276477"/>
                  </a:lnTo>
                  <a:lnTo>
                    <a:pt x="78234" y="272069"/>
                  </a:lnTo>
                  <a:lnTo>
                    <a:pt x="87541" y="267309"/>
                  </a:lnTo>
                  <a:lnTo>
                    <a:pt x="96638" y="262183"/>
                  </a:lnTo>
                  <a:lnTo>
                    <a:pt x="105512" y="256679"/>
                  </a:lnTo>
                  <a:lnTo>
                    <a:pt x="114153" y="250783"/>
                  </a:lnTo>
                  <a:lnTo>
                    <a:pt x="122549" y="244482"/>
                  </a:lnTo>
                  <a:lnTo>
                    <a:pt x="130689" y="237764"/>
                  </a:lnTo>
                  <a:lnTo>
                    <a:pt x="138561" y="230614"/>
                  </a:lnTo>
                  <a:lnTo>
                    <a:pt x="146155" y="223020"/>
                  </a:lnTo>
                  <a:lnTo>
                    <a:pt x="153459" y="214968"/>
                  </a:lnTo>
                  <a:lnTo>
                    <a:pt x="157166" y="220136"/>
                  </a:lnTo>
                  <a:lnTo>
                    <a:pt x="160747" y="225277"/>
                  </a:lnTo>
                  <a:lnTo>
                    <a:pt x="164189" y="230384"/>
                  </a:lnTo>
                  <a:lnTo>
                    <a:pt x="167478" y="235449"/>
                  </a:lnTo>
                  <a:lnTo>
                    <a:pt x="170602" y="240466"/>
                  </a:lnTo>
                  <a:lnTo>
                    <a:pt x="173546" y="245426"/>
                  </a:lnTo>
                  <a:lnTo>
                    <a:pt x="176299" y="250323"/>
                  </a:lnTo>
                  <a:lnTo>
                    <a:pt x="178846" y="255147"/>
                  </a:lnTo>
                  <a:lnTo>
                    <a:pt x="181175" y="259893"/>
                  </a:lnTo>
                  <a:lnTo>
                    <a:pt x="183272" y="264552"/>
                  </a:lnTo>
                  <a:lnTo>
                    <a:pt x="191684" y="268502"/>
                  </a:lnTo>
                  <a:lnTo>
                    <a:pt x="198976" y="269074"/>
                  </a:lnTo>
                  <a:lnTo>
                    <a:pt x="204780" y="266580"/>
                  </a:lnTo>
                  <a:lnTo>
                    <a:pt x="208730" y="261333"/>
                  </a:lnTo>
                  <a:lnTo>
                    <a:pt x="210457" y="253647"/>
                  </a:lnTo>
                  <a:lnTo>
                    <a:pt x="209596" y="243832"/>
                  </a:lnTo>
                  <a:lnTo>
                    <a:pt x="205778" y="232203"/>
                  </a:lnTo>
                  <a:lnTo>
                    <a:pt x="198637" y="219070"/>
                  </a:lnTo>
                  <a:lnTo>
                    <a:pt x="187805" y="204748"/>
                  </a:lnTo>
                  <a:lnTo>
                    <a:pt x="172916" y="189549"/>
                  </a:lnTo>
                  <a:lnTo>
                    <a:pt x="175439" y="185642"/>
                  </a:lnTo>
                  <a:lnTo>
                    <a:pt x="177922" y="181643"/>
                  </a:lnTo>
                  <a:lnTo>
                    <a:pt x="180364" y="177553"/>
                  </a:lnTo>
                  <a:lnTo>
                    <a:pt x="182763" y="173375"/>
                  </a:lnTo>
                  <a:lnTo>
                    <a:pt x="185116" y="169111"/>
                  </a:lnTo>
                  <a:lnTo>
                    <a:pt x="187422" y="164762"/>
                  </a:lnTo>
                  <a:lnTo>
                    <a:pt x="189680" y="160330"/>
                  </a:lnTo>
                  <a:lnTo>
                    <a:pt x="191886" y="155816"/>
                  </a:lnTo>
                  <a:lnTo>
                    <a:pt x="194040" y="151224"/>
                  </a:lnTo>
                  <a:lnTo>
                    <a:pt x="196139" y="146555"/>
                  </a:lnTo>
                  <a:lnTo>
                    <a:pt x="198211" y="146736"/>
                  </a:lnTo>
                  <a:lnTo>
                    <a:pt x="200098" y="146723"/>
                  </a:lnTo>
                  <a:lnTo>
                    <a:pt x="201805" y="146529"/>
                  </a:lnTo>
                  <a:lnTo>
                    <a:pt x="203334" y="146168"/>
                  </a:lnTo>
                  <a:lnTo>
                    <a:pt x="204691" y="145653"/>
                  </a:lnTo>
                  <a:lnTo>
                    <a:pt x="205878" y="144996"/>
                  </a:lnTo>
                  <a:lnTo>
                    <a:pt x="206899" y="144211"/>
                  </a:lnTo>
                  <a:lnTo>
                    <a:pt x="207758" y="143311"/>
                  </a:lnTo>
                  <a:lnTo>
                    <a:pt x="208459" y="142310"/>
                  </a:lnTo>
                  <a:lnTo>
                    <a:pt x="209006" y="14122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Freeform 24"/>
            <p:cNvSpPr/>
            <p:nvPr/>
          </p:nvSpPr>
          <p:spPr>
            <a:xfrm>
              <a:off x="1610679" y="558674"/>
              <a:ext cx="283305" cy="276524"/>
            </a:xfrm>
            <a:custGeom>
              <a:avLst/>
              <a:gdLst/>
              <a:ahLst/>
              <a:cxnLst/>
              <a:rect l="l" t="t" r="r" b="b"/>
              <a:pathLst>
                <a:path w="283305" h="276524">
                  <a:moveTo>
                    <a:pt x="149760" y="160077"/>
                  </a:moveTo>
                  <a:lnTo>
                    <a:pt x="147107" y="161846"/>
                  </a:lnTo>
                  <a:lnTo>
                    <a:pt x="149680" y="165047"/>
                  </a:lnTo>
                  <a:lnTo>
                    <a:pt x="152238" y="168596"/>
                  </a:lnTo>
                  <a:lnTo>
                    <a:pt x="154729" y="172435"/>
                  </a:lnTo>
                  <a:lnTo>
                    <a:pt x="157101" y="176506"/>
                  </a:lnTo>
                  <a:lnTo>
                    <a:pt x="159304" y="180750"/>
                  </a:lnTo>
                  <a:lnTo>
                    <a:pt x="161285" y="185110"/>
                  </a:lnTo>
                  <a:lnTo>
                    <a:pt x="162994" y="189525"/>
                  </a:lnTo>
                  <a:lnTo>
                    <a:pt x="164380" y="193940"/>
                  </a:lnTo>
                  <a:lnTo>
                    <a:pt x="165390" y="198293"/>
                  </a:lnTo>
                  <a:lnTo>
                    <a:pt x="165974" y="202529"/>
                  </a:lnTo>
                  <a:lnTo>
                    <a:pt x="173082" y="206331"/>
                  </a:lnTo>
                  <a:lnTo>
                    <a:pt x="179712" y="206802"/>
                  </a:lnTo>
                  <a:lnTo>
                    <a:pt x="185316" y="204521"/>
                  </a:lnTo>
                  <a:lnTo>
                    <a:pt x="189346" y="200067"/>
                  </a:lnTo>
                  <a:lnTo>
                    <a:pt x="191253" y="194016"/>
                  </a:lnTo>
                  <a:lnTo>
                    <a:pt x="190490" y="186949"/>
                  </a:lnTo>
                  <a:lnTo>
                    <a:pt x="186507" y="179443"/>
                  </a:lnTo>
                  <a:lnTo>
                    <a:pt x="178757" y="172077"/>
                  </a:lnTo>
                  <a:lnTo>
                    <a:pt x="166690" y="165429"/>
                  </a:lnTo>
                  <a:lnTo>
                    <a:pt x="149760" y="160077"/>
                  </a:lnTo>
                  <a:close/>
                  <a:moveTo>
                    <a:pt x="153592" y="95516"/>
                  </a:moveTo>
                  <a:lnTo>
                    <a:pt x="150644" y="97284"/>
                  </a:lnTo>
                  <a:lnTo>
                    <a:pt x="153077" y="100300"/>
                  </a:lnTo>
                  <a:lnTo>
                    <a:pt x="155564" y="103647"/>
                  </a:lnTo>
                  <a:lnTo>
                    <a:pt x="158055" y="107271"/>
                  </a:lnTo>
                  <a:lnTo>
                    <a:pt x="160498" y="111114"/>
                  </a:lnTo>
                  <a:lnTo>
                    <a:pt x="162842" y="115120"/>
                  </a:lnTo>
                  <a:lnTo>
                    <a:pt x="165035" y="119232"/>
                  </a:lnTo>
                  <a:lnTo>
                    <a:pt x="167027" y="123393"/>
                  </a:lnTo>
                  <a:lnTo>
                    <a:pt x="168766" y="127548"/>
                  </a:lnTo>
                  <a:lnTo>
                    <a:pt x="170201" y="131638"/>
                  </a:lnTo>
                  <a:lnTo>
                    <a:pt x="171280" y="135609"/>
                  </a:lnTo>
                  <a:lnTo>
                    <a:pt x="178076" y="138840"/>
                  </a:lnTo>
                  <a:lnTo>
                    <a:pt x="184327" y="138995"/>
                  </a:lnTo>
                  <a:lnTo>
                    <a:pt x="189524" y="136625"/>
                  </a:lnTo>
                  <a:lnTo>
                    <a:pt x="193157" y="132279"/>
                  </a:lnTo>
                  <a:lnTo>
                    <a:pt x="194717" y="126507"/>
                  </a:lnTo>
                  <a:lnTo>
                    <a:pt x="193695" y="119859"/>
                  </a:lnTo>
                  <a:lnTo>
                    <a:pt x="189580" y="112886"/>
                  </a:lnTo>
                  <a:lnTo>
                    <a:pt x="181865" y="106138"/>
                  </a:lnTo>
                  <a:lnTo>
                    <a:pt x="170039" y="100164"/>
                  </a:lnTo>
                  <a:lnTo>
                    <a:pt x="153592" y="95516"/>
                  </a:lnTo>
                  <a:close/>
                  <a:moveTo>
                    <a:pt x="18573" y="187494"/>
                  </a:moveTo>
                  <a:lnTo>
                    <a:pt x="17421" y="187494"/>
                  </a:lnTo>
                  <a:lnTo>
                    <a:pt x="15978" y="187494"/>
                  </a:lnTo>
                  <a:lnTo>
                    <a:pt x="14341" y="187494"/>
                  </a:lnTo>
                  <a:lnTo>
                    <a:pt x="12606" y="187494"/>
                  </a:lnTo>
                  <a:lnTo>
                    <a:pt x="10871" y="187494"/>
                  </a:lnTo>
                  <a:lnTo>
                    <a:pt x="9233" y="187494"/>
                  </a:lnTo>
                  <a:lnTo>
                    <a:pt x="7790" y="187494"/>
                  </a:lnTo>
                  <a:lnTo>
                    <a:pt x="6639" y="187494"/>
                  </a:lnTo>
                  <a:lnTo>
                    <a:pt x="5877" y="187494"/>
                  </a:lnTo>
                  <a:lnTo>
                    <a:pt x="5601" y="187494"/>
                  </a:lnTo>
                  <a:lnTo>
                    <a:pt x="5601" y="193095"/>
                  </a:lnTo>
                  <a:lnTo>
                    <a:pt x="7487" y="193291"/>
                  </a:lnTo>
                  <a:lnTo>
                    <a:pt x="9259" y="193529"/>
                  </a:lnTo>
                  <a:lnTo>
                    <a:pt x="10929" y="193817"/>
                  </a:lnTo>
                  <a:lnTo>
                    <a:pt x="12507" y="194161"/>
                  </a:lnTo>
                  <a:lnTo>
                    <a:pt x="14003" y="194569"/>
                  </a:lnTo>
                  <a:lnTo>
                    <a:pt x="15429" y="195048"/>
                  </a:lnTo>
                  <a:lnTo>
                    <a:pt x="16794" y="195605"/>
                  </a:lnTo>
                  <a:lnTo>
                    <a:pt x="18110" y="196246"/>
                  </a:lnTo>
                  <a:lnTo>
                    <a:pt x="19387" y="196980"/>
                  </a:lnTo>
                  <a:lnTo>
                    <a:pt x="20636" y="197812"/>
                  </a:lnTo>
                  <a:lnTo>
                    <a:pt x="22509" y="199826"/>
                  </a:lnTo>
                  <a:lnTo>
                    <a:pt x="24054" y="203130"/>
                  </a:lnTo>
                  <a:lnTo>
                    <a:pt x="25258" y="207602"/>
                  </a:lnTo>
                  <a:lnTo>
                    <a:pt x="26112" y="213118"/>
                  </a:lnTo>
                  <a:lnTo>
                    <a:pt x="26606" y="219554"/>
                  </a:lnTo>
                  <a:lnTo>
                    <a:pt x="26728" y="226785"/>
                  </a:lnTo>
                  <a:lnTo>
                    <a:pt x="26468" y="234689"/>
                  </a:lnTo>
                  <a:lnTo>
                    <a:pt x="25815" y="243141"/>
                  </a:lnTo>
                  <a:lnTo>
                    <a:pt x="24759" y="252017"/>
                  </a:lnTo>
                  <a:lnTo>
                    <a:pt x="23289" y="261195"/>
                  </a:lnTo>
                  <a:lnTo>
                    <a:pt x="24117" y="264346"/>
                  </a:lnTo>
                  <a:lnTo>
                    <a:pt x="25169" y="267091"/>
                  </a:lnTo>
                  <a:lnTo>
                    <a:pt x="26423" y="269446"/>
                  </a:lnTo>
                  <a:lnTo>
                    <a:pt x="27855" y="271430"/>
                  </a:lnTo>
                  <a:lnTo>
                    <a:pt x="29443" y="273060"/>
                  </a:lnTo>
                  <a:lnTo>
                    <a:pt x="31164" y="274355"/>
                  </a:lnTo>
                  <a:lnTo>
                    <a:pt x="32995" y="275330"/>
                  </a:lnTo>
                  <a:lnTo>
                    <a:pt x="34912" y="276005"/>
                  </a:lnTo>
                  <a:lnTo>
                    <a:pt x="36893" y="276398"/>
                  </a:lnTo>
                  <a:lnTo>
                    <a:pt x="38914" y="276524"/>
                  </a:lnTo>
                  <a:lnTo>
                    <a:pt x="43005" y="276229"/>
                  </a:lnTo>
                  <a:lnTo>
                    <a:pt x="46775" y="275366"/>
                  </a:lnTo>
                  <a:lnTo>
                    <a:pt x="50201" y="273969"/>
                  </a:lnTo>
                  <a:lnTo>
                    <a:pt x="53263" y="272072"/>
                  </a:lnTo>
                  <a:lnTo>
                    <a:pt x="55939" y="269707"/>
                  </a:lnTo>
                  <a:lnTo>
                    <a:pt x="58208" y="266909"/>
                  </a:lnTo>
                  <a:lnTo>
                    <a:pt x="60050" y="263711"/>
                  </a:lnTo>
                  <a:lnTo>
                    <a:pt x="61442" y="260147"/>
                  </a:lnTo>
                  <a:lnTo>
                    <a:pt x="62363" y="256251"/>
                  </a:lnTo>
                  <a:lnTo>
                    <a:pt x="62793" y="252056"/>
                  </a:lnTo>
                  <a:lnTo>
                    <a:pt x="62702" y="244544"/>
                  </a:lnTo>
                  <a:lnTo>
                    <a:pt x="61993" y="237846"/>
                  </a:lnTo>
                  <a:lnTo>
                    <a:pt x="60811" y="231838"/>
                  </a:lnTo>
                  <a:lnTo>
                    <a:pt x="59298" y="226396"/>
                  </a:lnTo>
                  <a:lnTo>
                    <a:pt x="57597" y="221396"/>
                  </a:lnTo>
                  <a:lnTo>
                    <a:pt x="55852" y="216715"/>
                  </a:lnTo>
                  <a:lnTo>
                    <a:pt x="54206" y="212228"/>
                  </a:lnTo>
                  <a:lnTo>
                    <a:pt x="52803" y="207812"/>
                  </a:lnTo>
                  <a:lnTo>
                    <a:pt x="51785" y="203343"/>
                  </a:lnTo>
                  <a:lnTo>
                    <a:pt x="51296" y="198696"/>
                  </a:lnTo>
                  <a:lnTo>
                    <a:pt x="51276" y="196312"/>
                  </a:lnTo>
                  <a:lnTo>
                    <a:pt x="51385" y="193772"/>
                  </a:lnTo>
                  <a:lnTo>
                    <a:pt x="51611" y="191098"/>
                  </a:lnTo>
                  <a:lnTo>
                    <a:pt x="51942" y="188310"/>
                  </a:lnTo>
                  <a:lnTo>
                    <a:pt x="52364" y="185430"/>
                  </a:lnTo>
                  <a:lnTo>
                    <a:pt x="52866" y="182480"/>
                  </a:lnTo>
                  <a:lnTo>
                    <a:pt x="53436" y="179480"/>
                  </a:lnTo>
                  <a:lnTo>
                    <a:pt x="54060" y="176452"/>
                  </a:lnTo>
                  <a:lnTo>
                    <a:pt x="54726" y="173417"/>
                  </a:lnTo>
                  <a:lnTo>
                    <a:pt x="55423" y="170395"/>
                  </a:lnTo>
                  <a:lnTo>
                    <a:pt x="56824" y="164041"/>
                  </a:lnTo>
                  <a:lnTo>
                    <a:pt x="58989" y="155042"/>
                  </a:lnTo>
                  <a:lnTo>
                    <a:pt x="61780" y="143903"/>
                  </a:lnTo>
                  <a:lnTo>
                    <a:pt x="65059" y="131128"/>
                  </a:lnTo>
                  <a:lnTo>
                    <a:pt x="68689" y="117220"/>
                  </a:lnTo>
                  <a:lnTo>
                    <a:pt x="72531" y="102685"/>
                  </a:lnTo>
                  <a:lnTo>
                    <a:pt x="76447" y="88026"/>
                  </a:lnTo>
                  <a:lnTo>
                    <a:pt x="80300" y="73747"/>
                  </a:lnTo>
                  <a:lnTo>
                    <a:pt x="83950" y="60353"/>
                  </a:lnTo>
                  <a:lnTo>
                    <a:pt x="87262" y="48347"/>
                  </a:lnTo>
                  <a:lnTo>
                    <a:pt x="82545" y="47168"/>
                  </a:lnTo>
                  <a:lnTo>
                    <a:pt x="69037" y="80494"/>
                  </a:lnTo>
                  <a:lnTo>
                    <a:pt x="58187" y="107249"/>
                  </a:lnTo>
                  <a:lnTo>
                    <a:pt x="49661" y="128237"/>
                  </a:lnTo>
                  <a:lnTo>
                    <a:pt x="43126" y="144264"/>
                  </a:lnTo>
                  <a:lnTo>
                    <a:pt x="38251" y="156134"/>
                  </a:lnTo>
                  <a:lnTo>
                    <a:pt x="34702" y="164653"/>
                  </a:lnTo>
                  <a:lnTo>
                    <a:pt x="32147" y="170624"/>
                  </a:lnTo>
                  <a:lnTo>
                    <a:pt x="30254" y="174853"/>
                  </a:lnTo>
                  <a:lnTo>
                    <a:pt x="28690" y="178144"/>
                  </a:lnTo>
                  <a:lnTo>
                    <a:pt x="27122" y="181303"/>
                  </a:lnTo>
                  <a:lnTo>
                    <a:pt x="26286" y="182909"/>
                  </a:lnTo>
                  <a:lnTo>
                    <a:pt x="25525" y="184211"/>
                  </a:lnTo>
                  <a:lnTo>
                    <a:pt x="24811" y="185240"/>
                  </a:lnTo>
                  <a:lnTo>
                    <a:pt x="24113" y="186029"/>
                  </a:lnTo>
                  <a:lnTo>
                    <a:pt x="23400" y="186610"/>
                  </a:lnTo>
                  <a:lnTo>
                    <a:pt x="22643" y="187013"/>
                  </a:lnTo>
                  <a:lnTo>
                    <a:pt x="21812" y="187271"/>
                  </a:lnTo>
                  <a:lnTo>
                    <a:pt x="20877" y="187416"/>
                  </a:lnTo>
                  <a:lnTo>
                    <a:pt x="19807" y="187480"/>
                  </a:lnTo>
                  <a:lnTo>
                    <a:pt x="18573" y="187494"/>
                  </a:lnTo>
                  <a:close/>
                  <a:moveTo>
                    <a:pt x="2358" y="71047"/>
                  </a:moveTo>
                  <a:lnTo>
                    <a:pt x="0" y="73111"/>
                  </a:lnTo>
                  <a:lnTo>
                    <a:pt x="2768" y="76111"/>
                  </a:lnTo>
                  <a:lnTo>
                    <a:pt x="5554" y="79424"/>
                  </a:lnTo>
                  <a:lnTo>
                    <a:pt x="8305" y="83010"/>
                  </a:lnTo>
                  <a:lnTo>
                    <a:pt x="10967" y="86827"/>
                  </a:lnTo>
                  <a:lnTo>
                    <a:pt x="13487" y="90836"/>
                  </a:lnTo>
                  <a:lnTo>
                    <a:pt x="15813" y="94994"/>
                  </a:lnTo>
                  <a:lnTo>
                    <a:pt x="17892" y="99263"/>
                  </a:lnTo>
                  <a:lnTo>
                    <a:pt x="19669" y="103600"/>
                  </a:lnTo>
                  <a:lnTo>
                    <a:pt x="21093" y="107966"/>
                  </a:lnTo>
                  <a:lnTo>
                    <a:pt x="22110" y="112319"/>
                  </a:lnTo>
                  <a:lnTo>
                    <a:pt x="30687" y="116115"/>
                  </a:lnTo>
                  <a:lnTo>
                    <a:pt x="38508" y="116149"/>
                  </a:lnTo>
                  <a:lnTo>
                    <a:pt x="44978" y="113174"/>
                  </a:lnTo>
                  <a:lnTo>
                    <a:pt x="49501" y="107937"/>
                  </a:lnTo>
                  <a:lnTo>
                    <a:pt x="51480" y="101191"/>
                  </a:lnTo>
                  <a:lnTo>
                    <a:pt x="50319" y="93683"/>
                  </a:lnTo>
                  <a:lnTo>
                    <a:pt x="45423" y="86165"/>
                  </a:lnTo>
                  <a:lnTo>
                    <a:pt x="36195" y="79386"/>
                  </a:lnTo>
                  <a:lnTo>
                    <a:pt x="22039" y="74097"/>
                  </a:lnTo>
                  <a:lnTo>
                    <a:pt x="2358" y="71047"/>
                  </a:lnTo>
                  <a:close/>
                  <a:moveTo>
                    <a:pt x="23289" y="2653"/>
                  </a:moveTo>
                  <a:lnTo>
                    <a:pt x="20931" y="4422"/>
                  </a:lnTo>
                  <a:lnTo>
                    <a:pt x="23804" y="7855"/>
                  </a:lnTo>
                  <a:lnTo>
                    <a:pt x="26726" y="11586"/>
                  </a:lnTo>
                  <a:lnTo>
                    <a:pt x="29636" y="15576"/>
                  </a:lnTo>
                  <a:lnTo>
                    <a:pt x="32478" y="19784"/>
                  </a:lnTo>
                  <a:lnTo>
                    <a:pt x="35192" y="24173"/>
                  </a:lnTo>
                  <a:lnTo>
                    <a:pt x="37721" y="28704"/>
                  </a:lnTo>
                  <a:lnTo>
                    <a:pt x="40005" y="33337"/>
                  </a:lnTo>
                  <a:lnTo>
                    <a:pt x="41987" y="38034"/>
                  </a:lnTo>
                  <a:lnTo>
                    <a:pt x="43608" y="42755"/>
                  </a:lnTo>
                  <a:lnTo>
                    <a:pt x="44810" y="47463"/>
                  </a:lnTo>
                  <a:lnTo>
                    <a:pt x="53886" y="51573"/>
                  </a:lnTo>
                  <a:lnTo>
                    <a:pt x="62128" y="51689"/>
                  </a:lnTo>
                  <a:lnTo>
                    <a:pt x="68912" y="48593"/>
                  </a:lnTo>
                  <a:lnTo>
                    <a:pt x="73616" y="43067"/>
                  </a:lnTo>
                  <a:lnTo>
                    <a:pt x="75617" y="35892"/>
                  </a:lnTo>
                  <a:lnTo>
                    <a:pt x="74293" y="27850"/>
                  </a:lnTo>
                  <a:lnTo>
                    <a:pt x="69020" y="19724"/>
                  </a:lnTo>
                  <a:lnTo>
                    <a:pt x="59178" y="12294"/>
                  </a:lnTo>
                  <a:lnTo>
                    <a:pt x="44141" y="6343"/>
                  </a:lnTo>
                  <a:lnTo>
                    <a:pt x="23289" y="2653"/>
                  </a:lnTo>
                  <a:close/>
                  <a:moveTo>
                    <a:pt x="244981" y="14445"/>
                  </a:moveTo>
                  <a:lnTo>
                    <a:pt x="226998" y="38619"/>
                  </a:lnTo>
                  <a:lnTo>
                    <a:pt x="141505" y="38619"/>
                  </a:lnTo>
                  <a:lnTo>
                    <a:pt x="142734" y="36408"/>
                  </a:lnTo>
                  <a:lnTo>
                    <a:pt x="143944" y="34199"/>
                  </a:lnTo>
                  <a:lnTo>
                    <a:pt x="145132" y="31994"/>
                  </a:lnTo>
                  <a:lnTo>
                    <a:pt x="146298" y="29793"/>
                  </a:lnTo>
                  <a:lnTo>
                    <a:pt x="147438" y="27600"/>
                  </a:lnTo>
                  <a:lnTo>
                    <a:pt x="148552" y="25416"/>
                  </a:lnTo>
                  <a:lnTo>
                    <a:pt x="149638" y="23243"/>
                  </a:lnTo>
                  <a:lnTo>
                    <a:pt x="150694" y="21081"/>
                  </a:lnTo>
                  <a:lnTo>
                    <a:pt x="151718" y="18934"/>
                  </a:lnTo>
                  <a:lnTo>
                    <a:pt x="152708" y="16803"/>
                  </a:lnTo>
                  <a:lnTo>
                    <a:pt x="154772" y="16999"/>
                  </a:lnTo>
                  <a:lnTo>
                    <a:pt x="156559" y="17058"/>
                  </a:lnTo>
                  <a:lnTo>
                    <a:pt x="158091" y="16986"/>
                  </a:lnTo>
                  <a:lnTo>
                    <a:pt x="159392" y="16789"/>
                  </a:lnTo>
                  <a:lnTo>
                    <a:pt x="160483" y="16472"/>
                  </a:lnTo>
                  <a:lnTo>
                    <a:pt x="161389" y="16039"/>
                  </a:lnTo>
                  <a:lnTo>
                    <a:pt x="162132" y="15497"/>
                  </a:lnTo>
                  <a:lnTo>
                    <a:pt x="162736" y="14851"/>
                  </a:lnTo>
                  <a:lnTo>
                    <a:pt x="163222" y="14105"/>
                  </a:lnTo>
                  <a:lnTo>
                    <a:pt x="163615" y="13266"/>
                  </a:lnTo>
                  <a:lnTo>
                    <a:pt x="117331" y="0"/>
                  </a:lnTo>
                  <a:lnTo>
                    <a:pt x="114923" y="11540"/>
                  </a:lnTo>
                  <a:lnTo>
                    <a:pt x="111968" y="23407"/>
                  </a:lnTo>
                  <a:lnTo>
                    <a:pt x="108504" y="35433"/>
                  </a:lnTo>
                  <a:lnTo>
                    <a:pt x="104568" y="47451"/>
                  </a:lnTo>
                  <a:lnTo>
                    <a:pt x="100196" y="59292"/>
                  </a:lnTo>
                  <a:lnTo>
                    <a:pt x="95426" y="70788"/>
                  </a:lnTo>
                  <a:lnTo>
                    <a:pt x="90296" y="81770"/>
                  </a:lnTo>
                  <a:lnTo>
                    <a:pt x="84842" y="92072"/>
                  </a:lnTo>
                  <a:lnTo>
                    <a:pt x="79101" y="101525"/>
                  </a:lnTo>
                  <a:lnTo>
                    <a:pt x="73111" y="109961"/>
                  </a:lnTo>
                  <a:lnTo>
                    <a:pt x="76059" y="112319"/>
                  </a:lnTo>
                  <a:lnTo>
                    <a:pt x="79313" y="110056"/>
                  </a:lnTo>
                  <a:lnTo>
                    <a:pt x="82531" y="107692"/>
                  </a:lnTo>
                  <a:lnTo>
                    <a:pt x="85709" y="105233"/>
                  </a:lnTo>
                  <a:lnTo>
                    <a:pt x="88846" y="102683"/>
                  </a:lnTo>
                  <a:lnTo>
                    <a:pt x="91942" y="100048"/>
                  </a:lnTo>
                  <a:lnTo>
                    <a:pt x="94992" y="97334"/>
                  </a:lnTo>
                  <a:lnTo>
                    <a:pt x="97997" y="94545"/>
                  </a:lnTo>
                  <a:lnTo>
                    <a:pt x="100955" y="91688"/>
                  </a:lnTo>
                  <a:lnTo>
                    <a:pt x="103862" y="88767"/>
                  </a:lnTo>
                  <a:lnTo>
                    <a:pt x="106719" y="85787"/>
                  </a:lnTo>
                  <a:lnTo>
                    <a:pt x="106162" y="91364"/>
                  </a:lnTo>
                  <a:lnTo>
                    <a:pt x="105558" y="97110"/>
                  </a:lnTo>
                  <a:lnTo>
                    <a:pt x="104912" y="103001"/>
                  </a:lnTo>
                  <a:lnTo>
                    <a:pt x="104228" y="109013"/>
                  </a:lnTo>
                  <a:lnTo>
                    <a:pt x="103513" y="115120"/>
                  </a:lnTo>
                  <a:lnTo>
                    <a:pt x="102771" y="121298"/>
                  </a:lnTo>
                  <a:lnTo>
                    <a:pt x="102007" y="127522"/>
                  </a:lnTo>
                  <a:lnTo>
                    <a:pt x="101228" y="133767"/>
                  </a:lnTo>
                  <a:lnTo>
                    <a:pt x="100438" y="140008"/>
                  </a:lnTo>
                  <a:lnTo>
                    <a:pt x="99643" y="146222"/>
                  </a:lnTo>
                  <a:lnTo>
                    <a:pt x="66920" y="146222"/>
                  </a:lnTo>
                  <a:lnTo>
                    <a:pt x="69279" y="154771"/>
                  </a:lnTo>
                  <a:lnTo>
                    <a:pt x="98464" y="154771"/>
                  </a:lnTo>
                  <a:lnTo>
                    <a:pt x="97492" y="161188"/>
                  </a:lnTo>
                  <a:lnTo>
                    <a:pt x="96521" y="167509"/>
                  </a:lnTo>
                  <a:lnTo>
                    <a:pt x="95553" y="173710"/>
                  </a:lnTo>
                  <a:lnTo>
                    <a:pt x="94592" y="179765"/>
                  </a:lnTo>
                  <a:lnTo>
                    <a:pt x="93637" y="185651"/>
                  </a:lnTo>
                  <a:lnTo>
                    <a:pt x="92691" y="191343"/>
                  </a:lnTo>
                  <a:lnTo>
                    <a:pt x="91755" y="196815"/>
                  </a:lnTo>
                  <a:lnTo>
                    <a:pt x="90832" y="202043"/>
                  </a:lnTo>
                  <a:lnTo>
                    <a:pt x="89923" y="207002"/>
                  </a:lnTo>
                  <a:lnTo>
                    <a:pt x="89030" y="211668"/>
                  </a:lnTo>
                  <a:lnTo>
                    <a:pt x="87802" y="212295"/>
                  </a:lnTo>
                  <a:lnTo>
                    <a:pt x="86599" y="212939"/>
                  </a:lnTo>
                  <a:lnTo>
                    <a:pt x="85427" y="213597"/>
                  </a:lnTo>
                  <a:lnTo>
                    <a:pt x="84295" y="214267"/>
                  </a:lnTo>
                  <a:lnTo>
                    <a:pt x="83208" y="214947"/>
                  </a:lnTo>
                  <a:lnTo>
                    <a:pt x="82174" y="215637"/>
                  </a:lnTo>
                  <a:lnTo>
                    <a:pt x="81201" y="216334"/>
                  </a:lnTo>
                  <a:lnTo>
                    <a:pt x="80295" y="217036"/>
                  </a:lnTo>
                  <a:lnTo>
                    <a:pt x="79463" y="217741"/>
                  </a:lnTo>
                  <a:lnTo>
                    <a:pt x="78712" y="218448"/>
                  </a:lnTo>
                  <a:lnTo>
                    <a:pt x="109667" y="236726"/>
                  </a:lnTo>
                  <a:lnTo>
                    <a:pt x="121164" y="222281"/>
                  </a:lnTo>
                  <a:lnTo>
                    <a:pt x="206657" y="222281"/>
                  </a:lnTo>
                  <a:lnTo>
                    <a:pt x="206020" y="225005"/>
                  </a:lnTo>
                  <a:lnTo>
                    <a:pt x="205350" y="227519"/>
                  </a:lnTo>
                  <a:lnTo>
                    <a:pt x="204648" y="229824"/>
                  </a:lnTo>
                  <a:lnTo>
                    <a:pt x="203916" y="231922"/>
                  </a:lnTo>
                  <a:lnTo>
                    <a:pt x="203156" y="233815"/>
                  </a:lnTo>
                  <a:lnTo>
                    <a:pt x="202369" y="235504"/>
                  </a:lnTo>
                  <a:lnTo>
                    <a:pt x="201557" y="236992"/>
                  </a:lnTo>
                  <a:lnTo>
                    <a:pt x="200723" y="238280"/>
                  </a:lnTo>
                  <a:lnTo>
                    <a:pt x="199867" y="239370"/>
                  </a:lnTo>
                  <a:lnTo>
                    <a:pt x="198992" y="240264"/>
                  </a:lnTo>
                  <a:lnTo>
                    <a:pt x="198185" y="241007"/>
                  </a:lnTo>
                  <a:lnTo>
                    <a:pt x="197353" y="241650"/>
                  </a:lnTo>
                  <a:lnTo>
                    <a:pt x="196484" y="242198"/>
                  </a:lnTo>
                  <a:lnTo>
                    <a:pt x="195572" y="242655"/>
                  </a:lnTo>
                  <a:lnTo>
                    <a:pt x="194607" y="243027"/>
                  </a:lnTo>
                  <a:lnTo>
                    <a:pt x="193579" y="243320"/>
                  </a:lnTo>
                  <a:lnTo>
                    <a:pt x="192481" y="243539"/>
                  </a:lnTo>
                  <a:lnTo>
                    <a:pt x="191303" y="243688"/>
                  </a:lnTo>
                  <a:lnTo>
                    <a:pt x="190037" y="243774"/>
                  </a:lnTo>
                  <a:lnTo>
                    <a:pt x="188674" y="243801"/>
                  </a:lnTo>
                  <a:lnTo>
                    <a:pt x="186679" y="243776"/>
                  </a:lnTo>
                  <a:lnTo>
                    <a:pt x="184282" y="243705"/>
                  </a:lnTo>
                  <a:lnTo>
                    <a:pt x="181560" y="243594"/>
                  </a:lnTo>
                  <a:lnTo>
                    <a:pt x="178589" y="243452"/>
                  </a:lnTo>
                  <a:lnTo>
                    <a:pt x="175444" y="243285"/>
                  </a:lnTo>
                  <a:lnTo>
                    <a:pt x="172202" y="243101"/>
                  </a:lnTo>
                  <a:lnTo>
                    <a:pt x="168939" y="242906"/>
                  </a:lnTo>
                  <a:lnTo>
                    <a:pt x="165731" y="242707"/>
                  </a:lnTo>
                  <a:lnTo>
                    <a:pt x="162654" y="242512"/>
                  </a:lnTo>
                  <a:lnTo>
                    <a:pt x="159783" y="242327"/>
                  </a:lnTo>
                  <a:lnTo>
                    <a:pt x="159783" y="246454"/>
                  </a:lnTo>
                  <a:lnTo>
                    <a:pt x="162790" y="247181"/>
                  </a:lnTo>
                  <a:lnTo>
                    <a:pt x="165618" y="247952"/>
                  </a:lnTo>
                  <a:lnTo>
                    <a:pt x="168265" y="248776"/>
                  </a:lnTo>
                  <a:lnTo>
                    <a:pt x="170731" y="249662"/>
                  </a:lnTo>
                  <a:lnTo>
                    <a:pt x="173012" y="250619"/>
                  </a:lnTo>
                  <a:lnTo>
                    <a:pt x="175108" y="251655"/>
                  </a:lnTo>
                  <a:lnTo>
                    <a:pt x="177016" y="252779"/>
                  </a:lnTo>
                  <a:lnTo>
                    <a:pt x="178735" y="254001"/>
                  </a:lnTo>
                  <a:lnTo>
                    <a:pt x="180263" y="255329"/>
                  </a:lnTo>
                  <a:lnTo>
                    <a:pt x="181598" y="256773"/>
                  </a:lnTo>
                  <a:lnTo>
                    <a:pt x="182574" y="258169"/>
                  </a:lnTo>
                  <a:lnTo>
                    <a:pt x="183386" y="259704"/>
                  </a:lnTo>
                  <a:lnTo>
                    <a:pt x="184050" y="261373"/>
                  </a:lnTo>
                  <a:lnTo>
                    <a:pt x="184579" y="263173"/>
                  </a:lnTo>
                  <a:lnTo>
                    <a:pt x="184989" y="265101"/>
                  </a:lnTo>
                  <a:lnTo>
                    <a:pt x="185292" y="267152"/>
                  </a:lnTo>
                  <a:lnTo>
                    <a:pt x="185503" y="269323"/>
                  </a:lnTo>
                  <a:lnTo>
                    <a:pt x="185636" y="271612"/>
                  </a:lnTo>
                  <a:lnTo>
                    <a:pt x="185706" y="274013"/>
                  </a:lnTo>
                  <a:lnTo>
                    <a:pt x="185726" y="276524"/>
                  </a:lnTo>
                  <a:lnTo>
                    <a:pt x="190253" y="276440"/>
                  </a:lnTo>
                  <a:lnTo>
                    <a:pt x="194633" y="276168"/>
                  </a:lnTo>
                  <a:lnTo>
                    <a:pt x="198862" y="275681"/>
                  </a:lnTo>
                  <a:lnTo>
                    <a:pt x="202933" y="274949"/>
                  </a:lnTo>
                  <a:lnTo>
                    <a:pt x="206841" y="273945"/>
                  </a:lnTo>
                  <a:lnTo>
                    <a:pt x="210581" y="272640"/>
                  </a:lnTo>
                  <a:lnTo>
                    <a:pt x="214148" y="271006"/>
                  </a:lnTo>
                  <a:lnTo>
                    <a:pt x="217536" y="269015"/>
                  </a:lnTo>
                  <a:lnTo>
                    <a:pt x="220740" y="266638"/>
                  </a:lnTo>
                  <a:lnTo>
                    <a:pt x="223755" y="263848"/>
                  </a:lnTo>
                  <a:lnTo>
                    <a:pt x="225816" y="261562"/>
                  </a:lnTo>
                  <a:lnTo>
                    <a:pt x="227757" y="258931"/>
                  </a:lnTo>
                  <a:lnTo>
                    <a:pt x="229582" y="255928"/>
                  </a:lnTo>
                  <a:lnTo>
                    <a:pt x="231293" y="252527"/>
                  </a:lnTo>
                  <a:lnTo>
                    <a:pt x="232894" y="248702"/>
                  </a:lnTo>
                  <a:lnTo>
                    <a:pt x="234389" y="244426"/>
                  </a:lnTo>
                  <a:lnTo>
                    <a:pt x="235782" y="239673"/>
                  </a:lnTo>
                  <a:lnTo>
                    <a:pt x="237076" y="234415"/>
                  </a:lnTo>
                  <a:lnTo>
                    <a:pt x="238274" y="228626"/>
                  </a:lnTo>
                  <a:lnTo>
                    <a:pt x="239380" y="222281"/>
                  </a:lnTo>
                  <a:lnTo>
                    <a:pt x="270039" y="222281"/>
                  </a:lnTo>
                  <a:lnTo>
                    <a:pt x="271153" y="222236"/>
                  </a:lnTo>
                  <a:lnTo>
                    <a:pt x="272192" y="222101"/>
                  </a:lnTo>
                  <a:lnTo>
                    <a:pt x="273154" y="221875"/>
                  </a:lnTo>
                  <a:lnTo>
                    <a:pt x="274034" y="221554"/>
                  </a:lnTo>
                  <a:lnTo>
                    <a:pt x="274830" y="221138"/>
                  </a:lnTo>
                  <a:lnTo>
                    <a:pt x="275537" y="220625"/>
                  </a:lnTo>
                  <a:lnTo>
                    <a:pt x="276152" y="220013"/>
                  </a:lnTo>
                  <a:lnTo>
                    <a:pt x="276671" y="219300"/>
                  </a:lnTo>
                  <a:lnTo>
                    <a:pt x="277091" y="218484"/>
                  </a:lnTo>
                  <a:lnTo>
                    <a:pt x="277409" y="217564"/>
                  </a:lnTo>
                  <a:lnTo>
                    <a:pt x="274743" y="214427"/>
                  </a:lnTo>
                  <a:lnTo>
                    <a:pt x="271787" y="211109"/>
                  </a:lnTo>
                  <a:lnTo>
                    <a:pt x="268675" y="207731"/>
                  </a:lnTo>
                  <a:lnTo>
                    <a:pt x="265542" y="204413"/>
                  </a:lnTo>
                  <a:lnTo>
                    <a:pt x="262522" y="201276"/>
                  </a:lnTo>
                  <a:lnTo>
                    <a:pt x="259749" y="198439"/>
                  </a:lnTo>
                  <a:lnTo>
                    <a:pt x="257359" y="196024"/>
                  </a:lnTo>
                  <a:lnTo>
                    <a:pt x="255485" y="194149"/>
                  </a:lnTo>
                  <a:lnTo>
                    <a:pt x="254263" y="192937"/>
                  </a:lnTo>
                  <a:lnTo>
                    <a:pt x="253825" y="192506"/>
                  </a:lnTo>
                  <a:lnTo>
                    <a:pt x="240559" y="213731"/>
                  </a:lnTo>
                  <a:lnTo>
                    <a:pt x="241161" y="209016"/>
                  </a:lnTo>
                  <a:lnTo>
                    <a:pt x="241729" y="204062"/>
                  </a:lnTo>
                  <a:lnTo>
                    <a:pt x="242265" y="198860"/>
                  </a:lnTo>
                  <a:lnTo>
                    <a:pt x="242771" y="193402"/>
                  </a:lnTo>
                  <a:lnTo>
                    <a:pt x="243249" y="187678"/>
                  </a:lnTo>
                  <a:lnTo>
                    <a:pt x="243700" y="181680"/>
                  </a:lnTo>
                  <a:lnTo>
                    <a:pt x="244127" y="175400"/>
                  </a:lnTo>
                  <a:lnTo>
                    <a:pt x="244530" y="168827"/>
                  </a:lnTo>
                  <a:lnTo>
                    <a:pt x="244913" y="161954"/>
                  </a:lnTo>
                  <a:lnTo>
                    <a:pt x="245276" y="154771"/>
                  </a:lnTo>
                  <a:lnTo>
                    <a:pt x="275640" y="154771"/>
                  </a:lnTo>
                  <a:lnTo>
                    <a:pt x="276834" y="154726"/>
                  </a:lnTo>
                  <a:lnTo>
                    <a:pt x="277938" y="154592"/>
                  </a:lnTo>
                  <a:lnTo>
                    <a:pt x="278949" y="154365"/>
                  </a:lnTo>
                  <a:lnTo>
                    <a:pt x="279867" y="154044"/>
                  </a:lnTo>
                  <a:lnTo>
                    <a:pt x="280689" y="153629"/>
                  </a:lnTo>
                  <a:lnTo>
                    <a:pt x="281414" y="153115"/>
                  </a:lnTo>
                  <a:lnTo>
                    <a:pt x="282040" y="152503"/>
                  </a:lnTo>
                  <a:lnTo>
                    <a:pt x="282565" y="151790"/>
                  </a:lnTo>
                  <a:lnTo>
                    <a:pt x="282987" y="150974"/>
                  </a:lnTo>
                  <a:lnTo>
                    <a:pt x="283305" y="150054"/>
                  </a:lnTo>
                  <a:lnTo>
                    <a:pt x="280543" y="146724"/>
                  </a:lnTo>
                  <a:lnTo>
                    <a:pt x="277478" y="143189"/>
                  </a:lnTo>
                  <a:lnTo>
                    <a:pt x="274250" y="139579"/>
                  </a:lnTo>
                  <a:lnTo>
                    <a:pt x="270999" y="136026"/>
                  </a:lnTo>
                  <a:lnTo>
                    <a:pt x="267865" y="132661"/>
                  </a:lnTo>
                  <a:lnTo>
                    <a:pt x="264987" y="129614"/>
                  </a:lnTo>
                  <a:lnTo>
                    <a:pt x="262506" y="127016"/>
                  </a:lnTo>
                  <a:lnTo>
                    <a:pt x="260561" y="124998"/>
                  </a:lnTo>
                  <a:lnTo>
                    <a:pt x="259291" y="123692"/>
                  </a:lnTo>
                  <a:lnTo>
                    <a:pt x="258837" y="123227"/>
                  </a:lnTo>
                  <a:lnTo>
                    <a:pt x="245865" y="144748"/>
                  </a:lnTo>
                  <a:lnTo>
                    <a:pt x="247634" y="90799"/>
                  </a:lnTo>
                  <a:lnTo>
                    <a:pt x="249509" y="90499"/>
                  </a:lnTo>
                  <a:lnTo>
                    <a:pt x="251245" y="90131"/>
                  </a:lnTo>
                  <a:lnTo>
                    <a:pt x="252842" y="89700"/>
                  </a:lnTo>
                  <a:lnTo>
                    <a:pt x="254304" y="89209"/>
                  </a:lnTo>
                  <a:lnTo>
                    <a:pt x="255631" y="88661"/>
                  </a:lnTo>
                  <a:lnTo>
                    <a:pt x="256825" y="88061"/>
                  </a:lnTo>
                  <a:lnTo>
                    <a:pt x="257888" y="87410"/>
                  </a:lnTo>
                  <a:lnTo>
                    <a:pt x="258823" y="86714"/>
                  </a:lnTo>
                  <a:lnTo>
                    <a:pt x="259629" y="85975"/>
                  </a:lnTo>
                  <a:lnTo>
                    <a:pt x="260311" y="85197"/>
                  </a:lnTo>
                  <a:lnTo>
                    <a:pt x="230830" y="59255"/>
                  </a:lnTo>
                  <a:lnTo>
                    <a:pt x="213142" y="77238"/>
                  </a:lnTo>
                  <a:lnTo>
                    <a:pt x="147401" y="77238"/>
                  </a:lnTo>
                  <a:lnTo>
                    <a:pt x="123522" y="65740"/>
                  </a:lnTo>
                  <a:lnTo>
                    <a:pt x="124920" y="63883"/>
                  </a:lnTo>
                  <a:lnTo>
                    <a:pt x="126284" y="62026"/>
                  </a:lnTo>
                  <a:lnTo>
                    <a:pt x="127616" y="60169"/>
                  </a:lnTo>
                  <a:lnTo>
                    <a:pt x="128918" y="58311"/>
                  </a:lnTo>
                  <a:lnTo>
                    <a:pt x="130192" y="56454"/>
                  </a:lnTo>
                  <a:lnTo>
                    <a:pt x="131440" y="54597"/>
                  </a:lnTo>
                  <a:lnTo>
                    <a:pt x="132662" y="52740"/>
                  </a:lnTo>
                  <a:lnTo>
                    <a:pt x="133862" y="50882"/>
                  </a:lnTo>
                  <a:lnTo>
                    <a:pt x="135040" y="49025"/>
                  </a:lnTo>
                  <a:lnTo>
                    <a:pt x="136199" y="47168"/>
                  </a:lnTo>
                  <a:lnTo>
                    <a:pt x="269155" y="47168"/>
                  </a:lnTo>
                  <a:lnTo>
                    <a:pt x="270365" y="47123"/>
                  </a:lnTo>
                  <a:lnTo>
                    <a:pt x="271511" y="46989"/>
                  </a:lnTo>
                  <a:lnTo>
                    <a:pt x="272583" y="46762"/>
                  </a:lnTo>
                  <a:lnTo>
                    <a:pt x="273570" y="46442"/>
                  </a:lnTo>
                  <a:lnTo>
                    <a:pt x="274461" y="46026"/>
                  </a:lnTo>
                  <a:lnTo>
                    <a:pt x="275247" y="45512"/>
                  </a:lnTo>
                  <a:lnTo>
                    <a:pt x="275915" y="44900"/>
                  </a:lnTo>
                  <a:lnTo>
                    <a:pt x="276456" y="44187"/>
                  </a:lnTo>
                  <a:lnTo>
                    <a:pt x="276860" y="43371"/>
                  </a:lnTo>
                  <a:lnTo>
                    <a:pt x="277114" y="42451"/>
                  </a:lnTo>
                  <a:lnTo>
                    <a:pt x="273349" y="38873"/>
                  </a:lnTo>
                  <a:lnTo>
                    <a:pt x="269244" y="35123"/>
                  </a:lnTo>
                  <a:lnTo>
                    <a:pt x="264973" y="31331"/>
                  </a:lnTo>
                  <a:lnTo>
                    <a:pt x="260709" y="27626"/>
                  </a:lnTo>
                  <a:lnTo>
                    <a:pt x="256626" y="24136"/>
                  </a:lnTo>
                  <a:lnTo>
                    <a:pt x="252896" y="20992"/>
                  </a:lnTo>
                  <a:lnTo>
                    <a:pt x="249693" y="18321"/>
                  </a:lnTo>
                  <a:lnTo>
                    <a:pt x="247191" y="16254"/>
                  </a:lnTo>
                  <a:lnTo>
                    <a:pt x="245562" y="14919"/>
                  </a:lnTo>
                  <a:lnTo>
                    <a:pt x="244981" y="14445"/>
                  </a:lnTo>
                  <a:close/>
                  <a:moveTo>
                    <a:pt x="208425" y="213731"/>
                  </a:moveTo>
                  <a:lnTo>
                    <a:pt x="120574" y="213731"/>
                  </a:lnTo>
                  <a:lnTo>
                    <a:pt x="121475" y="208642"/>
                  </a:lnTo>
                  <a:lnTo>
                    <a:pt x="122404" y="203298"/>
                  </a:lnTo>
                  <a:lnTo>
                    <a:pt x="123355" y="197727"/>
                  </a:lnTo>
                  <a:lnTo>
                    <a:pt x="124319" y="191958"/>
                  </a:lnTo>
                  <a:lnTo>
                    <a:pt x="125291" y="186020"/>
                  </a:lnTo>
                  <a:lnTo>
                    <a:pt x="126263" y="179940"/>
                  </a:lnTo>
                  <a:lnTo>
                    <a:pt x="127227" y="173747"/>
                  </a:lnTo>
                  <a:lnTo>
                    <a:pt x="128178" y="167469"/>
                  </a:lnTo>
                  <a:lnTo>
                    <a:pt x="129107" y="161134"/>
                  </a:lnTo>
                  <a:lnTo>
                    <a:pt x="130008" y="154771"/>
                  </a:lnTo>
                  <a:lnTo>
                    <a:pt x="214027" y="154771"/>
                  </a:lnTo>
                  <a:lnTo>
                    <a:pt x="213575" y="162280"/>
                  </a:lnTo>
                  <a:lnTo>
                    <a:pt x="213105" y="169421"/>
                  </a:lnTo>
                  <a:lnTo>
                    <a:pt x="212613" y="176198"/>
                  </a:lnTo>
                  <a:lnTo>
                    <a:pt x="212097" y="182614"/>
                  </a:lnTo>
                  <a:lnTo>
                    <a:pt x="211558" y="188673"/>
                  </a:lnTo>
                  <a:lnTo>
                    <a:pt x="210991" y="194378"/>
                  </a:lnTo>
                  <a:lnTo>
                    <a:pt x="210397" y="199733"/>
                  </a:lnTo>
                  <a:lnTo>
                    <a:pt x="209772" y="204741"/>
                  </a:lnTo>
                  <a:lnTo>
                    <a:pt x="209116" y="209406"/>
                  </a:lnTo>
                  <a:lnTo>
                    <a:pt x="208425" y="213731"/>
                  </a:lnTo>
                  <a:close/>
                  <a:moveTo>
                    <a:pt x="214321" y="146222"/>
                  </a:moveTo>
                  <a:lnTo>
                    <a:pt x="131482" y="146222"/>
                  </a:lnTo>
                  <a:lnTo>
                    <a:pt x="132437" y="139523"/>
                  </a:lnTo>
                  <a:lnTo>
                    <a:pt x="133357" y="132887"/>
                  </a:lnTo>
                  <a:lnTo>
                    <a:pt x="134241" y="126344"/>
                  </a:lnTo>
                  <a:lnTo>
                    <a:pt x="135090" y="119920"/>
                  </a:lnTo>
                  <a:lnTo>
                    <a:pt x="135904" y="113646"/>
                  </a:lnTo>
                  <a:lnTo>
                    <a:pt x="136682" y="107548"/>
                  </a:lnTo>
                  <a:lnTo>
                    <a:pt x="137425" y="101656"/>
                  </a:lnTo>
                  <a:lnTo>
                    <a:pt x="138133" y="95997"/>
                  </a:lnTo>
                  <a:lnTo>
                    <a:pt x="138805" y="90599"/>
                  </a:lnTo>
                  <a:lnTo>
                    <a:pt x="139442" y="85492"/>
                  </a:lnTo>
                  <a:lnTo>
                    <a:pt x="216385" y="85492"/>
                  </a:lnTo>
                  <a:lnTo>
                    <a:pt x="216208" y="92303"/>
                  </a:lnTo>
                  <a:lnTo>
                    <a:pt x="216029" y="98940"/>
                  </a:lnTo>
                  <a:lnTo>
                    <a:pt x="215846" y="105407"/>
                  </a:lnTo>
                  <a:lnTo>
                    <a:pt x="215659" y="111708"/>
                  </a:lnTo>
                  <a:lnTo>
                    <a:pt x="215464" y="117847"/>
                  </a:lnTo>
                  <a:lnTo>
                    <a:pt x="215260" y="123826"/>
                  </a:lnTo>
                  <a:lnTo>
                    <a:pt x="215046" y="129650"/>
                  </a:lnTo>
                  <a:lnTo>
                    <a:pt x="214819" y="135321"/>
                  </a:lnTo>
                  <a:lnTo>
                    <a:pt x="214578" y="140844"/>
                  </a:lnTo>
                  <a:lnTo>
                    <a:pt x="214321" y="14622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Freeform 25"/>
            <p:cNvSpPr/>
            <p:nvPr/>
          </p:nvSpPr>
          <p:spPr>
            <a:xfrm>
              <a:off x="1921696" y="558379"/>
              <a:ext cx="282013" cy="277704"/>
            </a:xfrm>
            <a:custGeom>
              <a:avLst/>
              <a:gdLst/>
              <a:ahLst/>
              <a:cxnLst/>
              <a:rect l="l" t="t" r="r" b="b"/>
              <a:pathLst>
                <a:path w="282013" h="277704">
                  <a:moveTo>
                    <a:pt x="169216" y="3537"/>
                  </a:moveTo>
                  <a:lnTo>
                    <a:pt x="124112" y="0"/>
                  </a:lnTo>
                  <a:lnTo>
                    <a:pt x="124112" y="67804"/>
                  </a:lnTo>
                  <a:lnTo>
                    <a:pt x="70163" y="67804"/>
                  </a:lnTo>
                  <a:lnTo>
                    <a:pt x="70163" y="25353"/>
                  </a:lnTo>
                  <a:lnTo>
                    <a:pt x="72386" y="24946"/>
                  </a:lnTo>
                  <a:lnTo>
                    <a:pt x="74297" y="24435"/>
                  </a:lnTo>
                  <a:lnTo>
                    <a:pt x="75918" y="23822"/>
                  </a:lnTo>
                  <a:lnTo>
                    <a:pt x="77271" y="23108"/>
                  </a:lnTo>
                  <a:lnTo>
                    <a:pt x="78380" y="22294"/>
                  </a:lnTo>
                  <a:lnTo>
                    <a:pt x="79269" y="21384"/>
                  </a:lnTo>
                  <a:lnTo>
                    <a:pt x="79959" y="20377"/>
                  </a:lnTo>
                  <a:lnTo>
                    <a:pt x="80474" y="19277"/>
                  </a:lnTo>
                  <a:lnTo>
                    <a:pt x="80837" y="18086"/>
                  </a:lnTo>
                  <a:lnTo>
                    <a:pt x="81070" y="16803"/>
                  </a:lnTo>
                  <a:lnTo>
                    <a:pt x="36260" y="12381"/>
                  </a:lnTo>
                  <a:lnTo>
                    <a:pt x="36260" y="64267"/>
                  </a:lnTo>
                  <a:lnTo>
                    <a:pt x="35112" y="65008"/>
                  </a:lnTo>
                  <a:lnTo>
                    <a:pt x="33973" y="65807"/>
                  </a:lnTo>
                  <a:lnTo>
                    <a:pt x="32851" y="66652"/>
                  </a:lnTo>
                  <a:lnTo>
                    <a:pt x="31756" y="67531"/>
                  </a:lnTo>
                  <a:lnTo>
                    <a:pt x="30696" y="68431"/>
                  </a:lnTo>
                  <a:lnTo>
                    <a:pt x="29680" y="69340"/>
                  </a:lnTo>
                  <a:lnTo>
                    <a:pt x="28718" y="70245"/>
                  </a:lnTo>
                  <a:lnTo>
                    <a:pt x="27817" y="71134"/>
                  </a:lnTo>
                  <a:lnTo>
                    <a:pt x="26987" y="71996"/>
                  </a:lnTo>
                  <a:lnTo>
                    <a:pt x="26237" y="72816"/>
                  </a:lnTo>
                  <a:lnTo>
                    <a:pt x="61613" y="90799"/>
                  </a:lnTo>
                  <a:lnTo>
                    <a:pt x="71932" y="76354"/>
                  </a:lnTo>
                  <a:lnTo>
                    <a:pt x="210489" y="76354"/>
                  </a:lnTo>
                  <a:lnTo>
                    <a:pt x="210489" y="84903"/>
                  </a:lnTo>
                  <a:lnTo>
                    <a:pt x="196633" y="99938"/>
                  </a:lnTo>
                  <a:lnTo>
                    <a:pt x="79596" y="99938"/>
                  </a:lnTo>
                  <a:lnTo>
                    <a:pt x="40977" y="86082"/>
                  </a:lnTo>
                  <a:lnTo>
                    <a:pt x="40977" y="165089"/>
                  </a:lnTo>
                  <a:lnTo>
                    <a:pt x="40809" y="177154"/>
                  </a:lnTo>
                  <a:lnTo>
                    <a:pt x="40197" y="189088"/>
                  </a:lnTo>
                  <a:lnTo>
                    <a:pt x="38979" y="200849"/>
                  </a:lnTo>
                  <a:lnTo>
                    <a:pt x="36996" y="212394"/>
                  </a:lnTo>
                  <a:lnTo>
                    <a:pt x="34086" y="223681"/>
                  </a:lnTo>
                  <a:lnTo>
                    <a:pt x="30088" y="234667"/>
                  </a:lnTo>
                  <a:lnTo>
                    <a:pt x="24842" y="245310"/>
                  </a:lnTo>
                  <a:lnTo>
                    <a:pt x="18186" y="255568"/>
                  </a:lnTo>
                  <a:lnTo>
                    <a:pt x="9958" y="265397"/>
                  </a:lnTo>
                  <a:lnTo>
                    <a:pt x="0" y="274756"/>
                  </a:lnTo>
                  <a:lnTo>
                    <a:pt x="2358" y="277704"/>
                  </a:lnTo>
                  <a:lnTo>
                    <a:pt x="20356" y="268891"/>
                  </a:lnTo>
                  <a:lnTo>
                    <a:pt x="35114" y="259169"/>
                  </a:lnTo>
                  <a:lnTo>
                    <a:pt x="46951" y="248672"/>
                  </a:lnTo>
                  <a:lnTo>
                    <a:pt x="56182" y="237535"/>
                  </a:lnTo>
                  <a:lnTo>
                    <a:pt x="63124" y="225892"/>
                  </a:lnTo>
                  <a:lnTo>
                    <a:pt x="68094" y="213878"/>
                  </a:lnTo>
                  <a:lnTo>
                    <a:pt x="71409" y="201626"/>
                  </a:lnTo>
                  <a:lnTo>
                    <a:pt x="73384" y="189272"/>
                  </a:lnTo>
                  <a:lnTo>
                    <a:pt x="74337" y="176950"/>
                  </a:lnTo>
                  <a:lnTo>
                    <a:pt x="74585" y="164794"/>
                  </a:lnTo>
                  <a:lnTo>
                    <a:pt x="74585" y="108487"/>
                  </a:lnTo>
                  <a:lnTo>
                    <a:pt x="199876" y="108487"/>
                  </a:lnTo>
                  <a:lnTo>
                    <a:pt x="200158" y="128752"/>
                  </a:lnTo>
                  <a:lnTo>
                    <a:pt x="200928" y="148703"/>
                  </a:lnTo>
                  <a:lnTo>
                    <a:pt x="202338" y="168094"/>
                  </a:lnTo>
                  <a:lnTo>
                    <a:pt x="204541" y="186683"/>
                  </a:lnTo>
                  <a:lnTo>
                    <a:pt x="207688" y="204224"/>
                  </a:lnTo>
                  <a:lnTo>
                    <a:pt x="211932" y="220474"/>
                  </a:lnTo>
                  <a:lnTo>
                    <a:pt x="217425" y="235189"/>
                  </a:lnTo>
                  <a:lnTo>
                    <a:pt x="224319" y="248124"/>
                  </a:lnTo>
                  <a:lnTo>
                    <a:pt x="232765" y="259036"/>
                  </a:lnTo>
                  <a:lnTo>
                    <a:pt x="242917" y="267680"/>
                  </a:lnTo>
                  <a:lnTo>
                    <a:pt x="246639" y="270206"/>
                  </a:lnTo>
                  <a:lnTo>
                    <a:pt x="250514" y="272428"/>
                  </a:lnTo>
                  <a:lnTo>
                    <a:pt x="254480" y="274271"/>
                  </a:lnTo>
                  <a:lnTo>
                    <a:pt x="258478" y="275661"/>
                  </a:lnTo>
                  <a:lnTo>
                    <a:pt x="262448" y="276525"/>
                  </a:lnTo>
                  <a:lnTo>
                    <a:pt x="266329" y="276786"/>
                  </a:lnTo>
                  <a:lnTo>
                    <a:pt x="270062" y="276372"/>
                  </a:lnTo>
                  <a:lnTo>
                    <a:pt x="273586" y="275209"/>
                  </a:lnTo>
                  <a:lnTo>
                    <a:pt x="276841" y="273220"/>
                  </a:lnTo>
                  <a:lnTo>
                    <a:pt x="279767" y="270334"/>
                  </a:lnTo>
                  <a:lnTo>
                    <a:pt x="280837" y="268467"/>
                  </a:lnTo>
                  <a:lnTo>
                    <a:pt x="281569" y="266405"/>
                  </a:lnTo>
                  <a:lnTo>
                    <a:pt x="281962" y="264144"/>
                  </a:lnTo>
                  <a:lnTo>
                    <a:pt x="282013" y="261683"/>
                  </a:lnTo>
                  <a:lnTo>
                    <a:pt x="281720" y="259021"/>
                  </a:lnTo>
                  <a:lnTo>
                    <a:pt x="281083" y="256155"/>
                  </a:lnTo>
                  <a:lnTo>
                    <a:pt x="280100" y="253084"/>
                  </a:lnTo>
                  <a:lnTo>
                    <a:pt x="278767" y="249806"/>
                  </a:lnTo>
                  <a:lnTo>
                    <a:pt x="277085" y="246319"/>
                  </a:lnTo>
                  <a:lnTo>
                    <a:pt x="275051" y="242622"/>
                  </a:lnTo>
                  <a:lnTo>
                    <a:pt x="277409" y="201939"/>
                  </a:lnTo>
                  <a:lnTo>
                    <a:pt x="274166" y="201645"/>
                  </a:lnTo>
                  <a:lnTo>
                    <a:pt x="273361" y="204722"/>
                  </a:lnTo>
                  <a:lnTo>
                    <a:pt x="272539" y="207758"/>
                  </a:lnTo>
                  <a:lnTo>
                    <a:pt x="271699" y="210748"/>
                  </a:lnTo>
                  <a:lnTo>
                    <a:pt x="270841" y="213687"/>
                  </a:lnTo>
                  <a:lnTo>
                    <a:pt x="269965" y="216569"/>
                  </a:lnTo>
                  <a:lnTo>
                    <a:pt x="269072" y="219389"/>
                  </a:lnTo>
                  <a:lnTo>
                    <a:pt x="268161" y="222143"/>
                  </a:lnTo>
                  <a:lnTo>
                    <a:pt x="267232" y="224823"/>
                  </a:lnTo>
                  <a:lnTo>
                    <a:pt x="266286" y="227426"/>
                  </a:lnTo>
                  <a:lnTo>
                    <a:pt x="265322" y="229946"/>
                  </a:lnTo>
                  <a:lnTo>
                    <a:pt x="264798" y="230759"/>
                  </a:lnTo>
                  <a:lnTo>
                    <a:pt x="264280" y="231432"/>
                  </a:lnTo>
                  <a:lnTo>
                    <a:pt x="263754" y="231962"/>
                  </a:lnTo>
                  <a:lnTo>
                    <a:pt x="263209" y="232351"/>
                  </a:lnTo>
                  <a:lnTo>
                    <a:pt x="262632" y="232599"/>
                  </a:lnTo>
                  <a:lnTo>
                    <a:pt x="262011" y="232705"/>
                  </a:lnTo>
                  <a:lnTo>
                    <a:pt x="261333" y="232670"/>
                  </a:lnTo>
                  <a:lnTo>
                    <a:pt x="260586" y="232493"/>
                  </a:lnTo>
                  <a:lnTo>
                    <a:pt x="259758" y="232174"/>
                  </a:lnTo>
                  <a:lnTo>
                    <a:pt x="258836" y="231715"/>
                  </a:lnTo>
                  <a:lnTo>
                    <a:pt x="252723" y="226167"/>
                  </a:lnTo>
                  <a:lnTo>
                    <a:pt x="247603" y="218109"/>
                  </a:lnTo>
                  <a:lnTo>
                    <a:pt x="243411" y="207950"/>
                  </a:lnTo>
                  <a:lnTo>
                    <a:pt x="240077" y="196098"/>
                  </a:lnTo>
                  <a:lnTo>
                    <a:pt x="237537" y="182962"/>
                  </a:lnTo>
                  <a:lnTo>
                    <a:pt x="235721" y="168950"/>
                  </a:lnTo>
                  <a:lnTo>
                    <a:pt x="234564" y="154471"/>
                  </a:lnTo>
                  <a:lnTo>
                    <a:pt x="233997" y="139934"/>
                  </a:lnTo>
                  <a:lnTo>
                    <a:pt x="233954" y="125747"/>
                  </a:lnTo>
                  <a:lnTo>
                    <a:pt x="234368" y="112320"/>
                  </a:lnTo>
                  <a:lnTo>
                    <a:pt x="236012" y="112028"/>
                  </a:lnTo>
                  <a:lnTo>
                    <a:pt x="237578" y="111687"/>
                  </a:lnTo>
                  <a:lnTo>
                    <a:pt x="239059" y="111301"/>
                  </a:lnTo>
                  <a:lnTo>
                    <a:pt x="240448" y="110871"/>
                  </a:lnTo>
                  <a:lnTo>
                    <a:pt x="241738" y="110403"/>
                  </a:lnTo>
                  <a:lnTo>
                    <a:pt x="242922" y="109900"/>
                  </a:lnTo>
                  <a:lnTo>
                    <a:pt x="243992" y="109364"/>
                  </a:lnTo>
                  <a:lnTo>
                    <a:pt x="244943" y="108801"/>
                  </a:lnTo>
                  <a:lnTo>
                    <a:pt x="245766" y="108212"/>
                  </a:lnTo>
                  <a:lnTo>
                    <a:pt x="246455" y="107603"/>
                  </a:lnTo>
                  <a:lnTo>
                    <a:pt x="221986" y="88440"/>
                  </a:lnTo>
                  <a:lnTo>
                    <a:pt x="225575" y="88092"/>
                  </a:lnTo>
                  <a:lnTo>
                    <a:pt x="229050" y="87596"/>
                  </a:lnTo>
                  <a:lnTo>
                    <a:pt x="232347" y="86984"/>
                  </a:lnTo>
                  <a:lnTo>
                    <a:pt x="235405" y="86285"/>
                  </a:lnTo>
                  <a:lnTo>
                    <a:pt x="238163" y="85529"/>
                  </a:lnTo>
                  <a:lnTo>
                    <a:pt x="240559" y="84747"/>
                  </a:lnTo>
                  <a:lnTo>
                    <a:pt x="242529" y="83969"/>
                  </a:lnTo>
                  <a:lnTo>
                    <a:pt x="244014" y="83224"/>
                  </a:lnTo>
                  <a:lnTo>
                    <a:pt x="244950" y="82542"/>
                  </a:lnTo>
                  <a:lnTo>
                    <a:pt x="245275" y="81955"/>
                  </a:lnTo>
                  <a:lnTo>
                    <a:pt x="245275" y="24468"/>
                  </a:lnTo>
                  <a:lnTo>
                    <a:pt x="247499" y="24062"/>
                  </a:lnTo>
                  <a:lnTo>
                    <a:pt x="249410" y="23553"/>
                  </a:lnTo>
                  <a:lnTo>
                    <a:pt x="251030" y="22945"/>
                  </a:lnTo>
                  <a:lnTo>
                    <a:pt x="252384" y="22242"/>
                  </a:lnTo>
                  <a:lnTo>
                    <a:pt x="253493" y="21447"/>
                  </a:lnTo>
                  <a:lnTo>
                    <a:pt x="254381" y="20563"/>
                  </a:lnTo>
                  <a:lnTo>
                    <a:pt x="255071" y="19594"/>
                  </a:lnTo>
                  <a:lnTo>
                    <a:pt x="255586" y="18544"/>
                  </a:lnTo>
                  <a:lnTo>
                    <a:pt x="255949" y="17416"/>
                  </a:lnTo>
                  <a:lnTo>
                    <a:pt x="256183" y="16214"/>
                  </a:lnTo>
                  <a:lnTo>
                    <a:pt x="210489" y="12381"/>
                  </a:lnTo>
                  <a:lnTo>
                    <a:pt x="210489" y="67804"/>
                  </a:lnTo>
                  <a:lnTo>
                    <a:pt x="158604" y="67804"/>
                  </a:lnTo>
                  <a:lnTo>
                    <a:pt x="158604" y="11792"/>
                  </a:lnTo>
                  <a:lnTo>
                    <a:pt x="160747" y="11386"/>
                  </a:lnTo>
                  <a:lnTo>
                    <a:pt x="162594" y="10877"/>
                  </a:lnTo>
                  <a:lnTo>
                    <a:pt x="164165" y="10269"/>
                  </a:lnTo>
                  <a:lnTo>
                    <a:pt x="165481" y="9565"/>
                  </a:lnTo>
                  <a:lnTo>
                    <a:pt x="166563" y="8770"/>
                  </a:lnTo>
                  <a:lnTo>
                    <a:pt x="167433" y="7886"/>
                  </a:lnTo>
                  <a:lnTo>
                    <a:pt x="168113" y="6918"/>
                  </a:lnTo>
                  <a:lnTo>
                    <a:pt x="168622" y="5867"/>
                  </a:lnTo>
                  <a:lnTo>
                    <a:pt x="168983" y="4740"/>
                  </a:lnTo>
                  <a:lnTo>
                    <a:pt x="169216" y="3537"/>
                  </a:lnTo>
                  <a:close/>
                  <a:moveTo>
                    <a:pt x="196338" y="132661"/>
                  </a:moveTo>
                  <a:lnTo>
                    <a:pt x="156540" y="115857"/>
                  </a:lnTo>
                  <a:lnTo>
                    <a:pt x="155178" y="120518"/>
                  </a:lnTo>
                  <a:lnTo>
                    <a:pt x="153745" y="125126"/>
                  </a:lnTo>
                  <a:lnTo>
                    <a:pt x="152242" y="129680"/>
                  </a:lnTo>
                  <a:lnTo>
                    <a:pt x="150667" y="134182"/>
                  </a:lnTo>
                  <a:lnTo>
                    <a:pt x="149022" y="138631"/>
                  </a:lnTo>
                  <a:lnTo>
                    <a:pt x="147307" y="143026"/>
                  </a:lnTo>
                  <a:lnTo>
                    <a:pt x="145520" y="147369"/>
                  </a:lnTo>
                  <a:lnTo>
                    <a:pt x="143663" y="151658"/>
                  </a:lnTo>
                  <a:lnTo>
                    <a:pt x="141735" y="155894"/>
                  </a:lnTo>
                  <a:lnTo>
                    <a:pt x="139736" y="160078"/>
                  </a:lnTo>
                  <a:lnTo>
                    <a:pt x="135394" y="157063"/>
                  </a:lnTo>
                  <a:lnTo>
                    <a:pt x="130857" y="154035"/>
                  </a:lnTo>
                  <a:lnTo>
                    <a:pt x="126125" y="151001"/>
                  </a:lnTo>
                  <a:lnTo>
                    <a:pt x="121199" y="147965"/>
                  </a:lnTo>
                  <a:lnTo>
                    <a:pt x="116078" y="144932"/>
                  </a:lnTo>
                  <a:lnTo>
                    <a:pt x="110763" y="141908"/>
                  </a:lnTo>
                  <a:lnTo>
                    <a:pt x="105253" y="138899"/>
                  </a:lnTo>
                  <a:lnTo>
                    <a:pt x="99549" y="135908"/>
                  </a:lnTo>
                  <a:lnTo>
                    <a:pt x="93650" y="132943"/>
                  </a:lnTo>
                  <a:lnTo>
                    <a:pt x="87556" y="130008"/>
                  </a:lnTo>
                  <a:lnTo>
                    <a:pt x="84018" y="132366"/>
                  </a:lnTo>
                  <a:lnTo>
                    <a:pt x="88226" y="136618"/>
                  </a:lnTo>
                  <a:lnTo>
                    <a:pt x="92523" y="141050"/>
                  </a:lnTo>
                  <a:lnTo>
                    <a:pt x="96895" y="145648"/>
                  </a:lnTo>
                  <a:lnTo>
                    <a:pt x="101325" y="150399"/>
                  </a:lnTo>
                  <a:lnTo>
                    <a:pt x="105797" y="155287"/>
                  </a:lnTo>
                  <a:lnTo>
                    <a:pt x="110296" y="160299"/>
                  </a:lnTo>
                  <a:lnTo>
                    <a:pt x="114806" y="165421"/>
                  </a:lnTo>
                  <a:lnTo>
                    <a:pt x="119310" y="170639"/>
                  </a:lnTo>
                  <a:lnTo>
                    <a:pt x="123793" y="175937"/>
                  </a:lnTo>
                  <a:lnTo>
                    <a:pt x="128239" y="181303"/>
                  </a:lnTo>
                  <a:lnTo>
                    <a:pt x="122521" y="190588"/>
                  </a:lnTo>
                  <a:lnTo>
                    <a:pt x="116525" y="199506"/>
                  </a:lnTo>
                  <a:lnTo>
                    <a:pt x="110274" y="208045"/>
                  </a:lnTo>
                  <a:lnTo>
                    <a:pt x="103791" y="216194"/>
                  </a:lnTo>
                  <a:lnTo>
                    <a:pt x="97100" y="223939"/>
                  </a:lnTo>
                  <a:lnTo>
                    <a:pt x="90223" y="231269"/>
                  </a:lnTo>
                  <a:lnTo>
                    <a:pt x="83184" y="238170"/>
                  </a:lnTo>
                  <a:lnTo>
                    <a:pt x="76005" y="244632"/>
                  </a:lnTo>
                  <a:lnTo>
                    <a:pt x="68708" y="250640"/>
                  </a:lnTo>
                  <a:lnTo>
                    <a:pt x="61319" y="256183"/>
                  </a:lnTo>
                  <a:lnTo>
                    <a:pt x="64561" y="259721"/>
                  </a:lnTo>
                  <a:lnTo>
                    <a:pt x="73492" y="255580"/>
                  </a:lnTo>
                  <a:lnTo>
                    <a:pt x="82235" y="251108"/>
                  </a:lnTo>
                  <a:lnTo>
                    <a:pt x="90781" y="246293"/>
                  </a:lnTo>
                  <a:lnTo>
                    <a:pt x="99117" y="241122"/>
                  </a:lnTo>
                  <a:lnTo>
                    <a:pt x="107234" y="235584"/>
                  </a:lnTo>
                  <a:lnTo>
                    <a:pt x="115121" y="229665"/>
                  </a:lnTo>
                  <a:lnTo>
                    <a:pt x="122768" y="223354"/>
                  </a:lnTo>
                  <a:lnTo>
                    <a:pt x="130163" y="216637"/>
                  </a:lnTo>
                  <a:lnTo>
                    <a:pt x="137297" y="209503"/>
                  </a:lnTo>
                  <a:lnTo>
                    <a:pt x="144158" y="201939"/>
                  </a:lnTo>
                  <a:lnTo>
                    <a:pt x="147641" y="206794"/>
                  </a:lnTo>
                  <a:lnTo>
                    <a:pt x="151005" y="211623"/>
                  </a:lnTo>
                  <a:lnTo>
                    <a:pt x="154238" y="216421"/>
                  </a:lnTo>
                  <a:lnTo>
                    <a:pt x="157328" y="221179"/>
                  </a:lnTo>
                  <a:lnTo>
                    <a:pt x="160262" y="225892"/>
                  </a:lnTo>
                  <a:lnTo>
                    <a:pt x="163028" y="230552"/>
                  </a:lnTo>
                  <a:lnTo>
                    <a:pt x="165614" y="235151"/>
                  </a:lnTo>
                  <a:lnTo>
                    <a:pt x="168007" y="239684"/>
                  </a:lnTo>
                  <a:lnTo>
                    <a:pt x="170194" y="244142"/>
                  </a:lnTo>
                  <a:lnTo>
                    <a:pt x="172164" y="248518"/>
                  </a:lnTo>
                  <a:lnTo>
                    <a:pt x="180067" y="252229"/>
                  </a:lnTo>
                  <a:lnTo>
                    <a:pt x="186916" y="252766"/>
                  </a:lnTo>
                  <a:lnTo>
                    <a:pt x="192369" y="250423"/>
                  </a:lnTo>
                  <a:lnTo>
                    <a:pt x="196079" y="245495"/>
                  </a:lnTo>
                  <a:lnTo>
                    <a:pt x="197702" y="238274"/>
                  </a:lnTo>
                  <a:lnTo>
                    <a:pt x="196892" y="229054"/>
                  </a:lnTo>
                  <a:lnTo>
                    <a:pt x="193306" y="218129"/>
                  </a:lnTo>
                  <a:lnTo>
                    <a:pt x="186598" y="205793"/>
                  </a:lnTo>
                  <a:lnTo>
                    <a:pt x="176423" y="192339"/>
                  </a:lnTo>
                  <a:lnTo>
                    <a:pt x="162436" y="178060"/>
                  </a:lnTo>
                  <a:lnTo>
                    <a:pt x="164806" y="174390"/>
                  </a:lnTo>
                  <a:lnTo>
                    <a:pt x="167139" y="170634"/>
                  </a:lnTo>
                  <a:lnTo>
                    <a:pt x="169432" y="166792"/>
                  </a:lnTo>
                  <a:lnTo>
                    <a:pt x="171686" y="162868"/>
                  </a:lnTo>
                  <a:lnTo>
                    <a:pt x="173896" y="158861"/>
                  </a:lnTo>
                  <a:lnTo>
                    <a:pt x="176063" y="154776"/>
                  </a:lnTo>
                  <a:lnTo>
                    <a:pt x="178183" y="150612"/>
                  </a:lnTo>
                  <a:lnTo>
                    <a:pt x="180256" y="146373"/>
                  </a:lnTo>
                  <a:lnTo>
                    <a:pt x="182279" y="142059"/>
                  </a:lnTo>
                  <a:lnTo>
                    <a:pt x="184251" y="137673"/>
                  </a:lnTo>
                  <a:lnTo>
                    <a:pt x="186198" y="137843"/>
                  </a:lnTo>
                  <a:lnTo>
                    <a:pt x="187971" y="137831"/>
                  </a:lnTo>
                  <a:lnTo>
                    <a:pt x="189574" y="137649"/>
                  </a:lnTo>
                  <a:lnTo>
                    <a:pt x="191011" y="137309"/>
                  </a:lnTo>
                  <a:lnTo>
                    <a:pt x="192285" y="136825"/>
                  </a:lnTo>
                  <a:lnTo>
                    <a:pt x="193400" y="136208"/>
                  </a:lnTo>
                  <a:lnTo>
                    <a:pt x="194359" y="135471"/>
                  </a:lnTo>
                  <a:lnTo>
                    <a:pt x="195166" y="134625"/>
                  </a:lnTo>
                  <a:lnTo>
                    <a:pt x="195825" y="133685"/>
                  </a:lnTo>
                  <a:lnTo>
                    <a:pt x="196338" y="1326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2236840" y="557494"/>
              <a:ext cx="280652" cy="277999"/>
            </a:xfrm>
            <a:custGeom>
              <a:avLst/>
              <a:gdLst/>
              <a:ahLst/>
              <a:cxnLst/>
              <a:rect l="l" t="t" r="r" b="b"/>
              <a:pathLst>
                <a:path w="280652" h="277999">
                  <a:moveTo>
                    <a:pt x="34492" y="1474"/>
                  </a:moveTo>
                  <a:lnTo>
                    <a:pt x="31838" y="3243"/>
                  </a:lnTo>
                  <a:lnTo>
                    <a:pt x="34652" y="7055"/>
                  </a:lnTo>
                  <a:lnTo>
                    <a:pt x="37399" y="11203"/>
                  </a:lnTo>
                  <a:lnTo>
                    <a:pt x="40034" y="15634"/>
                  </a:lnTo>
                  <a:lnTo>
                    <a:pt x="42508" y="20295"/>
                  </a:lnTo>
                  <a:lnTo>
                    <a:pt x="44773" y="25132"/>
                  </a:lnTo>
                  <a:lnTo>
                    <a:pt x="46781" y="30094"/>
                  </a:lnTo>
                  <a:lnTo>
                    <a:pt x="48486" y="35126"/>
                  </a:lnTo>
                  <a:lnTo>
                    <a:pt x="49838" y="40176"/>
                  </a:lnTo>
                  <a:lnTo>
                    <a:pt x="50790" y="45191"/>
                  </a:lnTo>
                  <a:lnTo>
                    <a:pt x="51295" y="50117"/>
                  </a:lnTo>
                  <a:lnTo>
                    <a:pt x="59572" y="54780"/>
                  </a:lnTo>
                  <a:lnTo>
                    <a:pt x="67349" y="55444"/>
                  </a:lnTo>
                  <a:lnTo>
                    <a:pt x="73983" y="52815"/>
                  </a:lnTo>
                  <a:lnTo>
                    <a:pt x="78832" y="47598"/>
                  </a:lnTo>
                  <a:lnTo>
                    <a:pt x="81255" y="40499"/>
                  </a:lnTo>
                  <a:lnTo>
                    <a:pt x="80608" y="32223"/>
                  </a:lnTo>
                  <a:lnTo>
                    <a:pt x="76251" y="23478"/>
                  </a:lnTo>
                  <a:lnTo>
                    <a:pt x="67540" y="14967"/>
                  </a:lnTo>
                  <a:lnTo>
                    <a:pt x="53834" y="7397"/>
                  </a:lnTo>
                  <a:lnTo>
                    <a:pt x="34492" y="1474"/>
                  </a:lnTo>
                  <a:close/>
                  <a:moveTo>
                    <a:pt x="267091" y="94927"/>
                  </a:moveTo>
                  <a:lnTo>
                    <a:pt x="232009" y="68100"/>
                  </a:lnTo>
                  <a:lnTo>
                    <a:pt x="227748" y="70987"/>
                  </a:lnTo>
                  <a:lnTo>
                    <a:pt x="222965" y="73970"/>
                  </a:lnTo>
                  <a:lnTo>
                    <a:pt x="217722" y="77020"/>
                  </a:lnTo>
                  <a:lnTo>
                    <a:pt x="212081" y="80109"/>
                  </a:lnTo>
                  <a:lnTo>
                    <a:pt x="206104" y="83208"/>
                  </a:lnTo>
                  <a:lnTo>
                    <a:pt x="199852" y="86290"/>
                  </a:lnTo>
                  <a:lnTo>
                    <a:pt x="193389" y="89326"/>
                  </a:lnTo>
                  <a:lnTo>
                    <a:pt x="186775" y="92288"/>
                  </a:lnTo>
                  <a:lnTo>
                    <a:pt x="180072" y="95147"/>
                  </a:lnTo>
                  <a:lnTo>
                    <a:pt x="173344" y="97875"/>
                  </a:lnTo>
                  <a:lnTo>
                    <a:pt x="140915" y="88441"/>
                  </a:lnTo>
                  <a:lnTo>
                    <a:pt x="143374" y="86115"/>
                  </a:lnTo>
                  <a:lnTo>
                    <a:pt x="145797" y="83734"/>
                  </a:lnTo>
                  <a:lnTo>
                    <a:pt x="148185" y="81296"/>
                  </a:lnTo>
                  <a:lnTo>
                    <a:pt x="150538" y="78800"/>
                  </a:lnTo>
                  <a:lnTo>
                    <a:pt x="152855" y="76244"/>
                  </a:lnTo>
                  <a:lnTo>
                    <a:pt x="155137" y="73625"/>
                  </a:lnTo>
                  <a:lnTo>
                    <a:pt x="157383" y="70944"/>
                  </a:lnTo>
                  <a:lnTo>
                    <a:pt x="159594" y="68196"/>
                  </a:lnTo>
                  <a:lnTo>
                    <a:pt x="161770" y="65382"/>
                  </a:lnTo>
                  <a:lnTo>
                    <a:pt x="163910" y="62498"/>
                  </a:lnTo>
                  <a:lnTo>
                    <a:pt x="271218" y="62498"/>
                  </a:lnTo>
                  <a:lnTo>
                    <a:pt x="272420" y="62454"/>
                  </a:lnTo>
                  <a:lnTo>
                    <a:pt x="273546" y="62319"/>
                  </a:lnTo>
                  <a:lnTo>
                    <a:pt x="274590" y="62093"/>
                  </a:lnTo>
                  <a:lnTo>
                    <a:pt x="275548" y="61772"/>
                  </a:lnTo>
                  <a:lnTo>
                    <a:pt x="276414" y="61356"/>
                  </a:lnTo>
                  <a:lnTo>
                    <a:pt x="277182" y="60843"/>
                  </a:lnTo>
                  <a:lnTo>
                    <a:pt x="277848" y="60231"/>
                  </a:lnTo>
                  <a:lnTo>
                    <a:pt x="278406" y="59517"/>
                  </a:lnTo>
                  <a:lnTo>
                    <a:pt x="278851" y="58702"/>
                  </a:lnTo>
                  <a:lnTo>
                    <a:pt x="279178" y="57782"/>
                  </a:lnTo>
                  <a:lnTo>
                    <a:pt x="275404" y="54195"/>
                  </a:lnTo>
                  <a:lnTo>
                    <a:pt x="271277" y="50423"/>
                  </a:lnTo>
                  <a:lnTo>
                    <a:pt x="266973" y="46598"/>
                  </a:lnTo>
                  <a:lnTo>
                    <a:pt x="262669" y="42853"/>
                  </a:lnTo>
                  <a:lnTo>
                    <a:pt x="258542" y="39320"/>
                  </a:lnTo>
                  <a:lnTo>
                    <a:pt x="254768" y="36131"/>
                  </a:lnTo>
                  <a:lnTo>
                    <a:pt x="251525" y="33421"/>
                  </a:lnTo>
                  <a:lnTo>
                    <a:pt x="248990" y="31320"/>
                  </a:lnTo>
                  <a:lnTo>
                    <a:pt x="247339" y="29963"/>
                  </a:lnTo>
                  <a:lnTo>
                    <a:pt x="246749" y="29481"/>
                  </a:lnTo>
                  <a:lnTo>
                    <a:pt x="229061" y="53949"/>
                  </a:lnTo>
                  <a:lnTo>
                    <a:pt x="169806" y="53949"/>
                  </a:lnTo>
                  <a:lnTo>
                    <a:pt x="171822" y="50907"/>
                  </a:lnTo>
                  <a:lnTo>
                    <a:pt x="173801" y="47796"/>
                  </a:lnTo>
                  <a:lnTo>
                    <a:pt x="175741" y="44618"/>
                  </a:lnTo>
                  <a:lnTo>
                    <a:pt x="177641" y="41374"/>
                  </a:lnTo>
                  <a:lnTo>
                    <a:pt x="179498" y="38067"/>
                  </a:lnTo>
                  <a:lnTo>
                    <a:pt x="181310" y="34697"/>
                  </a:lnTo>
                  <a:lnTo>
                    <a:pt x="183077" y="31268"/>
                  </a:lnTo>
                  <a:lnTo>
                    <a:pt x="184796" y="27780"/>
                  </a:lnTo>
                  <a:lnTo>
                    <a:pt x="186466" y="24236"/>
                  </a:lnTo>
                  <a:lnTo>
                    <a:pt x="188084" y="20636"/>
                  </a:lnTo>
                  <a:lnTo>
                    <a:pt x="190021" y="20567"/>
                  </a:lnTo>
                  <a:lnTo>
                    <a:pt x="191770" y="20361"/>
                  </a:lnTo>
                  <a:lnTo>
                    <a:pt x="193334" y="20024"/>
                  </a:lnTo>
                  <a:lnTo>
                    <a:pt x="194720" y="19561"/>
                  </a:lnTo>
                  <a:lnTo>
                    <a:pt x="195933" y="18978"/>
                  </a:lnTo>
                  <a:lnTo>
                    <a:pt x="196977" y="18280"/>
                  </a:lnTo>
                  <a:lnTo>
                    <a:pt x="197859" y="17473"/>
                  </a:lnTo>
                  <a:lnTo>
                    <a:pt x="198583" y="16561"/>
                  </a:lnTo>
                  <a:lnTo>
                    <a:pt x="199156" y="15550"/>
                  </a:lnTo>
                  <a:lnTo>
                    <a:pt x="199581" y="14446"/>
                  </a:lnTo>
                  <a:lnTo>
                    <a:pt x="153297" y="0"/>
                  </a:lnTo>
                  <a:lnTo>
                    <a:pt x="150845" y="11909"/>
                  </a:lnTo>
                  <a:lnTo>
                    <a:pt x="147941" y="23700"/>
                  </a:lnTo>
                  <a:lnTo>
                    <a:pt x="144626" y="35293"/>
                  </a:lnTo>
                  <a:lnTo>
                    <a:pt x="140944" y="46607"/>
                  </a:lnTo>
                  <a:lnTo>
                    <a:pt x="136935" y="57561"/>
                  </a:lnTo>
                  <a:lnTo>
                    <a:pt x="132644" y="68071"/>
                  </a:lnTo>
                  <a:lnTo>
                    <a:pt x="128113" y="78059"/>
                  </a:lnTo>
                  <a:lnTo>
                    <a:pt x="123383" y="87441"/>
                  </a:lnTo>
                  <a:lnTo>
                    <a:pt x="118497" y="96137"/>
                  </a:lnTo>
                  <a:lnTo>
                    <a:pt x="113499" y="104066"/>
                  </a:lnTo>
                  <a:lnTo>
                    <a:pt x="117036" y="106719"/>
                  </a:lnTo>
                  <a:lnTo>
                    <a:pt x="118885" y="105551"/>
                  </a:lnTo>
                  <a:lnTo>
                    <a:pt x="120718" y="104349"/>
                  </a:lnTo>
                  <a:lnTo>
                    <a:pt x="122536" y="103110"/>
                  </a:lnTo>
                  <a:lnTo>
                    <a:pt x="124343" y="101837"/>
                  </a:lnTo>
                  <a:lnTo>
                    <a:pt x="126138" y="100528"/>
                  </a:lnTo>
                  <a:lnTo>
                    <a:pt x="127925" y="99184"/>
                  </a:lnTo>
                  <a:lnTo>
                    <a:pt x="129705" y="97804"/>
                  </a:lnTo>
                  <a:lnTo>
                    <a:pt x="131479" y="96389"/>
                  </a:lnTo>
                  <a:lnTo>
                    <a:pt x="133250" y="94939"/>
                  </a:lnTo>
                  <a:lnTo>
                    <a:pt x="135019" y="93453"/>
                  </a:lnTo>
                  <a:lnTo>
                    <a:pt x="135019" y="224345"/>
                  </a:lnTo>
                  <a:lnTo>
                    <a:pt x="134957" y="226191"/>
                  </a:lnTo>
                  <a:lnTo>
                    <a:pt x="134732" y="227866"/>
                  </a:lnTo>
                  <a:lnTo>
                    <a:pt x="134287" y="229410"/>
                  </a:lnTo>
                  <a:lnTo>
                    <a:pt x="133566" y="230864"/>
                  </a:lnTo>
                  <a:lnTo>
                    <a:pt x="132513" y="232268"/>
                  </a:lnTo>
                  <a:lnTo>
                    <a:pt x="131071" y="233663"/>
                  </a:lnTo>
                  <a:lnTo>
                    <a:pt x="129183" y="235090"/>
                  </a:lnTo>
                  <a:lnTo>
                    <a:pt x="126793" y="236590"/>
                  </a:lnTo>
                  <a:lnTo>
                    <a:pt x="123844" y="238203"/>
                  </a:lnTo>
                  <a:lnTo>
                    <a:pt x="120279" y="239970"/>
                  </a:lnTo>
                  <a:lnTo>
                    <a:pt x="136788" y="277999"/>
                  </a:lnTo>
                  <a:lnTo>
                    <a:pt x="137865" y="277504"/>
                  </a:lnTo>
                  <a:lnTo>
                    <a:pt x="138965" y="276902"/>
                  </a:lnTo>
                  <a:lnTo>
                    <a:pt x="140075" y="276195"/>
                  </a:lnTo>
                  <a:lnTo>
                    <a:pt x="141184" y="275381"/>
                  </a:lnTo>
                  <a:lnTo>
                    <a:pt x="142279" y="274462"/>
                  </a:lnTo>
                  <a:lnTo>
                    <a:pt x="143347" y="273436"/>
                  </a:lnTo>
                  <a:lnTo>
                    <a:pt x="144376" y="272304"/>
                  </a:lnTo>
                  <a:lnTo>
                    <a:pt x="145354" y="271065"/>
                  </a:lnTo>
                  <a:lnTo>
                    <a:pt x="146268" y="269721"/>
                  </a:lnTo>
                  <a:lnTo>
                    <a:pt x="147106" y="268271"/>
                  </a:lnTo>
                  <a:lnTo>
                    <a:pt x="154334" y="263326"/>
                  </a:lnTo>
                  <a:lnTo>
                    <a:pt x="161309" y="258429"/>
                  </a:lnTo>
                  <a:lnTo>
                    <a:pt x="167990" y="253628"/>
                  </a:lnTo>
                  <a:lnTo>
                    <a:pt x="174336" y="248969"/>
                  </a:lnTo>
                  <a:lnTo>
                    <a:pt x="180308" y="244502"/>
                  </a:lnTo>
                  <a:lnTo>
                    <a:pt x="185864" y="240274"/>
                  </a:lnTo>
                  <a:lnTo>
                    <a:pt x="190964" y="236332"/>
                  </a:lnTo>
                  <a:lnTo>
                    <a:pt x="195567" y="232725"/>
                  </a:lnTo>
                  <a:lnTo>
                    <a:pt x="199632" y="229499"/>
                  </a:lnTo>
                  <a:lnTo>
                    <a:pt x="203119" y="226703"/>
                  </a:lnTo>
                  <a:lnTo>
                    <a:pt x="202234" y="223461"/>
                  </a:lnTo>
                  <a:lnTo>
                    <a:pt x="167448" y="231126"/>
                  </a:lnTo>
                  <a:lnTo>
                    <a:pt x="167448" y="108782"/>
                  </a:lnTo>
                  <a:lnTo>
                    <a:pt x="187789" y="107308"/>
                  </a:lnTo>
                  <a:lnTo>
                    <a:pt x="190185" y="131387"/>
                  </a:lnTo>
                  <a:lnTo>
                    <a:pt x="193199" y="153623"/>
                  </a:lnTo>
                  <a:lnTo>
                    <a:pt x="196935" y="174101"/>
                  </a:lnTo>
                  <a:lnTo>
                    <a:pt x="201496" y="192905"/>
                  </a:lnTo>
                  <a:lnTo>
                    <a:pt x="206988" y="210121"/>
                  </a:lnTo>
                  <a:lnTo>
                    <a:pt x="213515" y="225833"/>
                  </a:lnTo>
                  <a:lnTo>
                    <a:pt x="221180" y="240127"/>
                  </a:lnTo>
                  <a:lnTo>
                    <a:pt x="230090" y="253087"/>
                  </a:lnTo>
                  <a:lnTo>
                    <a:pt x="240347" y="264798"/>
                  </a:lnTo>
                  <a:lnTo>
                    <a:pt x="252056" y="275346"/>
                  </a:lnTo>
                  <a:lnTo>
                    <a:pt x="253652" y="270058"/>
                  </a:lnTo>
                  <a:lnTo>
                    <a:pt x="255593" y="265167"/>
                  </a:lnTo>
                  <a:lnTo>
                    <a:pt x="257853" y="260679"/>
                  </a:lnTo>
                  <a:lnTo>
                    <a:pt x="260405" y="256601"/>
                  </a:lnTo>
                  <a:lnTo>
                    <a:pt x="263221" y="252941"/>
                  </a:lnTo>
                  <a:lnTo>
                    <a:pt x="266277" y="249705"/>
                  </a:lnTo>
                  <a:lnTo>
                    <a:pt x="269545" y="246901"/>
                  </a:lnTo>
                  <a:lnTo>
                    <a:pt x="272999" y="244536"/>
                  </a:lnTo>
                  <a:lnTo>
                    <a:pt x="276611" y="242616"/>
                  </a:lnTo>
                  <a:lnTo>
                    <a:pt x="280357" y="241149"/>
                  </a:lnTo>
                  <a:lnTo>
                    <a:pt x="280652" y="238201"/>
                  </a:lnTo>
                  <a:lnTo>
                    <a:pt x="272747" y="234348"/>
                  </a:lnTo>
                  <a:lnTo>
                    <a:pt x="265133" y="229878"/>
                  </a:lnTo>
                  <a:lnTo>
                    <a:pt x="257821" y="224810"/>
                  </a:lnTo>
                  <a:lnTo>
                    <a:pt x="250818" y="219164"/>
                  </a:lnTo>
                  <a:lnTo>
                    <a:pt x="244133" y="212958"/>
                  </a:lnTo>
                  <a:lnTo>
                    <a:pt x="237776" y="206214"/>
                  </a:lnTo>
                  <a:lnTo>
                    <a:pt x="231754" y="198949"/>
                  </a:lnTo>
                  <a:lnTo>
                    <a:pt x="226078" y="191183"/>
                  </a:lnTo>
                  <a:lnTo>
                    <a:pt x="220755" y="182937"/>
                  </a:lnTo>
                  <a:lnTo>
                    <a:pt x="215795" y="174229"/>
                  </a:lnTo>
                  <a:lnTo>
                    <a:pt x="221383" y="171061"/>
                  </a:lnTo>
                  <a:lnTo>
                    <a:pt x="226962" y="167778"/>
                  </a:lnTo>
                  <a:lnTo>
                    <a:pt x="232471" y="164425"/>
                  </a:lnTo>
                  <a:lnTo>
                    <a:pt x="237846" y="161045"/>
                  </a:lnTo>
                  <a:lnTo>
                    <a:pt x="243028" y="157683"/>
                  </a:lnTo>
                  <a:lnTo>
                    <a:pt x="247952" y="154383"/>
                  </a:lnTo>
                  <a:lnTo>
                    <a:pt x="252558" y="151188"/>
                  </a:lnTo>
                  <a:lnTo>
                    <a:pt x="256784" y="148145"/>
                  </a:lnTo>
                  <a:lnTo>
                    <a:pt x="260568" y="145295"/>
                  </a:lnTo>
                  <a:lnTo>
                    <a:pt x="263848" y="142685"/>
                  </a:lnTo>
                  <a:lnTo>
                    <a:pt x="265491" y="143192"/>
                  </a:lnTo>
                  <a:lnTo>
                    <a:pt x="267055" y="143489"/>
                  </a:lnTo>
                  <a:lnTo>
                    <a:pt x="268531" y="143595"/>
                  </a:lnTo>
                  <a:lnTo>
                    <a:pt x="269909" y="143529"/>
                  </a:lnTo>
                  <a:lnTo>
                    <a:pt x="271181" y="143311"/>
                  </a:lnTo>
                  <a:lnTo>
                    <a:pt x="272338" y="142961"/>
                  </a:lnTo>
                  <a:lnTo>
                    <a:pt x="273372" y="142497"/>
                  </a:lnTo>
                  <a:lnTo>
                    <a:pt x="274272" y="141939"/>
                  </a:lnTo>
                  <a:lnTo>
                    <a:pt x="275031" y="141308"/>
                  </a:lnTo>
                  <a:lnTo>
                    <a:pt x="275640" y="140621"/>
                  </a:lnTo>
                  <a:lnTo>
                    <a:pt x="240559" y="114384"/>
                  </a:lnTo>
                  <a:lnTo>
                    <a:pt x="238762" y="118192"/>
                  </a:lnTo>
                  <a:lnTo>
                    <a:pt x="236589" y="122490"/>
                  </a:lnTo>
                  <a:lnTo>
                    <a:pt x="234087" y="127201"/>
                  </a:lnTo>
                  <a:lnTo>
                    <a:pt x="231304" y="132251"/>
                  </a:lnTo>
                  <a:lnTo>
                    <a:pt x="228287" y="137563"/>
                  </a:lnTo>
                  <a:lnTo>
                    <a:pt x="225085" y="143060"/>
                  </a:lnTo>
                  <a:lnTo>
                    <a:pt x="221745" y="148667"/>
                  </a:lnTo>
                  <a:lnTo>
                    <a:pt x="218314" y="154307"/>
                  </a:lnTo>
                  <a:lnTo>
                    <a:pt x="214841" y="159905"/>
                  </a:lnTo>
                  <a:lnTo>
                    <a:pt x="211373" y="165385"/>
                  </a:lnTo>
                  <a:lnTo>
                    <a:pt x="208879" y="160017"/>
                  </a:lnTo>
                  <a:lnTo>
                    <a:pt x="206524" y="154529"/>
                  </a:lnTo>
                  <a:lnTo>
                    <a:pt x="204308" y="148924"/>
                  </a:lnTo>
                  <a:lnTo>
                    <a:pt x="202227" y="143206"/>
                  </a:lnTo>
                  <a:lnTo>
                    <a:pt x="200281" y="137378"/>
                  </a:lnTo>
                  <a:lnTo>
                    <a:pt x="198468" y="131445"/>
                  </a:lnTo>
                  <a:lnTo>
                    <a:pt x="196785" y="125408"/>
                  </a:lnTo>
                  <a:lnTo>
                    <a:pt x="195232" y="119273"/>
                  </a:lnTo>
                  <a:lnTo>
                    <a:pt x="193806" y="113042"/>
                  </a:lnTo>
                  <a:lnTo>
                    <a:pt x="192506" y="106719"/>
                  </a:lnTo>
                  <a:lnTo>
                    <a:pt x="199926" y="105959"/>
                  </a:lnTo>
                  <a:lnTo>
                    <a:pt x="207291" y="105101"/>
                  </a:lnTo>
                  <a:lnTo>
                    <a:pt x="214546" y="104151"/>
                  </a:lnTo>
                  <a:lnTo>
                    <a:pt x="221637" y="103115"/>
                  </a:lnTo>
                  <a:lnTo>
                    <a:pt x="228508" y="102002"/>
                  </a:lnTo>
                  <a:lnTo>
                    <a:pt x="235106" y="100818"/>
                  </a:lnTo>
                  <a:lnTo>
                    <a:pt x="241374" y="99570"/>
                  </a:lnTo>
                  <a:lnTo>
                    <a:pt x="247259" y="98266"/>
                  </a:lnTo>
                  <a:lnTo>
                    <a:pt x="252705" y="96913"/>
                  </a:lnTo>
                  <a:lnTo>
                    <a:pt x="257657" y="95516"/>
                  </a:lnTo>
                  <a:lnTo>
                    <a:pt x="258948" y="95985"/>
                  </a:lnTo>
                  <a:lnTo>
                    <a:pt x="260166" y="96332"/>
                  </a:lnTo>
                  <a:lnTo>
                    <a:pt x="261311" y="96559"/>
                  </a:lnTo>
                  <a:lnTo>
                    <a:pt x="262379" y="96667"/>
                  </a:lnTo>
                  <a:lnTo>
                    <a:pt x="263369" y="96659"/>
                  </a:lnTo>
                  <a:lnTo>
                    <a:pt x="264280" y="96535"/>
                  </a:lnTo>
                  <a:lnTo>
                    <a:pt x="265109" y="96298"/>
                  </a:lnTo>
                  <a:lnTo>
                    <a:pt x="265855" y="95950"/>
                  </a:lnTo>
                  <a:lnTo>
                    <a:pt x="266516" y="95492"/>
                  </a:lnTo>
                  <a:lnTo>
                    <a:pt x="267091" y="94927"/>
                  </a:lnTo>
                  <a:close/>
                  <a:moveTo>
                    <a:pt x="100233" y="35377"/>
                  </a:moveTo>
                  <a:lnTo>
                    <a:pt x="82839" y="59550"/>
                  </a:lnTo>
                  <a:lnTo>
                    <a:pt x="884" y="59550"/>
                  </a:lnTo>
                  <a:lnTo>
                    <a:pt x="3242" y="68100"/>
                  </a:lnTo>
                  <a:lnTo>
                    <a:pt x="28890" y="68100"/>
                  </a:lnTo>
                  <a:lnTo>
                    <a:pt x="29450" y="89233"/>
                  </a:lnTo>
                  <a:lnTo>
                    <a:pt x="29480" y="110622"/>
                  </a:lnTo>
                  <a:lnTo>
                    <a:pt x="28890" y="132135"/>
                  </a:lnTo>
                  <a:lnTo>
                    <a:pt x="27593" y="153640"/>
                  </a:lnTo>
                  <a:lnTo>
                    <a:pt x="25500" y="175002"/>
                  </a:lnTo>
                  <a:lnTo>
                    <a:pt x="22523" y="196091"/>
                  </a:lnTo>
                  <a:lnTo>
                    <a:pt x="18572" y="216773"/>
                  </a:lnTo>
                  <a:lnTo>
                    <a:pt x="13561" y="236915"/>
                  </a:lnTo>
                  <a:lnTo>
                    <a:pt x="7399" y="256386"/>
                  </a:lnTo>
                  <a:lnTo>
                    <a:pt x="0" y="275051"/>
                  </a:lnTo>
                  <a:lnTo>
                    <a:pt x="3242" y="277410"/>
                  </a:lnTo>
                  <a:lnTo>
                    <a:pt x="13639" y="264359"/>
                  </a:lnTo>
                  <a:lnTo>
                    <a:pt x="22770" y="250549"/>
                  </a:lnTo>
                  <a:lnTo>
                    <a:pt x="30717" y="236054"/>
                  </a:lnTo>
                  <a:lnTo>
                    <a:pt x="37558" y="220944"/>
                  </a:lnTo>
                  <a:lnTo>
                    <a:pt x="43372" y="205293"/>
                  </a:lnTo>
                  <a:lnTo>
                    <a:pt x="48241" y="189174"/>
                  </a:lnTo>
                  <a:lnTo>
                    <a:pt x="52243" y="172658"/>
                  </a:lnTo>
                  <a:lnTo>
                    <a:pt x="55458" y="155819"/>
                  </a:lnTo>
                  <a:lnTo>
                    <a:pt x="57965" y="138728"/>
                  </a:lnTo>
                  <a:lnTo>
                    <a:pt x="59845" y="121459"/>
                  </a:lnTo>
                  <a:lnTo>
                    <a:pt x="82544" y="121459"/>
                  </a:lnTo>
                  <a:lnTo>
                    <a:pt x="81790" y="142948"/>
                  </a:lnTo>
                  <a:lnTo>
                    <a:pt x="80931" y="162017"/>
                  </a:lnTo>
                  <a:lnTo>
                    <a:pt x="79952" y="178758"/>
                  </a:lnTo>
                  <a:lnTo>
                    <a:pt x="78837" y="193263"/>
                  </a:lnTo>
                  <a:lnTo>
                    <a:pt x="77570" y="205625"/>
                  </a:lnTo>
                  <a:lnTo>
                    <a:pt x="76134" y="215935"/>
                  </a:lnTo>
                  <a:lnTo>
                    <a:pt x="74515" y="224285"/>
                  </a:lnTo>
                  <a:lnTo>
                    <a:pt x="72696" y="230767"/>
                  </a:lnTo>
                  <a:lnTo>
                    <a:pt x="70661" y="235473"/>
                  </a:lnTo>
                  <a:lnTo>
                    <a:pt x="68394" y="238496"/>
                  </a:lnTo>
                  <a:lnTo>
                    <a:pt x="67612" y="239080"/>
                  </a:lnTo>
                  <a:lnTo>
                    <a:pt x="66847" y="239595"/>
                  </a:lnTo>
                  <a:lnTo>
                    <a:pt x="66078" y="240042"/>
                  </a:lnTo>
                  <a:lnTo>
                    <a:pt x="65285" y="240425"/>
                  </a:lnTo>
                  <a:lnTo>
                    <a:pt x="64451" y="240743"/>
                  </a:lnTo>
                  <a:lnTo>
                    <a:pt x="63554" y="241000"/>
                  </a:lnTo>
                  <a:lnTo>
                    <a:pt x="62577" y="241197"/>
                  </a:lnTo>
                  <a:lnTo>
                    <a:pt x="61498" y="241335"/>
                  </a:lnTo>
                  <a:lnTo>
                    <a:pt x="60299" y="241417"/>
                  </a:lnTo>
                  <a:lnTo>
                    <a:pt x="58960" y="241444"/>
                  </a:lnTo>
                  <a:lnTo>
                    <a:pt x="57256" y="241427"/>
                  </a:lnTo>
                  <a:lnTo>
                    <a:pt x="55198" y="241378"/>
                  </a:lnTo>
                  <a:lnTo>
                    <a:pt x="52858" y="241300"/>
                  </a:lnTo>
                  <a:lnTo>
                    <a:pt x="50305" y="241198"/>
                  </a:lnTo>
                  <a:lnTo>
                    <a:pt x="47610" y="241075"/>
                  </a:lnTo>
                  <a:lnTo>
                    <a:pt x="44845" y="240934"/>
                  </a:lnTo>
                  <a:lnTo>
                    <a:pt x="42080" y="240779"/>
                  </a:lnTo>
                  <a:lnTo>
                    <a:pt x="39385" y="240613"/>
                  </a:lnTo>
                  <a:lnTo>
                    <a:pt x="36832" y="240441"/>
                  </a:lnTo>
                  <a:lnTo>
                    <a:pt x="34492" y="240264"/>
                  </a:lnTo>
                  <a:lnTo>
                    <a:pt x="34492" y="244392"/>
                  </a:lnTo>
                  <a:lnTo>
                    <a:pt x="37065" y="245046"/>
                  </a:lnTo>
                  <a:lnTo>
                    <a:pt x="39480" y="245774"/>
                  </a:lnTo>
                  <a:lnTo>
                    <a:pt x="41735" y="246575"/>
                  </a:lnTo>
                  <a:lnTo>
                    <a:pt x="43831" y="247453"/>
                  </a:lnTo>
                  <a:lnTo>
                    <a:pt x="45768" y="248408"/>
                  </a:lnTo>
                  <a:lnTo>
                    <a:pt x="47545" y="249443"/>
                  </a:lnTo>
                  <a:lnTo>
                    <a:pt x="49164" y="250560"/>
                  </a:lnTo>
                  <a:lnTo>
                    <a:pt x="50623" y="251759"/>
                  </a:lnTo>
                  <a:lnTo>
                    <a:pt x="51923" y="253044"/>
                  </a:lnTo>
                  <a:lnTo>
                    <a:pt x="53064" y="254415"/>
                  </a:lnTo>
                  <a:lnTo>
                    <a:pt x="54039" y="255838"/>
                  </a:lnTo>
                  <a:lnTo>
                    <a:pt x="54852" y="257448"/>
                  </a:lnTo>
                  <a:lnTo>
                    <a:pt x="55516" y="259238"/>
                  </a:lnTo>
                  <a:lnTo>
                    <a:pt x="56045" y="261202"/>
                  </a:lnTo>
                  <a:lnTo>
                    <a:pt x="56454" y="263333"/>
                  </a:lnTo>
                  <a:lnTo>
                    <a:pt x="56757" y="265622"/>
                  </a:lnTo>
                  <a:lnTo>
                    <a:pt x="56968" y="268064"/>
                  </a:lnTo>
                  <a:lnTo>
                    <a:pt x="57102" y="270650"/>
                  </a:lnTo>
                  <a:lnTo>
                    <a:pt x="57171" y="273375"/>
                  </a:lnTo>
                  <a:lnTo>
                    <a:pt x="57191" y="276230"/>
                  </a:lnTo>
                  <a:lnTo>
                    <a:pt x="61205" y="276123"/>
                  </a:lnTo>
                  <a:lnTo>
                    <a:pt x="65106" y="275796"/>
                  </a:lnTo>
                  <a:lnTo>
                    <a:pt x="68887" y="275243"/>
                  </a:lnTo>
                  <a:lnTo>
                    <a:pt x="72540" y="274457"/>
                  </a:lnTo>
                  <a:lnTo>
                    <a:pt x="76059" y="273430"/>
                  </a:lnTo>
                  <a:lnTo>
                    <a:pt x="79436" y="272155"/>
                  </a:lnTo>
                  <a:lnTo>
                    <a:pt x="82665" y="270626"/>
                  </a:lnTo>
                  <a:lnTo>
                    <a:pt x="85738" y="268834"/>
                  </a:lnTo>
                  <a:lnTo>
                    <a:pt x="88648" y="266774"/>
                  </a:lnTo>
                  <a:lnTo>
                    <a:pt x="91388" y="264438"/>
                  </a:lnTo>
                  <a:lnTo>
                    <a:pt x="95526" y="259851"/>
                  </a:lnTo>
                  <a:lnTo>
                    <a:pt x="99124" y="253882"/>
                  </a:lnTo>
                  <a:lnTo>
                    <a:pt x="102227" y="246282"/>
                  </a:lnTo>
                  <a:lnTo>
                    <a:pt x="104879" y="236802"/>
                  </a:lnTo>
                  <a:lnTo>
                    <a:pt x="107124" y="225193"/>
                  </a:lnTo>
                  <a:lnTo>
                    <a:pt x="109006" y="211204"/>
                  </a:lnTo>
                  <a:lnTo>
                    <a:pt x="110570" y="194587"/>
                  </a:lnTo>
                  <a:lnTo>
                    <a:pt x="111860" y="175092"/>
                  </a:lnTo>
                  <a:lnTo>
                    <a:pt x="112919" y="152470"/>
                  </a:lnTo>
                  <a:lnTo>
                    <a:pt x="113793" y="126471"/>
                  </a:lnTo>
                  <a:lnTo>
                    <a:pt x="115581" y="126179"/>
                  </a:lnTo>
                  <a:lnTo>
                    <a:pt x="117232" y="125834"/>
                  </a:lnTo>
                  <a:lnTo>
                    <a:pt x="118752" y="125436"/>
                  </a:lnTo>
                  <a:lnTo>
                    <a:pt x="120147" y="124985"/>
                  </a:lnTo>
                  <a:lnTo>
                    <a:pt x="121421" y="124481"/>
                  </a:lnTo>
                  <a:lnTo>
                    <a:pt x="122581" y="123924"/>
                  </a:lnTo>
                  <a:lnTo>
                    <a:pt x="123631" y="123313"/>
                  </a:lnTo>
                  <a:lnTo>
                    <a:pt x="124576" y="122650"/>
                  </a:lnTo>
                  <a:lnTo>
                    <a:pt x="125423" y="121934"/>
                  </a:lnTo>
                  <a:lnTo>
                    <a:pt x="126175" y="121164"/>
                  </a:lnTo>
                  <a:lnTo>
                    <a:pt x="96400" y="96106"/>
                  </a:lnTo>
                  <a:lnTo>
                    <a:pt x="79596" y="112910"/>
                  </a:lnTo>
                  <a:lnTo>
                    <a:pt x="60729" y="112910"/>
                  </a:lnTo>
                  <a:lnTo>
                    <a:pt x="61065" y="108400"/>
                  </a:lnTo>
                  <a:lnTo>
                    <a:pt x="61368" y="103891"/>
                  </a:lnTo>
                  <a:lnTo>
                    <a:pt x="61639" y="99386"/>
                  </a:lnTo>
                  <a:lnTo>
                    <a:pt x="61880" y="94887"/>
                  </a:lnTo>
                  <a:lnTo>
                    <a:pt x="62092" y="90394"/>
                  </a:lnTo>
                  <a:lnTo>
                    <a:pt x="62278" y="85911"/>
                  </a:lnTo>
                  <a:lnTo>
                    <a:pt x="62440" y="81437"/>
                  </a:lnTo>
                  <a:lnTo>
                    <a:pt x="62578" y="76977"/>
                  </a:lnTo>
                  <a:lnTo>
                    <a:pt x="62695" y="72530"/>
                  </a:lnTo>
                  <a:lnTo>
                    <a:pt x="62793" y="68100"/>
                  </a:lnTo>
                  <a:lnTo>
                    <a:pt x="122932" y="68100"/>
                  </a:lnTo>
                  <a:lnTo>
                    <a:pt x="124142" y="68055"/>
                  </a:lnTo>
                  <a:lnTo>
                    <a:pt x="125291" y="67920"/>
                  </a:lnTo>
                  <a:lnTo>
                    <a:pt x="126368" y="67694"/>
                  </a:lnTo>
                  <a:lnTo>
                    <a:pt x="127366" y="67373"/>
                  </a:lnTo>
                  <a:lnTo>
                    <a:pt x="128276" y="66957"/>
                  </a:lnTo>
                  <a:lnTo>
                    <a:pt x="129088" y="66444"/>
                  </a:lnTo>
                  <a:lnTo>
                    <a:pt x="129794" y="65832"/>
                  </a:lnTo>
                  <a:lnTo>
                    <a:pt x="130385" y="65119"/>
                  </a:lnTo>
                  <a:lnTo>
                    <a:pt x="130852" y="64303"/>
                  </a:lnTo>
                  <a:lnTo>
                    <a:pt x="131187" y="63383"/>
                  </a:lnTo>
                  <a:lnTo>
                    <a:pt x="127526" y="59876"/>
                  </a:lnTo>
                  <a:lnTo>
                    <a:pt x="123553" y="56168"/>
                  </a:lnTo>
                  <a:lnTo>
                    <a:pt x="119430" y="52393"/>
                  </a:lnTo>
                  <a:lnTo>
                    <a:pt x="115324" y="48685"/>
                  </a:lnTo>
                  <a:lnTo>
                    <a:pt x="111398" y="45179"/>
                  </a:lnTo>
                  <a:lnTo>
                    <a:pt x="107817" y="42009"/>
                  </a:lnTo>
                  <a:lnTo>
                    <a:pt x="104746" y="39309"/>
                  </a:lnTo>
                  <a:lnTo>
                    <a:pt x="102348" y="37214"/>
                  </a:lnTo>
                  <a:lnTo>
                    <a:pt x="100789" y="35858"/>
                  </a:lnTo>
                  <a:lnTo>
                    <a:pt x="100233" y="3537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Freeform 27"/>
            <p:cNvSpPr/>
            <p:nvPr/>
          </p:nvSpPr>
          <p:spPr>
            <a:xfrm>
              <a:off x="2545793" y="559263"/>
              <a:ext cx="282126" cy="275935"/>
            </a:xfrm>
            <a:custGeom>
              <a:avLst/>
              <a:gdLst/>
              <a:ahLst/>
              <a:cxnLst/>
              <a:rect l="l" t="t" r="r" b="b"/>
              <a:pathLst>
                <a:path w="282126" h="275935">
                  <a:moveTo>
                    <a:pt x="72226" y="0"/>
                  </a:moveTo>
                  <a:lnTo>
                    <a:pt x="68086" y="7526"/>
                  </a:lnTo>
                  <a:lnTo>
                    <a:pt x="63161" y="15672"/>
                  </a:lnTo>
                  <a:lnTo>
                    <a:pt x="57549" y="24277"/>
                  </a:lnTo>
                  <a:lnTo>
                    <a:pt x="51350" y="33183"/>
                  </a:lnTo>
                  <a:lnTo>
                    <a:pt x="44662" y="42231"/>
                  </a:lnTo>
                  <a:lnTo>
                    <a:pt x="37586" y="51260"/>
                  </a:lnTo>
                  <a:lnTo>
                    <a:pt x="30219" y="60113"/>
                  </a:lnTo>
                  <a:lnTo>
                    <a:pt x="22662" y="68630"/>
                  </a:lnTo>
                  <a:lnTo>
                    <a:pt x="15012" y="76652"/>
                  </a:lnTo>
                  <a:lnTo>
                    <a:pt x="7370" y="84019"/>
                  </a:lnTo>
                  <a:lnTo>
                    <a:pt x="10023" y="87262"/>
                  </a:lnTo>
                  <a:lnTo>
                    <a:pt x="20509" y="82331"/>
                  </a:lnTo>
                  <a:lnTo>
                    <a:pt x="30867" y="76962"/>
                  </a:lnTo>
                  <a:lnTo>
                    <a:pt x="41023" y="71234"/>
                  </a:lnTo>
                  <a:lnTo>
                    <a:pt x="50904" y="65220"/>
                  </a:lnTo>
                  <a:lnTo>
                    <a:pt x="60434" y="58997"/>
                  </a:lnTo>
                  <a:lnTo>
                    <a:pt x="69540" y="52642"/>
                  </a:lnTo>
                  <a:lnTo>
                    <a:pt x="78147" y="46231"/>
                  </a:lnTo>
                  <a:lnTo>
                    <a:pt x="86181" y="39839"/>
                  </a:lnTo>
                  <a:lnTo>
                    <a:pt x="93568" y="33542"/>
                  </a:lnTo>
                  <a:lnTo>
                    <a:pt x="100233" y="27417"/>
                  </a:lnTo>
                  <a:lnTo>
                    <a:pt x="102154" y="27764"/>
                  </a:lnTo>
                  <a:lnTo>
                    <a:pt x="103862" y="27929"/>
                  </a:lnTo>
                  <a:lnTo>
                    <a:pt x="105372" y="27924"/>
                  </a:lnTo>
                  <a:lnTo>
                    <a:pt x="106699" y="27761"/>
                  </a:lnTo>
                  <a:lnTo>
                    <a:pt x="107861" y="27454"/>
                  </a:lnTo>
                  <a:lnTo>
                    <a:pt x="108872" y="27013"/>
                  </a:lnTo>
                  <a:lnTo>
                    <a:pt x="109748" y="26453"/>
                  </a:lnTo>
                  <a:lnTo>
                    <a:pt x="110506" y="25785"/>
                  </a:lnTo>
                  <a:lnTo>
                    <a:pt x="111161" y="25021"/>
                  </a:lnTo>
                  <a:lnTo>
                    <a:pt x="111730" y="24174"/>
                  </a:lnTo>
                  <a:close/>
                  <a:moveTo>
                    <a:pt x="124701" y="28891"/>
                  </a:moveTo>
                  <a:lnTo>
                    <a:pt x="127060" y="37440"/>
                  </a:lnTo>
                  <a:lnTo>
                    <a:pt x="263848" y="37440"/>
                  </a:lnTo>
                  <a:lnTo>
                    <a:pt x="264978" y="37396"/>
                  </a:lnTo>
                  <a:lnTo>
                    <a:pt x="266063" y="37261"/>
                  </a:lnTo>
                  <a:lnTo>
                    <a:pt x="267090" y="37034"/>
                  </a:lnTo>
                  <a:lnTo>
                    <a:pt x="268051" y="36714"/>
                  </a:lnTo>
                  <a:lnTo>
                    <a:pt x="268933" y="36298"/>
                  </a:lnTo>
                  <a:lnTo>
                    <a:pt x="269728" y="35784"/>
                  </a:lnTo>
                  <a:lnTo>
                    <a:pt x="270423" y="35172"/>
                  </a:lnTo>
                  <a:lnTo>
                    <a:pt x="271008" y="34459"/>
                  </a:lnTo>
                  <a:lnTo>
                    <a:pt x="271473" y="33643"/>
                  </a:lnTo>
                  <a:lnTo>
                    <a:pt x="271808" y="32723"/>
                  </a:lnTo>
                  <a:lnTo>
                    <a:pt x="267963" y="29242"/>
                  </a:lnTo>
                  <a:lnTo>
                    <a:pt x="263794" y="25601"/>
                  </a:lnTo>
                  <a:lnTo>
                    <a:pt x="259473" y="21925"/>
                  </a:lnTo>
                  <a:lnTo>
                    <a:pt x="255171" y="18337"/>
                  </a:lnTo>
                  <a:lnTo>
                    <a:pt x="251061" y="14961"/>
                  </a:lnTo>
                  <a:lnTo>
                    <a:pt x="247313" y="11922"/>
                  </a:lnTo>
                  <a:lnTo>
                    <a:pt x="244100" y="9342"/>
                  </a:lnTo>
                  <a:lnTo>
                    <a:pt x="241592" y="7347"/>
                  </a:lnTo>
                  <a:lnTo>
                    <a:pt x="239961" y="6058"/>
                  </a:lnTo>
                  <a:lnTo>
                    <a:pt x="239379" y="5601"/>
                  </a:lnTo>
                  <a:lnTo>
                    <a:pt x="221691" y="28891"/>
                  </a:lnTo>
                  <a:close/>
                  <a:moveTo>
                    <a:pt x="75469" y="59550"/>
                  </a:moveTo>
                  <a:lnTo>
                    <a:pt x="70745" y="69412"/>
                  </a:lnTo>
                  <a:lnTo>
                    <a:pt x="65130" y="80111"/>
                  </a:lnTo>
                  <a:lnTo>
                    <a:pt x="58722" y="91439"/>
                  </a:lnTo>
                  <a:lnTo>
                    <a:pt x="51621" y="103190"/>
                  </a:lnTo>
                  <a:lnTo>
                    <a:pt x="43925" y="115157"/>
                  </a:lnTo>
                  <a:lnTo>
                    <a:pt x="35735" y="127133"/>
                  </a:lnTo>
                  <a:lnTo>
                    <a:pt x="27148" y="138911"/>
                  </a:lnTo>
                  <a:lnTo>
                    <a:pt x="18263" y="150283"/>
                  </a:lnTo>
                  <a:lnTo>
                    <a:pt x="9181" y="161044"/>
                  </a:lnTo>
                  <a:lnTo>
                    <a:pt x="0" y="170986"/>
                  </a:lnTo>
                  <a:lnTo>
                    <a:pt x="2948" y="173934"/>
                  </a:lnTo>
                  <a:lnTo>
                    <a:pt x="7617" y="171229"/>
                  </a:lnTo>
                  <a:lnTo>
                    <a:pt x="12249" y="168424"/>
                  </a:lnTo>
                  <a:lnTo>
                    <a:pt x="16843" y="165528"/>
                  </a:lnTo>
                  <a:lnTo>
                    <a:pt x="21395" y="162547"/>
                  </a:lnTo>
                  <a:lnTo>
                    <a:pt x="25906" y="159488"/>
                  </a:lnTo>
                  <a:lnTo>
                    <a:pt x="30371" y="156359"/>
                  </a:lnTo>
                  <a:lnTo>
                    <a:pt x="34791" y="153165"/>
                  </a:lnTo>
                  <a:lnTo>
                    <a:pt x="39164" y="149915"/>
                  </a:lnTo>
                  <a:lnTo>
                    <a:pt x="43486" y="146616"/>
                  </a:lnTo>
                  <a:lnTo>
                    <a:pt x="47758" y="143274"/>
                  </a:lnTo>
                  <a:lnTo>
                    <a:pt x="47758" y="275935"/>
                  </a:lnTo>
                  <a:lnTo>
                    <a:pt x="54243" y="275935"/>
                  </a:lnTo>
                  <a:lnTo>
                    <a:pt x="58244" y="275751"/>
                  </a:lnTo>
                  <a:lnTo>
                    <a:pt x="62224" y="275240"/>
                  </a:lnTo>
                  <a:lnTo>
                    <a:pt x="66095" y="274463"/>
                  </a:lnTo>
                  <a:lnTo>
                    <a:pt x="69767" y="273483"/>
                  </a:lnTo>
                  <a:lnTo>
                    <a:pt x="73148" y="272361"/>
                  </a:lnTo>
                  <a:lnTo>
                    <a:pt x="76148" y="271160"/>
                  </a:lnTo>
                  <a:lnTo>
                    <a:pt x="78679" y="269941"/>
                  </a:lnTo>
                  <a:lnTo>
                    <a:pt x="80648" y="268766"/>
                  </a:lnTo>
                  <a:lnTo>
                    <a:pt x="81967" y="267697"/>
                  </a:lnTo>
                  <a:lnTo>
                    <a:pt x="82544" y="266796"/>
                  </a:lnTo>
                  <a:lnTo>
                    <a:pt x="82544" y="125586"/>
                  </a:lnTo>
                  <a:lnTo>
                    <a:pt x="84058" y="125286"/>
                  </a:lnTo>
                  <a:lnTo>
                    <a:pt x="85419" y="124919"/>
                  </a:lnTo>
                  <a:lnTo>
                    <a:pt x="86636" y="124488"/>
                  </a:lnTo>
                  <a:lnTo>
                    <a:pt x="87714" y="123996"/>
                  </a:lnTo>
                  <a:lnTo>
                    <a:pt x="88662" y="123449"/>
                  </a:lnTo>
                  <a:lnTo>
                    <a:pt x="89485" y="122848"/>
                  </a:lnTo>
                  <a:lnTo>
                    <a:pt x="90192" y="122198"/>
                  </a:lnTo>
                  <a:lnTo>
                    <a:pt x="90789" y="121501"/>
                  </a:lnTo>
                  <a:lnTo>
                    <a:pt x="91284" y="120762"/>
                  </a:lnTo>
                  <a:lnTo>
                    <a:pt x="91683" y="119985"/>
                  </a:lnTo>
                  <a:lnTo>
                    <a:pt x="79302" y="115563"/>
                  </a:lnTo>
                  <a:lnTo>
                    <a:pt x="82281" y="112565"/>
                  </a:lnTo>
                  <a:lnTo>
                    <a:pt x="85202" y="109589"/>
                  </a:lnTo>
                  <a:lnTo>
                    <a:pt x="88060" y="106637"/>
                  </a:lnTo>
                  <a:lnTo>
                    <a:pt x="90848" y="103714"/>
                  </a:lnTo>
                  <a:lnTo>
                    <a:pt x="93563" y="100823"/>
                  </a:lnTo>
                  <a:lnTo>
                    <a:pt x="96197" y="97967"/>
                  </a:lnTo>
                  <a:lnTo>
                    <a:pt x="98747" y="95149"/>
                  </a:lnTo>
                  <a:lnTo>
                    <a:pt x="101207" y="92375"/>
                  </a:lnTo>
                  <a:lnTo>
                    <a:pt x="103571" y="89646"/>
                  </a:lnTo>
                  <a:lnTo>
                    <a:pt x="105834" y="86967"/>
                  </a:lnTo>
                  <a:lnTo>
                    <a:pt x="107835" y="87234"/>
                  </a:lnTo>
                  <a:lnTo>
                    <a:pt x="109605" y="87335"/>
                  </a:lnTo>
                  <a:lnTo>
                    <a:pt x="111159" y="87280"/>
                  </a:lnTo>
                  <a:lnTo>
                    <a:pt x="112513" y="87080"/>
                  </a:lnTo>
                  <a:lnTo>
                    <a:pt x="113683" y="86746"/>
                  </a:lnTo>
                  <a:lnTo>
                    <a:pt x="114685" y="86288"/>
                  </a:lnTo>
                  <a:lnTo>
                    <a:pt x="115535" y="85716"/>
                  </a:lnTo>
                  <a:lnTo>
                    <a:pt x="116249" y="85042"/>
                  </a:lnTo>
                  <a:lnTo>
                    <a:pt x="116842" y="84277"/>
                  </a:lnTo>
                  <a:lnTo>
                    <a:pt x="117331" y="83429"/>
                  </a:lnTo>
                  <a:close/>
                  <a:moveTo>
                    <a:pt x="108192" y="96990"/>
                  </a:moveTo>
                  <a:lnTo>
                    <a:pt x="110551" y="105245"/>
                  </a:lnTo>
                  <a:lnTo>
                    <a:pt x="195749" y="105245"/>
                  </a:lnTo>
                  <a:lnTo>
                    <a:pt x="195749" y="229651"/>
                  </a:lnTo>
                  <a:lnTo>
                    <a:pt x="195686" y="230819"/>
                  </a:lnTo>
                  <a:lnTo>
                    <a:pt x="195492" y="231849"/>
                  </a:lnTo>
                  <a:lnTo>
                    <a:pt x="195160" y="232745"/>
                  </a:lnTo>
                  <a:lnTo>
                    <a:pt x="194683" y="233510"/>
                  </a:lnTo>
                  <a:lnTo>
                    <a:pt x="194054" y="234147"/>
                  </a:lnTo>
                  <a:lnTo>
                    <a:pt x="193265" y="234661"/>
                  </a:lnTo>
                  <a:lnTo>
                    <a:pt x="192311" y="235054"/>
                  </a:lnTo>
                  <a:lnTo>
                    <a:pt x="191183" y="235330"/>
                  </a:lnTo>
                  <a:lnTo>
                    <a:pt x="189874" y="235494"/>
                  </a:lnTo>
                  <a:lnTo>
                    <a:pt x="188379" y="235547"/>
                  </a:lnTo>
                  <a:lnTo>
                    <a:pt x="184832" y="235473"/>
                  </a:lnTo>
                  <a:lnTo>
                    <a:pt x="179638" y="235271"/>
                  </a:lnTo>
                  <a:lnTo>
                    <a:pt x="173274" y="234974"/>
                  </a:lnTo>
                  <a:lnTo>
                    <a:pt x="166214" y="234613"/>
                  </a:lnTo>
                  <a:lnTo>
                    <a:pt x="158935" y="234221"/>
                  </a:lnTo>
                  <a:lnTo>
                    <a:pt x="151913" y="233828"/>
                  </a:lnTo>
                  <a:lnTo>
                    <a:pt x="145622" y="233467"/>
                  </a:lnTo>
                  <a:lnTo>
                    <a:pt x="140540" y="233170"/>
                  </a:lnTo>
                  <a:lnTo>
                    <a:pt x="137142" y="232968"/>
                  </a:lnTo>
                  <a:lnTo>
                    <a:pt x="135904" y="232894"/>
                  </a:lnTo>
                  <a:lnTo>
                    <a:pt x="135904" y="236727"/>
                  </a:lnTo>
                  <a:lnTo>
                    <a:pt x="141582" y="237646"/>
                  </a:lnTo>
                  <a:lnTo>
                    <a:pt x="146627" y="238635"/>
                  </a:lnTo>
                  <a:lnTo>
                    <a:pt x="151096" y="239690"/>
                  </a:lnTo>
                  <a:lnTo>
                    <a:pt x="155045" y="240811"/>
                  </a:lnTo>
                  <a:lnTo>
                    <a:pt x="158530" y="241996"/>
                  </a:lnTo>
                  <a:lnTo>
                    <a:pt x="161608" y="243243"/>
                  </a:lnTo>
                  <a:lnTo>
                    <a:pt x="164336" y="244550"/>
                  </a:lnTo>
                  <a:lnTo>
                    <a:pt x="166771" y="245915"/>
                  </a:lnTo>
                  <a:lnTo>
                    <a:pt x="168968" y="247337"/>
                  </a:lnTo>
                  <a:lnTo>
                    <a:pt x="170985" y="248813"/>
                  </a:lnTo>
                  <a:lnTo>
                    <a:pt x="172658" y="250430"/>
                  </a:lnTo>
                  <a:lnTo>
                    <a:pt x="174146" y="252266"/>
                  </a:lnTo>
                  <a:lnTo>
                    <a:pt x="175456" y="254311"/>
                  </a:lnTo>
                  <a:lnTo>
                    <a:pt x="176598" y="256554"/>
                  </a:lnTo>
                  <a:lnTo>
                    <a:pt x="177581" y="258984"/>
                  </a:lnTo>
                  <a:lnTo>
                    <a:pt x="178414" y="261591"/>
                  </a:lnTo>
                  <a:lnTo>
                    <a:pt x="179106" y="264365"/>
                  </a:lnTo>
                  <a:lnTo>
                    <a:pt x="179664" y="267294"/>
                  </a:lnTo>
                  <a:lnTo>
                    <a:pt x="180099" y="270368"/>
                  </a:lnTo>
                  <a:lnTo>
                    <a:pt x="180419" y="273577"/>
                  </a:lnTo>
                  <a:lnTo>
                    <a:pt x="192513" y="272300"/>
                  </a:lnTo>
                  <a:lnTo>
                    <a:pt x="202560" y="270263"/>
                  </a:lnTo>
                  <a:lnTo>
                    <a:pt x="210743" y="267501"/>
                  </a:lnTo>
                  <a:lnTo>
                    <a:pt x="217243" y="264049"/>
                  </a:lnTo>
                  <a:lnTo>
                    <a:pt x="222244" y="259942"/>
                  </a:lnTo>
                  <a:lnTo>
                    <a:pt x="225927" y="255217"/>
                  </a:lnTo>
                  <a:lnTo>
                    <a:pt x="228474" y="249907"/>
                  </a:lnTo>
                  <a:lnTo>
                    <a:pt x="230068" y="244049"/>
                  </a:lnTo>
                  <a:lnTo>
                    <a:pt x="230891" y="237679"/>
                  </a:lnTo>
                  <a:lnTo>
                    <a:pt x="231125" y="230831"/>
                  </a:lnTo>
                  <a:lnTo>
                    <a:pt x="231125" y="105245"/>
                  </a:lnTo>
                  <a:lnTo>
                    <a:pt x="273871" y="105245"/>
                  </a:lnTo>
                  <a:lnTo>
                    <a:pt x="275081" y="105200"/>
                  </a:lnTo>
                  <a:lnTo>
                    <a:pt x="276230" y="105065"/>
                  </a:lnTo>
                  <a:lnTo>
                    <a:pt x="277307" y="104839"/>
                  </a:lnTo>
                  <a:lnTo>
                    <a:pt x="278305" y="104518"/>
                  </a:lnTo>
                  <a:lnTo>
                    <a:pt x="279215" y="104102"/>
                  </a:lnTo>
                  <a:lnTo>
                    <a:pt x="280027" y="103589"/>
                  </a:lnTo>
                  <a:lnTo>
                    <a:pt x="280733" y="102977"/>
                  </a:lnTo>
                  <a:lnTo>
                    <a:pt x="281324" y="102264"/>
                  </a:lnTo>
                  <a:lnTo>
                    <a:pt x="281791" y="101448"/>
                  </a:lnTo>
                  <a:lnTo>
                    <a:pt x="282126" y="100528"/>
                  </a:lnTo>
                  <a:lnTo>
                    <a:pt x="278184" y="96958"/>
                  </a:lnTo>
                  <a:lnTo>
                    <a:pt x="273907" y="93231"/>
                  </a:lnTo>
                  <a:lnTo>
                    <a:pt x="269470" y="89472"/>
                  </a:lnTo>
                  <a:lnTo>
                    <a:pt x="265051" y="85807"/>
                  </a:lnTo>
                  <a:lnTo>
                    <a:pt x="260826" y="82361"/>
                  </a:lnTo>
                  <a:lnTo>
                    <a:pt x="256973" y="79260"/>
                  </a:lnTo>
                  <a:lnTo>
                    <a:pt x="253669" y="76629"/>
                  </a:lnTo>
                  <a:lnTo>
                    <a:pt x="251089" y="74595"/>
                  </a:lnTo>
                  <a:lnTo>
                    <a:pt x="249412" y="73282"/>
                  </a:lnTo>
                  <a:lnTo>
                    <a:pt x="248813" y="72816"/>
                  </a:lnTo>
                  <a:lnTo>
                    <a:pt x="230241" y="9699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Freeform 28"/>
            <p:cNvSpPr/>
            <p:nvPr/>
          </p:nvSpPr>
          <p:spPr>
            <a:xfrm>
              <a:off x="1633398" y="925598"/>
              <a:ext cx="62422" cy="84104"/>
            </a:xfrm>
            <a:custGeom>
              <a:avLst/>
              <a:gdLst/>
              <a:ahLst/>
              <a:cxnLst/>
              <a:rect l="l" t="t" r="r" b="b"/>
              <a:pathLst>
                <a:path w="62422" h="84104">
                  <a:moveTo>
                    <a:pt x="0" y="84104"/>
                  </a:moveTo>
                  <a:lnTo>
                    <a:pt x="13237" y="84104"/>
                  </a:lnTo>
                  <a:lnTo>
                    <a:pt x="13237" y="45875"/>
                  </a:lnTo>
                  <a:lnTo>
                    <a:pt x="49184" y="45875"/>
                  </a:lnTo>
                  <a:lnTo>
                    <a:pt x="49184" y="84104"/>
                  </a:lnTo>
                  <a:lnTo>
                    <a:pt x="62422" y="84104"/>
                  </a:lnTo>
                  <a:lnTo>
                    <a:pt x="62422" y="0"/>
                  </a:lnTo>
                  <a:lnTo>
                    <a:pt x="49184" y="0"/>
                  </a:lnTo>
                  <a:lnTo>
                    <a:pt x="49184" y="34349"/>
                  </a:lnTo>
                  <a:lnTo>
                    <a:pt x="13237" y="34349"/>
                  </a:lnTo>
                  <a:lnTo>
                    <a:pt x="1323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Freeform 29"/>
            <p:cNvSpPr/>
            <p:nvPr/>
          </p:nvSpPr>
          <p:spPr>
            <a:xfrm>
              <a:off x="172971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4" y="0"/>
                  </a:lnTo>
                  <a:close/>
                  <a:moveTo>
                    <a:pt x="23850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1" y="27433"/>
                  </a:lnTo>
                  <a:lnTo>
                    <a:pt x="31182" y="24649"/>
                  </a:lnTo>
                  <a:lnTo>
                    <a:pt x="31966" y="21852"/>
                  </a:lnTo>
                  <a:lnTo>
                    <a:pt x="32743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4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4" y="24607"/>
                  </a:lnTo>
                  <a:lnTo>
                    <a:pt x="40165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4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reeform 30"/>
            <p:cNvSpPr/>
            <p:nvPr/>
          </p:nvSpPr>
          <p:spPr>
            <a:xfrm>
              <a:off x="1834586" y="925598"/>
              <a:ext cx="13238" cy="84104"/>
            </a:xfrm>
            <a:custGeom>
              <a:avLst/>
              <a:gdLst/>
              <a:ahLst/>
              <a:cxnLst/>
              <a:rect l="l" t="t" r="r" b="b"/>
              <a:pathLst>
                <a:path w="13238" h="84104">
                  <a:moveTo>
                    <a:pt x="0" y="84104"/>
                  </a:moveTo>
                  <a:lnTo>
                    <a:pt x="13238" y="84104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Freeform 31"/>
            <p:cNvSpPr/>
            <p:nvPr/>
          </p:nvSpPr>
          <p:spPr>
            <a:xfrm>
              <a:off x="189267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Freeform 32"/>
            <p:cNvSpPr/>
            <p:nvPr/>
          </p:nvSpPr>
          <p:spPr>
            <a:xfrm>
              <a:off x="1968103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6" y="60254"/>
                  </a:lnTo>
                  <a:lnTo>
                    <a:pt x="49870" y="60254"/>
                  </a:lnTo>
                  <a:lnTo>
                    <a:pt x="56945" y="84104"/>
                  </a:lnTo>
                  <a:lnTo>
                    <a:pt x="70981" y="84104"/>
                  </a:lnTo>
                  <a:lnTo>
                    <a:pt x="43137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90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8" y="13365"/>
                  </a:lnTo>
                  <a:lnTo>
                    <a:pt x="35034" y="10499"/>
                  </a:lnTo>
                  <a:lnTo>
                    <a:pt x="35491" y="10499"/>
                  </a:lnTo>
                  <a:lnTo>
                    <a:pt x="36275" y="13337"/>
                  </a:lnTo>
                  <a:lnTo>
                    <a:pt x="37055" y="16167"/>
                  </a:lnTo>
                  <a:lnTo>
                    <a:pt x="37831" y="18990"/>
                  </a:lnTo>
                  <a:lnTo>
                    <a:pt x="38608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50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Freeform 33"/>
            <p:cNvSpPr/>
            <p:nvPr/>
          </p:nvSpPr>
          <p:spPr>
            <a:xfrm>
              <a:off x="2072977" y="925598"/>
              <a:ext cx="61623" cy="84104"/>
            </a:xfrm>
            <a:custGeom>
              <a:avLst/>
              <a:gdLst/>
              <a:ahLst/>
              <a:cxnLst/>
              <a:rect l="l" t="t" r="r" b="b"/>
              <a:pathLst>
                <a:path w="61623" h="84104">
                  <a:moveTo>
                    <a:pt x="0" y="84104"/>
                  </a:moveTo>
                  <a:lnTo>
                    <a:pt x="12553" y="84104"/>
                  </a:lnTo>
                  <a:lnTo>
                    <a:pt x="12553" y="44620"/>
                  </a:lnTo>
                  <a:lnTo>
                    <a:pt x="12524" y="41835"/>
                  </a:lnTo>
                  <a:lnTo>
                    <a:pt x="12441" y="39031"/>
                  </a:lnTo>
                  <a:lnTo>
                    <a:pt x="12316" y="36218"/>
                  </a:lnTo>
                  <a:lnTo>
                    <a:pt x="12155" y="33404"/>
                  </a:lnTo>
                  <a:lnTo>
                    <a:pt x="11968" y="30598"/>
                  </a:lnTo>
                  <a:lnTo>
                    <a:pt x="11764" y="27809"/>
                  </a:lnTo>
                  <a:lnTo>
                    <a:pt x="11552" y="25046"/>
                  </a:lnTo>
                  <a:lnTo>
                    <a:pt x="11340" y="22319"/>
                  </a:lnTo>
                  <a:lnTo>
                    <a:pt x="11139" y="19635"/>
                  </a:lnTo>
                  <a:lnTo>
                    <a:pt x="10955" y="17004"/>
                  </a:lnTo>
                  <a:lnTo>
                    <a:pt x="11412" y="17004"/>
                  </a:lnTo>
                  <a:lnTo>
                    <a:pt x="20199" y="34578"/>
                  </a:lnTo>
                  <a:lnTo>
                    <a:pt x="48043" y="84104"/>
                  </a:lnTo>
                  <a:lnTo>
                    <a:pt x="61623" y="84104"/>
                  </a:lnTo>
                  <a:lnTo>
                    <a:pt x="61623" y="0"/>
                  </a:lnTo>
                  <a:lnTo>
                    <a:pt x="48956" y="0"/>
                  </a:lnTo>
                  <a:lnTo>
                    <a:pt x="48956" y="39256"/>
                  </a:lnTo>
                  <a:lnTo>
                    <a:pt x="48989" y="42023"/>
                  </a:lnTo>
                  <a:lnTo>
                    <a:pt x="49080" y="44836"/>
                  </a:lnTo>
                  <a:lnTo>
                    <a:pt x="49221" y="47679"/>
                  </a:lnTo>
                  <a:lnTo>
                    <a:pt x="49402" y="50537"/>
                  </a:lnTo>
                  <a:lnTo>
                    <a:pt x="49612" y="53393"/>
                  </a:lnTo>
                  <a:lnTo>
                    <a:pt x="49844" y="56232"/>
                  </a:lnTo>
                  <a:lnTo>
                    <a:pt x="50086" y="59038"/>
                  </a:lnTo>
                  <a:lnTo>
                    <a:pt x="50329" y="61795"/>
                  </a:lnTo>
                  <a:lnTo>
                    <a:pt x="50565" y="64488"/>
                  </a:lnTo>
                  <a:lnTo>
                    <a:pt x="50782" y="67101"/>
                  </a:lnTo>
                  <a:lnTo>
                    <a:pt x="50212" y="67101"/>
                  </a:lnTo>
                  <a:lnTo>
                    <a:pt x="41425" y="49413"/>
                  </a:lnTo>
                  <a:lnTo>
                    <a:pt x="1358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reeform 34"/>
            <p:cNvSpPr/>
            <p:nvPr/>
          </p:nvSpPr>
          <p:spPr>
            <a:xfrm>
              <a:off x="2220530" y="925598"/>
              <a:ext cx="62651" cy="84104"/>
            </a:xfrm>
            <a:custGeom>
              <a:avLst/>
              <a:gdLst/>
              <a:ahLst/>
              <a:cxnLst/>
              <a:rect l="l" t="t" r="r" b="b"/>
              <a:pathLst>
                <a:path w="62651" h="84104">
                  <a:moveTo>
                    <a:pt x="24536" y="84104"/>
                  </a:moveTo>
                  <a:lnTo>
                    <a:pt x="38001" y="84104"/>
                  </a:lnTo>
                  <a:lnTo>
                    <a:pt x="38001" y="11184"/>
                  </a:lnTo>
                  <a:lnTo>
                    <a:pt x="62651" y="11184"/>
                  </a:lnTo>
                  <a:lnTo>
                    <a:pt x="62651" y="0"/>
                  </a:lnTo>
                  <a:lnTo>
                    <a:pt x="0" y="0"/>
                  </a:lnTo>
                  <a:lnTo>
                    <a:pt x="0" y="11184"/>
                  </a:lnTo>
                  <a:lnTo>
                    <a:pt x="24536" y="11184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Freeform 35"/>
            <p:cNvSpPr/>
            <p:nvPr/>
          </p:nvSpPr>
          <p:spPr>
            <a:xfrm>
              <a:off x="2320611" y="925598"/>
              <a:ext cx="60825" cy="84104"/>
            </a:xfrm>
            <a:custGeom>
              <a:avLst/>
              <a:gdLst/>
              <a:ahLst/>
              <a:cxnLst/>
              <a:rect l="l" t="t" r="r" b="b"/>
              <a:pathLst>
                <a:path w="60825" h="84104">
                  <a:moveTo>
                    <a:pt x="13238" y="39599"/>
                  </a:moveTo>
                  <a:lnTo>
                    <a:pt x="13238" y="10727"/>
                  </a:lnTo>
                  <a:lnTo>
                    <a:pt x="25905" y="10727"/>
                  </a:lnTo>
                  <a:lnTo>
                    <a:pt x="29371" y="10836"/>
                  </a:lnTo>
                  <a:lnTo>
                    <a:pt x="32508" y="11176"/>
                  </a:lnTo>
                  <a:lnTo>
                    <a:pt x="35306" y="11765"/>
                  </a:lnTo>
                  <a:lnTo>
                    <a:pt x="37758" y="12622"/>
                  </a:lnTo>
                  <a:lnTo>
                    <a:pt x="39856" y="13765"/>
                  </a:lnTo>
                  <a:lnTo>
                    <a:pt x="41590" y="15213"/>
                  </a:lnTo>
                  <a:lnTo>
                    <a:pt x="42953" y="16984"/>
                  </a:lnTo>
                  <a:lnTo>
                    <a:pt x="43937" y="19097"/>
                  </a:lnTo>
                  <a:lnTo>
                    <a:pt x="44533" y="21570"/>
                  </a:lnTo>
                  <a:lnTo>
                    <a:pt x="44734" y="24421"/>
                  </a:lnTo>
                  <a:lnTo>
                    <a:pt x="44533" y="27314"/>
                  </a:lnTo>
                  <a:lnTo>
                    <a:pt x="43937" y="29900"/>
                  </a:lnTo>
                  <a:lnTo>
                    <a:pt x="42953" y="32179"/>
                  </a:lnTo>
                  <a:lnTo>
                    <a:pt x="41590" y="34151"/>
                  </a:lnTo>
                  <a:lnTo>
                    <a:pt x="39856" y="35819"/>
                  </a:lnTo>
                  <a:lnTo>
                    <a:pt x="37758" y="37181"/>
                  </a:lnTo>
                  <a:lnTo>
                    <a:pt x="35306" y="38240"/>
                  </a:lnTo>
                  <a:lnTo>
                    <a:pt x="32508" y="38995"/>
                  </a:lnTo>
                  <a:lnTo>
                    <a:pt x="29371" y="39448"/>
                  </a:lnTo>
                  <a:lnTo>
                    <a:pt x="25905" y="39599"/>
                  </a:lnTo>
                  <a:close/>
                  <a:moveTo>
                    <a:pt x="45875" y="84104"/>
                  </a:moveTo>
                  <a:lnTo>
                    <a:pt x="60825" y="84104"/>
                  </a:lnTo>
                  <a:lnTo>
                    <a:pt x="40283" y="48500"/>
                  </a:lnTo>
                  <a:lnTo>
                    <a:pt x="43354" y="47373"/>
                  </a:lnTo>
                  <a:lnTo>
                    <a:pt x="46187" y="45974"/>
                  </a:lnTo>
                  <a:lnTo>
                    <a:pt x="48760" y="44298"/>
                  </a:lnTo>
                  <a:lnTo>
                    <a:pt x="51054" y="42341"/>
                  </a:lnTo>
                  <a:lnTo>
                    <a:pt x="53050" y="40098"/>
                  </a:lnTo>
                  <a:lnTo>
                    <a:pt x="54728" y="37564"/>
                  </a:lnTo>
                  <a:lnTo>
                    <a:pt x="56067" y="34734"/>
                  </a:lnTo>
                  <a:lnTo>
                    <a:pt x="57049" y="31603"/>
                  </a:lnTo>
                  <a:lnTo>
                    <a:pt x="57652" y="28167"/>
                  </a:lnTo>
                  <a:lnTo>
                    <a:pt x="57858" y="24421"/>
                  </a:lnTo>
                  <a:lnTo>
                    <a:pt x="57476" y="19301"/>
                  </a:lnTo>
                  <a:lnTo>
                    <a:pt x="56366" y="14870"/>
                  </a:lnTo>
                  <a:lnTo>
                    <a:pt x="54579" y="11094"/>
                  </a:lnTo>
                  <a:lnTo>
                    <a:pt x="52168" y="7937"/>
                  </a:lnTo>
                  <a:lnTo>
                    <a:pt x="49185" y="5364"/>
                  </a:lnTo>
                  <a:lnTo>
                    <a:pt x="45681" y="3338"/>
                  </a:lnTo>
                  <a:lnTo>
                    <a:pt x="41709" y="1824"/>
                  </a:lnTo>
                  <a:lnTo>
                    <a:pt x="37320" y="787"/>
                  </a:lnTo>
                  <a:lnTo>
                    <a:pt x="32567" y="191"/>
                  </a:lnTo>
                  <a:lnTo>
                    <a:pt x="27502" y="0"/>
                  </a:lnTo>
                  <a:lnTo>
                    <a:pt x="0" y="0"/>
                  </a:lnTo>
                  <a:lnTo>
                    <a:pt x="0" y="84104"/>
                  </a:lnTo>
                  <a:lnTo>
                    <a:pt x="13238" y="84104"/>
                  </a:lnTo>
                  <a:lnTo>
                    <a:pt x="13238" y="50212"/>
                  </a:lnTo>
                  <a:lnTo>
                    <a:pt x="26932" y="50212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Freeform 36"/>
            <p:cNvSpPr/>
            <p:nvPr/>
          </p:nvSpPr>
          <p:spPr>
            <a:xfrm>
              <a:off x="2407226" y="925598"/>
              <a:ext cx="70981" cy="84104"/>
            </a:xfrm>
            <a:custGeom>
              <a:avLst/>
              <a:gdLst/>
              <a:ahLst/>
              <a:cxnLst/>
              <a:rect l="l" t="t" r="r" b="b"/>
              <a:pathLst>
                <a:path w="70981" h="84104">
                  <a:moveTo>
                    <a:pt x="0" y="84104"/>
                  </a:moveTo>
                  <a:lnTo>
                    <a:pt x="13580" y="84104"/>
                  </a:lnTo>
                  <a:lnTo>
                    <a:pt x="20655" y="60254"/>
                  </a:lnTo>
                  <a:lnTo>
                    <a:pt x="49869" y="60254"/>
                  </a:lnTo>
                  <a:lnTo>
                    <a:pt x="56944" y="84104"/>
                  </a:lnTo>
                  <a:lnTo>
                    <a:pt x="70981" y="84104"/>
                  </a:lnTo>
                  <a:lnTo>
                    <a:pt x="43136" y="0"/>
                  </a:lnTo>
                  <a:lnTo>
                    <a:pt x="27845" y="0"/>
                  </a:lnTo>
                  <a:close/>
                  <a:moveTo>
                    <a:pt x="23851" y="49755"/>
                  </a:moveTo>
                  <a:lnTo>
                    <a:pt x="27160" y="38458"/>
                  </a:lnTo>
                  <a:lnTo>
                    <a:pt x="27978" y="35715"/>
                  </a:lnTo>
                  <a:lnTo>
                    <a:pt x="28789" y="32964"/>
                  </a:lnTo>
                  <a:lnTo>
                    <a:pt x="29594" y="30204"/>
                  </a:lnTo>
                  <a:lnTo>
                    <a:pt x="30392" y="27433"/>
                  </a:lnTo>
                  <a:lnTo>
                    <a:pt x="31183" y="24649"/>
                  </a:lnTo>
                  <a:lnTo>
                    <a:pt x="31967" y="21852"/>
                  </a:lnTo>
                  <a:lnTo>
                    <a:pt x="32744" y="19040"/>
                  </a:lnTo>
                  <a:lnTo>
                    <a:pt x="33514" y="16211"/>
                  </a:lnTo>
                  <a:lnTo>
                    <a:pt x="34277" y="13365"/>
                  </a:lnTo>
                  <a:lnTo>
                    <a:pt x="35034" y="10499"/>
                  </a:lnTo>
                  <a:lnTo>
                    <a:pt x="35490" y="10499"/>
                  </a:lnTo>
                  <a:lnTo>
                    <a:pt x="36275" y="13337"/>
                  </a:lnTo>
                  <a:lnTo>
                    <a:pt x="37054" y="16167"/>
                  </a:lnTo>
                  <a:lnTo>
                    <a:pt x="37831" y="18990"/>
                  </a:lnTo>
                  <a:lnTo>
                    <a:pt x="38607" y="21803"/>
                  </a:lnTo>
                  <a:lnTo>
                    <a:pt x="39385" y="24607"/>
                  </a:lnTo>
                  <a:lnTo>
                    <a:pt x="40166" y="27400"/>
                  </a:lnTo>
                  <a:lnTo>
                    <a:pt x="40952" y="30183"/>
                  </a:lnTo>
                  <a:lnTo>
                    <a:pt x="41746" y="32953"/>
                  </a:lnTo>
                  <a:lnTo>
                    <a:pt x="42549" y="35712"/>
                  </a:lnTo>
                  <a:lnTo>
                    <a:pt x="43365" y="38458"/>
                  </a:lnTo>
                  <a:lnTo>
                    <a:pt x="46674" y="49755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Freeform 37"/>
            <p:cNvSpPr/>
            <p:nvPr/>
          </p:nvSpPr>
          <p:spPr>
            <a:xfrm>
              <a:off x="2500802" y="925598"/>
              <a:ext cx="68356" cy="84104"/>
            </a:xfrm>
            <a:custGeom>
              <a:avLst/>
              <a:gdLst/>
              <a:ahLst/>
              <a:cxnLst/>
              <a:rect l="l" t="t" r="r" b="b"/>
              <a:pathLst>
                <a:path w="68356" h="84104">
                  <a:moveTo>
                    <a:pt x="26361" y="84104"/>
                  </a:moveTo>
                  <a:lnTo>
                    <a:pt x="41995" y="84104"/>
                  </a:lnTo>
                  <a:lnTo>
                    <a:pt x="68356" y="0"/>
                  </a:lnTo>
                  <a:lnTo>
                    <a:pt x="54776" y="0"/>
                  </a:lnTo>
                  <a:lnTo>
                    <a:pt x="42452" y="43593"/>
                  </a:lnTo>
                  <a:lnTo>
                    <a:pt x="41621" y="46430"/>
                  </a:lnTo>
                  <a:lnTo>
                    <a:pt x="40834" y="49203"/>
                  </a:lnTo>
                  <a:lnTo>
                    <a:pt x="40078" y="51927"/>
                  </a:lnTo>
                  <a:lnTo>
                    <a:pt x="39342" y="54621"/>
                  </a:lnTo>
                  <a:lnTo>
                    <a:pt x="38614" y="57301"/>
                  </a:lnTo>
                  <a:lnTo>
                    <a:pt x="37883" y="59985"/>
                  </a:lnTo>
                  <a:lnTo>
                    <a:pt x="37137" y="62689"/>
                  </a:lnTo>
                  <a:lnTo>
                    <a:pt x="36364" y="65430"/>
                  </a:lnTo>
                  <a:lnTo>
                    <a:pt x="35553" y="68227"/>
                  </a:lnTo>
                  <a:lnTo>
                    <a:pt x="34692" y="71095"/>
                  </a:lnTo>
                  <a:lnTo>
                    <a:pt x="34121" y="71095"/>
                  </a:lnTo>
                  <a:lnTo>
                    <a:pt x="33291" y="68227"/>
                  </a:lnTo>
                  <a:lnTo>
                    <a:pt x="32504" y="65430"/>
                  </a:lnTo>
                  <a:lnTo>
                    <a:pt x="31751" y="62689"/>
                  </a:lnTo>
                  <a:lnTo>
                    <a:pt x="31019" y="59985"/>
                  </a:lnTo>
                  <a:lnTo>
                    <a:pt x="30298" y="57301"/>
                  </a:lnTo>
                  <a:lnTo>
                    <a:pt x="29577" y="54621"/>
                  </a:lnTo>
                  <a:lnTo>
                    <a:pt x="28846" y="51927"/>
                  </a:lnTo>
                  <a:lnTo>
                    <a:pt x="28092" y="49203"/>
                  </a:lnTo>
                  <a:lnTo>
                    <a:pt x="27306" y="46430"/>
                  </a:lnTo>
                  <a:lnTo>
                    <a:pt x="26475" y="43593"/>
                  </a:lnTo>
                  <a:lnTo>
                    <a:pt x="1403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Freeform 38"/>
            <p:cNvSpPr/>
            <p:nvPr/>
          </p:nvSpPr>
          <p:spPr>
            <a:xfrm>
              <a:off x="2602709" y="925598"/>
              <a:ext cx="50896" cy="84104"/>
            </a:xfrm>
            <a:custGeom>
              <a:avLst/>
              <a:gdLst/>
              <a:ahLst/>
              <a:cxnLst/>
              <a:rect l="l" t="t" r="r" b="b"/>
              <a:pathLst>
                <a:path w="50896" h="84104">
                  <a:moveTo>
                    <a:pt x="0" y="84104"/>
                  </a:moveTo>
                  <a:lnTo>
                    <a:pt x="50896" y="84104"/>
                  </a:lnTo>
                  <a:lnTo>
                    <a:pt x="50896" y="72807"/>
                  </a:lnTo>
                  <a:lnTo>
                    <a:pt x="13237" y="72807"/>
                  </a:lnTo>
                  <a:lnTo>
                    <a:pt x="13237" y="45761"/>
                  </a:lnTo>
                  <a:lnTo>
                    <a:pt x="44049" y="45761"/>
                  </a:lnTo>
                  <a:lnTo>
                    <a:pt x="44049" y="34578"/>
                  </a:lnTo>
                  <a:lnTo>
                    <a:pt x="13237" y="34578"/>
                  </a:lnTo>
                  <a:lnTo>
                    <a:pt x="13237" y="11184"/>
                  </a:lnTo>
                  <a:lnTo>
                    <a:pt x="49641" y="11184"/>
                  </a:lnTo>
                  <a:lnTo>
                    <a:pt x="4964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Freeform 39"/>
            <p:cNvSpPr/>
            <p:nvPr/>
          </p:nvSpPr>
          <p:spPr>
            <a:xfrm>
              <a:off x="2694002" y="925598"/>
              <a:ext cx="48842" cy="84104"/>
            </a:xfrm>
            <a:custGeom>
              <a:avLst/>
              <a:gdLst/>
              <a:ahLst/>
              <a:cxnLst/>
              <a:rect l="l" t="t" r="r" b="b"/>
              <a:pathLst>
                <a:path w="48842" h="84104">
                  <a:moveTo>
                    <a:pt x="0" y="84104"/>
                  </a:moveTo>
                  <a:lnTo>
                    <a:pt x="48842" y="84104"/>
                  </a:lnTo>
                  <a:lnTo>
                    <a:pt x="48842" y="72807"/>
                  </a:lnTo>
                  <a:lnTo>
                    <a:pt x="13238" y="72807"/>
                  </a:lnTo>
                  <a:lnTo>
                    <a:pt x="1323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9C3C0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sp>
        <p:nvSpPr>
          <p:cNvPr id="41" name="TextBox 40"/>
          <p:cNvSpPr txBox="1"/>
          <p:nvPr/>
        </p:nvSpPr>
        <p:spPr>
          <a:xfrm>
            <a:off x="975665" y="2286000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40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联系我们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5" y="3291840"/>
            <a:ext cx="850392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价格以海岚旅行现行价目表为准。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海岚旅行 · 旅行社业务经营许可证 L-ZJ-CJ00318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6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杭州市西湖区保俶路118号 · 0571-8765 4321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5" y="5943600"/>
            <a:ext cx="85039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B9C3C0"/>
                </a:solidFill>
                <a:latin typeface="Noto Sans CJK SC"/>
                <a:ea typeface="Noto Sans CJK SC"/>
                <a:cs typeface="Noto Sans CJK SC"/>
              </a:rPr>
              <a:t>本方案由海岚旅行AI数字顾问协助生成，以电子合同为准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ailan">
      <a:dk1>
        <a:srgbClr val="1E2326"/>
      </a:dk1>
      <a:lt1>
        <a:srgbClr val="FFFFFF"/>
      </a:lt1>
      <a:dk2>
        <a:srgbClr val="5E6F6B"/>
      </a:dk2>
      <a:lt2>
        <a:srgbClr val="F2F4F1"/>
      </a:lt2>
      <a:accent1>
        <a:srgbClr val="D9531E"/>
      </a:accent1>
      <a:accent2>
        <a:srgbClr val="5E6F6B"/>
      </a:accent2>
      <a:accent3>
        <a:srgbClr val="1E2326"/>
      </a:accent3>
      <a:accent4>
        <a:srgbClr val="9AA8A4"/>
      </a:accent4>
      <a:accent5>
        <a:srgbClr val="E9B8A1"/>
      </a:accent5>
      <a:accent6>
        <a:srgbClr val="3E4B48"/>
      </a:accent6>
      <a:hlink>
        <a:srgbClr val="D9531E"/>
      </a:hlink>
      <a:folHlink>
        <a:srgbClr val="5E6F6B"/>
      </a:folHlink>
    </a:clrScheme>
    <a:fontScheme name="Hailan">
      <a:majorFont>
        <a:latin typeface="Noto Serif CJK SC"/>
        <a:ea typeface="Noto Serif CJK SC"/>
        <a:cs typeface=""/>
        <a:font script="Jpan" typeface="ＭＳ Ｐゴシック"/>
        <a:font script="Hang" typeface="맑은 고딕"/>
        <a:font script="Hans" typeface="Noto Serif CJK SC"/>
        <a:font script="Hant" typeface="Noto Serif CJK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Noto Sans CJK SC"/>
        <a:cs typeface=""/>
        <a:font script="Jpan" typeface="ＭＳ Ｐゴシック"/>
        <a:font script="Hang" typeface="맑은 고딕"/>
        <a:font script="Hans" typeface="Noto Sans CJK SC"/>
        <a:font script="Hant" typeface="Noto Sans CJK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海岚旅行方案 PPT 范例 HL-MKT-SMP-01（HL-Q-0512-2P，已脱敏）</dc:title>
  <dc:subject/>
  <dc:creator>海岚旅行市场部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