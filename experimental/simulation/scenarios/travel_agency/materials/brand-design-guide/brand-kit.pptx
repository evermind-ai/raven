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 · 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束 · 联系我们">
    <p:bg>
      <p:bgPr>
        <a:solidFill>
          <a:srgbClr val="1E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品牌手册 · 标志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一个印记，一行字标：店名本身就是标志</a:t>
            </a:r>
          </a:p>
        </p:txBody>
      </p:sp>
      <p:grpSp>
        <p:nvGrpSpPr>
          <p:cNvPr id="4" name="海岚旅行标志"/>
          <p:cNvGrpSpPr/>
          <p:nvPr/>
        </p:nvGrpSpPr>
        <p:grpSpPr>
          <a:xfrm>
            <a:off x="1341425" y="2606040"/>
            <a:ext cx="713232" cy="713232"/>
            <a:chOff x="1341425" y="2606040"/>
            <a:chExt cx="713232" cy="713232"/>
          </a:xfrm>
        </p:grpSpPr>
        <p:sp>
          <p:nvSpPr>
            <p:cNvPr id="5" name="Rectangle 4"/>
            <p:cNvSpPr/>
            <p:nvPr/>
          </p:nvSpPr>
          <p:spPr>
            <a:xfrm>
              <a:off x="1341425" y="2606040"/>
              <a:ext cx="713232" cy="713232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1472089" y="2732468"/>
              <a:ext cx="450311" cy="443430"/>
            </a:xfrm>
            <a:custGeom>
              <a:avLst/>
              <a:gdLst/>
              <a:ahLst/>
              <a:cxnLst/>
              <a:rect l="l" t="t" r="r" b="b"/>
              <a:pathLst>
                <a:path w="450311" h="443430">
                  <a:moveTo>
                    <a:pt x="270201" y="5648"/>
                  </a:moveTo>
                  <a:lnTo>
                    <a:pt x="198179" y="0"/>
                  </a:lnTo>
                  <a:lnTo>
                    <a:pt x="198179" y="108268"/>
                  </a:lnTo>
                  <a:lnTo>
                    <a:pt x="112034" y="108268"/>
                  </a:lnTo>
                  <a:lnTo>
                    <a:pt x="112034" y="40483"/>
                  </a:lnTo>
                  <a:lnTo>
                    <a:pt x="115585" y="39833"/>
                  </a:lnTo>
                  <a:lnTo>
                    <a:pt x="118636" y="39018"/>
                  </a:lnTo>
                  <a:lnTo>
                    <a:pt x="121224" y="38038"/>
                  </a:lnTo>
                  <a:lnTo>
                    <a:pt x="123385" y="36897"/>
                  </a:lnTo>
                  <a:lnTo>
                    <a:pt x="125156" y="35599"/>
                  </a:lnTo>
                  <a:lnTo>
                    <a:pt x="126574" y="34145"/>
                  </a:lnTo>
                  <a:lnTo>
                    <a:pt x="127676" y="32538"/>
                  </a:lnTo>
                  <a:lnTo>
                    <a:pt x="128499" y="30782"/>
                  </a:lnTo>
                  <a:lnTo>
                    <a:pt x="129078" y="28879"/>
                  </a:lnTo>
                  <a:lnTo>
                    <a:pt x="129452" y="26831"/>
                  </a:lnTo>
                  <a:lnTo>
                    <a:pt x="57900" y="19770"/>
                  </a:lnTo>
                  <a:lnTo>
                    <a:pt x="57900" y="102619"/>
                  </a:lnTo>
                  <a:lnTo>
                    <a:pt x="56067" y="103802"/>
                  </a:lnTo>
                  <a:lnTo>
                    <a:pt x="54247" y="105078"/>
                  </a:lnTo>
                  <a:lnTo>
                    <a:pt x="52456" y="106428"/>
                  </a:lnTo>
                  <a:lnTo>
                    <a:pt x="50707" y="107831"/>
                  </a:lnTo>
                  <a:lnTo>
                    <a:pt x="49015" y="109268"/>
                  </a:lnTo>
                  <a:lnTo>
                    <a:pt x="47393" y="110720"/>
                  </a:lnTo>
                  <a:lnTo>
                    <a:pt x="45856" y="112165"/>
                  </a:lnTo>
                  <a:lnTo>
                    <a:pt x="44418" y="113586"/>
                  </a:lnTo>
                  <a:lnTo>
                    <a:pt x="43093" y="114961"/>
                  </a:lnTo>
                  <a:lnTo>
                    <a:pt x="41895" y="116271"/>
                  </a:lnTo>
                  <a:lnTo>
                    <a:pt x="98383" y="144985"/>
                  </a:lnTo>
                  <a:lnTo>
                    <a:pt x="114859" y="121919"/>
                  </a:lnTo>
                  <a:lnTo>
                    <a:pt x="336103" y="121919"/>
                  </a:lnTo>
                  <a:lnTo>
                    <a:pt x="336103" y="135571"/>
                  </a:lnTo>
                  <a:lnTo>
                    <a:pt x="313979" y="159578"/>
                  </a:lnTo>
                  <a:lnTo>
                    <a:pt x="127098" y="159578"/>
                  </a:lnTo>
                  <a:lnTo>
                    <a:pt x="65432" y="137454"/>
                  </a:lnTo>
                  <a:lnTo>
                    <a:pt x="65432" y="263610"/>
                  </a:lnTo>
                  <a:lnTo>
                    <a:pt x="65163" y="282875"/>
                  </a:lnTo>
                  <a:lnTo>
                    <a:pt x="64185" y="301931"/>
                  </a:lnTo>
                  <a:lnTo>
                    <a:pt x="62242" y="320711"/>
                  </a:lnTo>
                  <a:lnTo>
                    <a:pt x="59075" y="339146"/>
                  </a:lnTo>
                  <a:lnTo>
                    <a:pt x="54428" y="357168"/>
                  </a:lnTo>
                  <a:lnTo>
                    <a:pt x="48045" y="374711"/>
                  </a:lnTo>
                  <a:lnTo>
                    <a:pt x="39667" y="391705"/>
                  </a:lnTo>
                  <a:lnTo>
                    <a:pt x="29038" y="408084"/>
                  </a:lnTo>
                  <a:lnTo>
                    <a:pt x="15902" y="423779"/>
                  </a:lnTo>
                  <a:lnTo>
                    <a:pt x="0" y="438723"/>
                  </a:lnTo>
                  <a:lnTo>
                    <a:pt x="3766" y="443430"/>
                  </a:lnTo>
                  <a:lnTo>
                    <a:pt x="32504" y="429358"/>
                  </a:lnTo>
                  <a:lnTo>
                    <a:pt x="56070" y="413834"/>
                  </a:lnTo>
                  <a:lnTo>
                    <a:pt x="74970" y="397073"/>
                  </a:lnTo>
                  <a:lnTo>
                    <a:pt x="89710" y="379290"/>
                  </a:lnTo>
                  <a:lnTo>
                    <a:pt x="100796" y="360699"/>
                  </a:lnTo>
                  <a:lnTo>
                    <a:pt x="108732" y="341514"/>
                  </a:lnTo>
                  <a:lnTo>
                    <a:pt x="114024" y="321952"/>
                  </a:lnTo>
                  <a:lnTo>
                    <a:pt x="117179" y="302225"/>
                  </a:lnTo>
                  <a:lnTo>
                    <a:pt x="118700" y="282550"/>
                  </a:lnTo>
                  <a:lnTo>
                    <a:pt x="119095" y="263139"/>
                  </a:lnTo>
                  <a:lnTo>
                    <a:pt x="119095" y="173229"/>
                  </a:lnTo>
                  <a:lnTo>
                    <a:pt x="319157" y="173229"/>
                  </a:lnTo>
                  <a:lnTo>
                    <a:pt x="319607" y="205588"/>
                  </a:lnTo>
                  <a:lnTo>
                    <a:pt x="320837" y="237445"/>
                  </a:lnTo>
                  <a:lnTo>
                    <a:pt x="323089" y="268409"/>
                  </a:lnTo>
                  <a:lnTo>
                    <a:pt x="326606" y="298090"/>
                  </a:lnTo>
                  <a:lnTo>
                    <a:pt x="331631" y="326100"/>
                  </a:lnTo>
                  <a:lnTo>
                    <a:pt x="338408" y="352048"/>
                  </a:lnTo>
                  <a:lnTo>
                    <a:pt x="347179" y="375544"/>
                  </a:lnTo>
                  <a:lnTo>
                    <a:pt x="358186" y="396199"/>
                  </a:lnTo>
                  <a:lnTo>
                    <a:pt x="371674" y="413622"/>
                  </a:lnTo>
                  <a:lnTo>
                    <a:pt x="387884" y="427425"/>
                  </a:lnTo>
                  <a:lnTo>
                    <a:pt x="393827" y="431458"/>
                  </a:lnTo>
                  <a:lnTo>
                    <a:pt x="400014" y="435006"/>
                  </a:lnTo>
                  <a:lnTo>
                    <a:pt x="406347" y="437949"/>
                  </a:lnTo>
                  <a:lnTo>
                    <a:pt x="412731" y="440169"/>
                  </a:lnTo>
                  <a:lnTo>
                    <a:pt x="419070" y="441547"/>
                  </a:lnTo>
                  <a:lnTo>
                    <a:pt x="425268" y="441965"/>
                  </a:lnTo>
                  <a:lnTo>
                    <a:pt x="431228" y="441304"/>
                  </a:lnTo>
                  <a:lnTo>
                    <a:pt x="436855" y="439446"/>
                  </a:lnTo>
                  <a:lnTo>
                    <a:pt x="442053" y="436271"/>
                  </a:lnTo>
                  <a:lnTo>
                    <a:pt x="446726" y="431662"/>
                  </a:lnTo>
                  <a:lnTo>
                    <a:pt x="448434" y="428682"/>
                  </a:lnTo>
                  <a:lnTo>
                    <a:pt x="449603" y="425388"/>
                  </a:lnTo>
                  <a:lnTo>
                    <a:pt x="450229" y="421778"/>
                  </a:lnTo>
                  <a:lnTo>
                    <a:pt x="450311" y="417849"/>
                  </a:lnTo>
                  <a:lnTo>
                    <a:pt x="449844" y="413597"/>
                  </a:lnTo>
                  <a:lnTo>
                    <a:pt x="448827" y="409021"/>
                  </a:lnTo>
                  <a:lnTo>
                    <a:pt x="447256" y="404118"/>
                  </a:lnTo>
                  <a:lnTo>
                    <a:pt x="445129" y="398884"/>
                  </a:lnTo>
                  <a:lnTo>
                    <a:pt x="442442" y="393316"/>
                  </a:lnTo>
                  <a:lnTo>
                    <a:pt x="439194" y="387413"/>
                  </a:lnTo>
                  <a:lnTo>
                    <a:pt x="442960" y="322452"/>
                  </a:lnTo>
                  <a:lnTo>
                    <a:pt x="437782" y="321981"/>
                  </a:lnTo>
                  <a:lnTo>
                    <a:pt x="436497" y="326894"/>
                  </a:lnTo>
                  <a:lnTo>
                    <a:pt x="435183" y="331742"/>
                  </a:lnTo>
                  <a:lnTo>
                    <a:pt x="433842" y="336517"/>
                  </a:lnTo>
                  <a:lnTo>
                    <a:pt x="432472" y="341209"/>
                  </a:lnTo>
                  <a:lnTo>
                    <a:pt x="431074" y="345812"/>
                  </a:lnTo>
                  <a:lnTo>
                    <a:pt x="429647" y="350315"/>
                  </a:lnTo>
                  <a:lnTo>
                    <a:pt x="428193" y="354712"/>
                  </a:lnTo>
                  <a:lnTo>
                    <a:pt x="426710" y="358992"/>
                  </a:lnTo>
                  <a:lnTo>
                    <a:pt x="425199" y="363148"/>
                  </a:lnTo>
                  <a:lnTo>
                    <a:pt x="423660" y="367171"/>
                  </a:lnTo>
                  <a:lnTo>
                    <a:pt x="422823" y="368471"/>
                  </a:lnTo>
                  <a:lnTo>
                    <a:pt x="421995" y="369544"/>
                  </a:lnTo>
                  <a:lnTo>
                    <a:pt x="421156" y="370391"/>
                  </a:lnTo>
                  <a:lnTo>
                    <a:pt x="420285" y="371013"/>
                  </a:lnTo>
                  <a:lnTo>
                    <a:pt x="419364" y="371408"/>
                  </a:lnTo>
                  <a:lnTo>
                    <a:pt x="418372" y="371577"/>
                  </a:lnTo>
                  <a:lnTo>
                    <a:pt x="417290" y="371521"/>
                  </a:lnTo>
                  <a:lnTo>
                    <a:pt x="416098" y="371238"/>
                  </a:lnTo>
                  <a:lnTo>
                    <a:pt x="414776" y="370730"/>
                  </a:lnTo>
                  <a:lnTo>
                    <a:pt x="413304" y="369996"/>
                  </a:lnTo>
                  <a:lnTo>
                    <a:pt x="403542" y="361137"/>
                  </a:lnTo>
                  <a:lnTo>
                    <a:pt x="395367" y="348270"/>
                  </a:lnTo>
                  <a:lnTo>
                    <a:pt x="388672" y="332049"/>
                  </a:lnTo>
                  <a:lnTo>
                    <a:pt x="383350" y="313124"/>
                  </a:lnTo>
                  <a:lnTo>
                    <a:pt x="379293" y="292148"/>
                  </a:lnTo>
                  <a:lnTo>
                    <a:pt x="376394" y="269775"/>
                  </a:lnTo>
                  <a:lnTo>
                    <a:pt x="374546" y="246656"/>
                  </a:lnTo>
                  <a:lnTo>
                    <a:pt x="373641" y="223443"/>
                  </a:lnTo>
                  <a:lnTo>
                    <a:pt x="373573" y="200790"/>
                  </a:lnTo>
                  <a:lnTo>
                    <a:pt x="374233" y="179349"/>
                  </a:lnTo>
                  <a:lnTo>
                    <a:pt x="376858" y="178884"/>
                  </a:lnTo>
                  <a:lnTo>
                    <a:pt x="379358" y="178340"/>
                  </a:lnTo>
                  <a:lnTo>
                    <a:pt x="381723" y="177722"/>
                  </a:lnTo>
                  <a:lnTo>
                    <a:pt x="383941" y="177037"/>
                  </a:lnTo>
                  <a:lnTo>
                    <a:pt x="386001" y="176289"/>
                  </a:lnTo>
                  <a:lnTo>
                    <a:pt x="387892" y="175485"/>
                  </a:lnTo>
                  <a:lnTo>
                    <a:pt x="389601" y="174630"/>
                  </a:lnTo>
                  <a:lnTo>
                    <a:pt x="391119" y="173730"/>
                  </a:lnTo>
                  <a:lnTo>
                    <a:pt x="392433" y="172791"/>
                  </a:lnTo>
                  <a:lnTo>
                    <a:pt x="393533" y="171817"/>
                  </a:lnTo>
                  <a:lnTo>
                    <a:pt x="354462" y="141219"/>
                  </a:lnTo>
                  <a:lnTo>
                    <a:pt x="360193" y="140663"/>
                  </a:lnTo>
                  <a:lnTo>
                    <a:pt x="365741" y="139871"/>
                  </a:lnTo>
                  <a:lnTo>
                    <a:pt x="371006" y="138894"/>
                  </a:lnTo>
                  <a:lnTo>
                    <a:pt x="375890" y="137777"/>
                  </a:lnTo>
                  <a:lnTo>
                    <a:pt x="380293" y="136571"/>
                  </a:lnTo>
                  <a:lnTo>
                    <a:pt x="384118" y="135322"/>
                  </a:lnTo>
                  <a:lnTo>
                    <a:pt x="387265" y="134079"/>
                  </a:lnTo>
                  <a:lnTo>
                    <a:pt x="389635" y="132889"/>
                  </a:lnTo>
                  <a:lnTo>
                    <a:pt x="391130" y="131801"/>
                  </a:lnTo>
                  <a:lnTo>
                    <a:pt x="391650" y="130863"/>
                  </a:lnTo>
                  <a:lnTo>
                    <a:pt x="391650" y="39070"/>
                  </a:lnTo>
                  <a:lnTo>
                    <a:pt x="395201" y="38422"/>
                  </a:lnTo>
                  <a:lnTo>
                    <a:pt x="398251" y="37609"/>
                  </a:lnTo>
                  <a:lnTo>
                    <a:pt x="400839" y="36639"/>
                  </a:lnTo>
                  <a:lnTo>
                    <a:pt x="403000" y="35515"/>
                  </a:lnTo>
                  <a:lnTo>
                    <a:pt x="404772" y="34245"/>
                  </a:lnTo>
                  <a:lnTo>
                    <a:pt x="406190" y="32834"/>
                  </a:lnTo>
                  <a:lnTo>
                    <a:pt x="407292" y="31287"/>
                  </a:lnTo>
                  <a:lnTo>
                    <a:pt x="408114" y="29611"/>
                  </a:lnTo>
                  <a:lnTo>
                    <a:pt x="408694" y="27809"/>
                  </a:lnTo>
                  <a:lnTo>
                    <a:pt x="409067" y="25890"/>
                  </a:lnTo>
                  <a:lnTo>
                    <a:pt x="336103" y="19770"/>
                  </a:lnTo>
                  <a:lnTo>
                    <a:pt x="336103" y="108268"/>
                  </a:lnTo>
                  <a:lnTo>
                    <a:pt x="253254" y="108268"/>
                  </a:lnTo>
                  <a:lnTo>
                    <a:pt x="253254" y="18829"/>
                  </a:lnTo>
                  <a:lnTo>
                    <a:pt x="256677" y="18180"/>
                  </a:lnTo>
                  <a:lnTo>
                    <a:pt x="259626" y="17368"/>
                  </a:lnTo>
                  <a:lnTo>
                    <a:pt x="262134" y="16397"/>
                  </a:lnTo>
                  <a:lnTo>
                    <a:pt x="264236" y="15274"/>
                  </a:lnTo>
                  <a:lnTo>
                    <a:pt x="265964" y="14004"/>
                  </a:lnTo>
                  <a:lnTo>
                    <a:pt x="267354" y="12593"/>
                  </a:lnTo>
                  <a:lnTo>
                    <a:pt x="268438" y="11046"/>
                  </a:lnTo>
                  <a:lnTo>
                    <a:pt x="269252" y="9369"/>
                  </a:lnTo>
                  <a:lnTo>
                    <a:pt x="269828" y="7568"/>
                  </a:lnTo>
                  <a:lnTo>
                    <a:pt x="270201" y="5648"/>
                  </a:lnTo>
                  <a:close/>
                  <a:moveTo>
                    <a:pt x="313508" y="211829"/>
                  </a:moveTo>
                  <a:lnTo>
                    <a:pt x="249959" y="184998"/>
                  </a:lnTo>
                  <a:lnTo>
                    <a:pt x="247784" y="192440"/>
                  </a:lnTo>
                  <a:lnTo>
                    <a:pt x="245497" y="199797"/>
                  </a:lnTo>
                  <a:lnTo>
                    <a:pt x="243096" y="207070"/>
                  </a:lnTo>
                  <a:lnTo>
                    <a:pt x="240582" y="214258"/>
                  </a:lnTo>
                  <a:lnTo>
                    <a:pt x="237955" y="221362"/>
                  </a:lnTo>
                  <a:lnTo>
                    <a:pt x="235216" y="228380"/>
                  </a:lnTo>
                  <a:lnTo>
                    <a:pt x="232363" y="235314"/>
                  </a:lnTo>
                  <a:lnTo>
                    <a:pt x="229398" y="242163"/>
                  </a:lnTo>
                  <a:lnTo>
                    <a:pt x="226319" y="248928"/>
                  </a:lnTo>
                  <a:lnTo>
                    <a:pt x="223127" y="255608"/>
                  </a:lnTo>
                  <a:lnTo>
                    <a:pt x="216194" y="250793"/>
                  </a:lnTo>
                  <a:lnTo>
                    <a:pt x="208949" y="245959"/>
                  </a:lnTo>
                  <a:lnTo>
                    <a:pt x="201394" y="241114"/>
                  </a:lnTo>
                  <a:lnTo>
                    <a:pt x="193528" y="236266"/>
                  </a:lnTo>
                  <a:lnTo>
                    <a:pt x="185351" y="231424"/>
                  </a:lnTo>
                  <a:lnTo>
                    <a:pt x="176864" y="226595"/>
                  </a:lnTo>
                  <a:lnTo>
                    <a:pt x="168066" y="221790"/>
                  </a:lnTo>
                  <a:lnTo>
                    <a:pt x="158957" y="217015"/>
                  </a:lnTo>
                  <a:lnTo>
                    <a:pt x="149538" y="212280"/>
                  </a:lnTo>
                  <a:lnTo>
                    <a:pt x="139808" y="207593"/>
                  </a:lnTo>
                  <a:lnTo>
                    <a:pt x="134159" y="211359"/>
                  </a:lnTo>
                  <a:lnTo>
                    <a:pt x="140877" y="218148"/>
                  </a:lnTo>
                  <a:lnTo>
                    <a:pt x="147739" y="225225"/>
                  </a:lnTo>
                  <a:lnTo>
                    <a:pt x="154719" y="232567"/>
                  </a:lnTo>
                  <a:lnTo>
                    <a:pt x="161793" y="240152"/>
                  </a:lnTo>
                  <a:lnTo>
                    <a:pt x="168934" y="247958"/>
                  </a:lnTo>
                  <a:lnTo>
                    <a:pt x="176118" y="255962"/>
                  </a:lnTo>
                  <a:lnTo>
                    <a:pt x="183319" y="264140"/>
                  </a:lnTo>
                  <a:lnTo>
                    <a:pt x="190511" y="272471"/>
                  </a:lnTo>
                  <a:lnTo>
                    <a:pt x="197670" y="280932"/>
                  </a:lnTo>
                  <a:lnTo>
                    <a:pt x="204769" y="289500"/>
                  </a:lnTo>
                  <a:lnTo>
                    <a:pt x="195638" y="304325"/>
                  </a:lnTo>
                  <a:lnTo>
                    <a:pt x="186064" y="318565"/>
                  </a:lnTo>
                  <a:lnTo>
                    <a:pt x="176083" y="332201"/>
                  </a:lnTo>
                  <a:lnTo>
                    <a:pt x="165732" y="345213"/>
                  </a:lnTo>
                  <a:lnTo>
                    <a:pt x="155048" y="357580"/>
                  </a:lnTo>
                  <a:lnTo>
                    <a:pt x="144067" y="369284"/>
                  </a:lnTo>
                  <a:lnTo>
                    <a:pt x="132826" y="380304"/>
                  </a:lnTo>
                  <a:lnTo>
                    <a:pt x="121362" y="390621"/>
                  </a:lnTo>
                  <a:lnTo>
                    <a:pt x="109712" y="400215"/>
                  </a:lnTo>
                  <a:lnTo>
                    <a:pt x="97912" y="409067"/>
                  </a:lnTo>
                  <a:lnTo>
                    <a:pt x="103090" y="414715"/>
                  </a:lnTo>
                  <a:lnTo>
                    <a:pt x="117351" y="408103"/>
                  </a:lnTo>
                  <a:lnTo>
                    <a:pt x="131312" y="400962"/>
                  </a:lnTo>
                  <a:lnTo>
                    <a:pt x="144957" y="393274"/>
                  </a:lnTo>
                  <a:lnTo>
                    <a:pt x="158268" y="385018"/>
                  </a:lnTo>
                  <a:lnTo>
                    <a:pt x="171229" y="376174"/>
                  </a:lnTo>
                  <a:lnTo>
                    <a:pt x="183823" y="366723"/>
                  </a:lnTo>
                  <a:lnTo>
                    <a:pt x="196033" y="356645"/>
                  </a:lnTo>
                  <a:lnTo>
                    <a:pt x="207842" y="345921"/>
                  </a:lnTo>
                  <a:lnTo>
                    <a:pt x="219233" y="334529"/>
                  </a:lnTo>
                  <a:lnTo>
                    <a:pt x="230188" y="322452"/>
                  </a:lnTo>
                  <a:lnTo>
                    <a:pt x="235749" y="330203"/>
                  </a:lnTo>
                  <a:lnTo>
                    <a:pt x="241121" y="337914"/>
                  </a:lnTo>
                  <a:lnTo>
                    <a:pt x="246283" y="345575"/>
                  </a:lnTo>
                  <a:lnTo>
                    <a:pt x="251217" y="353174"/>
                  </a:lnTo>
                  <a:lnTo>
                    <a:pt x="255902" y="360699"/>
                  </a:lnTo>
                  <a:lnTo>
                    <a:pt x="260319" y="368139"/>
                  </a:lnTo>
                  <a:lnTo>
                    <a:pt x="264448" y="375484"/>
                  </a:lnTo>
                  <a:lnTo>
                    <a:pt x="268269" y="382721"/>
                  </a:lnTo>
                  <a:lnTo>
                    <a:pt x="271762" y="389839"/>
                  </a:lnTo>
                  <a:lnTo>
                    <a:pt x="274908" y="396828"/>
                  </a:lnTo>
                  <a:lnTo>
                    <a:pt x="287526" y="402752"/>
                  </a:lnTo>
                  <a:lnTo>
                    <a:pt x="298464" y="403610"/>
                  </a:lnTo>
                  <a:lnTo>
                    <a:pt x="307170" y="399869"/>
                  </a:lnTo>
                  <a:lnTo>
                    <a:pt x="313094" y="392000"/>
                  </a:lnTo>
                  <a:lnTo>
                    <a:pt x="315685" y="380470"/>
                  </a:lnTo>
                  <a:lnTo>
                    <a:pt x="314393" y="365748"/>
                  </a:lnTo>
                  <a:lnTo>
                    <a:pt x="308667" y="348303"/>
                  </a:lnTo>
                  <a:lnTo>
                    <a:pt x="297955" y="328605"/>
                  </a:lnTo>
                  <a:lnTo>
                    <a:pt x="281708" y="307122"/>
                  </a:lnTo>
                  <a:lnTo>
                    <a:pt x="259374" y="284322"/>
                  </a:lnTo>
                  <a:lnTo>
                    <a:pt x="263158" y="278462"/>
                  </a:lnTo>
                  <a:lnTo>
                    <a:pt x="266883" y="272464"/>
                  </a:lnTo>
                  <a:lnTo>
                    <a:pt x="270546" y="266329"/>
                  </a:lnTo>
                  <a:lnTo>
                    <a:pt x="274144" y="260063"/>
                  </a:lnTo>
                  <a:lnTo>
                    <a:pt x="277674" y="253666"/>
                  </a:lnTo>
                  <a:lnTo>
                    <a:pt x="281133" y="247142"/>
                  </a:lnTo>
                  <a:lnTo>
                    <a:pt x="284519" y="240494"/>
                  </a:lnTo>
                  <a:lnTo>
                    <a:pt x="287829" y="233724"/>
                  </a:lnTo>
                  <a:lnTo>
                    <a:pt x="291059" y="226836"/>
                  </a:lnTo>
                  <a:lnTo>
                    <a:pt x="294208" y="219832"/>
                  </a:lnTo>
                  <a:lnTo>
                    <a:pt x="297316" y="220103"/>
                  </a:lnTo>
                  <a:lnTo>
                    <a:pt x="300147" y="220084"/>
                  </a:lnTo>
                  <a:lnTo>
                    <a:pt x="302707" y="219794"/>
                  </a:lnTo>
                  <a:lnTo>
                    <a:pt x="305001" y="219252"/>
                  </a:lnTo>
                  <a:lnTo>
                    <a:pt x="307036" y="218479"/>
                  </a:lnTo>
                  <a:lnTo>
                    <a:pt x="308816" y="217493"/>
                  </a:lnTo>
                  <a:lnTo>
                    <a:pt x="310348" y="216316"/>
                  </a:lnTo>
                  <a:lnTo>
                    <a:pt x="311637" y="214966"/>
                  </a:lnTo>
                  <a:lnTo>
                    <a:pt x="312688" y="213464"/>
                  </a:lnTo>
                  <a:lnTo>
                    <a:pt x="313508" y="2118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293946" y="2593658"/>
              <a:ext cx="424958" cy="414787"/>
            </a:xfrm>
            <a:custGeom>
              <a:avLst/>
              <a:gdLst/>
              <a:ahLst/>
              <a:cxnLst/>
              <a:rect l="l" t="t" r="r" b="b"/>
              <a:pathLst>
                <a:path w="424958" h="414787">
                  <a:moveTo>
                    <a:pt x="224640" y="240117"/>
                  </a:moveTo>
                  <a:lnTo>
                    <a:pt x="220660" y="242770"/>
                  </a:lnTo>
                  <a:lnTo>
                    <a:pt x="224521" y="247571"/>
                  </a:lnTo>
                  <a:lnTo>
                    <a:pt x="228358" y="252895"/>
                  </a:lnTo>
                  <a:lnTo>
                    <a:pt x="232094" y="258654"/>
                  </a:lnTo>
                  <a:lnTo>
                    <a:pt x="235652" y="264760"/>
                  </a:lnTo>
                  <a:lnTo>
                    <a:pt x="238956" y="271127"/>
                  </a:lnTo>
                  <a:lnTo>
                    <a:pt x="241928" y="277665"/>
                  </a:lnTo>
                  <a:lnTo>
                    <a:pt x="244492" y="284289"/>
                  </a:lnTo>
                  <a:lnTo>
                    <a:pt x="246569" y="290910"/>
                  </a:lnTo>
                  <a:lnTo>
                    <a:pt x="248085" y="297441"/>
                  </a:lnTo>
                  <a:lnTo>
                    <a:pt x="248961" y="303794"/>
                  </a:lnTo>
                  <a:lnTo>
                    <a:pt x="259622" y="309497"/>
                  </a:lnTo>
                  <a:lnTo>
                    <a:pt x="269568" y="310205"/>
                  </a:lnTo>
                  <a:lnTo>
                    <a:pt x="277974" y="306783"/>
                  </a:lnTo>
                  <a:lnTo>
                    <a:pt x="284019" y="300101"/>
                  </a:lnTo>
                  <a:lnTo>
                    <a:pt x="286880" y="291026"/>
                  </a:lnTo>
                  <a:lnTo>
                    <a:pt x="285735" y="280425"/>
                  </a:lnTo>
                  <a:lnTo>
                    <a:pt x="279760" y="269166"/>
                  </a:lnTo>
                  <a:lnTo>
                    <a:pt x="268135" y="258116"/>
                  </a:lnTo>
                  <a:lnTo>
                    <a:pt x="250035" y="248144"/>
                  </a:lnTo>
                  <a:lnTo>
                    <a:pt x="224640" y="240117"/>
                  </a:lnTo>
                  <a:close/>
                  <a:moveTo>
                    <a:pt x="230388" y="143274"/>
                  </a:moveTo>
                  <a:lnTo>
                    <a:pt x="225966" y="145928"/>
                  </a:lnTo>
                  <a:lnTo>
                    <a:pt x="229615" y="150450"/>
                  </a:lnTo>
                  <a:lnTo>
                    <a:pt x="233346" y="155472"/>
                  </a:lnTo>
                  <a:lnTo>
                    <a:pt x="237082" y="160908"/>
                  </a:lnTo>
                  <a:lnTo>
                    <a:pt x="240747" y="166672"/>
                  </a:lnTo>
                  <a:lnTo>
                    <a:pt x="244262" y="172681"/>
                  </a:lnTo>
                  <a:lnTo>
                    <a:pt x="247553" y="178849"/>
                  </a:lnTo>
                  <a:lnTo>
                    <a:pt x="250541" y="185091"/>
                  </a:lnTo>
                  <a:lnTo>
                    <a:pt x="253149" y="191322"/>
                  </a:lnTo>
                  <a:lnTo>
                    <a:pt x="255302" y="197458"/>
                  </a:lnTo>
                  <a:lnTo>
                    <a:pt x="256921" y="203414"/>
                  </a:lnTo>
                  <a:lnTo>
                    <a:pt x="267114" y="208261"/>
                  </a:lnTo>
                  <a:lnTo>
                    <a:pt x="276491" y="208494"/>
                  </a:lnTo>
                  <a:lnTo>
                    <a:pt x="284286" y="204938"/>
                  </a:lnTo>
                  <a:lnTo>
                    <a:pt x="289736" y="198419"/>
                  </a:lnTo>
                  <a:lnTo>
                    <a:pt x="292076" y="189761"/>
                  </a:lnTo>
                  <a:lnTo>
                    <a:pt x="290542" y="179790"/>
                  </a:lnTo>
                  <a:lnTo>
                    <a:pt x="284371" y="169330"/>
                  </a:lnTo>
                  <a:lnTo>
                    <a:pt x="272797" y="159208"/>
                  </a:lnTo>
                  <a:lnTo>
                    <a:pt x="255058" y="150247"/>
                  </a:lnTo>
                  <a:lnTo>
                    <a:pt x="230388" y="143274"/>
                  </a:lnTo>
                  <a:close/>
                  <a:moveTo>
                    <a:pt x="27859" y="281242"/>
                  </a:moveTo>
                  <a:lnTo>
                    <a:pt x="26132" y="281242"/>
                  </a:lnTo>
                  <a:lnTo>
                    <a:pt x="23968" y="281242"/>
                  </a:lnTo>
                  <a:lnTo>
                    <a:pt x="21511" y="281242"/>
                  </a:lnTo>
                  <a:lnTo>
                    <a:pt x="18909" y="281242"/>
                  </a:lnTo>
                  <a:lnTo>
                    <a:pt x="16306" y="281242"/>
                  </a:lnTo>
                  <a:lnTo>
                    <a:pt x="13850" y="281242"/>
                  </a:lnTo>
                  <a:lnTo>
                    <a:pt x="11685" y="281242"/>
                  </a:lnTo>
                  <a:lnTo>
                    <a:pt x="9959" y="281242"/>
                  </a:lnTo>
                  <a:lnTo>
                    <a:pt x="8815" y="281242"/>
                  </a:lnTo>
                  <a:lnTo>
                    <a:pt x="8402" y="281242"/>
                  </a:lnTo>
                  <a:lnTo>
                    <a:pt x="8402" y="289644"/>
                  </a:lnTo>
                  <a:lnTo>
                    <a:pt x="11230" y="289937"/>
                  </a:lnTo>
                  <a:lnTo>
                    <a:pt x="13889" y="290295"/>
                  </a:lnTo>
                  <a:lnTo>
                    <a:pt x="16394" y="290726"/>
                  </a:lnTo>
                  <a:lnTo>
                    <a:pt x="18760" y="291243"/>
                  </a:lnTo>
                  <a:lnTo>
                    <a:pt x="21005" y="291855"/>
                  </a:lnTo>
                  <a:lnTo>
                    <a:pt x="23143" y="292573"/>
                  </a:lnTo>
                  <a:lnTo>
                    <a:pt x="25192" y="293408"/>
                  </a:lnTo>
                  <a:lnTo>
                    <a:pt x="27166" y="294370"/>
                  </a:lnTo>
                  <a:lnTo>
                    <a:pt x="29081" y="295470"/>
                  </a:lnTo>
                  <a:lnTo>
                    <a:pt x="30954" y="296719"/>
                  </a:lnTo>
                  <a:lnTo>
                    <a:pt x="33764" y="299739"/>
                  </a:lnTo>
                  <a:lnTo>
                    <a:pt x="36080" y="304696"/>
                  </a:lnTo>
                  <a:lnTo>
                    <a:pt x="37887" y="311405"/>
                  </a:lnTo>
                  <a:lnTo>
                    <a:pt x="39169" y="319678"/>
                  </a:lnTo>
                  <a:lnTo>
                    <a:pt x="39909" y="329332"/>
                  </a:lnTo>
                  <a:lnTo>
                    <a:pt x="40092" y="340179"/>
                  </a:lnTo>
                  <a:lnTo>
                    <a:pt x="39702" y="352034"/>
                  </a:lnTo>
                  <a:lnTo>
                    <a:pt x="38723" y="364712"/>
                  </a:lnTo>
                  <a:lnTo>
                    <a:pt x="37139" y="378027"/>
                  </a:lnTo>
                  <a:lnTo>
                    <a:pt x="34934" y="391793"/>
                  </a:lnTo>
                  <a:lnTo>
                    <a:pt x="36176" y="396520"/>
                  </a:lnTo>
                  <a:lnTo>
                    <a:pt x="37754" y="400637"/>
                  </a:lnTo>
                  <a:lnTo>
                    <a:pt x="39634" y="404170"/>
                  </a:lnTo>
                  <a:lnTo>
                    <a:pt x="41783" y="407146"/>
                  </a:lnTo>
                  <a:lnTo>
                    <a:pt x="44165" y="409592"/>
                  </a:lnTo>
                  <a:lnTo>
                    <a:pt x="46746" y="411533"/>
                  </a:lnTo>
                  <a:lnTo>
                    <a:pt x="49492" y="412997"/>
                  </a:lnTo>
                  <a:lnTo>
                    <a:pt x="52368" y="414009"/>
                  </a:lnTo>
                  <a:lnTo>
                    <a:pt x="55339" y="414597"/>
                  </a:lnTo>
                  <a:lnTo>
                    <a:pt x="58371" y="414787"/>
                  </a:lnTo>
                  <a:lnTo>
                    <a:pt x="64508" y="414345"/>
                  </a:lnTo>
                  <a:lnTo>
                    <a:pt x="70162" y="413051"/>
                  </a:lnTo>
                  <a:lnTo>
                    <a:pt x="75301" y="410955"/>
                  </a:lnTo>
                  <a:lnTo>
                    <a:pt x="79894" y="408108"/>
                  </a:lnTo>
                  <a:lnTo>
                    <a:pt x="83908" y="404562"/>
                  </a:lnTo>
                  <a:lnTo>
                    <a:pt x="87312" y="400365"/>
                  </a:lnTo>
                  <a:lnTo>
                    <a:pt x="90074" y="395568"/>
                  </a:lnTo>
                  <a:lnTo>
                    <a:pt x="92162" y="390222"/>
                  </a:lnTo>
                  <a:lnTo>
                    <a:pt x="93545" y="384378"/>
                  </a:lnTo>
                  <a:lnTo>
                    <a:pt x="94190" y="378085"/>
                  </a:lnTo>
                  <a:lnTo>
                    <a:pt x="94053" y="366817"/>
                  </a:lnTo>
                  <a:lnTo>
                    <a:pt x="92990" y="356770"/>
                  </a:lnTo>
                  <a:lnTo>
                    <a:pt x="91217" y="347758"/>
                  </a:lnTo>
                  <a:lnTo>
                    <a:pt x="88947" y="339595"/>
                  </a:lnTo>
                  <a:lnTo>
                    <a:pt x="86396" y="332095"/>
                  </a:lnTo>
                  <a:lnTo>
                    <a:pt x="83778" y="325073"/>
                  </a:lnTo>
                  <a:lnTo>
                    <a:pt x="81309" y="318343"/>
                  </a:lnTo>
                  <a:lnTo>
                    <a:pt x="79204" y="311719"/>
                  </a:lnTo>
                  <a:lnTo>
                    <a:pt x="77677" y="305015"/>
                  </a:lnTo>
                  <a:lnTo>
                    <a:pt x="76944" y="298046"/>
                  </a:lnTo>
                  <a:lnTo>
                    <a:pt x="76914" y="294469"/>
                  </a:lnTo>
                  <a:lnTo>
                    <a:pt x="77078" y="290659"/>
                  </a:lnTo>
                  <a:lnTo>
                    <a:pt x="77417" y="286647"/>
                  </a:lnTo>
                  <a:lnTo>
                    <a:pt x="77913" y="282466"/>
                  </a:lnTo>
                  <a:lnTo>
                    <a:pt x="78547" y="278147"/>
                  </a:lnTo>
                  <a:lnTo>
                    <a:pt x="79300" y="273721"/>
                  </a:lnTo>
                  <a:lnTo>
                    <a:pt x="80154" y="269221"/>
                  </a:lnTo>
                  <a:lnTo>
                    <a:pt x="81090" y="264679"/>
                  </a:lnTo>
                  <a:lnTo>
                    <a:pt x="82090" y="260126"/>
                  </a:lnTo>
                  <a:lnTo>
                    <a:pt x="83134" y="255594"/>
                  </a:lnTo>
                  <a:lnTo>
                    <a:pt x="85236" y="246062"/>
                  </a:lnTo>
                  <a:lnTo>
                    <a:pt x="88483" y="232564"/>
                  </a:lnTo>
                  <a:lnTo>
                    <a:pt x="92670" y="215855"/>
                  </a:lnTo>
                  <a:lnTo>
                    <a:pt x="97589" y="196693"/>
                  </a:lnTo>
                  <a:lnTo>
                    <a:pt x="103034" y="175832"/>
                  </a:lnTo>
                  <a:lnTo>
                    <a:pt x="108796" y="154029"/>
                  </a:lnTo>
                  <a:lnTo>
                    <a:pt x="114671" y="132040"/>
                  </a:lnTo>
                  <a:lnTo>
                    <a:pt x="120449" y="110622"/>
                  </a:lnTo>
                  <a:lnTo>
                    <a:pt x="125926" y="90530"/>
                  </a:lnTo>
                  <a:lnTo>
                    <a:pt x="130892" y="72522"/>
                  </a:lnTo>
                  <a:lnTo>
                    <a:pt x="123817" y="70753"/>
                  </a:lnTo>
                  <a:lnTo>
                    <a:pt x="103556" y="120742"/>
                  </a:lnTo>
                  <a:lnTo>
                    <a:pt x="87281" y="160874"/>
                  </a:lnTo>
                  <a:lnTo>
                    <a:pt x="74491" y="192357"/>
                  </a:lnTo>
                  <a:lnTo>
                    <a:pt x="64689" y="216397"/>
                  </a:lnTo>
                  <a:lnTo>
                    <a:pt x="57376" y="234203"/>
                  </a:lnTo>
                  <a:lnTo>
                    <a:pt x="52053" y="246980"/>
                  </a:lnTo>
                  <a:lnTo>
                    <a:pt x="48221" y="255937"/>
                  </a:lnTo>
                  <a:lnTo>
                    <a:pt x="45381" y="262280"/>
                  </a:lnTo>
                  <a:lnTo>
                    <a:pt x="43035" y="267217"/>
                  </a:lnTo>
                  <a:lnTo>
                    <a:pt x="40683" y="271956"/>
                  </a:lnTo>
                  <a:lnTo>
                    <a:pt x="39428" y="274365"/>
                  </a:lnTo>
                  <a:lnTo>
                    <a:pt x="38288" y="276318"/>
                  </a:lnTo>
                  <a:lnTo>
                    <a:pt x="37216" y="277862"/>
                  </a:lnTo>
                  <a:lnTo>
                    <a:pt x="36169" y="279045"/>
                  </a:lnTo>
                  <a:lnTo>
                    <a:pt x="35100" y="279915"/>
                  </a:lnTo>
                  <a:lnTo>
                    <a:pt x="33965" y="280520"/>
                  </a:lnTo>
                  <a:lnTo>
                    <a:pt x="32718" y="280908"/>
                  </a:lnTo>
                  <a:lnTo>
                    <a:pt x="31315" y="281125"/>
                  </a:lnTo>
                  <a:lnTo>
                    <a:pt x="29710" y="281221"/>
                  </a:lnTo>
                  <a:lnTo>
                    <a:pt x="27859" y="281242"/>
                  </a:lnTo>
                  <a:close/>
                  <a:moveTo>
                    <a:pt x="3538" y="106571"/>
                  </a:moveTo>
                  <a:lnTo>
                    <a:pt x="0" y="109667"/>
                  </a:lnTo>
                  <a:lnTo>
                    <a:pt x="4152" y="114167"/>
                  </a:lnTo>
                  <a:lnTo>
                    <a:pt x="8331" y="119137"/>
                  </a:lnTo>
                  <a:lnTo>
                    <a:pt x="12457" y="124516"/>
                  </a:lnTo>
                  <a:lnTo>
                    <a:pt x="16450" y="130242"/>
                  </a:lnTo>
                  <a:lnTo>
                    <a:pt x="20231" y="136254"/>
                  </a:lnTo>
                  <a:lnTo>
                    <a:pt x="23720" y="142493"/>
                  </a:lnTo>
                  <a:lnTo>
                    <a:pt x="26837" y="148895"/>
                  </a:lnTo>
                  <a:lnTo>
                    <a:pt x="29504" y="155401"/>
                  </a:lnTo>
                  <a:lnTo>
                    <a:pt x="31640" y="161950"/>
                  </a:lnTo>
                  <a:lnTo>
                    <a:pt x="33165" y="168480"/>
                  </a:lnTo>
                  <a:lnTo>
                    <a:pt x="46030" y="174173"/>
                  </a:lnTo>
                  <a:lnTo>
                    <a:pt x="57763" y="174225"/>
                  </a:lnTo>
                  <a:lnTo>
                    <a:pt x="67468" y="169761"/>
                  </a:lnTo>
                  <a:lnTo>
                    <a:pt x="74251" y="161907"/>
                  </a:lnTo>
                  <a:lnTo>
                    <a:pt x="77220" y="151787"/>
                  </a:lnTo>
                  <a:lnTo>
                    <a:pt x="75479" y="140526"/>
                  </a:lnTo>
                  <a:lnTo>
                    <a:pt x="68134" y="129249"/>
                  </a:lnTo>
                  <a:lnTo>
                    <a:pt x="54292" y="119080"/>
                  </a:lnTo>
                  <a:lnTo>
                    <a:pt x="33058" y="111146"/>
                  </a:lnTo>
                  <a:lnTo>
                    <a:pt x="3538" y="106571"/>
                  </a:lnTo>
                  <a:close/>
                  <a:moveTo>
                    <a:pt x="34934" y="3980"/>
                  </a:moveTo>
                  <a:lnTo>
                    <a:pt x="31397" y="6633"/>
                  </a:lnTo>
                  <a:lnTo>
                    <a:pt x="35707" y="11784"/>
                  </a:lnTo>
                  <a:lnTo>
                    <a:pt x="40089" y="17381"/>
                  </a:lnTo>
                  <a:lnTo>
                    <a:pt x="44454" y="23365"/>
                  </a:lnTo>
                  <a:lnTo>
                    <a:pt x="48717" y="29677"/>
                  </a:lnTo>
                  <a:lnTo>
                    <a:pt x="52788" y="36261"/>
                  </a:lnTo>
                  <a:lnTo>
                    <a:pt x="56581" y="43057"/>
                  </a:lnTo>
                  <a:lnTo>
                    <a:pt x="60008" y="50006"/>
                  </a:lnTo>
                  <a:lnTo>
                    <a:pt x="62981" y="57052"/>
                  </a:lnTo>
                  <a:lnTo>
                    <a:pt x="65412" y="64134"/>
                  </a:lnTo>
                  <a:lnTo>
                    <a:pt x="67215" y="71195"/>
                  </a:lnTo>
                  <a:lnTo>
                    <a:pt x="80830" y="77360"/>
                  </a:lnTo>
                  <a:lnTo>
                    <a:pt x="93192" y="77535"/>
                  </a:lnTo>
                  <a:lnTo>
                    <a:pt x="103368" y="72891"/>
                  </a:lnTo>
                  <a:lnTo>
                    <a:pt x="110424" y="64601"/>
                  </a:lnTo>
                  <a:lnTo>
                    <a:pt x="113425" y="53839"/>
                  </a:lnTo>
                  <a:lnTo>
                    <a:pt x="111439" y="41776"/>
                  </a:lnTo>
                  <a:lnTo>
                    <a:pt x="103531" y="29586"/>
                  </a:lnTo>
                  <a:lnTo>
                    <a:pt x="88766" y="18442"/>
                  </a:lnTo>
                  <a:lnTo>
                    <a:pt x="66212" y="9516"/>
                  </a:lnTo>
                  <a:lnTo>
                    <a:pt x="34934" y="3980"/>
                  </a:lnTo>
                  <a:close/>
                  <a:moveTo>
                    <a:pt x="367472" y="21668"/>
                  </a:moveTo>
                  <a:lnTo>
                    <a:pt x="340497" y="57929"/>
                  </a:lnTo>
                  <a:lnTo>
                    <a:pt x="212258" y="57929"/>
                  </a:lnTo>
                  <a:lnTo>
                    <a:pt x="214102" y="54613"/>
                  </a:lnTo>
                  <a:lnTo>
                    <a:pt x="215916" y="51299"/>
                  </a:lnTo>
                  <a:lnTo>
                    <a:pt x="217698" y="47991"/>
                  </a:lnTo>
                  <a:lnTo>
                    <a:pt x="219446" y="44691"/>
                  </a:lnTo>
                  <a:lnTo>
                    <a:pt x="221157" y="41402"/>
                  </a:lnTo>
                  <a:lnTo>
                    <a:pt x="222828" y="38125"/>
                  </a:lnTo>
                  <a:lnTo>
                    <a:pt x="224457" y="34865"/>
                  </a:lnTo>
                  <a:lnTo>
                    <a:pt x="226041" y="31623"/>
                  </a:lnTo>
                  <a:lnTo>
                    <a:pt x="227576" y="28403"/>
                  </a:lnTo>
                  <a:lnTo>
                    <a:pt x="229062" y="25206"/>
                  </a:lnTo>
                  <a:lnTo>
                    <a:pt x="232158" y="25499"/>
                  </a:lnTo>
                  <a:lnTo>
                    <a:pt x="234839" y="25588"/>
                  </a:lnTo>
                  <a:lnTo>
                    <a:pt x="237137" y="25481"/>
                  </a:lnTo>
                  <a:lnTo>
                    <a:pt x="239087" y="25185"/>
                  </a:lnTo>
                  <a:lnTo>
                    <a:pt x="240725" y="24708"/>
                  </a:lnTo>
                  <a:lnTo>
                    <a:pt x="242084" y="24060"/>
                  </a:lnTo>
                  <a:lnTo>
                    <a:pt x="243199" y="23247"/>
                  </a:lnTo>
                  <a:lnTo>
                    <a:pt x="244104" y="22277"/>
                  </a:lnTo>
                  <a:lnTo>
                    <a:pt x="244834" y="21158"/>
                  </a:lnTo>
                  <a:lnTo>
                    <a:pt x="245423" y="19899"/>
                  </a:lnTo>
                  <a:lnTo>
                    <a:pt x="175997" y="0"/>
                  </a:lnTo>
                  <a:lnTo>
                    <a:pt x="172385" y="17310"/>
                  </a:lnTo>
                  <a:lnTo>
                    <a:pt x="167953" y="35111"/>
                  </a:lnTo>
                  <a:lnTo>
                    <a:pt x="162756" y="53151"/>
                  </a:lnTo>
                  <a:lnTo>
                    <a:pt x="156852" y="71177"/>
                  </a:lnTo>
                  <a:lnTo>
                    <a:pt x="150294" y="88939"/>
                  </a:lnTo>
                  <a:lnTo>
                    <a:pt x="143140" y="106182"/>
                  </a:lnTo>
                  <a:lnTo>
                    <a:pt x="135444" y="122657"/>
                  </a:lnTo>
                  <a:lnTo>
                    <a:pt x="127263" y="138109"/>
                  </a:lnTo>
                  <a:lnTo>
                    <a:pt x="118652" y="152289"/>
                  </a:lnTo>
                  <a:lnTo>
                    <a:pt x="109667" y="164942"/>
                  </a:lnTo>
                  <a:lnTo>
                    <a:pt x="114089" y="168480"/>
                  </a:lnTo>
                  <a:lnTo>
                    <a:pt x="118970" y="165085"/>
                  </a:lnTo>
                  <a:lnTo>
                    <a:pt x="123796" y="161539"/>
                  </a:lnTo>
                  <a:lnTo>
                    <a:pt x="128563" y="157850"/>
                  </a:lnTo>
                  <a:lnTo>
                    <a:pt x="133270" y="154025"/>
                  </a:lnTo>
                  <a:lnTo>
                    <a:pt x="137912" y="150073"/>
                  </a:lnTo>
                  <a:lnTo>
                    <a:pt x="142489" y="146002"/>
                  </a:lnTo>
                  <a:lnTo>
                    <a:pt x="146996" y="141819"/>
                  </a:lnTo>
                  <a:lnTo>
                    <a:pt x="151432" y="137533"/>
                  </a:lnTo>
                  <a:lnTo>
                    <a:pt x="155793" y="133151"/>
                  </a:lnTo>
                  <a:lnTo>
                    <a:pt x="160078" y="128682"/>
                  </a:lnTo>
                  <a:lnTo>
                    <a:pt x="159243" y="137046"/>
                  </a:lnTo>
                  <a:lnTo>
                    <a:pt x="158337" y="145666"/>
                  </a:lnTo>
                  <a:lnTo>
                    <a:pt x="157368" y="154503"/>
                  </a:lnTo>
                  <a:lnTo>
                    <a:pt x="156342" y="163520"/>
                  </a:lnTo>
                  <a:lnTo>
                    <a:pt x="155269" y="172681"/>
                  </a:lnTo>
                  <a:lnTo>
                    <a:pt x="154156" y="181948"/>
                  </a:lnTo>
                  <a:lnTo>
                    <a:pt x="153011" y="191284"/>
                  </a:lnTo>
                  <a:lnTo>
                    <a:pt x="151842" y="200651"/>
                  </a:lnTo>
                  <a:lnTo>
                    <a:pt x="150658" y="210014"/>
                  </a:lnTo>
                  <a:lnTo>
                    <a:pt x="149465" y="219333"/>
                  </a:lnTo>
                  <a:lnTo>
                    <a:pt x="100380" y="219333"/>
                  </a:lnTo>
                  <a:lnTo>
                    <a:pt x="103918" y="232157"/>
                  </a:lnTo>
                  <a:lnTo>
                    <a:pt x="147696" y="232157"/>
                  </a:lnTo>
                  <a:lnTo>
                    <a:pt x="146237" y="241782"/>
                  </a:lnTo>
                  <a:lnTo>
                    <a:pt x="144781" y="251264"/>
                  </a:lnTo>
                  <a:lnTo>
                    <a:pt x="143330" y="260565"/>
                  </a:lnTo>
                  <a:lnTo>
                    <a:pt x="141887" y="269649"/>
                  </a:lnTo>
                  <a:lnTo>
                    <a:pt x="140455" y="278478"/>
                  </a:lnTo>
                  <a:lnTo>
                    <a:pt x="139036" y="287015"/>
                  </a:lnTo>
                  <a:lnTo>
                    <a:pt x="137633" y="295224"/>
                  </a:lnTo>
                  <a:lnTo>
                    <a:pt x="136248" y="303066"/>
                  </a:lnTo>
                  <a:lnTo>
                    <a:pt x="134885" y="310504"/>
                  </a:lnTo>
                  <a:lnTo>
                    <a:pt x="133546" y="317503"/>
                  </a:lnTo>
                  <a:lnTo>
                    <a:pt x="131703" y="318444"/>
                  </a:lnTo>
                  <a:lnTo>
                    <a:pt x="129898" y="319409"/>
                  </a:lnTo>
                  <a:lnTo>
                    <a:pt x="128141" y="320396"/>
                  </a:lnTo>
                  <a:lnTo>
                    <a:pt x="126442" y="321401"/>
                  </a:lnTo>
                  <a:lnTo>
                    <a:pt x="124812" y="322422"/>
                  </a:lnTo>
                  <a:lnTo>
                    <a:pt x="123262" y="323456"/>
                  </a:lnTo>
                  <a:lnTo>
                    <a:pt x="121802" y="324501"/>
                  </a:lnTo>
                  <a:lnTo>
                    <a:pt x="120442" y="325554"/>
                  </a:lnTo>
                  <a:lnTo>
                    <a:pt x="119194" y="326612"/>
                  </a:lnTo>
                  <a:lnTo>
                    <a:pt x="118069" y="327673"/>
                  </a:lnTo>
                  <a:lnTo>
                    <a:pt x="164500" y="355090"/>
                  </a:lnTo>
                  <a:lnTo>
                    <a:pt x="181746" y="333422"/>
                  </a:lnTo>
                  <a:lnTo>
                    <a:pt x="309985" y="333422"/>
                  </a:lnTo>
                  <a:lnTo>
                    <a:pt x="309030" y="337508"/>
                  </a:lnTo>
                  <a:lnTo>
                    <a:pt x="308025" y="341279"/>
                  </a:lnTo>
                  <a:lnTo>
                    <a:pt x="306972" y="344737"/>
                  </a:lnTo>
                  <a:lnTo>
                    <a:pt x="305874" y="347884"/>
                  </a:lnTo>
                  <a:lnTo>
                    <a:pt x="304734" y="350723"/>
                  </a:lnTo>
                  <a:lnTo>
                    <a:pt x="303554" y="353257"/>
                  </a:lnTo>
                  <a:lnTo>
                    <a:pt x="302336" y="355489"/>
                  </a:lnTo>
                  <a:lnTo>
                    <a:pt x="301084" y="357421"/>
                  </a:lnTo>
                  <a:lnTo>
                    <a:pt x="299801" y="359056"/>
                  </a:lnTo>
                  <a:lnTo>
                    <a:pt x="298488" y="360396"/>
                  </a:lnTo>
                  <a:lnTo>
                    <a:pt x="297278" y="361512"/>
                  </a:lnTo>
                  <a:lnTo>
                    <a:pt x="296029" y="362477"/>
                  </a:lnTo>
                  <a:lnTo>
                    <a:pt x="294727" y="363298"/>
                  </a:lnTo>
                  <a:lnTo>
                    <a:pt x="293358" y="363984"/>
                  </a:lnTo>
                  <a:lnTo>
                    <a:pt x="291910" y="364542"/>
                  </a:lnTo>
                  <a:lnTo>
                    <a:pt x="290369" y="364981"/>
                  </a:lnTo>
                  <a:lnTo>
                    <a:pt x="288722" y="365309"/>
                  </a:lnTo>
                  <a:lnTo>
                    <a:pt x="286955" y="365533"/>
                  </a:lnTo>
                  <a:lnTo>
                    <a:pt x="285056" y="365662"/>
                  </a:lnTo>
                  <a:lnTo>
                    <a:pt x="283011" y="365703"/>
                  </a:lnTo>
                  <a:lnTo>
                    <a:pt x="280018" y="365665"/>
                  </a:lnTo>
                  <a:lnTo>
                    <a:pt x="276424" y="365558"/>
                  </a:lnTo>
                  <a:lnTo>
                    <a:pt x="272341" y="365392"/>
                  </a:lnTo>
                  <a:lnTo>
                    <a:pt x="267884" y="365179"/>
                  </a:lnTo>
                  <a:lnTo>
                    <a:pt x="263167" y="364929"/>
                  </a:lnTo>
                  <a:lnTo>
                    <a:pt x="258304" y="364652"/>
                  </a:lnTo>
                  <a:lnTo>
                    <a:pt x="253409" y="364359"/>
                  </a:lnTo>
                  <a:lnTo>
                    <a:pt x="248597" y="364061"/>
                  </a:lnTo>
                  <a:lnTo>
                    <a:pt x="243980" y="363769"/>
                  </a:lnTo>
                  <a:lnTo>
                    <a:pt x="239675" y="363492"/>
                  </a:lnTo>
                  <a:lnTo>
                    <a:pt x="239675" y="369683"/>
                  </a:lnTo>
                  <a:lnTo>
                    <a:pt x="244185" y="370773"/>
                  </a:lnTo>
                  <a:lnTo>
                    <a:pt x="248427" y="371929"/>
                  </a:lnTo>
                  <a:lnTo>
                    <a:pt x="252398" y="373165"/>
                  </a:lnTo>
                  <a:lnTo>
                    <a:pt x="256096" y="374494"/>
                  </a:lnTo>
                  <a:lnTo>
                    <a:pt x="259519" y="375929"/>
                  </a:lnTo>
                  <a:lnTo>
                    <a:pt x="262662" y="377483"/>
                  </a:lnTo>
                  <a:lnTo>
                    <a:pt x="265525" y="379170"/>
                  </a:lnTo>
                  <a:lnTo>
                    <a:pt x="268103" y="381003"/>
                  </a:lnTo>
                  <a:lnTo>
                    <a:pt x="270395" y="382995"/>
                  </a:lnTo>
                  <a:lnTo>
                    <a:pt x="272398" y="385160"/>
                  </a:lnTo>
                  <a:lnTo>
                    <a:pt x="273861" y="387255"/>
                  </a:lnTo>
                  <a:lnTo>
                    <a:pt x="275079" y="389557"/>
                  </a:lnTo>
                  <a:lnTo>
                    <a:pt x="276075" y="392061"/>
                  </a:lnTo>
                  <a:lnTo>
                    <a:pt x="276869" y="394761"/>
                  </a:lnTo>
                  <a:lnTo>
                    <a:pt x="277483" y="397652"/>
                  </a:lnTo>
                  <a:lnTo>
                    <a:pt x="277938" y="400729"/>
                  </a:lnTo>
                  <a:lnTo>
                    <a:pt x="278254" y="403986"/>
                  </a:lnTo>
                  <a:lnTo>
                    <a:pt x="278454" y="407419"/>
                  </a:lnTo>
                  <a:lnTo>
                    <a:pt x="278558" y="411021"/>
                  </a:lnTo>
                  <a:lnTo>
                    <a:pt x="278589" y="414787"/>
                  </a:lnTo>
                  <a:lnTo>
                    <a:pt x="285379" y="414661"/>
                  </a:lnTo>
                  <a:lnTo>
                    <a:pt x="291950" y="414253"/>
                  </a:lnTo>
                  <a:lnTo>
                    <a:pt x="298293" y="413522"/>
                  </a:lnTo>
                  <a:lnTo>
                    <a:pt x="304399" y="412424"/>
                  </a:lnTo>
                  <a:lnTo>
                    <a:pt x="310261" y="410918"/>
                  </a:lnTo>
                  <a:lnTo>
                    <a:pt x="315872" y="408961"/>
                  </a:lnTo>
                  <a:lnTo>
                    <a:pt x="321222" y="406510"/>
                  </a:lnTo>
                  <a:lnTo>
                    <a:pt x="326304" y="403524"/>
                  </a:lnTo>
                  <a:lnTo>
                    <a:pt x="331110" y="399959"/>
                  </a:lnTo>
                  <a:lnTo>
                    <a:pt x="335633" y="395773"/>
                  </a:lnTo>
                  <a:lnTo>
                    <a:pt x="338725" y="392343"/>
                  </a:lnTo>
                  <a:lnTo>
                    <a:pt x="341636" y="388397"/>
                  </a:lnTo>
                  <a:lnTo>
                    <a:pt x="344373" y="383893"/>
                  </a:lnTo>
                  <a:lnTo>
                    <a:pt x="346939" y="378792"/>
                  </a:lnTo>
                  <a:lnTo>
                    <a:pt x="349341" y="373055"/>
                  </a:lnTo>
                  <a:lnTo>
                    <a:pt x="351584" y="366640"/>
                  </a:lnTo>
                  <a:lnTo>
                    <a:pt x="353673" y="359510"/>
                  </a:lnTo>
                  <a:lnTo>
                    <a:pt x="355613" y="351623"/>
                  </a:lnTo>
                  <a:lnTo>
                    <a:pt x="357411" y="342940"/>
                  </a:lnTo>
                  <a:lnTo>
                    <a:pt x="359070" y="333422"/>
                  </a:lnTo>
                  <a:lnTo>
                    <a:pt x="405059" y="333422"/>
                  </a:lnTo>
                  <a:lnTo>
                    <a:pt x="406729" y="333355"/>
                  </a:lnTo>
                  <a:lnTo>
                    <a:pt x="408289" y="333153"/>
                  </a:lnTo>
                  <a:lnTo>
                    <a:pt x="409731" y="332813"/>
                  </a:lnTo>
                  <a:lnTo>
                    <a:pt x="411052" y="332332"/>
                  </a:lnTo>
                  <a:lnTo>
                    <a:pt x="412245" y="331708"/>
                  </a:lnTo>
                  <a:lnTo>
                    <a:pt x="413305" y="330939"/>
                  </a:lnTo>
                  <a:lnTo>
                    <a:pt x="414228" y="330020"/>
                  </a:lnTo>
                  <a:lnTo>
                    <a:pt x="415007" y="328950"/>
                  </a:lnTo>
                  <a:lnTo>
                    <a:pt x="415637" y="327727"/>
                  </a:lnTo>
                  <a:lnTo>
                    <a:pt x="416114" y="326347"/>
                  </a:lnTo>
                  <a:lnTo>
                    <a:pt x="412115" y="321641"/>
                  </a:lnTo>
                  <a:lnTo>
                    <a:pt x="407680" y="316664"/>
                  </a:lnTo>
                  <a:lnTo>
                    <a:pt x="403012" y="311597"/>
                  </a:lnTo>
                  <a:lnTo>
                    <a:pt x="398313" y="306621"/>
                  </a:lnTo>
                  <a:lnTo>
                    <a:pt x="393783" y="301915"/>
                  </a:lnTo>
                  <a:lnTo>
                    <a:pt x="389624" y="297660"/>
                  </a:lnTo>
                  <a:lnTo>
                    <a:pt x="386039" y="294037"/>
                  </a:lnTo>
                  <a:lnTo>
                    <a:pt x="383228" y="291225"/>
                  </a:lnTo>
                  <a:lnTo>
                    <a:pt x="381394" y="289406"/>
                  </a:lnTo>
                  <a:lnTo>
                    <a:pt x="380738" y="288759"/>
                  </a:lnTo>
                  <a:lnTo>
                    <a:pt x="360838" y="320598"/>
                  </a:lnTo>
                  <a:lnTo>
                    <a:pt x="361741" y="313525"/>
                  </a:lnTo>
                  <a:lnTo>
                    <a:pt x="362593" y="306094"/>
                  </a:lnTo>
                  <a:lnTo>
                    <a:pt x="363398" y="298291"/>
                  </a:lnTo>
                  <a:lnTo>
                    <a:pt x="364157" y="290104"/>
                  </a:lnTo>
                  <a:lnTo>
                    <a:pt x="364874" y="281518"/>
                  </a:lnTo>
                  <a:lnTo>
                    <a:pt x="365551" y="272522"/>
                  </a:lnTo>
                  <a:lnTo>
                    <a:pt x="366190" y="263101"/>
                  </a:lnTo>
                  <a:lnTo>
                    <a:pt x="366796" y="253242"/>
                  </a:lnTo>
                  <a:lnTo>
                    <a:pt x="367369" y="242932"/>
                  </a:lnTo>
                  <a:lnTo>
                    <a:pt x="367914" y="232157"/>
                  </a:lnTo>
                  <a:lnTo>
                    <a:pt x="413461" y="232157"/>
                  </a:lnTo>
                  <a:lnTo>
                    <a:pt x="415251" y="232091"/>
                  </a:lnTo>
                  <a:lnTo>
                    <a:pt x="416906" y="231888"/>
                  </a:lnTo>
                  <a:lnTo>
                    <a:pt x="418424" y="231548"/>
                  </a:lnTo>
                  <a:lnTo>
                    <a:pt x="419800" y="231068"/>
                  </a:lnTo>
                  <a:lnTo>
                    <a:pt x="421033" y="230444"/>
                  </a:lnTo>
                  <a:lnTo>
                    <a:pt x="422121" y="229674"/>
                  </a:lnTo>
                  <a:lnTo>
                    <a:pt x="423060" y="228755"/>
                  </a:lnTo>
                  <a:lnTo>
                    <a:pt x="423847" y="227686"/>
                  </a:lnTo>
                  <a:lnTo>
                    <a:pt x="424481" y="226462"/>
                  </a:lnTo>
                  <a:lnTo>
                    <a:pt x="424958" y="225082"/>
                  </a:lnTo>
                  <a:lnTo>
                    <a:pt x="420814" y="220087"/>
                  </a:lnTo>
                  <a:lnTo>
                    <a:pt x="416217" y="214784"/>
                  </a:lnTo>
                  <a:lnTo>
                    <a:pt x="411375" y="209370"/>
                  </a:lnTo>
                  <a:lnTo>
                    <a:pt x="406499" y="204040"/>
                  </a:lnTo>
                  <a:lnTo>
                    <a:pt x="401798" y="198992"/>
                  </a:lnTo>
                  <a:lnTo>
                    <a:pt x="397481" y="194421"/>
                  </a:lnTo>
                  <a:lnTo>
                    <a:pt x="393759" y="190525"/>
                  </a:lnTo>
                  <a:lnTo>
                    <a:pt x="390841" y="187498"/>
                  </a:lnTo>
                  <a:lnTo>
                    <a:pt x="388937" y="185538"/>
                  </a:lnTo>
                  <a:lnTo>
                    <a:pt x="388255" y="184841"/>
                  </a:lnTo>
                  <a:lnTo>
                    <a:pt x="368798" y="217122"/>
                  </a:lnTo>
                  <a:lnTo>
                    <a:pt x="371451" y="136199"/>
                  </a:lnTo>
                  <a:lnTo>
                    <a:pt x="374264" y="135749"/>
                  </a:lnTo>
                  <a:lnTo>
                    <a:pt x="376867" y="135198"/>
                  </a:lnTo>
                  <a:lnTo>
                    <a:pt x="379264" y="134551"/>
                  </a:lnTo>
                  <a:lnTo>
                    <a:pt x="381456" y="133815"/>
                  </a:lnTo>
                  <a:lnTo>
                    <a:pt x="383446" y="132993"/>
                  </a:lnTo>
                  <a:lnTo>
                    <a:pt x="385238" y="132092"/>
                  </a:lnTo>
                  <a:lnTo>
                    <a:pt x="386833" y="131116"/>
                  </a:lnTo>
                  <a:lnTo>
                    <a:pt x="388234" y="130072"/>
                  </a:lnTo>
                  <a:lnTo>
                    <a:pt x="389444" y="128964"/>
                  </a:lnTo>
                  <a:lnTo>
                    <a:pt x="390466" y="127797"/>
                  </a:lnTo>
                  <a:lnTo>
                    <a:pt x="346246" y="88883"/>
                  </a:lnTo>
                  <a:lnTo>
                    <a:pt x="319714" y="115858"/>
                  </a:lnTo>
                  <a:lnTo>
                    <a:pt x="221102" y="115858"/>
                  </a:lnTo>
                  <a:lnTo>
                    <a:pt x="185284" y="98612"/>
                  </a:lnTo>
                  <a:lnTo>
                    <a:pt x="187380" y="95826"/>
                  </a:lnTo>
                  <a:lnTo>
                    <a:pt x="189426" y="93040"/>
                  </a:lnTo>
                  <a:lnTo>
                    <a:pt x="191424" y="90254"/>
                  </a:lnTo>
                  <a:lnTo>
                    <a:pt x="193378" y="87468"/>
                  </a:lnTo>
                  <a:lnTo>
                    <a:pt x="195288" y="84682"/>
                  </a:lnTo>
                  <a:lnTo>
                    <a:pt x="197159" y="81896"/>
                  </a:lnTo>
                  <a:lnTo>
                    <a:pt x="198993" y="79111"/>
                  </a:lnTo>
                  <a:lnTo>
                    <a:pt x="200793" y="76325"/>
                  </a:lnTo>
                  <a:lnTo>
                    <a:pt x="202560" y="73539"/>
                  </a:lnTo>
                  <a:lnTo>
                    <a:pt x="204298" y="70753"/>
                  </a:lnTo>
                  <a:lnTo>
                    <a:pt x="403732" y="70753"/>
                  </a:lnTo>
                  <a:lnTo>
                    <a:pt x="405547" y="70686"/>
                  </a:lnTo>
                  <a:lnTo>
                    <a:pt x="407266" y="70484"/>
                  </a:lnTo>
                  <a:lnTo>
                    <a:pt x="408874" y="70144"/>
                  </a:lnTo>
                  <a:lnTo>
                    <a:pt x="410355" y="69663"/>
                  </a:lnTo>
                  <a:lnTo>
                    <a:pt x="411692" y="69039"/>
                  </a:lnTo>
                  <a:lnTo>
                    <a:pt x="412870" y="68269"/>
                  </a:lnTo>
                  <a:lnTo>
                    <a:pt x="413873" y="67351"/>
                  </a:lnTo>
                  <a:lnTo>
                    <a:pt x="414685" y="66281"/>
                  </a:lnTo>
                  <a:lnTo>
                    <a:pt x="415290" y="65058"/>
                  </a:lnTo>
                  <a:lnTo>
                    <a:pt x="415672" y="63678"/>
                  </a:lnTo>
                  <a:lnTo>
                    <a:pt x="410024" y="58311"/>
                  </a:lnTo>
                  <a:lnTo>
                    <a:pt x="403867" y="52686"/>
                  </a:lnTo>
                  <a:lnTo>
                    <a:pt x="397460" y="46998"/>
                  </a:lnTo>
                  <a:lnTo>
                    <a:pt x="391064" y="41440"/>
                  </a:lnTo>
                  <a:lnTo>
                    <a:pt x="384939" y="36206"/>
                  </a:lnTo>
                  <a:lnTo>
                    <a:pt x="379344" y="31489"/>
                  </a:lnTo>
                  <a:lnTo>
                    <a:pt x="374540" y="27483"/>
                  </a:lnTo>
                  <a:lnTo>
                    <a:pt x="370786" y="24382"/>
                  </a:lnTo>
                  <a:lnTo>
                    <a:pt x="368344" y="22379"/>
                  </a:lnTo>
                  <a:lnTo>
                    <a:pt x="367472" y="21668"/>
                  </a:lnTo>
                  <a:close/>
                  <a:moveTo>
                    <a:pt x="312638" y="320598"/>
                  </a:moveTo>
                  <a:lnTo>
                    <a:pt x="180862" y="320598"/>
                  </a:lnTo>
                  <a:lnTo>
                    <a:pt x="182213" y="312964"/>
                  </a:lnTo>
                  <a:lnTo>
                    <a:pt x="183607" y="304948"/>
                  </a:lnTo>
                  <a:lnTo>
                    <a:pt x="185032" y="296592"/>
                  </a:lnTo>
                  <a:lnTo>
                    <a:pt x="186479" y="287939"/>
                  </a:lnTo>
                  <a:lnTo>
                    <a:pt x="187937" y="279031"/>
                  </a:lnTo>
                  <a:lnTo>
                    <a:pt x="189394" y="269911"/>
                  </a:lnTo>
                  <a:lnTo>
                    <a:pt x="190841" y="260621"/>
                  </a:lnTo>
                  <a:lnTo>
                    <a:pt x="192267" y="251204"/>
                  </a:lnTo>
                  <a:lnTo>
                    <a:pt x="193661" y="241702"/>
                  </a:lnTo>
                  <a:lnTo>
                    <a:pt x="195012" y="232157"/>
                  </a:lnTo>
                  <a:lnTo>
                    <a:pt x="321040" y="232157"/>
                  </a:lnTo>
                  <a:lnTo>
                    <a:pt x="320363" y="243421"/>
                  </a:lnTo>
                  <a:lnTo>
                    <a:pt x="319657" y="254133"/>
                  </a:lnTo>
                  <a:lnTo>
                    <a:pt x="318919" y="264298"/>
                  </a:lnTo>
                  <a:lnTo>
                    <a:pt x="318146" y="273923"/>
                  </a:lnTo>
                  <a:lnTo>
                    <a:pt x="317337" y="283011"/>
                  </a:lnTo>
                  <a:lnTo>
                    <a:pt x="316487" y="291568"/>
                  </a:lnTo>
                  <a:lnTo>
                    <a:pt x="315595" y="299600"/>
                  </a:lnTo>
                  <a:lnTo>
                    <a:pt x="314658" y="307113"/>
                  </a:lnTo>
                  <a:lnTo>
                    <a:pt x="313673" y="314110"/>
                  </a:lnTo>
                  <a:lnTo>
                    <a:pt x="312638" y="320598"/>
                  </a:lnTo>
                  <a:close/>
                  <a:moveTo>
                    <a:pt x="321482" y="219333"/>
                  </a:moveTo>
                  <a:lnTo>
                    <a:pt x="197223" y="219333"/>
                  </a:lnTo>
                  <a:lnTo>
                    <a:pt x="198656" y="209285"/>
                  </a:lnTo>
                  <a:lnTo>
                    <a:pt x="200035" y="199332"/>
                  </a:lnTo>
                  <a:lnTo>
                    <a:pt x="201362" y="189516"/>
                  </a:lnTo>
                  <a:lnTo>
                    <a:pt x="202636" y="179882"/>
                  </a:lnTo>
                  <a:lnTo>
                    <a:pt x="203856" y="170470"/>
                  </a:lnTo>
                  <a:lnTo>
                    <a:pt x="205024" y="161323"/>
                  </a:lnTo>
                  <a:lnTo>
                    <a:pt x="206138" y="152485"/>
                  </a:lnTo>
                  <a:lnTo>
                    <a:pt x="207199" y="143996"/>
                  </a:lnTo>
                  <a:lnTo>
                    <a:pt x="208207" y="135900"/>
                  </a:lnTo>
                  <a:lnTo>
                    <a:pt x="209163" y="128239"/>
                  </a:lnTo>
                  <a:lnTo>
                    <a:pt x="324578" y="128239"/>
                  </a:lnTo>
                  <a:lnTo>
                    <a:pt x="324312" y="138455"/>
                  </a:lnTo>
                  <a:lnTo>
                    <a:pt x="324044" y="148411"/>
                  </a:lnTo>
                  <a:lnTo>
                    <a:pt x="323770" y="158112"/>
                  </a:lnTo>
                  <a:lnTo>
                    <a:pt x="323488" y="167564"/>
                  </a:lnTo>
                  <a:lnTo>
                    <a:pt x="323196" y="176771"/>
                  </a:lnTo>
                  <a:lnTo>
                    <a:pt x="322890" y="185740"/>
                  </a:lnTo>
                  <a:lnTo>
                    <a:pt x="322569" y="194475"/>
                  </a:lnTo>
                  <a:lnTo>
                    <a:pt x="322229" y="202982"/>
                  </a:lnTo>
                  <a:lnTo>
                    <a:pt x="321867" y="211267"/>
                  </a:lnTo>
                  <a:lnTo>
                    <a:pt x="321482" y="219333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760471" y="2593216"/>
              <a:ext cx="423019" cy="416556"/>
            </a:xfrm>
            <a:custGeom>
              <a:avLst/>
              <a:gdLst/>
              <a:ahLst/>
              <a:cxnLst/>
              <a:rect l="l" t="t" r="r" b="b"/>
              <a:pathLst>
                <a:path w="423019" h="416556">
                  <a:moveTo>
                    <a:pt x="253825" y="5307"/>
                  </a:moveTo>
                  <a:lnTo>
                    <a:pt x="186168" y="0"/>
                  </a:lnTo>
                  <a:lnTo>
                    <a:pt x="186168" y="101707"/>
                  </a:lnTo>
                  <a:lnTo>
                    <a:pt x="105245" y="101707"/>
                  </a:lnTo>
                  <a:lnTo>
                    <a:pt x="105245" y="38030"/>
                  </a:lnTo>
                  <a:lnTo>
                    <a:pt x="108580" y="37420"/>
                  </a:lnTo>
                  <a:lnTo>
                    <a:pt x="111446" y="36653"/>
                  </a:lnTo>
                  <a:lnTo>
                    <a:pt x="113877" y="35733"/>
                  </a:lnTo>
                  <a:lnTo>
                    <a:pt x="115907" y="34662"/>
                  </a:lnTo>
                  <a:lnTo>
                    <a:pt x="117571" y="33442"/>
                  </a:lnTo>
                  <a:lnTo>
                    <a:pt x="118903" y="32076"/>
                  </a:lnTo>
                  <a:lnTo>
                    <a:pt x="119939" y="30567"/>
                  </a:lnTo>
                  <a:lnTo>
                    <a:pt x="120711" y="28917"/>
                  </a:lnTo>
                  <a:lnTo>
                    <a:pt x="121256" y="27129"/>
                  </a:lnTo>
                  <a:lnTo>
                    <a:pt x="121606" y="25206"/>
                  </a:lnTo>
                  <a:lnTo>
                    <a:pt x="54391" y="18573"/>
                  </a:lnTo>
                  <a:lnTo>
                    <a:pt x="54391" y="96401"/>
                  </a:lnTo>
                  <a:lnTo>
                    <a:pt x="52669" y="97512"/>
                  </a:lnTo>
                  <a:lnTo>
                    <a:pt x="50960" y="98711"/>
                  </a:lnTo>
                  <a:lnTo>
                    <a:pt x="49277" y="99978"/>
                  </a:lnTo>
                  <a:lnTo>
                    <a:pt x="47634" y="101297"/>
                  </a:lnTo>
                  <a:lnTo>
                    <a:pt x="46045" y="102647"/>
                  </a:lnTo>
                  <a:lnTo>
                    <a:pt x="44521" y="104010"/>
                  </a:lnTo>
                  <a:lnTo>
                    <a:pt x="43077" y="105368"/>
                  </a:lnTo>
                  <a:lnTo>
                    <a:pt x="41727" y="106702"/>
                  </a:lnTo>
                  <a:lnTo>
                    <a:pt x="40482" y="107994"/>
                  </a:lnTo>
                  <a:lnTo>
                    <a:pt x="39356" y="109224"/>
                  </a:lnTo>
                  <a:lnTo>
                    <a:pt x="92421" y="136199"/>
                  </a:lnTo>
                  <a:lnTo>
                    <a:pt x="107898" y="114531"/>
                  </a:lnTo>
                  <a:lnTo>
                    <a:pt x="315734" y="114531"/>
                  </a:lnTo>
                  <a:lnTo>
                    <a:pt x="315734" y="127355"/>
                  </a:lnTo>
                  <a:lnTo>
                    <a:pt x="294950" y="149907"/>
                  </a:lnTo>
                  <a:lnTo>
                    <a:pt x="119395" y="149907"/>
                  </a:lnTo>
                  <a:lnTo>
                    <a:pt x="61467" y="129124"/>
                  </a:lnTo>
                  <a:lnTo>
                    <a:pt x="61467" y="247634"/>
                  </a:lnTo>
                  <a:lnTo>
                    <a:pt x="61214" y="265732"/>
                  </a:lnTo>
                  <a:lnTo>
                    <a:pt x="60296" y="283633"/>
                  </a:lnTo>
                  <a:lnTo>
                    <a:pt x="58470" y="301274"/>
                  </a:lnTo>
                  <a:lnTo>
                    <a:pt x="55495" y="318592"/>
                  </a:lnTo>
                  <a:lnTo>
                    <a:pt x="51130" y="335522"/>
                  </a:lnTo>
                  <a:lnTo>
                    <a:pt x="45133" y="352001"/>
                  </a:lnTo>
                  <a:lnTo>
                    <a:pt x="37263" y="367966"/>
                  </a:lnTo>
                  <a:lnTo>
                    <a:pt x="27279" y="383352"/>
                  </a:lnTo>
                  <a:lnTo>
                    <a:pt x="14938" y="398096"/>
                  </a:lnTo>
                  <a:lnTo>
                    <a:pt x="0" y="412134"/>
                  </a:lnTo>
                  <a:lnTo>
                    <a:pt x="3538" y="416556"/>
                  </a:lnTo>
                  <a:lnTo>
                    <a:pt x="30534" y="403337"/>
                  </a:lnTo>
                  <a:lnTo>
                    <a:pt x="52672" y="388754"/>
                  </a:lnTo>
                  <a:lnTo>
                    <a:pt x="70427" y="373009"/>
                  </a:lnTo>
                  <a:lnTo>
                    <a:pt x="84274" y="356303"/>
                  </a:lnTo>
                  <a:lnTo>
                    <a:pt x="94687" y="338839"/>
                  </a:lnTo>
                  <a:lnTo>
                    <a:pt x="102142" y="320817"/>
                  </a:lnTo>
                  <a:lnTo>
                    <a:pt x="107114" y="302440"/>
                  </a:lnTo>
                  <a:lnTo>
                    <a:pt x="110077" y="283909"/>
                  </a:lnTo>
                  <a:lnTo>
                    <a:pt x="111507" y="265426"/>
                  </a:lnTo>
                  <a:lnTo>
                    <a:pt x="111878" y="247192"/>
                  </a:lnTo>
                  <a:lnTo>
                    <a:pt x="111878" y="162731"/>
                  </a:lnTo>
                  <a:lnTo>
                    <a:pt x="299814" y="162731"/>
                  </a:lnTo>
                  <a:lnTo>
                    <a:pt x="300237" y="193129"/>
                  </a:lnTo>
                  <a:lnTo>
                    <a:pt x="301392" y="223055"/>
                  </a:lnTo>
                  <a:lnTo>
                    <a:pt x="303508" y="252142"/>
                  </a:lnTo>
                  <a:lnTo>
                    <a:pt x="306812" y="280025"/>
                  </a:lnTo>
                  <a:lnTo>
                    <a:pt x="311533" y="306337"/>
                  </a:lnTo>
                  <a:lnTo>
                    <a:pt x="317899" y="330712"/>
                  </a:lnTo>
                  <a:lnTo>
                    <a:pt x="326138" y="352784"/>
                  </a:lnTo>
                  <a:lnTo>
                    <a:pt x="336478" y="372187"/>
                  </a:lnTo>
                  <a:lnTo>
                    <a:pt x="349148" y="388555"/>
                  </a:lnTo>
                  <a:lnTo>
                    <a:pt x="364376" y="401521"/>
                  </a:lnTo>
                  <a:lnTo>
                    <a:pt x="369959" y="405310"/>
                  </a:lnTo>
                  <a:lnTo>
                    <a:pt x="375771" y="408642"/>
                  </a:lnTo>
                  <a:lnTo>
                    <a:pt x="381720" y="411407"/>
                  </a:lnTo>
                  <a:lnTo>
                    <a:pt x="387717" y="413493"/>
                  </a:lnTo>
                  <a:lnTo>
                    <a:pt x="393672" y="414787"/>
                  </a:lnTo>
                  <a:lnTo>
                    <a:pt x="399494" y="415180"/>
                  </a:lnTo>
                  <a:lnTo>
                    <a:pt x="405093" y="414559"/>
                  </a:lnTo>
                  <a:lnTo>
                    <a:pt x="410380" y="412813"/>
                  </a:lnTo>
                  <a:lnTo>
                    <a:pt x="415262" y="409831"/>
                  </a:lnTo>
                  <a:lnTo>
                    <a:pt x="419652" y="405501"/>
                  </a:lnTo>
                  <a:lnTo>
                    <a:pt x="421256" y="402701"/>
                  </a:lnTo>
                  <a:lnTo>
                    <a:pt x="422354" y="399607"/>
                  </a:lnTo>
                  <a:lnTo>
                    <a:pt x="422943" y="396216"/>
                  </a:lnTo>
                  <a:lnTo>
                    <a:pt x="423019" y="392525"/>
                  </a:lnTo>
                  <a:lnTo>
                    <a:pt x="422581" y="388531"/>
                  </a:lnTo>
                  <a:lnTo>
                    <a:pt x="421626" y="384233"/>
                  </a:lnTo>
                  <a:lnTo>
                    <a:pt x="420150" y="379626"/>
                  </a:lnTo>
                  <a:lnTo>
                    <a:pt x="418152" y="374709"/>
                  </a:lnTo>
                  <a:lnTo>
                    <a:pt x="415628" y="369480"/>
                  </a:lnTo>
                  <a:lnTo>
                    <a:pt x="412576" y="363934"/>
                  </a:lnTo>
                  <a:lnTo>
                    <a:pt x="416114" y="302910"/>
                  </a:lnTo>
                  <a:lnTo>
                    <a:pt x="411250" y="302468"/>
                  </a:lnTo>
                  <a:lnTo>
                    <a:pt x="410043" y="307083"/>
                  </a:lnTo>
                  <a:lnTo>
                    <a:pt x="408809" y="311637"/>
                  </a:lnTo>
                  <a:lnTo>
                    <a:pt x="407549" y="316122"/>
                  </a:lnTo>
                  <a:lnTo>
                    <a:pt x="406262" y="320531"/>
                  </a:lnTo>
                  <a:lnTo>
                    <a:pt x="404948" y="324854"/>
                  </a:lnTo>
                  <a:lnTo>
                    <a:pt x="403608" y="329085"/>
                  </a:lnTo>
                  <a:lnTo>
                    <a:pt x="402242" y="333214"/>
                  </a:lnTo>
                  <a:lnTo>
                    <a:pt x="400849" y="337235"/>
                  </a:lnTo>
                  <a:lnTo>
                    <a:pt x="399430" y="341140"/>
                  </a:lnTo>
                  <a:lnTo>
                    <a:pt x="397984" y="344919"/>
                  </a:lnTo>
                  <a:lnTo>
                    <a:pt x="397198" y="346140"/>
                  </a:lnTo>
                  <a:lnTo>
                    <a:pt x="396420" y="347148"/>
                  </a:lnTo>
                  <a:lnTo>
                    <a:pt x="395632" y="347944"/>
                  </a:lnTo>
                  <a:lnTo>
                    <a:pt x="394814" y="348527"/>
                  </a:lnTo>
                  <a:lnTo>
                    <a:pt x="393949" y="348899"/>
                  </a:lnTo>
                  <a:lnTo>
                    <a:pt x="393017" y="349058"/>
                  </a:lnTo>
                  <a:lnTo>
                    <a:pt x="392000" y="349005"/>
                  </a:lnTo>
                  <a:lnTo>
                    <a:pt x="390880" y="348740"/>
                  </a:lnTo>
                  <a:lnTo>
                    <a:pt x="389638" y="348262"/>
                  </a:lnTo>
                  <a:lnTo>
                    <a:pt x="388255" y="347572"/>
                  </a:lnTo>
                  <a:lnTo>
                    <a:pt x="379085" y="339250"/>
                  </a:lnTo>
                  <a:lnTo>
                    <a:pt x="371405" y="327164"/>
                  </a:lnTo>
                  <a:lnTo>
                    <a:pt x="365116" y="311925"/>
                  </a:lnTo>
                  <a:lnTo>
                    <a:pt x="360117" y="294147"/>
                  </a:lnTo>
                  <a:lnTo>
                    <a:pt x="356306" y="274443"/>
                  </a:lnTo>
                  <a:lnTo>
                    <a:pt x="353583" y="253425"/>
                  </a:lnTo>
                  <a:lnTo>
                    <a:pt x="351847" y="231707"/>
                  </a:lnTo>
                  <a:lnTo>
                    <a:pt x="350997" y="209902"/>
                  </a:lnTo>
                  <a:lnTo>
                    <a:pt x="350932" y="188622"/>
                  </a:lnTo>
                  <a:lnTo>
                    <a:pt x="351552" y="168480"/>
                  </a:lnTo>
                  <a:lnTo>
                    <a:pt x="354018" y="168043"/>
                  </a:lnTo>
                  <a:lnTo>
                    <a:pt x="356367" y="167532"/>
                  </a:lnTo>
                  <a:lnTo>
                    <a:pt x="358589" y="166951"/>
                  </a:lnTo>
                  <a:lnTo>
                    <a:pt x="360672" y="166308"/>
                  </a:lnTo>
                  <a:lnTo>
                    <a:pt x="362607" y="165605"/>
                  </a:lnTo>
                  <a:lnTo>
                    <a:pt x="364383" y="164850"/>
                  </a:lnTo>
                  <a:lnTo>
                    <a:pt x="365989" y="164047"/>
                  </a:lnTo>
                  <a:lnTo>
                    <a:pt x="367415" y="163202"/>
                  </a:lnTo>
                  <a:lnTo>
                    <a:pt x="368650" y="162319"/>
                  </a:lnTo>
                  <a:lnTo>
                    <a:pt x="369683" y="161404"/>
                  </a:lnTo>
                  <a:lnTo>
                    <a:pt x="332980" y="132661"/>
                  </a:lnTo>
                  <a:lnTo>
                    <a:pt x="338364" y="132138"/>
                  </a:lnTo>
                  <a:lnTo>
                    <a:pt x="343575" y="131395"/>
                  </a:lnTo>
                  <a:lnTo>
                    <a:pt x="348521" y="130476"/>
                  </a:lnTo>
                  <a:lnTo>
                    <a:pt x="353109" y="129428"/>
                  </a:lnTo>
                  <a:lnTo>
                    <a:pt x="357246" y="128294"/>
                  </a:lnTo>
                  <a:lnTo>
                    <a:pt x="360839" y="127121"/>
                  </a:lnTo>
                  <a:lnTo>
                    <a:pt x="363795" y="125953"/>
                  </a:lnTo>
                  <a:lnTo>
                    <a:pt x="366021" y="124836"/>
                  </a:lnTo>
                  <a:lnTo>
                    <a:pt x="367425" y="123814"/>
                  </a:lnTo>
                  <a:lnTo>
                    <a:pt x="367914" y="122933"/>
                  </a:lnTo>
                  <a:lnTo>
                    <a:pt x="367914" y="36703"/>
                  </a:lnTo>
                  <a:lnTo>
                    <a:pt x="371249" y="36094"/>
                  </a:lnTo>
                  <a:lnTo>
                    <a:pt x="374115" y="35330"/>
                  </a:lnTo>
                  <a:lnTo>
                    <a:pt x="376546" y="34419"/>
                  </a:lnTo>
                  <a:lnTo>
                    <a:pt x="378576" y="33363"/>
                  </a:lnTo>
                  <a:lnTo>
                    <a:pt x="380240" y="32170"/>
                  </a:lnTo>
                  <a:lnTo>
                    <a:pt x="381573" y="30845"/>
                  </a:lnTo>
                  <a:lnTo>
                    <a:pt x="382608" y="29392"/>
                  </a:lnTo>
                  <a:lnTo>
                    <a:pt x="383380" y="27816"/>
                  </a:lnTo>
                  <a:lnTo>
                    <a:pt x="383925" y="26125"/>
                  </a:lnTo>
                  <a:lnTo>
                    <a:pt x="384275" y="24321"/>
                  </a:lnTo>
                  <a:lnTo>
                    <a:pt x="315734" y="18573"/>
                  </a:lnTo>
                  <a:lnTo>
                    <a:pt x="315734" y="101707"/>
                  </a:lnTo>
                  <a:lnTo>
                    <a:pt x="237906" y="101707"/>
                  </a:lnTo>
                  <a:lnTo>
                    <a:pt x="237906" y="17688"/>
                  </a:lnTo>
                  <a:lnTo>
                    <a:pt x="241122" y="17079"/>
                  </a:lnTo>
                  <a:lnTo>
                    <a:pt x="243892" y="16316"/>
                  </a:lnTo>
                  <a:lnTo>
                    <a:pt x="246248" y="15404"/>
                  </a:lnTo>
                  <a:lnTo>
                    <a:pt x="248222" y="14349"/>
                  </a:lnTo>
                  <a:lnTo>
                    <a:pt x="249845" y="13156"/>
                  </a:lnTo>
                  <a:lnTo>
                    <a:pt x="251151" y="11830"/>
                  </a:lnTo>
                  <a:lnTo>
                    <a:pt x="252170" y="10377"/>
                  </a:lnTo>
                  <a:lnTo>
                    <a:pt x="252934" y="8802"/>
                  </a:lnTo>
                  <a:lnTo>
                    <a:pt x="253475" y="7110"/>
                  </a:lnTo>
                  <a:lnTo>
                    <a:pt x="253825" y="5307"/>
                  </a:lnTo>
                  <a:close/>
                  <a:moveTo>
                    <a:pt x="294508" y="198992"/>
                  </a:moveTo>
                  <a:lnTo>
                    <a:pt x="234810" y="173786"/>
                  </a:lnTo>
                  <a:lnTo>
                    <a:pt x="232767" y="180777"/>
                  </a:lnTo>
                  <a:lnTo>
                    <a:pt x="230618" y="187689"/>
                  </a:lnTo>
                  <a:lnTo>
                    <a:pt x="228363" y="194521"/>
                  </a:lnTo>
                  <a:lnTo>
                    <a:pt x="226002" y="201274"/>
                  </a:lnTo>
                  <a:lnTo>
                    <a:pt x="223534" y="207946"/>
                  </a:lnTo>
                  <a:lnTo>
                    <a:pt x="220961" y="214540"/>
                  </a:lnTo>
                  <a:lnTo>
                    <a:pt x="218281" y="221053"/>
                  </a:lnTo>
                  <a:lnTo>
                    <a:pt x="215495" y="227487"/>
                  </a:lnTo>
                  <a:lnTo>
                    <a:pt x="212603" y="233842"/>
                  </a:lnTo>
                  <a:lnTo>
                    <a:pt x="209605" y="240117"/>
                  </a:lnTo>
                  <a:lnTo>
                    <a:pt x="203091" y="235594"/>
                  </a:lnTo>
                  <a:lnTo>
                    <a:pt x="196286" y="231053"/>
                  </a:lnTo>
                  <a:lnTo>
                    <a:pt x="189188" y="226502"/>
                  </a:lnTo>
                  <a:lnTo>
                    <a:pt x="181799" y="221948"/>
                  </a:lnTo>
                  <a:lnTo>
                    <a:pt x="174118" y="217399"/>
                  </a:lnTo>
                  <a:lnTo>
                    <a:pt x="166145" y="212863"/>
                  </a:lnTo>
                  <a:lnTo>
                    <a:pt x="157880" y="208348"/>
                  </a:lnTo>
                  <a:lnTo>
                    <a:pt x="149324" y="203863"/>
                  </a:lnTo>
                  <a:lnTo>
                    <a:pt x="140475" y="199415"/>
                  </a:lnTo>
                  <a:lnTo>
                    <a:pt x="131335" y="195012"/>
                  </a:lnTo>
                  <a:lnTo>
                    <a:pt x="126028" y="198550"/>
                  </a:lnTo>
                  <a:lnTo>
                    <a:pt x="132339" y="204927"/>
                  </a:lnTo>
                  <a:lnTo>
                    <a:pt x="138785" y="211575"/>
                  </a:lnTo>
                  <a:lnTo>
                    <a:pt x="145342" y="218473"/>
                  </a:lnTo>
                  <a:lnTo>
                    <a:pt x="151987" y="225598"/>
                  </a:lnTo>
                  <a:lnTo>
                    <a:pt x="158696" y="232931"/>
                  </a:lnTo>
                  <a:lnTo>
                    <a:pt x="165445" y="240449"/>
                  </a:lnTo>
                  <a:lnTo>
                    <a:pt x="172209" y="248132"/>
                  </a:lnTo>
                  <a:lnTo>
                    <a:pt x="178965" y="255958"/>
                  </a:lnTo>
                  <a:lnTo>
                    <a:pt x="185690" y="263906"/>
                  </a:lnTo>
                  <a:lnTo>
                    <a:pt x="192359" y="271955"/>
                  </a:lnTo>
                  <a:lnTo>
                    <a:pt x="183781" y="285882"/>
                  </a:lnTo>
                  <a:lnTo>
                    <a:pt x="174787" y="299259"/>
                  </a:lnTo>
                  <a:lnTo>
                    <a:pt x="165411" y="312068"/>
                  </a:lnTo>
                  <a:lnTo>
                    <a:pt x="155688" y="324291"/>
                  </a:lnTo>
                  <a:lnTo>
                    <a:pt x="145651" y="335909"/>
                  </a:lnTo>
                  <a:lnTo>
                    <a:pt x="135336" y="346904"/>
                  </a:lnTo>
                  <a:lnTo>
                    <a:pt x="124776" y="357256"/>
                  </a:lnTo>
                  <a:lnTo>
                    <a:pt x="114007" y="366948"/>
                  </a:lnTo>
                  <a:lnTo>
                    <a:pt x="103063" y="375960"/>
                  </a:lnTo>
                  <a:lnTo>
                    <a:pt x="91979" y="384275"/>
                  </a:lnTo>
                  <a:lnTo>
                    <a:pt x="96843" y="389582"/>
                  </a:lnTo>
                  <a:lnTo>
                    <a:pt x="110239" y="383370"/>
                  </a:lnTo>
                  <a:lnTo>
                    <a:pt x="123354" y="376662"/>
                  </a:lnTo>
                  <a:lnTo>
                    <a:pt x="136172" y="369440"/>
                  </a:lnTo>
                  <a:lnTo>
                    <a:pt x="148676" y="361684"/>
                  </a:lnTo>
                  <a:lnTo>
                    <a:pt x="160852" y="353376"/>
                  </a:lnTo>
                  <a:lnTo>
                    <a:pt x="172683" y="344498"/>
                  </a:lnTo>
                  <a:lnTo>
                    <a:pt x="184152" y="335031"/>
                  </a:lnTo>
                  <a:lnTo>
                    <a:pt x="195246" y="324956"/>
                  </a:lnTo>
                  <a:lnTo>
                    <a:pt x="205946" y="314255"/>
                  </a:lnTo>
                  <a:lnTo>
                    <a:pt x="216238" y="302910"/>
                  </a:lnTo>
                  <a:lnTo>
                    <a:pt x="221462" y="310191"/>
                  </a:lnTo>
                  <a:lnTo>
                    <a:pt x="226508" y="317435"/>
                  </a:lnTo>
                  <a:lnTo>
                    <a:pt x="231357" y="324632"/>
                  </a:lnTo>
                  <a:lnTo>
                    <a:pt x="235992" y="331770"/>
                  </a:lnTo>
                  <a:lnTo>
                    <a:pt x="240393" y="338839"/>
                  </a:lnTo>
                  <a:lnTo>
                    <a:pt x="244542" y="345828"/>
                  </a:lnTo>
                  <a:lnTo>
                    <a:pt x="248421" y="352728"/>
                  </a:lnTo>
                  <a:lnTo>
                    <a:pt x="252010" y="359526"/>
                  </a:lnTo>
                  <a:lnTo>
                    <a:pt x="255292" y="366213"/>
                  </a:lnTo>
                  <a:lnTo>
                    <a:pt x="258247" y="372778"/>
                  </a:lnTo>
                  <a:lnTo>
                    <a:pt x="270101" y="378344"/>
                  </a:lnTo>
                  <a:lnTo>
                    <a:pt x="280375" y="379149"/>
                  </a:lnTo>
                  <a:lnTo>
                    <a:pt x="288554" y="375635"/>
                  </a:lnTo>
                  <a:lnTo>
                    <a:pt x="294119" y="368243"/>
                  </a:lnTo>
                  <a:lnTo>
                    <a:pt x="296553" y="357411"/>
                  </a:lnTo>
                  <a:lnTo>
                    <a:pt x="295339" y="343582"/>
                  </a:lnTo>
                  <a:lnTo>
                    <a:pt x="289960" y="327195"/>
                  </a:lnTo>
                  <a:lnTo>
                    <a:pt x="279898" y="308690"/>
                  </a:lnTo>
                  <a:lnTo>
                    <a:pt x="264635" y="288509"/>
                  </a:lnTo>
                  <a:lnTo>
                    <a:pt x="243655" y="267091"/>
                  </a:lnTo>
                  <a:lnTo>
                    <a:pt x="247209" y="261586"/>
                  </a:lnTo>
                  <a:lnTo>
                    <a:pt x="250709" y="255951"/>
                  </a:lnTo>
                  <a:lnTo>
                    <a:pt x="254149" y="250189"/>
                  </a:lnTo>
                  <a:lnTo>
                    <a:pt x="257529" y="244302"/>
                  </a:lnTo>
                  <a:lnTo>
                    <a:pt x="260845" y="238293"/>
                  </a:lnTo>
                  <a:lnTo>
                    <a:pt x="264095" y="232164"/>
                  </a:lnTo>
                  <a:lnTo>
                    <a:pt x="267276" y="225919"/>
                  </a:lnTo>
                  <a:lnTo>
                    <a:pt x="270385" y="219560"/>
                  </a:lnTo>
                  <a:lnTo>
                    <a:pt x="273420" y="213089"/>
                  </a:lnTo>
                  <a:lnTo>
                    <a:pt x="276378" y="206509"/>
                  </a:lnTo>
                  <a:lnTo>
                    <a:pt x="279297" y="206764"/>
                  </a:lnTo>
                  <a:lnTo>
                    <a:pt x="281956" y="206746"/>
                  </a:lnTo>
                  <a:lnTo>
                    <a:pt x="284361" y="206473"/>
                  </a:lnTo>
                  <a:lnTo>
                    <a:pt x="286516" y="205964"/>
                  </a:lnTo>
                  <a:lnTo>
                    <a:pt x="288428" y="205238"/>
                  </a:lnTo>
                  <a:lnTo>
                    <a:pt x="290100" y="204312"/>
                  </a:lnTo>
                  <a:lnTo>
                    <a:pt x="291539" y="203206"/>
                  </a:lnTo>
                  <a:lnTo>
                    <a:pt x="292750" y="201939"/>
                  </a:lnTo>
                  <a:lnTo>
                    <a:pt x="293738" y="200528"/>
                  </a:lnTo>
                  <a:lnTo>
                    <a:pt x="294508" y="198992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3233187" y="2591889"/>
              <a:ext cx="420978" cy="416999"/>
            </a:xfrm>
            <a:custGeom>
              <a:avLst/>
              <a:gdLst/>
              <a:ahLst/>
              <a:cxnLst/>
              <a:rect l="l" t="t" r="r" b="b"/>
              <a:pathLst>
                <a:path w="420978" h="416999">
                  <a:moveTo>
                    <a:pt x="51738" y="2211"/>
                  </a:moveTo>
                  <a:lnTo>
                    <a:pt x="47758" y="4865"/>
                  </a:lnTo>
                  <a:lnTo>
                    <a:pt x="51978" y="10582"/>
                  </a:lnTo>
                  <a:lnTo>
                    <a:pt x="56100" y="16804"/>
                  </a:lnTo>
                  <a:lnTo>
                    <a:pt x="60052" y="23451"/>
                  </a:lnTo>
                  <a:lnTo>
                    <a:pt x="63762" y="30442"/>
                  </a:lnTo>
                  <a:lnTo>
                    <a:pt x="67160" y="37698"/>
                  </a:lnTo>
                  <a:lnTo>
                    <a:pt x="70173" y="45141"/>
                  </a:lnTo>
                  <a:lnTo>
                    <a:pt x="72729" y="52689"/>
                  </a:lnTo>
                  <a:lnTo>
                    <a:pt x="74757" y="60264"/>
                  </a:lnTo>
                  <a:lnTo>
                    <a:pt x="76186" y="67786"/>
                  </a:lnTo>
                  <a:lnTo>
                    <a:pt x="76944" y="75175"/>
                  </a:lnTo>
                  <a:lnTo>
                    <a:pt x="89359" y="82170"/>
                  </a:lnTo>
                  <a:lnTo>
                    <a:pt x="101024" y="83167"/>
                  </a:lnTo>
                  <a:lnTo>
                    <a:pt x="110975" y="79223"/>
                  </a:lnTo>
                  <a:lnTo>
                    <a:pt x="118249" y="71397"/>
                  </a:lnTo>
                  <a:lnTo>
                    <a:pt x="121883" y="60748"/>
                  </a:lnTo>
                  <a:lnTo>
                    <a:pt x="120913" y="48335"/>
                  </a:lnTo>
                  <a:lnTo>
                    <a:pt x="114377" y="35216"/>
                  </a:lnTo>
                  <a:lnTo>
                    <a:pt x="101311" y="22450"/>
                  </a:lnTo>
                  <a:lnTo>
                    <a:pt x="80752" y="11096"/>
                  </a:lnTo>
                  <a:lnTo>
                    <a:pt x="51738" y="2211"/>
                  </a:lnTo>
                  <a:close/>
                  <a:moveTo>
                    <a:pt x="400637" y="142390"/>
                  </a:moveTo>
                  <a:lnTo>
                    <a:pt x="348015" y="102150"/>
                  </a:lnTo>
                  <a:lnTo>
                    <a:pt x="341622" y="106481"/>
                  </a:lnTo>
                  <a:lnTo>
                    <a:pt x="334448" y="110955"/>
                  </a:lnTo>
                  <a:lnTo>
                    <a:pt x="326583" y="115530"/>
                  </a:lnTo>
                  <a:lnTo>
                    <a:pt x="318122" y="120163"/>
                  </a:lnTo>
                  <a:lnTo>
                    <a:pt x="309156" y="124813"/>
                  </a:lnTo>
                  <a:lnTo>
                    <a:pt x="299779" y="129435"/>
                  </a:lnTo>
                  <a:lnTo>
                    <a:pt x="290084" y="133989"/>
                  </a:lnTo>
                  <a:lnTo>
                    <a:pt x="280163" y="138432"/>
                  </a:lnTo>
                  <a:lnTo>
                    <a:pt x="270109" y="142720"/>
                  </a:lnTo>
                  <a:lnTo>
                    <a:pt x="260016" y="146812"/>
                  </a:lnTo>
                  <a:lnTo>
                    <a:pt x="211374" y="132662"/>
                  </a:lnTo>
                  <a:lnTo>
                    <a:pt x="215062" y="129172"/>
                  </a:lnTo>
                  <a:lnTo>
                    <a:pt x="218696" y="125601"/>
                  </a:lnTo>
                  <a:lnTo>
                    <a:pt x="222278" y="121944"/>
                  </a:lnTo>
                  <a:lnTo>
                    <a:pt x="225807" y="118200"/>
                  </a:lnTo>
                  <a:lnTo>
                    <a:pt x="229283" y="114365"/>
                  </a:lnTo>
                  <a:lnTo>
                    <a:pt x="232705" y="110438"/>
                  </a:lnTo>
                  <a:lnTo>
                    <a:pt x="236075" y="106416"/>
                  </a:lnTo>
                  <a:lnTo>
                    <a:pt x="239392" y="102295"/>
                  </a:lnTo>
                  <a:lnTo>
                    <a:pt x="242655" y="98073"/>
                  </a:lnTo>
                  <a:lnTo>
                    <a:pt x="245865" y="93748"/>
                  </a:lnTo>
                  <a:lnTo>
                    <a:pt x="406828" y="93748"/>
                  </a:lnTo>
                  <a:lnTo>
                    <a:pt x="408630" y="93681"/>
                  </a:lnTo>
                  <a:lnTo>
                    <a:pt x="410319" y="93479"/>
                  </a:lnTo>
                  <a:lnTo>
                    <a:pt x="411886" y="93139"/>
                  </a:lnTo>
                  <a:lnTo>
                    <a:pt x="413323" y="92658"/>
                  </a:lnTo>
                  <a:lnTo>
                    <a:pt x="414621" y="92034"/>
                  </a:lnTo>
                  <a:lnTo>
                    <a:pt x="415774" y="91264"/>
                  </a:lnTo>
                  <a:lnTo>
                    <a:pt x="416773" y="90346"/>
                  </a:lnTo>
                  <a:lnTo>
                    <a:pt x="417610" y="89276"/>
                  </a:lnTo>
                  <a:lnTo>
                    <a:pt x="418278" y="88053"/>
                  </a:lnTo>
                  <a:lnTo>
                    <a:pt x="418767" y="86672"/>
                  </a:lnTo>
                  <a:lnTo>
                    <a:pt x="413107" y="81293"/>
                  </a:lnTo>
                  <a:lnTo>
                    <a:pt x="406916" y="75635"/>
                  </a:lnTo>
                  <a:lnTo>
                    <a:pt x="400460" y="69897"/>
                  </a:lnTo>
                  <a:lnTo>
                    <a:pt x="394004" y="64279"/>
                  </a:lnTo>
                  <a:lnTo>
                    <a:pt x="387813" y="58979"/>
                  </a:lnTo>
                  <a:lnTo>
                    <a:pt x="382153" y="54197"/>
                  </a:lnTo>
                  <a:lnTo>
                    <a:pt x="377288" y="50131"/>
                  </a:lnTo>
                  <a:lnTo>
                    <a:pt x="373485" y="46980"/>
                  </a:lnTo>
                  <a:lnTo>
                    <a:pt x="371009" y="44944"/>
                  </a:lnTo>
                  <a:lnTo>
                    <a:pt x="370125" y="44221"/>
                  </a:lnTo>
                  <a:lnTo>
                    <a:pt x="343592" y="80924"/>
                  </a:lnTo>
                  <a:lnTo>
                    <a:pt x="254710" y="80924"/>
                  </a:lnTo>
                  <a:lnTo>
                    <a:pt x="257734" y="76361"/>
                  </a:lnTo>
                  <a:lnTo>
                    <a:pt x="260702" y="71694"/>
                  </a:lnTo>
                  <a:lnTo>
                    <a:pt x="263612" y="66927"/>
                  </a:lnTo>
                  <a:lnTo>
                    <a:pt x="266462" y="62061"/>
                  </a:lnTo>
                  <a:lnTo>
                    <a:pt x="269247" y="57100"/>
                  </a:lnTo>
                  <a:lnTo>
                    <a:pt x="271966" y="52046"/>
                  </a:lnTo>
                  <a:lnTo>
                    <a:pt x="274616" y="46902"/>
                  </a:lnTo>
                  <a:lnTo>
                    <a:pt x="277195" y="41670"/>
                  </a:lnTo>
                  <a:lnTo>
                    <a:pt x="279699" y="36354"/>
                  </a:lnTo>
                  <a:lnTo>
                    <a:pt x="282126" y="30955"/>
                  </a:lnTo>
                  <a:lnTo>
                    <a:pt x="285033" y="30850"/>
                  </a:lnTo>
                  <a:lnTo>
                    <a:pt x="287655" y="30541"/>
                  </a:lnTo>
                  <a:lnTo>
                    <a:pt x="290002" y="30035"/>
                  </a:lnTo>
                  <a:lnTo>
                    <a:pt x="292081" y="29342"/>
                  </a:lnTo>
                  <a:lnTo>
                    <a:pt x="293900" y="28467"/>
                  </a:lnTo>
                  <a:lnTo>
                    <a:pt x="295467" y="27421"/>
                  </a:lnTo>
                  <a:lnTo>
                    <a:pt x="296789" y="26209"/>
                  </a:lnTo>
                  <a:lnTo>
                    <a:pt x="297876" y="24842"/>
                  </a:lnTo>
                  <a:lnTo>
                    <a:pt x="298734" y="23325"/>
                  </a:lnTo>
                  <a:lnTo>
                    <a:pt x="299372" y="21668"/>
                  </a:lnTo>
                  <a:lnTo>
                    <a:pt x="229946" y="0"/>
                  </a:lnTo>
                  <a:lnTo>
                    <a:pt x="226269" y="17863"/>
                  </a:lnTo>
                  <a:lnTo>
                    <a:pt x="221912" y="35550"/>
                  </a:lnTo>
                  <a:lnTo>
                    <a:pt x="216940" y="52940"/>
                  </a:lnTo>
                  <a:lnTo>
                    <a:pt x="211416" y="69911"/>
                  </a:lnTo>
                  <a:lnTo>
                    <a:pt x="205404" y="86341"/>
                  </a:lnTo>
                  <a:lnTo>
                    <a:pt x="198967" y="102107"/>
                  </a:lnTo>
                  <a:lnTo>
                    <a:pt x="192169" y="117088"/>
                  </a:lnTo>
                  <a:lnTo>
                    <a:pt x="185075" y="131162"/>
                  </a:lnTo>
                  <a:lnTo>
                    <a:pt x="177747" y="144206"/>
                  </a:lnTo>
                  <a:lnTo>
                    <a:pt x="170249" y="156098"/>
                  </a:lnTo>
                  <a:lnTo>
                    <a:pt x="175555" y="160078"/>
                  </a:lnTo>
                  <a:lnTo>
                    <a:pt x="178328" y="158327"/>
                  </a:lnTo>
                  <a:lnTo>
                    <a:pt x="181077" y="156523"/>
                  </a:lnTo>
                  <a:lnTo>
                    <a:pt x="183805" y="154666"/>
                  </a:lnTo>
                  <a:lnTo>
                    <a:pt x="186515" y="152755"/>
                  </a:lnTo>
                  <a:lnTo>
                    <a:pt x="189208" y="150792"/>
                  </a:lnTo>
                  <a:lnTo>
                    <a:pt x="191888" y="148776"/>
                  </a:lnTo>
                  <a:lnTo>
                    <a:pt x="194558" y="146706"/>
                  </a:lnTo>
                  <a:lnTo>
                    <a:pt x="197219" y="144583"/>
                  </a:lnTo>
                  <a:lnTo>
                    <a:pt x="199876" y="142408"/>
                  </a:lnTo>
                  <a:lnTo>
                    <a:pt x="202529" y="140179"/>
                  </a:lnTo>
                  <a:lnTo>
                    <a:pt x="202529" y="336518"/>
                  </a:lnTo>
                  <a:lnTo>
                    <a:pt x="202436" y="339287"/>
                  </a:lnTo>
                  <a:lnTo>
                    <a:pt x="202098" y="341799"/>
                  </a:lnTo>
                  <a:lnTo>
                    <a:pt x="201431" y="344115"/>
                  </a:lnTo>
                  <a:lnTo>
                    <a:pt x="200350" y="346296"/>
                  </a:lnTo>
                  <a:lnTo>
                    <a:pt x="198771" y="348402"/>
                  </a:lnTo>
                  <a:lnTo>
                    <a:pt x="196607" y="350495"/>
                  </a:lnTo>
                  <a:lnTo>
                    <a:pt x="193776" y="352635"/>
                  </a:lnTo>
                  <a:lnTo>
                    <a:pt x="190190" y="354885"/>
                  </a:lnTo>
                  <a:lnTo>
                    <a:pt x="185766" y="357304"/>
                  </a:lnTo>
                  <a:lnTo>
                    <a:pt x="180419" y="359954"/>
                  </a:lnTo>
                  <a:lnTo>
                    <a:pt x="205183" y="416999"/>
                  </a:lnTo>
                  <a:lnTo>
                    <a:pt x="206798" y="416256"/>
                  </a:lnTo>
                  <a:lnTo>
                    <a:pt x="208448" y="415354"/>
                  </a:lnTo>
                  <a:lnTo>
                    <a:pt x="210114" y="414292"/>
                  </a:lnTo>
                  <a:lnTo>
                    <a:pt x="211777" y="413072"/>
                  </a:lnTo>
                  <a:lnTo>
                    <a:pt x="213419" y="411692"/>
                  </a:lnTo>
                  <a:lnTo>
                    <a:pt x="215021" y="410153"/>
                  </a:lnTo>
                  <a:lnTo>
                    <a:pt x="216565" y="408455"/>
                  </a:lnTo>
                  <a:lnTo>
                    <a:pt x="218031" y="406598"/>
                  </a:lnTo>
                  <a:lnTo>
                    <a:pt x="219403" y="404582"/>
                  </a:lnTo>
                  <a:lnTo>
                    <a:pt x="220660" y="402406"/>
                  </a:lnTo>
                  <a:lnTo>
                    <a:pt x="231501" y="394989"/>
                  </a:lnTo>
                  <a:lnTo>
                    <a:pt x="241963" y="387643"/>
                  </a:lnTo>
                  <a:lnTo>
                    <a:pt x="251985" y="380441"/>
                  </a:lnTo>
                  <a:lnTo>
                    <a:pt x="261505" y="373454"/>
                  </a:lnTo>
                  <a:lnTo>
                    <a:pt x="270463" y="366753"/>
                  </a:lnTo>
                  <a:lnTo>
                    <a:pt x="278797" y="360411"/>
                  </a:lnTo>
                  <a:lnTo>
                    <a:pt x="286447" y="354498"/>
                  </a:lnTo>
                  <a:lnTo>
                    <a:pt x="293351" y="349087"/>
                  </a:lnTo>
                  <a:lnTo>
                    <a:pt x="299449" y="344249"/>
                  </a:lnTo>
                  <a:lnTo>
                    <a:pt x="304679" y="340055"/>
                  </a:lnTo>
                  <a:lnTo>
                    <a:pt x="303352" y="335191"/>
                  </a:lnTo>
                  <a:lnTo>
                    <a:pt x="251172" y="346688"/>
                  </a:lnTo>
                  <a:lnTo>
                    <a:pt x="251172" y="163174"/>
                  </a:lnTo>
                  <a:lnTo>
                    <a:pt x="281684" y="160963"/>
                  </a:lnTo>
                  <a:lnTo>
                    <a:pt x="285279" y="197081"/>
                  </a:lnTo>
                  <a:lnTo>
                    <a:pt x="289799" y="230435"/>
                  </a:lnTo>
                  <a:lnTo>
                    <a:pt x="295402" y="261151"/>
                  </a:lnTo>
                  <a:lnTo>
                    <a:pt x="302245" y="289357"/>
                  </a:lnTo>
                  <a:lnTo>
                    <a:pt x="310482" y="315181"/>
                  </a:lnTo>
                  <a:lnTo>
                    <a:pt x="320272" y="338750"/>
                  </a:lnTo>
                  <a:lnTo>
                    <a:pt x="331771" y="360191"/>
                  </a:lnTo>
                  <a:lnTo>
                    <a:pt x="345135" y="379631"/>
                  </a:lnTo>
                  <a:lnTo>
                    <a:pt x="360520" y="397198"/>
                  </a:lnTo>
                  <a:lnTo>
                    <a:pt x="378084" y="413019"/>
                  </a:lnTo>
                  <a:lnTo>
                    <a:pt x="380479" y="405087"/>
                  </a:lnTo>
                  <a:lnTo>
                    <a:pt x="383391" y="397750"/>
                  </a:lnTo>
                  <a:lnTo>
                    <a:pt x="386780" y="391018"/>
                  </a:lnTo>
                  <a:lnTo>
                    <a:pt x="390608" y="384902"/>
                  </a:lnTo>
                  <a:lnTo>
                    <a:pt x="394833" y="379411"/>
                  </a:lnTo>
                  <a:lnTo>
                    <a:pt x="399416" y="374558"/>
                  </a:lnTo>
                  <a:lnTo>
                    <a:pt x="404318" y="370351"/>
                  </a:lnTo>
                  <a:lnTo>
                    <a:pt x="409499" y="366803"/>
                  </a:lnTo>
                  <a:lnTo>
                    <a:pt x="414918" y="363924"/>
                  </a:lnTo>
                  <a:lnTo>
                    <a:pt x="420536" y="361723"/>
                  </a:lnTo>
                  <a:lnTo>
                    <a:pt x="420978" y="357301"/>
                  </a:lnTo>
                  <a:lnTo>
                    <a:pt x="409120" y="351522"/>
                  </a:lnTo>
                  <a:lnTo>
                    <a:pt x="397701" y="344817"/>
                  </a:lnTo>
                  <a:lnTo>
                    <a:pt x="386732" y="337215"/>
                  </a:lnTo>
                  <a:lnTo>
                    <a:pt x="376227" y="328745"/>
                  </a:lnTo>
                  <a:lnTo>
                    <a:pt x="366200" y="319437"/>
                  </a:lnTo>
                  <a:lnTo>
                    <a:pt x="356664" y="309320"/>
                  </a:lnTo>
                  <a:lnTo>
                    <a:pt x="347632" y="298423"/>
                  </a:lnTo>
                  <a:lnTo>
                    <a:pt x="339117" y="286775"/>
                  </a:lnTo>
                  <a:lnTo>
                    <a:pt x="331133" y="274405"/>
                  </a:lnTo>
                  <a:lnTo>
                    <a:pt x="323693" y="261343"/>
                  </a:lnTo>
                  <a:lnTo>
                    <a:pt x="332075" y="256591"/>
                  </a:lnTo>
                  <a:lnTo>
                    <a:pt x="340444" y="251668"/>
                  </a:lnTo>
                  <a:lnTo>
                    <a:pt x="348707" y="246637"/>
                  </a:lnTo>
                  <a:lnTo>
                    <a:pt x="356770" y="241568"/>
                  </a:lnTo>
                  <a:lnTo>
                    <a:pt x="364542" y="236524"/>
                  </a:lnTo>
                  <a:lnTo>
                    <a:pt x="371929" y="231574"/>
                  </a:lnTo>
                  <a:lnTo>
                    <a:pt x="378838" y="226783"/>
                  </a:lnTo>
                  <a:lnTo>
                    <a:pt x="385177" y="222217"/>
                  </a:lnTo>
                  <a:lnTo>
                    <a:pt x="390853" y="217943"/>
                  </a:lnTo>
                  <a:lnTo>
                    <a:pt x="395773" y="214027"/>
                  </a:lnTo>
                  <a:lnTo>
                    <a:pt x="398238" y="214788"/>
                  </a:lnTo>
                  <a:lnTo>
                    <a:pt x="400584" y="215233"/>
                  </a:lnTo>
                  <a:lnTo>
                    <a:pt x="402797" y="215392"/>
                  </a:lnTo>
                  <a:lnTo>
                    <a:pt x="404864" y="215294"/>
                  </a:lnTo>
                  <a:lnTo>
                    <a:pt x="406772" y="214967"/>
                  </a:lnTo>
                  <a:lnTo>
                    <a:pt x="408508" y="214441"/>
                  </a:lnTo>
                  <a:lnTo>
                    <a:pt x="410058" y="213745"/>
                  </a:lnTo>
                  <a:lnTo>
                    <a:pt x="411409" y="212909"/>
                  </a:lnTo>
                  <a:lnTo>
                    <a:pt x="412548" y="211962"/>
                  </a:lnTo>
                  <a:lnTo>
                    <a:pt x="413461" y="210932"/>
                  </a:lnTo>
                  <a:lnTo>
                    <a:pt x="360838" y="171576"/>
                  </a:lnTo>
                  <a:lnTo>
                    <a:pt x="358144" y="177288"/>
                  </a:lnTo>
                  <a:lnTo>
                    <a:pt x="354885" y="183734"/>
                  </a:lnTo>
                  <a:lnTo>
                    <a:pt x="351132" y="190802"/>
                  </a:lnTo>
                  <a:lnTo>
                    <a:pt x="346957" y="198377"/>
                  </a:lnTo>
                  <a:lnTo>
                    <a:pt x="342432" y="206344"/>
                  </a:lnTo>
                  <a:lnTo>
                    <a:pt x="337628" y="214590"/>
                  </a:lnTo>
                  <a:lnTo>
                    <a:pt x="332617" y="223000"/>
                  </a:lnTo>
                  <a:lnTo>
                    <a:pt x="327471" y="231461"/>
                  </a:lnTo>
                  <a:lnTo>
                    <a:pt x="322262" y="239858"/>
                  </a:lnTo>
                  <a:lnTo>
                    <a:pt x="317060" y="248077"/>
                  </a:lnTo>
                  <a:lnTo>
                    <a:pt x="313319" y="240025"/>
                  </a:lnTo>
                  <a:lnTo>
                    <a:pt x="309787" y="231793"/>
                  </a:lnTo>
                  <a:lnTo>
                    <a:pt x="306462" y="223386"/>
                  </a:lnTo>
                  <a:lnTo>
                    <a:pt x="303341" y="214809"/>
                  </a:lnTo>
                  <a:lnTo>
                    <a:pt x="300422" y="206067"/>
                  </a:lnTo>
                  <a:lnTo>
                    <a:pt x="297702" y="197167"/>
                  </a:lnTo>
                  <a:lnTo>
                    <a:pt x="295179" y="188112"/>
                  </a:lnTo>
                  <a:lnTo>
                    <a:pt x="292849" y="178909"/>
                  </a:lnTo>
                  <a:lnTo>
                    <a:pt x="290710" y="169563"/>
                  </a:lnTo>
                  <a:lnTo>
                    <a:pt x="288759" y="160078"/>
                  </a:lnTo>
                  <a:lnTo>
                    <a:pt x="299889" y="158939"/>
                  </a:lnTo>
                  <a:lnTo>
                    <a:pt x="310937" y="157651"/>
                  </a:lnTo>
                  <a:lnTo>
                    <a:pt x="321820" y="156226"/>
                  </a:lnTo>
                  <a:lnTo>
                    <a:pt x="332456" y="154673"/>
                  </a:lnTo>
                  <a:lnTo>
                    <a:pt x="342763" y="153003"/>
                  </a:lnTo>
                  <a:lnTo>
                    <a:pt x="352659" y="151227"/>
                  </a:lnTo>
                  <a:lnTo>
                    <a:pt x="362062" y="149356"/>
                  </a:lnTo>
                  <a:lnTo>
                    <a:pt x="370889" y="147399"/>
                  </a:lnTo>
                  <a:lnTo>
                    <a:pt x="379058" y="145369"/>
                  </a:lnTo>
                  <a:lnTo>
                    <a:pt x="386486" y="143275"/>
                  </a:lnTo>
                  <a:lnTo>
                    <a:pt x="388423" y="143978"/>
                  </a:lnTo>
                  <a:lnTo>
                    <a:pt x="390250" y="144499"/>
                  </a:lnTo>
                  <a:lnTo>
                    <a:pt x="391966" y="144839"/>
                  </a:lnTo>
                  <a:lnTo>
                    <a:pt x="393569" y="145001"/>
                  </a:lnTo>
                  <a:lnTo>
                    <a:pt x="395054" y="144988"/>
                  </a:lnTo>
                  <a:lnTo>
                    <a:pt x="396420" y="144803"/>
                  </a:lnTo>
                  <a:lnTo>
                    <a:pt x="397664" y="144448"/>
                  </a:lnTo>
                  <a:lnTo>
                    <a:pt x="398783" y="143925"/>
                  </a:lnTo>
                  <a:lnTo>
                    <a:pt x="399775" y="143239"/>
                  </a:lnTo>
                  <a:lnTo>
                    <a:pt x="400637" y="142390"/>
                  </a:lnTo>
                  <a:close/>
                  <a:moveTo>
                    <a:pt x="150349" y="53065"/>
                  </a:moveTo>
                  <a:lnTo>
                    <a:pt x="124259" y="89326"/>
                  </a:lnTo>
                  <a:lnTo>
                    <a:pt x="1327" y="89326"/>
                  </a:lnTo>
                  <a:lnTo>
                    <a:pt x="4864" y="102150"/>
                  </a:lnTo>
                  <a:lnTo>
                    <a:pt x="43336" y="102150"/>
                  </a:lnTo>
                  <a:lnTo>
                    <a:pt x="44176" y="133849"/>
                  </a:lnTo>
                  <a:lnTo>
                    <a:pt x="44220" y="165933"/>
                  </a:lnTo>
                  <a:lnTo>
                    <a:pt x="43336" y="198203"/>
                  </a:lnTo>
                  <a:lnTo>
                    <a:pt x="41390" y="230459"/>
                  </a:lnTo>
                  <a:lnTo>
                    <a:pt x="38251" y="262504"/>
                  </a:lnTo>
                  <a:lnTo>
                    <a:pt x="33784" y="294137"/>
                  </a:lnTo>
                  <a:lnTo>
                    <a:pt x="27859" y="325160"/>
                  </a:lnTo>
                  <a:lnTo>
                    <a:pt x="20341" y="355373"/>
                  </a:lnTo>
                  <a:lnTo>
                    <a:pt x="11099" y="384579"/>
                  </a:lnTo>
                  <a:lnTo>
                    <a:pt x="0" y="412577"/>
                  </a:lnTo>
                  <a:lnTo>
                    <a:pt x="4864" y="416114"/>
                  </a:lnTo>
                  <a:lnTo>
                    <a:pt x="20459" y="396538"/>
                  </a:lnTo>
                  <a:lnTo>
                    <a:pt x="34156" y="375824"/>
                  </a:lnTo>
                  <a:lnTo>
                    <a:pt x="46076" y="354081"/>
                  </a:lnTo>
                  <a:lnTo>
                    <a:pt x="56337" y="331416"/>
                  </a:lnTo>
                  <a:lnTo>
                    <a:pt x="65059" y="307940"/>
                  </a:lnTo>
                  <a:lnTo>
                    <a:pt x="72362" y="283761"/>
                  </a:lnTo>
                  <a:lnTo>
                    <a:pt x="78365" y="258987"/>
                  </a:lnTo>
                  <a:lnTo>
                    <a:pt x="83187" y="233728"/>
                  </a:lnTo>
                  <a:lnTo>
                    <a:pt x="86948" y="208092"/>
                  </a:lnTo>
                  <a:lnTo>
                    <a:pt x="89767" y="182188"/>
                  </a:lnTo>
                  <a:lnTo>
                    <a:pt x="123817" y="182188"/>
                  </a:lnTo>
                  <a:lnTo>
                    <a:pt x="122686" y="214422"/>
                  </a:lnTo>
                  <a:lnTo>
                    <a:pt x="121397" y="243025"/>
                  </a:lnTo>
                  <a:lnTo>
                    <a:pt x="119929" y="268137"/>
                  </a:lnTo>
                  <a:lnTo>
                    <a:pt x="118256" y="289895"/>
                  </a:lnTo>
                  <a:lnTo>
                    <a:pt x="116355" y="308438"/>
                  </a:lnTo>
                  <a:lnTo>
                    <a:pt x="114202" y="323902"/>
                  </a:lnTo>
                  <a:lnTo>
                    <a:pt x="111773" y="336427"/>
                  </a:lnTo>
                  <a:lnTo>
                    <a:pt x="109044" y="346151"/>
                  </a:lnTo>
                  <a:lnTo>
                    <a:pt x="105991" y="353210"/>
                  </a:lnTo>
                  <a:lnTo>
                    <a:pt x="102591" y="357743"/>
                  </a:lnTo>
                  <a:lnTo>
                    <a:pt x="101419" y="358619"/>
                  </a:lnTo>
                  <a:lnTo>
                    <a:pt x="100271" y="359392"/>
                  </a:lnTo>
                  <a:lnTo>
                    <a:pt x="99117" y="360064"/>
                  </a:lnTo>
                  <a:lnTo>
                    <a:pt x="97929" y="360637"/>
                  </a:lnTo>
                  <a:lnTo>
                    <a:pt x="96677" y="361115"/>
                  </a:lnTo>
                  <a:lnTo>
                    <a:pt x="95332" y="361500"/>
                  </a:lnTo>
                  <a:lnTo>
                    <a:pt x="93865" y="361795"/>
                  </a:lnTo>
                  <a:lnTo>
                    <a:pt x="92247" y="362003"/>
                  </a:lnTo>
                  <a:lnTo>
                    <a:pt x="90449" y="362125"/>
                  </a:lnTo>
                  <a:lnTo>
                    <a:pt x="88441" y="362165"/>
                  </a:lnTo>
                  <a:lnTo>
                    <a:pt x="85885" y="362140"/>
                  </a:lnTo>
                  <a:lnTo>
                    <a:pt x="82798" y="362066"/>
                  </a:lnTo>
                  <a:lnTo>
                    <a:pt x="79287" y="361951"/>
                  </a:lnTo>
                  <a:lnTo>
                    <a:pt x="75458" y="361798"/>
                  </a:lnTo>
                  <a:lnTo>
                    <a:pt x="71416" y="361613"/>
                  </a:lnTo>
                  <a:lnTo>
                    <a:pt x="67268" y="361401"/>
                  </a:lnTo>
                  <a:lnTo>
                    <a:pt x="63120" y="361169"/>
                  </a:lnTo>
                  <a:lnTo>
                    <a:pt x="59079" y="360920"/>
                  </a:lnTo>
                  <a:lnTo>
                    <a:pt x="55249" y="360661"/>
                  </a:lnTo>
                  <a:lnTo>
                    <a:pt x="51738" y="360397"/>
                  </a:lnTo>
                  <a:lnTo>
                    <a:pt x="51738" y="366587"/>
                  </a:lnTo>
                  <a:lnTo>
                    <a:pt x="55598" y="367570"/>
                  </a:lnTo>
                  <a:lnTo>
                    <a:pt x="59220" y="368661"/>
                  </a:lnTo>
                  <a:lnTo>
                    <a:pt x="62603" y="369863"/>
                  </a:lnTo>
                  <a:lnTo>
                    <a:pt x="65747" y="371179"/>
                  </a:lnTo>
                  <a:lnTo>
                    <a:pt x="68652" y="372612"/>
                  </a:lnTo>
                  <a:lnTo>
                    <a:pt x="71319" y="374165"/>
                  </a:lnTo>
                  <a:lnTo>
                    <a:pt x="73746" y="375840"/>
                  </a:lnTo>
                  <a:lnTo>
                    <a:pt x="75935" y="377639"/>
                  </a:lnTo>
                  <a:lnTo>
                    <a:pt x="77885" y="379566"/>
                  </a:lnTo>
                  <a:lnTo>
                    <a:pt x="79597" y="381622"/>
                  </a:lnTo>
                  <a:lnTo>
                    <a:pt x="81060" y="383756"/>
                  </a:lnTo>
                  <a:lnTo>
                    <a:pt x="82278" y="386172"/>
                  </a:lnTo>
                  <a:lnTo>
                    <a:pt x="83274" y="388858"/>
                  </a:lnTo>
                  <a:lnTo>
                    <a:pt x="84068" y="391804"/>
                  </a:lnTo>
                  <a:lnTo>
                    <a:pt x="84682" y="394999"/>
                  </a:lnTo>
                  <a:lnTo>
                    <a:pt x="85137" y="398433"/>
                  </a:lnTo>
                  <a:lnTo>
                    <a:pt x="85453" y="402096"/>
                  </a:lnTo>
                  <a:lnTo>
                    <a:pt x="85653" y="405975"/>
                  </a:lnTo>
                  <a:lnTo>
                    <a:pt x="85758" y="410062"/>
                  </a:lnTo>
                  <a:lnTo>
                    <a:pt x="85788" y="414345"/>
                  </a:lnTo>
                  <a:lnTo>
                    <a:pt x="91809" y="414185"/>
                  </a:lnTo>
                  <a:lnTo>
                    <a:pt x="97660" y="413695"/>
                  </a:lnTo>
                  <a:lnTo>
                    <a:pt x="103331" y="412865"/>
                  </a:lnTo>
                  <a:lnTo>
                    <a:pt x="108811" y="411685"/>
                  </a:lnTo>
                  <a:lnTo>
                    <a:pt x="114089" y="410145"/>
                  </a:lnTo>
                  <a:lnTo>
                    <a:pt x="119155" y="408232"/>
                  </a:lnTo>
                  <a:lnTo>
                    <a:pt x="123998" y="405938"/>
                  </a:lnTo>
                  <a:lnTo>
                    <a:pt x="128607" y="403251"/>
                  </a:lnTo>
                  <a:lnTo>
                    <a:pt x="132973" y="400161"/>
                  </a:lnTo>
                  <a:lnTo>
                    <a:pt x="137083" y="396657"/>
                  </a:lnTo>
                  <a:lnTo>
                    <a:pt x="143290" y="389776"/>
                  </a:lnTo>
                  <a:lnTo>
                    <a:pt x="148687" y="380823"/>
                  </a:lnTo>
                  <a:lnTo>
                    <a:pt x="153341" y="369423"/>
                  </a:lnTo>
                  <a:lnTo>
                    <a:pt x="157319" y="355203"/>
                  </a:lnTo>
                  <a:lnTo>
                    <a:pt x="160686" y="337789"/>
                  </a:lnTo>
                  <a:lnTo>
                    <a:pt x="163509" y="316806"/>
                  </a:lnTo>
                  <a:lnTo>
                    <a:pt x="165855" y="291880"/>
                  </a:lnTo>
                  <a:lnTo>
                    <a:pt x="167790" y="262638"/>
                  </a:lnTo>
                  <a:lnTo>
                    <a:pt x="169380" y="228704"/>
                  </a:lnTo>
                  <a:lnTo>
                    <a:pt x="170691" y="189706"/>
                  </a:lnTo>
                  <a:lnTo>
                    <a:pt x="173372" y="189268"/>
                  </a:lnTo>
                  <a:lnTo>
                    <a:pt x="175849" y="188751"/>
                  </a:lnTo>
                  <a:lnTo>
                    <a:pt x="178129" y="188154"/>
                  </a:lnTo>
                  <a:lnTo>
                    <a:pt x="180221" y="187477"/>
                  </a:lnTo>
                  <a:lnTo>
                    <a:pt x="182133" y="186721"/>
                  </a:lnTo>
                  <a:lnTo>
                    <a:pt x="183872" y="185885"/>
                  </a:lnTo>
                  <a:lnTo>
                    <a:pt x="185447" y="184970"/>
                  </a:lnTo>
                  <a:lnTo>
                    <a:pt x="186865" y="183975"/>
                  </a:lnTo>
                  <a:lnTo>
                    <a:pt x="188134" y="182900"/>
                  </a:lnTo>
                  <a:lnTo>
                    <a:pt x="189263" y="181746"/>
                  </a:lnTo>
                  <a:lnTo>
                    <a:pt x="144601" y="144159"/>
                  </a:lnTo>
                  <a:lnTo>
                    <a:pt x="119395" y="169365"/>
                  </a:lnTo>
                  <a:lnTo>
                    <a:pt x="91094" y="169365"/>
                  </a:lnTo>
                  <a:lnTo>
                    <a:pt x="91599" y="162599"/>
                  </a:lnTo>
                  <a:lnTo>
                    <a:pt x="92053" y="155837"/>
                  </a:lnTo>
                  <a:lnTo>
                    <a:pt x="92459" y="149079"/>
                  </a:lnTo>
                  <a:lnTo>
                    <a:pt x="92820" y="142330"/>
                  </a:lnTo>
                  <a:lnTo>
                    <a:pt x="93139" y="135591"/>
                  </a:lnTo>
                  <a:lnTo>
                    <a:pt x="93418" y="128866"/>
                  </a:lnTo>
                  <a:lnTo>
                    <a:pt x="93660" y="122156"/>
                  </a:lnTo>
                  <a:lnTo>
                    <a:pt x="93868" y="115465"/>
                  </a:lnTo>
                  <a:lnTo>
                    <a:pt x="94043" y="108795"/>
                  </a:lnTo>
                  <a:lnTo>
                    <a:pt x="94190" y="102150"/>
                  </a:lnTo>
                  <a:lnTo>
                    <a:pt x="184399" y="102150"/>
                  </a:lnTo>
                  <a:lnTo>
                    <a:pt x="186214" y="102083"/>
                  </a:lnTo>
                  <a:lnTo>
                    <a:pt x="187937" y="101881"/>
                  </a:lnTo>
                  <a:lnTo>
                    <a:pt x="189553" y="101541"/>
                  </a:lnTo>
                  <a:lnTo>
                    <a:pt x="191050" y="101060"/>
                  </a:lnTo>
                  <a:lnTo>
                    <a:pt x="192414" y="100436"/>
                  </a:lnTo>
                  <a:lnTo>
                    <a:pt x="193632" y="99666"/>
                  </a:lnTo>
                  <a:lnTo>
                    <a:pt x="194691" y="98748"/>
                  </a:lnTo>
                  <a:lnTo>
                    <a:pt x="195578" y="97678"/>
                  </a:lnTo>
                  <a:lnTo>
                    <a:pt x="196279" y="96454"/>
                  </a:lnTo>
                  <a:lnTo>
                    <a:pt x="196781" y="95074"/>
                  </a:lnTo>
                  <a:lnTo>
                    <a:pt x="191290" y="89815"/>
                  </a:lnTo>
                  <a:lnTo>
                    <a:pt x="185329" y="84253"/>
                  </a:lnTo>
                  <a:lnTo>
                    <a:pt x="179146" y="78590"/>
                  </a:lnTo>
                  <a:lnTo>
                    <a:pt x="172987" y="73028"/>
                  </a:lnTo>
                  <a:lnTo>
                    <a:pt x="167098" y="67768"/>
                  </a:lnTo>
                  <a:lnTo>
                    <a:pt x="161726" y="63013"/>
                  </a:lnTo>
                  <a:lnTo>
                    <a:pt x="157119" y="58963"/>
                  </a:lnTo>
                  <a:lnTo>
                    <a:pt x="153523" y="55821"/>
                  </a:lnTo>
                  <a:lnTo>
                    <a:pt x="151184" y="53787"/>
                  </a:lnTo>
                  <a:lnTo>
                    <a:pt x="150349" y="53065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3696617" y="2594543"/>
              <a:ext cx="423189" cy="413902"/>
            </a:xfrm>
            <a:custGeom>
              <a:avLst/>
              <a:gdLst/>
              <a:ahLst/>
              <a:cxnLst/>
              <a:rect l="l" t="t" r="r" b="b"/>
              <a:pathLst>
                <a:path w="423189" h="413902">
                  <a:moveTo>
                    <a:pt x="108340" y="0"/>
                  </a:moveTo>
                  <a:lnTo>
                    <a:pt x="102129" y="11289"/>
                  </a:lnTo>
                  <a:lnTo>
                    <a:pt x="94741" y="23507"/>
                  </a:lnTo>
                  <a:lnTo>
                    <a:pt x="86323" y="36415"/>
                  </a:lnTo>
                  <a:lnTo>
                    <a:pt x="77025" y="49774"/>
                  </a:lnTo>
                  <a:lnTo>
                    <a:pt x="66994" y="63345"/>
                  </a:lnTo>
                  <a:lnTo>
                    <a:pt x="56379" y="76890"/>
                  </a:lnTo>
                  <a:lnTo>
                    <a:pt x="45329" y="90169"/>
                  </a:lnTo>
                  <a:lnTo>
                    <a:pt x="33993" y="102945"/>
                  </a:lnTo>
                  <a:lnTo>
                    <a:pt x="22519" y="114977"/>
                  </a:lnTo>
                  <a:lnTo>
                    <a:pt x="11055" y="126028"/>
                  </a:lnTo>
                  <a:lnTo>
                    <a:pt x="15035" y="130892"/>
                  </a:lnTo>
                  <a:lnTo>
                    <a:pt x="30763" y="123495"/>
                  </a:lnTo>
                  <a:lnTo>
                    <a:pt x="46300" y="115443"/>
                  </a:lnTo>
                  <a:lnTo>
                    <a:pt x="61535" y="106850"/>
                  </a:lnTo>
                  <a:lnTo>
                    <a:pt x="76356" y="97829"/>
                  </a:lnTo>
                  <a:lnTo>
                    <a:pt x="90652" y="88496"/>
                  </a:lnTo>
                  <a:lnTo>
                    <a:pt x="104310" y="78963"/>
                  </a:lnTo>
                  <a:lnTo>
                    <a:pt x="117221" y="69346"/>
                  </a:lnTo>
                  <a:lnTo>
                    <a:pt x="129272" y="59757"/>
                  </a:lnTo>
                  <a:lnTo>
                    <a:pt x="140352" y="50312"/>
                  </a:lnTo>
                  <a:lnTo>
                    <a:pt x="150349" y="41125"/>
                  </a:lnTo>
                  <a:lnTo>
                    <a:pt x="153232" y="41645"/>
                  </a:lnTo>
                  <a:lnTo>
                    <a:pt x="155793" y="41892"/>
                  </a:lnTo>
                  <a:lnTo>
                    <a:pt x="158058" y="41885"/>
                  </a:lnTo>
                  <a:lnTo>
                    <a:pt x="160049" y="41641"/>
                  </a:lnTo>
                  <a:lnTo>
                    <a:pt x="161791" y="41180"/>
                  </a:lnTo>
                  <a:lnTo>
                    <a:pt x="163307" y="40520"/>
                  </a:lnTo>
                  <a:lnTo>
                    <a:pt x="164622" y="39679"/>
                  </a:lnTo>
                  <a:lnTo>
                    <a:pt x="165759" y="38677"/>
                  </a:lnTo>
                  <a:lnTo>
                    <a:pt x="166742" y="37531"/>
                  </a:lnTo>
                  <a:lnTo>
                    <a:pt x="167595" y="36260"/>
                  </a:lnTo>
                  <a:close/>
                  <a:moveTo>
                    <a:pt x="187052" y="43336"/>
                  </a:moveTo>
                  <a:lnTo>
                    <a:pt x="190590" y="56160"/>
                  </a:lnTo>
                  <a:lnTo>
                    <a:pt x="395772" y="56160"/>
                  </a:lnTo>
                  <a:lnTo>
                    <a:pt x="397468" y="56093"/>
                  </a:lnTo>
                  <a:lnTo>
                    <a:pt x="399094" y="55891"/>
                  </a:lnTo>
                  <a:lnTo>
                    <a:pt x="400636" y="55551"/>
                  </a:lnTo>
                  <a:lnTo>
                    <a:pt x="402076" y="55070"/>
                  </a:lnTo>
                  <a:lnTo>
                    <a:pt x="403400" y="54446"/>
                  </a:lnTo>
                  <a:lnTo>
                    <a:pt x="404591" y="53676"/>
                  </a:lnTo>
                  <a:lnTo>
                    <a:pt x="405634" y="52758"/>
                  </a:lnTo>
                  <a:lnTo>
                    <a:pt x="406512" y="51688"/>
                  </a:lnTo>
                  <a:lnTo>
                    <a:pt x="407210" y="50464"/>
                  </a:lnTo>
                  <a:lnTo>
                    <a:pt x="407712" y="49084"/>
                  </a:lnTo>
                  <a:lnTo>
                    <a:pt x="401944" y="43862"/>
                  </a:lnTo>
                  <a:lnTo>
                    <a:pt x="395691" y="38401"/>
                  </a:lnTo>
                  <a:lnTo>
                    <a:pt x="389209" y="32886"/>
                  </a:lnTo>
                  <a:lnTo>
                    <a:pt x="382757" y="27505"/>
                  </a:lnTo>
                  <a:lnTo>
                    <a:pt x="376592" y="22442"/>
                  </a:lnTo>
                  <a:lnTo>
                    <a:pt x="370970" y="17882"/>
                  </a:lnTo>
                  <a:lnTo>
                    <a:pt x="366149" y="14013"/>
                  </a:lnTo>
                  <a:lnTo>
                    <a:pt x="362388" y="11019"/>
                  </a:lnTo>
                  <a:lnTo>
                    <a:pt x="359942" y="9087"/>
                  </a:lnTo>
                  <a:lnTo>
                    <a:pt x="359069" y="8402"/>
                  </a:lnTo>
                  <a:lnTo>
                    <a:pt x="332537" y="43336"/>
                  </a:lnTo>
                  <a:close/>
                  <a:moveTo>
                    <a:pt x="113204" y="89325"/>
                  </a:moveTo>
                  <a:lnTo>
                    <a:pt x="106118" y="104118"/>
                  </a:lnTo>
                  <a:lnTo>
                    <a:pt x="97695" y="120166"/>
                  </a:lnTo>
                  <a:lnTo>
                    <a:pt x="88083" y="137159"/>
                  </a:lnTo>
                  <a:lnTo>
                    <a:pt x="77431" y="154785"/>
                  </a:lnTo>
                  <a:lnTo>
                    <a:pt x="65888" y="172736"/>
                  </a:lnTo>
                  <a:lnTo>
                    <a:pt x="53602" y="190699"/>
                  </a:lnTo>
                  <a:lnTo>
                    <a:pt x="40721" y="208366"/>
                  </a:lnTo>
                  <a:lnTo>
                    <a:pt x="27395" y="225425"/>
                  </a:lnTo>
                  <a:lnTo>
                    <a:pt x="13772" y="241565"/>
                  </a:lnTo>
                  <a:lnTo>
                    <a:pt x="0" y="256478"/>
                  </a:lnTo>
                  <a:lnTo>
                    <a:pt x="4422" y="260900"/>
                  </a:lnTo>
                  <a:lnTo>
                    <a:pt x="11426" y="256842"/>
                  </a:lnTo>
                  <a:lnTo>
                    <a:pt x="18374" y="252636"/>
                  </a:lnTo>
                  <a:lnTo>
                    <a:pt x="25264" y="248292"/>
                  </a:lnTo>
                  <a:lnTo>
                    <a:pt x="32093" y="243820"/>
                  </a:lnTo>
                  <a:lnTo>
                    <a:pt x="38858" y="239232"/>
                  </a:lnTo>
                  <a:lnTo>
                    <a:pt x="45557" y="234538"/>
                  </a:lnTo>
                  <a:lnTo>
                    <a:pt x="52187" y="229748"/>
                  </a:lnTo>
                  <a:lnTo>
                    <a:pt x="58746" y="224873"/>
                  </a:lnTo>
                  <a:lnTo>
                    <a:pt x="65230" y="219924"/>
                  </a:lnTo>
                  <a:lnTo>
                    <a:pt x="71637" y="214911"/>
                  </a:lnTo>
                  <a:lnTo>
                    <a:pt x="71637" y="413902"/>
                  </a:lnTo>
                  <a:lnTo>
                    <a:pt x="81365" y="413902"/>
                  </a:lnTo>
                  <a:lnTo>
                    <a:pt x="87365" y="413626"/>
                  </a:lnTo>
                  <a:lnTo>
                    <a:pt x="93337" y="412859"/>
                  </a:lnTo>
                  <a:lnTo>
                    <a:pt x="99143" y="411694"/>
                  </a:lnTo>
                  <a:lnTo>
                    <a:pt x="104650" y="410223"/>
                  </a:lnTo>
                  <a:lnTo>
                    <a:pt x="109722" y="408541"/>
                  </a:lnTo>
                  <a:lnTo>
                    <a:pt x="114223" y="406739"/>
                  </a:lnTo>
                  <a:lnTo>
                    <a:pt x="118018" y="404910"/>
                  </a:lnTo>
                  <a:lnTo>
                    <a:pt x="120973" y="403148"/>
                  </a:lnTo>
                  <a:lnTo>
                    <a:pt x="122951" y="401545"/>
                  </a:lnTo>
                  <a:lnTo>
                    <a:pt x="123817" y="400194"/>
                  </a:lnTo>
                  <a:lnTo>
                    <a:pt x="123817" y="188379"/>
                  </a:lnTo>
                  <a:lnTo>
                    <a:pt x="126087" y="187928"/>
                  </a:lnTo>
                  <a:lnTo>
                    <a:pt x="128129" y="187377"/>
                  </a:lnTo>
                  <a:lnTo>
                    <a:pt x="129954" y="186731"/>
                  </a:lnTo>
                  <a:lnTo>
                    <a:pt x="131571" y="185994"/>
                  </a:lnTo>
                  <a:lnTo>
                    <a:pt x="132993" y="185173"/>
                  </a:lnTo>
                  <a:lnTo>
                    <a:pt x="134228" y="184271"/>
                  </a:lnTo>
                  <a:lnTo>
                    <a:pt x="135288" y="183296"/>
                  </a:lnTo>
                  <a:lnTo>
                    <a:pt x="136184" y="182251"/>
                  </a:lnTo>
                  <a:lnTo>
                    <a:pt x="136926" y="181143"/>
                  </a:lnTo>
                  <a:lnTo>
                    <a:pt x="137525" y="179977"/>
                  </a:lnTo>
                  <a:lnTo>
                    <a:pt x="118953" y="173344"/>
                  </a:lnTo>
                  <a:lnTo>
                    <a:pt x="123422" y="168847"/>
                  </a:lnTo>
                  <a:lnTo>
                    <a:pt x="127804" y="164383"/>
                  </a:lnTo>
                  <a:lnTo>
                    <a:pt x="132090" y="159955"/>
                  </a:lnTo>
                  <a:lnTo>
                    <a:pt x="136273" y="155571"/>
                  </a:lnTo>
                  <a:lnTo>
                    <a:pt x="140344" y="151233"/>
                  </a:lnTo>
                  <a:lnTo>
                    <a:pt x="144296" y="146949"/>
                  </a:lnTo>
                  <a:lnTo>
                    <a:pt x="148121" y="142724"/>
                  </a:lnTo>
                  <a:lnTo>
                    <a:pt x="151810" y="138562"/>
                  </a:lnTo>
                  <a:lnTo>
                    <a:pt x="155356" y="134469"/>
                  </a:lnTo>
                  <a:lnTo>
                    <a:pt x="158751" y="130450"/>
                  </a:lnTo>
                  <a:lnTo>
                    <a:pt x="161753" y="130850"/>
                  </a:lnTo>
                  <a:lnTo>
                    <a:pt x="164408" y="131002"/>
                  </a:lnTo>
                  <a:lnTo>
                    <a:pt x="166738" y="130919"/>
                  </a:lnTo>
                  <a:lnTo>
                    <a:pt x="168769" y="130620"/>
                  </a:lnTo>
                  <a:lnTo>
                    <a:pt x="170525" y="130118"/>
                  </a:lnTo>
                  <a:lnTo>
                    <a:pt x="172028" y="129431"/>
                  </a:lnTo>
                  <a:lnTo>
                    <a:pt x="173302" y="128574"/>
                  </a:lnTo>
                  <a:lnTo>
                    <a:pt x="174373" y="127563"/>
                  </a:lnTo>
                  <a:lnTo>
                    <a:pt x="175263" y="126414"/>
                  </a:lnTo>
                  <a:lnTo>
                    <a:pt x="175997" y="125143"/>
                  </a:lnTo>
                  <a:close/>
                  <a:moveTo>
                    <a:pt x="162289" y="145485"/>
                  </a:moveTo>
                  <a:lnTo>
                    <a:pt x="165826" y="157866"/>
                  </a:lnTo>
                  <a:lnTo>
                    <a:pt x="293623" y="157866"/>
                  </a:lnTo>
                  <a:lnTo>
                    <a:pt x="293623" y="344476"/>
                  </a:lnTo>
                  <a:lnTo>
                    <a:pt x="293528" y="346229"/>
                  </a:lnTo>
                  <a:lnTo>
                    <a:pt x="293237" y="347774"/>
                  </a:lnTo>
                  <a:lnTo>
                    <a:pt x="292740" y="349117"/>
                  </a:lnTo>
                  <a:lnTo>
                    <a:pt x="292024" y="350264"/>
                  </a:lnTo>
                  <a:lnTo>
                    <a:pt x="291080" y="351220"/>
                  </a:lnTo>
                  <a:lnTo>
                    <a:pt x="289898" y="351990"/>
                  </a:lnTo>
                  <a:lnTo>
                    <a:pt x="288466" y="352580"/>
                  </a:lnTo>
                  <a:lnTo>
                    <a:pt x="286774" y="352995"/>
                  </a:lnTo>
                  <a:lnTo>
                    <a:pt x="284812" y="353240"/>
                  </a:lnTo>
                  <a:lnTo>
                    <a:pt x="282568" y="353321"/>
                  </a:lnTo>
                  <a:lnTo>
                    <a:pt x="277248" y="353209"/>
                  </a:lnTo>
                  <a:lnTo>
                    <a:pt x="269458" y="352907"/>
                  </a:lnTo>
                  <a:lnTo>
                    <a:pt x="259911" y="352461"/>
                  </a:lnTo>
                  <a:lnTo>
                    <a:pt x="249321" y="351920"/>
                  </a:lnTo>
                  <a:lnTo>
                    <a:pt x="238403" y="351331"/>
                  </a:lnTo>
                  <a:lnTo>
                    <a:pt x="227869" y="350742"/>
                  </a:lnTo>
                  <a:lnTo>
                    <a:pt x="218434" y="350200"/>
                  </a:lnTo>
                  <a:lnTo>
                    <a:pt x="210811" y="349755"/>
                  </a:lnTo>
                  <a:lnTo>
                    <a:pt x="205713" y="349452"/>
                  </a:lnTo>
                  <a:lnTo>
                    <a:pt x="203856" y="349341"/>
                  </a:lnTo>
                  <a:lnTo>
                    <a:pt x="203856" y="355089"/>
                  </a:lnTo>
                  <a:lnTo>
                    <a:pt x="212373" y="356469"/>
                  </a:lnTo>
                  <a:lnTo>
                    <a:pt x="219941" y="357951"/>
                  </a:lnTo>
                  <a:lnTo>
                    <a:pt x="226644" y="359535"/>
                  </a:lnTo>
                  <a:lnTo>
                    <a:pt x="232567" y="361217"/>
                  </a:lnTo>
                  <a:lnTo>
                    <a:pt x="237795" y="362994"/>
                  </a:lnTo>
                  <a:lnTo>
                    <a:pt x="242412" y="364864"/>
                  </a:lnTo>
                  <a:lnTo>
                    <a:pt x="246504" y="366824"/>
                  </a:lnTo>
                  <a:lnTo>
                    <a:pt x="250156" y="368872"/>
                  </a:lnTo>
                  <a:lnTo>
                    <a:pt x="253452" y="371005"/>
                  </a:lnTo>
                  <a:lnTo>
                    <a:pt x="256478" y="373220"/>
                  </a:lnTo>
                  <a:lnTo>
                    <a:pt x="258987" y="375645"/>
                  </a:lnTo>
                  <a:lnTo>
                    <a:pt x="261218" y="378399"/>
                  </a:lnTo>
                  <a:lnTo>
                    <a:pt x="263184" y="381466"/>
                  </a:lnTo>
                  <a:lnTo>
                    <a:pt x="264898" y="384830"/>
                  </a:lnTo>
                  <a:lnTo>
                    <a:pt x="266372" y="388476"/>
                  </a:lnTo>
                  <a:lnTo>
                    <a:pt x="267621" y="392387"/>
                  </a:lnTo>
                  <a:lnTo>
                    <a:pt x="268658" y="396547"/>
                  </a:lnTo>
                  <a:lnTo>
                    <a:pt x="269496" y="400941"/>
                  </a:lnTo>
                  <a:lnTo>
                    <a:pt x="270149" y="405552"/>
                  </a:lnTo>
                  <a:lnTo>
                    <a:pt x="270628" y="410365"/>
                  </a:lnTo>
                  <a:lnTo>
                    <a:pt x="288769" y="408450"/>
                  </a:lnTo>
                  <a:lnTo>
                    <a:pt x="303840" y="405394"/>
                  </a:lnTo>
                  <a:lnTo>
                    <a:pt x="316114" y="401251"/>
                  </a:lnTo>
                  <a:lnTo>
                    <a:pt x="325865" y="396073"/>
                  </a:lnTo>
                  <a:lnTo>
                    <a:pt x="333366" y="389913"/>
                  </a:lnTo>
                  <a:lnTo>
                    <a:pt x="338891" y="382824"/>
                  </a:lnTo>
                  <a:lnTo>
                    <a:pt x="342712" y="374860"/>
                  </a:lnTo>
                  <a:lnTo>
                    <a:pt x="345103" y="366074"/>
                  </a:lnTo>
                  <a:lnTo>
                    <a:pt x="346337" y="356518"/>
                  </a:lnTo>
                  <a:lnTo>
                    <a:pt x="346688" y="346245"/>
                  </a:lnTo>
                  <a:lnTo>
                    <a:pt x="346688" y="157866"/>
                  </a:lnTo>
                  <a:lnTo>
                    <a:pt x="410807" y="157866"/>
                  </a:lnTo>
                  <a:lnTo>
                    <a:pt x="412622" y="157800"/>
                  </a:lnTo>
                  <a:lnTo>
                    <a:pt x="414345" y="157598"/>
                  </a:lnTo>
                  <a:lnTo>
                    <a:pt x="415961" y="157258"/>
                  </a:lnTo>
                  <a:lnTo>
                    <a:pt x="417458" y="156777"/>
                  </a:lnTo>
                  <a:lnTo>
                    <a:pt x="418822" y="156153"/>
                  </a:lnTo>
                  <a:lnTo>
                    <a:pt x="420040" y="155383"/>
                  </a:lnTo>
                  <a:lnTo>
                    <a:pt x="421099" y="154465"/>
                  </a:lnTo>
                  <a:lnTo>
                    <a:pt x="421986" y="153395"/>
                  </a:lnTo>
                  <a:lnTo>
                    <a:pt x="422687" y="152171"/>
                  </a:lnTo>
                  <a:lnTo>
                    <a:pt x="423189" y="150791"/>
                  </a:lnTo>
                  <a:lnTo>
                    <a:pt x="417277" y="145437"/>
                  </a:lnTo>
                  <a:lnTo>
                    <a:pt x="410860" y="139846"/>
                  </a:lnTo>
                  <a:lnTo>
                    <a:pt x="404205" y="134207"/>
                  </a:lnTo>
                  <a:lnTo>
                    <a:pt x="397576" y="128709"/>
                  </a:lnTo>
                  <a:lnTo>
                    <a:pt x="391240" y="123540"/>
                  </a:lnTo>
                  <a:lnTo>
                    <a:pt x="385460" y="118889"/>
                  </a:lnTo>
                  <a:lnTo>
                    <a:pt x="380503" y="114943"/>
                  </a:lnTo>
                  <a:lnTo>
                    <a:pt x="376634" y="111891"/>
                  </a:lnTo>
                  <a:lnTo>
                    <a:pt x="374117" y="109922"/>
                  </a:lnTo>
                  <a:lnTo>
                    <a:pt x="373220" y="109224"/>
                  </a:lnTo>
                  <a:lnTo>
                    <a:pt x="345361" y="145485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328024" y="3144045"/>
              <a:ext cx="93633" cy="126157"/>
            </a:xfrm>
            <a:custGeom>
              <a:avLst/>
              <a:gdLst/>
              <a:ahLst/>
              <a:cxnLst/>
              <a:rect l="l" t="t" r="r" b="b"/>
              <a:pathLst>
                <a:path w="93633" h="126157">
                  <a:moveTo>
                    <a:pt x="0" y="126157"/>
                  </a:moveTo>
                  <a:lnTo>
                    <a:pt x="19857" y="126157"/>
                  </a:lnTo>
                  <a:lnTo>
                    <a:pt x="19857" y="68813"/>
                  </a:lnTo>
                  <a:lnTo>
                    <a:pt x="73777" y="68813"/>
                  </a:lnTo>
                  <a:lnTo>
                    <a:pt x="73777" y="126157"/>
                  </a:lnTo>
                  <a:lnTo>
                    <a:pt x="93633" y="126157"/>
                  </a:lnTo>
                  <a:lnTo>
                    <a:pt x="93633" y="0"/>
                  </a:lnTo>
                  <a:lnTo>
                    <a:pt x="73777" y="0"/>
                  </a:lnTo>
                  <a:lnTo>
                    <a:pt x="73777" y="51524"/>
                  </a:lnTo>
                  <a:lnTo>
                    <a:pt x="19857" y="51524"/>
                  </a:lnTo>
                  <a:lnTo>
                    <a:pt x="198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472497" y="3144045"/>
              <a:ext cx="106471" cy="126157"/>
            </a:xfrm>
            <a:custGeom>
              <a:avLst/>
              <a:gdLst/>
              <a:ahLst/>
              <a:cxnLst/>
              <a:rect l="l" t="t" r="r" b="b"/>
              <a:pathLst>
                <a:path w="106471" h="126157">
                  <a:moveTo>
                    <a:pt x="0" y="126157"/>
                  </a:moveTo>
                  <a:lnTo>
                    <a:pt x="20370" y="126157"/>
                  </a:lnTo>
                  <a:lnTo>
                    <a:pt x="30982" y="90381"/>
                  </a:lnTo>
                  <a:lnTo>
                    <a:pt x="74803" y="90381"/>
                  </a:lnTo>
                  <a:lnTo>
                    <a:pt x="85416" y="126157"/>
                  </a:lnTo>
                  <a:lnTo>
                    <a:pt x="106471" y="126157"/>
                  </a:lnTo>
                  <a:lnTo>
                    <a:pt x="64704" y="0"/>
                  </a:lnTo>
                  <a:lnTo>
                    <a:pt x="41767" y="0"/>
                  </a:lnTo>
                  <a:close/>
                  <a:moveTo>
                    <a:pt x="35775" y="74633"/>
                  </a:moveTo>
                  <a:lnTo>
                    <a:pt x="40739" y="57686"/>
                  </a:lnTo>
                  <a:lnTo>
                    <a:pt x="41967" y="53573"/>
                  </a:lnTo>
                  <a:lnTo>
                    <a:pt x="43184" y="49447"/>
                  </a:lnTo>
                  <a:lnTo>
                    <a:pt x="44391" y="45306"/>
                  </a:lnTo>
                  <a:lnTo>
                    <a:pt x="45587" y="41149"/>
                  </a:lnTo>
                  <a:lnTo>
                    <a:pt x="46773" y="36974"/>
                  </a:lnTo>
                  <a:lnTo>
                    <a:pt x="47949" y="32778"/>
                  </a:lnTo>
                  <a:lnTo>
                    <a:pt x="49115" y="28560"/>
                  </a:lnTo>
                  <a:lnTo>
                    <a:pt x="50271" y="24317"/>
                  </a:lnTo>
                  <a:lnTo>
                    <a:pt x="51416" y="20047"/>
                  </a:lnTo>
                  <a:lnTo>
                    <a:pt x="52551" y="15748"/>
                  </a:lnTo>
                  <a:lnTo>
                    <a:pt x="53235" y="15748"/>
                  </a:lnTo>
                  <a:lnTo>
                    <a:pt x="54412" y="20005"/>
                  </a:lnTo>
                  <a:lnTo>
                    <a:pt x="55581" y="24251"/>
                  </a:lnTo>
                  <a:lnTo>
                    <a:pt x="56746" y="28484"/>
                  </a:lnTo>
                  <a:lnTo>
                    <a:pt x="57910" y="32704"/>
                  </a:lnTo>
                  <a:lnTo>
                    <a:pt x="59077" y="36910"/>
                  </a:lnTo>
                  <a:lnTo>
                    <a:pt x="60248" y="41100"/>
                  </a:lnTo>
                  <a:lnTo>
                    <a:pt x="61428" y="45274"/>
                  </a:lnTo>
                  <a:lnTo>
                    <a:pt x="62618" y="49430"/>
                  </a:lnTo>
                  <a:lnTo>
                    <a:pt x="63824" y="53568"/>
                  </a:lnTo>
                  <a:lnTo>
                    <a:pt x="65046" y="57686"/>
                  </a:lnTo>
                  <a:lnTo>
                    <a:pt x="70010" y="74633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2629807" y="3144045"/>
              <a:ext cx="19856" cy="126157"/>
            </a:xfrm>
            <a:custGeom>
              <a:avLst/>
              <a:gdLst/>
              <a:ahLst/>
              <a:cxnLst/>
              <a:rect l="l" t="t" r="r" b="b"/>
              <a:pathLst>
                <a:path w="19856" h="126157">
                  <a:moveTo>
                    <a:pt x="0" y="126157"/>
                  </a:moveTo>
                  <a:lnTo>
                    <a:pt x="19856" y="126157"/>
                  </a:lnTo>
                  <a:lnTo>
                    <a:pt x="19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2716936" y="3144045"/>
              <a:ext cx="73263" cy="126157"/>
            </a:xfrm>
            <a:custGeom>
              <a:avLst/>
              <a:gdLst/>
              <a:ahLst/>
              <a:cxnLst/>
              <a:rect l="l" t="t" r="r" b="b"/>
              <a:pathLst>
                <a:path w="73263" h="126157">
                  <a:moveTo>
                    <a:pt x="0" y="126157"/>
                  </a:moveTo>
                  <a:lnTo>
                    <a:pt x="73263" y="126157"/>
                  </a:lnTo>
                  <a:lnTo>
                    <a:pt x="73263" y="109210"/>
                  </a:lnTo>
                  <a:lnTo>
                    <a:pt x="19856" y="109210"/>
                  </a:lnTo>
                  <a:lnTo>
                    <a:pt x="198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830083" y="3144045"/>
              <a:ext cx="106471" cy="126157"/>
            </a:xfrm>
            <a:custGeom>
              <a:avLst/>
              <a:gdLst/>
              <a:ahLst/>
              <a:cxnLst/>
              <a:rect l="l" t="t" r="r" b="b"/>
              <a:pathLst>
                <a:path w="106471" h="126157">
                  <a:moveTo>
                    <a:pt x="0" y="126157"/>
                  </a:moveTo>
                  <a:lnTo>
                    <a:pt x="20370" y="126157"/>
                  </a:lnTo>
                  <a:lnTo>
                    <a:pt x="30982" y="90381"/>
                  </a:lnTo>
                  <a:lnTo>
                    <a:pt x="74803" y="90381"/>
                  </a:lnTo>
                  <a:lnTo>
                    <a:pt x="85416" y="126157"/>
                  </a:lnTo>
                  <a:lnTo>
                    <a:pt x="106471" y="126157"/>
                  </a:lnTo>
                  <a:lnTo>
                    <a:pt x="64704" y="0"/>
                  </a:lnTo>
                  <a:lnTo>
                    <a:pt x="41766" y="0"/>
                  </a:lnTo>
                  <a:close/>
                  <a:moveTo>
                    <a:pt x="35775" y="74633"/>
                  </a:moveTo>
                  <a:lnTo>
                    <a:pt x="40739" y="57686"/>
                  </a:lnTo>
                  <a:lnTo>
                    <a:pt x="41967" y="53573"/>
                  </a:lnTo>
                  <a:lnTo>
                    <a:pt x="43184" y="49447"/>
                  </a:lnTo>
                  <a:lnTo>
                    <a:pt x="44391" y="45306"/>
                  </a:lnTo>
                  <a:lnTo>
                    <a:pt x="45587" y="41149"/>
                  </a:lnTo>
                  <a:lnTo>
                    <a:pt x="46773" y="36974"/>
                  </a:lnTo>
                  <a:lnTo>
                    <a:pt x="47949" y="32778"/>
                  </a:lnTo>
                  <a:lnTo>
                    <a:pt x="49115" y="28560"/>
                  </a:lnTo>
                  <a:lnTo>
                    <a:pt x="50271" y="24317"/>
                  </a:lnTo>
                  <a:lnTo>
                    <a:pt x="51416" y="20047"/>
                  </a:lnTo>
                  <a:lnTo>
                    <a:pt x="52551" y="15748"/>
                  </a:lnTo>
                  <a:lnTo>
                    <a:pt x="53235" y="15748"/>
                  </a:lnTo>
                  <a:lnTo>
                    <a:pt x="54412" y="20005"/>
                  </a:lnTo>
                  <a:lnTo>
                    <a:pt x="55581" y="24251"/>
                  </a:lnTo>
                  <a:lnTo>
                    <a:pt x="56746" y="28484"/>
                  </a:lnTo>
                  <a:lnTo>
                    <a:pt x="57910" y="32704"/>
                  </a:lnTo>
                  <a:lnTo>
                    <a:pt x="59077" y="36910"/>
                  </a:lnTo>
                  <a:lnTo>
                    <a:pt x="60248" y="41100"/>
                  </a:lnTo>
                  <a:lnTo>
                    <a:pt x="61428" y="45274"/>
                  </a:lnTo>
                  <a:lnTo>
                    <a:pt x="62618" y="49430"/>
                  </a:lnTo>
                  <a:lnTo>
                    <a:pt x="63824" y="53568"/>
                  </a:lnTo>
                  <a:lnTo>
                    <a:pt x="65046" y="57686"/>
                  </a:lnTo>
                  <a:lnTo>
                    <a:pt x="70010" y="74633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2987393" y="3144045"/>
              <a:ext cx="92435" cy="126157"/>
            </a:xfrm>
            <a:custGeom>
              <a:avLst/>
              <a:gdLst/>
              <a:ahLst/>
              <a:cxnLst/>
              <a:rect l="l" t="t" r="r" b="b"/>
              <a:pathLst>
                <a:path w="92435" h="126157">
                  <a:moveTo>
                    <a:pt x="0" y="126157"/>
                  </a:moveTo>
                  <a:lnTo>
                    <a:pt x="18829" y="126157"/>
                  </a:lnTo>
                  <a:lnTo>
                    <a:pt x="18829" y="66930"/>
                  </a:lnTo>
                  <a:lnTo>
                    <a:pt x="18785" y="62752"/>
                  </a:lnTo>
                  <a:lnTo>
                    <a:pt x="18662" y="58546"/>
                  </a:lnTo>
                  <a:lnTo>
                    <a:pt x="18474" y="54326"/>
                  </a:lnTo>
                  <a:lnTo>
                    <a:pt x="18232" y="50105"/>
                  </a:lnTo>
                  <a:lnTo>
                    <a:pt x="17952" y="45897"/>
                  </a:lnTo>
                  <a:lnTo>
                    <a:pt x="17646" y="41714"/>
                  </a:lnTo>
                  <a:lnTo>
                    <a:pt x="17328" y="37570"/>
                  </a:lnTo>
                  <a:lnTo>
                    <a:pt x="17011" y="33478"/>
                  </a:lnTo>
                  <a:lnTo>
                    <a:pt x="16708" y="29452"/>
                  </a:lnTo>
                  <a:lnTo>
                    <a:pt x="16433" y="25505"/>
                  </a:lnTo>
                  <a:lnTo>
                    <a:pt x="17118" y="25505"/>
                  </a:lnTo>
                  <a:lnTo>
                    <a:pt x="30298" y="51866"/>
                  </a:lnTo>
                  <a:lnTo>
                    <a:pt x="72065" y="126157"/>
                  </a:lnTo>
                  <a:lnTo>
                    <a:pt x="92435" y="126157"/>
                  </a:lnTo>
                  <a:lnTo>
                    <a:pt x="92435" y="0"/>
                  </a:lnTo>
                  <a:lnTo>
                    <a:pt x="73434" y="0"/>
                  </a:lnTo>
                  <a:lnTo>
                    <a:pt x="73434" y="58885"/>
                  </a:lnTo>
                  <a:lnTo>
                    <a:pt x="73483" y="63035"/>
                  </a:lnTo>
                  <a:lnTo>
                    <a:pt x="73621" y="67254"/>
                  </a:lnTo>
                  <a:lnTo>
                    <a:pt x="73832" y="71519"/>
                  </a:lnTo>
                  <a:lnTo>
                    <a:pt x="74103" y="75805"/>
                  </a:lnTo>
                  <a:lnTo>
                    <a:pt x="74419" y="80089"/>
                  </a:lnTo>
                  <a:lnTo>
                    <a:pt x="74766" y="84347"/>
                  </a:lnTo>
                  <a:lnTo>
                    <a:pt x="75129" y="88556"/>
                  </a:lnTo>
                  <a:lnTo>
                    <a:pt x="75494" y="92692"/>
                  </a:lnTo>
                  <a:lnTo>
                    <a:pt x="75847" y="96732"/>
                  </a:lnTo>
                  <a:lnTo>
                    <a:pt x="76173" y="100651"/>
                  </a:lnTo>
                  <a:lnTo>
                    <a:pt x="75317" y="100651"/>
                  </a:lnTo>
                  <a:lnTo>
                    <a:pt x="62137" y="74119"/>
                  </a:lnTo>
                  <a:lnTo>
                    <a:pt x="203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3208723" y="3144045"/>
              <a:ext cx="93976" cy="126157"/>
            </a:xfrm>
            <a:custGeom>
              <a:avLst/>
              <a:gdLst/>
              <a:ahLst/>
              <a:cxnLst/>
              <a:rect l="l" t="t" r="r" b="b"/>
              <a:pathLst>
                <a:path w="93976" h="126157">
                  <a:moveTo>
                    <a:pt x="36803" y="126157"/>
                  </a:moveTo>
                  <a:lnTo>
                    <a:pt x="57002" y="126157"/>
                  </a:lnTo>
                  <a:lnTo>
                    <a:pt x="57002" y="16775"/>
                  </a:lnTo>
                  <a:lnTo>
                    <a:pt x="93976" y="16775"/>
                  </a:lnTo>
                  <a:lnTo>
                    <a:pt x="93976" y="0"/>
                  </a:lnTo>
                  <a:lnTo>
                    <a:pt x="0" y="0"/>
                  </a:lnTo>
                  <a:lnTo>
                    <a:pt x="0" y="16775"/>
                  </a:lnTo>
                  <a:lnTo>
                    <a:pt x="36803" y="1677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3358844" y="3144045"/>
              <a:ext cx="91237" cy="126157"/>
            </a:xfrm>
            <a:custGeom>
              <a:avLst/>
              <a:gdLst/>
              <a:ahLst/>
              <a:cxnLst/>
              <a:rect l="l" t="t" r="r" b="b"/>
              <a:pathLst>
                <a:path w="91237" h="126157">
                  <a:moveTo>
                    <a:pt x="19857" y="59398"/>
                  </a:moveTo>
                  <a:lnTo>
                    <a:pt x="19857" y="16091"/>
                  </a:lnTo>
                  <a:lnTo>
                    <a:pt x="38857" y="16091"/>
                  </a:lnTo>
                  <a:lnTo>
                    <a:pt x="44057" y="16254"/>
                  </a:lnTo>
                  <a:lnTo>
                    <a:pt x="48762" y="16764"/>
                  </a:lnTo>
                  <a:lnTo>
                    <a:pt x="52960" y="17648"/>
                  </a:lnTo>
                  <a:lnTo>
                    <a:pt x="56638" y="18934"/>
                  </a:lnTo>
                  <a:lnTo>
                    <a:pt x="59783" y="20648"/>
                  </a:lnTo>
                  <a:lnTo>
                    <a:pt x="62385" y="22820"/>
                  </a:lnTo>
                  <a:lnTo>
                    <a:pt x="64430" y="25476"/>
                  </a:lnTo>
                  <a:lnTo>
                    <a:pt x="65906" y="28645"/>
                  </a:lnTo>
                  <a:lnTo>
                    <a:pt x="66800" y="32355"/>
                  </a:lnTo>
                  <a:lnTo>
                    <a:pt x="67101" y="36632"/>
                  </a:lnTo>
                  <a:lnTo>
                    <a:pt x="66800" y="40971"/>
                  </a:lnTo>
                  <a:lnTo>
                    <a:pt x="65906" y="44850"/>
                  </a:lnTo>
                  <a:lnTo>
                    <a:pt x="64430" y="48268"/>
                  </a:lnTo>
                  <a:lnTo>
                    <a:pt x="62385" y="51227"/>
                  </a:lnTo>
                  <a:lnTo>
                    <a:pt x="59783" y="53728"/>
                  </a:lnTo>
                  <a:lnTo>
                    <a:pt x="56638" y="55772"/>
                  </a:lnTo>
                  <a:lnTo>
                    <a:pt x="52960" y="57360"/>
                  </a:lnTo>
                  <a:lnTo>
                    <a:pt x="48762" y="58493"/>
                  </a:lnTo>
                  <a:lnTo>
                    <a:pt x="44057" y="59172"/>
                  </a:lnTo>
                  <a:lnTo>
                    <a:pt x="38857" y="59398"/>
                  </a:lnTo>
                  <a:close/>
                  <a:moveTo>
                    <a:pt x="68813" y="126157"/>
                  </a:moveTo>
                  <a:lnTo>
                    <a:pt x="91237" y="126157"/>
                  </a:lnTo>
                  <a:lnTo>
                    <a:pt x="60425" y="72750"/>
                  </a:lnTo>
                  <a:lnTo>
                    <a:pt x="65032" y="71059"/>
                  </a:lnTo>
                  <a:lnTo>
                    <a:pt x="69280" y="68961"/>
                  </a:lnTo>
                  <a:lnTo>
                    <a:pt x="73140" y="66447"/>
                  </a:lnTo>
                  <a:lnTo>
                    <a:pt x="76582" y="63512"/>
                  </a:lnTo>
                  <a:lnTo>
                    <a:pt x="79576" y="60147"/>
                  </a:lnTo>
                  <a:lnTo>
                    <a:pt x="82092" y="56346"/>
                  </a:lnTo>
                  <a:lnTo>
                    <a:pt x="84101" y="52101"/>
                  </a:lnTo>
                  <a:lnTo>
                    <a:pt x="85573" y="47405"/>
                  </a:lnTo>
                  <a:lnTo>
                    <a:pt x="86478" y="42251"/>
                  </a:lnTo>
                  <a:lnTo>
                    <a:pt x="86786" y="36632"/>
                  </a:lnTo>
                  <a:lnTo>
                    <a:pt x="86214" y="28951"/>
                  </a:lnTo>
                  <a:lnTo>
                    <a:pt x="84549" y="22305"/>
                  </a:lnTo>
                  <a:lnTo>
                    <a:pt x="81869" y="16641"/>
                  </a:lnTo>
                  <a:lnTo>
                    <a:pt x="78252" y="11906"/>
                  </a:lnTo>
                  <a:lnTo>
                    <a:pt x="73777" y="8045"/>
                  </a:lnTo>
                  <a:lnTo>
                    <a:pt x="68521" y="5007"/>
                  </a:lnTo>
                  <a:lnTo>
                    <a:pt x="62563" y="2736"/>
                  </a:lnTo>
                  <a:lnTo>
                    <a:pt x="55980" y="1181"/>
                  </a:lnTo>
                  <a:lnTo>
                    <a:pt x="48851" y="286"/>
                  </a:lnTo>
                  <a:lnTo>
                    <a:pt x="41254" y="0"/>
                  </a:lnTo>
                  <a:lnTo>
                    <a:pt x="0" y="0"/>
                  </a:lnTo>
                  <a:lnTo>
                    <a:pt x="0" y="126157"/>
                  </a:lnTo>
                  <a:lnTo>
                    <a:pt x="19857" y="126157"/>
                  </a:lnTo>
                  <a:lnTo>
                    <a:pt x="19857" y="75317"/>
                  </a:lnTo>
                  <a:lnTo>
                    <a:pt x="40398" y="75317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3488767" y="3144045"/>
              <a:ext cx="106471" cy="126157"/>
            </a:xfrm>
            <a:custGeom>
              <a:avLst/>
              <a:gdLst/>
              <a:ahLst/>
              <a:cxnLst/>
              <a:rect l="l" t="t" r="r" b="b"/>
              <a:pathLst>
                <a:path w="106471" h="126157">
                  <a:moveTo>
                    <a:pt x="0" y="126157"/>
                  </a:moveTo>
                  <a:lnTo>
                    <a:pt x="20370" y="126157"/>
                  </a:lnTo>
                  <a:lnTo>
                    <a:pt x="30982" y="90381"/>
                  </a:lnTo>
                  <a:lnTo>
                    <a:pt x="74803" y="90381"/>
                  </a:lnTo>
                  <a:lnTo>
                    <a:pt x="85416" y="126157"/>
                  </a:lnTo>
                  <a:lnTo>
                    <a:pt x="106471" y="126157"/>
                  </a:lnTo>
                  <a:lnTo>
                    <a:pt x="64704" y="0"/>
                  </a:lnTo>
                  <a:lnTo>
                    <a:pt x="41767" y="0"/>
                  </a:lnTo>
                  <a:close/>
                  <a:moveTo>
                    <a:pt x="35775" y="74633"/>
                  </a:moveTo>
                  <a:lnTo>
                    <a:pt x="40739" y="57686"/>
                  </a:lnTo>
                  <a:lnTo>
                    <a:pt x="41967" y="53573"/>
                  </a:lnTo>
                  <a:lnTo>
                    <a:pt x="43184" y="49447"/>
                  </a:lnTo>
                  <a:lnTo>
                    <a:pt x="44391" y="45306"/>
                  </a:lnTo>
                  <a:lnTo>
                    <a:pt x="45587" y="41149"/>
                  </a:lnTo>
                  <a:lnTo>
                    <a:pt x="46773" y="36974"/>
                  </a:lnTo>
                  <a:lnTo>
                    <a:pt x="47949" y="32778"/>
                  </a:lnTo>
                  <a:lnTo>
                    <a:pt x="49115" y="28560"/>
                  </a:lnTo>
                  <a:lnTo>
                    <a:pt x="50271" y="24317"/>
                  </a:lnTo>
                  <a:lnTo>
                    <a:pt x="51416" y="20047"/>
                  </a:lnTo>
                  <a:lnTo>
                    <a:pt x="52551" y="15748"/>
                  </a:lnTo>
                  <a:lnTo>
                    <a:pt x="53235" y="15748"/>
                  </a:lnTo>
                  <a:lnTo>
                    <a:pt x="54412" y="20005"/>
                  </a:lnTo>
                  <a:lnTo>
                    <a:pt x="55581" y="24251"/>
                  </a:lnTo>
                  <a:lnTo>
                    <a:pt x="56746" y="28484"/>
                  </a:lnTo>
                  <a:lnTo>
                    <a:pt x="57910" y="32704"/>
                  </a:lnTo>
                  <a:lnTo>
                    <a:pt x="59077" y="36910"/>
                  </a:lnTo>
                  <a:lnTo>
                    <a:pt x="60248" y="41100"/>
                  </a:lnTo>
                  <a:lnTo>
                    <a:pt x="61428" y="45274"/>
                  </a:lnTo>
                  <a:lnTo>
                    <a:pt x="62618" y="49430"/>
                  </a:lnTo>
                  <a:lnTo>
                    <a:pt x="63824" y="53568"/>
                  </a:lnTo>
                  <a:lnTo>
                    <a:pt x="65046" y="57686"/>
                  </a:lnTo>
                  <a:lnTo>
                    <a:pt x="70011" y="74633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3629131" y="3144045"/>
              <a:ext cx="102534" cy="126157"/>
            </a:xfrm>
            <a:custGeom>
              <a:avLst/>
              <a:gdLst/>
              <a:ahLst/>
              <a:cxnLst/>
              <a:rect l="l" t="t" r="r" b="b"/>
              <a:pathLst>
                <a:path w="102534" h="126157">
                  <a:moveTo>
                    <a:pt x="39541" y="126157"/>
                  </a:moveTo>
                  <a:lnTo>
                    <a:pt x="62992" y="126157"/>
                  </a:lnTo>
                  <a:lnTo>
                    <a:pt x="102534" y="0"/>
                  </a:lnTo>
                  <a:lnTo>
                    <a:pt x="82164" y="0"/>
                  </a:lnTo>
                  <a:lnTo>
                    <a:pt x="63677" y="65389"/>
                  </a:lnTo>
                  <a:lnTo>
                    <a:pt x="62431" y="69646"/>
                  </a:lnTo>
                  <a:lnTo>
                    <a:pt x="61250" y="73804"/>
                  </a:lnTo>
                  <a:lnTo>
                    <a:pt x="60117" y="77891"/>
                  </a:lnTo>
                  <a:lnTo>
                    <a:pt x="59013" y="81932"/>
                  </a:lnTo>
                  <a:lnTo>
                    <a:pt x="57921" y="85952"/>
                  </a:lnTo>
                  <a:lnTo>
                    <a:pt x="56825" y="89977"/>
                  </a:lnTo>
                  <a:lnTo>
                    <a:pt x="55705" y="94033"/>
                  </a:lnTo>
                  <a:lnTo>
                    <a:pt x="54546" y="98145"/>
                  </a:lnTo>
                  <a:lnTo>
                    <a:pt x="53329" y="102340"/>
                  </a:lnTo>
                  <a:lnTo>
                    <a:pt x="52037" y="106643"/>
                  </a:lnTo>
                  <a:lnTo>
                    <a:pt x="51181" y="106643"/>
                  </a:lnTo>
                  <a:lnTo>
                    <a:pt x="49936" y="102340"/>
                  </a:lnTo>
                  <a:lnTo>
                    <a:pt x="48756" y="98145"/>
                  </a:lnTo>
                  <a:lnTo>
                    <a:pt x="47626" y="94033"/>
                  </a:lnTo>
                  <a:lnTo>
                    <a:pt x="46528" y="89977"/>
                  </a:lnTo>
                  <a:lnTo>
                    <a:pt x="45447" y="85952"/>
                  </a:lnTo>
                  <a:lnTo>
                    <a:pt x="44366" y="81932"/>
                  </a:lnTo>
                  <a:lnTo>
                    <a:pt x="43268" y="77891"/>
                  </a:lnTo>
                  <a:lnTo>
                    <a:pt x="42138" y="73804"/>
                  </a:lnTo>
                  <a:lnTo>
                    <a:pt x="40958" y="69646"/>
                  </a:lnTo>
                  <a:lnTo>
                    <a:pt x="39712" y="65389"/>
                  </a:lnTo>
                  <a:lnTo>
                    <a:pt x="210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81991" y="3144045"/>
              <a:ext cx="76344" cy="126157"/>
            </a:xfrm>
            <a:custGeom>
              <a:avLst/>
              <a:gdLst/>
              <a:ahLst/>
              <a:cxnLst/>
              <a:rect l="l" t="t" r="r" b="b"/>
              <a:pathLst>
                <a:path w="76344" h="126157">
                  <a:moveTo>
                    <a:pt x="0" y="126157"/>
                  </a:moveTo>
                  <a:lnTo>
                    <a:pt x="76344" y="126157"/>
                  </a:lnTo>
                  <a:lnTo>
                    <a:pt x="76344" y="109210"/>
                  </a:lnTo>
                  <a:lnTo>
                    <a:pt x="19856" y="109210"/>
                  </a:lnTo>
                  <a:lnTo>
                    <a:pt x="19856" y="68642"/>
                  </a:lnTo>
                  <a:lnTo>
                    <a:pt x="66073" y="68642"/>
                  </a:lnTo>
                  <a:lnTo>
                    <a:pt x="66073" y="51866"/>
                  </a:lnTo>
                  <a:lnTo>
                    <a:pt x="19856" y="51866"/>
                  </a:lnTo>
                  <a:lnTo>
                    <a:pt x="19856" y="16775"/>
                  </a:lnTo>
                  <a:lnTo>
                    <a:pt x="74461" y="16775"/>
                  </a:lnTo>
                  <a:lnTo>
                    <a:pt x="744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918931" y="3144045"/>
              <a:ext cx="73263" cy="126157"/>
            </a:xfrm>
            <a:custGeom>
              <a:avLst/>
              <a:gdLst/>
              <a:ahLst/>
              <a:cxnLst/>
              <a:rect l="l" t="t" r="r" b="b"/>
              <a:pathLst>
                <a:path w="73263" h="126157">
                  <a:moveTo>
                    <a:pt x="0" y="126157"/>
                  </a:moveTo>
                  <a:lnTo>
                    <a:pt x="73263" y="126157"/>
                  </a:lnTo>
                  <a:lnTo>
                    <a:pt x="73263" y="109210"/>
                  </a:lnTo>
                  <a:lnTo>
                    <a:pt x="19857" y="109210"/>
                  </a:lnTo>
                  <a:lnTo>
                    <a:pt x="198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3" name="Connector 22"/>
          <p:cNvCxnSpPr/>
          <p:nvPr/>
        </p:nvCxnSpPr>
        <p:spPr>
          <a:xfrm>
            <a:off x="975665" y="2249424"/>
            <a:ext cx="539496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975665" y="3675888"/>
            <a:ext cx="539496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75665" y="416052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组合标志：印记在左，字标在右，英文行与字标左对齐。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四周至少留出印记边长一半的空白；最小宽度 30 毫米，印记单独使用最小 8 毫米。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6425" y="2103120"/>
            <a:ext cx="4159606" cy="1737360"/>
          </a:xfrm>
          <a:prstGeom prst="rect">
            <a:avLst/>
          </a:pr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7" name="海岚旅行标志"/>
          <p:cNvGrpSpPr/>
          <p:nvPr/>
        </p:nvGrpSpPr>
        <p:grpSpPr>
          <a:xfrm>
            <a:off x="7467905" y="2651760"/>
            <a:ext cx="566928" cy="566928"/>
            <a:chOff x="7467905" y="2651760"/>
            <a:chExt cx="566928" cy="566928"/>
          </a:xfrm>
        </p:grpSpPr>
        <p:sp>
          <p:nvSpPr>
            <p:cNvPr id="28" name="Rectangle 27"/>
            <p:cNvSpPr/>
            <p:nvPr/>
          </p:nvSpPr>
          <p:spPr>
            <a:xfrm>
              <a:off x="7467905" y="2651760"/>
              <a:ext cx="566928" cy="56692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7571766" y="2752254"/>
              <a:ext cx="357939" cy="352470"/>
            </a:xfrm>
            <a:custGeom>
              <a:avLst/>
              <a:gdLst/>
              <a:ahLst/>
              <a:cxnLst/>
              <a:rect l="l" t="t" r="r" b="b"/>
              <a:pathLst>
                <a:path w="357939" h="352470">
                  <a:moveTo>
                    <a:pt x="214775" y="4490"/>
                  </a:moveTo>
                  <a:lnTo>
                    <a:pt x="157527" y="0"/>
                  </a:lnTo>
                  <a:lnTo>
                    <a:pt x="157527" y="86059"/>
                  </a:lnTo>
                  <a:lnTo>
                    <a:pt x="89053" y="86059"/>
                  </a:lnTo>
                  <a:lnTo>
                    <a:pt x="89053" y="32178"/>
                  </a:lnTo>
                  <a:lnTo>
                    <a:pt x="91875" y="31663"/>
                  </a:lnTo>
                  <a:lnTo>
                    <a:pt x="94300" y="31014"/>
                  </a:lnTo>
                  <a:lnTo>
                    <a:pt x="96357" y="30235"/>
                  </a:lnTo>
                  <a:lnTo>
                    <a:pt x="98075" y="29329"/>
                  </a:lnTo>
                  <a:lnTo>
                    <a:pt x="99483" y="28296"/>
                  </a:lnTo>
                  <a:lnTo>
                    <a:pt x="100610" y="27141"/>
                  </a:lnTo>
                  <a:lnTo>
                    <a:pt x="101486" y="25864"/>
                  </a:lnTo>
                  <a:lnTo>
                    <a:pt x="102140" y="24468"/>
                  </a:lnTo>
                  <a:lnTo>
                    <a:pt x="102601" y="22955"/>
                  </a:lnTo>
                  <a:lnTo>
                    <a:pt x="102897" y="21327"/>
                  </a:lnTo>
                  <a:lnTo>
                    <a:pt x="46023" y="15715"/>
                  </a:lnTo>
                  <a:lnTo>
                    <a:pt x="46023" y="81569"/>
                  </a:lnTo>
                  <a:lnTo>
                    <a:pt x="44566" y="82510"/>
                  </a:lnTo>
                  <a:lnTo>
                    <a:pt x="43120" y="83524"/>
                  </a:lnTo>
                  <a:lnTo>
                    <a:pt x="41696" y="84597"/>
                  </a:lnTo>
                  <a:lnTo>
                    <a:pt x="40306" y="85712"/>
                  </a:lnTo>
                  <a:lnTo>
                    <a:pt x="38961" y="86854"/>
                  </a:lnTo>
                  <a:lnTo>
                    <a:pt x="37672" y="88008"/>
                  </a:lnTo>
                  <a:lnTo>
                    <a:pt x="36450" y="89157"/>
                  </a:lnTo>
                  <a:lnTo>
                    <a:pt x="35307" y="90286"/>
                  </a:lnTo>
                  <a:lnTo>
                    <a:pt x="34254" y="91379"/>
                  </a:lnTo>
                  <a:lnTo>
                    <a:pt x="33301" y="92420"/>
                  </a:lnTo>
                  <a:lnTo>
                    <a:pt x="78202" y="115245"/>
                  </a:lnTo>
                  <a:lnTo>
                    <a:pt x="91298" y="96910"/>
                  </a:lnTo>
                  <a:lnTo>
                    <a:pt x="267159" y="96910"/>
                  </a:lnTo>
                  <a:lnTo>
                    <a:pt x="267159" y="107761"/>
                  </a:lnTo>
                  <a:lnTo>
                    <a:pt x="249573" y="126844"/>
                  </a:lnTo>
                  <a:lnTo>
                    <a:pt x="101027" y="126844"/>
                  </a:lnTo>
                  <a:lnTo>
                    <a:pt x="52010" y="109258"/>
                  </a:lnTo>
                  <a:lnTo>
                    <a:pt x="52010" y="209536"/>
                  </a:lnTo>
                  <a:lnTo>
                    <a:pt x="51796" y="224850"/>
                  </a:lnTo>
                  <a:lnTo>
                    <a:pt x="51019" y="239997"/>
                  </a:lnTo>
                  <a:lnTo>
                    <a:pt x="49474" y="254924"/>
                  </a:lnTo>
                  <a:lnTo>
                    <a:pt x="46957" y="269577"/>
                  </a:lnTo>
                  <a:lnTo>
                    <a:pt x="43264" y="283903"/>
                  </a:lnTo>
                  <a:lnTo>
                    <a:pt x="38190" y="297847"/>
                  </a:lnTo>
                  <a:lnTo>
                    <a:pt x="31530" y="311355"/>
                  </a:lnTo>
                  <a:lnTo>
                    <a:pt x="23082" y="324374"/>
                  </a:lnTo>
                  <a:lnTo>
                    <a:pt x="12640" y="336850"/>
                  </a:lnTo>
                  <a:lnTo>
                    <a:pt x="0" y="348728"/>
                  </a:lnTo>
                  <a:lnTo>
                    <a:pt x="2993" y="352470"/>
                  </a:lnTo>
                  <a:lnTo>
                    <a:pt x="25836" y="341285"/>
                  </a:lnTo>
                  <a:lnTo>
                    <a:pt x="44568" y="328945"/>
                  </a:lnTo>
                  <a:lnTo>
                    <a:pt x="59592" y="315622"/>
                  </a:lnTo>
                  <a:lnTo>
                    <a:pt x="71308" y="301487"/>
                  </a:lnTo>
                  <a:lnTo>
                    <a:pt x="80120" y="286709"/>
                  </a:lnTo>
                  <a:lnTo>
                    <a:pt x="86428" y="271460"/>
                  </a:lnTo>
                  <a:lnTo>
                    <a:pt x="90635" y="255910"/>
                  </a:lnTo>
                  <a:lnTo>
                    <a:pt x="93142" y="240230"/>
                  </a:lnTo>
                  <a:lnTo>
                    <a:pt x="94352" y="224591"/>
                  </a:lnTo>
                  <a:lnTo>
                    <a:pt x="94666" y="209162"/>
                  </a:lnTo>
                  <a:lnTo>
                    <a:pt x="94666" y="137695"/>
                  </a:lnTo>
                  <a:lnTo>
                    <a:pt x="253689" y="137695"/>
                  </a:lnTo>
                  <a:lnTo>
                    <a:pt x="254047" y="163416"/>
                  </a:lnTo>
                  <a:lnTo>
                    <a:pt x="255024" y="188738"/>
                  </a:lnTo>
                  <a:lnTo>
                    <a:pt x="256814" y="213351"/>
                  </a:lnTo>
                  <a:lnTo>
                    <a:pt x="259610" y="236944"/>
                  </a:lnTo>
                  <a:lnTo>
                    <a:pt x="263605" y="259208"/>
                  </a:lnTo>
                  <a:lnTo>
                    <a:pt x="268991" y="279833"/>
                  </a:lnTo>
                  <a:lnTo>
                    <a:pt x="275963" y="298509"/>
                  </a:lnTo>
                  <a:lnTo>
                    <a:pt x="284712" y="314927"/>
                  </a:lnTo>
                  <a:lnTo>
                    <a:pt x="295433" y="328777"/>
                  </a:lnTo>
                  <a:lnTo>
                    <a:pt x="308318" y="339748"/>
                  </a:lnTo>
                  <a:lnTo>
                    <a:pt x="313042" y="342954"/>
                  </a:lnTo>
                  <a:lnTo>
                    <a:pt x="317960" y="345774"/>
                  </a:lnTo>
                  <a:lnTo>
                    <a:pt x="322994" y="348113"/>
                  </a:lnTo>
                  <a:lnTo>
                    <a:pt x="328068" y="349878"/>
                  </a:lnTo>
                  <a:lnTo>
                    <a:pt x="333107" y="350973"/>
                  </a:lnTo>
                  <a:lnTo>
                    <a:pt x="338033" y="351306"/>
                  </a:lnTo>
                  <a:lnTo>
                    <a:pt x="342771" y="350780"/>
                  </a:lnTo>
                  <a:lnTo>
                    <a:pt x="347244" y="349303"/>
                  </a:lnTo>
                  <a:lnTo>
                    <a:pt x="351376" y="346780"/>
                  </a:lnTo>
                  <a:lnTo>
                    <a:pt x="355090" y="343116"/>
                  </a:lnTo>
                  <a:lnTo>
                    <a:pt x="356448" y="340747"/>
                  </a:lnTo>
                  <a:lnTo>
                    <a:pt x="357377" y="338129"/>
                  </a:lnTo>
                  <a:lnTo>
                    <a:pt x="357875" y="335259"/>
                  </a:lnTo>
                  <a:lnTo>
                    <a:pt x="357939" y="332136"/>
                  </a:lnTo>
                  <a:lnTo>
                    <a:pt x="357569" y="328757"/>
                  </a:lnTo>
                  <a:lnTo>
                    <a:pt x="356760" y="325120"/>
                  </a:lnTo>
                  <a:lnTo>
                    <a:pt x="355511" y="321222"/>
                  </a:lnTo>
                  <a:lnTo>
                    <a:pt x="353821" y="317061"/>
                  </a:lnTo>
                  <a:lnTo>
                    <a:pt x="351685" y="312636"/>
                  </a:lnTo>
                  <a:lnTo>
                    <a:pt x="349103" y="307944"/>
                  </a:lnTo>
                  <a:lnTo>
                    <a:pt x="352096" y="256308"/>
                  </a:lnTo>
                  <a:lnTo>
                    <a:pt x="347980" y="255934"/>
                  </a:lnTo>
                  <a:lnTo>
                    <a:pt x="346959" y="259839"/>
                  </a:lnTo>
                  <a:lnTo>
                    <a:pt x="345915" y="263692"/>
                  </a:lnTo>
                  <a:lnTo>
                    <a:pt x="344849" y="267488"/>
                  </a:lnTo>
                  <a:lnTo>
                    <a:pt x="343760" y="271218"/>
                  </a:lnTo>
                  <a:lnTo>
                    <a:pt x="342648" y="274876"/>
                  </a:lnTo>
                  <a:lnTo>
                    <a:pt x="341515" y="278456"/>
                  </a:lnTo>
                  <a:lnTo>
                    <a:pt x="340359" y="281950"/>
                  </a:lnTo>
                  <a:lnTo>
                    <a:pt x="339180" y="285353"/>
                  </a:lnTo>
                  <a:lnTo>
                    <a:pt x="337979" y="288656"/>
                  </a:lnTo>
                  <a:lnTo>
                    <a:pt x="336755" y="291854"/>
                  </a:lnTo>
                  <a:lnTo>
                    <a:pt x="336090" y="292887"/>
                  </a:lnTo>
                  <a:lnTo>
                    <a:pt x="335432" y="293740"/>
                  </a:lnTo>
                  <a:lnTo>
                    <a:pt x="334765" y="294414"/>
                  </a:lnTo>
                  <a:lnTo>
                    <a:pt x="334073" y="294907"/>
                  </a:lnTo>
                  <a:lnTo>
                    <a:pt x="333341" y="295222"/>
                  </a:lnTo>
                  <a:lnTo>
                    <a:pt x="332553" y="295356"/>
                  </a:lnTo>
                  <a:lnTo>
                    <a:pt x="331692" y="295312"/>
                  </a:lnTo>
                  <a:lnTo>
                    <a:pt x="330745" y="295087"/>
                  </a:lnTo>
                  <a:lnTo>
                    <a:pt x="329693" y="294683"/>
                  </a:lnTo>
                  <a:lnTo>
                    <a:pt x="328523" y="294099"/>
                  </a:lnTo>
                  <a:lnTo>
                    <a:pt x="320764" y="287058"/>
                  </a:lnTo>
                  <a:lnTo>
                    <a:pt x="314266" y="276830"/>
                  </a:lnTo>
                  <a:lnTo>
                    <a:pt x="308944" y="263936"/>
                  </a:lnTo>
                  <a:lnTo>
                    <a:pt x="304714" y="248893"/>
                  </a:lnTo>
                  <a:lnTo>
                    <a:pt x="301489" y="232220"/>
                  </a:lnTo>
                  <a:lnTo>
                    <a:pt x="299185" y="214436"/>
                  </a:lnTo>
                  <a:lnTo>
                    <a:pt x="297716" y="196060"/>
                  </a:lnTo>
                  <a:lnTo>
                    <a:pt x="296997" y="177609"/>
                  </a:lnTo>
                  <a:lnTo>
                    <a:pt x="296943" y="159603"/>
                  </a:lnTo>
                  <a:lnTo>
                    <a:pt x="297467" y="142559"/>
                  </a:lnTo>
                  <a:lnTo>
                    <a:pt x="299554" y="142190"/>
                  </a:lnTo>
                  <a:lnTo>
                    <a:pt x="301541" y="141757"/>
                  </a:lnTo>
                  <a:lnTo>
                    <a:pt x="303421" y="141266"/>
                  </a:lnTo>
                  <a:lnTo>
                    <a:pt x="305184" y="140721"/>
                  </a:lnTo>
                  <a:lnTo>
                    <a:pt x="306821" y="140127"/>
                  </a:lnTo>
                  <a:lnTo>
                    <a:pt x="308324" y="139488"/>
                  </a:lnTo>
                  <a:lnTo>
                    <a:pt x="309683" y="138809"/>
                  </a:lnTo>
                  <a:lnTo>
                    <a:pt x="310889" y="138093"/>
                  </a:lnTo>
                  <a:lnTo>
                    <a:pt x="311934" y="137346"/>
                  </a:lnTo>
                  <a:lnTo>
                    <a:pt x="312808" y="136573"/>
                  </a:lnTo>
                  <a:lnTo>
                    <a:pt x="281752" y="112251"/>
                  </a:lnTo>
                  <a:lnTo>
                    <a:pt x="286307" y="111809"/>
                  </a:lnTo>
                  <a:lnTo>
                    <a:pt x="290717" y="111180"/>
                  </a:lnTo>
                  <a:lnTo>
                    <a:pt x="294902" y="110403"/>
                  </a:lnTo>
                  <a:lnTo>
                    <a:pt x="298784" y="109515"/>
                  </a:lnTo>
                  <a:lnTo>
                    <a:pt x="302285" y="108556"/>
                  </a:lnTo>
                  <a:lnTo>
                    <a:pt x="305325" y="107564"/>
                  </a:lnTo>
                  <a:lnTo>
                    <a:pt x="307826" y="106576"/>
                  </a:lnTo>
                  <a:lnTo>
                    <a:pt x="309710" y="105630"/>
                  </a:lnTo>
                  <a:lnTo>
                    <a:pt x="310898" y="104765"/>
                  </a:lnTo>
                  <a:lnTo>
                    <a:pt x="311312" y="104020"/>
                  </a:lnTo>
                  <a:lnTo>
                    <a:pt x="311312" y="31056"/>
                  </a:lnTo>
                  <a:lnTo>
                    <a:pt x="314134" y="30540"/>
                  </a:lnTo>
                  <a:lnTo>
                    <a:pt x="316559" y="29895"/>
                  </a:lnTo>
                  <a:lnTo>
                    <a:pt x="318616" y="29123"/>
                  </a:lnTo>
                  <a:lnTo>
                    <a:pt x="320334" y="28230"/>
                  </a:lnTo>
                  <a:lnTo>
                    <a:pt x="321742" y="27221"/>
                  </a:lnTo>
                  <a:lnTo>
                    <a:pt x="322869" y="26099"/>
                  </a:lnTo>
                  <a:lnTo>
                    <a:pt x="323745" y="24869"/>
                  </a:lnTo>
                  <a:lnTo>
                    <a:pt x="324399" y="23537"/>
                  </a:lnTo>
                  <a:lnTo>
                    <a:pt x="324859" y="22105"/>
                  </a:lnTo>
                  <a:lnTo>
                    <a:pt x="325156" y="20579"/>
                  </a:lnTo>
                  <a:lnTo>
                    <a:pt x="267159" y="15715"/>
                  </a:lnTo>
                  <a:lnTo>
                    <a:pt x="267159" y="86059"/>
                  </a:lnTo>
                  <a:lnTo>
                    <a:pt x="201305" y="86059"/>
                  </a:lnTo>
                  <a:lnTo>
                    <a:pt x="201305" y="14967"/>
                  </a:lnTo>
                  <a:lnTo>
                    <a:pt x="204026" y="14451"/>
                  </a:lnTo>
                  <a:lnTo>
                    <a:pt x="206370" y="13805"/>
                  </a:lnTo>
                  <a:lnTo>
                    <a:pt x="208363" y="13034"/>
                  </a:lnTo>
                  <a:lnTo>
                    <a:pt x="210033" y="12141"/>
                  </a:lnTo>
                  <a:lnTo>
                    <a:pt x="211407" y="11131"/>
                  </a:lnTo>
                  <a:lnTo>
                    <a:pt x="212512" y="10010"/>
                  </a:lnTo>
                  <a:lnTo>
                    <a:pt x="213374" y="8780"/>
                  </a:lnTo>
                  <a:lnTo>
                    <a:pt x="214021" y="7447"/>
                  </a:lnTo>
                  <a:lnTo>
                    <a:pt x="214479" y="6016"/>
                  </a:lnTo>
                  <a:lnTo>
                    <a:pt x="214775" y="4490"/>
                  </a:lnTo>
                  <a:close/>
                  <a:moveTo>
                    <a:pt x="249199" y="168377"/>
                  </a:moveTo>
                  <a:lnTo>
                    <a:pt x="198686" y="147049"/>
                  </a:lnTo>
                  <a:lnTo>
                    <a:pt x="196957" y="152965"/>
                  </a:lnTo>
                  <a:lnTo>
                    <a:pt x="195138" y="158813"/>
                  </a:lnTo>
                  <a:lnTo>
                    <a:pt x="193230" y="164594"/>
                  </a:lnTo>
                  <a:lnTo>
                    <a:pt x="191232" y="170308"/>
                  </a:lnTo>
                  <a:lnTo>
                    <a:pt x="189144" y="175954"/>
                  </a:lnTo>
                  <a:lnTo>
                    <a:pt x="186967" y="181533"/>
                  </a:lnTo>
                  <a:lnTo>
                    <a:pt x="184699" y="187045"/>
                  </a:lnTo>
                  <a:lnTo>
                    <a:pt x="182342" y="192489"/>
                  </a:lnTo>
                  <a:lnTo>
                    <a:pt x="179895" y="197866"/>
                  </a:lnTo>
                  <a:lnTo>
                    <a:pt x="177358" y="203175"/>
                  </a:lnTo>
                  <a:lnTo>
                    <a:pt x="171846" y="199349"/>
                  </a:lnTo>
                  <a:lnTo>
                    <a:pt x="166088" y="195506"/>
                  </a:lnTo>
                  <a:lnTo>
                    <a:pt x="160082" y="191655"/>
                  </a:lnTo>
                  <a:lnTo>
                    <a:pt x="153830" y="187801"/>
                  </a:lnTo>
                  <a:lnTo>
                    <a:pt x="147330" y="183952"/>
                  </a:lnTo>
                  <a:lnTo>
                    <a:pt x="140584" y="180114"/>
                  </a:lnTo>
                  <a:lnTo>
                    <a:pt x="133591" y="176294"/>
                  </a:lnTo>
                  <a:lnTo>
                    <a:pt x="126351" y="172499"/>
                  </a:lnTo>
                  <a:lnTo>
                    <a:pt x="118863" y="168735"/>
                  </a:lnTo>
                  <a:lnTo>
                    <a:pt x="111129" y="165010"/>
                  </a:lnTo>
                  <a:lnTo>
                    <a:pt x="106639" y="168003"/>
                  </a:lnTo>
                  <a:lnTo>
                    <a:pt x="111979" y="173399"/>
                  </a:lnTo>
                  <a:lnTo>
                    <a:pt x="117433" y="179025"/>
                  </a:lnTo>
                  <a:lnTo>
                    <a:pt x="122982" y="184861"/>
                  </a:lnTo>
                  <a:lnTo>
                    <a:pt x="128605" y="190890"/>
                  </a:lnTo>
                  <a:lnTo>
                    <a:pt x="134281" y="197095"/>
                  </a:lnTo>
                  <a:lnTo>
                    <a:pt x="139991" y="203457"/>
                  </a:lnTo>
                  <a:lnTo>
                    <a:pt x="145715" y="209958"/>
                  </a:lnTo>
                  <a:lnTo>
                    <a:pt x="151432" y="216580"/>
                  </a:lnTo>
                  <a:lnTo>
                    <a:pt x="157122" y="223305"/>
                  </a:lnTo>
                  <a:lnTo>
                    <a:pt x="162765" y="230116"/>
                  </a:lnTo>
                  <a:lnTo>
                    <a:pt x="155507" y="241900"/>
                  </a:lnTo>
                  <a:lnTo>
                    <a:pt x="147897" y="253219"/>
                  </a:lnTo>
                  <a:lnTo>
                    <a:pt x="139963" y="264057"/>
                  </a:lnTo>
                  <a:lnTo>
                    <a:pt x="131736" y="274400"/>
                  </a:lnTo>
                  <a:lnTo>
                    <a:pt x="123243" y="284230"/>
                  </a:lnTo>
                  <a:lnTo>
                    <a:pt x="114515" y="293533"/>
                  </a:lnTo>
                  <a:lnTo>
                    <a:pt x="105580" y="302293"/>
                  </a:lnTo>
                  <a:lnTo>
                    <a:pt x="96468" y="310494"/>
                  </a:lnTo>
                  <a:lnTo>
                    <a:pt x="87207" y="318120"/>
                  </a:lnTo>
                  <a:lnTo>
                    <a:pt x="77828" y="325156"/>
                  </a:lnTo>
                  <a:lnTo>
                    <a:pt x="81944" y="329646"/>
                  </a:lnTo>
                  <a:lnTo>
                    <a:pt x="93279" y="324390"/>
                  </a:lnTo>
                  <a:lnTo>
                    <a:pt x="104376" y="318714"/>
                  </a:lnTo>
                  <a:lnTo>
                    <a:pt x="115222" y="312602"/>
                  </a:lnTo>
                  <a:lnTo>
                    <a:pt x="125803" y="306040"/>
                  </a:lnTo>
                  <a:lnTo>
                    <a:pt x="136105" y="299010"/>
                  </a:lnTo>
                  <a:lnTo>
                    <a:pt x="146116" y="291498"/>
                  </a:lnTo>
                  <a:lnTo>
                    <a:pt x="155821" y="283487"/>
                  </a:lnTo>
                  <a:lnTo>
                    <a:pt x="165208" y="274963"/>
                  </a:lnTo>
                  <a:lnTo>
                    <a:pt x="174262" y="265908"/>
                  </a:lnTo>
                  <a:lnTo>
                    <a:pt x="182970" y="256308"/>
                  </a:lnTo>
                  <a:lnTo>
                    <a:pt x="187390" y="262469"/>
                  </a:lnTo>
                  <a:lnTo>
                    <a:pt x="191660" y="268599"/>
                  </a:lnTo>
                  <a:lnTo>
                    <a:pt x="195764" y="274688"/>
                  </a:lnTo>
                  <a:lnTo>
                    <a:pt x="199685" y="280728"/>
                  </a:lnTo>
                  <a:lnTo>
                    <a:pt x="203410" y="286709"/>
                  </a:lnTo>
                  <a:lnTo>
                    <a:pt x="206920" y="292623"/>
                  </a:lnTo>
                  <a:lnTo>
                    <a:pt x="210202" y="298461"/>
                  </a:lnTo>
                  <a:lnTo>
                    <a:pt x="213239" y="304214"/>
                  </a:lnTo>
                  <a:lnTo>
                    <a:pt x="216016" y="309872"/>
                  </a:lnTo>
                  <a:lnTo>
                    <a:pt x="218517" y="315427"/>
                  </a:lnTo>
                  <a:lnTo>
                    <a:pt x="228546" y="320136"/>
                  </a:lnTo>
                  <a:lnTo>
                    <a:pt x="237240" y="320818"/>
                  </a:lnTo>
                  <a:lnTo>
                    <a:pt x="244161" y="317845"/>
                  </a:lnTo>
                  <a:lnTo>
                    <a:pt x="248870" y="311590"/>
                  </a:lnTo>
                  <a:lnTo>
                    <a:pt x="250929" y="302425"/>
                  </a:lnTo>
                  <a:lnTo>
                    <a:pt x="249902" y="290723"/>
                  </a:lnTo>
                  <a:lnTo>
                    <a:pt x="245351" y="276857"/>
                  </a:lnTo>
                  <a:lnTo>
                    <a:pt x="236836" y="261199"/>
                  </a:lnTo>
                  <a:lnTo>
                    <a:pt x="223922" y="244123"/>
                  </a:lnTo>
                  <a:lnTo>
                    <a:pt x="206169" y="226000"/>
                  </a:lnTo>
                  <a:lnTo>
                    <a:pt x="209177" y="221342"/>
                  </a:lnTo>
                  <a:lnTo>
                    <a:pt x="212138" y="216574"/>
                  </a:lnTo>
                  <a:lnTo>
                    <a:pt x="215049" y="211698"/>
                  </a:lnTo>
                  <a:lnTo>
                    <a:pt x="217909" y="206716"/>
                  </a:lnTo>
                  <a:lnTo>
                    <a:pt x="220715" y="201632"/>
                  </a:lnTo>
                  <a:lnTo>
                    <a:pt x="223465" y="196446"/>
                  </a:lnTo>
                  <a:lnTo>
                    <a:pt x="226156" y="191162"/>
                  </a:lnTo>
                  <a:lnTo>
                    <a:pt x="228787" y="185781"/>
                  </a:lnTo>
                  <a:lnTo>
                    <a:pt x="231355" y="180306"/>
                  </a:lnTo>
                  <a:lnTo>
                    <a:pt x="233858" y="174738"/>
                  </a:lnTo>
                  <a:lnTo>
                    <a:pt x="236328" y="174954"/>
                  </a:lnTo>
                  <a:lnTo>
                    <a:pt x="238578" y="174939"/>
                  </a:lnTo>
                  <a:lnTo>
                    <a:pt x="240613" y="174708"/>
                  </a:lnTo>
                  <a:lnTo>
                    <a:pt x="242437" y="174277"/>
                  </a:lnTo>
                  <a:lnTo>
                    <a:pt x="244054" y="173662"/>
                  </a:lnTo>
                  <a:lnTo>
                    <a:pt x="245469" y="172879"/>
                  </a:lnTo>
                  <a:lnTo>
                    <a:pt x="246687" y="171944"/>
                  </a:lnTo>
                  <a:lnTo>
                    <a:pt x="247711" y="170871"/>
                  </a:lnTo>
                  <a:lnTo>
                    <a:pt x="248547" y="169677"/>
                  </a:lnTo>
                  <a:lnTo>
                    <a:pt x="249199" y="168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8225037" y="2641918"/>
              <a:ext cx="337787" cy="329703"/>
            </a:xfrm>
            <a:custGeom>
              <a:avLst/>
              <a:gdLst/>
              <a:ahLst/>
              <a:cxnLst/>
              <a:rect l="l" t="t" r="r" b="b"/>
              <a:pathLst>
                <a:path w="337787" h="329703">
                  <a:moveTo>
                    <a:pt x="178560" y="190862"/>
                  </a:moveTo>
                  <a:lnTo>
                    <a:pt x="175396" y="192971"/>
                  </a:lnTo>
                  <a:lnTo>
                    <a:pt x="178465" y="196787"/>
                  </a:lnTo>
                  <a:lnTo>
                    <a:pt x="181515" y="201019"/>
                  </a:lnTo>
                  <a:lnTo>
                    <a:pt x="184485" y="205596"/>
                  </a:lnTo>
                  <a:lnTo>
                    <a:pt x="187313" y="210450"/>
                  </a:lnTo>
                  <a:lnTo>
                    <a:pt x="189939" y="215511"/>
                  </a:lnTo>
                  <a:lnTo>
                    <a:pt x="192302" y="220708"/>
                  </a:lnTo>
                  <a:lnTo>
                    <a:pt x="194339" y="225973"/>
                  </a:lnTo>
                  <a:lnTo>
                    <a:pt x="195991" y="231236"/>
                  </a:lnTo>
                  <a:lnTo>
                    <a:pt x="197196" y="236428"/>
                  </a:lnTo>
                  <a:lnTo>
                    <a:pt x="197892" y="241477"/>
                  </a:lnTo>
                  <a:lnTo>
                    <a:pt x="206367" y="246011"/>
                  </a:lnTo>
                  <a:lnTo>
                    <a:pt x="214272" y="246573"/>
                  </a:lnTo>
                  <a:lnTo>
                    <a:pt x="220954" y="243853"/>
                  </a:lnTo>
                  <a:lnTo>
                    <a:pt x="225759" y="238542"/>
                  </a:lnTo>
                  <a:lnTo>
                    <a:pt x="228033" y="231328"/>
                  </a:lnTo>
                  <a:lnTo>
                    <a:pt x="227122" y="222902"/>
                  </a:lnTo>
                  <a:lnTo>
                    <a:pt x="222374" y="213952"/>
                  </a:lnTo>
                  <a:lnTo>
                    <a:pt x="213133" y="205169"/>
                  </a:lnTo>
                  <a:lnTo>
                    <a:pt x="198746" y="197243"/>
                  </a:lnTo>
                  <a:lnTo>
                    <a:pt x="178560" y="190862"/>
                  </a:lnTo>
                  <a:close/>
                  <a:moveTo>
                    <a:pt x="183129" y="113885"/>
                  </a:moveTo>
                  <a:lnTo>
                    <a:pt x="179614" y="115994"/>
                  </a:lnTo>
                  <a:lnTo>
                    <a:pt x="182514" y="119589"/>
                  </a:lnTo>
                  <a:lnTo>
                    <a:pt x="185480" y="123580"/>
                  </a:lnTo>
                  <a:lnTo>
                    <a:pt x="188450" y="127901"/>
                  </a:lnTo>
                  <a:lnTo>
                    <a:pt x="191363" y="132483"/>
                  </a:lnTo>
                  <a:lnTo>
                    <a:pt x="194157" y="137259"/>
                  </a:lnTo>
                  <a:lnTo>
                    <a:pt x="196773" y="142162"/>
                  </a:lnTo>
                  <a:lnTo>
                    <a:pt x="199148" y="147123"/>
                  </a:lnTo>
                  <a:lnTo>
                    <a:pt x="201221" y="152077"/>
                  </a:lnTo>
                  <a:lnTo>
                    <a:pt x="202932" y="156954"/>
                  </a:lnTo>
                  <a:lnTo>
                    <a:pt x="204219" y="161688"/>
                  </a:lnTo>
                  <a:lnTo>
                    <a:pt x="212322" y="165541"/>
                  </a:lnTo>
                  <a:lnTo>
                    <a:pt x="219775" y="165726"/>
                  </a:lnTo>
                  <a:lnTo>
                    <a:pt x="225971" y="162900"/>
                  </a:lnTo>
                  <a:lnTo>
                    <a:pt x="230303" y="157718"/>
                  </a:lnTo>
                  <a:lnTo>
                    <a:pt x="232163" y="150836"/>
                  </a:lnTo>
                  <a:lnTo>
                    <a:pt x="230944" y="142910"/>
                  </a:lnTo>
                  <a:lnTo>
                    <a:pt x="226038" y="134596"/>
                  </a:lnTo>
                  <a:lnTo>
                    <a:pt x="216839" y="126550"/>
                  </a:lnTo>
                  <a:lnTo>
                    <a:pt x="202738" y="119427"/>
                  </a:lnTo>
                  <a:lnTo>
                    <a:pt x="183129" y="113885"/>
                  </a:lnTo>
                  <a:close/>
                  <a:moveTo>
                    <a:pt x="22144" y="223551"/>
                  </a:moveTo>
                  <a:lnTo>
                    <a:pt x="20772" y="223551"/>
                  </a:lnTo>
                  <a:lnTo>
                    <a:pt x="19051" y="223551"/>
                  </a:lnTo>
                  <a:lnTo>
                    <a:pt x="17099" y="223551"/>
                  </a:lnTo>
                  <a:lnTo>
                    <a:pt x="15030" y="223551"/>
                  </a:lnTo>
                  <a:lnTo>
                    <a:pt x="12962" y="223551"/>
                  </a:lnTo>
                  <a:lnTo>
                    <a:pt x="11009" y="223551"/>
                  </a:lnTo>
                  <a:lnTo>
                    <a:pt x="9288" y="223551"/>
                  </a:lnTo>
                  <a:lnTo>
                    <a:pt x="7916" y="223551"/>
                  </a:lnTo>
                  <a:lnTo>
                    <a:pt x="7007" y="223551"/>
                  </a:lnTo>
                  <a:lnTo>
                    <a:pt x="6679" y="223551"/>
                  </a:lnTo>
                  <a:lnTo>
                    <a:pt x="6679" y="230230"/>
                  </a:lnTo>
                  <a:lnTo>
                    <a:pt x="8927" y="230463"/>
                  </a:lnTo>
                  <a:lnTo>
                    <a:pt x="11040" y="230747"/>
                  </a:lnTo>
                  <a:lnTo>
                    <a:pt x="13031" y="231090"/>
                  </a:lnTo>
                  <a:lnTo>
                    <a:pt x="14912" y="231501"/>
                  </a:lnTo>
                  <a:lnTo>
                    <a:pt x="16696" y="231987"/>
                  </a:lnTo>
                  <a:lnTo>
                    <a:pt x="18396" y="232558"/>
                  </a:lnTo>
                  <a:lnTo>
                    <a:pt x="20024" y="233222"/>
                  </a:lnTo>
                  <a:lnTo>
                    <a:pt x="21593" y="233986"/>
                  </a:lnTo>
                  <a:lnTo>
                    <a:pt x="23116" y="234861"/>
                  </a:lnTo>
                  <a:lnTo>
                    <a:pt x="24605" y="235854"/>
                  </a:lnTo>
                  <a:lnTo>
                    <a:pt x="26838" y="238254"/>
                  </a:lnTo>
                  <a:lnTo>
                    <a:pt x="28679" y="242194"/>
                  </a:lnTo>
                  <a:lnTo>
                    <a:pt x="30116" y="247527"/>
                  </a:lnTo>
                  <a:lnTo>
                    <a:pt x="31134" y="254103"/>
                  </a:lnTo>
                  <a:lnTo>
                    <a:pt x="31723" y="261776"/>
                  </a:lnTo>
                  <a:lnTo>
                    <a:pt x="31868" y="270398"/>
                  </a:lnTo>
                  <a:lnTo>
                    <a:pt x="31558" y="279822"/>
                  </a:lnTo>
                  <a:lnTo>
                    <a:pt x="30780" y="289899"/>
                  </a:lnTo>
                  <a:lnTo>
                    <a:pt x="29521" y="300483"/>
                  </a:lnTo>
                  <a:lnTo>
                    <a:pt x="27768" y="311425"/>
                  </a:lnTo>
                  <a:lnTo>
                    <a:pt x="28755" y="315183"/>
                  </a:lnTo>
                  <a:lnTo>
                    <a:pt x="30009" y="318455"/>
                  </a:lnTo>
                  <a:lnTo>
                    <a:pt x="31504" y="321263"/>
                  </a:lnTo>
                  <a:lnTo>
                    <a:pt x="33212" y="323629"/>
                  </a:lnTo>
                  <a:lnTo>
                    <a:pt x="35106" y="325573"/>
                  </a:lnTo>
                  <a:lnTo>
                    <a:pt x="37157" y="327116"/>
                  </a:lnTo>
                  <a:lnTo>
                    <a:pt x="39340" y="328279"/>
                  </a:lnTo>
                  <a:lnTo>
                    <a:pt x="41626" y="329084"/>
                  </a:lnTo>
                  <a:lnTo>
                    <a:pt x="43987" y="329552"/>
                  </a:lnTo>
                  <a:lnTo>
                    <a:pt x="46398" y="329703"/>
                  </a:lnTo>
                  <a:lnTo>
                    <a:pt x="51276" y="329351"/>
                  </a:lnTo>
                  <a:lnTo>
                    <a:pt x="55770" y="328322"/>
                  </a:lnTo>
                  <a:lnTo>
                    <a:pt x="59855" y="326656"/>
                  </a:lnTo>
                  <a:lnTo>
                    <a:pt x="63506" y="324394"/>
                  </a:lnTo>
                  <a:lnTo>
                    <a:pt x="66696" y="321574"/>
                  </a:lnTo>
                  <a:lnTo>
                    <a:pt x="69402" y="318238"/>
                  </a:lnTo>
                  <a:lnTo>
                    <a:pt x="71598" y="314426"/>
                  </a:lnTo>
                  <a:lnTo>
                    <a:pt x="73257" y="310177"/>
                  </a:lnTo>
                  <a:lnTo>
                    <a:pt x="74356" y="305531"/>
                  </a:lnTo>
                  <a:lnTo>
                    <a:pt x="74869" y="300529"/>
                  </a:lnTo>
                  <a:lnTo>
                    <a:pt x="74760" y="291573"/>
                  </a:lnTo>
                  <a:lnTo>
                    <a:pt x="73915" y="283587"/>
                  </a:lnTo>
                  <a:lnTo>
                    <a:pt x="72506" y="276423"/>
                  </a:lnTo>
                  <a:lnTo>
                    <a:pt x="70701" y="269935"/>
                  </a:lnTo>
                  <a:lnTo>
                    <a:pt x="68674" y="263973"/>
                  </a:lnTo>
                  <a:lnTo>
                    <a:pt x="66593" y="258391"/>
                  </a:lnTo>
                  <a:lnTo>
                    <a:pt x="64631" y="253042"/>
                  </a:lnTo>
                  <a:lnTo>
                    <a:pt x="62957" y="247776"/>
                  </a:lnTo>
                  <a:lnTo>
                    <a:pt x="61743" y="242448"/>
                  </a:lnTo>
                  <a:lnTo>
                    <a:pt x="61160" y="236908"/>
                  </a:lnTo>
                  <a:lnTo>
                    <a:pt x="61137" y="234065"/>
                  </a:lnTo>
                  <a:lnTo>
                    <a:pt x="61267" y="231037"/>
                  </a:lnTo>
                  <a:lnTo>
                    <a:pt x="61537" y="227848"/>
                  </a:lnTo>
                  <a:lnTo>
                    <a:pt x="61931" y="224524"/>
                  </a:lnTo>
                  <a:lnTo>
                    <a:pt x="62435" y="221091"/>
                  </a:lnTo>
                  <a:lnTo>
                    <a:pt x="63033" y="217573"/>
                  </a:lnTo>
                  <a:lnTo>
                    <a:pt x="63712" y="213996"/>
                  </a:lnTo>
                  <a:lnTo>
                    <a:pt x="64456" y="210386"/>
                  </a:lnTo>
                  <a:lnTo>
                    <a:pt x="65251" y="206767"/>
                  </a:lnTo>
                  <a:lnTo>
                    <a:pt x="66081" y="203164"/>
                  </a:lnTo>
                  <a:lnTo>
                    <a:pt x="67752" y="195588"/>
                  </a:lnTo>
                  <a:lnTo>
                    <a:pt x="70333" y="184859"/>
                  </a:lnTo>
                  <a:lnTo>
                    <a:pt x="73661" y="171577"/>
                  </a:lnTo>
                  <a:lnTo>
                    <a:pt x="77571" y="156345"/>
                  </a:lnTo>
                  <a:lnTo>
                    <a:pt x="81899" y="139763"/>
                  </a:lnTo>
                  <a:lnTo>
                    <a:pt x="86479" y="122433"/>
                  </a:lnTo>
                  <a:lnTo>
                    <a:pt x="91149" y="104955"/>
                  </a:lnTo>
                  <a:lnTo>
                    <a:pt x="95742" y="87930"/>
                  </a:lnTo>
                  <a:lnTo>
                    <a:pt x="100095" y="71960"/>
                  </a:lnTo>
                  <a:lnTo>
                    <a:pt x="104043" y="57645"/>
                  </a:lnTo>
                  <a:lnTo>
                    <a:pt x="98419" y="56239"/>
                  </a:lnTo>
                  <a:lnTo>
                    <a:pt x="82314" y="95974"/>
                  </a:lnTo>
                  <a:lnTo>
                    <a:pt x="69377" y="127874"/>
                  </a:lnTo>
                  <a:lnTo>
                    <a:pt x="59211" y="152899"/>
                  </a:lnTo>
                  <a:lnTo>
                    <a:pt x="51420" y="172008"/>
                  </a:lnTo>
                  <a:lnTo>
                    <a:pt x="45607" y="186161"/>
                  </a:lnTo>
                  <a:lnTo>
                    <a:pt x="41375" y="196317"/>
                  </a:lnTo>
                  <a:lnTo>
                    <a:pt x="38329" y="203437"/>
                  </a:lnTo>
                  <a:lnTo>
                    <a:pt x="36072" y="208479"/>
                  </a:lnTo>
                  <a:lnTo>
                    <a:pt x="34207" y="212404"/>
                  </a:lnTo>
                  <a:lnTo>
                    <a:pt x="32338" y="216170"/>
                  </a:lnTo>
                  <a:lnTo>
                    <a:pt x="31341" y="218085"/>
                  </a:lnTo>
                  <a:lnTo>
                    <a:pt x="30434" y="219637"/>
                  </a:lnTo>
                  <a:lnTo>
                    <a:pt x="29582" y="220864"/>
                  </a:lnTo>
                  <a:lnTo>
                    <a:pt x="28750" y="221805"/>
                  </a:lnTo>
                  <a:lnTo>
                    <a:pt x="27900" y="222497"/>
                  </a:lnTo>
                  <a:lnTo>
                    <a:pt x="26998" y="222978"/>
                  </a:lnTo>
                  <a:lnTo>
                    <a:pt x="26007" y="223285"/>
                  </a:lnTo>
                  <a:lnTo>
                    <a:pt x="24892" y="223458"/>
                  </a:lnTo>
                  <a:lnTo>
                    <a:pt x="23616" y="223534"/>
                  </a:lnTo>
                  <a:lnTo>
                    <a:pt x="22144" y="223551"/>
                  </a:lnTo>
                  <a:close/>
                  <a:moveTo>
                    <a:pt x="2812" y="84711"/>
                  </a:moveTo>
                  <a:lnTo>
                    <a:pt x="0" y="87171"/>
                  </a:lnTo>
                  <a:lnTo>
                    <a:pt x="3301" y="90748"/>
                  </a:lnTo>
                  <a:lnTo>
                    <a:pt x="6622" y="94699"/>
                  </a:lnTo>
                  <a:lnTo>
                    <a:pt x="9902" y="98974"/>
                  </a:lnTo>
                  <a:lnTo>
                    <a:pt x="13076" y="103525"/>
                  </a:lnTo>
                  <a:lnTo>
                    <a:pt x="16081" y="108305"/>
                  </a:lnTo>
                  <a:lnTo>
                    <a:pt x="18854" y="113263"/>
                  </a:lnTo>
                  <a:lnTo>
                    <a:pt x="21332" y="118352"/>
                  </a:lnTo>
                  <a:lnTo>
                    <a:pt x="23452" y="123524"/>
                  </a:lnTo>
                  <a:lnTo>
                    <a:pt x="25150" y="128729"/>
                  </a:lnTo>
                  <a:lnTo>
                    <a:pt x="26362" y="133920"/>
                  </a:lnTo>
                  <a:lnTo>
                    <a:pt x="36588" y="138445"/>
                  </a:lnTo>
                  <a:lnTo>
                    <a:pt x="45914" y="138486"/>
                  </a:lnTo>
                  <a:lnTo>
                    <a:pt x="53628" y="134938"/>
                  </a:lnTo>
                  <a:lnTo>
                    <a:pt x="59020" y="128695"/>
                  </a:lnTo>
                  <a:lnTo>
                    <a:pt x="61380" y="120651"/>
                  </a:lnTo>
                  <a:lnTo>
                    <a:pt x="59996" y="111700"/>
                  </a:lnTo>
                  <a:lnTo>
                    <a:pt x="54158" y="102736"/>
                  </a:lnTo>
                  <a:lnTo>
                    <a:pt x="43155" y="94654"/>
                  </a:lnTo>
                  <a:lnTo>
                    <a:pt x="26277" y="88347"/>
                  </a:lnTo>
                  <a:lnTo>
                    <a:pt x="2812" y="84711"/>
                  </a:lnTo>
                  <a:close/>
                  <a:moveTo>
                    <a:pt x="27768" y="3164"/>
                  </a:moveTo>
                  <a:lnTo>
                    <a:pt x="24956" y="5273"/>
                  </a:lnTo>
                  <a:lnTo>
                    <a:pt x="28382" y="9367"/>
                  </a:lnTo>
                  <a:lnTo>
                    <a:pt x="31865" y="13815"/>
                  </a:lnTo>
                  <a:lnTo>
                    <a:pt x="35336" y="18572"/>
                  </a:lnTo>
                  <a:lnTo>
                    <a:pt x="38724" y="23590"/>
                  </a:lnTo>
                  <a:lnTo>
                    <a:pt x="41960" y="28823"/>
                  </a:lnTo>
                  <a:lnTo>
                    <a:pt x="44975" y="34225"/>
                  </a:lnTo>
                  <a:lnTo>
                    <a:pt x="47698" y="39749"/>
                  </a:lnTo>
                  <a:lnTo>
                    <a:pt x="50062" y="45349"/>
                  </a:lnTo>
                  <a:lnTo>
                    <a:pt x="51994" y="50978"/>
                  </a:lnTo>
                  <a:lnTo>
                    <a:pt x="53427" y="56591"/>
                  </a:lnTo>
                  <a:lnTo>
                    <a:pt x="64249" y="61491"/>
                  </a:lnTo>
                  <a:lnTo>
                    <a:pt x="74076" y="61630"/>
                  </a:lnTo>
                  <a:lnTo>
                    <a:pt x="82164" y="57939"/>
                  </a:lnTo>
                  <a:lnTo>
                    <a:pt x="87773" y="51349"/>
                  </a:lnTo>
                  <a:lnTo>
                    <a:pt x="90159" y="42795"/>
                  </a:lnTo>
                  <a:lnTo>
                    <a:pt x="88580" y="33207"/>
                  </a:lnTo>
                  <a:lnTo>
                    <a:pt x="82294" y="23517"/>
                  </a:lnTo>
                  <a:lnTo>
                    <a:pt x="70558" y="14659"/>
                  </a:lnTo>
                  <a:lnTo>
                    <a:pt x="52630" y="7564"/>
                  </a:lnTo>
                  <a:lnTo>
                    <a:pt x="27768" y="3164"/>
                  </a:lnTo>
                  <a:close/>
                  <a:moveTo>
                    <a:pt x="292093" y="17223"/>
                  </a:moveTo>
                  <a:lnTo>
                    <a:pt x="270652" y="46046"/>
                  </a:lnTo>
                  <a:lnTo>
                    <a:pt x="168718" y="46046"/>
                  </a:lnTo>
                  <a:lnTo>
                    <a:pt x="170183" y="43410"/>
                  </a:lnTo>
                  <a:lnTo>
                    <a:pt x="171625" y="40776"/>
                  </a:lnTo>
                  <a:lnTo>
                    <a:pt x="173042" y="38147"/>
                  </a:lnTo>
                  <a:lnTo>
                    <a:pt x="174432" y="35524"/>
                  </a:lnTo>
                  <a:lnTo>
                    <a:pt x="175792" y="32909"/>
                  </a:lnTo>
                  <a:lnTo>
                    <a:pt x="177120" y="30305"/>
                  </a:lnTo>
                  <a:lnTo>
                    <a:pt x="178415" y="27713"/>
                  </a:lnTo>
                  <a:lnTo>
                    <a:pt x="179673" y="25136"/>
                  </a:lnTo>
                  <a:lnTo>
                    <a:pt x="180894" y="22576"/>
                  </a:lnTo>
                  <a:lnTo>
                    <a:pt x="182075" y="20035"/>
                  </a:lnTo>
                  <a:lnTo>
                    <a:pt x="184536" y="20268"/>
                  </a:lnTo>
                  <a:lnTo>
                    <a:pt x="186667" y="20339"/>
                  </a:lnTo>
                  <a:lnTo>
                    <a:pt x="188493" y="20254"/>
                  </a:lnTo>
                  <a:lnTo>
                    <a:pt x="190044" y="20018"/>
                  </a:lnTo>
                  <a:lnTo>
                    <a:pt x="191345" y="19640"/>
                  </a:lnTo>
                  <a:lnTo>
                    <a:pt x="192426" y="19124"/>
                  </a:lnTo>
                  <a:lnTo>
                    <a:pt x="193312" y="18478"/>
                  </a:lnTo>
                  <a:lnTo>
                    <a:pt x="194031" y="17707"/>
                  </a:lnTo>
                  <a:lnTo>
                    <a:pt x="194612" y="16818"/>
                  </a:lnTo>
                  <a:lnTo>
                    <a:pt x="195080" y="15817"/>
                  </a:lnTo>
                  <a:lnTo>
                    <a:pt x="139895" y="0"/>
                  </a:lnTo>
                  <a:lnTo>
                    <a:pt x="137024" y="13759"/>
                  </a:lnTo>
                  <a:lnTo>
                    <a:pt x="133501" y="27909"/>
                  </a:lnTo>
                  <a:lnTo>
                    <a:pt x="129370" y="42248"/>
                  </a:lnTo>
                  <a:lnTo>
                    <a:pt x="124677" y="56577"/>
                  </a:lnTo>
                  <a:lnTo>
                    <a:pt x="119465" y="70695"/>
                  </a:lnTo>
                  <a:lnTo>
                    <a:pt x="113778" y="84401"/>
                  </a:lnTo>
                  <a:lnTo>
                    <a:pt x="107661" y="97496"/>
                  </a:lnTo>
                  <a:lnTo>
                    <a:pt x="101158" y="109779"/>
                  </a:lnTo>
                  <a:lnTo>
                    <a:pt x="94313" y="121050"/>
                  </a:lnTo>
                  <a:lnTo>
                    <a:pt x="87171" y="131108"/>
                  </a:lnTo>
                  <a:lnTo>
                    <a:pt x="90686" y="133920"/>
                  </a:lnTo>
                  <a:lnTo>
                    <a:pt x="94566" y="131221"/>
                  </a:lnTo>
                  <a:lnTo>
                    <a:pt x="98402" y="128403"/>
                  </a:lnTo>
                  <a:lnTo>
                    <a:pt x="102191" y="125470"/>
                  </a:lnTo>
                  <a:lnTo>
                    <a:pt x="105932" y="122430"/>
                  </a:lnTo>
                  <a:lnTo>
                    <a:pt x="109623" y="119289"/>
                  </a:lnTo>
                  <a:lnTo>
                    <a:pt x="113260" y="116053"/>
                  </a:lnTo>
                  <a:lnTo>
                    <a:pt x="116843" y="112728"/>
                  </a:lnTo>
                  <a:lnTo>
                    <a:pt x="120369" y="109321"/>
                  </a:lnTo>
                  <a:lnTo>
                    <a:pt x="123836" y="105838"/>
                  </a:lnTo>
                  <a:lnTo>
                    <a:pt x="127241" y="102285"/>
                  </a:lnTo>
                  <a:lnTo>
                    <a:pt x="126578" y="108934"/>
                  </a:lnTo>
                  <a:lnTo>
                    <a:pt x="125858" y="115786"/>
                  </a:lnTo>
                  <a:lnTo>
                    <a:pt x="125087" y="122810"/>
                  </a:lnTo>
                  <a:lnTo>
                    <a:pt x="124272" y="129977"/>
                  </a:lnTo>
                  <a:lnTo>
                    <a:pt x="123419" y="137259"/>
                  </a:lnTo>
                  <a:lnTo>
                    <a:pt x="122534" y="144625"/>
                  </a:lnTo>
                  <a:lnTo>
                    <a:pt x="121624" y="152046"/>
                  </a:lnTo>
                  <a:lnTo>
                    <a:pt x="120695" y="159492"/>
                  </a:lnTo>
                  <a:lnTo>
                    <a:pt x="119754" y="166934"/>
                  </a:lnTo>
                  <a:lnTo>
                    <a:pt x="118806" y="174342"/>
                  </a:lnTo>
                  <a:lnTo>
                    <a:pt x="79790" y="174342"/>
                  </a:lnTo>
                  <a:lnTo>
                    <a:pt x="82602" y="184535"/>
                  </a:lnTo>
                  <a:lnTo>
                    <a:pt x="117400" y="184535"/>
                  </a:lnTo>
                  <a:lnTo>
                    <a:pt x="116240" y="192186"/>
                  </a:lnTo>
                  <a:lnTo>
                    <a:pt x="115083" y="199723"/>
                  </a:lnTo>
                  <a:lnTo>
                    <a:pt x="113929" y="207116"/>
                  </a:lnTo>
                  <a:lnTo>
                    <a:pt x="112782" y="214336"/>
                  </a:lnTo>
                  <a:lnTo>
                    <a:pt x="111644" y="221354"/>
                  </a:lnTo>
                  <a:lnTo>
                    <a:pt x="110516" y="228140"/>
                  </a:lnTo>
                  <a:lnTo>
                    <a:pt x="109401" y="234665"/>
                  </a:lnTo>
                  <a:lnTo>
                    <a:pt x="108300" y="240898"/>
                  </a:lnTo>
                  <a:lnTo>
                    <a:pt x="107216" y="246811"/>
                  </a:lnTo>
                  <a:lnTo>
                    <a:pt x="106152" y="252374"/>
                  </a:lnTo>
                  <a:lnTo>
                    <a:pt x="104687" y="253122"/>
                  </a:lnTo>
                  <a:lnTo>
                    <a:pt x="103253" y="253889"/>
                  </a:lnTo>
                  <a:lnTo>
                    <a:pt x="101856" y="254674"/>
                  </a:lnTo>
                  <a:lnTo>
                    <a:pt x="100505" y="255473"/>
                  </a:lnTo>
                  <a:lnTo>
                    <a:pt x="99210" y="256284"/>
                  </a:lnTo>
                  <a:lnTo>
                    <a:pt x="97977" y="257106"/>
                  </a:lnTo>
                  <a:lnTo>
                    <a:pt x="96817" y="257937"/>
                  </a:lnTo>
                  <a:lnTo>
                    <a:pt x="95736" y="258774"/>
                  </a:lnTo>
                  <a:lnTo>
                    <a:pt x="94744" y="259615"/>
                  </a:lnTo>
                  <a:lnTo>
                    <a:pt x="93849" y="260458"/>
                  </a:lnTo>
                  <a:lnTo>
                    <a:pt x="130756" y="282251"/>
                  </a:lnTo>
                  <a:lnTo>
                    <a:pt x="144465" y="265028"/>
                  </a:lnTo>
                  <a:lnTo>
                    <a:pt x="246398" y="265028"/>
                  </a:lnTo>
                  <a:lnTo>
                    <a:pt x="245640" y="268276"/>
                  </a:lnTo>
                  <a:lnTo>
                    <a:pt x="244841" y="271273"/>
                  </a:lnTo>
                  <a:lnTo>
                    <a:pt x="244004" y="274021"/>
                  </a:lnTo>
                  <a:lnTo>
                    <a:pt x="243131" y="276523"/>
                  </a:lnTo>
                  <a:lnTo>
                    <a:pt x="242224" y="278780"/>
                  </a:lnTo>
                  <a:lnTo>
                    <a:pt x="241286" y="280794"/>
                  </a:lnTo>
                  <a:lnTo>
                    <a:pt x="240319" y="282568"/>
                  </a:lnTo>
                  <a:lnTo>
                    <a:pt x="239323" y="284104"/>
                  </a:lnTo>
                  <a:lnTo>
                    <a:pt x="238303" y="285403"/>
                  </a:lnTo>
                  <a:lnTo>
                    <a:pt x="237260" y="286469"/>
                  </a:lnTo>
                  <a:lnTo>
                    <a:pt x="236298" y="287356"/>
                  </a:lnTo>
                  <a:lnTo>
                    <a:pt x="235305" y="288122"/>
                  </a:lnTo>
                  <a:lnTo>
                    <a:pt x="234270" y="288775"/>
                  </a:lnTo>
                  <a:lnTo>
                    <a:pt x="233182" y="289320"/>
                  </a:lnTo>
                  <a:lnTo>
                    <a:pt x="232031" y="289764"/>
                  </a:lnTo>
                  <a:lnTo>
                    <a:pt x="230806" y="290113"/>
                  </a:lnTo>
                  <a:lnTo>
                    <a:pt x="229497" y="290374"/>
                  </a:lnTo>
                  <a:lnTo>
                    <a:pt x="228093" y="290552"/>
                  </a:lnTo>
                  <a:lnTo>
                    <a:pt x="226583" y="290654"/>
                  </a:lnTo>
                  <a:lnTo>
                    <a:pt x="224957" y="290687"/>
                  </a:lnTo>
                  <a:lnTo>
                    <a:pt x="222579" y="290657"/>
                  </a:lnTo>
                  <a:lnTo>
                    <a:pt x="219721" y="290572"/>
                  </a:lnTo>
                  <a:lnTo>
                    <a:pt x="216476" y="290440"/>
                  </a:lnTo>
                  <a:lnTo>
                    <a:pt x="212933" y="290271"/>
                  </a:lnTo>
                  <a:lnTo>
                    <a:pt x="209184" y="290072"/>
                  </a:lnTo>
                  <a:lnTo>
                    <a:pt x="205318" y="289852"/>
                  </a:lnTo>
                  <a:lnTo>
                    <a:pt x="201428" y="289619"/>
                  </a:lnTo>
                  <a:lnTo>
                    <a:pt x="197602" y="289382"/>
                  </a:lnTo>
                  <a:lnTo>
                    <a:pt x="193933" y="289149"/>
                  </a:lnTo>
                  <a:lnTo>
                    <a:pt x="190511" y="288929"/>
                  </a:lnTo>
                  <a:lnTo>
                    <a:pt x="190511" y="293850"/>
                  </a:lnTo>
                  <a:lnTo>
                    <a:pt x="194096" y="294717"/>
                  </a:lnTo>
                  <a:lnTo>
                    <a:pt x="197467" y="295636"/>
                  </a:lnTo>
                  <a:lnTo>
                    <a:pt x="200624" y="296618"/>
                  </a:lnTo>
                  <a:lnTo>
                    <a:pt x="203564" y="297675"/>
                  </a:lnTo>
                  <a:lnTo>
                    <a:pt x="206284" y="298815"/>
                  </a:lnTo>
                  <a:lnTo>
                    <a:pt x="208783" y="300051"/>
                  </a:lnTo>
                  <a:lnTo>
                    <a:pt x="211058" y="301392"/>
                  </a:lnTo>
                  <a:lnTo>
                    <a:pt x="213108" y="302849"/>
                  </a:lnTo>
                  <a:lnTo>
                    <a:pt x="214929" y="304432"/>
                  </a:lnTo>
                  <a:lnTo>
                    <a:pt x="216521" y="306153"/>
                  </a:lnTo>
                  <a:lnTo>
                    <a:pt x="217684" y="307818"/>
                  </a:lnTo>
                  <a:lnTo>
                    <a:pt x="218653" y="309648"/>
                  </a:lnTo>
                  <a:lnTo>
                    <a:pt x="219444" y="311638"/>
                  </a:lnTo>
                  <a:lnTo>
                    <a:pt x="220076" y="313784"/>
                  </a:lnTo>
                  <a:lnTo>
                    <a:pt x="220563" y="316082"/>
                  </a:lnTo>
                  <a:lnTo>
                    <a:pt x="220925" y="318528"/>
                  </a:lnTo>
                  <a:lnTo>
                    <a:pt x="221176" y="321117"/>
                  </a:lnTo>
                  <a:lnTo>
                    <a:pt x="221335" y="323845"/>
                  </a:lnTo>
                  <a:lnTo>
                    <a:pt x="221418" y="326709"/>
                  </a:lnTo>
                  <a:lnTo>
                    <a:pt x="221442" y="329703"/>
                  </a:lnTo>
                  <a:lnTo>
                    <a:pt x="226840" y="329602"/>
                  </a:lnTo>
                  <a:lnTo>
                    <a:pt x="232063" y="329278"/>
                  </a:lnTo>
                  <a:lnTo>
                    <a:pt x="237105" y="328697"/>
                  </a:lnTo>
                  <a:lnTo>
                    <a:pt x="241958" y="327824"/>
                  </a:lnTo>
                  <a:lnTo>
                    <a:pt x="246618" y="326627"/>
                  </a:lnTo>
                  <a:lnTo>
                    <a:pt x="251077" y="325071"/>
                  </a:lnTo>
                  <a:lnTo>
                    <a:pt x="255330" y="323123"/>
                  </a:lnTo>
                  <a:lnTo>
                    <a:pt x="259370" y="320749"/>
                  </a:lnTo>
                  <a:lnTo>
                    <a:pt x="263190" y="317916"/>
                  </a:lnTo>
                  <a:lnTo>
                    <a:pt x="266785" y="314588"/>
                  </a:lnTo>
                  <a:lnTo>
                    <a:pt x="269243" y="311863"/>
                  </a:lnTo>
                  <a:lnTo>
                    <a:pt x="271557" y="308726"/>
                  </a:lnTo>
                  <a:lnTo>
                    <a:pt x="273732" y="305146"/>
                  </a:lnTo>
                  <a:lnTo>
                    <a:pt x="275772" y="301091"/>
                  </a:lnTo>
                  <a:lnTo>
                    <a:pt x="277681" y="296530"/>
                  </a:lnTo>
                  <a:lnTo>
                    <a:pt x="279464" y="291432"/>
                  </a:lnTo>
                  <a:lnTo>
                    <a:pt x="281125" y="285764"/>
                  </a:lnTo>
                  <a:lnTo>
                    <a:pt x="282667" y="279495"/>
                  </a:lnTo>
                  <a:lnTo>
                    <a:pt x="284096" y="272594"/>
                  </a:lnTo>
                  <a:lnTo>
                    <a:pt x="285414" y="265028"/>
                  </a:lnTo>
                  <a:lnTo>
                    <a:pt x="321970" y="265028"/>
                  </a:lnTo>
                  <a:lnTo>
                    <a:pt x="323298" y="264975"/>
                  </a:lnTo>
                  <a:lnTo>
                    <a:pt x="324537" y="264814"/>
                  </a:lnTo>
                  <a:lnTo>
                    <a:pt x="325684" y="264544"/>
                  </a:lnTo>
                  <a:lnTo>
                    <a:pt x="326733" y="264162"/>
                  </a:lnTo>
                  <a:lnTo>
                    <a:pt x="327682" y="263666"/>
                  </a:lnTo>
                  <a:lnTo>
                    <a:pt x="328525" y="263054"/>
                  </a:lnTo>
                  <a:lnTo>
                    <a:pt x="329258" y="262324"/>
                  </a:lnTo>
                  <a:lnTo>
                    <a:pt x="329877" y="261473"/>
                  </a:lnTo>
                  <a:lnTo>
                    <a:pt x="330378" y="260501"/>
                  </a:lnTo>
                  <a:lnTo>
                    <a:pt x="330757" y="259404"/>
                  </a:lnTo>
                  <a:lnTo>
                    <a:pt x="327578" y="255663"/>
                  </a:lnTo>
                  <a:lnTo>
                    <a:pt x="324054" y="251707"/>
                  </a:lnTo>
                  <a:lnTo>
                    <a:pt x="320343" y="247680"/>
                  </a:lnTo>
                  <a:lnTo>
                    <a:pt x="316607" y="243724"/>
                  </a:lnTo>
                  <a:lnTo>
                    <a:pt x="313007" y="239984"/>
                  </a:lnTo>
                  <a:lnTo>
                    <a:pt x="309701" y="236601"/>
                  </a:lnTo>
                  <a:lnTo>
                    <a:pt x="306851" y="233721"/>
                  </a:lnTo>
                  <a:lnTo>
                    <a:pt x="304617" y="231487"/>
                  </a:lnTo>
                  <a:lnTo>
                    <a:pt x="303159" y="230040"/>
                  </a:lnTo>
                  <a:lnTo>
                    <a:pt x="302638" y="229527"/>
                  </a:lnTo>
                  <a:lnTo>
                    <a:pt x="286820" y="254834"/>
                  </a:lnTo>
                  <a:lnTo>
                    <a:pt x="287538" y="249212"/>
                  </a:lnTo>
                  <a:lnTo>
                    <a:pt x="288215" y="243305"/>
                  </a:lnTo>
                  <a:lnTo>
                    <a:pt x="288854" y="237103"/>
                  </a:lnTo>
                  <a:lnTo>
                    <a:pt x="289458" y="230595"/>
                  </a:lnTo>
                  <a:lnTo>
                    <a:pt x="290028" y="223771"/>
                  </a:lnTo>
                  <a:lnTo>
                    <a:pt x="290566" y="216620"/>
                  </a:lnTo>
                  <a:lnTo>
                    <a:pt x="291075" y="209131"/>
                  </a:lnTo>
                  <a:lnTo>
                    <a:pt x="291556" y="201294"/>
                  </a:lnTo>
                  <a:lnTo>
                    <a:pt x="292012" y="193099"/>
                  </a:lnTo>
                  <a:lnTo>
                    <a:pt x="292444" y="184535"/>
                  </a:lnTo>
                  <a:lnTo>
                    <a:pt x="328648" y="184535"/>
                  </a:lnTo>
                  <a:lnTo>
                    <a:pt x="330072" y="184482"/>
                  </a:lnTo>
                  <a:lnTo>
                    <a:pt x="331387" y="184321"/>
                  </a:lnTo>
                  <a:lnTo>
                    <a:pt x="332593" y="184051"/>
                  </a:lnTo>
                  <a:lnTo>
                    <a:pt x="333687" y="183669"/>
                  </a:lnTo>
                  <a:lnTo>
                    <a:pt x="334668" y="183173"/>
                  </a:lnTo>
                  <a:lnTo>
                    <a:pt x="335532" y="182561"/>
                  </a:lnTo>
                  <a:lnTo>
                    <a:pt x="336278" y="181831"/>
                  </a:lnTo>
                  <a:lnTo>
                    <a:pt x="336904" y="180981"/>
                  </a:lnTo>
                  <a:lnTo>
                    <a:pt x="337408" y="180008"/>
                  </a:lnTo>
                  <a:lnTo>
                    <a:pt x="337787" y="178911"/>
                  </a:lnTo>
                  <a:lnTo>
                    <a:pt x="334493" y="174941"/>
                  </a:lnTo>
                  <a:lnTo>
                    <a:pt x="330839" y="170726"/>
                  </a:lnTo>
                  <a:lnTo>
                    <a:pt x="326990" y="166422"/>
                  </a:lnTo>
                  <a:lnTo>
                    <a:pt x="323114" y="162186"/>
                  </a:lnTo>
                  <a:lnTo>
                    <a:pt x="319378" y="158173"/>
                  </a:lnTo>
                  <a:lnTo>
                    <a:pt x="315947" y="154540"/>
                  </a:lnTo>
                  <a:lnTo>
                    <a:pt x="312988" y="151443"/>
                  </a:lnTo>
                  <a:lnTo>
                    <a:pt x="310669" y="149037"/>
                  </a:lnTo>
                  <a:lnTo>
                    <a:pt x="309155" y="147479"/>
                  </a:lnTo>
                  <a:lnTo>
                    <a:pt x="308613" y="146925"/>
                  </a:lnTo>
                  <a:lnTo>
                    <a:pt x="293147" y="172584"/>
                  </a:lnTo>
                  <a:lnTo>
                    <a:pt x="295256" y="108261"/>
                  </a:lnTo>
                  <a:lnTo>
                    <a:pt x="297492" y="107903"/>
                  </a:lnTo>
                  <a:lnTo>
                    <a:pt x="299561" y="107465"/>
                  </a:lnTo>
                  <a:lnTo>
                    <a:pt x="301466" y="106951"/>
                  </a:lnTo>
                  <a:lnTo>
                    <a:pt x="303208" y="106365"/>
                  </a:lnTo>
                  <a:lnTo>
                    <a:pt x="304791" y="105712"/>
                  </a:lnTo>
                  <a:lnTo>
                    <a:pt x="306214" y="104996"/>
                  </a:lnTo>
                  <a:lnTo>
                    <a:pt x="307482" y="104221"/>
                  </a:lnTo>
                  <a:lnTo>
                    <a:pt x="308596" y="103390"/>
                  </a:lnTo>
                  <a:lnTo>
                    <a:pt x="309558" y="102510"/>
                  </a:lnTo>
                  <a:lnTo>
                    <a:pt x="310371" y="101582"/>
                  </a:lnTo>
                  <a:lnTo>
                    <a:pt x="275221" y="70651"/>
                  </a:lnTo>
                  <a:lnTo>
                    <a:pt x="254131" y="92092"/>
                  </a:lnTo>
                  <a:lnTo>
                    <a:pt x="175748" y="92092"/>
                  </a:lnTo>
                  <a:lnTo>
                    <a:pt x="147277" y="78384"/>
                  </a:lnTo>
                  <a:lnTo>
                    <a:pt x="148943" y="76169"/>
                  </a:lnTo>
                  <a:lnTo>
                    <a:pt x="150570" y="73955"/>
                  </a:lnTo>
                  <a:lnTo>
                    <a:pt x="152158" y="71740"/>
                  </a:lnTo>
                  <a:lnTo>
                    <a:pt x="153710" y="69526"/>
                  </a:lnTo>
                  <a:lnTo>
                    <a:pt x="155229" y="67311"/>
                  </a:lnTo>
                  <a:lnTo>
                    <a:pt x="156716" y="65097"/>
                  </a:lnTo>
                  <a:lnTo>
                    <a:pt x="158174" y="62883"/>
                  </a:lnTo>
                  <a:lnTo>
                    <a:pt x="159604" y="60668"/>
                  </a:lnTo>
                  <a:lnTo>
                    <a:pt x="161009" y="58454"/>
                  </a:lnTo>
                  <a:lnTo>
                    <a:pt x="162391" y="56239"/>
                  </a:lnTo>
                  <a:lnTo>
                    <a:pt x="320915" y="56239"/>
                  </a:lnTo>
                  <a:lnTo>
                    <a:pt x="322358" y="56186"/>
                  </a:lnTo>
                  <a:lnTo>
                    <a:pt x="323725" y="56026"/>
                  </a:lnTo>
                  <a:lnTo>
                    <a:pt x="325003" y="55755"/>
                  </a:lnTo>
                  <a:lnTo>
                    <a:pt x="326179" y="55373"/>
                  </a:lnTo>
                  <a:lnTo>
                    <a:pt x="327242" y="54877"/>
                  </a:lnTo>
                  <a:lnTo>
                    <a:pt x="328179" y="54265"/>
                  </a:lnTo>
                  <a:lnTo>
                    <a:pt x="328976" y="53535"/>
                  </a:lnTo>
                  <a:lnTo>
                    <a:pt x="329621" y="52685"/>
                  </a:lnTo>
                  <a:lnTo>
                    <a:pt x="330102" y="51712"/>
                  </a:lnTo>
                  <a:lnTo>
                    <a:pt x="330406" y="50615"/>
                  </a:lnTo>
                  <a:lnTo>
                    <a:pt x="325916" y="46349"/>
                  </a:lnTo>
                  <a:lnTo>
                    <a:pt x="321022" y="41879"/>
                  </a:lnTo>
                  <a:lnTo>
                    <a:pt x="315930" y="37357"/>
                  </a:lnTo>
                  <a:lnTo>
                    <a:pt x="310846" y="32939"/>
                  </a:lnTo>
                  <a:lnTo>
                    <a:pt x="305977" y="28779"/>
                  </a:lnTo>
                  <a:lnTo>
                    <a:pt x="301530" y="25029"/>
                  </a:lnTo>
                  <a:lnTo>
                    <a:pt x="297711" y="21845"/>
                  </a:lnTo>
                  <a:lnTo>
                    <a:pt x="294728" y="19380"/>
                  </a:lnTo>
                  <a:lnTo>
                    <a:pt x="292786" y="17788"/>
                  </a:lnTo>
                  <a:lnTo>
                    <a:pt x="292093" y="17223"/>
                  </a:lnTo>
                  <a:close/>
                  <a:moveTo>
                    <a:pt x="248507" y="254834"/>
                  </a:moveTo>
                  <a:lnTo>
                    <a:pt x="143762" y="254834"/>
                  </a:lnTo>
                  <a:lnTo>
                    <a:pt x="144836" y="248766"/>
                  </a:lnTo>
                  <a:lnTo>
                    <a:pt x="145944" y="242394"/>
                  </a:lnTo>
                  <a:lnTo>
                    <a:pt x="147077" y="235752"/>
                  </a:lnTo>
                  <a:lnTo>
                    <a:pt x="148227" y="228874"/>
                  </a:lnTo>
                  <a:lnTo>
                    <a:pt x="149386" y="221794"/>
                  </a:lnTo>
                  <a:lnTo>
                    <a:pt x="150544" y="214544"/>
                  </a:lnTo>
                  <a:lnTo>
                    <a:pt x="151694" y="207160"/>
                  </a:lnTo>
                  <a:lnTo>
                    <a:pt x="152828" y="199675"/>
                  </a:lnTo>
                  <a:lnTo>
                    <a:pt x="153935" y="192122"/>
                  </a:lnTo>
                  <a:lnTo>
                    <a:pt x="155010" y="184535"/>
                  </a:lnTo>
                  <a:lnTo>
                    <a:pt x="255186" y="184535"/>
                  </a:lnTo>
                  <a:lnTo>
                    <a:pt x="254648" y="193488"/>
                  </a:lnTo>
                  <a:lnTo>
                    <a:pt x="254086" y="202003"/>
                  </a:lnTo>
                  <a:lnTo>
                    <a:pt x="253500" y="210083"/>
                  </a:lnTo>
                  <a:lnTo>
                    <a:pt x="252886" y="217733"/>
                  </a:lnTo>
                  <a:lnTo>
                    <a:pt x="252242" y="224957"/>
                  </a:lnTo>
                  <a:lnTo>
                    <a:pt x="251567" y="231759"/>
                  </a:lnTo>
                  <a:lnTo>
                    <a:pt x="250858" y="238144"/>
                  </a:lnTo>
                  <a:lnTo>
                    <a:pt x="250113" y="244115"/>
                  </a:lnTo>
                  <a:lnTo>
                    <a:pt x="249330" y="249677"/>
                  </a:lnTo>
                  <a:lnTo>
                    <a:pt x="248507" y="254834"/>
                  </a:lnTo>
                  <a:close/>
                  <a:moveTo>
                    <a:pt x="255537" y="174342"/>
                  </a:moveTo>
                  <a:lnTo>
                    <a:pt x="156767" y="174342"/>
                  </a:lnTo>
                  <a:lnTo>
                    <a:pt x="157906" y="166354"/>
                  </a:lnTo>
                  <a:lnTo>
                    <a:pt x="159003" y="158443"/>
                  </a:lnTo>
                  <a:lnTo>
                    <a:pt x="160057" y="150641"/>
                  </a:lnTo>
                  <a:lnTo>
                    <a:pt x="161069" y="142983"/>
                  </a:lnTo>
                  <a:lnTo>
                    <a:pt x="162040" y="135502"/>
                  </a:lnTo>
                  <a:lnTo>
                    <a:pt x="162967" y="128231"/>
                  </a:lnTo>
                  <a:lnTo>
                    <a:pt x="163853" y="121206"/>
                  </a:lnTo>
                  <a:lnTo>
                    <a:pt x="164697" y="114458"/>
                  </a:lnTo>
                  <a:lnTo>
                    <a:pt x="165498" y="108023"/>
                  </a:lnTo>
                  <a:lnTo>
                    <a:pt x="166257" y="101934"/>
                  </a:lnTo>
                  <a:lnTo>
                    <a:pt x="257998" y="101934"/>
                  </a:lnTo>
                  <a:lnTo>
                    <a:pt x="257786" y="110054"/>
                  </a:lnTo>
                  <a:lnTo>
                    <a:pt x="257573" y="117968"/>
                  </a:lnTo>
                  <a:lnTo>
                    <a:pt x="257356" y="125679"/>
                  </a:lnTo>
                  <a:lnTo>
                    <a:pt x="257132" y="133192"/>
                  </a:lnTo>
                  <a:lnTo>
                    <a:pt x="256899" y="140510"/>
                  </a:lnTo>
                  <a:lnTo>
                    <a:pt x="256656" y="147639"/>
                  </a:lnTo>
                  <a:lnTo>
                    <a:pt x="256401" y="154583"/>
                  </a:lnTo>
                  <a:lnTo>
                    <a:pt x="256131" y="161345"/>
                  </a:lnTo>
                  <a:lnTo>
                    <a:pt x="255843" y="167930"/>
                  </a:lnTo>
                  <a:lnTo>
                    <a:pt x="255537" y="1743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8595865" y="2641567"/>
              <a:ext cx="336246" cy="331108"/>
            </a:xfrm>
            <a:custGeom>
              <a:avLst/>
              <a:gdLst/>
              <a:ahLst/>
              <a:cxnLst/>
              <a:rect l="l" t="t" r="r" b="b"/>
              <a:pathLst>
                <a:path w="336246" h="331108">
                  <a:moveTo>
                    <a:pt x="201758" y="4218"/>
                  </a:moveTo>
                  <a:lnTo>
                    <a:pt x="147979" y="0"/>
                  </a:lnTo>
                  <a:lnTo>
                    <a:pt x="147979" y="80844"/>
                  </a:lnTo>
                  <a:lnTo>
                    <a:pt x="83656" y="80844"/>
                  </a:lnTo>
                  <a:lnTo>
                    <a:pt x="83656" y="30228"/>
                  </a:lnTo>
                  <a:lnTo>
                    <a:pt x="86307" y="29744"/>
                  </a:lnTo>
                  <a:lnTo>
                    <a:pt x="88585" y="29134"/>
                  </a:lnTo>
                  <a:lnTo>
                    <a:pt x="90517" y="28403"/>
                  </a:lnTo>
                  <a:lnTo>
                    <a:pt x="92131" y="27551"/>
                  </a:lnTo>
                  <a:lnTo>
                    <a:pt x="93454" y="26581"/>
                  </a:lnTo>
                  <a:lnTo>
                    <a:pt x="94513" y="25496"/>
                  </a:lnTo>
                  <a:lnTo>
                    <a:pt x="95335" y="24296"/>
                  </a:lnTo>
                  <a:lnTo>
                    <a:pt x="95950" y="22985"/>
                  </a:lnTo>
                  <a:lnTo>
                    <a:pt x="96382" y="21564"/>
                  </a:lnTo>
                  <a:lnTo>
                    <a:pt x="96661" y="20035"/>
                  </a:lnTo>
                  <a:lnTo>
                    <a:pt x="43234" y="14762"/>
                  </a:lnTo>
                  <a:lnTo>
                    <a:pt x="43234" y="76626"/>
                  </a:lnTo>
                  <a:lnTo>
                    <a:pt x="41865" y="77509"/>
                  </a:lnTo>
                  <a:lnTo>
                    <a:pt x="40506" y="78462"/>
                  </a:lnTo>
                  <a:lnTo>
                    <a:pt x="39169" y="79470"/>
                  </a:lnTo>
                  <a:lnTo>
                    <a:pt x="37863" y="80517"/>
                  </a:lnTo>
                  <a:lnTo>
                    <a:pt x="36599" y="81590"/>
                  </a:lnTo>
                  <a:lnTo>
                    <a:pt x="35388" y="82674"/>
                  </a:lnTo>
                  <a:lnTo>
                    <a:pt x="34241" y="83754"/>
                  </a:lnTo>
                  <a:lnTo>
                    <a:pt x="33167" y="84814"/>
                  </a:lnTo>
                  <a:lnTo>
                    <a:pt x="32177" y="85841"/>
                  </a:lnTo>
                  <a:lnTo>
                    <a:pt x="31283" y="86819"/>
                  </a:lnTo>
                  <a:lnTo>
                    <a:pt x="73462" y="108260"/>
                  </a:lnTo>
                  <a:lnTo>
                    <a:pt x="85765" y="91037"/>
                  </a:lnTo>
                  <a:lnTo>
                    <a:pt x="250967" y="91037"/>
                  </a:lnTo>
                  <a:lnTo>
                    <a:pt x="250967" y="101230"/>
                  </a:lnTo>
                  <a:lnTo>
                    <a:pt x="234447" y="119157"/>
                  </a:lnTo>
                  <a:lnTo>
                    <a:pt x="94903" y="119157"/>
                  </a:lnTo>
                  <a:lnTo>
                    <a:pt x="48858" y="102636"/>
                  </a:lnTo>
                  <a:lnTo>
                    <a:pt x="48858" y="196837"/>
                  </a:lnTo>
                  <a:lnTo>
                    <a:pt x="48657" y="211222"/>
                  </a:lnTo>
                  <a:lnTo>
                    <a:pt x="47927" y="225452"/>
                  </a:lnTo>
                  <a:lnTo>
                    <a:pt x="46476" y="239474"/>
                  </a:lnTo>
                  <a:lnTo>
                    <a:pt x="44111" y="253239"/>
                  </a:lnTo>
                  <a:lnTo>
                    <a:pt x="40641" y="266697"/>
                  </a:lnTo>
                  <a:lnTo>
                    <a:pt x="35875" y="279796"/>
                  </a:lnTo>
                  <a:lnTo>
                    <a:pt x="29619" y="292485"/>
                  </a:lnTo>
                  <a:lnTo>
                    <a:pt x="21683" y="304715"/>
                  </a:lnTo>
                  <a:lnTo>
                    <a:pt x="11874" y="316435"/>
                  </a:lnTo>
                  <a:lnTo>
                    <a:pt x="0" y="327593"/>
                  </a:lnTo>
                  <a:lnTo>
                    <a:pt x="2812" y="331108"/>
                  </a:lnTo>
                  <a:lnTo>
                    <a:pt x="24270" y="320601"/>
                  </a:lnTo>
                  <a:lnTo>
                    <a:pt x="41867" y="309009"/>
                  </a:lnTo>
                  <a:lnTo>
                    <a:pt x="55980" y="296494"/>
                  </a:lnTo>
                  <a:lnTo>
                    <a:pt x="66986" y="283215"/>
                  </a:lnTo>
                  <a:lnTo>
                    <a:pt x="75264" y="269333"/>
                  </a:lnTo>
                  <a:lnTo>
                    <a:pt x="81190" y="255008"/>
                  </a:lnTo>
                  <a:lnTo>
                    <a:pt x="85141" y="240401"/>
                  </a:lnTo>
                  <a:lnTo>
                    <a:pt x="87497" y="225671"/>
                  </a:lnTo>
                  <a:lnTo>
                    <a:pt x="88633" y="210979"/>
                  </a:lnTo>
                  <a:lnTo>
                    <a:pt x="88928" y="196486"/>
                  </a:lnTo>
                  <a:lnTo>
                    <a:pt x="88928" y="129350"/>
                  </a:lnTo>
                  <a:lnTo>
                    <a:pt x="238314" y="129350"/>
                  </a:lnTo>
                  <a:lnTo>
                    <a:pt x="238650" y="153512"/>
                  </a:lnTo>
                  <a:lnTo>
                    <a:pt x="239568" y="177300"/>
                  </a:lnTo>
                  <a:lnTo>
                    <a:pt x="241249" y="200420"/>
                  </a:lnTo>
                  <a:lnTo>
                    <a:pt x="243876" y="222583"/>
                  </a:lnTo>
                  <a:lnTo>
                    <a:pt x="247628" y="243498"/>
                  </a:lnTo>
                  <a:lnTo>
                    <a:pt x="252688" y="262873"/>
                  </a:lnTo>
                  <a:lnTo>
                    <a:pt x="259237" y="280418"/>
                  </a:lnTo>
                  <a:lnTo>
                    <a:pt x="267457" y="295841"/>
                  </a:lnTo>
                  <a:lnTo>
                    <a:pt x="277528" y="308851"/>
                  </a:lnTo>
                  <a:lnTo>
                    <a:pt x="289632" y="319157"/>
                  </a:lnTo>
                  <a:lnTo>
                    <a:pt x="294070" y="322169"/>
                  </a:lnTo>
                  <a:lnTo>
                    <a:pt x="298689" y="324818"/>
                  </a:lnTo>
                  <a:lnTo>
                    <a:pt x="303418" y="327015"/>
                  </a:lnTo>
                  <a:lnTo>
                    <a:pt x="308185" y="328673"/>
                  </a:lnTo>
                  <a:lnTo>
                    <a:pt x="312918" y="329702"/>
                  </a:lnTo>
                  <a:lnTo>
                    <a:pt x="317546" y="330014"/>
                  </a:lnTo>
                  <a:lnTo>
                    <a:pt x="321997" y="329521"/>
                  </a:lnTo>
                  <a:lnTo>
                    <a:pt x="326199" y="328133"/>
                  </a:lnTo>
                  <a:lnTo>
                    <a:pt x="330080" y="325763"/>
                  </a:lnTo>
                  <a:lnTo>
                    <a:pt x="333569" y="322321"/>
                  </a:lnTo>
                  <a:lnTo>
                    <a:pt x="334844" y="320096"/>
                  </a:lnTo>
                  <a:lnTo>
                    <a:pt x="335717" y="317636"/>
                  </a:lnTo>
                  <a:lnTo>
                    <a:pt x="336185" y="314941"/>
                  </a:lnTo>
                  <a:lnTo>
                    <a:pt x="336246" y="312007"/>
                  </a:lnTo>
                  <a:lnTo>
                    <a:pt x="335898" y="308832"/>
                  </a:lnTo>
                  <a:lnTo>
                    <a:pt x="335138" y="305415"/>
                  </a:lnTo>
                  <a:lnTo>
                    <a:pt x="333965" y="301754"/>
                  </a:lnTo>
                  <a:lnTo>
                    <a:pt x="332377" y="297846"/>
                  </a:lnTo>
                  <a:lnTo>
                    <a:pt x="330371" y="293688"/>
                  </a:lnTo>
                  <a:lnTo>
                    <a:pt x="327945" y="289280"/>
                  </a:lnTo>
                  <a:lnTo>
                    <a:pt x="330757" y="240774"/>
                  </a:lnTo>
                  <a:lnTo>
                    <a:pt x="326890" y="240422"/>
                  </a:lnTo>
                  <a:lnTo>
                    <a:pt x="325931" y="244091"/>
                  </a:lnTo>
                  <a:lnTo>
                    <a:pt x="324950" y="247711"/>
                  </a:lnTo>
                  <a:lnTo>
                    <a:pt x="323948" y="251276"/>
                  </a:lnTo>
                  <a:lnTo>
                    <a:pt x="322926" y="254780"/>
                  </a:lnTo>
                  <a:lnTo>
                    <a:pt x="321882" y="258217"/>
                  </a:lnTo>
                  <a:lnTo>
                    <a:pt x="320817" y="261580"/>
                  </a:lnTo>
                  <a:lnTo>
                    <a:pt x="319730" y="264862"/>
                  </a:lnTo>
                  <a:lnTo>
                    <a:pt x="318623" y="268058"/>
                  </a:lnTo>
                  <a:lnTo>
                    <a:pt x="317495" y="271162"/>
                  </a:lnTo>
                  <a:lnTo>
                    <a:pt x="316346" y="274166"/>
                  </a:lnTo>
                  <a:lnTo>
                    <a:pt x="315721" y="275136"/>
                  </a:lnTo>
                  <a:lnTo>
                    <a:pt x="315103" y="275938"/>
                  </a:lnTo>
                  <a:lnTo>
                    <a:pt x="314476" y="276570"/>
                  </a:lnTo>
                  <a:lnTo>
                    <a:pt x="313826" y="277034"/>
                  </a:lnTo>
                  <a:lnTo>
                    <a:pt x="313138" y="277329"/>
                  </a:lnTo>
                  <a:lnTo>
                    <a:pt x="312398" y="277456"/>
                  </a:lnTo>
                  <a:lnTo>
                    <a:pt x="311589" y="277414"/>
                  </a:lnTo>
                  <a:lnTo>
                    <a:pt x="310699" y="277203"/>
                  </a:lnTo>
                  <a:lnTo>
                    <a:pt x="309712" y="276823"/>
                  </a:lnTo>
                  <a:lnTo>
                    <a:pt x="308613" y="276275"/>
                  </a:lnTo>
                  <a:lnTo>
                    <a:pt x="301323" y="269660"/>
                  </a:lnTo>
                  <a:lnTo>
                    <a:pt x="295219" y="260053"/>
                  </a:lnTo>
                  <a:lnTo>
                    <a:pt x="290220" y="247940"/>
                  </a:lnTo>
                  <a:lnTo>
                    <a:pt x="286246" y="233809"/>
                  </a:lnTo>
                  <a:lnTo>
                    <a:pt x="283217" y="218146"/>
                  </a:lnTo>
                  <a:lnTo>
                    <a:pt x="281053" y="201440"/>
                  </a:lnTo>
                  <a:lnTo>
                    <a:pt x="279673" y="184177"/>
                  </a:lnTo>
                  <a:lnTo>
                    <a:pt x="278997" y="166845"/>
                  </a:lnTo>
                  <a:lnTo>
                    <a:pt x="278946" y="149930"/>
                  </a:lnTo>
                  <a:lnTo>
                    <a:pt x="279439" y="133919"/>
                  </a:lnTo>
                  <a:lnTo>
                    <a:pt x="281398" y="133572"/>
                  </a:lnTo>
                  <a:lnTo>
                    <a:pt x="283266" y="133166"/>
                  </a:lnTo>
                  <a:lnTo>
                    <a:pt x="285032" y="132705"/>
                  </a:lnTo>
                  <a:lnTo>
                    <a:pt x="286688" y="132193"/>
                  </a:lnTo>
                  <a:lnTo>
                    <a:pt x="288226" y="131635"/>
                  </a:lnTo>
                  <a:lnTo>
                    <a:pt x="289638" y="131034"/>
                  </a:lnTo>
                  <a:lnTo>
                    <a:pt x="290914" y="130396"/>
                  </a:lnTo>
                  <a:lnTo>
                    <a:pt x="292047" y="129724"/>
                  </a:lnTo>
                  <a:lnTo>
                    <a:pt x="293029" y="129022"/>
                  </a:lnTo>
                  <a:lnTo>
                    <a:pt x="293850" y="128295"/>
                  </a:lnTo>
                  <a:lnTo>
                    <a:pt x="264676" y="105448"/>
                  </a:lnTo>
                  <a:lnTo>
                    <a:pt x="268955" y="105032"/>
                  </a:lnTo>
                  <a:lnTo>
                    <a:pt x="273098" y="104442"/>
                  </a:lnTo>
                  <a:lnTo>
                    <a:pt x="277029" y="103712"/>
                  </a:lnTo>
                  <a:lnTo>
                    <a:pt x="280676" y="102878"/>
                  </a:lnTo>
                  <a:lnTo>
                    <a:pt x="283964" y="101977"/>
                  </a:lnTo>
                  <a:lnTo>
                    <a:pt x="286820" y="101045"/>
                  </a:lnTo>
                  <a:lnTo>
                    <a:pt x="289170" y="100116"/>
                  </a:lnTo>
                  <a:lnTo>
                    <a:pt x="290939" y="99228"/>
                  </a:lnTo>
                  <a:lnTo>
                    <a:pt x="292055" y="98416"/>
                  </a:lnTo>
                  <a:lnTo>
                    <a:pt x="292444" y="97715"/>
                  </a:lnTo>
                  <a:lnTo>
                    <a:pt x="292444" y="29174"/>
                  </a:lnTo>
                  <a:lnTo>
                    <a:pt x="295095" y="28689"/>
                  </a:lnTo>
                  <a:lnTo>
                    <a:pt x="297373" y="28083"/>
                  </a:lnTo>
                  <a:lnTo>
                    <a:pt x="299305" y="27358"/>
                  </a:lnTo>
                  <a:lnTo>
                    <a:pt x="300919" y="26519"/>
                  </a:lnTo>
                  <a:lnTo>
                    <a:pt x="302242" y="25571"/>
                  </a:lnTo>
                  <a:lnTo>
                    <a:pt x="303301" y="24517"/>
                  </a:lnTo>
                  <a:lnTo>
                    <a:pt x="304124" y="23362"/>
                  </a:lnTo>
                  <a:lnTo>
                    <a:pt x="304738" y="22110"/>
                  </a:lnTo>
                  <a:lnTo>
                    <a:pt x="305170" y="20765"/>
                  </a:lnTo>
                  <a:lnTo>
                    <a:pt x="305449" y="19332"/>
                  </a:lnTo>
                  <a:lnTo>
                    <a:pt x="250967" y="14762"/>
                  </a:lnTo>
                  <a:lnTo>
                    <a:pt x="250967" y="80844"/>
                  </a:lnTo>
                  <a:lnTo>
                    <a:pt x="189104" y="80844"/>
                  </a:lnTo>
                  <a:lnTo>
                    <a:pt x="189104" y="14059"/>
                  </a:lnTo>
                  <a:lnTo>
                    <a:pt x="191660" y="13575"/>
                  </a:lnTo>
                  <a:lnTo>
                    <a:pt x="193862" y="12968"/>
                  </a:lnTo>
                  <a:lnTo>
                    <a:pt x="195735" y="12244"/>
                  </a:lnTo>
                  <a:lnTo>
                    <a:pt x="197304" y="11405"/>
                  </a:lnTo>
                  <a:lnTo>
                    <a:pt x="198595" y="10457"/>
                  </a:lnTo>
                  <a:lnTo>
                    <a:pt x="199632" y="9403"/>
                  </a:lnTo>
                  <a:lnTo>
                    <a:pt x="200442" y="8248"/>
                  </a:lnTo>
                  <a:lnTo>
                    <a:pt x="201049" y="6996"/>
                  </a:lnTo>
                  <a:lnTo>
                    <a:pt x="201480" y="5651"/>
                  </a:lnTo>
                  <a:lnTo>
                    <a:pt x="201758" y="4218"/>
                  </a:lnTo>
                  <a:close/>
                  <a:moveTo>
                    <a:pt x="234096" y="158173"/>
                  </a:moveTo>
                  <a:lnTo>
                    <a:pt x="186644" y="138137"/>
                  </a:lnTo>
                  <a:lnTo>
                    <a:pt x="185020" y="143694"/>
                  </a:lnTo>
                  <a:lnTo>
                    <a:pt x="183312" y="149188"/>
                  </a:lnTo>
                  <a:lnTo>
                    <a:pt x="181519" y="154619"/>
                  </a:lnTo>
                  <a:lnTo>
                    <a:pt x="179642" y="159986"/>
                  </a:lnTo>
                  <a:lnTo>
                    <a:pt x="177681" y="165290"/>
                  </a:lnTo>
                  <a:lnTo>
                    <a:pt x="175635" y="170531"/>
                  </a:lnTo>
                  <a:lnTo>
                    <a:pt x="173505" y="175709"/>
                  </a:lnTo>
                  <a:lnTo>
                    <a:pt x="171290" y="180823"/>
                  </a:lnTo>
                  <a:lnTo>
                    <a:pt x="168992" y="185874"/>
                  </a:lnTo>
                  <a:lnTo>
                    <a:pt x="166609" y="190862"/>
                  </a:lnTo>
                  <a:lnTo>
                    <a:pt x="161431" y="187267"/>
                  </a:lnTo>
                  <a:lnTo>
                    <a:pt x="156022" y="183657"/>
                  </a:lnTo>
                  <a:lnTo>
                    <a:pt x="150380" y="180039"/>
                  </a:lnTo>
                  <a:lnTo>
                    <a:pt x="144507" y="176419"/>
                  </a:lnTo>
                  <a:lnTo>
                    <a:pt x="138401" y="172804"/>
                  </a:lnTo>
                  <a:lnTo>
                    <a:pt x="132064" y="169198"/>
                  </a:lnTo>
                  <a:lnTo>
                    <a:pt x="125494" y="165610"/>
                  </a:lnTo>
                  <a:lnTo>
                    <a:pt x="118693" y="162045"/>
                  </a:lnTo>
                  <a:lnTo>
                    <a:pt x="111659" y="158509"/>
                  </a:lnTo>
                  <a:lnTo>
                    <a:pt x="104394" y="155009"/>
                  </a:lnTo>
                  <a:lnTo>
                    <a:pt x="100176" y="157821"/>
                  </a:lnTo>
                  <a:lnTo>
                    <a:pt x="105192" y="162890"/>
                  </a:lnTo>
                  <a:lnTo>
                    <a:pt x="110316" y="168175"/>
                  </a:lnTo>
                  <a:lnTo>
                    <a:pt x="115528" y="173657"/>
                  </a:lnTo>
                  <a:lnTo>
                    <a:pt x="120810" y="179321"/>
                  </a:lnTo>
                  <a:lnTo>
                    <a:pt x="126143" y="185150"/>
                  </a:lnTo>
                  <a:lnTo>
                    <a:pt x="131507" y="191126"/>
                  </a:lnTo>
                  <a:lnTo>
                    <a:pt x="136884" y="197233"/>
                  </a:lnTo>
                  <a:lnTo>
                    <a:pt x="142254" y="203454"/>
                  </a:lnTo>
                  <a:lnTo>
                    <a:pt x="147599" y="209771"/>
                  </a:lnTo>
                  <a:lnTo>
                    <a:pt x="152900" y="216169"/>
                  </a:lnTo>
                  <a:lnTo>
                    <a:pt x="146082" y="227239"/>
                  </a:lnTo>
                  <a:lnTo>
                    <a:pt x="138933" y="237872"/>
                  </a:lnTo>
                  <a:lnTo>
                    <a:pt x="131480" y="248054"/>
                  </a:lnTo>
                  <a:lnTo>
                    <a:pt x="123751" y="257769"/>
                  </a:lnTo>
                  <a:lnTo>
                    <a:pt x="115774" y="267004"/>
                  </a:lnTo>
                  <a:lnTo>
                    <a:pt x="107574" y="275744"/>
                  </a:lnTo>
                  <a:lnTo>
                    <a:pt x="99181" y="283972"/>
                  </a:lnTo>
                  <a:lnTo>
                    <a:pt x="90621" y="291676"/>
                  </a:lnTo>
                  <a:lnTo>
                    <a:pt x="81922" y="298840"/>
                  </a:lnTo>
                  <a:lnTo>
                    <a:pt x="73111" y="305449"/>
                  </a:lnTo>
                  <a:lnTo>
                    <a:pt x="76977" y="309667"/>
                  </a:lnTo>
                  <a:lnTo>
                    <a:pt x="87625" y="304730"/>
                  </a:lnTo>
                  <a:lnTo>
                    <a:pt x="98050" y="299398"/>
                  </a:lnTo>
                  <a:lnTo>
                    <a:pt x="108239" y="293657"/>
                  </a:lnTo>
                  <a:lnTo>
                    <a:pt x="118178" y="287492"/>
                  </a:lnTo>
                  <a:lnTo>
                    <a:pt x="127856" y="280888"/>
                  </a:lnTo>
                  <a:lnTo>
                    <a:pt x="137260" y="273831"/>
                  </a:lnTo>
                  <a:lnTo>
                    <a:pt x="146377" y="266306"/>
                  </a:lnTo>
                  <a:lnTo>
                    <a:pt x="155195" y="258298"/>
                  </a:lnTo>
                  <a:lnTo>
                    <a:pt x="163700" y="249792"/>
                  </a:lnTo>
                  <a:lnTo>
                    <a:pt x="171881" y="240774"/>
                  </a:lnTo>
                  <a:lnTo>
                    <a:pt x="176033" y="246562"/>
                  </a:lnTo>
                  <a:lnTo>
                    <a:pt x="180044" y="252320"/>
                  </a:lnTo>
                  <a:lnTo>
                    <a:pt x="183899" y="258040"/>
                  </a:lnTo>
                  <a:lnTo>
                    <a:pt x="187583" y="263714"/>
                  </a:lnTo>
                  <a:lnTo>
                    <a:pt x="191081" y="269333"/>
                  </a:lnTo>
                  <a:lnTo>
                    <a:pt x="194379" y="274889"/>
                  </a:lnTo>
                  <a:lnTo>
                    <a:pt x="197462" y="280373"/>
                  </a:lnTo>
                  <a:lnTo>
                    <a:pt x="200316" y="285777"/>
                  </a:lnTo>
                  <a:lnTo>
                    <a:pt x="202924" y="291092"/>
                  </a:lnTo>
                  <a:lnTo>
                    <a:pt x="205273" y="296310"/>
                  </a:lnTo>
                  <a:lnTo>
                    <a:pt x="214695" y="300734"/>
                  </a:lnTo>
                  <a:lnTo>
                    <a:pt x="222862" y="301375"/>
                  </a:lnTo>
                  <a:lnTo>
                    <a:pt x="229363" y="298582"/>
                  </a:lnTo>
                  <a:lnTo>
                    <a:pt x="233786" y="292705"/>
                  </a:lnTo>
                  <a:lnTo>
                    <a:pt x="235721" y="284096"/>
                  </a:lnTo>
                  <a:lnTo>
                    <a:pt x="234756" y="273103"/>
                  </a:lnTo>
                  <a:lnTo>
                    <a:pt x="230481" y="260077"/>
                  </a:lnTo>
                  <a:lnTo>
                    <a:pt x="222482" y="245369"/>
                  </a:lnTo>
                  <a:lnTo>
                    <a:pt x="210350" y="229327"/>
                  </a:lnTo>
                  <a:lnTo>
                    <a:pt x="193674" y="212303"/>
                  </a:lnTo>
                  <a:lnTo>
                    <a:pt x="196499" y="207927"/>
                  </a:lnTo>
                  <a:lnTo>
                    <a:pt x="199281" y="203448"/>
                  </a:lnTo>
                  <a:lnTo>
                    <a:pt x="202016" y="198868"/>
                  </a:lnTo>
                  <a:lnTo>
                    <a:pt x="204702" y="194188"/>
                  </a:lnTo>
                  <a:lnTo>
                    <a:pt x="207338" y="189412"/>
                  </a:lnTo>
                  <a:lnTo>
                    <a:pt x="209921" y="184540"/>
                  </a:lnTo>
                  <a:lnTo>
                    <a:pt x="212450" y="179576"/>
                  </a:lnTo>
                  <a:lnTo>
                    <a:pt x="214921" y="174521"/>
                  </a:lnTo>
                  <a:lnTo>
                    <a:pt x="217333" y="169378"/>
                  </a:lnTo>
                  <a:lnTo>
                    <a:pt x="219684" y="164148"/>
                  </a:lnTo>
                  <a:lnTo>
                    <a:pt x="222005" y="164351"/>
                  </a:lnTo>
                  <a:lnTo>
                    <a:pt x="224119" y="164336"/>
                  </a:lnTo>
                  <a:lnTo>
                    <a:pt x="226030" y="164119"/>
                  </a:lnTo>
                  <a:lnTo>
                    <a:pt x="227743" y="163715"/>
                  </a:lnTo>
                  <a:lnTo>
                    <a:pt x="229263" y="163137"/>
                  </a:lnTo>
                  <a:lnTo>
                    <a:pt x="230592" y="162402"/>
                  </a:lnTo>
                  <a:lnTo>
                    <a:pt x="231736" y="161523"/>
                  </a:lnTo>
                  <a:lnTo>
                    <a:pt x="232698" y="160515"/>
                  </a:lnTo>
                  <a:lnTo>
                    <a:pt x="233483" y="159393"/>
                  </a:lnTo>
                  <a:lnTo>
                    <a:pt x="234096" y="1581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8971613" y="2640512"/>
              <a:ext cx="334624" cy="331460"/>
            </a:xfrm>
            <a:custGeom>
              <a:avLst/>
              <a:gdLst/>
              <a:ahLst/>
              <a:cxnLst/>
              <a:rect l="l" t="t" r="r" b="b"/>
              <a:pathLst>
                <a:path w="334624" h="331460">
                  <a:moveTo>
                    <a:pt x="41125" y="1758"/>
                  </a:moveTo>
                  <a:lnTo>
                    <a:pt x="37962" y="3867"/>
                  </a:lnTo>
                  <a:lnTo>
                    <a:pt x="41316" y="8411"/>
                  </a:lnTo>
                  <a:lnTo>
                    <a:pt x="44592" y="13357"/>
                  </a:lnTo>
                  <a:lnTo>
                    <a:pt x="47734" y="18640"/>
                  </a:lnTo>
                  <a:lnTo>
                    <a:pt x="50683" y="24197"/>
                  </a:lnTo>
                  <a:lnTo>
                    <a:pt x="53384" y="29965"/>
                  </a:lnTo>
                  <a:lnTo>
                    <a:pt x="55778" y="35881"/>
                  </a:lnTo>
                  <a:lnTo>
                    <a:pt x="57810" y="41881"/>
                  </a:lnTo>
                  <a:lnTo>
                    <a:pt x="59423" y="47902"/>
                  </a:lnTo>
                  <a:lnTo>
                    <a:pt x="60558" y="53881"/>
                  </a:lnTo>
                  <a:lnTo>
                    <a:pt x="61160" y="59754"/>
                  </a:lnTo>
                  <a:lnTo>
                    <a:pt x="71029" y="65315"/>
                  </a:lnTo>
                  <a:lnTo>
                    <a:pt x="80302" y="66107"/>
                  </a:lnTo>
                  <a:lnTo>
                    <a:pt x="88211" y="62972"/>
                  </a:lnTo>
                  <a:lnTo>
                    <a:pt x="93993" y="56751"/>
                  </a:lnTo>
                  <a:lnTo>
                    <a:pt x="96881" y="48287"/>
                  </a:lnTo>
                  <a:lnTo>
                    <a:pt x="96110" y="38420"/>
                  </a:lnTo>
                  <a:lnTo>
                    <a:pt x="90915" y="27992"/>
                  </a:lnTo>
                  <a:lnTo>
                    <a:pt x="80529" y="17845"/>
                  </a:lnTo>
                  <a:lnTo>
                    <a:pt x="64188" y="8820"/>
                  </a:lnTo>
                  <a:lnTo>
                    <a:pt x="41125" y="1758"/>
                  </a:lnTo>
                  <a:close/>
                  <a:moveTo>
                    <a:pt x="318455" y="113182"/>
                  </a:moveTo>
                  <a:lnTo>
                    <a:pt x="276627" y="81196"/>
                  </a:lnTo>
                  <a:lnTo>
                    <a:pt x="271546" y="84638"/>
                  </a:lnTo>
                  <a:lnTo>
                    <a:pt x="265843" y="88195"/>
                  </a:lnTo>
                  <a:lnTo>
                    <a:pt x="259592" y="91831"/>
                  </a:lnTo>
                  <a:lnTo>
                    <a:pt x="252866" y="95514"/>
                  </a:lnTo>
                  <a:lnTo>
                    <a:pt x="245739" y="99210"/>
                  </a:lnTo>
                  <a:lnTo>
                    <a:pt x="238286" y="102884"/>
                  </a:lnTo>
                  <a:lnTo>
                    <a:pt x="230579" y="106504"/>
                  </a:lnTo>
                  <a:lnTo>
                    <a:pt x="222694" y="110035"/>
                  </a:lnTo>
                  <a:lnTo>
                    <a:pt x="214702" y="113444"/>
                  </a:lnTo>
                  <a:lnTo>
                    <a:pt x="206680" y="116697"/>
                  </a:lnTo>
                  <a:lnTo>
                    <a:pt x="168015" y="105449"/>
                  </a:lnTo>
                  <a:lnTo>
                    <a:pt x="170947" y="102675"/>
                  </a:lnTo>
                  <a:lnTo>
                    <a:pt x="173836" y="99836"/>
                  </a:lnTo>
                  <a:lnTo>
                    <a:pt x="176683" y="96930"/>
                  </a:lnTo>
                  <a:lnTo>
                    <a:pt x="179488" y="93953"/>
                  </a:lnTo>
                  <a:lnTo>
                    <a:pt x="182251" y="90906"/>
                  </a:lnTo>
                  <a:lnTo>
                    <a:pt x="184971" y="87784"/>
                  </a:lnTo>
                  <a:lnTo>
                    <a:pt x="187650" y="84586"/>
                  </a:lnTo>
                  <a:lnTo>
                    <a:pt x="190286" y="81311"/>
                  </a:lnTo>
                  <a:lnTo>
                    <a:pt x="192880" y="77955"/>
                  </a:lnTo>
                  <a:lnTo>
                    <a:pt x="195432" y="74517"/>
                  </a:lnTo>
                  <a:lnTo>
                    <a:pt x="323376" y="74517"/>
                  </a:lnTo>
                  <a:lnTo>
                    <a:pt x="324809" y="74464"/>
                  </a:lnTo>
                  <a:lnTo>
                    <a:pt x="326151" y="74303"/>
                  </a:lnTo>
                  <a:lnTo>
                    <a:pt x="327397" y="74033"/>
                  </a:lnTo>
                  <a:lnTo>
                    <a:pt x="328539" y="73651"/>
                  </a:lnTo>
                  <a:lnTo>
                    <a:pt x="329571" y="73155"/>
                  </a:lnTo>
                  <a:lnTo>
                    <a:pt x="330487" y="72543"/>
                  </a:lnTo>
                  <a:lnTo>
                    <a:pt x="331282" y="71813"/>
                  </a:lnTo>
                  <a:lnTo>
                    <a:pt x="331947" y="70963"/>
                  </a:lnTo>
                  <a:lnTo>
                    <a:pt x="332477" y="69990"/>
                  </a:lnTo>
                  <a:lnTo>
                    <a:pt x="332866" y="68893"/>
                  </a:lnTo>
                  <a:lnTo>
                    <a:pt x="328367" y="64617"/>
                  </a:lnTo>
                  <a:lnTo>
                    <a:pt x="323446" y="60120"/>
                  </a:lnTo>
                  <a:lnTo>
                    <a:pt x="318314" y="55559"/>
                  </a:lnTo>
                  <a:lnTo>
                    <a:pt x="313183" y="51094"/>
                  </a:lnTo>
                  <a:lnTo>
                    <a:pt x="308262" y="46881"/>
                  </a:lnTo>
                  <a:lnTo>
                    <a:pt x="303763" y="43079"/>
                  </a:lnTo>
                  <a:lnTo>
                    <a:pt x="299896" y="39847"/>
                  </a:lnTo>
                  <a:lnTo>
                    <a:pt x="296873" y="37343"/>
                  </a:lnTo>
                  <a:lnTo>
                    <a:pt x="294905" y="35724"/>
                  </a:lnTo>
                  <a:lnTo>
                    <a:pt x="294202" y="35150"/>
                  </a:lnTo>
                  <a:lnTo>
                    <a:pt x="273112" y="64324"/>
                  </a:lnTo>
                  <a:lnTo>
                    <a:pt x="202462" y="64324"/>
                  </a:lnTo>
                  <a:lnTo>
                    <a:pt x="204865" y="60697"/>
                  </a:lnTo>
                  <a:lnTo>
                    <a:pt x="207225" y="56987"/>
                  </a:lnTo>
                  <a:lnTo>
                    <a:pt x="209538" y="53198"/>
                  </a:lnTo>
                  <a:lnTo>
                    <a:pt x="211803" y="49330"/>
                  </a:lnTo>
                  <a:lnTo>
                    <a:pt x="214017" y="45387"/>
                  </a:lnTo>
                  <a:lnTo>
                    <a:pt x="216178" y="41370"/>
                  </a:lnTo>
                  <a:lnTo>
                    <a:pt x="218285" y="37281"/>
                  </a:lnTo>
                  <a:lnTo>
                    <a:pt x="220334" y="33122"/>
                  </a:lnTo>
                  <a:lnTo>
                    <a:pt x="222325" y="28896"/>
                  </a:lnTo>
                  <a:lnTo>
                    <a:pt x="224254" y="24605"/>
                  </a:lnTo>
                  <a:lnTo>
                    <a:pt x="226565" y="24522"/>
                  </a:lnTo>
                  <a:lnTo>
                    <a:pt x="228649" y="24276"/>
                  </a:lnTo>
                  <a:lnTo>
                    <a:pt x="230515" y="23874"/>
                  </a:lnTo>
                  <a:lnTo>
                    <a:pt x="232167" y="23323"/>
                  </a:lnTo>
                  <a:lnTo>
                    <a:pt x="233613" y="22628"/>
                  </a:lnTo>
                  <a:lnTo>
                    <a:pt x="234858" y="21796"/>
                  </a:lnTo>
                  <a:lnTo>
                    <a:pt x="235910" y="20833"/>
                  </a:lnTo>
                  <a:lnTo>
                    <a:pt x="236773" y="19746"/>
                  </a:lnTo>
                  <a:lnTo>
                    <a:pt x="237455" y="18540"/>
                  </a:lnTo>
                  <a:lnTo>
                    <a:pt x="237963" y="17223"/>
                  </a:lnTo>
                  <a:lnTo>
                    <a:pt x="182778" y="0"/>
                  </a:lnTo>
                  <a:lnTo>
                    <a:pt x="179855" y="14198"/>
                  </a:lnTo>
                  <a:lnTo>
                    <a:pt x="176392" y="28258"/>
                  </a:lnTo>
                  <a:lnTo>
                    <a:pt x="172440" y="42080"/>
                  </a:lnTo>
                  <a:lnTo>
                    <a:pt x="168049" y="55570"/>
                  </a:lnTo>
                  <a:lnTo>
                    <a:pt x="163270" y="68630"/>
                  </a:lnTo>
                  <a:lnTo>
                    <a:pt x="158154" y="81162"/>
                  </a:lnTo>
                  <a:lnTo>
                    <a:pt x="152750" y="93070"/>
                  </a:lnTo>
                  <a:lnTo>
                    <a:pt x="147111" y="104256"/>
                  </a:lnTo>
                  <a:lnTo>
                    <a:pt x="141286" y="114625"/>
                  </a:lnTo>
                  <a:lnTo>
                    <a:pt x="135326" y="124078"/>
                  </a:lnTo>
                  <a:lnTo>
                    <a:pt x="139544" y="127241"/>
                  </a:lnTo>
                  <a:lnTo>
                    <a:pt x="141748" y="125850"/>
                  </a:lnTo>
                  <a:lnTo>
                    <a:pt x="143933" y="124415"/>
                  </a:lnTo>
                  <a:lnTo>
                    <a:pt x="146102" y="122939"/>
                  </a:lnTo>
                  <a:lnTo>
                    <a:pt x="148255" y="121421"/>
                  </a:lnTo>
                  <a:lnTo>
                    <a:pt x="150396" y="119860"/>
                  </a:lnTo>
                  <a:lnTo>
                    <a:pt x="152527" y="118257"/>
                  </a:lnTo>
                  <a:lnTo>
                    <a:pt x="154649" y="116612"/>
                  </a:lnTo>
                  <a:lnTo>
                    <a:pt x="156764" y="114925"/>
                  </a:lnTo>
                  <a:lnTo>
                    <a:pt x="158876" y="113196"/>
                  </a:lnTo>
                  <a:lnTo>
                    <a:pt x="160985" y="111424"/>
                  </a:lnTo>
                  <a:lnTo>
                    <a:pt x="160985" y="267488"/>
                  </a:lnTo>
                  <a:lnTo>
                    <a:pt x="160911" y="269690"/>
                  </a:lnTo>
                  <a:lnTo>
                    <a:pt x="160642" y="271686"/>
                  </a:lnTo>
                  <a:lnTo>
                    <a:pt x="160112" y="273527"/>
                  </a:lnTo>
                  <a:lnTo>
                    <a:pt x="159253" y="275260"/>
                  </a:lnTo>
                  <a:lnTo>
                    <a:pt x="157997" y="276935"/>
                  </a:lnTo>
                  <a:lnTo>
                    <a:pt x="156278" y="278598"/>
                  </a:lnTo>
                  <a:lnTo>
                    <a:pt x="154027" y="280300"/>
                  </a:lnTo>
                  <a:lnTo>
                    <a:pt x="151177" y="282088"/>
                  </a:lnTo>
                  <a:lnTo>
                    <a:pt x="147661" y="284011"/>
                  </a:lnTo>
                  <a:lnTo>
                    <a:pt x="143410" y="286117"/>
                  </a:lnTo>
                  <a:lnTo>
                    <a:pt x="163094" y="331460"/>
                  </a:lnTo>
                  <a:lnTo>
                    <a:pt x="164378" y="330870"/>
                  </a:lnTo>
                  <a:lnTo>
                    <a:pt x="165690" y="330153"/>
                  </a:lnTo>
                  <a:lnTo>
                    <a:pt x="167014" y="329309"/>
                  </a:lnTo>
                  <a:lnTo>
                    <a:pt x="168336" y="328339"/>
                  </a:lnTo>
                  <a:lnTo>
                    <a:pt x="169641" y="327242"/>
                  </a:lnTo>
                  <a:lnTo>
                    <a:pt x="170914" y="326019"/>
                  </a:lnTo>
                  <a:lnTo>
                    <a:pt x="172141" y="324669"/>
                  </a:lnTo>
                  <a:lnTo>
                    <a:pt x="173307" y="323193"/>
                  </a:lnTo>
                  <a:lnTo>
                    <a:pt x="174397" y="321590"/>
                  </a:lnTo>
                  <a:lnTo>
                    <a:pt x="175396" y="319861"/>
                  </a:lnTo>
                  <a:lnTo>
                    <a:pt x="184014" y="313965"/>
                  </a:lnTo>
                  <a:lnTo>
                    <a:pt x="192330" y="308127"/>
                  </a:lnTo>
                  <a:lnTo>
                    <a:pt x="200296" y="302402"/>
                  </a:lnTo>
                  <a:lnTo>
                    <a:pt x="207863" y="296848"/>
                  </a:lnTo>
                  <a:lnTo>
                    <a:pt x="214984" y="291522"/>
                  </a:lnTo>
                  <a:lnTo>
                    <a:pt x="221608" y="286480"/>
                  </a:lnTo>
                  <a:lnTo>
                    <a:pt x="227689" y="281780"/>
                  </a:lnTo>
                  <a:lnTo>
                    <a:pt x="233177" y="277479"/>
                  </a:lnTo>
                  <a:lnTo>
                    <a:pt x="238023" y="273633"/>
                  </a:lnTo>
                  <a:lnTo>
                    <a:pt x="242181" y="270300"/>
                  </a:lnTo>
                  <a:lnTo>
                    <a:pt x="241126" y="266434"/>
                  </a:lnTo>
                  <a:lnTo>
                    <a:pt x="199650" y="275573"/>
                  </a:lnTo>
                  <a:lnTo>
                    <a:pt x="199650" y="129702"/>
                  </a:lnTo>
                  <a:lnTo>
                    <a:pt x="223903" y="127944"/>
                  </a:lnTo>
                  <a:lnTo>
                    <a:pt x="226760" y="156654"/>
                  </a:lnTo>
                  <a:lnTo>
                    <a:pt x="230353" y="183166"/>
                  </a:lnTo>
                  <a:lnTo>
                    <a:pt x="234807" y="207581"/>
                  </a:lnTo>
                  <a:lnTo>
                    <a:pt x="240246" y="230002"/>
                  </a:lnTo>
                  <a:lnTo>
                    <a:pt x="246794" y="250528"/>
                  </a:lnTo>
                  <a:lnTo>
                    <a:pt x="254576" y="269262"/>
                  </a:lnTo>
                  <a:lnTo>
                    <a:pt x="263716" y="286305"/>
                  </a:lnTo>
                  <a:lnTo>
                    <a:pt x="274338" y="301758"/>
                  </a:lnTo>
                  <a:lnTo>
                    <a:pt x="286568" y="315721"/>
                  </a:lnTo>
                  <a:lnTo>
                    <a:pt x="300529" y="328297"/>
                  </a:lnTo>
                  <a:lnTo>
                    <a:pt x="302432" y="321992"/>
                  </a:lnTo>
                  <a:lnTo>
                    <a:pt x="304747" y="316160"/>
                  </a:lnTo>
                  <a:lnTo>
                    <a:pt x="307441" y="310809"/>
                  </a:lnTo>
                  <a:lnTo>
                    <a:pt x="310483" y="305947"/>
                  </a:lnTo>
                  <a:lnTo>
                    <a:pt x="313842" y="301583"/>
                  </a:lnTo>
                  <a:lnTo>
                    <a:pt x="317485" y="297725"/>
                  </a:lnTo>
                  <a:lnTo>
                    <a:pt x="321381" y="294382"/>
                  </a:lnTo>
                  <a:lnTo>
                    <a:pt x="325499" y="291561"/>
                  </a:lnTo>
                  <a:lnTo>
                    <a:pt x="329807" y="289272"/>
                  </a:lnTo>
                  <a:lnTo>
                    <a:pt x="334272" y="287523"/>
                  </a:lnTo>
                  <a:lnTo>
                    <a:pt x="334624" y="284008"/>
                  </a:lnTo>
                  <a:lnTo>
                    <a:pt x="325199" y="279415"/>
                  </a:lnTo>
                  <a:lnTo>
                    <a:pt x="316121" y="274085"/>
                  </a:lnTo>
                  <a:lnTo>
                    <a:pt x="307402" y="268042"/>
                  </a:lnTo>
                  <a:lnTo>
                    <a:pt x="299053" y="261310"/>
                  </a:lnTo>
                  <a:lnTo>
                    <a:pt x="291082" y="253912"/>
                  </a:lnTo>
                  <a:lnTo>
                    <a:pt x="283502" y="245870"/>
                  </a:lnTo>
                  <a:lnTo>
                    <a:pt x="276323" y="237208"/>
                  </a:lnTo>
                  <a:lnTo>
                    <a:pt x="269555" y="227949"/>
                  </a:lnTo>
                  <a:lnTo>
                    <a:pt x="263209" y="218117"/>
                  </a:lnTo>
                  <a:lnTo>
                    <a:pt x="257295" y="207734"/>
                  </a:lnTo>
                  <a:lnTo>
                    <a:pt x="263957" y="203957"/>
                  </a:lnTo>
                  <a:lnTo>
                    <a:pt x="270610" y="200043"/>
                  </a:lnTo>
                  <a:lnTo>
                    <a:pt x="277177" y="196045"/>
                  </a:lnTo>
                  <a:lnTo>
                    <a:pt x="283587" y="192015"/>
                  </a:lnTo>
                  <a:lnTo>
                    <a:pt x="289764" y="188006"/>
                  </a:lnTo>
                  <a:lnTo>
                    <a:pt x="295636" y="184071"/>
                  </a:lnTo>
                  <a:lnTo>
                    <a:pt x="301128" y="180263"/>
                  </a:lnTo>
                  <a:lnTo>
                    <a:pt x="306167" y="176634"/>
                  </a:lnTo>
                  <a:lnTo>
                    <a:pt x="310678" y="173236"/>
                  </a:lnTo>
                  <a:lnTo>
                    <a:pt x="314589" y="170124"/>
                  </a:lnTo>
                  <a:lnTo>
                    <a:pt x="316548" y="170729"/>
                  </a:lnTo>
                  <a:lnTo>
                    <a:pt x="318413" y="171083"/>
                  </a:lnTo>
                  <a:lnTo>
                    <a:pt x="320172" y="171209"/>
                  </a:lnTo>
                  <a:lnTo>
                    <a:pt x="321815" y="171131"/>
                  </a:lnTo>
                  <a:lnTo>
                    <a:pt x="323332" y="170871"/>
                  </a:lnTo>
                  <a:lnTo>
                    <a:pt x="324712" y="170453"/>
                  </a:lnTo>
                  <a:lnTo>
                    <a:pt x="325944" y="169900"/>
                  </a:lnTo>
                  <a:lnTo>
                    <a:pt x="327018" y="169235"/>
                  </a:lnTo>
                  <a:lnTo>
                    <a:pt x="327923" y="168482"/>
                  </a:lnTo>
                  <a:lnTo>
                    <a:pt x="328648" y="167663"/>
                  </a:lnTo>
                  <a:lnTo>
                    <a:pt x="286821" y="136380"/>
                  </a:lnTo>
                  <a:lnTo>
                    <a:pt x="284679" y="140921"/>
                  </a:lnTo>
                  <a:lnTo>
                    <a:pt x="282088" y="146045"/>
                  </a:lnTo>
                  <a:lnTo>
                    <a:pt x="279105" y="151663"/>
                  </a:lnTo>
                  <a:lnTo>
                    <a:pt x="275786" y="157684"/>
                  </a:lnTo>
                  <a:lnTo>
                    <a:pt x="272190" y="164017"/>
                  </a:lnTo>
                  <a:lnTo>
                    <a:pt x="268371" y="170571"/>
                  </a:lnTo>
                  <a:lnTo>
                    <a:pt x="264388" y="177256"/>
                  </a:lnTo>
                  <a:lnTo>
                    <a:pt x="260298" y="183981"/>
                  </a:lnTo>
                  <a:lnTo>
                    <a:pt x="256157" y="190656"/>
                  </a:lnTo>
                  <a:lnTo>
                    <a:pt x="252022" y="197189"/>
                  </a:lnTo>
                  <a:lnTo>
                    <a:pt x="249048" y="190789"/>
                  </a:lnTo>
                  <a:lnTo>
                    <a:pt x="246241" y="184246"/>
                  </a:lnTo>
                  <a:lnTo>
                    <a:pt x="243598" y="177563"/>
                  </a:lnTo>
                  <a:lnTo>
                    <a:pt x="241118" y="170745"/>
                  </a:lnTo>
                  <a:lnTo>
                    <a:pt x="238797" y="163797"/>
                  </a:lnTo>
                  <a:lnTo>
                    <a:pt x="236635" y="156722"/>
                  </a:lnTo>
                  <a:lnTo>
                    <a:pt x="234629" y="149525"/>
                  </a:lnTo>
                  <a:lnTo>
                    <a:pt x="232777" y="142210"/>
                  </a:lnTo>
                  <a:lnTo>
                    <a:pt x="231077" y="134780"/>
                  </a:lnTo>
                  <a:lnTo>
                    <a:pt x="229527" y="127241"/>
                  </a:lnTo>
                  <a:lnTo>
                    <a:pt x="238374" y="126336"/>
                  </a:lnTo>
                  <a:lnTo>
                    <a:pt x="247155" y="125312"/>
                  </a:lnTo>
                  <a:lnTo>
                    <a:pt x="255806" y="124179"/>
                  </a:lnTo>
                  <a:lnTo>
                    <a:pt x="264260" y="122945"/>
                  </a:lnTo>
                  <a:lnTo>
                    <a:pt x="272453" y="121618"/>
                  </a:lnTo>
                  <a:lnTo>
                    <a:pt x="280319" y="120206"/>
                  </a:lnTo>
                  <a:lnTo>
                    <a:pt x="287793" y="118718"/>
                  </a:lnTo>
                  <a:lnTo>
                    <a:pt x="294809" y="117163"/>
                  </a:lnTo>
                  <a:lnTo>
                    <a:pt x="301302" y="115549"/>
                  </a:lnTo>
                  <a:lnTo>
                    <a:pt x="307207" y="113885"/>
                  </a:lnTo>
                  <a:lnTo>
                    <a:pt x="308746" y="114444"/>
                  </a:lnTo>
                  <a:lnTo>
                    <a:pt x="310199" y="114858"/>
                  </a:lnTo>
                  <a:lnTo>
                    <a:pt x="311563" y="115128"/>
                  </a:lnTo>
                  <a:lnTo>
                    <a:pt x="312837" y="115257"/>
                  </a:lnTo>
                  <a:lnTo>
                    <a:pt x="314017" y="115247"/>
                  </a:lnTo>
                  <a:lnTo>
                    <a:pt x="315103" y="115099"/>
                  </a:lnTo>
                  <a:lnTo>
                    <a:pt x="316092" y="114817"/>
                  </a:lnTo>
                  <a:lnTo>
                    <a:pt x="316982" y="114402"/>
                  </a:lnTo>
                  <a:lnTo>
                    <a:pt x="317770" y="113856"/>
                  </a:lnTo>
                  <a:lnTo>
                    <a:pt x="318455" y="113182"/>
                  </a:lnTo>
                  <a:close/>
                  <a:moveTo>
                    <a:pt x="119509" y="42180"/>
                  </a:moveTo>
                  <a:lnTo>
                    <a:pt x="98770" y="71002"/>
                  </a:lnTo>
                  <a:lnTo>
                    <a:pt x="1055" y="71002"/>
                  </a:lnTo>
                  <a:lnTo>
                    <a:pt x="3867" y="81196"/>
                  </a:lnTo>
                  <a:lnTo>
                    <a:pt x="34447" y="81196"/>
                  </a:lnTo>
                  <a:lnTo>
                    <a:pt x="35115" y="106393"/>
                  </a:lnTo>
                  <a:lnTo>
                    <a:pt x="35150" y="131895"/>
                  </a:lnTo>
                  <a:lnTo>
                    <a:pt x="34447" y="157546"/>
                  </a:lnTo>
                  <a:lnTo>
                    <a:pt x="32900" y="183185"/>
                  </a:lnTo>
                  <a:lnTo>
                    <a:pt x="30405" y="208657"/>
                  </a:lnTo>
                  <a:lnTo>
                    <a:pt x="26855" y="233801"/>
                  </a:lnTo>
                  <a:lnTo>
                    <a:pt x="22144" y="258460"/>
                  </a:lnTo>
                  <a:lnTo>
                    <a:pt x="16169" y="282476"/>
                  </a:lnTo>
                  <a:lnTo>
                    <a:pt x="8823" y="305690"/>
                  </a:lnTo>
                  <a:lnTo>
                    <a:pt x="0" y="327945"/>
                  </a:lnTo>
                  <a:lnTo>
                    <a:pt x="3867" y="330757"/>
                  </a:lnTo>
                  <a:lnTo>
                    <a:pt x="16262" y="315197"/>
                  </a:lnTo>
                  <a:lnTo>
                    <a:pt x="27150" y="298732"/>
                  </a:lnTo>
                  <a:lnTo>
                    <a:pt x="36624" y="281448"/>
                  </a:lnTo>
                  <a:lnTo>
                    <a:pt x="44781" y="263433"/>
                  </a:lnTo>
                  <a:lnTo>
                    <a:pt x="51714" y="244773"/>
                  </a:lnTo>
                  <a:lnTo>
                    <a:pt x="57519" y="225553"/>
                  </a:lnTo>
                  <a:lnTo>
                    <a:pt x="62291" y="205861"/>
                  </a:lnTo>
                  <a:lnTo>
                    <a:pt x="66124" y="185784"/>
                  </a:lnTo>
                  <a:lnTo>
                    <a:pt x="69113" y="165406"/>
                  </a:lnTo>
                  <a:lnTo>
                    <a:pt x="71354" y="144816"/>
                  </a:lnTo>
                  <a:lnTo>
                    <a:pt x="98419" y="144816"/>
                  </a:lnTo>
                  <a:lnTo>
                    <a:pt x="97520" y="170437"/>
                  </a:lnTo>
                  <a:lnTo>
                    <a:pt x="96496" y="193174"/>
                  </a:lnTo>
                  <a:lnTo>
                    <a:pt x="95328" y="213134"/>
                  </a:lnTo>
                  <a:lnTo>
                    <a:pt x="93999" y="230429"/>
                  </a:lnTo>
                  <a:lnTo>
                    <a:pt x="92488" y="245168"/>
                  </a:lnTo>
                  <a:lnTo>
                    <a:pt x="90776" y="257461"/>
                  </a:lnTo>
                  <a:lnTo>
                    <a:pt x="88845" y="267416"/>
                  </a:lnTo>
                  <a:lnTo>
                    <a:pt x="86676" y="275145"/>
                  </a:lnTo>
                  <a:lnTo>
                    <a:pt x="84250" y="280756"/>
                  </a:lnTo>
                  <a:lnTo>
                    <a:pt x="81547" y="284360"/>
                  </a:lnTo>
                  <a:lnTo>
                    <a:pt x="80615" y="285056"/>
                  </a:lnTo>
                  <a:lnTo>
                    <a:pt x="79703" y="285670"/>
                  </a:lnTo>
                  <a:lnTo>
                    <a:pt x="78786" y="286204"/>
                  </a:lnTo>
                  <a:lnTo>
                    <a:pt x="77841" y="286660"/>
                  </a:lnTo>
                  <a:lnTo>
                    <a:pt x="76846" y="287040"/>
                  </a:lnTo>
                  <a:lnTo>
                    <a:pt x="75777" y="287346"/>
                  </a:lnTo>
                  <a:lnTo>
                    <a:pt x="74611" y="287581"/>
                  </a:lnTo>
                  <a:lnTo>
                    <a:pt x="73325" y="287745"/>
                  </a:lnTo>
                  <a:lnTo>
                    <a:pt x="71896" y="287843"/>
                  </a:lnTo>
                  <a:lnTo>
                    <a:pt x="70299" y="287875"/>
                  </a:lnTo>
                  <a:lnTo>
                    <a:pt x="68268" y="287854"/>
                  </a:lnTo>
                  <a:lnTo>
                    <a:pt x="65814" y="287796"/>
                  </a:lnTo>
                  <a:lnTo>
                    <a:pt x="63023" y="287704"/>
                  </a:lnTo>
                  <a:lnTo>
                    <a:pt x="59979" y="287582"/>
                  </a:lnTo>
                  <a:lnTo>
                    <a:pt x="56767" y="287435"/>
                  </a:lnTo>
                  <a:lnTo>
                    <a:pt x="53470" y="287267"/>
                  </a:lnTo>
                  <a:lnTo>
                    <a:pt x="50173" y="287083"/>
                  </a:lnTo>
                  <a:lnTo>
                    <a:pt x="46960" y="286885"/>
                  </a:lnTo>
                  <a:lnTo>
                    <a:pt x="43916" y="286679"/>
                  </a:lnTo>
                  <a:lnTo>
                    <a:pt x="41125" y="286469"/>
                  </a:lnTo>
                  <a:lnTo>
                    <a:pt x="41125" y="291390"/>
                  </a:lnTo>
                  <a:lnTo>
                    <a:pt x="44194" y="292170"/>
                  </a:lnTo>
                  <a:lnTo>
                    <a:pt x="47073" y="293038"/>
                  </a:lnTo>
                  <a:lnTo>
                    <a:pt x="49761" y="293993"/>
                  </a:lnTo>
                  <a:lnTo>
                    <a:pt x="52261" y="295040"/>
                  </a:lnTo>
                  <a:lnTo>
                    <a:pt x="54570" y="296179"/>
                  </a:lnTo>
                  <a:lnTo>
                    <a:pt x="56689" y="297413"/>
                  </a:lnTo>
                  <a:lnTo>
                    <a:pt x="58619" y="298744"/>
                  </a:lnTo>
                  <a:lnTo>
                    <a:pt x="60359" y="300174"/>
                  </a:lnTo>
                  <a:lnTo>
                    <a:pt x="61909" y="301706"/>
                  </a:lnTo>
                  <a:lnTo>
                    <a:pt x="63269" y="303341"/>
                  </a:lnTo>
                  <a:lnTo>
                    <a:pt x="64432" y="305037"/>
                  </a:lnTo>
                  <a:lnTo>
                    <a:pt x="65401" y="306957"/>
                  </a:lnTo>
                  <a:lnTo>
                    <a:pt x="66192" y="309092"/>
                  </a:lnTo>
                  <a:lnTo>
                    <a:pt x="66824" y="311433"/>
                  </a:lnTo>
                  <a:lnTo>
                    <a:pt x="67312" y="313973"/>
                  </a:lnTo>
                  <a:lnTo>
                    <a:pt x="67673" y="316703"/>
                  </a:lnTo>
                  <a:lnTo>
                    <a:pt x="67925" y="319614"/>
                  </a:lnTo>
                  <a:lnTo>
                    <a:pt x="68084" y="322698"/>
                  </a:lnTo>
                  <a:lnTo>
                    <a:pt x="68166" y="325947"/>
                  </a:lnTo>
                  <a:lnTo>
                    <a:pt x="68190" y="329351"/>
                  </a:lnTo>
                  <a:lnTo>
                    <a:pt x="72976" y="329223"/>
                  </a:lnTo>
                  <a:lnTo>
                    <a:pt x="77627" y="328834"/>
                  </a:lnTo>
                  <a:lnTo>
                    <a:pt x="82135" y="328174"/>
                  </a:lnTo>
                  <a:lnTo>
                    <a:pt x="86491" y="327237"/>
                  </a:lnTo>
                  <a:lnTo>
                    <a:pt x="90686" y="326012"/>
                  </a:lnTo>
                  <a:lnTo>
                    <a:pt x="94713" y="324492"/>
                  </a:lnTo>
                  <a:lnTo>
                    <a:pt x="98562" y="322669"/>
                  </a:lnTo>
                  <a:lnTo>
                    <a:pt x="102226" y="320533"/>
                  </a:lnTo>
                  <a:lnTo>
                    <a:pt x="105696" y="318077"/>
                  </a:lnTo>
                  <a:lnTo>
                    <a:pt x="108964" y="315291"/>
                  </a:lnTo>
                  <a:lnTo>
                    <a:pt x="113897" y="309822"/>
                  </a:lnTo>
                  <a:lnTo>
                    <a:pt x="118187" y="302705"/>
                  </a:lnTo>
                  <a:lnTo>
                    <a:pt x="121887" y="293644"/>
                  </a:lnTo>
                  <a:lnTo>
                    <a:pt x="125048" y="282341"/>
                  </a:lnTo>
                  <a:lnTo>
                    <a:pt x="127725" y="268499"/>
                  </a:lnTo>
                  <a:lnTo>
                    <a:pt x="129969" y="251820"/>
                  </a:lnTo>
                  <a:lnTo>
                    <a:pt x="131834" y="232007"/>
                  </a:lnTo>
                  <a:lnTo>
                    <a:pt x="133372" y="208763"/>
                  </a:lnTo>
                  <a:lnTo>
                    <a:pt x="134635" y="181790"/>
                  </a:lnTo>
                  <a:lnTo>
                    <a:pt x="135677" y="150792"/>
                  </a:lnTo>
                  <a:lnTo>
                    <a:pt x="137809" y="150444"/>
                  </a:lnTo>
                  <a:lnTo>
                    <a:pt x="139777" y="150032"/>
                  </a:lnTo>
                  <a:lnTo>
                    <a:pt x="141590" y="149558"/>
                  </a:lnTo>
                  <a:lnTo>
                    <a:pt x="143253" y="149020"/>
                  </a:lnTo>
                  <a:lnTo>
                    <a:pt x="144772" y="148419"/>
                  </a:lnTo>
                  <a:lnTo>
                    <a:pt x="146155" y="147755"/>
                  </a:lnTo>
                  <a:lnTo>
                    <a:pt x="147407" y="147027"/>
                  </a:lnTo>
                  <a:lnTo>
                    <a:pt x="148534" y="146236"/>
                  </a:lnTo>
                  <a:lnTo>
                    <a:pt x="149543" y="145382"/>
                  </a:lnTo>
                  <a:lnTo>
                    <a:pt x="150440" y="144465"/>
                  </a:lnTo>
                  <a:lnTo>
                    <a:pt x="114939" y="114588"/>
                  </a:lnTo>
                  <a:lnTo>
                    <a:pt x="94904" y="134623"/>
                  </a:lnTo>
                  <a:lnTo>
                    <a:pt x="72408" y="134623"/>
                  </a:lnTo>
                  <a:lnTo>
                    <a:pt x="72809" y="129245"/>
                  </a:lnTo>
                  <a:lnTo>
                    <a:pt x="73170" y="123870"/>
                  </a:lnTo>
                  <a:lnTo>
                    <a:pt x="73493" y="118499"/>
                  </a:lnTo>
                  <a:lnTo>
                    <a:pt x="73781" y="113134"/>
                  </a:lnTo>
                  <a:lnTo>
                    <a:pt x="74034" y="107777"/>
                  </a:lnTo>
                  <a:lnTo>
                    <a:pt x="74256" y="102432"/>
                  </a:lnTo>
                  <a:lnTo>
                    <a:pt x="74448" y="97098"/>
                  </a:lnTo>
                  <a:lnTo>
                    <a:pt x="74613" y="91780"/>
                  </a:lnTo>
                  <a:lnTo>
                    <a:pt x="74752" y="86478"/>
                  </a:lnTo>
                  <a:lnTo>
                    <a:pt x="74869" y="81196"/>
                  </a:lnTo>
                  <a:lnTo>
                    <a:pt x="146574" y="81196"/>
                  </a:lnTo>
                  <a:lnTo>
                    <a:pt x="148017" y="81143"/>
                  </a:lnTo>
                  <a:lnTo>
                    <a:pt x="149386" y="80982"/>
                  </a:lnTo>
                  <a:lnTo>
                    <a:pt x="150671" y="80712"/>
                  </a:lnTo>
                  <a:lnTo>
                    <a:pt x="151860" y="80329"/>
                  </a:lnTo>
                  <a:lnTo>
                    <a:pt x="152945" y="79834"/>
                  </a:lnTo>
                  <a:lnTo>
                    <a:pt x="153913" y="79222"/>
                  </a:lnTo>
                  <a:lnTo>
                    <a:pt x="154755" y="78492"/>
                  </a:lnTo>
                  <a:lnTo>
                    <a:pt x="155460" y="77641"/>
                  </a:lnTo>
                  <a:lnTo>
                    <a:pt x="156017" y="76669"/>
                  </a:lnTo>
                  <a:lnTo>
                    <a:pt x="156416" y="75572"/>
                  </a:lnTo>
                  <a:lnTo>
                    <a:pt x="152051" y="71391"/>
                  </a:lnTo>
                  <a:lnTo>
                    <a:pt x="147313" y="66970"/>
                  </a:lnTo>
                  <a:lnTo>
                    <a:pt x="142398" y="62469"/>
                  </a:lnTo>
                  <a:lnTo>
                    <a:pt x="137502" y="58047"/>
                  </a:lnTo>
                  <a:lnTo>
                    <a:pt x="132822" y="53867"/>
                  </a:lnTo>
                  <a:lnTo>
                    <a:pt x="128552" y="50087"/>
                  </a:lnTo>
                  <a:lnTo>
                    <a:pt x="124890" y="46868"/>
                  </a:lnTo>
                  <a:lnTo>
                    <a:pt x="122031" y="44370"/>
                  </a:lnTo>
                  <a:lnTo>
                    <a:pt x="120172" y="42754"/>
                  </a:lnTo>
                  <a:lnTo>
                    <a:pt x="119509" y="42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9339980" y="2642621"/>
              <a:ext cx="336381" cy="329000"/>
            </a:xfrm>
            <a:custGeom>
              <a:avLst/>
              <a:gdLst/>
              <a:ahLst/>
              <a:cxnLst/>
              <a:rect l="l" t="t" r="r" b="b"/>
              <a:pathLst>
                <a:path w="336381" h="329000">
                  <a:moveTo>
                    <a:pt x="86117" y="0"/>
                  </a:moveTo>
                  <a:lnTo>
                    <a:pt x="81180" y="8974"/>
                  </a:lnTo>
                  <a:lnTo>
                    <a:pt x="75308" y="18686"/>
                  </a:lnTo>
                  <a:lnTo>
                    <a:pt x="68617" y="28946"/>
                  </a:lnTo>
                  <a:lnTo>
                    <a:pt x="61225" y="39564"/>
                  </a:lnTo>
                  <a:lnTo>
                    <a:pt x="53252" y="50352"/>
                  </a:lnTo>
                  <a:lnTo>
                    <a:pt x="44815" y="61118"/>
                  </a:lnTo>
                  <a:lnTo>
                    <a:pt x="36032" y="71674"/>
                  </a:lnTo>
                  <a:lnTo>
                    <a:pt x="27021" y="81828"/>
                  </a:lnTo>
                  <a:lnTo>
                    <a:pt x="17900" y="91392"/>
                  </a:lnTo>
                  <a:lnTo>
                    <a:pt x="8788" y="100176"/>
                  </a:lnTo>
                  <a:lnTo>
                    <a:pt x="11951" y="104043"/>
                  </a:lnTo>
                  <a:lnTo>
                    <a:pt x="24453" y="98163"/>
                  </a:lnTo>
                  <a:lnTo>
                    <a:pt x="36803" y="91763"/>
                  </a:lnTo>
                  <a:lnTo>
                    <a:pt x="48913" y="84932"/>
                  </a:lnTo>
                  <a:lnTo>
                    <a:pt x="60694" y="77762"/>
                  </a:lnTo>
                  <a:lnTo>
                    <a:pt x="72057" y="70343"/>
                  </a:lnTo>
                  <a:lnTo>
                    <a:pt x="82914" y="62766"/>
                  </a:lnTo>
                  <a:lnTo>
                    <a:pt x="93176" y="55121"/>
                  </a:lnTo>
                  <a:lnTo>
                    <a:pt x="102755" y="47500"/>
                  </a:lnTo>
                  <a:lnTo>
                    <a:pt x="111562" y="39992"/>
                  </a:lnTo>
                  <a:lnTo>
                    <a:pt x="119509" y="32689"/>
                  </a:lnTo>
                  <a:lnTo>
                    <a:pt x="121800" y="33103"/>
                  </a:lnTo>
                  <a:lnTo>
                    <a:pt x="123836" y="33299"/>
                  </a:lnTo>
                  <a:lnTo>
                    <a:pt x="125636" y="33293"/>
                  </a:lnTo>
                  <a:lnTo>
                    <a:pt x="127219" y="33100"/>
                  </a:lnTo>
                  <a:lnTo>
                    <a:pt x="128604" y="32733"/>
                  </a:lnTo>
                  <a:lnTo>
                    <a:pt x="129809" y="32208"/>
                  </a:lnTo>
                  <a:lnTo>
                    <a:pt x="130854" y="31540"/>
                  </a:lnTo>
                  <a:lnTo>
                    <a:pt x="131758" y="30743"/>
                  </a:lnTo>
                  <a:lnTo>
                    <a:pt x="132539" y="29833"/>
                  </a:lnTo>
                  <a:lnTo>
                    <a:pt x="133217" y="28823"/>
                  </a:lnTo>
                  <a:close/>
                  <a:moveTo>
                    <a:pt x="148683" y="34447"/>
                  </a:moveTo>
                  <a:lnTo>
                    <a:pt x="151495" y="44640"/>
                  </a:lnTo>
                  <a:lnTo>
                    <a:pt x="314589" y="44640"/>
                  </a:lnTo>
                  <a:lnTo>
                    <a:pt x="315936" y="44587"/>
                  </a:lnTo>
                  <a:lnTo>
                    <a:pt x="317229" y="44426"/>
                  </a:lnTo>
                  <a:lnTo>
                    <a:pt x="318455" y="44156"/>
                  </a:lnTo>
                  <a:lnTo>
                    <a:pt x="319600" y="43774"/>
                  </a:lnTo>
                  <a:lnTo>
                    <a:pt x="320652" y="43278"/>
                  </a:lnTo>
                  <a:lnTo>
                    <a:pt x="321599" y="42666"/>
                  </a:lnTo>
                  <a:lnTo>
                    <a:pt x="322428" y="41936"/>
                  </a:lnTo>
                  <a:lnTo>
                    <a:pt x="323126" y="41086"/>
                  </a:lnTo>
                  <a:lnTo>
                    <a:pt x="323681" y="40113"/>
                  </a:lnTo>
                  <a:lnTo>
                    <a:pt x="324079" y="39016"/>
                  </a:lnTo>
                  <a:lnTo>
                    <a:pt x="319495" y="34865"/>
                  </a:lnTo>
                  <a:lnTo>
                    <a:pt x="314524" y="30524"/>
                  </a:lnTo>
                  <a:lnTo>
                    <a:pt x="309372" y="26141"/>
                  </a:lnTo>
                  <a:lnTo>
                    <a:pt x="304244" y="21863"/>
                  </a:lnTo>
                  <a:lnTo>
                    <a:pt x="299343" y="17839"/>
                  </a:lnTo>
                  <a:lnTo>
                    <a:pt x="294874" y="14215"/>
                  </a:lnTo>
                  <a:lnTo>
                    <a:pt x="291042" y="11139"/>
                  </a:lnTo>
                  <a:lnTo>
                    <a:pt x="288052" y="8759"/>
                  </a:lnTo>
                  <a:lnTo>
                    <a:pt x="286108" y="7223"/>
                  </a:lnTo>
                  <a:lnTo>
                    <a:pt x="285415" y="6679"/>
                  </a:lnTo>
                  <a:lnTo>
                    <a:pt x="264325" y="34447"/>
                  </a:lnTo>
                  <a:close/>
                  <a:moveTo>
                    <a:pt x="89983" y="71002"/>
                  </a:moveTo>
                  <a:lnTo>
                    <a:pt x="84351" y="82761"/>
                  </a:lnTo>
                  <a:lnTo>
                    <a:pt x="77656" y="95517"/>
                  </a:lnTo>
                  <a:lnTo>
                    <a:pt x="70015" y="109024"/>
                  </a:lnTo>
                  <a:lnTo>
                    <a:pt x="61549" y="123035"/>
                  </a:lnTo>
                  <a:lnTo>
                    <a:pt x="52373" y="137303"/>
                  </a:lnTo>
                  <a:lnTo>
                    <a:pt x="42607" y="151582"/>
                  </a:lnTo>
                  <a:lnTo>
                    <a:pt x="32369" y="165624"/>
                  </a:lnTo>
                  <a:lnTo>
                    <a:pt x="21776" y="179184"/>
                  </a:lnTo>
                  <a:lnTo>
                    <a:pt x="10947" y="192014"/>
                  </a:lnTo>
                  <a:lnTo>
                    <a:pt x="0" y="203867"/>
                  </a:lnTo>
                  <a:lnTo>
                    <a:pt x="3515" y="207382"/>
                  </a:lnTo>
                  <a:lnTo>
                    <a:pt x="9083" y="204157"/>
                  </a:lnTo>
                  <a:lnTo>
                    <a:pt x="14606" y="200814"/>
                  </a:lnTo>
                  <a:lnTo>
                    <a:pt x="20082" y="197361"/>
                  </a:lnTo>
                  <a:lnTo>
                    <a:pt x="25511" y="193806"/>
                  </a:lnTo>
                  <a:lnTo>
                    <a:pt x="30888" y="190159"/>
                  </a:lnTo>
                  <a:lnTo>
                    <a:pt x="36213" y="186428"/>
                  </a:lnTo>
                  <a:lnTo>
                    <a:pt x="41483" y="182620"/>
                  </a:lnTo>
                  <a:lnTo>
                    <a:pt x="46696" y="178745"/>
                  </a:lnTo>
                  <a:lnTo>
                    <a:pt x="51850" y="174811"/>
                  </a:lnTo>
                  <a:lnTo>
                    <a:pt x="56943" y="170827"/>
                  </a:lnTo>
                  <a:lnTo>
                    <a:pt x="56943" y="329000"/>
                  </a:lnTo>
                  <a:lnTo>
                    <a:pt x="64676" y="329000"/>
                  </a:lnTo>
                  <a:lnTo>
                    <a:pt x="69445" y="328780"/>
                  </a:lnTo>
                  <a:lnTo>
                    <a:pt x="74191" y="328170"/>
                  </a:lnTo>
                  <a:lnTo>
                    <a:pt x="78807" y="327244"/>
                  </a:lnTo>
                  <a:lnTo>
                    <a:pt x="83184" y="326075"/>
                  </a:lnTo>
                  <a:lnTo>
                    <a:pt x="87215" y="324738"/>
                  </a:lnTo>
                  <a:lnTo>
                    <a:pt x="90793" y="323306"/>
                  </a:lnTo>
                  <a:lnTo>
                    <a:pt x="93810" y="321852"/>
                  </a:lnTo>
                  <a:lnTo>
                    <a:pt x="96158" y="320451"/>
                  </a:lnTo>
                  <a:lnTo>
                    <a:pt x="97731" y="319177"/>
                  </a:lnTo>
                  <a:lnTo>
                    <a:pt x="98419" y="318103"/>
                  </a:lnTo>
                  <a:lnTo>
                    <a:pt x="98419" y="149737"/>
                  </a:lnTo>
                  <a:lnTo>
                    <a:pt x="100224" y="149379"/>
                  </a:lnTo>
                  <a:lnTo>
                    <a:pt x="101847" y="148941"/>
                  </a:lnTo>
                  <a:lnTo>
                    <a:pt x="103297" y="148427"/>
                  </a:lnTo>
                  <a:lnTo>
                    <a:pt x="104583" y="147842"/>
                  </a:lnTo>
                  <a:lnTo>
                    <a:pt x="105713" y="147189"/>
                  </a:lnTo>
                  <a:lnTo>
                    <a:pt x="106695" y="146472"/>
                  </a:lnTo>
                  <a:lnTo>
                    <a:pt x="107538" y="145697"/>
                  </a:lnTo>
                  <a:lnTo>
                    <a:pt x="108250" y="144867"/>
                  </a:lnTo>
                  <a:lnTo>
                    <a:pt x="108840" y="143986"/>
                  </a:lnTo>
                  <a:lnTo>
                    <a:pt x="109315" y="143059"/>
                  </a:lnTo>
                  <a:lnTo>
                    <a:pt x="94553" y="137786"/>
                  </a:lnTo>
                  <a:lnTo>
                    <a:pt x="98105" y="134212"/>
                  </a:lnTo>
                  <a:lnTo>
                    <a:pt x="101588" y="130664"/>
                  </a:lnTo>
                  <a:lnTo>
                    <a:pt x="104995" y="127144"/>
                  </a:lnTo>
                  <a:lnTo>
                    <a:pt x="108320" y="123659"/>
                  </a:lnTo>
                  <a:lnTo>
                    <a:pt x="111556" y="120212"/>
                  </a:lnTo>
                  <a:lnTo>
                    <a:pt x="114698" y="116806"/>
                  </a:lnTo>
                  <a:lnTo>
                    <a:pt x="117738" y="113447"/>
                  </a:lnTo>
                  <a:lnTo>
                    <a:pt x="120670" y="110139"/>
                  </a:lnTo>
                  <a:lnTo>
                    <a:pt x="123489" y="106886"/>
                  </a:lnTo>
                  <a:lnTo>
                    <a:pt x="126187" y="103691"/>
                  </a:lnTo>
                  <a:lnTo>
                    <a:pt x="128574" y="104010"/>
                  </a:lnTo>
                  <a:lnTo>
                    <a:pt x="130684" y="104130"/>
                  </a:lnTo>
                  <a:lnTo>
                    <a:pt x="132536" y="104065"/>
                  </a:lnTo>
                  <a:lnTo>
                    <a:pt x="134151" y="103826"/>
                  </a:lnTo>
                  <a:lnTo>
                    <a:pt x="135546" y="103428"/>
                  </a:lnTo>
                  <a:lnTo>
                    <a:pt x="136741" y="102881"/>
                  </a:lnTo>
                  <a:lnTo>
                    <a:pt x="137754" y="102200"/>
                  </a:lnTo>
                  <a:lnTo>
                    <a:pt x="138605" y="101397"/>
                  </a:lnTo>
                  <a:lnTo>
                    <a:pt x="139312" y="100484"/>
                  </a:lnTo>
                  <a:lnTo>
                    <a:pt x="139896" y="99473"/>
                  </a:lnTo>
                  <a:close/>
                  <a:moveTo>
                    <a:pt x="128999" y="115642"/>
                  </a:moveTo>
                  <a:lnTo>
                    <a:pt x="131811" y="125484"/>
                  </a:lnTo>
                  <a:lnTo>
                    <a:pt x="233393" y="125484"/>
                  </a:lnTo>
                  <a:lnTo>
                    <a:pt x="233393" y="273815"/>
                  </a:lnTo>
                  <a:lnTo>
                    <a:pt x="233318" y="275208"/>
                  </a:lnTo>
                  <a:lnTo>
                    <a:pt x="233087" y="276436"/>
                  </a:lnTo>
                  <a:lnTo>
                    <a:pt x="232691" y="277504"/>
                  </a:lnTo>
                  <a:lnTo>
                    <a:pt x="232122" y="278415"/>
                  </a:lnTo>
                  <a:lnTo>
                    <a:pt x="231372" y="279175"/>
                  </a:lnTo>
                  <a:lnTo>
                    <a:pt x="230432" y="279788"/>
                  </a:lnTo>
                  <a:lnTo>
                    <a:pt x="229294" y="280257"/>
                  </a:lnTo>
                  <a:lnTo>
                    <a:pt x="227949" y="280586"/>
                  </a:lnTo>
                  <a:lnTo>
                    <a:pt x="226389" y="280781"/>
                  </a:lnTo>
                  <a:lnTo>
                    <a:pt x="224606" y="280845"/>
                  </a:lnTo>
                  <a:lnTo>
                    <a:pt x="220377" y="280756"/>
                  </a:lnTo>
                  <a:lnTo>
                    <a:pt x="214185" y="280516"/>
                  </a:lnTo>
                  <a:lnTo>
                    <a:pt x="206596" y="280162"/>
                  </a:lnTo>
                  <a:lnTo>
                    <a:pt x="198179" y="279731"/>
                  </a:lnTo>
                  <a:lnTo>
                    <a:pt x="189500" y="279263"/>
                  </a:lnTo>
                  <a:lnTo>
                    <a:pt x="181127" y="278795"/>
                  </a:lnTo>
                  <a:lnTo>
                    <a:pt x="173628" y="278365"/>
                  </a:lnTo>
                  <a:lnTo>
                    <a:pt x="167568" y="278010"/>
                  </a:lnTo>
                  <a:lnTo>
                    <a:pt x="163516" y="277770"/>
                  </a:lnTo>
                  <a:lnTo>
                    <a:pt x="162040" y="277681"/>
                  </a:lnTo>
                  <a:lnTo>
                    <a:pt x="162040" y="282251"/>
                  </a:lnTo>
                  <a:lnTo>
                    <a:pt x="168810" y="283347"/>
                  </a:lnTo>
                  <a:lnTo>
                    <a:pt x="174826" y="284526"/>
                  </a:lnTo>
                  <a:lnTo>
                    <a:pt x="180154" y="285784"/>
                  </a:lnTo>
                  <a:lnTo>
                    <a:pt x="184862" y="287121"/>
                  </a:lnTo>
                  <a:lnTo>
                    <a:pt x="189017" y="288534"/>
                  </a:lnTo>
                  <a:lnTo>
                    <a:pt x="192687" y="290020"/>
                  </a:lnTo>
                  <a:lnTo>
                    <a:pt x="195940" y="291579"/>
                  </a:lnTo>
                  <a:lnTo>
                    <a:pt x="198843" y="293206"/>
                  </a:lnTo>
                  <a:lnTo>
                    <a:pt x="201463" y="294902"/>
                  </a:lnTo>
                  <a:lnTo>
                    <a:pt x="203868" y="296662"/>
                  </a:lnTo>
                  <a:lnTo>
                    <a:pt x="205862" y="298590"/>
                  </a:lnTo>
                  <a:lnTo>
                    <a:pt x="207636" y="300779"/>
                  </a:lnTo>
                  <a:lnTo>
                    <a:pt x="209198" y="303217"/>
                  </a:lnTo>
                  <a:lnTo>
                    <a:pt x="210560" y="305891"/>
                  </a:lnTo>
                  <a:lnTo>
                    <a:pt x="211732" y="308789"/>
                  </a:lnTo>
                  <a:lnTo>
                    <a:pt x="212725" y="311897"/>
                  </a:lnTo>
                  <a:lnTo>
                    <a:pt x="213550" y="315204"/>
                  </a:lnTo>
                  <a:lnTo>
                    <a:pt x="214216" y="318697"/>
                  </a:lnTo>
                  <a:lnTo>
                    <a:pt x="214734" y="322362"/>
                  </a:lnTo>
                  <a:lnTo>
                    <a:pt x="215116" y="326188"/>
                  </a:lnTo>
                  <a:lnTo>
                    <a:pt x="229535" y="324666"/>
                  </a:lnTo>
                  <a:lnTo>
                    <a:pt x="241514" y="322237"/>
                  </a:lnTo>
                  <a:lnTo>
                    <a:pt x="251271" y="318943"/>
                  </a:lnTo>
                  <a:lnTo>
                    <a:pt x="259022" y="314827"/>
                  </a:lnTo>
                  <a:lnTo>
                    <a:pt x="264984" y="309931"/>
                  </a:lnTo>
                  <a:lnTo>
                    <a:pt x="269375" y="304297"/>
                  </a:lnTo>
                  <a:lnTo>
                    <a:pt x="272412" y="297966"/>
                  </a:lnTo>
                  <a:lnTo>
                    <a:pt x="274313" y="290982"/>
                  </a:lnTo>
                  <a:lnTo>
                    <a:pt x="275294" y="283386"/>
                  </a:lnTo>
                  <a:lnTo>
                    <a:pt x="275573" y="275221"/>
                  </a:lnTo>
                  <a:lnTo>
                    <a:pt x="275573" y="125484"/>
                  </a:lnTo>
                  <a:lnTo>
                    <a:pt x="326540" y="125484"/>
                  </a:lnTo>
                  <a:lnTo>
                    <a:pt x="327983" y="125431"/>
                  </a:lnTo>
                  <a:lnTo>
                    <a:pt x="329352" y="125270"/>
                  </a:lnTo>
                  <a:lnTo>
                    <a:pt x="330636" y="125000"/>
                  </a:lnTo>
                  <a:lnTo>
                    <a:pt x="331826" y="124618"/>
                  </a:lnTo>
                  <a:lnTo>
                    <a:pt x="332910" y="124122"/>
                  </a:lnTo>
                  <a:lnTo>
                    <a:pt x="333879" y="123510"/>
                  </a:lnTo>
                  <a:lnTo>
                    <a:pt x="334721" y="122780"/>
                  </a:lnTo>
                  <a:lnTo>
                    <a:pt x="335425" y="121930"/>
                  </a:lnTo>
                  <a:lnTo>
                    <a:pt x="335983" y="120957"/>
                  </a:lnTo>
                  <a:lnTo>
                    <a:pt x="336381" y="119860"/>
                  </a:lnTo>
                  <a:lnTo>
                    <a:pt x="331682" y="115604"/>
                  </a:lnTo>
                  <a:lnTo>
                    <a:pt x="326582" y="111160"/>
                  </a:lnTo>
                  <a:lnTo>
                    <a:pt x="321292" y="106678"/>
                  </a:lnTo>
                  <a:lnTo>
                    <a:pt x="316023" y="102308"/>
                  </a:lnTo>
                  <a:lnTo>
                    <a:pt x="310986" y="98199"/>
                  </a:lnTo>
                  <a:lnTo>
                    <a:pt x="306392" y="94502"/>
                  </a:lnTo>
                  <a:lnTo>
                    <a:pt x="302452" y="91365"/>
                  </a:lnTo>
                  <a:lnTo>
                    <a:pt x="299376" y="88940"/>
                  </a:lnTo>
                  <a:lnTo>
                    <a:pt x="297376" y="87374"/>
                  </a:lnTo>
                  <a:lnTo>
                    <a:pt x="296663" y="86819"/>
                  </a:lnTo>
                  <a:lnTo>
                    <a:pt x="274518" y="1156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8252125" y="3079405"/>
              <a:ext cx="74426" cy="100278"/>
            </a:xfrm>
            <a:custGeom>
              <a:avLst/>
              <a:gdLst/>
              <a:ahLst/>
              <a:cxnLst/>
              <a:rect l="l" t="t" r="r" b="b"/>
              <a:pathLst>
                <a:path w="74426" h="100278">
                  <a:moveTo>
                    <a:pt x="0" y="100278"/>
                  </a:moveTo>
                  <a:lnTo>
                    <a:pt x="15783" y="100278"/>
                  </a:lnTo>
                  <a:lnTo>
                    <a:pt x="15783" y="54697"/>
                  </a:lnTo>
                  <a:lnTo>
                    <a:pt x="58643" y="54697"/>
                  </a:lnTo>
                  <a:lnTo>
                    <a:pt x="58643" y="100278"/>
                  </a:lnTo>
                  <a:lnTo>
                    <a:pt x="74426" y="100278"/>
                  </a:lnTo>
                  <a:lnTo>
                    <a:pt x="74426" y="0"/>
                  </a:lnTo>
                  <a:lnTo>
                    <a:pt x="58643" y="0"/>
                  </a:lnTo>
                  <a:lnTo>
                    <a:pt x="58643" y="40955"/>
                  </a:lnTo>
                  <a:lnTo>
                    <a:pt x="15783" y="40955"/>
                  </a:lnTo>
                  <a:lnTo>
                    <a:pt x="15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8366962" y="3079405"/>
              <a:ext cx="84631" cy="100278"/>
            </a:xfrm>
            <a:custGeom>
              <a:avLst/>
              <a:gdLst/>
              <a:ahLst/>
              <a:cxnLst/>
              <a:rect l="l" t="t" r="r" b="b"/>
              <a:pathLst>
                <a:path w="84631" h="100278">
                  <a:moveTo>
                    <a:pt x="0" y="100278"/>
                  </a:moveTo>
                  <a:lnTo>
                    <a:pt x="16191" y="100278"/>
                  </a:lnTo>
                  <a:lnTo>
                    <a:pt x="24627" y="71841"/>
                  </a:lnTo>
                  <a:lnTo>
                    <a:pt x="59459" y="71841"/>
                  </a:lnTo>
                  <a:lnTo>
                    <a:pt x="67895" y="100278"/>
                  </a:lnTo>
                  <a:lnTo>
                    <a:pt x="84631" y="100278"/>
                  </a:lnTo>
                  <a:lnTo>
                    <a:pt x="51432" y="0"/>
                  </a:lnTo>
                  <a:lnTo>
                    <a:pt x="33199" y="0"/>
                  </a:lnTo>
                  <a:close/>
                  <a:moveTo>
                    <a:pt x="28437" y="59323"/>
                  </a:moveTo>
                  <a:lnTo>
                    <a:pt x="32383" y="45853"/>
                  </a:lnTo>
                  <a:lnTo>
                    <a:pt x="33358" y="42583"/>
                  </a:lnTo>
                  <a:lnTo>
                    <a:pt x="34326" y="39304"/>
                  </a:lnTo>
                  <a:lnTo>
                    <a:pt x="35285" y="36013"/>
                  </a:lnTo>
                  <a:lnTo>
                    <a:pt x="36236" y="32709"/>
                  </a:lnTo>
                  <a:lnTo>
                    <a:pt x="37179" y="29390"/>
                  </a:lnTo>
                  <a:lnTo>
                    <a:pt x="38114" y="26055"/>
                  </a:lnTo>
                  <a:lnTo>
                    <a:pt x="39040" y="22701"/>
                  </a:lnTo>
                  <a:lnTo>
                    <a:pt x="39959" y="19329"/>
                  </a:lnTo>
                  <a:lnTo>
                    <a:pt x="40869" y="15935"/>
                  </a:lnTo>
                  <a:lnTo>
                    <a:pt x="41771" y="12518"/>
                  </a:lnTo>
                  <a:lnTo>
                    <a:pt x="42315" y="12518"/>
                  </a:lnTo>
                  <a:lnTo>
                    <a:pt x="43251" y="15902"/>
                  </a:lnTo>
                  <a:lnTo>
                    <a:pt x="44180" y="19276"/>
                  </a:lnTo>
                  <a:lnTo>
                    <a:pt x="45106" y="22641"/>
                  </a:lnTo>
                  <a:lnTo>
                    <a:pt x="46032" y="25996"/>
                  </a:lnTo>
                  <a:lnTo>
                    <a:pt x="46959" y="29339"/>
                  </a:lnTo>
                  <a:lnTo>
                    <a:pt x="47890" y="32669"/>
                  </a:lnTo>
                  <a:lnTo>
                    <a:pt x="48827" y="35987"/>
                  </a:lnTo>
                  <a:lnTo>
                    <a:pt x="49774" y="39291"/>
                  </a:lnTo>
                  <a:lnTo>
                    <a:pt x="50732" y="42580"/>
                  </a:lnTo>
                  <a:lnTo>
                    <a:pt x="51704" y="45853"/>
                  </a:lnTo>
                  <a:lnTo>
                    <a:pt x="55650" y="59323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8492004" y="3079405"/>
              <a:ext cx="15783" cy="100278"/>
            </a:xfrm>
            <a:custGeom>
              <a:avLst/>
              <a:gdLst/>
              <a:ahLst/>
              <a:cxnLst/>
              <a:rect l="l" t="t" r="r" b="b"/>
              <a:pathLst>
                <a:path w="15783" h="100278">
                  <a:moveTo>
                    <a:pt x="0" y="100278"/>
                  </a:moveTo>
                  <a:lnTo>
                    <a:pt x="15783" y="100278"/>
                  </a:lnTo>
                  <a:lnTo>
                    <a:pt x="15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561259" y="3079405"/>
              <a:ext cx="58235" cy="100278"/>
            </a:xfrm>
            <a:custGeom>
              <a:avLst/>
              <a:gdLst/>
              <a:ahLst/>
              <a:cxnLst/>
              <a:rect l="l" t="t" r="r" b="b"/>
              <a:pathLst>
                <a:path w="58235" h="100278">
                  <a:moveTo>
                    <a:pt x="0" y="100278"/>
                  </a:moveTo>
                  <a:lnTo>
                    <a:pt x="58235" y="100278"/>
                  </a:lnTo>
                  <a:lnTo>
                    <a:pt x="58235" y="86808"/>
                  </a:lnTo>
                  <a:lnTo>
                    <a:pt x="15784" y="86808"/>
                  </a:lnTo>
                  <a:lnTo>
                    <a:pt x="157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8651197" y="3079405"/>
              <a:ext cx="84631" cy="100278"/>
            </a:xfrm>
            <a:custGeom>
              <a:avLst/>
              <a:gdLst/>
              <a:ahLst/>
              <a:cxnLst/>
              <a:rect l="l" t="t" r="r" b="b"/>
              <a:pathLst>
                <a:path w="84631" h="100278">
                  <a:moveTo>
                    <a:pt x="0" y="100278"/>
                  </a:moveTo>
                  <a:lnTo>
                    <a:pt x="16191" y="100278"/>
                  </a:lnTo>
                  <a:lnTo>
                    <a:pt x="24627" y="71841"/>
                  </a:lnTo>
                  <a:lnTo>
                    <a:pt x="59459" y="71841"/>
                  </a:lnTo>
                  <a:lnTo>
                    <a:pt x="67895" y="100278"/>
                  </a:lnTo>
                  <a:lnTo>
                    <a:pt x="84631" y="100278"/>
                  </a:lnTo>
                  <a:lnTo>
                    <a:pt x="51432" y="0"/>
                  </a:lnTo>
                  <a:lnTo>
                    <a:pt x="33199" y="0"/>
                  </a:lnTo>
                  <a:close/>
                  <a:moveTo>
                    <a:pt x="28437" y="59323"/>
                  </a:moveTo>
                  <a:lnTo>
                    <a:pt x="32383" y="45853"/>
                  </a:lnTo>
                  <a:lnTo>
                    <a:pt x="33358" y="42583"/>
                  </a:lnTo>
                  <a:lnTo>
                    <a:pt x="34326" y="39304"/>
                  </a:lnTo>
                  <a:lnTo>
                    <a:pt x="35285" y="36013"/>
                  </a:lnTo>
                  <a:lnTo>
                    <a:pt x="36236" y="32709"/>
                  </a:lnTo>
                  <a:lnTo>
                    <a:pt x="37179" y="29390"/>
                  </a:lnTo>
                  <a:lnTo>
                    <a:pt x="38114" y="26055"/>
                  </a:lnTo>
                  <a:lnTo>
                    <a:pt x="39040" y="22701"/>
                  </a:lnTo>
                  <a:lnTo>
                    <a:pt x="39959" y="19329"/>
                  </a:lnTo>
                  <a:lnTo>
                    <a:pt x="40869" y="15935"/>
                  </a:lnTo>
                  <a:lnTo>
                    <a:pt x="41771" y="12518"/>
                  </a:lnTo>
                  <a:lnTo>
                    <a:pt x="42315" y="12518"/>
                  </a:lnTo>
                  <a:lnTo>
                    <a:pt x="43251" y="15902"/>
                  </a:lnTo>
                  <a:lnTo>
                    <a:pt x="44180" y="19276"/>
                  </a:lnTo>
                  <a:lnTo>
                    <a:pt x="45106" y="22641"/>
                  </a:lnTo>
                  <a:lnTo>
                    <a:pt x="46032" y="25996"/>
                  </a:lnTo>
                  <a:lnTo>
                    <a:pt x="46959" y="29339"/>
                  </a:lnTo>
                  <a:lnTo>
                    <a:pt x="47890" y="32669"/>
                  </a:lnTo>
                  <a:lnTo>
                    <a:pt x="48827" y="35987"/>
                  </a:lnTo>
                  <a:lnTo>
                    <a:pt x="49774" y="39291"/>
                  </a:lnTo>
                  <a:lnTo>
                    <a:pt x="50732" y="42580"/>
                  </a:lnTo>
                  <a:lnTo>
                    <a:pt x="51704" y="45853"/>
                  </a:lnTo>
                  <a:lnTo>
                    <a:pt x="55650" y="59323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8776239" y="3079405"/>
              <a:ext cx="73473" cy="100278"/>
            </a:xfrm>
            <a:custGeom>
              <a:avLst/>
              <a:gdLst/>
              <a:ahLst/>
              <a:cxnLst/>
              <a:rect l="l" t="t" r="r" b="b"/>
              <a:pathLst>
                <a:path w="73473" h="100278">
                  <a:moveTo>
                    <a:pt x="0" y="100278"/>
                  </a:moveTo>
                  <a:lnTo>
                    <a:pt x="14966" y="100278"/>
                  </a:lnTo>
                  <a:lnTo>
                    <a:pt x="14966" y="53201"/>
                  </a:lnTo>
                  <a:lnTo>
                    <a:pt x="14931" y="49880"/>
                  </a:lnTo>
                  <a:lnTo>
                    <a:pt x="14834" y="46537"/>
                  </a:lnTo>
                  <a:lnTo>
                    <a:pt x="14684" y="43182"/>
                  </a:lnTo>
                  <a:lnTo>
                    <a:pt x="14492" y="39827"/>
                  </a:lnTo>
                  <a:lnTo>
                    <a:pt x="14269" y="36482"/>
                  </a:lnTo>
                  <a:lnTo>
                    <a:pt x="14026" y="33157"/>
                  </a:lnTo>
                  <a:lnTo>
                    <a:pt x="13773" y="29863"/>
                  </a:lnTo>
                  <a:lnTo>
                    <a:pt x="13521" y="26611"/>
                  </a:lnTo>
                  <a:lnTo>
                    <a:pt x="13280" y="23411"/>
                  </a:lnTo>
                  <a:lnTo>
                    <a:pt x="13062" y="20273"/>
                  </a:lnTo>
                  <a:lnTo>
                    <a:pt x="13606" y="20273"/>
                  </a:lnTo>
                  <a:lnTo>
                    <a:pt x="24083" y="41227"/>
                  </a:lnTo>
                  <a:lnTo>
                    <a:pt x="57282" y="100278"/>
                  </a:lnTo>
                  <a:lnTo>
                    <a:pt x="73473" y="100278"/>
                  </a:lnTo>
                  <a:lnTo>
                    <a:pt x="73473" y="0"/>
                  </a:lnTo>
                  <a:lnTo>
                    <a:pt x="58370" y="0"/>
                  </a:lnTo>
                  <a:lnTo>
                    <a:pt x="58370" y="46806"/>
                  </a:lnTo>
                  <a:lnTo>
                    <a:pt x="58409" y="50105"/>
                  </a:lnTo>
                  <a:lnTo>
                    <a:pt x="58519" y="53459"/>
                  </a:lnTo>
                  <a:lnTo>
                    <a:pt x="58686" y="56848"/>
                  </a:lnTo>
                  <a:lnTo>
                    <a:pt x="58902" y="60255"/>
                  </a:lnTo>
                  <a:lnTo>
                    <a:pt x="59153" y="63660"/>
                  </a:lnTo>
                  <a:lnTo>
                    <a:pt x="59428" y="67045"/>
                  </a:lnTo>
                  <a:lnTo>
                    <a:pt x="59717" y="70391"/>
                  </a:lnTo>
                  <a:lnTo>
                    <a:pt x="60008" y="73679"/>
                  </a:lnTo>
                  <a:lnTo>
                    <a:pt x="60288" y="76890"/>
                  </a:lnTo>
                  <a:lnTo>
                    <a:pt x="60547" y="80005"/>
                  </a:lnTo>
                  <a:lnTo>
                    <a:pt x="59867" y="80005"/>
                  </a:lnTo>
                  <a:lnTo>
                    <a:pt x="49390" y="58915"/>
                  </a:lnTo>
                  <a:lnTo>
                    <a:pt x="161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8952168" y="3079405"/>
              <a:ext cx="74698" cy="100278"/>
            </a:xfrm>
            <a:custGeom>
              <a:avLst/>
              <a:gdLst/>
              <a:ahLst/>
              <a:cxnLst/>
              <a:rect l="l" t="t" r="r" b="b"/>
              <a:pathLst>
                <a:path w="74698" h="100278">
                  <a:moveTo>
                    <a:pt x="29253" y="100278"/>
                  </a:moveTo>
                  <a:lnTo>
                    <a:pt x="45309" y="100278"/>
                  </a:lnTo>
                  <a:lnTo>
                    <a:pt x="45309" y="13334"/>
                  </a:lnTo>
                  <a:lnTo>
                    <a:pt x="74698" y="13334"/>
                  </a:lnTo>
                  <a:lnTo>
                    <a:pt x="74698" y="0"/>
                  </a:lnTo>
                  <a:lnTo>
                    <a:pt x="0" y="0"/>
                  </a:lnTo>
                  <a:lnTo>
                    <a:pt x="0" y="13334"/>
                  </a:lnTo>
                  <a:lnTo>
                    <a:pt x="29253" y="13334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9071495" y="3079405"/>
              <a:ext cx="72521" cy="100278"/>
            </a:xfrm>
            <a:custGeom>
              <a:avLst/>
              <a:gdLst/>
              <a:ahLst/>
              <a:cxnLst/>
              <a:rect l="l" t="t" r="r" b="b"/>
              <a:pathLst>
                <a:path w="72521" h="100278">
                  <a:moveTo>
                    <a:pt x="15783" y="47214"/>
                  </a:moveTo>
                  <a:lnTo>
                    <a:pt x="15783" y="12790"/>
                  </a:lnTo>
                  <a:lnTo>
                    <a:pt x="30886" y="12790"/>
                  </a:lnTo>
                  <a:lnTo>
                    <a:pt x="35019" y="12920"/>
                  </a:lnTo>
                  <a:lnTo>
                    <a:pt x="38759" y="13326"/>
                  </a:lnTo>
                  <a:lnTo>
                    <a:pt x="42096" y="14028"/>
                  </a:lnTo>
                  <a:lnTo>
                    <a:pt x="45019" y="15050"/>
                  </a:lnTo>
                  <a:lnTo>
                    <a:pt x="47520" y="16413"/>
                  </a:lnTo>
                  <a:lnTo>
                    <a:pt x="49587" y="18139"/>
                  </a:lnTo>
                  <a:lnTo>
                    <a:pt x="51213" y="20250"/>
                  </a:lnTo>
                  <a:lnTo>
                    <a:pt x="52386" y="22769"/>
                  </a:lnTo>
                  <a:lnTo>
                    <a:pt x="53097" y="25718"/>
                  </a:lnTo>
                  <a:lnTo>
                    <a:pt x="53336" y="29118"/>
                  </a:lnTo>
                  <a:lnTo>
                    <a:pt x="53097" y="32567"/>
                  </a:lnTo>
                  <a:lnTo>
                    <a:pt x="52386" y="35650"/>
                  </a:lnTo>
                  <a:lnTo>
                    <a:pt x="51213" y="38367"/>
                  </a:lnTo>
                  <a:lnTo>
                    <a:pt x="49587" y="40719"/>
                  </a:lnTo>
                  <a:lnTo>
                    <a:pt x="47520" y="42707"/>
                  </a:lnTo>
                  <a:lnTo>
                    <a:pt x="45019" y="44332"/>
                  </a:lnTo>
                  <a:lnTo>
                    <a:pt x="42096" y="45594"/>
                  </a:lnTo>
                  <a:lnTo>
                    <a:pt x="38759" y="46494"/>
                  </a:lnTo>
                  <a:lnTo>
                    <a:pt x="35019" y="47034"/>
                  </a:lnTo>
                  <a:lnTo>
                    <a:pt x="30886" y="47214"/>
                  </a:lnTo>
                  <a:close/>
                  <a:moveTo>
                    <a:pt x="54697" y="100278"/>
                  </a:moveTo>
                  <a:lnTo>
                    <a:pt x="72521" y="100278"/>
                  </a:lnTo>
                  <a:lnTo>
                    <a:pt x="48030" y="57827"/>
                  </a:lnTo>
                  <a:lnTo>
                    <a:pt x="51691" y="56483"/>
                  </a:lnTo>
                  <a:lnTo>
                    <a:pt x="55068" y="54815"/>
                  </a:lnTo>
                  <a:lnTo>
                    <a:pt x="58136" y="52817"/>
                  </a:lnTo>
                  <a:lnTo>
                    <a:pt x="60872" y="50484"/>
                  </a:lnTo>
                  <a:lnTo>
                    <a:pt x="63252" y="47809"/>
                  </a:lnTo>
                  <a:lnTo>
                    <a:pt x="65252" y="44788"/>
                  </a:lnTo>
                  <a:lnTo>
                    <a:pt x="66849" y="41413"/>
                  </a:lnTo>
                  <a:lnTo>
                    <a:pt x="68019" y="37681"/>
                  </a:lnTo>
                  <a:lnTo>
                    <a:pt x="68738" y="33584"/>
                  </a:lnTo>
                  <a:lnTo>
                    <a:pt x="68983" y="29118"/>
                  </a:lnTo>
                  <a:lnTo>
                    <a:pt x="68528" y="23012"/>
                  </a:lnTo>
                  <a:lnTo>
                    <a:pt x="67205" y="17730"/>
                  </a:lnTo>
                  <a:lnTo>
                    <a:pt x="65075" y="13228"/>
                  </a:lnTo>
                  <a:lnTo>
                    <a:pt x="62200" y="9464"/>
                  </a:lnTo>
                  <a:lnTo>
                    <a:pt x="58643" y="6395"/>
                  </a:lnTo>
                  <a:lnTo>
                    <a:pt x="54465" y="3980"/>
                  </a:lnTo>
                  <a:lnTo>
                    <a:pt x="49729" y="2175"/>
                  </a:lnTo>
                  <a:lnTo>
                    <a:pt x="44497" y="938"/>
                  </a:lnTo>
                  <a:lnTo>
                    <a:pt x="38830" y="228"/>
                  </a:lnTo>
                  <a:lnTo>
                    <a:pt x="32791" y="0"/>
                  </a:lnTo>
                  <a:lnTo>
                    <a:pt x="0" y="0"/>
                  </a:lnTo>
                  <a:lnTo>
                    <a:pt x="0" y="100278"/>
                  </a:lnTo>
                  <a:lnTo>
                    <a:pt x="15783" y="100278"/>
                  </a:lnTo>
                  <a:lnTo>
                    <a:pt x="15783" y="59868"/>
                  </a:lnTo>
                  <a:lnTo>
                    <a:pt x="32110" y="59868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9174766" y="3079405"/>
              <a:ext cx="84631" cy="100278"/>
            </a:xfrm>
            <a:custGeom>
              <a:avLst/>
              <a:gdLst/>
              <a:ahLst/>
              <a:cxnLst/>
              <a:rect l="l" t="t" r="r" b="b"/>
              <a:pathLst>
                <a:path w="84631" h="100278">
                  <a:moveTo>
                    <a:pt x="0" y="100278"/>
                  </a:moveTo>
                  <a:lnTo>
                    <a:pt x="16192" y="100278"/>
                  </a:lnTo>
                  <a:lnTo>
                    <a:pt x="24628" y="71841"/>
                  </a:lnTo>
                  <a:lnTo>
                    <a:pt x="59460" y="71841"/>
                  </a:lnTo>
                  <a:lnTo>
                    <a:pt x="67896" y="100278"/>
                  </a:lnTo>
                  <a:lnTo>
                    <a:pt x="84631" y="100278"/>
                  </a:lnTo>
                  <a:lnTo>
                    <a:pt x="51432" y="0"/>
                  </a:lnTo>
                  <a:lnTo>
                    <a:pt x="33200" y="0"/>
                  </a:lnTo>
                  <a:close/>
                  <a:moveTo>
                    <a:pt x="28437" y="59323"/>
                  </a:moveTo>
                  <a:lnTo>
                    <a:pt x="32383" y="45853"/>
                  </a:lnTo>
                  <a:lnTo>
                    <a:pt x="33359" y="42583"/>
                  </a:lnTo>
                  <a:lnTo>
                    <a:pt x="34326" y="39304"/>
                  </a:lnTo>
                  <a:lnTo>
                    <a:pt x="35285" y="36013"/>
                  </a:lnTo>
                  <a:lnTo>
                    <a:pt x="36236" y="32709"/>
                  </a:lnTo>
                  <a:lnTo>
                    <a:pt x="37179" y="29390"/>
                  </a:lnTo>
                  <a:lnTo>
                    <a:pt x="38114" y="26055"/>
                  </a:lnTo>
                  <a:lnTo>
                    <a:pt x="39041" y="22701"/>
                  </a:lnTo>
                  <a:lnTo>
                    <a:pt x="39959" y="19329"/>
                  </a:lnTo>
                  <a:lnTo>
                    <a:pt x="40869" y="15935"/>
                  </a:lnTo>
                  <a:lnTo>
                    <a:pt x="41772" y="12518"/>
                  </a:lnTo>
                  <a:lnTo>
                    <a:pt x="42316" y="12518"/>
                  </a:lnTo>
                  <a:lnTo>
                    <a:pt x="43251" y="15902"/>
                  </a:lnTo>
                  <a:lnTo>
                    <a:pt x="44180" y="19276"/>
                  </a:lnTo>
                  <a:lnTo>
                    <a:pt x="45107" y="22641"/>
                  </a:lnTo>
                  <a:lnTo>
                    <a:pt x="46032" y="25996"/>
                  </a:lnTo>
                  <a:lnTo>
                    <a:pt x="46959" y="29339"/>
                  </a:lnTo>
                  <a:lnTo>
                    <a:pt x="47890" y="32669"/>
                  </a:lnTo>
                  <a:lnTo>
                    <a:pt x="48828" y="35987"/>
                  </a:lnTo>
                  <a:lnTo>
                    <a:pt x="49774" y="39291"/>
                  </a:lnTo>
                  <a:lnTo>
                    <a:pt x="50732" y="42580"/>
                  </a:lnTo>
                  <a:lnTo>
                    <a:pt x="51704" y="45853"/>
                  </a:lnTo>
                  <a:lnTo>
                    <a:pt x="55650" y="59323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9286338" y="3079405"/>
              <a:ext cx="81501" cy="100278"/>
            </a:xfrm>
            <a:custGeom>
              <a:avLst/>
              <a:gdLst/>
              <a:ahLst/>
              <a:cxnLst/>
              <a:rect l="l" t="t" r="r" b="b"/>
              <a:pathLst>
                <a:path w="81501" h="100278">
                  <a:moveTo>
                    <a:pt x="31430" y="100278"/>
                  </a:moveTo>
                  <a:lnTo>
                    <a:pt x="50071" y="100278"/>
                  </a:lnTo>
                  <a:lnTo>
                    <a:pt x="81501" y="0"/>
                  </a:lnTo>
                  <a:lnTo>
                    <a:pt x="65310" y="0"/>
                  </a:lnTo>
                  <a:lnTo>
                    <a:pt x="50615" y="51976"/>
                  </a:lnTo>
                  <a:lnTo>
                    <a:pt x="49625" y="55359"/>
                  </a:lnTo>
                  <a:lnTo>
                    <a:pt x="48686" y="58665"/>
                  </a:lnTo>
                  <a:lnTo>
                    <a:pt x="47785" y="61913"/>
                  </a:lnTo>
                  <a:lnTo>
                    <a:pt x="46908" y="65125"/>
                  </a:lnTo>
                  <a:lnTo>
                    <a:pt x="46040" y="68321"/>
                  </a:lnTo>
                  <a:lnTo>
                    <a:pt x="45168" y="71520"/>
                  </a:lnTo>
                  <a:lnTo>
                    <a:pt x="44278" y="74744"/>
                  </a:lnTo>
                  <a:lnTo>
                    <a:pt x="43357" y="78013"/>
                  </a:lnTo>
                  <a:lnTo>
                    <a:pt x="42390" y="81347"/>
                  </a:lnTo>
                  <a:lnTo>
                    <a:pt x="41363" y="84767"/>
                  </a:lnTo>
                  <a:lnTo>
                    <a:pt x="40682" y="84767"/>
                  </a:lnTo>
                  <a:lnTo>
                    <a:pt x="39692" y="81347"/>
                  </a:lnTo>
                  <a:lnTo>
                    <a:pt x="38755" y="78013"/>
                  </a:lnTo>
                  <a:lnTo>
                    <a:pt x="37856" y="74744"/>
                  </a:lnTo>
                  <a:lnTo>
                    <a:pt x="36984" y="71520"/>
                  </a:lnTo>
                  <a:lnTo>
                    <a:pt x="36124" y="68321"/>
                  </a:lnTo>
                  <a:lnTo>
                    <a:pt x="35265" y="65125"/>
                  </a:lnTo>
                  <a:lnTo>
                    <a:pt x="34393" y="61913"/>
                  </a:lnTo>
                  <a:lnTo>
                    <a:pt x="33494" y="58665"/>
                  </a:lnTo>
                  <a:lnTo>
                    <a:pt x="32556" y="55359"/>
                  </a:lnTo>
                  <a:lnTo>
                    <a:pt x="31566" y="51976"/>
                  </a:lnTo>
                  <a:lnTo>
                    <a:pt x="167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9407842" y="3079405"/>
              <a:ext cx="60684" cy="100278"/>
            </a:xfrm>
            <a:custGeom>
              <a:avLst/>
              <a:gdLst/>
              <a:ahLst/>
              <a:cxnLst/>
              <a:rect l="l" t="t" r="r" b="b"/>
              <a:pathLst>
                <a:path w="60684" h="100278">
                  <a:moveTo>
                    <a:pt x="0" y="100278"/>
                  </a:moveTo>
                  <a:lnTo>
                    <a:pt x="60684" y="100278"/>
                  </a:lnTo>
                  <a:lnTo>
                    <a:pt x="60684" y="86808"/>
                  </a:lnTo>
                  <a:lnTo>
                    <a:pt x="15783" y="86808"/>
                  </a:lnTo>
                  <a:lnTo>
                    <a:pt x="15783" y="54561"/>
                  </a:lnTo>
                  <a:lnTo>
                    <a:pt x="52520" y="54561"/>
                  </a:lnTo>
                  <a:lnTo>
                    <a:pt x="52520" y="41227"/>
                  </a:lnTo>
                  <a:lnTo>
                    <a:pt x="15783" y="41227"/>
                  </a:lnTo>
                  <a:lnTo>
                    <a:pt x="15783" y="13334"/>
                  </a:lnTo>
                  <a:lnTo>
                    <a:pt x="59187" y="13334"/>
                  </a:lnTo>
                  <a:lnTo>
                    <a:pt x="591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9516692" y="3079405"/>
              <a:ext cx="58235" cy="100278"/>
            </a:xfrm>
            <a:custGeom>
              <a:avLst/>
              <a:gdLst/>
              <a:ahLst/>
              <a:cxnLst/>
              <a:rect l="l" t="t" r="r" b="b"/>
              <a:pathLst>
                <a:path w="58235" h="100278">
                  <a:moveTo>
                    <a:pt x="0" y="100278"/>
                  </a:moveTo>
                  <a:lnTo>
                    <a:pt x="58235" y="100278"/>
                  </a:lnTo>
                  <a:lnTo>
                    <a:pt x="58235" y="86808"/>
                  </a:lnTo>
                  <a:lnTo>
                    <a:pt x="15783" y="86808"/>
                  </a:lnTo>
                  <a:lnTo>
                    <a:pt x="157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7056425" y="3950208"/>
            <a:ext cx="415960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深色底用反白字标，印记保持柿红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6425" y="4498848"/>
            <a:ext cx="566928" cy="566928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160286" y="4599342"/>
            <a:ext cx="357939" cy="352470"/>
          </a:xfrm>
          <a:custGeom>
            <a:avLst/>
            <a:gdLst/>
            <a:ahLst/>
            <a:cxnLst/>
            <a:rect l="l" t="t" r="r" b="b"/>
            <a:pathLst>
              <a:path w="357939" h="352470">
                <a:moveTo>
                  <a:pt x="214775" y="4490"/>
                </a:moveTo>
                <a:lnTo>
                  <a:pt x="157527" y="0"/>
                </a:lnTo>
                <a:lnTo>
                  <a:pt x="157527" y="86059"/>
                </a:lnTo>
                <a:lnTo>
                  <a:pt x="89053" y="86059"/>
                </a:lnTo>
                <a:lnTo>
                  <a:pt x="89053" y="32178"/>
                </a:lnTo>
                <a:lnTo>
                  <a:pt x="91875" y="31663"/>
                </a:lnTo>
                <a:lnTo>
                  <a:pt x="94300" y="31014"/>
                </a:lnTo>
                <a:lnTo>
                  <a:pt x="96357" y="30235"/>
                </a:lnTo>
                <a:lnTo>
                  <a:pt x="98075" y="29329"/>
                </a:lnTo>
                <a:lnTo>
                  <a:pt x="99483" y="28296"/>
                </a:lnTo>
                <a:lnTo>
                  <a:pt x="100610" y="27141"/>
                </a:lnTo>
                <a:lnTo>
                  <a:pt x="101486" y="25864"/>
                </a:lnTo>
                <a:lnTo>
                  <a:pt x="102140" y="24468"/>
                </a:lnTo>
                <a:lnTo>
                  <a:pt x="102601" y="22955"/>
                </a:lnTo>
                <a:lnTo>
                  <a:pt x="102897" y="21327"/>
                </a:lnTo>
                <a:lnTo>
                  <a:pt x="46023" y="15715"/>
                </a:lnTo>
                <a:lnTo>
                  <a:pt x="46023" y="81569"/>
                </a:lnTo>
                <a:lnTo>
                  <a:pt x="44566" y="82510"/>
                </a:lnTo>
                <a:lnTo>
                  <a:pt x="43120" y="83524"/>
                </a:lnTo>
                <a:lnTo>
                  <a:pt x="41696" y="84597"/>
                </a:lnTo>
                <a:lnTo>
                  <a:pt x="40306" y="85712"/>
                </a:lnTo>
                <a:lnTo>
                  <a:pt x="38961" y="86854"/>
                </a:lnTo>
                <a:lnTo>
                  <a:pt x="37672" y="88008"/>
                </a:lnTo>
                <a:lnTo>
                  <a:pt x="36450" y="89157"/>
                </a:lnTo>
                <a:lnTo>
                  <a:pt x="35307" y="90286"/>
                </a:lnTo>
                <a:lnTo>
                  <a:pt x="34254" y="91379"/>
                </a:lnTo>
                <a:lnTo>
                  <a:pt x="33301" y="92420"/>
                </a:lnTo>
                <a:lnTo>
                  <a:pt x="78202" y="115245"/>
                </a:lnTo>
                <a:lnTo>
                  <a:pt x="91298" y="96910"/>
                </a:lnTo>
                <a:lnTo>
                  <a:pt x="267159" y="96910"/>
                </a:lnTo>
                <a:lnTo>
                  <a:pt x="267159" y="107761"/>
                </a:lnTo>
                <a:lnTo>
                  <a:pt x="249573" y="126844"/>
                </a:lnTo>
                <a:lnTo>
                  <a:pt x="101027" y="126844"/>
                </a:lnTo>
                <a:lnTo>
                  <a:pt x="52010" y="109258"/>
                </a:lnTo>
                <a:lnTo>
                  <a:pt x="52010" y="209536"/>
                </a:lnTo>
                <a:lnTo>
                  <a:pt x="51796" y="224850"/>
                </a:lnTo>
                <a:lnTo>
                  <a:pt x="51019" y="239997"/>
                </a:lnTo>
                <a:lnTo>
                  <a:pt x="49474" y="254924"/>
                </a:lnTo>
                <a:lnTo>
                  <a:pt x="46957" y="269577"/>
                </a:lnTo>
                <a:lnTo>
                  <a:pt x="43264" y="283903"/>
                </a:lnTo>
                <a:lnTo>
                  <a:pt x="38190" y="297847"/>
                </a:lnTo>
                <a:lnTo>
                  <a:pt x="31530" y="311355"/>
                </a:lnTo>
                <a:lnTo>
                  <a:pt x="23082" y="324374"/>
                </a:lnTo>
                <a:lnTo>
                  <a:pt x="12640" y="336850"/>
                </a:lnTo>
                <a:lnTo>
                  <a:pt x="0" y="348728"/>
                </a:lnTo>
                <a:lnTo>
                  <a:pt x="2993" y="352470"/>
                </a:lnTo>
                <a:lnTo>
                  <a:pt x="25836" y="341285"/>
                </a:lnTo>
                <a:lnTo>
                  <a:pt x="44568" y="328945"/>
                </a:lnTo>
                <a:lnTo>
                  <a:pt x="59592" y="315622"/>
                </a:lnTo>
                <a:lnTo>
                  <a:pt x="71308" y="301487"/>
                </a:lnTo>
                <a:lnTo>
                  <a:pt x="80120" y="286709"/>
                </a:lnTo>
                <a:lnTo>
                  <a:pt x="86428" y="271460"/>
                </a:lnTo>
                <a:lnTo>
                  <a:pt x="90635" y="255910"/>
                </a:lnTo>
                <a:lnTo>
                  <a:pt x="93142" y="240230"/>
                </a:lnTo>
                <a:lnTo>
                  <a:pt x="94352" y="224591"/>
                </a:lnTo>
                <a:lnTo>
                  <a:pt x="94666" y="209162"/>
                </a:lnTo>
                <a:lnTo>
                  <a:pt x="94666" y="137695"/>
                </a:lnTo>
                <a:lnTo>
                  <a:pt x="253689" y="137695"/>
                </a:lnTo>
                <a:lnTo>
                  <a:pt x="254047" y="163416"/>
                </a:lnTo>
                <a:lnTo>
                  <a:pt x="255024" y="188738"/>
                </a:lnTo>
                <a:lnTo>
                  <a:pt x="256814" y="213351"/>
                </a:lnTo>
                <a:lnTo>
                  <a:pt x="259610" y="236944"/>
                </a:lnTo>
                <a:lnTo>
                  <a:pt x="263605" y="259208"/>
                </a:lnTo>
                <a:lnTo>
                  <a:pt x="268991" y="279833"/>
                </a:lnTo>
                <a:lnTo>
                  <a:pt x="275963" y="298509"/>
                </a:lnTo>
                <a:lnTo>
                  <a:pt x="284712" y="314927"/>
                </a:lnTo>
                <a:lnTo>
                  <a:pt x="295433" y="328777"/>
                </a:lnTo>
                <a:lnTo>
                  <a:pt x="308318" y="339748"/>
                </a:lnTo>
                <a:lnTo>
                  <a:pt x="313042" y="342954"/>
                </a:lnTo>
                <a:lnTo>
                  <a:pt x="317960" y="345774"/>
                </a:lnTo>
                <a:lnTo>
                  <a:pt x="322994" y="348113"/>
                </a:lnTo>
                <a:lnTo>
                  <a:pt x="328068" y="349878"/>
                </a:lnTo>
                <a:lnTo>
                  <a:pt x="333107" y="350973"/>
                </a:lnTo>
                <a:lnTo>
                  <a:pt x="338033" y="351306"/>
                </a:lnTo>
                <a:lnTo>
                  <a:pt x="342771" y="350780"/>
                </a:lnTo>
                <a:lnTo>
                  <a:pt x="347244" y="349303"/>
                </a:lnTo>
                <a:lnTo>
                  <a:pt x="351376" y="346780"/>
                </a:lnTo>
                <a:lnTo>
                  <a:pt x="355090" y="343116"/>
                </a:lnTo>
                <a:lnTo>
                  <a:pt x="356448" y="340747"/>
                </a:lnTo>
                <a:lnTo>
                  <a:pt x="357377" y="338129"/>
                </a:lnTo>
                <a:lnTo>
                  <a:pt x="357875" y="335259"/>
                </a:lnTo>
                <a:lnTo>
                  <a:pt x="357939" y="332136"/>
                </a:lnTo>
                <a:lnTo>
                  <a:pt x="357569" y="328757"/>
                </a:lnTo>
                <a:lnTo>
                  <a:pt x="356760" y="325120"/>
                </a:lnTo>
                <a:lnTo>
                  <a:pt x="355511" y="321222"/>
                </a:lnTo>
                <a:lnTo>
                  <a:pt x="353821" y="317061"/>
                </a:lnTo>
                <a:lnTo>
                  <a:pt x="351685" y="312636"/>
                </a:lnTo>
                <a:lnTo>
                  <a:pt x="349103" y="307944"/>
                </a:lnTo>
                <a:lnTo>
                  <a:pt x="352096" y="256308"/>
                </a:lnTo>
                <a:lnTo>
                  <a:pt x="347980" y="255934"/>
                </a:lnTo>
                <a:lnTo>
                  <a:pt x="346959" y="259839"/>
                </a:lnTo>
                <a:lnTo>
                  <a:pt x="345915" y="263692"/>
                </a:lnTo>
                <a:lnTo>
                  <a:pt x="344849" y="267488"/>
                </a:lnTo>
                <a:lnTo>
                  <a:pt x="343760" y="271218"/>
                </a:lnTo>
                <a:lnTo>
                  <a:pt x="342648" y="274876"/>
                </a:lnTo>
                <a:lnTo>
                  <a:pt x="341515" y="278456"/>
                </a:lnTo>
                <a:lnTo>
                  <a:pt x="340359" y="281950"/>
                </a:lnTo>
                <a:lnTo>
                  <a:pt x="339180" y="285353"/>
                </a:lnTo>
                <a:lnTo>
                  <a:pt x="337979" y="288656"/>
                </a:lnTo>
                <a:lnTo>
                  <a:pt x="336755" y="291854"/>
                </a:lnTo>
                <a:lnTo>
                  <a:pt x="336090" y="292887"/>
                </a:lnTo>
                <a:lnTo>
                  <a:pt x="335432" y="293740"/>
                </a:lnTo>
                <a:lnTo>
                  <a:pt x="334765" y="294414"/>
                </a:lnTo>
                <a:lnTo>
                  <a:pt x="334073" y="294907"/>
                </a:lnTo>
                <a:lnTo>
                  <a:pt x="333341" y="295222"/>
                </a:lnTo>
                <a:lnTo>
                  <a:pt x="332553" y="295356"/>
                </a:lnTo>
                <a:lnTo>
                  <a:pt x="331692" y="295312"/>
                </a:lnTo>
                <a:lnTo>
                  <a:pt x="330745" y="295087"/>
                </a:lnTo>
                <a:lnTo>
                  <a:pt x="329693" y="294683"/>
                </a:lnTo>
                <a:lnTo>
                  <a:pt x="328523" y="294099"/>
                </a:lnTo>
                <a:lnTo>
                  <a:pt x="320764" y="287058"/>
                </a:lnTo>
                <a:lnTo>
                  <a:pt x="314266" y="276830"/>
                </a:lnTo>
                <a:lnTo>
                  <a:pt x="308944" y="263936"/>
                </a:lnTo>
                <a:lnTo>
                  <a:pt x="304714" y="248893"/>
                </a:lnTo>
                <a:lnTo>
                  <a:pt x="301489" y="232220"/>
                </a:lnTo>
                <a:lnTo>
                  <a:pt x="299185" y="214436"/>
                </a:lnTo>
                <a:lnTo>
                  <a:pt x="297716" y="196060"/>
                </a:lnTo>
                <a:lnTo>
                  <a:pt x="296997" y="177609"/>
                </a:lnTo>
                <a:lnTo>
                  <a:pt x="296943" y="159603"/>
                </a:lnTo>
                <a:lnTo>
                  <a:pt x="297467" y="142559"/>
                </a:lnTo>
                <a:lnTo>
                  <a:pt x="299554" y="142190"/>
                </a:lnTo>
                <a:lnTo>
                  <a:pt x="301541" y="141757"/>
                </a:lnTo>
                <a:lnTo>
                  <a:pt x="303421" y="141266"/>
                </a:lnTo>
                <a:lnTo>
                  <a:pt x="305184" y="140721"/>
                </a:lnTo>
                <a:lnTo>
                  <a:pt x="306821" y="140127"/>
                </a:lnTo>
                <a:lnTo>
                  <a:pt x="308324" y="139488"/>
                </a:lnTo>
                <a:lnTo>
                  <a:pt x="309683" y="138809"/>
                </a:lnTo>
                <a:lnTo>
                  <a:pt x="310889" y="138093"/>
                </a:lnTo>
                <a:lnTo>
                  <a:pt x="311934" y="137346"/>
                </a:lnTo>
                <a:lnTo>
                  <a:pt x="312808" y="136573"/>
                </a:lnTo>
                <a:lnTo>
                  <a:pt x="281752" y="112251"/>
                </a:lnTo>
                <a:lnTo>
                  <a:pt x="286307" y="111809"/>
                </a:lnTo>
                <a:lnTo>
                  <a:pt x="290717" y="111180"/>
                </a:lnTo>
                <a:lnTo>
                  <a:pt x="294902" y="110403"/>
                </a:lnTo>
                <a:lnTo>
                  <a:pt x="298784" y="109515"/>
                </a:lnTo>
                <a:lnTo>
                  <a:pt x="302285" y="108556"/>
                </a:lnTo>
                <a:lnTo>
                  <a:pt x="305325" y="107564"/>
                </a:lnTo>
                <a:lnTo>
                  <a:pt x="307826" y="106576"/>
                </a:lnTo>
                <a:lnTo>
                  <a:pt x="309710" y="105630"/>
                </a:lnTo>
                <a:lnTo>
                  <a:pt x="310898" y="104765"/>
                </a:lnTo>
                <a:lnTo>
                  <a:pt x="311312" y="104020"/>
                </a:lnTo>
                <a:lnTo>
                  <a:pt x="311312" y="31056"/>
                </a:lnTo>
                <a:lnTo>
                  <a:pt x="314134" y="30540"/>
                </a:lnTo>
                <a:lnTo>
                  <a:pt x="316559" y="29895"/>
                </a:lnTo>
                <a:lnTo>
                  <a:pt x="318616" y="29123"/>
                </a:lnTo>
                <a:lnTo>
                  <a:pt x="320334" y="28230"/>
                </a:lnTo>
                <a:lnTo>
                  <a:pt x="321742" y="27221"/>
                </a:lnTo>
                <a:lnTo>
                  <a:pt x="322869" y="26099"/>
                </a:lnTo>
                <a:lnTo>
                  <a:pt x="323745" y="24869"/>
                </a:lnTo>
                <a:lnTo>
                  <a:pt x="324399" y="23537"/>
                </a:lnTo>
                <a:lnTo>
                  <a:pt x="324859" y="22105"/>
                </a:lnTo>
                <a:lnTo>
                  <a:pt x="325156" y="20579"/>
                </a:lnTo>
                <a:lnTo>
                  <a:pt x="267159" y="15715"/>
                </a:lnTo>
                <a:lnTo>
                  <a:pt x="267159" y="86059"/>
                </a:lnTo>
                <a:lnTo>
                  <a:pt x="201305" y="86059"/>
                </a:lnTo>
                <a:lnTo>
                  <a:pt x="201305" y="14967"/>
                </a:lnTo>
                <a:lnTo>
                  <a:pt x="204026" y="14451"/>
                </a:lnTo>
                <a:lnTo>
                  <a:pt x="206370" y="13805"/>
                </a:lnTo>
                <a:lnTo>
                  <a:pt x="208363" y="13034"/>
                </a:lnTo>
                <a:lnTo>
                  <a:pt x="210033" y="12141"/>
                </a:lnTo>
                <a:lnTo>
                  <a:pt x="211407" y="11131"/>
                </a:lnTo>
                <a:lnTo>
                  <a:pt x="212512" y="10010"/>
                </a:lnTo>
                <a:lnTo>
                  <a:pt x="213374" y="8780"/>
                </a:lnTo>
                <a:lnTo>
                  <a:pt x="214021" y="7447"/>
                </a:lnTo>
                <a:lnTo>
                  <a:pt x="214479" y="6016"/>
                </a:lnTo>
                <a:lnTo>
                  <a:pt x="214775" y="4490"/>
                </a:lnTo>
                <a:close/>
                <a:moveTo>
                  <a:pt x="249199" y="168377"/>
                </a:moveTo>
                <a:lnTo>
                  <a:pt x="198686" y="147049"/>
                </a:lnTo>
                <a:lnTo>
                  <a:pt x="196957" y="152965"/>
                </a:lnTo>
                <a:lnTo>
                  <a:pt x="195138" y="158813"/>
                </a:lnTo>
                <a:lnTo>
                  <a:pt x="193230" y="164594"/>
                </a:lnTo>
                <a:lnTo>
                  <a:pt x="191232" y="170308"/>
                </a:lnTo>
                <a:lnTo>
                  <a:pt x="189144" y="175954"/>
                </a:lnTo>
                <a:lnTo>
                  <a:pt x="186967" y="181533"/>
                </a:lnTo>
                <a:lnTo>
                  <a:pt x="184699" y="187045"/>
                </a:lnTo>
                <a:lnTo>
                  <a:pt x="182342" y="192489"/>
                </a:lnTo>
                <a:lnTo>
                  <a:pt x="179895" y="197866"/>
                </a:lnTo>
                <a:lnTo>
                  <a:pt x="177358" y="203175"/>
                </a:lnTo>
                <a:lnTo>
                  <a:pt x="171846" y="199349"/>
                </a:lnTo>
                <a:lnTo>
                  <a:pt x="166088" y="195506"/>
                </a:lnTo>
                <a:lnTo>
                  <a:pt x="160082" y="191655"/>
                </a:lnTo>
                <a:lnTo>
                  <a:pt x="153830" y="187801"/>
                </a:lnTo>
                <a:lnTo>
                  <a:pt x="147330" y="183952"/>
                </a:lnTo>
                <a:lnTo>
                  <a:pt x="140584" y="180114"/>
                </a:lnTo>
                <a:lnTo>
                  <a:pt x="133591" y="176294"/>
                </a:lnTo>
                <a:lnTo>
                  <a:pt x="126351" y="172499"/>
                </a:lnTo>
                <a:lnTo>
                  <a:pt x="118863" y="168735"/>
                </a:lnTo>
                <a:lnTo>
                  <a:pt x="111129" y="165010"/>
                </a:lnTo>
                <a:lnTo>
                  <a:pt x="106639" y="168003"/>
                </a:lnTo>
                <a:lnTo>
                  <a:pt x="111979" y="173399"/>
                </a:lnTo>
                <a:lnTo>
                  <a:pt x="117433" y="179025"/>
                </a:lnTo>
                <a:lnTo>
                  <a:pt x="122982" y="184861"/>
                </a:lnTo>
                <a:lnTo>
                  <a:pt x="128605" y="190890"/>
                </a:lnTo>
                <a:lnTo>
                  <a:pt x="134281" y="197095"/>
                </a:lnTo>
                <a:lnTo>
                  <a:pt x="139991" y="203457"/>
                </a:lnTo>
                <a:lnTo>
                  <a:pt x="145715" y="209958"/>
                </a:lnTo>
                <a:lnTo>
                  <a:pt x="151432" y="216580"/>
                </a:lnTo>
                <a:lnTo>
                  <a:pt x="157122" y="223305"/>
                </a:lnTo>
                <a:lnTo>
                  <a:pt x="162765" y="230116"/>
                </a:lnTo>
                <a:lnTo>
                  <a:pt x="155507" y="241900"/>
                </a:lnTo>
                <a:lnTo>
                  <a:pt x="147897" y="253219"/>
                </a:lnTo>
                <a:lnTo>
                  <a:pt x="139963" y="264057"/>
                </a:lnTo>
                <a:lnTo>
                  <a:pt x="131736" y="274400"/>
                </a:lnTo>
                <a:lnTo>
                  <a:pt x="123243" y="284230"/>
                </a:lnTo>
                <a:lnTo>
                  <a:pt x="114515" y="293533"/>
                </a:lnTo>
                <a:lnTo>
                  <a:pt x="105580" y="302293"/>
                </a:lnTo>
                <a:lnTo>
                  <a:pt x="96468" y="310494"/>
                </a:lnTo>
                <a:lnTo>
                  <a:pt x="87207" y="318120"/>
                </a:lnTo>
                <a:lnTo>
                  <a:pt x="77828" y="325156"/>
                </a:lnTo>
                <a:lnTo>
                  <a:pt x="81944" y="329646"/>
                </a:lnTo>
                <a:lnTo>
                  <a:pt x="93279" y="324390"/>
                </a:lnTo>
                <a:lnTo>
                  <a:pt x="104376" y="318714"/>
                </a:lnTo>
                <a:lnTo>
                  <a:pt x="115222" y="312602"/>
                </a:lnTo>
                <a:lnTo>
                  <a:pt x="125803" y="306040"/>
                </a:lnTo>
                <a:lnTo>
                  <a:pt x="136105" y="299010"/>
                </a:lnTo>
                <a:lnTo>
                  <a:pt x="146116" y="291498"/>
                </a:lnTo>
                <a:lnTo>
                  <a:pt x="155821" y="283487"/>
                </a:lnTo>
                <a:lnTo>
                  <a:pt x="165208" y="274963"/>
                </a:lnTo>
                <a:lnTo>
                  <a:pt x="174262" y="265908"/>
                </a:lnTo>
                <a:lnTo>
                  <a:pt x="182970" y="256308"/>
                </a:lnTo>
                <a:lnTo>
                  <a:pt x="187390" y="262469"/>
                </a:lnTo>
                <a:lnTo>
                  <a:pt x="191660" y="268599"/>
                </a:lnTo>
                <a:lnTo>
                  <a:pt x="195764" y="274688"/>
                </a:lnTo>
                <a:lnTo>
                  <a:pt x="199685" y="280728"/>
                </a:lnTo>
                <a:lnTo>
                  <a:pt x="203410" y="286709"/>
                </a:lnTo>
                <a:lnTo>
                  <a:pt x="206920" y="292623"/>
                </a:lnTo>
                <a:lnTo>
                  <a:pt x="210202" y="298461"/>
                </a:lnTo>
                <a:lnTo>
                  <a:pt x="213239" y="304214"/>
                </a:lnTo>
                <a:lnTo>
                  <a:pt x="216016" y="309872"/>
                </a:lnTo>
                <a:lnTo>
                  <a:pt x="218517" y="315427"/>
                </a:lnTo>
                <a:lnTo>
                  <a:pt x="228546" y="320136"/>
                </a:lnTo>
                <a:lnTo>
                  <a:pt x="237240" y="320818"/>
                </a:lnTo>
                <a:lnTo>
                  <a:pt x="244161" y="317845"/>
                </a:lnTo>
                <a:lnTo>
                  <a:pt x="248870" y="311590"/>
                </a:lnTo>
                <a:lnTo>
                  <a:pt x="250929" y="302425"/>
                </a:lnTo>
                <a:lnTo>
                  <a:pt x="249902" y="290723"/>
                </a:lnTo>
                <a:lnTo>
                  <a:pt x="245351" y="276857"/>
                </a:lnTo>
                <a:lnTo>
                  <a:pt x="236836" y="261199"/>
                </a:lnTo>
                <a:lnTo>
                  <a:pt x="223922" y="244123"/>
                </a:lnTo>
                <a:lnTo>
                  <a:pt x="206169" y="226000"/>
                </a:lnTo>
                <a:lnTo>
                  <a:pt x="209177" y="221342"/>
                </a:lnTo>
                <a:lnTo>
                  <a:pt x="212138" y="216574"/>
                </a:lnTo>
                <a:lnTo>
                  <a:pt x="215049" y="211698"/>
                </a:lnTo>
                <a:lnTo>
                  <a:pt x="217909" y="206716"/>
                </a:lnTo>
                <a:lnTo>
                  <a:pt x="220715" y="201632"/>
                </a:lnTo>
                <a:lnTo>
                  <a:pt x="223465" y="196446"/>
                </a:lnTo>
                <a:lnTo>
                  <a:pt x="226156" y="191162"/>
                </a:lnTo>
                <a:lnTo>
                  <a:pt x="228787" y="185781"/>
                </a:lnTo>
                <a:lnTo>
                  <a:pt x="231355" y="180306"/>
                </a:lnTo>
                <a:lnTo>
                  <a:pt x="233858" y="174738"/>
                </a:lnTo>
                <a:lnTo>
                  <a:pt x="236328" y="174954"/>
                </a:lnTo>
                <a:lnTo>
                  <a:pt x="238578" y="174939"/>
                </a:lnTo>
                <a:lnTo>
                  <a:pt x="240613" y="174708"/>
                </a:lnTo>
                <a:lnTo>
                  <a:pt x="242437" y="174277"/>
                </a:lnTo>
                <a:lnTo>
                  <a:pt x="244054" y="173662"/>
                </a:lnTo>
                <a:lnTo>
                  <a:pt x="245469" y="172879"/>
                </a:lnTo>
                <a:lnTo>
                  <a:pt x="246687" y="171944"/>
                </a:lnTo>
                <a:lnTo>
                  <a:pt x="247711" y="170871"/>
                </a:lnTo>
                <a:lnTo>
                  <a:pt x="248547" y="169677"/>
                </a:lnTo>
                <a:lnTo>
                  <a:pt x="249199" y="1683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70825" y="4681728"/>
            <a:ext cx="384048" cy="384048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041182" y="4749804"/>
            <a:ext cx="242475" cy="238771"/>
          </a:xfrm>
          <a:custGeom>
            <a:avLst/>
            <a:gdLst/>
            <a:ahLst/>
            <a:cxnLst/>
            <a:rect l="l" t="t" r="r" b="b"/>
            <a:pathLst>
              <a:path w="242475" h="238771">
                <a:moveTo>
                  <a:pt x="145493" y="3042"/>
                </a:moveTo>
                <a:lnTo>
                  <a:pt x="106712" y="0"/>
                </a:lnTo>
                <a:lnTo>
                  <a:pt x="106712" y="58299"/>
                </a:lnTo>
                <a:lnTo>
                  <a:pt x="60327" y="58299"/>
                </a:lnTo>
                <a:lnTo>
                  <a:pt x="60327" y="21799"/>
                </a:lnTo>
                <a:lnTo>
                  <a:pt x="62239" y="21449"/>
                </a:lnTo>
                <a:lnTo>
                  <a:pt x="63881" y="21010"/>
                </a:lnTo>
                <a:lnTo>
                  <a:pt x="65275" y="20483"/>
                </a:lnTo>
                <a:lnTo>
                  <a:pt x="66438" y="19868"/>
                </a:lnTo>
                <a:lnTo>
                  <a:pt x="67392" y="19169"/>
                </a:lnTo>
                <a:lnTo>
                  <a:pt x="68156" y="18386"/>
                </a:lnTo>
                <a:lnTo>
                  <a:pt x="68749" y="17521"/>
                </a:lnTo>
                <a:lnTo>
                  <a:pt x="69192" y="16575"/>
                </a:lnTo>
                <a:lnTo>
                  <a:pt x="69504" y="15551"/>
                </a:lnTo>
                <a:lnTo>
                  <a:pt x="69705" y="14448"/>
                </a:lnTo>
                <a:lnTo>
                  <a:pt x="31177" y="10646"/>
                </a:lnTo>
                <a:lnTo>
                  <a:pt x="31177" y="55257"/>
                </a:lnTo>
                <a:lnTo>
                  <a:pt x="30190" y="55894"/>
                </a:lnTo>
                <a:lnTo>
                  <a:pt x="29210" y="56581"/>
                </a:lnTo>
                <a:lnTo>
                  <a:pt x="28246" y="57308"/>
                </a:lnTo>
                <a:lnTo>
                  <a:pt x="27304" y="58064"/>
                </a:lnTo>
                <a:lnTo>
                  <a:pt x="26393" y="58837"/>
                </a:lnTo>
                <a:lnTo>
                  <a:pt x="25520" y="59619"/>
                </a:lnTo>
                <a:lnTo>
                  <a:pt x="24692" y="60397"/>
                </a:lnTo>
                <a:lnTo>
                  <a:pt x="23918" y="61162"/>
                </a:lnTo>
                <a:lnTo>
                  <a:pt x="23204" y="61902"/>
                </a:lnTo>
                <a:lnTo>
                  <a:pt x="22559" y="62608"/>
                </a:lnTo>
                <a:lnTo>
                  <a:pt x="52976" y="78070"/>
                </a:lnTo>
                <a:lnTo>
                  <a:pt x="61847" y="65650"/>
                </a:lnTo>
                <a:lnTo>
                  <a:pt x="180979" y="65650"/>
                </a:lnTo>
                <a:lnTo>
                  <a:pt x="180979" y="73000"/>
                </a:lnTo>
                <a:lnTo>
                  <a:pt x="169066" y="85927"/>
                </a:lnTo>
                <a:lnTo>
                  <a:pt x="68438" y="85927"/>
                </a:lnTo>
                <a:lnTo>
                  <a:pt x="35233" y="74014"/>
                </a:lnTo>
                <a:lnTo>
                  <a:pt x="35233" y="141944"/>
                </a:lnTo>
                <a:lnTo>
                  <a:pt x="35088" y="152318"/>
                </a:lnTo>
                <a:lnTo>
                  <a:pt x="34562" y="162579"/>
                </a:lnTo>
                <a:lnTo>
                  <a:pt x="33515" y="172691"/>
                </a:lnTo>
                <a:lnTo>
                  <a:pt x="31810" y="182618"/>
                </a:lnTo>
                <a:lnTo>
                  <a:pt x="29308" y="192322"/>
                </a:lnTo>
                <a:lnTo>
                  <a:pt x="25871" y="201768"/>
                </a:lnTo>
                <a:lnTo>
                  <a:pt x="21360" y="210919"/>
                </a:lnTo>
                <a:lnTo>
                  <a:pt x="15637" y="219738"/>
                </a:lnTo>
                <a:lnTo>
                  <a:pt x="8563" y="228189"/>
                </a:lnTo>
                <a:lnTo>
                  <a:pt x="0" y="236236"/>
                </a:lnTo>
                <a:lnTo>
                  <a:pt x="2028" y="238771"/>
                </a:lnTo>
                <a:lnTo>
                  <a:pt x="17502" y="231193"/>
                </a:lnTo>
                <a:lnTo>
                  <a:pt x="30192" y="222834"/>
                </a:lnTo>
                <a:lnTo>
                  <a:pt x="40369" y="213809"/>
                </a:lnTo>
                <a:lnTo>
                  <a:pt x="48306" y="204234"/>
                </a:lnTo>
                <a:lnTo>
                  <a:pt x="54275" y="194223"/>
                </a:lnTo>
                <a:lnTo>
                  <a:pt x="58548" y="183893"/>
                </a:lnTo>
                <a:lnTo>
                  <a:pt x="61398" y="173359"/>
                </a:lnTo>
                <a:lnTo>
                  <a:pt x="63097" y="162737"/>
                </a:lnTo>
                <a:lnTo>
                  <a:pt x="63916" y="152143"/>
                </a:lnTo>
                <a:lnTo>
                  <a:pt x="64129" y="141691"/>
                </a:lnTo>
                <a:lnTo>
                  <a:pt x="64129" y="93278"/>
                </a:lnTo>
                <a:lnTo>
                  <a:pt x="171854" y="93278"/>
                </a:lnTo>
                <a:lnTo>
                  <a:pt x="172097" y="110702"/>
                </a:lnTo>
                <a:lnTo>
                  <a:pt x="172759" y="127856"/>
                </a:lnTo>
                <a:lnTo>
                  <a:pt x="173971" y="144528"/>
                </a:lnTo>
                <a:lnTo>
                  <a:pt x="175865" y="160511"/>
                </a:lnTo>
                <a:lnTo>
                  <a:pt x="178571" y="175593"/>
                </a:lnTo>
                <a:lnTo>
                  <a:pt x="182220" y="189565"/>
                </a:lnTo>
                <a:lnTo>
                  <a:pt x="186943" y="202217"/>
                </a:lnTo>
                <a:lnTo>
                  <a:pt x="192870" y="213338"/>
                </a:lnTo>
                <a:lnTo>
                  <a:pt x="200133" y="222720"/>
                </a:lnTo>
                <a:lnTo>
                  <a:pt x="208861" y="230153"/>
                </a:lnTo>
                <a:lnTo>
                  <a:pt x="212061" y="232324"/>
                </a:lnTo>
                <a:lnTo>
                  <a:pt x="215393" y="234235"/>
                </a:lnTo>
                <a:lnTo>
                  <a:pt x="218803" y="235819"/>
                </a:lnTo>
                <a:lnTo>
                  <a:pt x="222240" y="237015"/>
                </a:lnTo>
                <a:lnTo>
                  <a:pt x="225654" y="237757"/>
                </a:lnTo>
                <a:lnTo>
                  <a:pt x="228991" y="237982"/>
                </a:lnTo>
                <a:lnTo>
                  <a:pt x="232200" y="237626"/>
                </a:lnTo>
                <a:lnTo>
                  <a:pt x="235230" y="236625"/>
                </a:lnTo>
                <a:lnTo>
                  <a:pt x="238029" y="234916"/>
                </a:lnTo>
                <a:lnTo>
                  <a:pt x="240545" y="232434"/>
                </a:lnTo>
                <a:lnTo>
                  <a:pt x="241465" y="230829"/>
                </a:lnTo>
                <a:lnTo>
                  <a:pt x="242094" y="229056"/>
                </a:lnTo>
                <a:lnTo>
                  <a:pt x="242432" y="227112"/>
                </a:lnTo>
                <a:lnTo>
                  <a:pt x="242475" y="224996"/>
                </a:lnTo>
                <a:lnTo>
                  <a:pt x="242224" y="222707"/>
                </a:lnTo>
                <a:lnTo>
                  <a:pt x="241677" y="220243"/>
                </a:lnTo>
                <a:lnTo>
                  <a:pt x="240831" y="217602"/>
                </a:lnTo>
                <a:lnTo>
                  <a:pt x="239685" y="214784"/>
                </a:lnTo>
                <a:lnTo>
                  <a:pt x="238239" y="211786"/>
                </a:lnTo>
                <a:lnTo>
                  <a:pt x="236489" y="208608"/>
                </a:lnTo>
                <a:lnTo>
                  <a:pt x="238517" y="173628"/>
                </a:lnTo>
                <a:lnTo>
                  <a:pt x="235729" y="173375"/>
                </a:lnTo>
                <a:lnTo>
                  <a:pt x="235037" y="176020"/>
                </a:lnTo>
                <a:lnTo>
                  <a:pt x="234330" y="178631"/>
                </a:lnTo>
                <a:lnTo>
                  <a:pt x="233607" y="181202"/>
                </a:lnTo>
                <a:lnTo>
                  <a:pt x="232870" y="183729"/>
                </a:lnTo>
                <a:lnTo>
                  <a:pt x="232117" y="186207"/>
                </a:lnTo>
                <a:lnTo>
                  <a:pt x="231349" y="188632"/>
                </a:lnTo>
                <a:lnTo>
                  <a:pt x="230566" y="190999"/>
                </a:lnTo>
                <a:lnTo>
                  <a:pt x="229767" y="193304"/>
                </a:lnTo>
                <a:lnTo>
                  <a:pt x="228954" y="195542"/>
                </a:lnTo>
                <a:lnTo>
                  <a:pt x="228125" y="197708"/>
                </a:lnTo>
                <a:lnTo>
                  <a:pt x="227674" y="198408"/>
                </a:lnTo>
                <a:lnTo>
                  <a:pt x="227229" y="198986"/>
                </a:lnTo>
                <a:lnTo>
                  <a:pt x="226777" y="199442"/>
                </a:lnTo>
                <a:lnTo>
                  <a:pt x="226308" y="199777"/>
                </a:lnTo>
                <a:lnTo>
                  <a:pt x="225812" y="199990"/>
                </a:lnTo>
                <a:lnTo>
                  <a:pt x="225278" y="200081"/>
                </a:lnTo>
                <a:lnTo>
                  <a:pt x="224695" y="200050"/>
                </a:lnTo>
                <a:lnTo>
                  <a:pt x="224053" y="199898"/>
                </a:lnTo>
                <a:lnTo>
                  <a:pt x="223341" y="199625"/>
                </a:lnTo>
                <a:lnTo>
                  <a:pt x="222549" y="199229"/>
                </a:lnTo>
                <a:lnTo>
                  <a:pt x="217292" y="194459"/>
                </a:lnTo>
                <a:lnTo>
                  <a:pt x="212890" y="187531"/>
                </a:lnTo>
                <a:lnTo>
                  <a:pt x="209285" y="178796"/>
                </a:lnTo>
                <a:lnTo>
                  <a:pt x="206420" y="168606"/>
                </a:lnTo>
                <a:lnTo>
                  <a:pt x="204235" y="157311"/>
                </a:lnTo>
                <a:lnTo>
                  <a:pt x="202674" y="145264"/>
                </a:lnTo>
                <a:lnTo>
                  <a:pt x="201679" y="132815"/>
                </a:lnTo>
                <a:lnTo>
                  <a:pt x="201192" y="120316"/>
                </a:lnTo>
                <a:lnTo>
                  <a:pt x="201155" y="108118"/>
                </a:lnTo>
                <a:lnTo>
                  <a:pt x="201510" y="96573"/>
                </a:lnTo>
                <a:lnTo>
                  <a:pt x="202924" y="96323"/>
                </a:lnTo>
                <a:lnTo>
                  <a:pt x="204270" y="96030"/>
                </a:lnTo>
                <a:lnTo>
                  <a:pt x="205544" y="95697"/>
                </a:lnTo>
                <a:lnTo>
                  <a:pt x="206738" y="95328"/>
                </a:lnTo>
                <a:lnTo>
                  <a:pt x="207847" y="94925"/>
                </a:lnTo>
                <a:lnTo>
                  <a:pt x="208865" y="94493"/>
                </a:lnTo>
                <a:lnTo>
                  <a:pt x="209786" y="94032"/>
                </a:lnTo>
                <a:lnTo>
                  <a:pt x="210603" y="93548"/>
                </a:lnTo>
                <a:lnTo>
                  <a:pt x="211311" y="93042"/>
                </a:lnTo>
                <a:lnTo>
                  <a:pt x="211903" y="92518"/>
                </a:lnTo>
                <a:lnTo>
                  <a:pt x="190865" y="76042"/>
                </a:lnTo>
                <a:lnTo>
                  <a:pt x="193951" y="75742"/>
                </a:lnTo>
                <a:lnTo>
                  <a:pt x="196938" y="75316"/>
                </a:lnTo>
                <a:lnTo>
                  <a:pt x="199773" y="74789"/>
                </a:lnTo>
                <a:lnTo>
                  <a:pt x="202403" y="74188"/>
                </a:lnTo>
                <a:lnTo>
                  <a:pt x="204774" y="73539"/>
                </a:lnTo>
                <a:lnTo>
                  <a:pt x="206833" y="72866"/>
                </a:lnTo>
                <a:lnTo>
                  <a:pt x="208528" y="72197"/>
                </a:lnTo>
                <a:lnTo>
                  <a:pt x="209804" y="71556"/>
                </a:lnTo>
                <a:lnTo>
                  <a:pt x="210609" y="70971"/>
                </a:lnTo>
                <a:lnTo>
                  <a:pt x="210889" y="70465"/>
                </a:lnTo>
                <a:lnTo>
                  <a:pt x="210889" y="21038"/>
                </a:lnTo>
                <a:lnTo>
                  <a:pt x="212801" y="20689"/>
                </a:lnTo>
                <a:lnTo>
                  <a:pt x="214444" y="20252"/>
                </a:lnTo>
                <a:lnTo>
                  <a:pt x="215837" y="19729"/>
                </a:lnTo>
                <a:lnTo>
                  <a:pt x="217001" y="19124"/>
                </a:lnTo>
                <a:lnTo>
                  <a:pt x="217954" y="18440"/>
                </a:lnTo>
                <a:lnTo>
                  <a:pt x="218718" y="17681"/>
                </a:lnTo>
                <a:lnTo>
                  <a:pt x="219311" y="16848"/>
                </a:lnTo>
                <a:lnTo>
                  <a:pt x="219754" y="15945"/>
                </a:lnTo>
                <a:lnTo>
                  <a:pt x="220066" y="14975"/>
                </a:lnTo>
                <a:lnTo>
                  <a:pt x="220267" y="13941"/>
                </a:lnTo>
                <a:lnTo>
                  <a:pt x="180979" y="10646"/>
                </a:lnTo>
                <a:lnTo>
                  <a:pt x="180979" y="58299"/>
                </a:lnTo>
                <a:lnTo>
                  <a:pt x="136368" y="58299"/>
                </a:lnTo>
                <a:lnTo>
                  <a:pt x="136368" y="10139"/>
                </a:lnTo>
                <a:lnTo>
                  <a:pt x="138211" y="9790"/>
                </a:lnTo>
                <a:lnTo>
                  <a:pt x="139799" y="9352"/>
                </a:lnTo>
                <a:lnTo>
                  <a:pt x="141150" y="8830"/>
                </a:lnTo>
                <a:lnTo>
                  <a:pt x="142281" y="8225"/>
                </a:lnTo>
                <a:lnTo>
                  <a:pt x="143212" y="7541"/>
                </a:lnTo>
                <a:lnTo>
                  <a:pt x="143960" y="6781"/>
                </a:lnTo>
                <a:lnTo>
                  <a:pt x="144544" y="5948"/>
                </a:lnTo>
                <a:lnTo>
                  <a:pt x="144982" y="5045"/>
                </a:lnTo>
                <a:lnTo>
                  <a:pt x="145292" y="4076"/>
                </a:lnTo>
                <a:lnTo>
                  <a:pt x="145493" y="3042"/>
                </a:lnTo>
                <a:close/>
                <a:moveTo>
                  <a:pt x="168813" y="114063"/>
                </a:moveTo>
                <a:lnTo>
                  <a:pt x="134594" y="99615"/>
                </a:lnTo>
                <a:lnTo>
                  <a:pt x="133423" y="103622"/>
                </a:lnTo>
                <a:lnTo>
                  <a:pt x="132191" y="107584"/>
                </a:lnTo>
                <a:lnTo>
                  <a:pt x="130898" y="111500"/>
                </a:lnTo>
                <a:lnTo>
                  <a:pt x="129545" y="115371"/>
                </a:lnTo>
                <a:lnTo>
                  <a:pt x="128130" y="119195"/>
                </a:lnTo>
                <a:lnTo>
                  <a:pt x="126655" y="122975"/>
                </a:lnTo>
                <a:lnTo>
                  <a:pt x="125119" y="126708"/>
                </a:lnTo>
                <a:lnTo>
                  <a:pt x="123522" y="130396"/>
                </a:lnTo>
                <a:lnTo>
                  <a:pt x="121865" y="134039"/>
                </a:lnTo>
                <a:lnTo>
                  <a:pt x="120146" y="137635"/>
                </a:lnTo>
                <a:lnTo>
                  <a:pt x="116412" y="135043"/>
                </a:lnTo>
                <a:lnTo>
                  <a:pt x="112511" y="132440"/>
                </a:lnTo>
                <a:lnTo>
                  <a:pt x="108443" y="129831"/>
                </a:lnTo>
                <a:lnTo>
                  <a:pt x="104208" y="127221"/>
                </a:lnTo>
                <a:lnTo>
                  <a:pt x="99805" y="124613"/>
                </a:lnTo>
                <a:lnTo>
                  <a:pt x="95235" y="122014"/>
                </a:lnTo>
                <a:lnTo>
                  <a:pt x="90497" y="119426"/>
                </a:lnTo>
                <a:lnTo>
                  <a:pt x="85593" y="116855"/>
                </a:lnTo>
                <a:lnTo>
                  <a:pt x="80521" y="114305"/>
                </a:lnTo>
                <a:lnTo>
                  <a:pt x="75281" y="111781"/>
                </a:lnTo>
                <a:lnTo>
                  <a:pt x="72240" y="113809"/>
                </a:lnTo>
                <a:lnTo>
                  <a:pt x="75857" y="117465"/>
                </a:lnTo>
                <a:lnTo>
                  <a:pt x="79552" y="121275"/>
                </a:lnTo>
                <a:lnTo>
                  <a:pt x="83311" y="125229"/>
                </a:lnTo>
                <a:lnTo>
                  <a:pt x="87120" y="129313"/>
                </a:lnTo>
                <a:lnTo>
                  <a:pt x="90965" y="133517"/>
                </a:lnTo>
                <a:lnTo>
                  <a:pt x="94833" y="137826"/>
                </a:lnTo>
                <a:lnTo>
                  <a:pt x="98711" y="142230"/>
                </a:lnTo>
                <a:lnTo>
                  <a:pt x="102583" y="146716"/>
                </a:lnTo>
                <a:lnTo>
                  <a:pt x="106438" y="151272"/>
                </a:lnTo>
                <a:lnTo>
                  <a:pt x="110261" y="155885"/>
                </a:lnTo>
                <a:lnTo>
                  <a:pt x="105344" y="163868"/>
                </a:lnTo>
                <a:lnTo>
                  <a:pt x="100189" y="171536"/>
                </a:lnTo>
                <a:lnTo>
                  <a:pt x="94814" y="178878"/>
                </a:lnTo>
                <a:lnTo>
                  <a:pt x="89241" y="185884"/>
                </a:lnTo>
                <a:lnTo>
                  <a:pt x="83488" y="192544"/>
                </a:lnTo>
                <a:lnTo>
                  <a:pt x="77575" y="198846"/>
                </a:lnTo>
                <a:lnTo>
                  <a:pt x="71522" y="204780"/>
                </a:lnTo>
                <a:lnTo>
                  <a:pt x="65349" y="210335"/>
                </a:lnTo>
                <a:lnTo>
                  <a:pt x="59076" y="215501"/>
                </a:lnTo>
                <a:lnTo>
                  <a:pt x="52723" y="220267"/>
                </a:lnTo>
                <a:lnTo>
                  <a:pt x="55511" y="223309"/>
                </a:lnTo>
                <a:lnTo>
                  <a:pt x="63189" y="219748"/>
                </a:lnTo>
                <a:lnTo>
                  <a:pt x="70707" y="215903"/>
                </a:lnTo>
                <a:lnTo>
                  <a:pt x="78054" y="211764"/>
                </a:lnTo>
                <a:lnTo>
                  <a:pt x="85222" y="207318"/>
                </a:lnTo>
                <a:lnTo>
                  <a:pt x="92201" y="202556"/>
                </a:lnTo>
                <a:lnTo>
                  <a:pt x="98982" y="197467"/>
                </a:lnTo>
                <a:lnTo>
                  <a:pt x="105557" y="192040"/>
                </a:lnTo>
                <a:lnTo>
                  <a:pt x="111915" y="186266"/>
                </a:lnTo>
                <a:lnTo>
                  <a:pt x="118049" y="180132"/>
                </a:lnTo>
                <a:lnTo>
                  <a:pt x="123948" y="173628"/>
                </a:lnTo>
                <a:lnTo>
                  <a:pt x="126942" y="177802"/>
                </a:lnTo>
                <a:lnTo>
                  <a:pt x="129835" y="181954"/>
                </a:lnTo>
                <a:lnTo>
                  <a:pt x="132614" y="186079"/>
                </a:lnTo>
                <a:lnTo>
                  <a:pt x="135271" y="190171"/>
                </a:lnTo>
                <a:lnTo>
                  <a:pt x="137794" y="194223"/>
                </a:lnTo>
                <a:lnTo>
                  <a:pt x="140172" y="198229"/>
                </a:lnTo>
                <a:lnTo>
                  <a:pt x="142395" y="202184"/>
                </a:lnTo>
                <a:lnTo>
                  <a:pt x="144453" y="206081"/>
                </a:lnTo>
                <a:lnTo>
                  <a:pt x="146334" y="209914"/>
                </a:lnTo>
                <a:lnTo>
                  <a:pt x="148028" y="213677"/>
                </a:lnTo>
                <a:lnTo>
                  <a:pt x="154822" y="216867"/>
                </a:lnTo>
                <a:lnTo>
                  <a:pt x="160712" y="217329"/>
                </a:lnTo>
                <a:lnTo>
                  <a:pt x="165400" y="215315"/>
                </a:lnTo>
                <a:lnTo>
                  <a:pt x="168589" y="211077"/>
                </a:lnTo>
                <a:lnTo>
                  <a:pt x="169985" y="204869"/>
                </a:lnTo>
                <a:lnTo>
                  <a:pt x="169289" y="196942"/>
                </a:lnTo>
                <a:lnTo>
                  <a:pt x="166206" y="187549"/>
                </a:lnTo>
                <a:lnTo>
                  <a:pt x="160438" y="176942"/>
                </a:lnTo>
                <a:lnTo>
                  <a:pt x="151689" y="165374"/>
                </a:lnTo>
                <a:lnTo>
                  <a:pt x="139663" y="153097"/>
                </a:lnTo>
                <a:lnTo>
                  <a:pt x="141701" y="149942"/>
                </a:lnTo>
                <a:lnTo>
                  <a:pt x="143707" y="146712"/>
                </a:lnTo>
                <a:lnTo>
                  <a:pt x="145679" y="143409"/>
                </a:lnTo>
                <a:lnTo>
                  <a:pt x="147616" y="140034"/>
                </a:lnTo>
                <a:lnTo>
                  <a:pt x="149517" y="136590"/>
                </a:lnTo>
                <a:lnTo>
                  <a:pt x="151380" y="133077"/>
                </a:lnTo>
                <a:lnTo>
                  <a:pt x="153203" y="129497"/>
                </a:lnTo>
                <a:lnTo>
                  <a:pt x="154985" y="125852"/>
                </a:lnTo>
                <a:lnTo>
                  <a:pt x="156725" y="122143"/>
                </a:lnTo>
                <a:lnTo>
                  <a:pt x="158420" y="118372"/>
                </a:lnTo>
                <a:lnTo>
                  <a:pt x="160094" y="118518"/>
                </a:lnTo>
                <a:lnTo>
                  <a:pt x="161618" y="118507"/>
                </a:lnTo>
                <a:lnTo>
                  <a:pt x="162996" y="118351"/>
                </a:lnTo>
                <a:lnTo>
                  <a:pt x="164232" y="118059"/>
                </a:lnTo>
                <a:lnTo>
                  <a:pt x="165327" y="117643"/>
                </a:lnTo>
                <a:lnTo>
                  <a:pt x="166286" y="117112"/>
                </a:lnTo>
                <a:lnTo>
                  <a:pt x="167111" y="116478"/>
                </a:lnTo>
                <a:lnTo>
                  <a:pt x="167805" y="115752"/>
                </a:lnTo>
                <a:lnTo>
                  <a:pt x="168371" y="114943"/>
                </a:lnTo>
                <a:lnTo>
                  <a:pt x="168813" y="1140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85225" y="4828032"/>
            <a:ext cx="237744" cy="237744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928780" y="4870175"/>
            <a:ext cx="150103" cy="147810"/>
          </a:xfrm>
          <a:custGeom>
            <a:avLst/>
            <a:gdLst/>
            <a:ahLst/>
            <a:cxnLst/>
            <a:rect l="l" t="t" r="r" b="b"/>
            <a:pathLst>
              <a:path w="150103" h="147810">
                <a:moveTo>
                  <a:pt x="90066" y="1882"/>
                </a:moveTo>
                <a:lnTo>
                  <a:pt x="66059" y="0"/>
                </a:lnTo>
                <a:lnTo>
                  <a:pt x="66059" y="36089"/>
                </a:lnTo>
                <a:lnTo>
                  <a:pt x="37344" y="36089"/>
                </a:lnTo>
                <a:lnTo>
                  <a:pt x="37344" y="13494"/>
                </a:lnTo>
                <a:lnTo>
                  <a:pt x="38528" y="13277"/>
                </a:lnTo>
                <a:lnTo>
                  <a:pt x="39545" y="13006"/>
                </a:lnTo>
                <a:lnTo>
                  <a:pt x="40407" y="12679"/>
                </a:lnTo>
                <a:lnTo>
                  <a:pt x="41128" y="12299"/>
                </a:lnTo>
                <a:lnTo>
                  <a:pt x="41718" y="11866"/>
                </a:lnTo>
                <a:lnTo>
                  <a:pt x="42191" y="11381"/>
                </a:lnTo>
                <a:lnTo>
                  <a:pt x="42558" y="10846"/>
                </a:lnTo>
                <a:lnTo>
                  <a:pt x="42832" y="10260"/>
                </a:lnTo>
                <a:lnTo>
                  <a:pt x="43026" y="9626"/>
                </a:lnTo>
                <a:lnTo>
                  <a:pt x="43150" y="8943"/>
                </a:lnTo>
                <a:lnTo>
                  <a:pt x="19300" y="6590"/>
                </a:lnTo>
                <a:lnTo>
                  <a:pt x="19300" y="34206"/>
                </a:lnTo>
                <a:lnTo>
                  <a:pt x="18688" y="34600"/>
                </a:lnTo>
                <a:lnTo>
                  <a:pt x="18082" y="35026"/>
                </a:lnTo>
                <a:lnTo>
                  <a:pt x="17485" y="35476"/>
                </a:lnTo>
                <a:lnTo>
                  <a:pt x="16902" y="35943"/>
                </a:lnTo>
                <a:lnTo>
                  <a:pt x="16338" y="36422"/>
                </a:lnTo>
                <a:lnTo>
                  <a:pt x="15797" y="36906"/>
                </a:lnTo>
                <a:lnTo>
                  <a:pt x="15285" y="37388"/>
                </a:lnTo>
                <a:lnTo>
                  <a:pt x="14806" y="37862"/>
                </a:lnTo>
                <a:lnTo>
                  <a:pt x="14364" y="38320"/>
                </a:lnTo>
                <a:lnTo>
                  <a:pt x="13965" y="38757"/>
                </a:lnTo>
                <a:lnTo>
                  <a:pt x="32794" y="48328"/>
                </a:lnTo>
                <a:lnTo>
                  <a:pt x="38286" y="40639"/>
                </a:lnTo>
                <a:lnTo>
                  <a:pt x="112034" y="40639"/>
                </a:lnTo>
                <a:lnTo>
                  <a:pt x="112034" y="45190"/>
                </a:lnTo>
                <a:lnTo>
                  <a:pt x="104659" y="53192"/>
                </a:lnTo>
                <a:lnTo>
                  <a:pt x="42365" y="53192"/>
                </a:lnTo>
                <a:lnTo>
                  <a:pt x="21810" y="45818"/>
                </a:lnTo>
                <a:lnTo>
                  <a:pt x="21810" y="87870"/>
                </a:lnTo>
                <a:lnTo>
                  <a:pt x="21721" y="94291"/>
                </a:lnTo>
                <a:lnTo>
                  <a:pt x="21395" y="100643"/>
                </a:lnTo>
                <a:lnTo>
                  <a:pt x="20747" y="106903"/>
                </a:lnTo>
                <a:lnTo>
                  <a:pt x="19691" y="113048"/>
                </a:lnTo>
                <a:lnTo>
                  <a:pt x="18142" y="119056"/>
                </a:lnTo>
                <a:lnTo>
                  <a:pt x="16014" y="124903"/>
                </a:lnTo>
                <a:lnTo>
                  <a:pt x="13222" y="130568"/>
                </a:lnTo>
                <a:lnTo>
                  <a:pt x="9679" y="136028"/>
                </a:lnTo>
                <a:lnTo>
                  <a:pt x="5300" y="141259"/>
                </a:lnTo>
                <a:lnTo>
                  <a:pt x="0" y="146241"/>
                </a:lnTo>
                <a:lnTo>
                  <a:pt x="1255" y="147810"/>
                </a:lnTo>
                <a:lnTo>
                  <a:pt x="10834" y="143119"/>
                </a:lnTo>
                <a:lnTo>
                  <a:pt x="18689" y="137944"/>
                </a:lnTo>
                <a:lnTo>
                  <a:pt x="24990" y="132357"/>
                </a:lnTo>
                <a:lnTo>
                  <a:pt x="29903" y="126430"/>
                </a:lnTo>
                <a:lnTo>
                  <a:pt x="33598" y="120233"/>
                </a:lnTo>
                <a:lnTo>
                  <a:pt x="36243" y="113838"/>
                </a:lnTo>
                <a:lnTo>
                  <a:pt x="38008" y="107317"/>
                </a:lnTo>
                <a:lnTo>
                  <a:pt x="39059" y="100741"/>
                </a:lnTo>
                <a:lnTo>
                  <a:pt x="39566" y="94183"/>
                </a:lnTo>
                <a:lnTo>
                  <a:pt x="39698" y="87713"/>
                </a:lnTo>
                <a:lnTo>
                  <a:pt x="39698" y="57743"/>
                </a:lnTo>
                <a:lnTo>
                  <a:pt x="106385" y="57743"/>
                </a:lnTo>
                <a:lnTo>
                  <a:pt x="106535" y="68529"/>
                </a:lnTo>
                <a:lnTo>
                  <a:pt x="106945" y="79148"/>
                </a:lnTo>
                <a:lnTo>
                  <a:pt x="107696" y="89469"/>
                </a:lnTo>
                <a:lnTo>
                  <a:pt x="108868" y="99363"/>
                </a:lnTo>
                <a:lnTo>
                  <a:pt x="110543" y="108700"/>
                </a:lnTo>
                <a:lnTo>
                  <a:pt x="112802" y="117349"/>
                </a:lnTo>
                <a:lnTo>
                  <a:pt x="115726" y="125181"/>
                </a:lnTo>
                <a:lnTo>
                  <a:pt x="119395" y="132066"/>
                </a:lnTo>
                <a:lnTo>
                  <a:pt x="123891" y="137874"/>
                </a:lnTo>
                <a:lnTo>
                  <a:pt x="129294" y="142475"/>
                </a:lnTo>
                <a:lnTo>
                  <a:pt x="131275" y="143819"/>
                </a:lnTo>
                <a:lnTo>
                  <a:pt x="133337" y="145002"/>
                </a:lnTo>
                <a:lnTo>
                  <a:pt x="135449" y="145983"/>
                </a:lnTo>
                <a:lnTo>
                  <a:pt x="137577" y="146723"/>
                </a:lnTo>
                <a:lnTo>
                  <a:pt x="139690" y="147182"/>
                </a:lnTo>
                <a:lnTo>
                  <a:pt x="141755" y="147321"/>
                </a:lnTo>
                <a:lnTo>
                  <a:pt x="143742" y="147101"/>
                </a:lnTo>
                <a:lnTo>
                  <a:pt x="145618" y="146482"/>
                </a:lnTo>
                <a:lnTo>
                  <a:pt x="147351" y="145423"/>
                </a:lnTo>
                <a:lnTo>
                  <a:pt x="148908" y="143887"/>
                </a:lnTo>
                <a:lnTo>
                  <a:pt x="149478" y="142894"/>
                </a:lnTo>
                <a:lnTo>
                  <a:pt x="149867" y="141796"/>
                </a:lnTo>
                <a:lnTo>
                  <a:pt x="150076" y="140592"/>
                </a:lnTo>
                <a:lnTo>
                  <a:pt x="150103" y="139283"/>
                </a:lnTo>
                <a:lnTo>
                  <a:pt x="149948" y="137865"/>
                </a:lnTo>
                <a:lnTo>
                  <a:pt x="149609" y="136340"/>
                </a:lnTo>
                <a:lnTo>
                  <a:pt x="149085" y="134706"/>
                </a:lnTo>
                <a:lnTo>
                  <a:pt x="148376" y="132961"/>
                </a:lnTo>
                <a:lnTo>
                  <a:pt x="147480" y="131105"/>
                </a:lnTo>
                <a:lnTo>
                  <a:pt x="146398" y="129137"/>
                </a:lnTo>
                <a:lnTo>
                  <a:pt x="147653" y="107484"/>
                </a:lnTo>
                <a:lnTo>
                  <a:pt x="145927" y="107327"/>
                </a:lnTo>
                <a:lnTo>
                  <a:pt x="145498" y="108964"/>
                </a:lnTo>
                <a:lnTo>
                  <a:pt x="145061" y="110580"/>
                </a:lnTo>
                <a:lnTo>
                  <a:pt x="144613" y="112172"/>
                </a:lnTo>
                <a:lnTo>
                  <a:pt x="144157" y="113736"/>
                </a:lnTo>
                <a:lnTo>
                  <a:pt x="143691" y="115270"/>
                </a:lnTo>
                <a:lnTo>
                  <a:pt x="143215" y="116771"/>
                </a:lnTo>
                <a:lnTo>
                  <a:pt x="142730" y="118237"/>
                </a:lnTo>
                <a:lnTo>
                  <a:pt x="142236" y="119664"/>
                </a:lnTo>
                <a:lnTo>
                  <a:pt x="141733" y="121049"/>
                </a:lnTo>
                <a:lnTo>
                  <a:pt x="141219" y="122390"/>
                </a:lnTo>
                <a:lnTo>
                  <a:pt x="140941" y="122823"/>
                </a:lnTo>
                <a:lnTo>
                  <a:pt x="140665" y="123181"/>
                </a:lnTo>
                <a:lnTo>
                  <a:pt x="140385" y="123463"/>
                </a:lnTo>
                <a:lnTo>
                  <a:pt x="140095" y="123671"/>
                </a:lnTo>
                <a:lnTo>
                  <a:pt x="139788" y="123802"/>
                </a:lnTo>
                <a:lnTo>
                  <a:pt x="139457" y="123859"/>
                </a:lnTo>
                <a:lnTo>
                  <a:pt x="139096" y="123840"/>
                </a:lnTo>
                <a:lnTo>
                  <a:pt x="138699" y="123746"/>
                </a:lnTo>
                <a:lnTo>
                  <a:pt x="138258" y="123576"/>
                </a:lnTo>
                <a:lnTo>
                  <a:pt x="137767" y="123332"/>
                </a:lnTo>
                <a:lnTo>
                  <a:pt x="134513" y="120379"/>
                </a:lnTo>
                <a:lnTo>
                  <a:pt x="131788" y="116090"/>
                </a:lnTo>
                <a:lnTo>
                  <a:pt x="129557" y="110683"/>
                </a:lnTo>
                <a:lnTo>
                  <a:pt x="127783" y="104374"/>
                </a:lnTo>
                <a:lnTo>
                  <a:pt x="126431" y="97382"/>
                </a:lnTo>
                <a:lnTo>
                  <a:pt x="125464" y="89925"/>
                </a:lnTo>
                <a:lnTo>
                  <a:pt x="124848" y="82218"/>
                </a:lnTo>
                <a:lnTo>
                  <a:pt x="124547" y="74481"/>
                </a:lnTo>
                <a:lnTo>
                  <a:pt x="124524" y="66930"/>
                </a:lnTo>
                <a:lnTo>
                  <a:pt x="124744" y="59783"/>
                </a:lnTo>
                <a:lnTo>
                  <a:pt x="125619" y="59628"/>
                </a:lnTo>
                <a:lnTo>
                  <a:pt x="126452" y="59446"/>
                </a:lnTo>
                <a:lnTo>
                  <a:pt x="127241" y="59240"/>
                </a:lnTo>
                <a:lnTo>
                  <a:pt x="127980" y="59012"/>
                </a:lnTo>
                <a:lnTo>
                  <a:pt x="128667" y="58763"/>
                </a:lnTo>
                <a:lnTo>
                  <a:pt x="129297" y="58495"/>
                </a:lnTo>
                <a:lnTo>
                  <a:pt x="129867" y="58210"/>
                </a:lnTo>
                <a:lnTo>
                  <a:pt x="130372" y="57910"/>
                </a:lnTo>
                <a:lnTo>
                  <a:pt x="130811" y="57597"/>
                </a:lnTo>
                <a:lnTo>
                  <a:pt x="131177" y="57272"/>
                </a:lnTo>
                <a:lnTo>
                  <a:pt x="118154" y="47073"/>
                </a:lnTo>
                <a:lnTo>
                  <a:pt x="120064" y="46887"/>
                </a:lnTo>
                <a:lnTo>
                  <a:pt x="121913" y="46623"/>
                </a:lnTo>
                <a:lnTo>
                  <a:pt x="123668" y="46298"/>
                </a:lnTo>
                <a:lnTo>
                  <a:pt x="125296" y="45925"/>
                </a:lnTo>
                <a:lnTo>
                  <a:pt x="126764" y="45523"/>
                </a:lnTo>
                <a:lnTo>
                  <a:pt x="128039" y="45107"/>
                </a:lnTo>
                <a:lnTo>
                  <a:pt x="129088" y="44693"/>
                </a:lnTo>
                <a:lnTo>
                  <a:pt x="129878" y="44296"/>
                </a:lnTo>
                <a:lnTo>
                  <a:pt x="130376" y="43933"/>
                </a:lnTo>
                <a:lnTo>
                  <a:pt x="130549" y="43621"/>
                </a:lnTo>
                <a:lnTo>
                  <a:pt x="130549" y="13023"/>
                </a:lnTo>
                <a:lnTo>
                  <a:pt x="131733" y="12807"/>
                </a:lnTo>
                <a:lnTo>
                  <a:pt x="132750" y="12536"/>
                </a:lnTo>
                <a:lnTo>
                  <a:pt x="133613" y="12213"/>
                </a:lnTo>
                <a:lnTo>
                  <a:pt x="134333" y="11838"/>
                </a:lnTo>
                <a:lnTo>
                  <a:pt x="134923" y="11415"/>
                </a:lnTo>
                <a:lnTo>
                  <a:pt x="135396" y="10944"/>
                </a:lnTo>
                <a:lnTo>
                  <a:pt x="135763" y="10429"/>
                </a:lnTo>
                <a:lnTo>
                  <a:pt x="136038" y="9870"/>
                </a:lnTo>
                <a:lnTo>
                  <a:pt x="136231" y="9269"/>
                </a:lnTo>
                <a:lnTo>
                  <a:pt x="136355" y="8630"/>
                </a:lnTo>
                <a:lnTo>
                  <a:pt x="112034" y="6590"/>
                </a:lnTo>
                <a:lnTo>
                  <a:pt x="112034" y="36089"/>
                </a:lnTo>
                <a:lnTo>
                  <a:pt x="84418" y="36089"/>
                </a:lnTo>
                <a:lnTo>
                  <a:pt x="84418" y="6276"/>
                </a:lnTo>
                <a:lnTo>
                  <a:pt x="85559" y="6060"/>
                </a:lnTo>
                <a:lnTo>
                  <a:pt x="86542" y="5789"/>
                </a:lnTo>
                <a:lnTo>
                  <a:pt x="87378" y="5465"/>
                </a:lnTo>
                <a:lnTo>
                  <a:pt x="88078" y="5091"/>
                </a:lnTo>
                <a:lnTo>
                  <a:pt x="88654" y="4668"/>
                </a:lnTo>
                <a:lnTo>
                  <a:pt x="89117" y="4197"/>
                </a:lnTo>
                <a:lnTo>
                  <a:pt x="89479" y="3682"/>
                </a:lnTo>
                <a:lnTo>
                  <a:pt x="89750" y="3123"/>
                </a:lnTo>
                <a:lnTo>
                  <a:pt x="89942" y="2522"/>
                </a:lnTo>
                <a:lnTo>
                  <a:pt x="90066" y="1882"/>
                </a:lnTo>
                <a:close/>
                <a:moveTo>
                  <a:pt x="104502" y="70609"/>
                </a:moveTo>
                <a:lnTo>
                  <a:pt x="83319" y="61666"/>
                </a:lnTo>
                <a:lnTo>
                  <a:pt x="82594" y="64146"/>
                </a:lnTo>
                <a:lnTo>
                  <a:pt x="81832" y="66599"/>
                </a:lnTo>
                <a:lnTo>
                  <a:pt x="81032" y="69023"/>
                </a:lnTo>
                <a:lnTo>
                  <a:pt x="80194" y="71419"/>
                </a:lnTo>
                <a:lnTo>
                  <a:pt x="79318" y="73787"/>
                </a:lnTo>
                <a:lnTo>
                  <a:pt x="78405" y="76126"/>
                </a:lnTo>
                <a:lnTo>
                  <a:pt x="77454" y="78438"/>
                </a:lnTo>
                <a:lnTo>
                  <a:pt x="76465" y="80721"/>
                </a:lnTo>
                <a:lnTo>
                  <a:pt x="75439" y="82976"/>
                </a:lnTo>
                <a:lnTo>
                  <a:pt x="74375" y="85202"/>
                </a:lnTo>
                <a:lnTo>
                  <a:pt x="72064" y="83597"/>
                </a:lnTo>
                <a:lnTo>
                  <a:pt x="69649" y="81986"/>
                </a:lnTo>
                <a:lnTo>
                  <a:pt x="67131" y="80371"/>
                </a:lnTo>
                <a:lnTo>
                  <a:pt x="64509" y="78755"/>
                </a:lnTo>
                <a:lnTo>
                  <a:pt x="61783" y="77141"/>
                </a:lnTo>
                <a:lnTo>
                  <a:pt x="58954" y="75531"/>
                </a:lnTo>
                <a:lnTo>
                  <a:pt x="56021" y="73930"/>
                </a:lnTo>
                <a:lnTo>
                  <a:pt x="52985" y="72338"/>
                </a:lnTo>
                <a:lnTo>
                  <a:pt x="49845" y="70760"/>
                </a:lnTo>
                <a:lnTo>
                  <a:pt x="46602" y="69197"/>
                </a:lnTo>
                <a:lnTo>
                  <a:pt x="44719" y="70453"/>
                </a:lnTo>
                <a:lnTo>
                  <a:pt x="46958" y="72716"/>
                </a:lnTo>
                <a:lnTo>
                  <a:pt x="49246" y="75075"/>
                </a:lnTo>
                <a:lnTo>
                  <a:pt x="51573" y="77522"/>
                </a:lnTo>
                <a:lnTo>
                  <a:pt x="53930" y="80050"/>
                </a:lnTo>
                <a:lnTo>
                  <a:pt x="56311" y="82652"/>
                </a:lnTo>
                <a:lnTo>
                  <a:pt x="58706" y="85320"/>
                </a:lnTo>
                <a:lnTo>
                  <a:pt x="61106" y="88046"/>
                </a:lnTo>
                <a:lnTo>
                  <a:pt x="63503" y="90823"/>
                </a:lnTo>
                <a:lnTo>
                  <a:pt x="65889" y="93644"/>
                </a:lnTo>
                <a:lnTo>
                  <a:pt x="68256" y="96500"/>
                </a:lnTo>
                <a:lnTo>
                  <a:pt x="65212" y="101441"/>
                </a:lnTo>
                <a:lnTo>
                  <a:pt x="62021" y="106188"/>
                </a:lnTo>
                <a:lnTo>
                  <a:pt x="58694" y="110733"/>
                </a:lnTo>
                <a:lnTo>
                  <a:pt x="55243" y="115071"/>
                </a:lnTo>
                <a:lnTo>
                  <a:pt x="51682" y="119193"/>
                </a:lnTo>
                <a:lnTo>
                  <a:pt x="48022" y="123094"/>
                </a:lnTo>
                <a:lnTo>
                  <a:pt x="44275" y="126768"/>
                </a:lnTo>
                <a:lnTo>
                  <a:pt x="40454" y="130207"/>
                </a:lnTo>
                <a:lnTo>
                  <a:pt x="36570" y="133405"/>
                </a:lnTo>
                <a:lnTo>
                  <a:pt x="32637" y="136355"/>
                </a:lnTo>
                <a:lnTo>
                  <a:pt x="34363" y="138238"/>
                </a:lnTo>
                <a:lnTo>
                  <a:pt x="39116" y="136034"/>
                </a:lnTo>
                <a:lnTo>
                  <a:pt x="43770" y="133654"/>
                </a:lnTo>
                <a:lnTo>
                  <a:pt x="48318" y="131091"/>
                </a:lnTo>
                <a:lnTo>
                  <a:pt x="52756" y="128339"/>
                </a:lnTo>
                <a:lnTo>
                  <a:pt x="57076" y="125391"/>
                </a:lnTo>
                <a:lnTo>
                  <a:pt x="61274" y="122241"/>
                </a:lnTo>
                <a:lnTo>
                  <a:pt x="65344" y="118881"/>
                </a:lnTo>
                <a:lnTo>
                  <a:pt x="69280" y="115307"/>
                </a:lnTo>
                <a:lnTo>
                  <a:pt x="73077" y="111509"/>
                </a:lnTo>
                <a:lnTo>
                  <a:pt x="76729" y="107484"/>
                </a:lnTo>
                <a:lnTo>
                  <a:pt x="78583" y="110067"/>
                </a:lnTo>
                <a:lnTo>
                  <a:pt x="80373" y="112638"/>
                </a:lnTo>
                <a:lnTo>
                  <a:pt x="82094" y="115191"/>
                </a:lnTo>
                <a:lnTo>
                  <a:pt x="83739" y="117724"/>
                </a:lnTo>
                <a:lnTo>
                  <a:pt x="85300" y="120233"/>
                </a:lnTo>
                <a:lnTo>
                  <a:pt x="86773" y="122713"/>
                </a:lnTo>
                <a:lnTo>
                  <a:pt x="88149" y="125161"/>
                </a:lnTo>
                <a:lnTo>
                  <a:pt x="89422" y="127573"/>
                </a:lnTo>
                <a:lnTo>
                  <a:pt x="90587" y="129946"/>
                </a:lnTo>
                <a:lnTo>
                  <a:pt x="91636" y="132276"/>
                </a:lnTo>
                <a:lnTo>
                  <a:pt x="95842" y="134250"/>
                </a:lnTo>
                <a:lnTo>
                  <a:pt x="99487" y="134536"/>
                </a:lnTo>
                <a:lnTo>
                  <a:pt x="102389" y="133289"/>
                </a:lnTo>
                <a:lnTo>
                  <a:pt x="104364" y="130666"/>
                </a:lnTo>
                <a:lnTo>
                  <a:pt x="105228" y="126823"/>
                </a:lnTo>
                <a:lnTo>
                  <a:pt x="104797" y="121916"/>
                </a:lnTo>
                <a:lnTo>
                  <a:pt x="102888" y="116101"/>
                </a:lnTo>
                <a:lnTo>
                  <a:pt x="99318" y="109535"/>
                </a:lnTo>
                <a:lnTo>
                  <a:pt x="93902" y="102374"/>
                </a:lnTo>
                <a:lnTo>
                  <a:pt x="86457" y="94774"/>
                </a:lnTo>
                <a:lnTo>
                  <a:pt x="87719" y="92820"/>
                </a:lnTo>
                <a:lnTo>
                  <a:pt x="88961" y="90821"/>
                </a:lnTo>
                <a:lnTo>
                  <a:pt x="90181" y="88776"/>
                </a:lnTo>
                <a:lnTo>
                  <a:pt x="91381" y="86687"/>
                </a:lnTo>
                <a:lnTo>
                  <a:pt x="92557" y="84555"/>
                </a:lnTo>
                <a:lnTo>
                  <a:pt x="93711" y="82380"/>
                </a:lnTo>
                <a:lnTo>
                  <a:pt x="94839" y="80164"/>
                </a:lnTo>
                <a:lnTo>
                  <a:pt x="95942" y="77908"/>
                </a:lnTo>
                <a:lnTo>
                  <a:pt x="97019" y="75612"/>
                </a:lnTo>
                <a:lnTo>
                  <a:pt x="98069" y="73277"/>
                </a:lnTo>
                <a:lnTo>
                  <a:pt x="99105" y="73367"/>
                </a:lnTo>
                <a:lnTo>
                  <a:pt x="100048" y="73361"/>
                </a:lnTo>
                <a:lnTo>
                  <a:pt x="100902" y="73264"/>
                </a:lnTo>
                <a:lnTo>
                  <a:pt x="101667" y="73084"/>
                </a:lnTo>
                <a:lnTo>
                  <a:pt x="102345" y="72826"/>
                </a:lnTo>
                <a:lnTo>
                  <a:pt x="102938" y="72497"/>
                </a:lnTo>
                <a:lnTo>
                  <a:pt x="103449" y="72105"/>
                </a:lnTo>
                <a:lnTo>
                  <a:pt x="103878" y="71655"/>
                </a:lnTo>
                <a:lnTo>
                  <a:pt x="104229" y="71154"/>
                </a:lnTo>
                <a:lnTo>
                  <a:pt x="104502" y="706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91065" y="4590288"/>
            <a:ext cx="132496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印记用于页脚、头像与小尺寸场合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665" y="5440680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不要：拉伸或旋转标志 · 改变颜色 · 加阴影、描边或渐变 · 把字标换成其他字体 · 直接压在照片上</a:t>
            </a:r>
          </a:p>
        </p:txBody>
      </p:sp>
      <p:sp>
        <p:nvSpPr>
          <p:cNvPr id="55" name="Freeform 54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文件编号 HL-MKT-GUIDE-07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品牌手册 · 色彩与字体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白纸黑字做底，柿红只留给最要紧的一处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665" y="205740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505" y="20756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纸白  #FFFFFF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505" y="238658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页面底色，约七成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0385" y="2057400"/>
            <a:ext cx="822960" cy="822960"/>
          </a:xfrm>
          <a:prstGeom prst="rect">
            <a:avLst/>
          </a:pr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56225" y="20756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墨  #1E2326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6225" y="238658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标题与正文，约两成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5105" y="2057400"/>
            <a:ext cx="822960" cy="822960"/>
          </a:xfrm>
          <a:prstGeom prst="rect">
            <a:avLst/>
          </a:pr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0945" y="207568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岚灰  #5E6F6B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0945" y="238658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页名、日期标签、来源行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5665" y="3291840"/>
            <a:ext cx="822960" cy="82296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81505" y="33101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雾  #F2F4F1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505" y="362102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查证事实栏的底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0385" y="3291840"/>
            <a:ext cx="822960" cy="822960"/>
          </a:xfrm>
          <a:prstGeom prst="rect">
            <a:avLst/>
          </a:prstGeom>
          <a:solidFill>
            <a:srgbClr val="D5DA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6225" y="33101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线  #D5DAD6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6225" y="362102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分隔细线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5105" y="3291840"/>
            <a:ext cx="822960" cy="822960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0945" y="33101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柿红  #D9531E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0945" y="362102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印记、全团总价、步骤序号；不超过一成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5665" y="4663440"/>
            <a:ext cx="1024036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975665" y="484632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标题写结论，一句话说完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5" y="5376672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标题：思源宋体 Bold，28 至 32 磅，写结论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745" y="49194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正文：思源黑体 Regular，14 至 16 磅，行距 1.3 至 1.4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745" y="53766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页名与标签：思源黑体 Bold 12 至 13 磅，岚灰；同一页最多三级字号</a:t>
            </a:r>
          </a:p>
        </p:txBody>
      </p:sp>
      <p:sp>
        <p:nvSpPr>
          <p:cNvPr id="27" name="Freeform 2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文件编号 HL-MKT-GUIDE-07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品牌手册 · 审定图标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48 个线性图标，只用来标明信息的种类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665" y="194767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交通与线路</a:t>
            </a:r>
          </a:p>
        </p:txBody>
      </p:sp>
      <p:grpSp>
        <p:nvGrpSpPr>
          <p:cNvPr id="5" name="图标 trai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" name="Freeform 5"/>
            <p:cNvSpPr/>
            <p:nvPr/>
          </p:nvSpPr>
          <p:spPr>
            <a:xfrm>
              <a:off x="2335835" y="1943100"/>
              <a:ext cx="205740" cy="80010"/>
            </a:xfrm>
            <a:custGeom>
              <a:avLst/>
              <a:gdLst/>
              <a:ahLst/>
              <a:cxnLst/>
              <a:rect l="l" t="t" r="r" b="b"/>
              <a:pathLst>
                <a:path w="205740" h="80010">
                  <a:moveTo>
                    <a:pt x="205740" y="80010"/>
                  </a:moveTo>
                  <a:lnTo>
                    <a:pt x="203937" y="63872"/>
                  </a:lnTo>
                  <a:lnTo>
                    <a:pt x="198537" y="48847"/>
                  </a:lnTo>
                  <a:lnTo>
                    <a:pt x="189556" y="35256"/>
                  </a:lnTo>
                  <a:lnTo>
                    <a:pt x="177008" y="23417"/>
                  </a:lnTo>
                  <a:lnTo>
                    <a:pt x="160907" y="13652"/>
                  </a:lnTo>
                  <a:lnTo>
                    <a:pt x="141269" y="6281"/>
                  </a:lnTo>
                  <a:lnTo>
                    <a:pt x="118109" y="1624"/>
                  </a:lnTo>
                  <a:lnTo>
                    <a:pt x="91440" y="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2335835" y="2023110"/>
              <a:ext cx="205740" cy="22860"/>
            </a:xfrm>
            <a:custGeom>
              <a:avLst/>
              <a:gdLst/>
              <a:ahLst/>
              <a:cxnLst/>
              <a:rect l="l" t="t" r="r" b="b"/>
              <a:pathLst>
                <a:path w="205740" h="22860">
                  <a:moveTo>
                    <a:pt x="0" y="22860"/>
                  </a:moveTo>
                  <a:lnTo>
                    <a:pt x="182880" y="22860"/>
                  </a:lnTo>
                  <a:lnTo>
                    <a:pt x="187488" y="22396"/>
                  </a:lnTo>
                  <a:lnTo>
                    <a:pt x="191780" y="21064"/>
                  </a:lnTo>
                  <a:lnTo>
                    <a:pt x="195663" y="18957"/>
                  </a:lnTo>
                  <a:lnTo>
                    <a:pt x="199046" y="16166"/>
                  </a:lnTo>
                  <a:lnTo>
                    <a:pt x="201837" y="12783"/>
                  </a:lnTo>
                  <a:lnTo>
                    <a:pt x="203944" y="8900"/>
                  </a:lnTo>
                  <a:lnTo>
                    <a:pt x="205276" y="4609"/>
                  </a:lnTo>
                  <a:lnTo>
                    <a:pt x="2057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335835" y="1943100"/>
              <a:ext cx="200025" cy="57150"/>
            </a:xfrm>
            <a:custGeom>
              <a:avLst/>
              <a:gdLst/>
              <a:ahLst/>
              <a:cxnLst/>
              <a:rect l="l" t="t" r="r" b="b"/>
              <a:pathLst>
                <a:path w="200025" h="57150">
                  <a:moveTo>
                    <a:pt x="0" y="0"/>
                  </a:moveTo>
                  <a:lnTo>
                    <a:pt x="0" y="57150"/>
                  </a:lnTo>
                  <a:lnTo>
                    <a:pt x="200025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2335835" y="2000250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392985" y="194310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450135" y="1948815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51435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335835" y="2091690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7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25582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高铁、火车</a:t>
            </a:r>
          </a:p>
        </p:txBody>
      </p:sp>
      <p:grpSp>
        <p:nvGrpSpPr>
          <p:cNvPr id="14" name="图标 plan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5" name="Freeform 14"/>
            <p:cNvSpPr/>
            <p:nvPr/>
          </p:nvSpPr>
          <p:spPr>
            <a:xfrm>
              <a:off x="3421685" y="1908810"/>
              <a:ext cx="228600" cy="205740"/>
            </a:xfrm>
            <a:custGeom>
              <a:avLst/>
              <a:gdLst/>
              <a:ahLst/>
              <a:cxnLst/>
              <a:rect l="l" t="t" r="r" b="b"/>
              <a:pathLst>
                <a:path w="228600" h="205740">
                  <a:moveTo>
                    <a:pt x="160020" y="80010"/>
                  </a:moveTo>
                  <a:lnTo>
                    <a:pt x="205740" y="80010"/>
                  </a:lnTo>
                  <a:lnTo>
                    <a:pt x="210347" y="80474"/>
                  </a:lnTo>
                  <a:lnTo>
                    <a:pt x="214638" y="81806"/>
                  </a:lnTo>
                  <a:lnTo>
                    <a:pt x="218521" y="83914"/>
                  </a:lnTo>
                  <a:lnTo>
                    <a:pt x="221904" y="86706"/>
                  </a:lnTo>
                  <a:lnTo>
                    <a:pt x="224696" y="90089"/>
                  </a:lnTo>
                  <a:lnTo>
                    <a:pt x="226803" y="93972"/>
                  </a:lnTo>
                  <a:lnTo>
                    <a:pt x="228135" y="98263"/>
                  </a:lnTo>
                  <a:lnTo>
                    <a:pt x="228600" y="102870"/>
                  </a:lnTo>
                  <a:lnTo>
                    <a:pt x="228135" y="107477"/>
                  </a:lnTo>
                  <a:lnTo>
                    <a:pt x="226803" y="111768"/>
                  </a:lnTo>
                  <a:lnTo>
                    <a:pt x="224696" y="115651"/>
                  </a:lnTo>
                  <a:lnTo>
                    <a:pt x="221904" y="119034"/>
                  </a:lnTo>
                  <a:lnTo>
                    <a:pt x="218521" y="121826"/>
                  </a:lnTo>
                  <a:lnTo>
                    <a:pt x="214638" y="123934"/>
                  </a:lnTo>
                  <a:lnTo>
                    <a:pt x="210347" y="125266"/>
                  </a:lnTo>
                  <a:lnTo>
                    <a:pt x="205740" y="125730"/>
                  </a:lnTo>
                  <a:lnTo>
                    <a:pt x="160020" y="125730"/>
                  </a:lnTo>
                  <a:lnTo>
                    <a:pt x="114300" y="205740"/>
                  </a:lnTo>
                  <a:lnTo>
                    <a:pt x="80010" y="205740"/>
                  </a:lnTo>
                  <a:lnTo>
                    <a:pt x="102870" y="125730"/>
                  </a:lnTo>
                  <a:lnTo>
                    <a:pt x="57150" y="125730"/>
                  </a:lnTo>
                  <a:lnTo>
                    <a:pt x="34290" y="148590"/>
                  </a:lnTo>
                  <a:lnTo>
                    <a:pt x="0" y="148590"/>
                  </a:lnTo>
                  <a:lnTo>
                    <a:pt x="22860" y="102870"/>
                  </a:lnTo>
                  <a:lnTo>
                    <a:pt x="0" y="57150"/>
                  </a:lnTo>
                  <a:lnTo>
                    <a:pt x="34290" y="57150"/>
                  </a:lnTo>
                  <a:lnTo>
                    <a:pt x="57150" y="80010"/>
                  </a:lnTo>
                  <a:lnTo>
                    <a:pt x="102870" y="80010"/>
                  </a:lnTo>
                  <a:lnTo>
                    <a:pt x="80010" y="0"/>
                  </a:lnTo>
                  <a:lnTo>
                    <a:pt x="114300" y="0"/>
                  </a:lnTo>
                  <a:lnTo>
                    <a:pt x="160020" y="8001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35310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航班</a:t>
            </a:r>
          </a:p>
        </p:txBody>
      </p:sp>
      <p:grpSp>
        <p:nvGrpSpPr>
          <p:cNvPr id="17" name="图标 car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" name="Freeform 17"/>
            <p:cNvSpPr/>
            <p:nvPr/>
          </p:nvSpPr>
          <p:spPr>
            <a:xfrm>
              <a:off x="4553255" y="204597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7"/>
                  </a:lnTo>
                  <a:lnTo>
                    <a:pt x="1796" y="31758"/>
                  </a:lnTo>
                  <a:lnTo>
                    <a:pt x="3904" y="35641"/>
                  </a:lnTo>
                  <a:lnTo>
                    <a:pt x="6695" y="39024"/>
                  </a:lnTo>
                  <a:lnTo>
                    <a:pt x="10079" y="41816"/>
                  </a:lnTo>
                  <a:lnTo>
                    <a:pt x="13962" y="43924"/>
                  </a:lnTo>
                  <a:lnTo>
                    <a:pt x="18253" y="45256"/>
                  </a:lnTo>
                  <a:lnTo>
                    <a:pt x="22860" y="45720"/>
                  </a:lnTo>
                  <a:lnTo>
                    <a:pt x="27467" y="45256"/>
                  </a:lnTo>
                  <a:lnTo>
                    <a:pt x="31758" y="43924"/>
                  </a:lnTo>
                  <a:lnTo>
                    <a:pt x="35641" y="41816"/>
                  </a:lnTo>
                  <a:lnTo>
                    <a:pt x="39024" y="39024"/>
                  </a:lnTo>
                  <a:lnTo>
                    <a:pt x="41816" y="35641"/>
                  </a:lnTo>
                  <a:lnTo>
                    <a:pt x="43923" y="31758"/>
                  </a:lnTo>
                  <a:lnTo>
                    <a:pt x="45255" y="27467"/>
                  </a:lnTo>
                  <a:lnTo>
                    <a:pt x="45720" y="22860"/>
                  </a:lnTo>
                  <a:lnTo>
                    <a:pt x="45255" y="18253"/>
                  </a:lnTo>
                  <a:lnTo>
                    <a:pt x="43923" y="13962"/>
                  </a:lnTo>
                  <a:lnTo>
                    <a:pt x="41816" y="10079"/>
                  </a:lnTo>
                  <a:lnTo>
                    <a:pt x="39024" y="6696"/>
                  </a:lnTo>
                  <a:lnTo>
                    <a:pt x="35641" y="3904"/>
                  </a:lnTo>
                  <a:lnTo>
                    <a:pt x="31758" y="1796"/>
                  </a:lnTo>
                  <a:lnTo>
                    <a:pt x="27467" y="464"/>
                  </a:lnTo>
                  <a:lnTo>
                    <a:pt x="22860" y="0"/>
                  </a:lnTo>
                  <a:lnTo>
                    <a:pt x="18253" y="464"/>
                  </a:lnTo>
                  <a:lnTo>
                    <a:pt x="13962" y="1796"/>
                  </a:lnTo>
                  <a:lnTo>
                    <a:pt x="10079" y="3904"/>
                  </a:lnTo>
                  <a:lnTo>
                    <a:pt x="6695" y="6696"/>
                  </a:lnTo>
                  <a:lnTo>
                    <a:pt x="3904" y="10079"/>
                  </a:lnTo>
                  <a:lnTo>
                    <a:pt x="1796" y="13962"/>
                  </a:lnTo>
                  <a:lnTo>
                    <a:pt x="464" y="18253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4667555" y="204597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7"/>
                  </a:lnTo>
                  <a:lnTo>
                    <a:pt x="1796" y="31758"/>
                  </a:lnTo>
                  <a:lnTo>
                    <a:pt x="3904" y="35641"/>
                  </a:lnTo>
                  <a:lnTo>
                    <a:pt x="6695" y="39024"/>
                  </a:lnTo>
                  <a:lnTo>
                    <a:pt x="10079" y="41816"/>
                  </a:lnTo>
                  <a:lnTo>
                    <a:pt x="13962" y="43924"/>
                  </a:lnTo>
                  <a:lnTo>
                    <a:pt x="18253" y="45256"/>
                  </a:lnTo>
                  <a:lnTo>
                    <a:pt x="22860" y="45720"/>
                  </a:lnTo>
                  <a:lnTo>
                    <a:pt x="27467" y="45256"/>
                  </a:lnTo>
                  <a:lnTo>
                    <a:pt x="31758" y="43924"/>
                  </a:lnTo>
                  <a:lnTo>
                    <a:pt x="35641" y="41816"/>
                  </a:lnTo>
                  <a:lnTo>
                    <a:pt x="39024" y="39024"/>
                  </a:lnTo>
                  <a:lnTo>
                    <a:pt x="41816" y="35641"/>
                  </a:lnTo>
                  <a:lnTo>
                    <a:pt x="43923" y="31758"/>
                  </a:lnTo>
                  <a:lnTo>
                    <a:pt x="45255" y="27467"/>
                  </a:lnTo>
                  <a:lnTo>
                    <a:pt x="45720" y="22860"/>
                  </a:lnTo>
                  <a:lnTo>
                    <a:pt x="45255" y="18253"/>
                  </a:lnTo>
                  <a:lnTo>
                    <a:pt x="43923" y="13962"/>
                  </a:lnTo>
                  <a:lnTo>
                    <a:pt x="41816" y="10079"/>
                  </a:lnTo>
                  <a:lnTo>
                    <a:pt x="39024" y="6696"/>
                  </a:lnTo>
                  <a:lnTo>
                    <a:pt x="35641" y="3904"/>
                  </a:lnTo>
                  <a:lnTo>
                    <a:pt x="31758" y="1796"/>
                  </a:lnTo>
                  <a:lnTo>
                    <a:pt x="27467" y="464"/>
                  </a:lnTo>
                  <a:lnTo>
                    <a:pt x="22860" y="0"/>
                  </a:lnTo>
                  <a:lnTo>
                    <a:pt x="18253" y="464"/>
                  </a:lnTo>
                  <a:lnTo>
                    <a:pt x="13962" y="1796"/>
                  </a:lnTo>
                  <a:lnTo>
                    <a:pt x="10079" y="3904"/>
                  </a:lnTo>
                  <a:lnTo>
                    <a:pt x="6695" y="6696"/>
                  </a:lnTo>
                  <a:lnTo>
                    <a:pt x="3904" y="10079"/>
                  </a:lnTo>
                  <a:lnTo>
                    <a:pt x="1796" y="13962"/>
                  </a:lnTo>
                  <a:lnTo>
                    <a:pt x="464" y="18253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4530395" y="1943100"/>
              <a:ext cx="205740" cy="125730"/>
            </a:xfrm>
            <a:custGeom>
              <a:avLst/>
              <a:gdLst/>
              <a:ahLst/>
              <a:cxnLst/>
              <a:rect l="l" t="t" r="r" b="b"/>
              <a:pathLst>
                <a:path w="205740" h="125730">
                  <a:moveTo>
                    <a:pt x="22860" y="125730"/>
                  </a:moveTo>
                  <a:lnTo>
                    <a:pt x="0" y="125730"/>
                  </a:lnTo>
                  <a:lnTo>
                    <a:pt x="0" y="57150"/>
                  </a:lnTo>
                  <a:lnTo>
                    <a:pt x="22860" y="0"/>
                  </a:lnTo>
                  <a:lnTo>
                    <a:pt x="125730" y="0"/>
                  </a:lnTo>
                  <a:lnTo>
                    <a:pt x="171450" y="57150"/>
                  </a:lnTo>
                  <a:lnTo>
                    <a:pt x="182880" y="57150"/>
                  </a:lnTo>
                  <a:lnTo>
                    <a:pt x="187487" y="57614"/>
                  </a:lnTo>
                  <a:lnTo>
                    <a:pt x="191778" y="58946"/>
                  </a:lnTo>
                  <a:lnTo>
                    <a:pt x="195661" y="61054"/>
                  </a:lnTo>
                  <a:lnTo>
                    <a:pt x="199044" y="63846"/>
                  </a:lnTo>
                  <a:lnTo>
                    <a:pt x="201836" y="67229"/>
                  </a:lnTo>
                  <a:lnTo>
                    <a:pt x="203943" y="71112"/>
                  </a:lnTo>
                  <a:lnTo>
                    <a:pt x="205275" y="75403"/>
                  </a:lnTo>
                  <a:lnTo>
                    <a:pt x="205740" y="80010"/>
                  </a:lnTo>
                  <a:lnTo>
                    <a:pt x="205740" y="125730"/>
                  </a:lnTo>
                  <a:lnTo>
                    <a:pt x="182880" y="1257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4598975" y="2068830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80" h="0">
                  <a:moveTo>
                    <a:pt x="68580" y="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530395" y="2000250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 h="0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4633265" y="194310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45038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用车、接送</a:t>
            </a:r>
          </a:p>
        </p:txBody>
      </p:sp>
      <p:grpSp>
        <p:nvGrpSpPr>
          <p:cNvPr id="25" name="图标 bu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" name="Freeform 25"/>
            <p:cNvSpPr/>
            <p:nvPr/>
          </p:nvSpPr>
          <p:spPr>
            <a:xfrm>
              <a:off x="5639105" y="204597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776265" y="204597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5616245" y="1931670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" y="137160"/>
                  </a:moveTo>
                  <a:lnTo>
                    <a:pt x="0" y="137160"/>
                  </a:lnTo>
                  <a:lnTo>
                    <a:pt x="0" y="11430"/>
                  </a:lnTo>
                  <a:lnTo>
                    <a:pt x="232" y="9127"/>
                  </a:lnTo>
                  <a:lnTo>
                    <a:pt x="898" y="6982"/>
                  </a:lnTo>
                  <a:lnTo>
                    <a:pt x="1953" y="5041"/>
                  </a:lnTo>
                  <a:lnTo>
                    <a:pt x="3349" y="3349"/>
                  </a:lnTo>
                  <a:lnTo>
                    <a:pt x="5041" y="1953"/>
                  </a:lnTo>
                  <a:lnTo>
                    <a:pt x="6982" y="899"/>
                  </a:lnTo>
                  <a:lnTo>
                    <a:pt x="9127" y="232"/>
                  </a:lnTo>
                  <a:lnTo>
                    <a:pt x="11430" y="0"/>
                  </a:lnTo>
                  <a:lnTo>
                    <a:pt x="171450" y="0"/>
                  </a:lnTo>
                  <a:lnTo>
                    <a:pt x="182966" y="1626"/>
                  </a:lnTo>
                  <a:lnTo>
                    <a:pt x="193693" y="6288"/>
                  </a:lnTo>
                  <a:lnTo>
                    <a:pt x="203401" y="13664"/>
                  </a:lnTo>
                  <a:lnTo>
                    <a:pt x="211859" y="23434"/>
                  </a:lnTo>
                  <a:lnTo>
                    <a:pt x="218838" y="35276"/>
                  </a:lnTo>
                  <a:lnTo>
                    <a:pt x="224108" y="48866"/>
                  </a:lnTo>
                  <a:lnTo>
                    <a:pt x="227439" y="63885"/>
                  </a:lnTo>
                  <a:lnTo>
                    <a:pt x="228600" y="80010"/>
                  </a:lnTo>
                  <a:lnTo>
                    <a:pt x="228600" y="137160"/>
                  </a:lnTo>
                  <a:lnTo>
                    <a:pt x="205740" y="1371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5684825" y="2068830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5776265" y="1931670"/>
              <a:ext cx="68580" cy="80010"/>
            </a:xfrm>
            <a:custGeom>
              <a:avLst/>
              <a:gdLst/>
              <a:ahLst/>
              <a:cxnLst/>
              <a:rect l="l" t="t" r="r" b="b"/>
              <a:pathLst>
                <a:path w="68580" h="80010">
                  <a:moveTo>
                    <a:pt x="0" y="0"/>
                  </a:moveTo>
                  <a:lnTo>
                    <a:pt x="17145" y="80010"/>
                  </a:lnTo>
                  <a:lnTo>
                    <a:pt x="68580" y="8001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5616245" y="1988820"/>
              <a:ext cx="171450" cy="0"/>
            </a:xfrm>
            <a:custGeom>
              <a:avLst/>
              <a:gdLst/>
              <a:ahLst/>
              <a:cxnLst/>
              <a:rect l="l" t="t" r="r" b="b"/>
              <a:pathLst>
                <a:path w="171450" h="0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5673395" y="193167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5730545" y="1931670"/>
              <a:ext cx="0" cy="57150"/>
            </a:xfrm>
            <a:custGeom>
              <a:avLst/>
              <a:gdLst/>
              <a:ahLst/>
              <a:cxnLst/>
              <a:rect l="l" t="t" r="r" b="b"/>
              <a:pathLst>
                <a:path w="0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54766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大巴</a:t>
            </a:r>
          </a:p>
        </p:txBody>
      </p:sp>
      <p:grpSp>
        <p:nvGrpSpPr>
          <p:cNvPr id="35" name="图标 ferry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6" name="Freeform 35"/>
            <p:cNvSpPr/>
            <p:nvPr/>
          </p:nvSpPr>
          <p:spPr>
            <a:xfrm>
              <a:off x="6713525" y="2023110"/>
              <a:ext cx="228600" cy="57150"/>
            </a:xfrm>
            <a:custGeom>
              <a:avLst/>
              <a:gdLst/>
              <a:ahLst/>
              <a:cxnLst/>
              <a:rect l="l" t="t" r="r" b="b"/>
              <a:pathLst>
                <a:path w="228600" h="57150">
                  <a:moveTo>
                    <a:pt x="0" y="57150"/>
                  </a:moveTo>
                  <a:lnTo>
                    <a:pt x="174799" y="57150"/>
                  </a:lnTo>
                  <a:lnTo>
                    <a:pt x="179127" y="56884"/>
                  </a:lnTo>
                  <a:lnTo>
                    <a:pt x="183340" y="56102"/>
                  </a:lnTo>
                  <a:lnTo>
                    <a:pt x="187394" y="54826"/>
                  </a:lnTo>
                  <a:lnTo>
                    <a:pt x="191247" y="53079"/>
                  </a:lnTo>
                  <a:lnTo>
                    <a:pt x="194855" y="50884"/>
                  </a:lnTo>
                  <a:lnTo>
                    <a:pt x="198176" y="48263"/>
                  </a:lnTo>
                  <a:lnTo>
                    <a:pt x="201167" y="45239"/>
                  </a:lnTo>
                  <a:lnTo>
                    <a:pt x="203785" y="41834"/>
                  </a:lnTo>
                  <a:lnTo>
                    <a:pt x="228600" y="0"/>
                  </a:lnTo>
                  <a:lnTo>
                    <a:pt x="17385" y="0"/>
                  </a:lnTo>
                  <a:lnTo>
                    <a:pt x="0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6839255" y="1943100"/>
              <a:ext cx="11430" cy="22860"/>
            </a:xfrm>
            <a:custGeom>
              <a:avLst/>
              <a:gdLst/>
              <a:ahLst/>
              <a:cxnLst/>
              <a:rect l="l" t="t" r="r" b="b"/>
              <a:pathLst>
                <a:path w="11430" h="22860">
                  <a:moveTo>
                    <a:pt x="11430" y="2286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6760468" y="1965960"/>
              <a:ext cx="137834" cy="53435"/>
            </a:xfrm>
            <a:custGeom>
              <a:avLst/>
              <a:gdLst/>
              <a:ahLst/>
              <a:cxnLst/>
              <a:rect l="l" t="t" r="r" b="b"/>
              <a:pathLst>
                <a:path w="137834" h="53435">
                  <a:moveTo>
                    <a:pt x="0" y="53435"/>
                  </a:moveTo>
                  <a:lnTo>
                    <a:pt x="15819" y="0"/>
                  </a:lnTo>
                  <a:lnTo>
                    <a:pt x="107259" y="0"/>
                  </a:lnTo>
                  <a:lnTo>
                    <a:pt x="137834" y="52555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64494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轮渡</a:t>
            </a:r>
          </a:p>
        </p:txBody>
      </p:sp>
      <p:grpSp>
        <p:nvGrpSpPr>
          <p:cNvPr id="40" name="图标 walk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" name="Freeform 40"/>
            <p:cNvSpPr/>
            <p:nvPr/>
          </p:nvSpPr>
          <p:spPr>
            <a:xfrm>
              <a:off x="7925105" y="1908810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60" h="22860">
                  <a:moveTo>
                    <a:pt x="0" y="11430"/>
                  </a:moveTo>
                  <a:lnTo>
                    <a:pt x="232" y="13733"/>
                  </a:lnTo>
                  <a:lnTo>
                    <a:pt x="898" y="15878"/>
                  </a:lnTo>
                  <a:lnTo>
                    <a:pt x="1953" y="17819"/>
                  </a:lnTo>
                  <a:lnTo>
                    <a:pt x="3349" y="19511"/>
                  </a:lnTo>
                  <a:lnTo>
                    <a:pt x="5041" y="20907"/>
                  </a:lnTo>
                  <a:lnTo>
                    <a:pt x="6982" y="21961"/>
                  </a:lnTo>
                  <a:lnTo>
                    <a:pt x="9127" y="22628"/>
                  </a:lnTo>
                  <a:lnTo>
                    <a:pt x="11430" y="22860"/>
                  </a:lnTo>
                  <a:lnTo>
                    <a:pt x="13732" y="22628"/>
                  </a:lnTo>
                  <a:lnTo>
                    <a:pt x="15877" y="21961"/>
                  </a:lnTo>
                  <a:lnTo>
                    <a:pt x="17819" y="20907"/>
                  </a:lnTo>
                  <a:lnTo>
                    <a:pt x="19511" y="19511"/>
                  </a:lnTo>
                  <a:lnTo>
                    <a:pt x="20907" y="17819"/>
                  </a:lnTo>
                  <a:lnTo>
                    <a:pt x="21961" y="15878"/>
                  </a:lnTo>
                  <a:lnTo>
                    <a:pt x="22627" y="13733"/>
                  </a:lnTo>
                  <a:lnTo>
                    <a:pt x="22860" y="11430"/>
                  </a:lnTo>
                  <a:lnTo>
                    <a:pt x="22627" y="9127"/>
                  </a:lnTo>
                  <a:lnTo>
                    <a:pt x="21961" y="6982"/>
                  </a:lnTo>
                  <a:lnTo>
                    <a:pt x="20907" y="5041"/>
                  </a:lnTo>
                  <a:lnTo>
                    <a:pt x="19511" y="3349"/>
                  </a:lnTo>
                  <a:lnTo>
                    <a:pt x="17819" y="1953"/>
                  </a:lnTo>
                  <a:lnTo>
                    <a:pt x="15877" y="899"/>
                  </a:lnTo>
                  <a:lnTo>
                    <a:pt x="13732" y="232"/>
                  </a:lnTo>
                  <a:lnTo>
                    <a:pt x="11430" y="0"/>
                  </a:lnTo>
                  <a:lnTo>
                    <a:pt x="9127" y="232"/>
                  </a:lnTo>
                  <a:lnTo>
                    <a:pt x="6982" y="899"/>
                  </a:lnTo>
                  <a:lnTo>
                    <a:pt x="5041" y="1953"/>
                  </a:lnTo>
                  <a:lnTo>
                    <a:pt x="3349" y="3349"/>
                  </a:lnTo>
                  <a:lnTo>
                    <a:pt x="1953" y="5041"/>
                  </a:lnTo>
                  <a:lnTo>
                    <a:pt x="898" y="6982"/>
                  </a:lnTo>
                  <a:lnTo>
                    <a:pt x="232" y="9127"/>
                  </a:ln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7867955" y="2068830"/>
              <a:ext cx="34290" cy="45720"/>
            </a:xfrm>
            <a:custGeom>
              <a:avLst/>
              <a:gdLst/>
              <a:ahLst/>
              <a:cxnLst/>
              <a:rect l="l" t="t" r="r" b="b"/>
              <a:pathLst>
                <a:path w="34290" h="45720">
                  <a:moveTo>
                    <a:pt x="0" y="45720"/>
                  </a:moveTo>
                  <a:lnTo>
                    <a:pt x="3429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7913675" y="1965960"/>
              <a:ext cx="57150" cy="148590"/>
            </a:xfrm>
            <a:custGeom>
              <a:avLst/>
              <a:gdLst/>
              <a:ahLst/>
              <a:cxnLst/>
              <a:rect l="l" t="t" r="r" b="b"/>
              <a:pathLst>
                <a:path w="57150" h="148590">
                  <a:moveTo>
                    <a:pt x="57150" y="148590"/>
                  </a:moveTo>
                  <a:lnTo>
                    <a:pt x="34290" y="102870"/>
                  </a:lnTo>
                  <a:lnTo>
                    <a:pt x="0" y="68580"/>
                  </a:ln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7856525" y="1965960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37160" h="45720">
                  <a:moveTo>
                    <a:pt x="0" y="45720"/>
                  </a:moveTo>
                  <a:lnTo>
                    <a:pt x="22860" y="11430"/>
                  </a:lnTo>
                  <a:lnTo>
                    <a:pt x="68580" y="0"/>
                  </a:lnTo>
                  <a:lnTo>
                    <a:pt x="102870" y="34290"/>
                  </a:lnTo>
                  <a:lnTo>
                    <a:pt x="13716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774222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步行</a:t>
            </a:r>
          </a:p>
        </p:txBody>
      </p:sp>
      <p:grpSp>
        <p:nvGrpSpPr>
          <p:cNvPr id="46" name="图标 rout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7" name="Freeform 46"/>
            <p:cNvSpPr/>
            <p:nvPr/>
          </p:nvSpPr>
          <p:spPr>
            <a:xfrm>
              <a:off x="8919515" y="206883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7"/>
                  </a:lnTo>
                  <a:lnTo>
                    <a:pt x="1796" y="31758"/>
                  </a:lnTo>
                  <a:lnTo>
                    <a:pt x="3904" y="35641"/>
                  </a:lnTo>
                  <a:lnTo>
                    <a:pt x="6695" y="39024"/>
                  </a:lnTo>
                  <a:lnTo>
                    <a:pt x="10079" y="41816"/>
                  </a:lnTo>
                  <a:lnTo>
                    <a:pt x="13962" y="43924"/>
                  </a:lnTo>
                  <a:lnTo>
                    <a:pt x="18253" y="45256"/>
                  </a:lnTo>
                  <a:lnTo>
                    <a:pt x="22860" y="45720"/>
                  </a:lnTo>
                  <a:lnTo>
                    <a:pt x="27467" y="45256"/>
                  </a:lnTo>
                  <a:lnTo>
                    <a:pt x="31758" y="43924"/>
                  </a:lnTo>
                  <a:lnTo>
                    <a:pt x="35641" y="41816"/>
                  </a:lnTo>
                  <a:lnTo>
                    <a:pt x="39024" y="39024"/>
                  </a:lnTo>
                  <a:lnTo>
                    <a:pt x="41816" y="35641"/>
                  </a:lnTo>
                  <a:lnTo>
                    <a:pt x="43923" y="31758"/>
                  </a:lnTo>
                  <a:lnTo>
                    <a:pt x="45255" y="27467"/>
                  </a:lnTo>
                  <a:lnTo>
                    <a:pt x="45720" y="22860"/>
                  </a:lnTo>
                  <a:lnTo>
                    <a:pt x="45255" y="18253"/>
                  </a:lnTo>
                  <a:lnTo>
                    <a:pt x="43923" y="13962"/>
                  </a:lnTo>
                  <a:lnTo>
                    <a:pt x="41816" y="10079"/>
                  </a:lnTo>
                  <a:lnTo>
                    <a:pt x="39024" y="6696"/>
                  </a:lnTo>
                  <a:lnTo>
                    <a:pt x="35641" y="3904"/>
                  </a:lnTo>
                  <a:lnTo>
                    <a:pt x="31758" y="1796"/>
                  </a:lnTo>
                  <a:lnTo>
                    <a:pt x="27467" y="464"/>
                  </a:lnTo>
                  <a:lnTo>
                    <a:pt x="22860" y="0"/>
                  </a:lnTo>
                  <a:lnTo>
                    <a:pt x="18253" y="464"/>
                  </a:lnTo>
                  <a:lnTo>
                    <a:pt x="13962" y="1796"/>
                  </a:lnTo>
                  <a:lnTo>
                    <a:pt x="10079" y="3904"/>
                  </a:lnTo>
                  <a:lnTo>
                    <a:pt x="6695" y="6696"/>
                  </a:lnTo>
                  <a:lnTo>
                    <a:pt x="3904" y="10079"/>
                  </a:lnTo>
                  <a:lnTo>
                    <a:pt x="1796" y="13962"/>
                  </a:lnTo>
                  <a:lnTo>
                    <a:pt x="464" y="18253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9079535" y="1908810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45720"/>
                  </a:moveTo>
                  <a:lnTo>
                    <a:pt x="27467" y="45256"/>
                  </a:lnTo>
                  <a:lnTo>
                    <a:pt x="31758" y="43924"/>
                  </a:lnTo>
                  <a:lnTo>
                    <a:pt x="35641" y="41816"/>
                  </a:lnTo>
                  <a:lnTo>
                    <a:pt x="39024" y="39024"/>
                  </a:lnTo>
                  <a:lnTo>
                    <a:pt x="41816" y="35641"/>
                  </a:lnTo>
                  <a:lnTo>
                    <a:pt x="43923" y="31758"/>
                  </a:lnTo>
                  <a:lnTo>
                    <a:pt x="45255" y="27467"/>
                  </a:lnTo>
                  <a:lnTo>
                    <a:pt x="45720" y="22860"/>
                  </a:lnTo>
                  <a:lnTo>
                    <a:pt x="45255" y="18253"/>
                  </a:lnTo>
                  <a:lnTo>
                    <a:pt x="43923" y="13962"/>
                  </a:lnTo>
                  <a:lnTo>
                    <a:pt x="41816" y="10079"/>
                  </a:lnTo>
                  <a:lnTo>
                    <a:pt x="39024" y="6696"/>
                  </a:lnTo>
                  <a:lnTo>
                    <a:pt x="35641" y="3904"/>
                  </a:lnTo>
                  <a:lnTo>
                    <a:pt x="31758" y="1796"/>
                  </a:lnTo>
                  <a:lnTo>
                    <a:pt x="27467" y="464"/>
                  </a:lnTo>
                  <a:lnTo>
                    <a:pt x="22860" y="0"/>
                  </a:lnTo>
                  <a:lnTo>
                    <a:pt x="18253" y="464"/>
                  </a:lnTo>
                  <a:lnTo>
                    <a:pt x="13962" y="1796"/>
                  </a:lnTo>
                  <a:lnTo>
                    <a:pt x="10079" y="3904"/>
                  </a:lnTo>
                  <a:lnTo>
                    <a:pt x="6695" y="6696"/>
                  </a:lnTo>
                  <a:lnTo>
                    <a:pt x="3904" y="10079"/>
                  </a:lnTo>
                  <a:lnTo>
                    <a:pt x="1796" y="13962"/>
                  </a:lnTo>
                  <a:lnTo>
                    <a:pt x="464" y="18253"/>
                  </a:lnTo>
                  <a:lnTo>
                    <a:pt x="0" y="22860"/>
                  </a:lnTo>
                  <a:lnTo>
                    <a:pt x="464" y="27467"/>
                  </a:lnTo>
                  <a:lnTo>
                    <a:pt x="1796" y="31758"/>
                  </a:lnTo>
                  <a:lnTo>
                    <a:pt x="3904" y="35641"/>
                  </a:lnTo>
                  <a:lnTo>
                    <a:pt x="6695" y="39024"/>
                  </a:lnTo>
                  <a:lnTo>
                    <a:pt x="10079" y="41816"/>
                  </a:lnTo>
                  <a:lnTo>
                    <a:pt x="13962" y="43924"/>
                  </a:lnTo>
                  <a:lnTo>
                    <a:pt x="18253" y="45256"/>
                  </a:lnTo>
                  <a:lnTo>
                    <a:pt x="2286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8942375" y="1931670"/>
              <a:ext cx="171450" cy="160020"/>
            </a:xfrm>
            <a:custGeom>
              <a:avLst/>
              <a:gdLst/>
              <a:ahLst/>
              <a:cxnLst/>
              <a:rect l="l" t="t" r="r" b="b"/>
              <a:pathLst>
                <a:path w="171450" h="160020">
                  <a:moveTo>
                    <a:pt x="68580" y="160020"/>
                  </a:moveTo>
                  <a:lnTo>
                    <a:pt x="131445" y="160020"/>
                  </a:lnTo>
                  <a:lnTo>
                    <a:pt x="139507" y="159207"/>
                  </a:lnTo>
                  <a:lnTo>
                    <a:pt x="147017" y="156876"/>
                  </a:lnTo>
                  <a:lnTo>
                    <a:pt x="153812" y="153188"/>
                  </a:lnTo>
                  <a:lnTo>
                    <a:pt x="159733" y="148303"/>
                  </a:lnTo>
                  <a:lnTo>
                    <a:pt x="164618" y="142382"/>
                  </a:lnTo>
                  <a:lnTo>
                    <a:pt x="168306" y="135587"/>
                  </a:lnTo>
                  <a:lnTo>
                    <a:pt x="170637" y="128077"/>
                  </a:lnTo>
                  <a:lnTo>
                    <a:pt x="171450" y="120015"/>
                  </a:lnTo>
                  <a:lnTo>
                    <a:pt x="170637" y="111953"/>
                  </a:lnTo>
                  <a:lnTo>
                    <a:pt x="168306" y="104443"/>
                  </a:lnTo>
                  <a:lnTo>
                    <a:pt x="164618" y="97648"/>
                  </a:lnTo>
                  <a:lnTo>
                    <a:pt x="159733" y="91727"/>
                  </a:lnTo>
                  <a:lnTo>
                    <a:pt x="153812" y="86842"/>
                  </a:lnTo>
                  <a:lnTo>
                    <a:pt x="147017" y="83154"/>
                  </a:lnTo>
                  <a:lnTo>
                    <a:pt x="139507" y="80823"/>
                  </a:lnTo>
                  <a:lnTo>
                    <a:pt x="131445" y="80010"/>
                  </a:lnTo>
                  <a:lnTo>
                    <a:pt x="40005" y="80010"/>
                  </a:lnTo>
                  <a:lnTo>
                    <a:pt x="31942" y="79197"/>
                  </a:lnTo>
                  <a:lnTo>
                    <a:pt x="24433" y="76866"/>
                  </a:lnTo>
                  <a:lnTo>
                    <a:pt x="17638" y="73178"/>
                  </a:lnTo>
                  <a:lnTo>
                    <a:pt x="11717" y="68293"/>
                  </a:lnTo>
                  <a:lnTo>
                    <a:pt x="6832" y="62372"/>
                  </a:lnTo>
                  <a:lnTo>
                    <a:pt x="3144" y="55577"/>
                  </a:lnTo>
                  <a:lnTo>
                    <a:pt x="813" y="48067"/>
                  </a:lnTo>
                  <a:lnTo>
                    <a:pt x="0" y="40005"/>
                  </a:lnTo>
                  <a:lnTo>
                    <a:pt x="813" y="31943"/>
                  </a:lnTo>
                  <a:lnTo>
                    <a:pt x="3144" y="24433"/>
                  </a:lnTo>
                  <a:lnTo>
                    <a:pt x="6832" y="17638"/>
                  </a:lnTo>
                  <a:lnTo>
                    <a:pt x="11717" y="11717"/>
                  </a:lnTo>
                  <a:lnTo>
                    <a:pt x="17638" y="6832"/>
                  </a:lnTo>
                  <a:lnTo>
                    <a:pt x="24433" y="3144"/>
                  </a:lnTo>
                  <a:lnTo>
                    <a:pt x="31942" y="813"/>
                  </a:lnTo>
                  <a:lnTo>
                    <a:pt x="40005" y="0"/>
                  </a:lnTo>
                  <a:lnTo>
                    <a:pt x="914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883950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当天路线</a:t>
            </a:r>
          </a:p>
        </p:txBody>
      </p:sp>
      <p:grpSp>
        <p:nvGrpSpPr>
          <p:cNvPr id="51" name="图标 map_pi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2" name="Freeform 51"/>
            <p:cNvSpPr/>
            <p:nvPr/>
          </p:nvSpPr>
          <p:spPr>
            <a:xfrm>
              <a:off x="10085375" y="196596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0" y="34290"/>
                  </a:moveTo>
                  <a:lnTo>
                    <a:pt x="696" y="41201"/>
                  </a:lnTo>
                  <a:lnTo>
                    <a:pt x="2694" y="47637"/>
                  </a:lnTo>
                  <a:lnTo>
                    <a:pt x="5856" y="53462"/>
                  </a:lnTo>
                  <a:lnTo>
                    <a:pt x="10043" y="58537"/>
                  </a:lnTo>
                  <a:lnTo>
                    <a:pt x="15118" y="62724"/>
                  </a:lnTo>
                  <a:lnTo>
                    <a:pt x="20943" y="65885"/>
                  </a:lnTo>
                  <a:lnTo>
                    <a:pt x="27379" y="67883"/>
                  </a:lnTo>
                  <a:lnTo>
                    <a:pt x="34290" y="68580"/>
                  </a:lnTo>
                  <a:lnTo>
                    <a:pt x="41200" y="67883"/>
                  </a:lnTo>
                  <a:lnTo>
                    <a:pt x="47637" y="65885"/>
                  </a:lnTo>
                  <a:lnTo>
                    <a:pt x="53462" y="62724"/>
                  </a:lnTo>
                  <a:lnTo>
                    <a:pt x="58536" y="58537"/>
                  </a:lnTo>
                  <a:lnTo>
                    <a:pt x="62724" y="53462"/>
                  </a:lnTo>
                  <a:lnTo>
                    <a:pt x="65885" y="47637"/>
                  </a:lnTo>
                  <a:lnTo>
                    <a:pt x="67883" y="41201"/>
                  </a:lnTo>
                  <a:lnTo>
                    <a:pt x="68580" y="34290"/>
                  </a:lnTo>
                  <a:lnTo>
                    <a:pt x="67883" y="27379"/>
                  </a:lnTo>
                  <a:lnTo>
                    <a:pt x="65885" y="20943"/>
                  </a:lnTo>
                  <a:lnTo>
                    <a:pt x="62724" y="15118"/>
                  </a:lnTo>
                  <a:lnTo>
                    <a:pt x="58536" y="10043"/>
                  </a:lnTo>
                  <a:lnTo>
                    <a:pt x="53462" y="5856"/>
                  </a:lnTo>
                  <a:lnTo>
                    <a:pt x="47637" y="2695"/>
                  </a:lnTo>
                  <a:lnTo>
                    <a:pt x="41200" y="697"/>
                  </a:lnTo>
                  <a:lnTo>
                    <a:pt x="34290" y="0"/>
                  </a:lnTo>
                  <a:lnTo>
                    <a:pt x="27379" y="697"/>
                  </a:lnTo>
                  <a:lnTo>
                    <a:pt x="20943" y="2695"/>
                  </a:lnTo>
                  <a:lnTo>
                    <a:pt x="15118" y="5856"/>
                  </a:lnTo>
                  <a:lnTo>
                    <a:pt x="10043" y="10043"/>
                  </a:lnTo>
                  <a:lnTo>
                    <a:pt x="5856" y="15118"/>
                  </a:lnTo>
                  <a:lnTo>
                    <a:pt x="2694" y="20943"/>
                  </a:lnTo>
                  <a:lnTo>
                    <a:pt x="696" y="27379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028225" y="1908813"/>
              <a:ext cx="182880" cy="211281"/>
            </a:xfrm>
            <a:custGeom>
              <a:avLst/>
              <a:gdLst/>
              <a:ahLst/>
              <a:cxnLst/>
              <a:rect l="l" t="t" r="r" b="b"/>
              <a:pathLst>
                <a:path w="182880" h="211281">
                  <a:moveTo>
                    <a:pt x="156099" y="156097"/>
                  </a:moveTo>
                  <a:lnTo>
                    <a:pt x="107602" y="204594"/>
                  </a:lnTo>
                  <a:lnTo>
                    <a:pt x="104017" y="207520"/>
                  </a:lnTo>
                  <a:lnTo>
                    <a:pt x="100043" y="209610"/>
                  </a:lnTo>
                  <a:lnTo>
                    <a:pt x="95809" y="210863"/>
                  </a:lnTo>
                  <a:lnTo>
                    <a:pt x="91446" y="211281"/>
                  </a:lnTo>
                  <a:lnTo>
                    <a:pt x="87082" y="210863"/>
                  </a:lnTo>
                  <a:lnTo>
                    <a:pt x="82848" y="209610"/>
                  </a:lnTo>
                  <a:lnTo>
                    <a:pt x="78874" y="207520"/>
                  </a:lnTo>
                  <a:lnTo>
                    <a:pt x="75289" y="204594"/>
                  </a:lnTo>
                  <a:lnTo>
                    <a:pt x="26780" y="156097"/>
                  </a:lnTo>
                  <a:lnTo>
                    <a:pt x="15064" y="141752"/>
                  </a:lnTo>
                  <a:lnTo>
                    <a:pt x="6695" y="125847"/>
                  </a:lnTo>
                  <a:lnTo>
                    <a:pt x="1673" y="108903"/>
                  </a:lnTo>
                  <a:lnTo>
                    <a:pt x="0" y="91439"/>
                  </a:lnTo>
                  <a:lnTo>
                    <a:pt x="1674" y="73974"/>
                  </a:lnTo>
                  <a:lnTo>
                    <a:pt x="6696" y="57030"/>
                  </a:lnTo>
                  <a:lnTo>
                    <a:pt x="15065" y="41126"/>
                  </a:lnTo>
                  <a:lnTo>
                    <a:pt x="26783" y="26782"/>
                  </a:lnTo>
                  <a:lnTo>
                    <a:pt x="41127" y="15065"/>
                  </a:lnTo>
                  <a:lnTo>
                    <a:pt x="57031" y="6696"/>
                  </a:lnTo>
                  <a:lnTo>
                    <a:pt x="73975" y="1674"/>
                  </a:lnTo>
                  <a:lnTo>
                    <a:pt x="91440" y="0"/>
                  </a:lnTo>
                  <a:lnTo>
                    <a:pt x="108904" y="1674"/>
                  </a:lnTo>
                  <a:lnTo>
                    <a:pt x="125848" y="6696"/>
                  </a:lnTo>
                  <a:lnTo>
                    <a:pt x="141753" y="15065"/>
                  </a:lnTo>
                  <a:lnTo>
                    <a:pt x="156097" y="26782"/>
                  </a:lnTo>
                  <a:lnTo>
                    <a:pt x="167814" y="41126"/>
                  </a:lnTo>
                  <a:lnTo>
                    <a:pt x="176184" y="57030"/>
                  </a:lnTo>
                  <a:lnTo>
                    <a:pt x="181206" y="73974"/>
                  </a:lnTo>
                  <a:lnTo>
                    <a:pt x="182880" y="91439"/>
                  </a:lnTo>
                  <a:lnTo>
                    <a:pt x="181206" y="108903"/>
                  </a:lnTo>
                  <a:lnTo>
                    <a:pt x="176185" y="125847"/>
                  </a:lnTo>
                  <a:lnTo>
                    <a:pt x="167816" y="141752"/>
                  </a:lnTo>
                  <a:lnTo>
                    <a:pt x="156099" y="156097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936785" y="22037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地点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5" y="26060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住宿与餐食</a:t>
            </a:r>
          </a:p>
        </p:txBody>
      </p:sp>
      <p:grpSp>
        <p:nvGrpSpPr>
          <p:cNvPr id="56" name="图标 be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" name="Freeform 56"/>
            <p:cNvSpPr/>
            <p:nvPr/>
          </p:nvSpPr>
          <p:spPr>
            <a:xfrm>
              <a:off x="2358695" y="2612898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2324405" y="2692908"/>
              <a:ext cx="228600" cy="34290"/>
            </a:xfrm>
            <a:custGeom>
              <a:avLst/>
              <a:gdLst/>
              <a:ahLst/>
              <a:cxnLst/>
              <a:rect l="l" t="t" r="r" b="b"/>
              <a:pathLst>
                <a:path w="228600" h="34290">
                  <a:moveTo>
                    <a:pt x="228600" y="34290"/>
                  </a:moveTo>
                  <a:lnTo>
                    <a:pt x="228600" y="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2324405" y="2624328"/>
              <a:ext cx="0" cy="102870"/>
            </a:xfrm>
            <a:custGeom>
              <a:avLst/>
              <a:gdLst/>
              <a:ahLst/>
              <a:cxnLst/>
              <a:rect l="l" t="t" r="r" b="b"/>
              <a:pathLst>
                <a:path w="0" h="102870">
                  <a:moveTo>
                    <a:pt x="0" y="0"/>
                  </a:moveTo>
                  <a:lnTo>
                    <a:pt x="0" y="10287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2438705" y="2635758"/>
              <a:ext cx="114300" cy="57150"/>
            </a:xfrm>
            <a:custGeom>
              <a:avLst/>
              <a:gdLst/>
              <a:ahLst/>
              <a:cxnLst/>
              <a:rect l="l" t="t" r="r" b="b"/>
              <a:pathLst>
                <a:path w="114300" h="57150">
                  <a:moveTo>
                    <a:pt x="0" y="57150"/>
                  </a:moveTo>
                  <a:lnTo>
                    <a:pt x="114300" y="57150"/>
                  </a:lnTo>
                  <a:lnTo>
                    <a:pt x="114300" y="34290"/>
                  </a:lnTo>
                  <a:lnTo>
                    <a:pt x="113603" y="27379"/>
                  </a:lnTo>
                  <a:lnTo>
                    <a:pt x="111605" y="20942"/>
                  </a:lnTo>
                  <a:lnTo>
                    <a:pt x="108444" y="15117"/>
                  </a:lnTo>
                  <a:lnTo>
                    <a:pt x="104257" y="10043"/>
                  </a:lnTo>
                  <a:lnTo>
                    <a:pt x="99182" y="5856"/>
                  </a:lnTo>
                  <a:lnTo>
                    <a:pt x="93358" y="2694"/>
                  </a:lnTo>
                  <a:lnTo>
                    <a:pt x="86921" y="697"/>
                  </a:lnTo>
                  <a:lnTo>
                    <a:pt x="80010" y="0"/>
                  </a:lnTo>
                  <a:lnTo>
                    <a:pt x="0" y="0"/>
                  </a:lnTo>
                  <a:lnTo>
                    <a:pt x="0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225582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住宿</a:t>
            </a:r>
          </a:p>
        </p:txBody>
      </p:sp>
      <p:grpSp>
        <p:nvGrpSpPr>
          <p:cNvPr id="62" name="图标 tools_kitchen_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3" name="Freeform 62"/>
            <p:cNvSpPr/>
            <p:nvPr/>
          </p:nvSpPr>
          <p:spPr>
            <a:xfrm>
              <a:off x="3558845" y="2567178"/>
              <a:ext cx="57150" cy="137160"/>
            </a:xfrm>
            <a:custGeom>
              <a:avLst/>
              <a:gdLst/>
              <a:ahLst/>
              <a:cxnLst/>
              <a:rect l="l" t="t" r="r" b="b"/>
              <a:pathLst>
                <a:path w="57150" h="137160">
                  <a:moveTo>
                    <a:pt x="57150" y="0"/>
                  </a:moveTo>
                  <a:lnTo>
                    <a:pt x="57150" y="137160"/>
                  </a:lnTo>
                  <a:lnTo>
                    <a:pt x="0" y="137160"/>
                  </a:lnTo>
                  <a:lnTo>
                    <a:pt x="122" y="121340"/>
                  </a:lnTo>
                  <a:lnTo>
                    <a:pt x="1078" y="105363"/>
                  </a:lnTo>
                  <a:lnTo>
                    <a:pt x="3453" y="89117"/>
                  </a:lnTo>
                  <a:lnTo>
                    <a:pt x="7834" y="72493"/>
                  </a:lnTo>
                  <a:lnTo>
                    <a:pt x="14807" y="55380"/>
                  </a:lnTo>
                  <a:lnTo>
                    <a:pt x="24960" y="37667"/>
                  </a:lnTo>
                  <a:lnTo>
                    <a:pt x="38879" y="19244"/>
                  </a:lnTo>
                  <a:lnTo>
                    <a:pt x="5715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3604565" y="2704338"/>
              <a:ext cx="11430" cy="68580"/>
            </a:xfrm>
            <a:custGeom>
              <a:avLst/>
              <a:gdLst/>
              <a:ahLst/>
              <a:cxnLst/>
              <a:rect l="l" t="t" r="r" b="b"/>
              <a:pathLst>
                <a:path w="11430" h="68580">
                  <a:moveTo>
                    <a:pt x="11430" y="0"/>
                  </a:moveTo>
                  <a:lnTo>
                    <a:pt x="11430" y="68580"/>
                  </a:lnTo>
                  <a:lnTo>
                    <a:pt x="0" y="68580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3490265" y="2578608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431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3455975" y="2578608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0" y="0"/>
                  </a:moveTo>
                  <a:lnTo>
                    <a:pt x="0" y="34290"/>
                  </a:lnTo>
                  <a:lnTo>
                    <a:pt x="696" y="41201"/>
                  </a:lnTo>
                  <a:lnTo>
                    <a:pt x="2694" y="47638"/>
                  </a:lnTo>
                  <a:lnTo>
                    <a:pt x="5856" y="53463"/>
                  </a:lnTo>
                  <a:lnTo>
                    <a:pt x="10042" y="58537"/>
                  </a:lnTo>
                  <a:lnTo>
                    <a:pt x="15117" y="62724"/>
                  </a:lnTo>
                  <a:lnTo>
                    <a:pt x="20942" y="65886"/>
                  </a:lnTo>
                  <a:lnTo>
                    <a:pt x="27379" y="67883"/>
                  </a:lnTo>
                  <a:lnTo>
                    <a:pt x="34290" y="68580"/>
                  </a:lnTo>
                  <a:lnTo>
                    <a:pt x="41201" y="67883"/>
                  </a:lnTo>
                  <a:lnTo>
                    <a:pt x="47638" y="65886"/>
                  </a:lnTo>
                  <a:lnTo>
                    <a:pt x="53462" y="62724"/>
                  </a:lnTo>
                  <a:lnTo>
                    <a:pt x="58537" y="58537"/>
                  </a:lnTo>
                  <a:lnTo>
                    <a:pt x="62724" y="53463"/>
                  </a:lnTo>
                  <a:lnTo>
                    <a:pt x="65885" y="47638"/>
                  </a:lnTo>
                  <a:lnTo>
                    <a:pt x="67883" y="41201"/>
                  </a:lnTo>
                  <a:lnTo>
                    <a:pt x="68580" y="34290"/>
                  </a:ln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35310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餐食</a:t>
            </a:r>
          </a:p>
        </p:txBody>
      </p:sp>
      <p:grpSp>
        <p:nvGrpSpPr>
          <p:cNvPr id="68" name="图标 cu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9" name="Freeform 68"/>
            <p:cNvSpPr/>
            <p:nvPr/>
          </p:nvSpPr>
          <p:spPr>
            <a:xfrm>
              <a:off x="4553255" y="2624328"/>
              <a:ext cx="160020" cy="34290"/>
            </a:xfrm>
            <a:custGeom>
              <a:avLst/>
              <a:gdLst/>
              <a:ahLst/>
              <a:cxnLst/>
              <a:rect l="l" t="t" r="r" b="b"/>
              <a:pathLst>
                <a:path w="160020" h="34290">
                  <a:moveTo>
                    <a:pt x="0" y="34290"/>
                  </a:moveTo>
                  <a:lnTo>
                    <a:pt x="160020" y="34290"/>
                  </a:lnTo>
                  <a:lnTo>
                    <a:pt x="160020" y="0"/>
                  </a:lnTo>
                  <a:lnTo>
                    <a:pt x="0" y="0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4570400" y="2658618"/>
              <a:ext cx="125730" cy="114300"/>
            </a:xfrm>
            <a:custGeom>
              <a:avLst/>
              <a:gdLst/>
              <a:ahLst/>
              <a:cxnLst/>
              <a:rect l="l" t="t" r="r" b="b"/>
              <a:pathLst>
                <a:path w="125730" h="114300">
                  <a:moveTo>
                    <a:pt x="125730" y="0"/>
                  </a:moveTo>
                  <a:lnTo>
                    <a:pt x="108585" y="114300"/>
                  </a:lnTo>
                  <a:lnTo>
                    <a:pt x="17145" y="11430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4564685" y="2590038"/>
              <a:ext cx="137160" cy="34290"/>
            </a:xfrm>
            <a:custGeom>
              <a:avLst/>
              <a:gdLst/>
              <a:ahLst/>
              <a:cxnLst/>
              <a:rect l="l" t="t" r="r" b="b"/>
              <a:pathLst>
                <a:path w="137160" h="34290">
                  <a:moveTo>
                    <a:pt x="0" y="34290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114300" y="0"/>
                  </a:lnTo>
                  <a:lnTo>
                    <a:pt x="118908" y="464"/>
                  </a:lnTo>
                  <a:lnTo>
                    <a:pt x="123200" y="1796"/>
                  </a:lnTo>
                  <a:lnTo>
                    <a:pt x="127083" y="3903"/>
                  </a:lnTo>
                  <a:lnTo>
                    <a:pt x="130466" y="6694"/>
                  </a:lnTo>
                  <a:lnTo>
                    <a:pt x="133257" y="10077"/>
                  </a:lnTo>
                  <a:lnTo>
                    <a:pt x="135364" y="13960"/>
                  </a:lnTo>
                  <a:lnTo>
                    <a:pt x="136696" y="18251"/>
                  </a:lnTo>
                  <a:lnTo>
                    <a:pt x="137160" y="22860"/>
                  </a:lnTo>
                  <a:lnTo>
                    <a:pt x="13716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4667555" y="2567178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2286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445038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茶歇、休息</a:t>
            </a:r>
          </a:p>
        </p:txBody>
      </p:sp>
      <p:grpSp>
        <p:nvGrpSpPr>
          <p:cNvPr id="74" name="图标 building_arch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" name="Freeform 74"/>
            <p:cNvSpPr/>
            <p:nvPr/>
          </p:nvSpPr>
          <p:spPr>
            <a:xfrm>
              <a:off x="5627675" y="2772918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7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5639105" y="2578608"/>
              <a:ext cx="182880" cy="194310"/>
            </a:xfrm>
            <a:custGeom>
              <a:avLst/>
              <a:gdLst/>
              <a:ahLst/>
              <a:cxnLst/>
              <a:rect l="l" t="t" r="r" b="b"/>
              <a:pathLst>
                <a:path w="182880" h="194310">
                  <a:moveTo>
                    <a:pt x="0" y="194310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160020" y="0"/>
                  </a:lnTo>
                  <a:lnTo>
                    <a:pt x="164628" y="464"/>
                  </a:lnTo>
                  <a:lnTo>
                    <a:pt x="168920" y="1796"/>
                  </a:lnTo>
                  <a:lnTo>
                    <a:pt x="172803" y="3903"/>
                  </a:lnTo>
                  <a:lnTo>
                    <a:pt x="176186" y="6694"/>
                  </a:lnTo>
                  <a:lnTo>
                    <a:pt x="178977" y="10077"/>
                  </a:lnTo>
                  <a:lnTo>
                    <a:pt x="181084" y="13960"/>
                  </a:lnTo>
                  <a:lnTo>
                    <a:pt x="182416" y="18251"/>
                  </a:lnTo>
                  <a:lnTo>
                    <a:pt x="182880" y="22860"/>
                  </a:lnTo>
                  <a:lnTo>
                    <a:pt x="182880" y="19431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5696255" y="2647188"/>
              <a:ext cx="68580" cy="125730"/>
            </a:xfrm>
            <a:custGeom>
              <a:avLst/>
              <a:gdLst/>
              <a:ahLst/>
              <a:cxnLst/>
              <a:rect l="l" t="t" r="r" b="b"/>
              <a:pathLst>
                <a:path w="68580" h="125730">
                  <a:moveTo>
                    <a:pt x="0" y="125730"/>
                  </a:moveTo>
                  <a:lnTo>
                    <a:pt x="0" y="34290"/>
                  </a:lnTo>
                  <a:lnTo>
                    <a:pt x="696" y="27379"/>
                  </a:lnTo>
                  <a:lnTo>
                    <a:pt x="2694" y="20942"/>
                  </a:lnTo>
                  <a:lnTo>
                    <a:pt x="5856" y="15117"/>
                  </a:lnTo>
                  <a:lnTo>
                    <a:pt x="10042" y="10043"/>
                  </a:lnTo>
                  <a:lnTo>
                    <a:pt x="15117" y="5856"/>
                  </a:lnTo>
                  <a:lnTo>
                    <a:pt x="20942" y="2694"/>
                  </a:lnTo>
                  <a:lnTo>
                    <a:pt x="27379" y="697"/>
                  </a:lnTo>
                  <a:lnTo>
                    <a:pt x="34290" y="0"/>
                  </a:lnTo>
                  <a:lnTo>
                    <a:pt x="41201" y="697"/>
                  </a:lnTo>
                  <a:lnTo>
                    <a:pt x="47638" y="2694"/>
                  </a:lnTo>
                  <a:lnTo>
                    <a:pt x="53462" y="5856"/>
                  </a:lnTo>
                  <a:lnTo>
                    <a:pt x="58537" y="10043"/>
                  </a:lnTo>
                  <a:lnTo>
                    <a:pt x="62724" y="15117"/>
                  </a:lnTo>
                  <a:lnTo>
                    <a:pt x="65885" y="20942"/>
                  </a:lnTo>
                  <a:lnTo>
                    <a:pt x="67883" y="27379"/>
                  </a:lnTo>
                  <a:lnTo>
                    <a:pt x="68580" y="34290"/>
                  </a:lnTo>
                  <a:lnTo>
                    <a:pt x="68580" y="1257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54766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古迹、景点</a:t>
            </a:r>
          </a:p>
        </p:txBody>
      </p:sp>
      <p:grpSp>
        <p:nvGrpSpPr>
          <p:cNvPr id="79" name="图标 ticke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0" name="Freeform 79"/>
            <p:cNvSpPr/>
            <p:nvPr/>
          </p:nvSpPr>
          <p:spPr>
            <a:xfrm>
              <a:off x="6862115" y="2590038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6862115" y="2658618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6862115" y="2727198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6724955" y="2590038"/>
              <a:ext cx="205740" cy="160020"/>
            </a:xfrm>
            <a:custGeom>
              <a:avLst/>
              <a:gdLst/>
              <a:ahLst/>
              <a:cxnLst/>
              <a:rect l="l" t="t" r="r" b="b"/>
              <a:pathLst>
                <a:path w="205740" h="160020">
                  <a:moveTo>
                    <a:pt x="22860" y="0"/>
                  </a:moveTo>
                  <a:lnTo>
                    <a:pt x="182880" y="0"/>
                  </a:lnTo>
                  <a:lnTo>
                    <a:pt x="187488" y="464"/>
                  </a:lnTo>
                  <a:lnTo>
                    <a:pt x="191780" y="1796"/>
                  </a:lnTo>
                  <a:lnTo>
                    <a:pt x="195663" y="3903"/>
                  </a:lnTo>
                  <a:lnTo>
                    <a:pt x="199046" y="6694"/>
                  </a:lnTo>
                  <a:lnTo>
                    <a:pt x="201837" y="10077"/>
                  </a:lnTo>
                  <a:lnTo>
                    <a:pt x="203944" y="13960"/>
                  </a:lnTo>
                  <a:lnTo>
                    <a:pt x="205276" y="18251"/>
                  </a:lnTo>
                  <a:lnTo>
                    <a:pt x="205740" y="22860"/>
                  </a:lnTo>
                  <a:lnTo>
                    <a:pt x="205740" y="57150"/>
                  </a:lnTo>
                  <a:lnTo>
                    <a:pt x="201131" y="57614"/>
                  </a:lnTo>
                  <a:lnTo>
                    <a:pt x="196840" y="58946"/>
                  </a:lnTo>
                  <a:lnTo>
                    <a:pt x="192956" y="61053"/>
                  </a:lnTo>
                  <a:lnTo>
                    <a:pt x="189573" y="63844"/>
                  </a:lnTo>
                  <a:lnTo>
                    <a:pt x="186783" y="67227"/>
                  </a:lnTo>
                  <a:lnTo>
                    <a:pt x="184676" y="71110"/>
                  </a:lnTo>
                  <a:lnTo>
                    <a:pt x="183344" y="75401"/>
                  </a:lnTo>
                  <a:lnTo>
                    <a:pt x="182880" y="80010"/>
                  </a:lnTo>
                  <a:lnTo>
                    <a:pt x="183344" y="84619"/>
                  </a:lnTo>
                  <a:lnTo>
                    <a:pt x="184676" y="88910"/>
                  </a:lnTo>
                  <a:lnTo>
                    <a:pt x="186783" y="92793"/>
                  </a:lnTo>
                  <a:lnTo>
                    <a:pt x="189573" y="96176"/>
                  </a:lnTo>
                  <a:lnTo>
                    <a:pt x="192956" y="98967"/>
                  </a:lnTo>
                  <a:lnTo>
                    <a:pt x="196840" y="101074"/>
                  </a:lnTo>
                  <a:lnTo>
                    <a:pt x="201131" y="102406"/>
                  </a:lnTo>
                  <a:lnTo>
                    <a:pt x="205740" y="102870"/>
                  </a:lnTo>
                  <a:lnTo>
                    <a:pt x="205740" y="137160"/>
                  </a:lnTo>
                  <a:lnTo>
                    <a:pt x="205276" y="141769"/>
                  </a:lnTo>
                  <a:lnTo>
                    <a:pt x="203944" y="146060"/>
                  </a:lnTo>
                  <a:lnTo>
                    <a:pt x="201837" y="149943"/>
                  </a:lnTo>
                  <a:lnTo>
                    <a:pt x="199046" y="153326"/>
                  </a:lnTo>
                  <a:lnTo>
                    <a:pt x="195663" y="156117"/>
                  </a:lnTo>
                  <a:lnTo>
                    <a:pt x="191780" y="158224"/>
                  </a:lnTo>
                  <a:lnTo>
                    <a:pt x="187488" y="159556"/>
                  </a:lnTo>
                  <a:lnTo>
                    <a:pt x="182880" y="160020"/>
                  </a:lnTo>
                  <a:lnTo>
                    <a:pt x="22860" y="160020"/>
                  </a:lnTo>
                  <a:lnTo>
                    <a:pt x="18251" y="159556"/>
                  </a:lnTo>
                  <a:lnTo>
                    <a:pt x="13960" y="158224"/>
                  </a:lnTo>
                  <a:lnTo>
                    <a:pt x="10076" y="156117"/>
                  </a:lnTo>
                  <a:lnTo>
                    <a:pt x="6693" y="153326"/>
                  </a:lnTo>
                  <a:lnTo>
                    <a:pt x="3903" y="149943"/>
                  </a:lnTo>
                  <a:lnTo>
                    <a:pt x="1796" y="146060"/>
                  </a:lnTo>
                  <a:lnTo>
                    <a:pt x="464" y="141769"/>
                  </a:lnTo>
                  <a:lnTo>
                    <a:pt x="0" y="137160"/>
                  </a:lnTo>
                  <a:lnTo>
                    <a:pt x="0" y="102870"/>
                  </a:lnTo>
                  <a:lnTo>
                    <a:pt x="4608" y="102406"/>
                  </a:lnTo>
                  <a:lnTo>
                    <a:pt x="8900" y="101074"/>
                  </a:lnTo>
                  <a:lnTo>
                    <a:pt x="12783" y="98967"/>
                  </a:lnTo>
                  <a:lnTo>
                    <a:pt x="16166" y="96176"/>
                  </a:lnTo>
                  <a:lnTo>
                    <a:pt x="18957" y="92793"/>
                  </a:lnTo>
                  <a:lnTo>
                    <a:pt x="21064" y="88910"/>
                  </a:lnTo>
                  <a:lnTo>
                    <a:pt x="22396" y="84619"/>
                  </a:lnTo>
                  <a:lnTo>
                    <a:pt x="22860" y="80010"/>
                  </a:lnTo>
                  <a:lnTo>
                    <a:pt x="22396" y="75401"/>
                  </a:lnTo>
                  <a:lnTo>
                    <a:pt x="21064" y="71110"/>
                  </a:lnTo>
                  <a:lnTo>
                    <a:pt x="18957" y="67227"/>
                  </a:lnTo>
                  <a:lnTo>
                    <a:pt x="16166" y="63844"/>
                  </a:lnTo>
                  <a:lnTo>
                    <a:pt x="12783" y="61053"/>
                  </a:lnTo>
                  <a:lnTo>
                    <a:pt x="8900" y="58946"/>
                  </a:lnTo>
                  <a:lnTo>
                    <a:pt x="4608" y="57614"/>
                  </a:lnTo>
                  <a:lnTo>
                    <a:pt x="0" y="57150"/>
                  </a:ln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4" name="TextBox 83"/>
          <p:cNvSpPr txBox="1"/>
          <p:nvPr/>
        </p:nvSpPr>
        <p:spPr>
          <a:xfrm>
            <a:off x="664494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门票</a:t>
            </a:r>
          </a:p>
        </p:txBody>
      </p:sp>
      <p:grpSp>
        <p:nvGrpSpPr>
          <p:cNvPr id="85" name="图标 camera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6" name="Freeform 85"/>
            <p:cNvSpPr/>
            <p:nvPr/>
          </p:nvSpPr>
          <p:spPr>
            <a:xfrm>
              <a:off x="7822235" y="2578608"/>
              <a:ext cx="205740" cy="182880"/>
            </a:xfrm>
            <a:custGeom>
              <a:avLst/>
              <a:gdLst/>
              <a:ahLst/>
              <a:cxnLst/>
              <a:rect l="l" t="t" r="r" b="b"/>
              <a:pathLst>
                <a:path w="205740" h="182880">
                  <a:moveTo>
                    <a:pt x="22860" y="34290"/>
                  </a:moveTo>
                  <a:lnTo>
                    <a:pt x="34290" y="34290"/>
                  </a:lnTo>
                  <a:lnTo>
                    <a:pt x="38897" y="33826"/>
                  </a:lnTo>
                  <a:lnTo>
                    <a:pt x="43188" y="32494"/>
                  </a:lnTo>
                  <a:lnTo>
                    <a:pt x="47071" y="30386"/>
                  </a:lnTo>
                  <a:lnTo>
                    <a:pt x="50454" y="27594"/>
                  </a:lnTo>
                  <a:lnTo>
                    <a:pt x="53246" y="24211"/>
                  </a:lnTo>
                  <a:lnTo>
                    <a:pt x="55353" y="20328"/>
                  </a:lnTo>
                  <a:lnTo>
                    <a:pt x="56685" y="16037"/>
                  </a:lnTo>
                  <a:lnTo>
                    <a:pt x="57150" y="11430"/>
                  </a:lnTo>
                  <a:lnTo>
                    <a:pt x="57382" y="9126"/>
                  </a:lnTo>
                  <a:lnTo>
                    <a:pt x="58048" y="6981"/>
                  </a:lnTo>
                  <a:lnTo>
                    <a:pt x="59102" y="5039"/>
                  </a:lnTo>
                  <a:lnTo>
                    <a:pt x="60498" y="3348"/>
                  </a:lnTo>
                  <a:lnTo>
                    <a:pt x="62189" y="1952"/>
                  </a:lnTo>
                  <a:lnTo>
                    <a:pt x="64131" y="898"/>
                  </a:lnTo>
                  <a:lnTo>
                    <a:pt x="66276" y="232"/>
                  </a:lnTo>
                  <a:lnTo>
                    <a:pt x="68580" y="0"/>
                  </a:lnTo>
                  <a:lnTo>
                    <a:pt x="137160" y="0"/>
                  </a:lnTo>
                  <a:lnTo>
                    <a:pt x="139463" y="232"/>
                  </a:lnTo>
                  <a:lnTo>
                    <a:pt x="141609" y="898"/>
                  </a:lnTo>
                  <a:lnTo>
                    <a:pt x="143550" y="1952"/>
                  </a:lnTo>
                  <a:lnTo>
                    <a:pt x="145242" y="3348"/>
                  </a:lnTo>
                  <a:lnTo>
                    <a:pt x="146638" y="5039"/>
                  </a:lnTo>
                  <a:lnTo>
                    <a:pt x="147692" y="6981"/>
                  </a:lnTo>
                  <a:lnTo>
                    <a:pt x="148358" y="9126"/>
                  </a:lnTo>
                  <a:lnTo>
                    <a:pt x="148590" y="11430"/>
                  </a:lnTo>
                  <a:lnTo>
                    <a:pt x="149054" y="16037"/>
                  </a:lnTo>
                  <a:lnTo>
                    <a:pt x="150386" y="20328"/>
                  </a:lnTo>
                  <a:lnTo>
                    <a:pt x="152494" y="24211"/>
                  </a:lnTo>
                  <a:lnTo>
                    <a:pt x="155285" y="27594"/>
                  </a:lnTo>
                  <a:lnTo>
                    <a:pt x="158669" y="30386"/>
                  </a:lnTo>
                  <a:lnTo>
                    <a:pt x="162552" y="32494"/>
                  </a:lnTo>
                  <a:lnTo>
                    <a:pt x="166843" y="33826"/>
                  </a:lnTo>
                  <a:lnTo>
                    <a:pt x="171450" y="34290"/>
                  </a:lnTo>
                  <a:lnTo>
                    <a:pt x="182880" y="34290"/>
                  </a:lnTo>
                  <a:lnTo>
                    <a:pt x="187487" y="34754"/>
                  </a:lnTo>
                  <a:lnTo>
                    <a:pt x="191778" y="36086"/>
                  </a:lnTo>
                  <a:lnTo>
                    <a:pt x="195661" y="38194"/>
                  </a:lnTo>
                  <a:lnTo>
                    <a:pt x="199044" y="40986"/>
                  </a:lnTo>
                  <a:lnTo>
                    <a:pt x="201836" y="44369"/>
                  </a:lnTo>
                  <a:lnTo>
                    <a:pt x="203943" y="48252"/>
                  </a:lnTo>
                  <a:lnTo>
                    <a:pt x="205275" y="52543"/>
                  </a:lnTo>
                  <a:lnTo>
                    <a:pt x="205740" y="57150"/>
                  </a:lnTo>
                  <a:lnTo>
                    <a:pt x="205740" y="160020"/>
                  </a:lnTo>
                  <a:lnTo>
                    <a:pt x="205275" y="164627"/>
                  </a:lnTo>
                  <a:lnTo>
                    <a:pt x="203943" y="168918"/>
                  </a:lnTo>
                  <a:lnTo>
                    <a:pt x="201836" y="172801"/>
                  </a:lnTo>
                  <a:lnTo>
                    <a:pt x="199044" y="176184"/>
                  </a:lnTo>
                  <a:lnTo>
                    <a:pt x="195661" y="178976"/>
                  </a:lnTo>
                  <a:lnTo>
                    <a:pt x="191778" y="181084"/>
                  </a:lnTo>
                  <a:lnTo>
                    <a:pt x="187487" y="182416"/>
                  </a:lnTo>
                  <a:lnTo>
                    <a:pt x="182880" y="182880"/>
                  </a:lnTo>
                  <a:lnTo>
                    <a:pt x="22860" y="182880"/>
                  </a:lnTo>
                  <a:lnTo>
                    <a:pt x="18253" y="182416"/>
                  </a:lnTo>
                  <a:lnTo>
                    <a:pt x="13962" y="181084"/>
                  </a:lnTo>
                  <a:lnTo>
                    <a:pt x="10079" y="178976"/>
                  </a:lnTo>
                  <a:lnTo>
                    <a:pt x="6695" y="176184"/>
                  </a:lnTo>
                  <a:lnTo>
                    <a:pt x="3904" y="172801"/>
                  </a:lnTo>
                  <a:lnTo>
                    <a:pt x="1796" y="168918"/>
                  </a:lnTo>
                  <a:lnTo>
                    <a:pt x="464" y="164627"/>
                  </a:lnTo>
                  <a:lnTo>
                    <a:pt x="0" y="160020"/>
                  </a:lnTo>
                  <a:lnTo>
                    <a:pt x="0" y="57150"/>
                  </a:lnTo>
                  <a:lnTo>
                    <a:pt x="464" y="52543"/>
                  </a:lnTo>
                  <a:lnTo>
                    <a:pt x="1796" y="48252"/>
                  </a:lnTo>
                  <a:lnTo>
                    <a:pt x="3904" y="44369"/>
                  </a:lnTo>
                  <a:lnTo>
                    <a:pt x="6695" y="40986"/>
                  </a:lnTo>
                  <a:lnTo>
                    <a:pt x="10079" y="38194"/>
                  </a:lnTo>
                  <a:lnTo>
                    <a:pt x="13962" y="36086"/>
                  </a:lnTo>
                  <a:lnTo>
                    <a:pt x="18253" y="34754"/>
                  </a:lnTo>
                  <a:lnTo>
                    <a:pt x="2286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7890815" y="2647188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0" y="34290"/>
                  </a:moveTo>
                  <a:lnTo>
                    <a:pt x="696" y="41201"/>
                  </a:lnTo>
                  <a:lnTo>
                    <a:pt x="2694" y="47637"/>
                  </a:lnTo>
                  <a:lnTo>
                    <a:pt x="5856" y="53462"/>
                  </a:lnTo>
                  <a:lnTo>
                    <a:pt x="10043" y="58537"/>
                  </a:lnTo>
                  <a:lnTo>
                    <a:pt x="15118" y="62724"/>
                  </a:lnTo>
                  <a:lnTo>
                    <a:pt x="20943" y="65885"/>
                  </a:lnTo>
                  <a:lnTo>
                    <a:pt x="27379" y="67883"/>
                  </a:lnTo>
                  <a:lnTo>
                    <a:pt x="34290" y="68580"/>
                  </a:lnTo>
                  <a:lnTo>
                    <a:pt x="41200" y="67883"/>
                  </a:lnTo>
                  <a:lnTo>
                    <a:pt x="47637" y="65885"/>
                  </a:lnTo>
                  <a:lnTo>
                    <a:pt x="53462" y="62724"/>
                  </a:lnTo>
                  <a:lnTo>
                    <a:pt x="58536" y="58537"/>
                  </a:lnTo>
                  <a:lnTo>
                    <a:pt x="62724" y="53462"/>
                  </a:lnTo>
                  <a:lnTo>
                    <a:pt x="65885" y="47637"/>
                  </a:lnTo>
                  <a:lnTo>
                    <a:pt x="67883" y="41201"/>
                  </a:lnTo>
                  <a:lnTo>
                    <a:pt x="68580" y="34290"/>
                  </a:lnTo>
                  <a:lnTo>
                    <a:pt x="67883" y="27379"/>
                  </a:lnTo>
                  <a:lnTo>
                    <a:pt x="65885" y="20943"/>
                  </a:lnTo>
                  <a:lnTo>
                    <a:pt x="62724" y="15118"/>
                  </a:lnTo>
                  <a:lnTo>
                    <a:pt x="58536" y="10043"/>
                  </a:lnTo>
                  <a:lnTo>
                    <a:pt x="53462" y="5856"/>
                  </a:lnTo>
                  <a:lnTo>
                    <a:pt x="47637" y="2695"/>
                  </a:lnTo>
                  <a:lnTo>
                    <a:pt x="41200" y="697"/>
                  </a:lnTo>
                  <a:lnTo>
                    <a:pt x="34290" y="0"/>
                  </a:lnTo>
                  <a:lnTo>
                    <a:pt x="27379" y="697"/>
                  </a:lnTo>
                  <a:lnTo>
                    <a:pt x="20943" y="2695"/>
                  </a:lnTo>
                  <a:lnTo>
                    <a:pt x="15118" y="5856"/>
                  </a:lnTo>
                  <a:lnTo>
                    <a:pt x="10043" y="10043"/>
                  </a:lnTo>
                  <a:lnTo>
                    <a:pt x="5856" y="15118"/>
                  </a:lnTo>
                  <a:lnTo>
                    <a:pt x="2694" y="20943"/>
                  </a:lnTo>
                  <a:lnTo>
                    <a:pt x="696" y="27379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774222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照片</a:t>
            </a:r>
          </a:p>
        </p:txBody>
      </p:sp>
      <p:grpSp>
        <p:nvGrpSpPr>
          <p:cNvPr id="89" name="图标 mountai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90" name="Freeform 89"/>
            <p:cNvSpPr/>
            <p:nvPr/>
          </p:nvSpPr>
          <p:spPr>
            <a:xfrm>
              <a:off x="8919515" y="2579431"/>
              <a:ext cx="205740" cy="182057"/>
            </a:xfrm>
            <a:custGeom>
              <a:avLst/>
              <a:gdLst/>
              <a:ahLst/>
              <a:cxnLst/>
              <a:rect l="l" t="t" r="r" b="b"/>
              <a:pathLst>
                <a:path w="205740" h="182057">
                  <a:moveTo>
                    <a:pt x="0" y="182057"/>
                  </a:moveTo>
                  <a:lnTo>
                    <a:pt x="205740" y="182057"/>
                  </a:lnTo>
                  <a:lnTo>
                    <a:pt x="126633" y="15042"/>
                  </a:lnTo>
                  <a:lnTo>
                    <a:pt x="124781" y="11757"/>
                  </a:lnTo>
                  <a:lnTo>
                    <a:pt x="122516" y="8815"/>
                  </a:lnTo>
                  <a:lnTo>
                    <a:pt x="119885" y="6244"/>
                  </a:lnTo>
                  <a:lnTo>
                    <a:pt x="116933" y="4075"/>
                  </a:lnTo>
                  <a:lnTo>
                    <a:pt x="113709" y="2336"/>
                  </a:lnTo>
                  <a:lnTo>
                    <a:pt x="110259" y="1058"/>
                  </a:lnTo>
                  <a:lnTo>
                    <a:pt x="106630" y="269"/>
                  </a:lnTo>
                  <a:lnTo>
                    <a:pt x="102870" y="0"/>
                  </a:lnTo>
                  <a:lnTo>
                    <a:pt x="99109" y="269"/>
                  </a:lnTo>
                  <a:lnTo>
                    <a:pt x="95481" y="1058"/>
                  </a:lnTo>
                  <a:lnTo>
                    <a:pt x="92031" y="2336"/>
                  </a:lnTo>
                  <a:lnTo>
                    <a:pt x="88807" y="4075"/>
                  </a:lnTo>
                  <a:lnTo>
                    <a:pt x="85855" y="6244"/>
                  </a:lnTo>
                  <a:lnTo>
                    <a:pt x="83223" y="8815"/>
                  </a:lnTo>
                  <a:lnTo>
                    <a:pt x="80958" y="11757"/>
                  </a:lnTo>
                  <a:lnTo>
                    <a:pt x="79107" y="15042"/>
                  </a:lnTo>
                  <a:lnTo>
                    <a:pt x="0" y="182057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8970950" y="2658618"/>
              <a:ext cx="102870" cy="34290"/>
            </a:xfrm>
            <a:custGeom>
              <a:avLst/>
              <a:gdLst/>
              <a:ahLst/>
              <a:cxnLst/>
              <a:rect l="l" t="t" r="r" b="b"/>
              <a:pathLst>
                <a:path w="102870" h="34290">
                  <a:moveTo>
                    <a:pt x="0" y="0"/>
                  </a:moveTo>
                  <a:lnTo>
                    <a:pt x="22860" y="28575"/>
                  </a:lnTo>
                  <a:lnTo>
                    <a:pt x="51435" y="0"/>
                  </a:lnTo>
                  <a:lnTo>
                    <a:pt x="74295" y="34290"/>
                  </a:lnTo>
                  <a:lnTo>
                    <a:pt x="10287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2" name="TextBox 91"/>
          <p:cNvSpPr txBox="1"/>
          <p:nvPr/>
        </p:nvSpPr>
        <p:spPr>
          <a:xfrm>
            <a:off x="883950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山地</a:t>
            </a:r>
          </a:p>
        </p:txBody>
      </p:sp>
      <p:grpSp>
        <p:nvGrpSpPr>
          <p:cNvPr id="93" name="图标 beach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94" name="Freeform 93"/>
            <p:cNvSpPr/>
            <p:nvPr/>
          </p:nvSpPr>
          <p:spPr>
            <a:xfrm>
              <a:off x="10061909" y="2699232"/>
              <a:ext cx="121227" cy="25108"/>
            </a:xfrm>
            <a:custGeom>
              <a:avLst/>
              <a:gdLst/>
              <a:ahLst/>
              <a:cxnLst/>
              <a:rect l="l" t="t" r="r" b="b"/>
              <a:pathLst>
                <a:path w="121227" h="25108">
                  <a:moveTo>
                    <a:pt x="121227" y="25108"/>
                  </a:moveTo>
                  <a:lnTo>
                    <a:pt x="107779" y="14123"/>
                  </a:lnTo>
                  <a:lnTo>
                    <a:pt x="92869" y="6277"/>
                  </a:lnTo>
                  <a:lnTo>
                    <a:pt x="76985" y="1569"/>
                  </a:lnTo>
                  <a:lnTo>
                    <a:pt x="60613" y="0"/>
                  </a:lnTo>
                  <a:lnTo>
                    <a:pt x="44242" y="1569"/>
                  </a:lnTo>
                  <a:lnTo>
                    <a:pt x="28357" y="6277"/>
                  </a:lnTo>
                  <a:lnTo>
                    <a:pt x="13448" y="14123"/>
                  </a:lnTo>
                  <a:lnTo>
                    <a:pt x="0" y="25108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094565" y="2567337"/>
              <a:ext cx="127811" cy="102711"/>
            </a:xfrm>
            <a:custGeom>
              <a:avLst/>
              <a:gdLst/>
              <a:ahLst/>
              <a:cxnLst/>
              <a:rect l="l" t="t" r="r" b="b"/>
              <a:pathLst>
                <a:path w="127811" h="102711">
                  <a:moveTo>
                    <a:pt x="93680" y="9031"/>
                  </a:moveTo>
                  <a:lnTo>
                    <a:pt x="81013" y="3326"/>
                  </a:lnTo>
                  <a:lnTo>
                    <a:pt x="67866" y="349"/>
                  </a:lnTo>
                  <a:lnTo>
                    <a:pt x="54617" y="0"/>
                  </a:lnTo>
                  <a:lnTo>
                    <a:pt x="41640" y="2177"/>
                  </a:lnTo>
                  <a:lnTo>
                    <a:pt x="29314" y="6779"/>
                  </a:lnTo>
                  <a:lnTo>
                    <a:pt x="18014" y="13706"/>
                  </a:lnTo>
                  <a:lnTo>
                    <a:pt x="8117" y="22857"/>
                  </a:lnTo>
                  <a:lnTo>
                    <a:pt x="0" y="34131"/>
                  </a:lnTo>
                  <a:lnTo>
                    <a:pt x="118780" y="102711"/>
                  </a:lnTo>
                  <a:lnTo>
                    <a:pt x="124485" y="90044"/>
                  </a:lnTo>
                  <a:lnTo>
                    <a:pt x="127461" y="76898"/>
                  </a:lnTo>
                  <a:lnTo>
                    <a:pt x="127811" y="63648"/>
                  </a:lnTo>
                  <a:lnTo>
                    <a:pt x="125634" y="50672"/>
                  </a:lnTo>
                  <a:lnTo>
                    <a:pt x="121031" y="38345"/>
                  </a:lnTo>
                  <a:lnTo>
                    <a:pt x="114104" y="27045"/>
                  </a:lnTo>
                  <a:lnTo>
                    <a:pt x="104954" y="17148"/>
                  </a:lnTo>
                  <a:lnTo>
                    <a:pt x="93680" y="903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134158" y="2575272"/>
              <a:ext cx="59305" cy="71916"/>
            </a:xfrm>
            <a:custGeom>
              <a:avLst/>
              <a:gdLst/>
              <a:ahLst/>
              <a:cxnLst/>
              <a:rect l="l" t="t" r="r" b="b"/>
              <a:pathLst>
                <a:path w="59305" h="71916">
                  <a:moveTo>
                    <a:pt x="39594" y="71916"/>
                  </a:moveTo>
                  <a:lnTo>
                    <a:pt x="46106" y="59713"/>
                  </a:lnTo>
                  <a:lnTo>
                    <a:pt x="51391" y="47898"/>
                  </a:lnTo>
                  <a:lnTo>
                    <a:pt x="55392" y="36756"/>
                  </a:lnTo>
                  <a:lnTo>
                    <a:pt x="58049" y="26570"/>
                  </a:lnTo>
                  <a:lnTo>
                    <a:pt x="59305" y="17627"/>
                  </a:lnTo>
                  <a:lnTo>
                    <a:pt x="59102" y="10210"/>
                  </a:lnTo>
                  <a:lnTo>
                    <a:pt x="57382" y="4605"/>
                  </a:lnTo>
                  <a:lnTo>
                    <a:pt x="54087" y="1096"/>
                  </a:lnTo>
                  <a:lnTo>
                    <a:pt x="49399" y="0"/>
                  </a:lnTo>
                  <a:lnTo>
                    <a:pt x="43684" y="1315"/>
                  </a:lnTo>
                  <a:lnTo>
                    <a:pt x="37160" y="4848"/>
                  </a:lnTo>
                  <a:lnTo>
                    <a:pt x="30044" y="10408"/>
                  </a:lnTo>
                  <a:lnTo>
                    <a:pt x="22552" y="17802"/>
                  </a:lnTo>
                  <a:lnTo>
                    <a:pt x="14903" y="26836"/>
                  </a:lnTo>
                  <a:lnTo>
                    <a:pt x="7313" y="37318"/>
                  </a:lnTo>
                  <a:lnTo>
                    <a:pt x="0" y="49056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119665" y="2635758"/>
              <a:ext cx="34290" cy="59390"/>
            </a:xfrm>
            <a:custGeom>
              <a:avLst/>
              <a:gdLst/>
              <a:ahLst/>
              <a:cxnLst/>
              <a:rect l="l" t="t" r="r" b="b"/>
              <a:pathLst>
                <a:path w="34290" h="59390">
                  <a:moveTo>
                    <a:pt x="34290" y="0"/>
                  </a:moveTo>
                  <a:lnTo>
                    <a:pt x="0" y="593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016795" y="2750058"/>
              <a:ext cx="205740" cy="22860"/>
            </a:xfrm>
            <a:custGeom>
              <a:avLst/>
              <a:gdLst/>
              <a:ahLst/>
              <a:cxnLst/>
              <a:rect l="l" t="t" r="r" b="b"/>
              <a:pathLst>
                <a:path w="205740" h="22860">
                  <a:moveTo>
                    <a:pt x="0" y="2857"/>
                  </a:moveTo>
                  <a:lnTo>
                    <a:pt x="1348" y="2231"/>
                  </a:lnTo>
                  <a:lnTo>
                    <a:pt x="2726" y="1680"/>
                  </a:lnTo>
                  <a:lnTo>
                    <a:pt x="4130" y="1205"/>
                  </a:lnTo>
                  <a:lnTo>
                    <a:pt x="5556" y="807"/>
                  </a:lnTo>
                  <a:lnTo>
                    <a:pt x="7003" y="487"/>
                  </a:lnTo>
                  <a:lnTo>
                    <a:pt x="8466" y="246"/>
                  </a:lnTo>
                  <a:lnTo>
                    <a:pt x="9942" y="83"/>
                  </a:lnTo>
                  <a:lnTo>
                    <a:pt x="11430" y="0"/>
                  </a:lnTo>
                  <a:lnTo>
                    <a:pt x="14792" y="134"/>
                  </a:lnTo>
                  <a:lnTo>
                    <a:pt x="18075" y="670"/>
                  </a:lnTo>
                  <a:lnTo>
                    <a:pt x="21247" y="1593"/>
                  </a:lnTo>
                  <a:lnTo>
                    <a:pt x="24274" y="2886"/>
                  </a:lnTo>
                  <a:lnTo>
                    <a:pt x="27125" y="4532"/>
                  </a:lnTo>
                  <a:lnTo>
                    <a:pt x="29766" y="6516"/>
                  </a:lnTo>
                  <a:lnTo>
                    <a:pt x="32166" y="8821"/>
                  </a:lnTo>
                  <a:lnTo>
                    <a:pt x="34290" y="11430"/>
                  </a:lnTo>
                  <a:lnTo>
                    <a:pt x="36414" y="14039"/>
                  </a:lnTo>
                  <a:lnTo>
                    <a:pt x="38813" y="16344"/>
                  </a:lnTo>
                  <a:lnTo>
                    <a:pt x="41455" y="18328"/>
                  </a:lnTo>
                  <a:lnTo>
                    <a:pt x="44305" y="19974"/>
                  </a:lnTo>
                  <a:lnTo>
                    <a:pt x="47333" y="21267"/>
                  </a:lnTo>
                  <a:lnTo>
                    <a:pt x="50505" y="22190"/>
                  </a:lnTo>
                  <a:lnTo>
                    <a:pt x="53788" y="22726"/>
                  </a:lnTo>
                  <a:lnTo>
                    <a:pt x="57150" y="22860"/>
                  </a:lnTo>
                  <a:lnTo>
                    <a:pt x="60512" y="22726"/>
                  </a:lnTo>
                  <a:lnTo>
                    <a:pt x="63795" y="22190"/>
                  </a:lnTo>
                  <a:lnTo>
                    <a:pt x="66967" y="21267"/>
                  </a:lnTo>
                  <a:lnTo>
                    <a:pt x="69994" y="19974"/>
                  </a:lnTo>
                  <a:lnTo>
                    <a:pt x="72845" y="18328"/>
                  </a:lnTo>
                  <a:lnTo>
                    <a:pt x="75486" y="16344"/>
                  </a:lnTo>
                  <a:lnTo>
                    <a:pt x="77886" y="14039"/>
                  </a:lnTo>
                  <a:lnTo>
                    <a:pt x="80010" y="11430"/>
                  </a:lnTo>
                  <a:lnTo>
                    <a:pt x="82134" y="8821"/>
                  </a:lnTo>
                  <a:lnTo>
                    <a:pt x="84533" y="6516"/>
                  </a:lnTo>
                  <a:lnTo>
                    <a:pt x="87175" y="4532"/>
                  </a:lnTo>
                  <a:lnTo>
                    <a:pt x="90025" y="2886"/>
                  </a:lnTo>
                  <a:lnTo>
                    <a:pt x="93053" y="1593"/>
                  </a:lnTo>
                  <a:lnTo>
                    <a:pt x="96225" y="670"/>
                  </a:lnTo>
                  <a:lnTo>
                    <a:pt x="99508" y="134"/>
                  </a:lnTo>
                  <a:lnTo>
                    <a:pt x="102870" y="0"/>
                  </a:lnTo>
                  <a:lnTo>
                    <a:pt x="106232" y="134"/>
                  </a:lnTo>
                  <a:lnTo>
                    <a:pt x="109515" y="670"/>
                  </a:lnTo>
                  <a:lnTo>
                    <a:pt x="112687" y="1593"/>
                  </a:lnTo>
                  <a:lnTo>
                    <a:pt x="115714" y="2886"/>
                  </a:lnTo>
                  <a:lnTo>
                    <a:pt x="118565" y="4532"/>
                  </a:lnTo>
                  <a:lnTo>
                    <a:pt x="121206" y="6516"/>
                  </a:lnTo>
                  <a:lnTo>
                    <a:pt x="123606" y="8821"/>
                  </a:lnTo>
                  <a:lnTo>
                    <a:pt x="125730" y="11430"/>
                  </a:lnTo>
                  <a:lnTo>
                    <a:pt x="127854" y="14039"/>
                  </a:lnTo>
                  <a:lnTo>
                    <a:pt x="130253" y="16344"/>
                  </a:lnTo>
                  <a:lnTo>
                    <a:pt x="132895" y="18328"/>
                  </a:lnTo>
                  <a:lnTo>
                    <a:pt x="135745" y="19974"/>
                  </a:lnTo>
                  <a:lnTo>
                    <a:pt x="138773" y="21267"/>
                  </a:lnTo>
                  <a:lnTo>
                    <a:pt x="141945" y="22190"/>
                  </a:lnTo>
                  <a:lnTo>
                    <a:pt x="145228" y="22726"/>
                  </a:lnTo>
                  <a:lnTo>
                    <a:pt x="148590" y="22860"/>
                  </a:lnTo>
                  <a:lnTo>
                    <a:pt x="151952" y="22726"/>
                  </a:lnTo>
                  <a:lnTo>
                    <a:pt x="155235" y="22190"/>
                  </a:lnTo>
                  <a:lnTo>
                    <a:pt x="158407" y="21267"/>
                  </a:lnTo>
                  <a:lnTo>
                    <a:pt x="161434" y="19974"/>
                  </a:lnTo>
                  <a:lnTo>
                    <a:pt x="164285" y="18328"/>
                  </a:lnTo>
                  <a:lnTo>
                    <a:pt x="166926" y="16344"/>
                  </a:lnTo>
                  <a:lnTo>
                    <a:pt x="169326" y="14039"/>
                  </a:lnTo>
                  <a:lnTo>
                    <a:pt x="171450" y="11430"/>
                  </a:lnTo>
                  <a:lnTo>
                    <a:pt x="173574" y="8821"/>
                  </a:lnTo>
                  <a:lnTo>
                    <a:pt x="175973" y="6516"/>
                  </a:lnTo>
                  <a:lnTo>
                    <a:pt x="178615" y="4532"/>
                  </a:lnTo>
                  <a:lnTo>
                    <a:pt x="181465" y="2886"/>
                  </a:lnTo>
                  <a:lnTo>
                    <a:pt x="184493" y="1593"/>
                  </a:lnTo>
                  <a:lnTo>
                    <a:pt x="187665" y="670"/>
                  </a:lnTo>
                  <a:lnTo>
                    <a:pt x="190948" y="134"/>
                  </a:lnTo>
                  <a:lnTo>
                    <a:pt x="194310" y="0"/>
                  </a:lnTo>
                  <a:lnTo>
                    <a:pt x="195797" y="83"/>
                  </a:lnTo>
                  <a:lnTo>
                    <a:pt x="197274" y="246"/>
                  </a:lnTo>
                  <a:lnTo>
                    <a:pt x="198737" y="487"/>
                  </a:lnTo>
                  <a:lnTo>
                    <a:pt x="200183" y="807"/>
                  </a:lnTo>
                  <a:lnTo>
                    <a:pt x="201610" y="1205"/>
                  </a:lnTo>
                  <a:lnTo>
                    <a:pt x="203014" y="1680"/>
                  </a:lnTo>
                  <a:lnTo>
                    <a:pt x="204391" y="2231"/>
                  </a:lnTo>
                  <a:lnTo>
                    <a:pt x="205740" y="2857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9" name="TextBox 98"/>
          <p:cNvSpPr txBox="1"/>
          <p:nvPr/>
        </p:nvSpPr>
        <p:spPr>
          <a:xfrm>
            <a:off x="9936785" y="2862072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海岛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75665" y="32644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时间与天气</a:t>
            </a:r>
          </a:p>
        </p:txBody>
      </p:sp>
      <p:grpSp>
        <p:nvGrpSpPr>
          <p:cNvPr id="101" name="图标 calendar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2" name="Freeform 101"/>
            <p:cNvSpPr/>
            <p:nvPr/>
          </p:nvSpPr>
          <p:spPr>
            <a:xfrm>
              <a:off x="2347265" y="3248406"/>
              <a:ext cx="182880" cy="182880"/>
            </a:xfrm>
            <a:custGeom>
              <a:avLst/>
              <a:gdLst/>
              <a:ahLst/>
              <a:cxnLst/>
              <a:rect l="l" t="t" r="r" b="b"/>
              <a:pathLst>
                <a:path w="182880" h="182880">
                  <a:moveTo>
                    <a:pt x="0" y="22860"/>
                  </a:move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  <a:lnTo>
                    <a:pt x="160020" y="0"/>
                  </a:lnTo>
                  <a:lnTo>
                    <a:pt x="164627" y="464"/>
                  </a:lnTo>
                  <a:lnTo>
                    <a:pt x="168918" y="1796"/>
                  </a:lnTo>
                  <a:lnTo>
                    <a:pt x="172801" y="3904"/>
                  </a:lnTo>
                  <a:lnTo>
                    <a:pt x="176184" y="6696"/>
                  </a:lnTo>
                  <a:lnTo>
                    <a:pt x="178976" y="10079"/>
                  </a:lnTo>
                  <a:lnTo>
                    <a:pt x="181083" y="13962"/>
                  </a:lnTo>
                  <a:lnTo>
                    <a:pt x="182415" y="18253"/>
                  </a:lnTo>
                  <a:lnTo>
                    <a:pt x="182880" y="22860"/>
                  </a:lnTo>
                  <a:lnTo>
                    <a:pt x="182880" y="160020"/>
                  </a:lnTo>
                  <a:lnTo>
                    <a:pt x="182415" y="164627"/>
                  </a:lnTo>
                  <a:lnTo>
                    <a:pt x="181083" y="168918"/>
                  </a:lnTo>
                  <a:lnTo>
                    <a:pt x="178976" y="172801"/>
                  </a:lnTo>
                  <a:lnTo>
                    <a:pt x="176184" y="176184"/>
                  </a:lnTo>
                  <a:lnTo>
                    <a:pt x="172801" y="178976"/>
                  </a:lnTo>
                  <a:lnTo>
                    <a:pt x="168918" y="181084"/>
                  </a:lnTo>
                  <a:lnTo>
                    <a:pt x="164627" y="182416"/>
                  </a:lnTo>
                  <a:lnTo>
                    <a:pt x="160020" y="182880"/>
                  </a:lnTo>
                  <a:lnTo>
                    <a:pt x="22860" y="182880"/>
                  </a:lnTo>
                  <a:lnTo>
                    <a:pt x="18253" y="182416"/>
                  </a:lnTo>
                  <a:lnTo>
                    <a:pt x="13962" y="181084"/>
                  </a:lnTo>
                  <a:lnTo>
                    <a:pt x="10079" y="178976"/>
                  </a:lnTo>
                  <a:lnTo>
                    <a:pt x="6695" y="176184"/>
                  </a:lnTo>
                  <a:lnTo>
                    <a:pt x="3904" y="172801"/>
                  </a:lnTo>
                  <a:lnTo>
                    <a:pt x="1796" y="168918"/>
                  </a:lnTo>
                  <a:lnTo>
                    <a:pt x="464" y="164627"/>
                  </a:lnTo>
                  <a:lnTo>
                    <a:pt x="0" y="160020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2484425" y="3225546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2392985" y="3225546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2347265" y="3316986"/>
              <a:ext cx="182880" cy="0"/>
            </a:xfrm>
            <a:custGeom>
              <a:avLst/>
              <a:gdLst/>
              <a:ahLst/>
              <a:cxnLst/>
              <a:rect l="l" t="t" r="r" b="b"/>
              <a:pathLst>
                <a:path w="182880" h="0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2427275" y="3362706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30" h="0">
                  <a:moveTo>
                    <a:pt x="0" y="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2438705" y="3362706"/>
              <a:ext cx="0" cy="34290"/>
            </a:xfrm>
            <a:custGeom>
              <a:avLst/>
              <a:gdLst/>
              <a:ahLst/>
              <a:cxnLst/>
              <a:rect l="l" t="t" r="r" b="b"/>
              <a:pathLst>
                <a:path w="0" h="34290">
                  <a:moveTo>
                    <a:pt x="0" y="0"/>
                  </a:move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8" name="TextBox 107"/>
          <p:cNvSpPr txBox="1"/>
          <p:nvPr/>
        </p:nvSpPr>
        <p:spPr>
          <a:xfrm>
            <a:off x="225582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日期</a:t>
            </a:r>
          </a:p>
        </p:txBody>
      </p:sp>
      <p:grpSp>
        <p:nvGrpSpPr>
          <p:cNvPr id="109" name="图标 clock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10" name="Freeform 109"/>
            <p:cNvSpPr/>
            <p:nvPr/>
          </p:nvSpPr>
          <p:spPr>
            <a:xfrm>
              <a:off x="3433115" y="3225546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40" h="205740">
                  <a:moveTo>
                    <a:pt x="0" y="102870"/>
                  </a:moveTo>
                  <a:lnTo>
                    <a:pt x="2090" y="123602"/>
                  </a:lnTo>
                  <a:lnTo>
                    <a:pt x="8084" y="142912"/>
                  </a:lnTo>
                  <a:lnTo>
                    <a:pt x="17568" y="160386"/>
                  </a:lnTo>
                  <a:lnTo>
                    <a:pt x="30130" y="175610"/>
                  </a:lnTo>
                  <a:lnTo>
                    <a:pt x="45354" y="188171"/>
                  </a:lnTo>
                  <a:lnTo>
                    <a:pt x="62828" y="197656"/>
                  </a:lnTo>
                  <a:lnTo>
                    <a:pt x="82138" y="203650"/>
                  </a:lnTo>
                  <a:lnTo>
                    <a:pt x="102870" y="205740"/>
                  </a:lnTo>
                  <a:lnTo>
                    <a:pt x="123602" y="203650"/>
                  </a:lnTo>
                  <a:lnTo>
                    <a:pt x="142911" y="197656"/>
                  </a:lnTo>
                  <a:lnTo>
                    <a:pt x="160385" y="188171"/>
                  </a:lnTo>
                  <a:lnTo>
                    <a:pt x="175610" y="175610"/>
                  </a:lnTo>
                  <a:lnTo>
                    <a:pt x="188171" y="160386"/>
                  </a:lnTo>
                  <a:lnTo>
                    <a:pt x="197656" y="142912"/>
                  </a:lnTo>
                  <a:lnTo>
                    <a:pt x="203650" y="123602"/>
                  </a:lnTo>
                  <a:lnTo>
                    <a:pt x="205740" y="102870"/>
                  </a:lnTo>
                  <a:lnTo>
                    <a:pt x="203650" y="82138"/>
                  </a:lnTo>
                  <a:lnTo>
                    <a:pt x="197656" y="62828"/>
                  </a:lnTo>
                  <a:lnTo>
                    <a:pt x="188171" y="45354"/>
                  </a:lnTo>
                  <a:lnTo>
                    <a:pt x="175610" y="30130"/>
                  </a:lnTo>
                  <a:lnTo>
                    <a:pt x="160385" y="17569"/>
                  </a:lnTo>
                  <a:lnTo>
                    <a:pt x="142911" y="8084"/>
                  </a:lnTo>
                  <a:lnTo>
                    <a:pt x="123602" y="2090"/>
                  </a:lnTo>
                  <a:lnTo>
                    <a:pt x="102870" y="0"/>
                  </a:lnTo>
                  <a:lnTo>
                    <a:pt x="82138" y="2090"/>
                  </a:lnTo>
                  <a:lnTo>
                    <a:pt x="62828" y="8084"/>
                  </a:lnTo>
                  <a:lnTo>
                    <a:pt x="45354" y="17569"/>
                  </a:lnTo>
                  <a:lnTo>
                    <a:pt x="30130" y="30130"/>
                  </a:lnTo>
                  <a:lnTo>
                    <a:pt x="17568" y="45354"/>
                  </a:lnTo>
                  <a:lnTo>
                    <a:pt x="8084" y="62828"/>
                  </a:lnTo>
                  <a:lnTo>
                    <a:pt x="2090" y="82138"/>
                  </a:lnTo>
                  <a:lnTo>
                    <a:pt x="0" y="10287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3535985" y="3271266"/>
              <a:ext cx="34290" cy="91440"/>
            </a:xfrm>
            <a:custGeom>
              <a:avLst/>
              <a:gdLst/>
              <a:ahLst/>
              <a:cxnLst/>
              <a:rect l="l" t="t" r="r" b="b"/>
              <a:pathLst>
                <a:path w="34290" h="91440">
                  <a:moveTo>
                    <a:pt x="0" y="0"/>
                  </a:moveTo>
                  <a:lnTo>
                    <a:pt x="0" y="57150"/>
                  </a:lnTo>
                  <a:lnTo>
                    <a:pt x="34290" y="914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2" name="TextBox 111"/>
          <p:cNvSpPr txBox="1"/>
          <p:nvPr/>
        </p:nvSpPr>
        <p:spPr>
          <a:xfrm>
            <a:off x="335310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时间</a:t>
            </a:r>
          </a:p>
        </p:txBody>
      </p:sp>
      <p:grpSp>
        <p:nvGrpSpPr>
          <p:cNvPr id="113" name="图标 hourglas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14" name="Freeform 113"/>
            <p:cNvSpPr/>
            <p:nvPr/>
          </p:nvSpPr>
          <p:spPr>
            <a:xfrm>
              <a:off x="4570400" y="3271266"/>
              <a:ext cx="125730" cy="0"/>
            </a:xfrm>
            <a:custGeom>
              <a:avLst/>
              <a:gdLst/>
              <a:ahLst/>
              <a:cxnLst/>
              <a:rect l="l" t="t" r="r" b="b"/>
              <a:pathLst>
                <a:path w="125730" h="0">
                  <a:moveTo>
                    <a:pt x="0" y="0"/>
                  </a:moveTo>
                  <a:lnTo>
                    <a:pt x="1257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4570400" y="3385566"/>
              <a:ext cx="125730" cy="0"/>
            </a:xfrm>
            <a:custGeom>
              <a:avLst/>
              <a:gdLst/>
              <a:ahLst/>
              <a:cxnLst/>
              <a:rect l="l" t="t" r="r" b="b"/>
              <a:pathLst>
                <a:path w="125730" h="0">
                  <a:moveTo>
                    <a:pt x="0" y="0"/>
                  </a:moveTo>
                  <a:lnTo>
                    <a:pt x="1257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4564685" y="3328416"/>
              <a:ext cx="137160" cy="102870"/>
            </a:xfrm>
            <a:custGeom>
              <a:avLst/>
              <a:gdLst/>
              <a:ahLst/>
              <a:cxnLst/>
              <a:rect l="l" t="t" r="r" b="b"/>
              <a:pathLst>
                <a:path w="137160" h="102870">
                  <a:moveTo>
                    <a:pt x="0" y="91440"/>
                  </a:moveTo>
                  <a:lnTo>
                    <a:pt x="0" y="68580"/>
                  </a:lnTo>
                  <a:lnTo>
                    <a:pt x="1393" y="54759"/>
                  </a:lnTo>
                  <a:lnTo>
                    <a:pt x="5389" y="41886"/>
                  </a:lnTo>
                  <a:lnTo>
                    <a:pt x="11712" y="30236"/>
                  </a:lnTo>
                  <a:lnTo>
                    <a:pt x="20086" y="20087"/>
                  </a:lnTo>
                  <a:lnTo>
                    <a:pt x="30236" y="11712"/>
                  </a:lnTo>
                  <a:lnTo>
                    <a:pt x="41885" y="5389"/>
                  </a:lnTo>
                  <a:lnTo>
                    <a:pt x="54759" y="1393"/>
                  </a:lnTo>
                  <a:lnTo>
                    <a:pt x="68580" y="0"/>
                  </a:lnTo>
                  <a:lnTo>
                    <a:pt x="82401" y="1393"/>
                  </a:lnTo>
                  <a:lnTo>
                    <a:pt x="95274" y="5389"/>
                  </a:lnTo>
                  <a:lnTo>
                    <a:pt x="106924" y="11712"/>
                  </a:lnTo>
                  <a:lnTo>
                    <a:pt x="117073" y="20087"/>
                  </a:lnTo>
                  <a:lnTo>
                    <a:pt x="125447" y="30236"/>
                  </a:lnTo>
                  <a:lnTo>
                    <a:pt x="131770" y="41886"/>
                  </a:lnTo>
                  <a:lnTo>
                    <a:pt x="135766" y="54759"/>
                  </a:lnTo>
                  <a:lnTo>
                    <a:pt x="137160" y="68580"/>
                  </a:lnTo>
                  <a:lnTo>
                    <a:pt x="137160" y="91440"/>
                  </a:lnTo>
                  <a:lnTo>
                    <a:pt x="136928" y="93744"/>
                  </a:lnTo>
                  <a:lnTo>
                    <a:pt x="136262" y="95889"/>
                  </a:lnTo>
                  <a:lnTo>
                    <a:pt x="135208" y="97831"/>
                  </a:lnTo>
                  <a:lnTo>
                    <a:pt x="133812" y="99522"/>
                  </a:lnTo>
                  <a:lnTo>
                    <a:pt x="132120" y="100918"/>
                  </a:lnTo>
                  <a:lnTo>
                    <a:pt x="130179" y="101972"/>
                  </a:lnTo>
                  <a:lnTo>
                    <a:pt x="128033" y="102638"/>
                  </a:lnTo>
                  <a:lnTo>
                    <a:pt x="125730" y="102870"/>
                  </a:lnTo>
                  <a:lnTo>
                    <a:pt x="11430" y="102870"/>
                  </a:lnTo>
                  <a:lnTo>
                    <a:pt x="9126" y="102638"/>
                  </a:lnTo>
                  <a:lnTo>
                    <a:pt x="6981" y="101972"/>
                  </a:lnTo>
                  <a:lnTo>
                    <a:pt x="5039" y="100918"/>
                  </a:lnTo>
                  <a:lnTo>
                    <a:pt x="3348" y="99522"/>
                  </a:lnTo>
                  <a:lnTo>
                    <a:pt x="1952" y="97831"/>
                  </a:lnTo>
                  <a:lnTo>
                    <a:pt x="898" y="95889"/>
                  </a:lnTo>
                  <a:lnTo>
                    <a:pt x="232" y="93744"/>
                  </a:lnTo>
                  <a:lnTo>
                    <a:pt x="0" y="914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4564685" y="3225546"/>
              <a:ext cx="137160" cy="102870"/>
            </a:xfrm>
            <a:custGeom>
              <a:avLst/>
              <a:gdLst/>
              <a:ahLst/>
              <a:cxnLst/>
              <a:rect l="l" t="t" r="r" b="b"/>
              <a:pathLst>
                <a:path w="137160" h="102870">
                  <a:moveTo>
                    <a:pt x="0" y="11430"/>
                  </a:moveTo>
                  <a:lnTo>
                    <a:pt x="0" y="34290"/>
                  </a:lnTo>
                  <a:lnTo>
                    <a:pt x="1393" y="48111"/>
                  </a:lnTo>
                  <a:lnTo>
                    <a:pt x="5389" y="60984"/>
                  </a:lnTo>
                  <a:lnTo>
                    <a:pt x="11712" y="72634"/>
                  </a:lnTo>
                  <a:lnTo>
                    <a:pt x="20086" y="82783"/>
                  </a:lnTo>
                  <a:lnTo>
                    <a:pt x="30236" y="91158"/>
                  </a:lnTo>
                  <a:lnTo>
                    <a:pt x="41885" y="97481"/>
                  </a:lnTo>
                  <a:lnTo>
                    <a:pt x="54759" y="101477"/>
                  </a:lnTo>
                  <a:lnTo>
                    <a:pt x="68580" y="102870"/>
                  </a:lnTo>
                  <a:lnTo>
                    <a:pt x="82401" y="101477"/>
                  </a:lnTo>
                  <a:lnTo>
                    <a:pt x="95274" y="97481"/>
                  </a:lnTo>
                  <a:lnTo>
                    <a:pt x="106924" y="91158"/>
                  </a:lnTo>
                  <a:lnTo>
                    <a:pt x="117073" y="82783"/>
                  </a:lnTo>
                  <a:lnTo>
                    <a:pt x="125447" y="72634"/>
                  </a:lnTo>
                  <a:lnTo>
                    <a:pt x="131770" y="60984"/>
                  </a:lnTo>
                  <a:lnTo>
                    <a:pt x="135766" y="48111"/>
                  </a:lnTo>
                  <a:lnTo>
                    <a:pt x="137160" y="34290"/>
                  </a:lnTo>
                  <a:lnTo>
                    <a:pt x="137160" y="11430"/>
                  </a:lnTo>
                  <a:lnTo>
                    <a:pt x="136928" y="9126"/>
                  </a:lnTo>
                  <a:lnTo>
                    <a:pt x="136262" y="6981"/>
                  </a:lnTo>
                  <a:lnTo>
                    <a:pt x="135208" y="5039"/>
                  </a:lnTo>
                  <a:lnTo>
                    <a:pt x="133812" y="3348"/>
                  </a:lnTo>
                  <a:lnTo>
                    <a:pt x="132120" y="1952"/>
                  </a:lnTo>
                  <a:lnTo>
                    <a:pt x="130179" y="898"/>
                  </a:lnTo>
                  <a:lnTo>
                    <a:pt x="128033" y="232"/>
                  </a:lnTo>
                  <a:lnTo>
                    <a:pt x="125730" y="0"/>
                  </a:lnTo>
                  <a:lnTo>
                    <a:pt x="11430" y="0"/>
                  </a:lnTo>
                  <a:lnTo>
                    <a:pt x="9126" y="232"/>
                  </a:lnTo>
                  <a:lnTo>
                    <a:pt x="6981" y="898"/>
                  </a:lnTo>
                  <a:lnTo>
                    <a:pt x="5039" y="1952"/>
                  </a:lnTo>
                  <a:lnTo>
                    <a:pt x="3348" y="3348"/>
                  </a:lnTo>
                  <a:lnTo>
                    <a:pt x="1952" y="5039"/>
                  </a:lnTo>
                  <a:lnTo>
                    <a:pt x="898" y="6981"/>
                  </a:lnTo>
                  <a:lnTo>
                    <a:pt x="232" y="9126"/>
                  </a:ln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445038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有效期</a:t>
            </a:r>
          </a:p>
        </p:txBody>
      </p:sp>
      <p:grpSp>
        <p:nvGrpSpPr>
          <p:cNvPr id="119" name="图标 sunris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20" name="Freeform 119"/>
            <p:cNvSpPr/>
            <p:nvPr/>
          </p:nvSpPr>
          <p:spPr>
            <a:xfrm>
              <a:off x="5627675" y="3385566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30" h="0">
                  <a:moveTo>
                    <a:pt x="0" y="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5821985" y="3385566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30" h="0">
                  <a:moveTo>
                    <a:pt x="0" y="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5657393" y="3312414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0" y="0"/>
                  </a:moveTo>
                  <a:lnTo>
                    <a:pt x="8001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5795696" y="3312414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8001" y="0"/>
                  </a:moveTo>
                  <a:lnTo>
                    <a:pt x="0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5684825" y="3339846"/>
              <a:ext cx="91440" cy="45720"/>
            </a:xfrm>
            <a:custGeom>
              <a:avLst/>
              <a:gdLst/>
              <a:ahLst/>
              <a:cxnLst/>
              <a:rect l="l" t="t" r="r" b="b"/>
              <a:pathLst>
                <a:path w="91440" h="45720">
                  <a:moveTo>
                    <a:pt x="0" y="45720"/>
                  </a:moveTo>
                  <a:lnTo>
                    <a:pt x="929" y="36506"/>
                  </a:lnTo>
                  <a:lnTo>
                    <a:pt x="3593" y="27924"/>
                  </a:lnTo>
                  <a:lnTo>
                    <a:pt x="7808" y="20158"/>
                  </a:lnTo>
                  <a:lnTo>
                    <a:pt x="13391" y="13392"/>
                  </a:lnTo>
                  <a:lnTo>
                    <a:pt x="20158" y="7809"/>
                  </a:lnTo>
                  <a:lnTo>
                    <a:pt x="27924" y="3593"/>
                  </a:lnTo>
                  <a:lnTo>
                    <a:pt x="36506" y="929"/>
                  </a:lnTo>
                  <a:lnTo>
                    <a:pt x="45720" y="0"/>
                  </a:lnTo>
                  <a:lnTo>
                    <a:pt x="54934" y="929"/>
                  </a:lnTo>
                  <a:lnTo>
                    <a:pt x="63515" y="3593"/>
                  </a:lnTo>
                  <a:lnTo>
                    <a:pt x="71282" y="7809"/>
                  </a:lnTo>
                  <a:lnTo>
                    <a:pt x="78048" y="13392"/>
                  </a:lnTo>
                  <a:lnTo>
                    <a:pt x="83631" y="20158"/>
                  </a:lnTo>
                  <a:lnTo>
                    <a:pt x="87847" y="27924"/>
                  </a:lnTo>
                  <a:lnTo>
                    <a:pt x="90511" y="36506"/>
                  </a:lnTo>
                  <a:lnTo>
                    <a:pt x="9144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5627675" y="3431286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7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5730545" y="3225546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90" h="68580">
                  <a:moveTo>
                    <a:pt x="0" y="68580"/>
                  </a:moveTo>
                  <a:lnTo>
                    <a:pt x="0" y="0"/>
                  </a:lnTo>
                  <a:lnTo>
                    <a:pt x="3429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5696255" y="3225546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90" h="34290">
                  <a:moveTo>
                    <a:pt x="0" y="34290"/>
                  </a:moveTo>
                  <a:lnTo>
                    <a:pt x="3429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8" name="TextBox 127"/>
          <p:cNvSpPr txBox="1"/>
          <p:nvPr/>
        </p:nvSpPr>
        <p:spPr>
          <a:xfrm>
            <a:off x="554766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早起、日出</a:t>
            </a:r>
          </a:p>
        </p:txBody>
      </p:sp>
      <p:grpSp>
        <p:nvGrpSpPr>
          <p:cNvPr id="129" name="图标 su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30" name="Freeform 129"/>
            <p:cNvSpPr/>
            <p:nvPr/>
          </p:nvSpPr>
          <p:spPr>
            <a:xfrm>
              <a:off x="6782105" y="3282696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45720"/>
                  </a:moveTo>
                  <a:lnTo>
                    <a:pt x="929" y="54934"/>
                  </a:lnTo>
                  <a:lnTo>
                    <a:pt x="3593" y="63516"/>
                  </a:lnTo>
                  <a:lnTo>
                    <a:pt x="7808" y="71282"/>
                  </a:lnTo>
                  <a:lnTo>
                    <a:pt x="13391" y="78049"/>
                  </a:lnTo>
                  <a:lnTo>
                    <a:pt x="20157" y="83632"/>
                  </a:lnTo>
                  <a:lnTo>
                    <a:pt x="27924" y="87847"/>
                  </a:lnTo>
                  <a:lnTo>
                    <a:pt x="36506" y="90511"/>
                  </a:lnTo>
                  <a:lnTo>
                    <a:pt x="45720" y="91440"/>
                  </a:lnTo>
                  <a:lnTo>
                    <a:pt x="54934" y="90511"/>
                  </a:lnTo>
                  <a:lnTo>
                    <a:pt x="63516" y="87847"/>
                  </a:lnTo>
                  <a:lnTo>
                    <a:pt x="71282" y="83632"/>
                  </a:lnTo>
                  <a:lnTo>
                    <a:pt x="78049" y="78049"/>
                  </a:lnTo>
                  <a:lnTo>
                    <a:pt x="83632" y="71282"/>
                  </a:lnTo>
                  <a:lnTo>
                    <a:pt x="87847" y="63516"/>
                  </a:lnTo>
                  <a:lnTo>
                    <a:pt x="90511" y="54934"/>
                  </a:lnTo>
                  <a:lnTo>
                    <a:pt x="91440" y="45720"/>
                  </a:lnTo>
                  <a:lnTo>
                    <a:pt x="90511" y="36506"/>
                  </a:lnTo>
                  <a:lnTo>
                    <a:pt x="87847" y="27924"/>
                  </a:lnTo>
                  <a:lnTo>
                    <a:pt x="83632" y="20158"/>
                  </a:lnTo>
                  <a:lnTo>
                    <a:pt x="78049" y="13391"/>
                  </a:lnTo>
                  <a:lnTo>
                    <a:pt x="71282" y="7808"/>
                  </a:lnTo>
                  <a:lnTo>
                    <a:pt x="63516" y="3593"/>
                  </a:lnTo>
                  <a:lnTo>
                    <a:pt x="54934" y="929"/>
                  </a:lnTo>
                  <a:lnTo>
                    <a:pt x="45720" y="0"/>
                  </a:lnTo>
                  <a:lnTo>
                    <a:pt x="36506" y="929"/>
                  </a:lnTo>
                  <a:lnTo>
                    <a:pt x="27924" y="3593"/>
                  </a:lnTo>
                  <a:lnTo>
                    <a:pt x="20157" y="7808"/>
                  </a:lnTo>
                  <a:lnTo>
                    <a:pt x="13391" y="13391"/>
                  </a:lnTo>
                  <a:lnTo>
                    <a:pt x="7808" y="20158"/>
                  </a:lnTo>
                  <a:lnTo>
                    <a:pt x="3593" y="27924"/>
                  </a:lnTo>
                  <a:lnTo>
                    <a:pt x="929" y="36506"/>
                  </a:ln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Freeform 130"/>
            <p:cNvSpPr/>
            <p:nvPr/>
          </p:nvSpPr>
          <p:spPr>
            <a:xfrm>
              <a:off x="6724955" y="3328416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30" h="0">
                  <a:moveTo>
                    <a:pt x="0" y="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Freeform 131"/>
            <p:cNvSpPr/>
            <p:nvPr/>
          </p:nvSpPr>
          <p:spPr>
            <a:xfrm>
              <a:off x="6827825" y="3225546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w="0" h="11430">
                  <a:moveTo>
                    <a:pt x="0" y="0"/>
                  </a:move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Freeform 132"/>
            <p:cNvSpPr/>
            <p:nvPr/>
          </p:nvSpPr>
          <p:spPr>
            <a:xfrm>
              <a:off x="6919265" y="3328416"/>
              <a:ext cx="11430" cy="0"/>
            </a:xfrm>
            <a:custGeom>
              <a:avLst/>
              <a:gdLst/>
              <a:ahLst/>
              <a:cxnLst/>
              <a:rect l="l" t="t" r="r" b="b"/>
              <a:pathLst>
                <a:path w="11430" h="0">
                  <a:moveTo>
                    <a:pt x="0" y="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Freeform 133"/>
            <p:cNvSpPr/>
            <p:nvPr/>
          </p:nvSpPr>
          <p:spPr>
            <a:xfrm>
              <a:off x="6827825" y="3419856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w="0" h="11430">
                  <a:moveTo>
                    <a:pt x="0" y="0"/>
                  </a:move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Freeform 134"/>
            <p:cNvSpPr/>
            <p:nvPr/>
          </p:nvSpPr>
          <p:spPr>
            <a:xfrm>
              <a:off x="6754673" y="3255264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0" y="0"/>
                  </a:moveTo>
                  <a:lnTo>
                    <a:pt x="8001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Freeform 135"/>
            <p:cNvSpPr/>
            <p:nvPr/>
          </p:nvSpPr>
          <p:spPr>
            <a:xfrm>
              <a:off x="6892976" y="3255264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8001" y="0"/>
                  </a:moveTo>
                  <a:lnTo>
                    <a:pt x="0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Freeform 136"/>
            <p:cNvSpPr/>
            <p:nvPr/>
          </p:nvSpPr>
          <p:spPr>
            <a:xfrm>
              <a:off x="6892976" y="3393567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0" y="0"/>
                  </a:moveTo>
                  <a:lnTo>
                    <a:pt x="8001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Freeform 137"/>
            <p:cNvSpPr/>
            <p:nvPr/>
          </p:nvSpPr>
          <p:spPr>
            <a:xfrm>
              <a:off x="6754673" y="3393567"/>
              <a:ext cx="8001" cy="8001"/>
            </a:xfrm>
            <a:custGeom>
              <a:avLst/>
              <a:gdLst/>
              <a:ahLst/>
              <a:cxnLst/>
              <a:rect l="l" t="t" r="r" b="b"/>
              <a:pathLst>
                <a:path w="8001" h="8001">
                  <a:moveTo>
                    <a:pt x="8001" y="0"/>
                  </a:moveTo>
                  <a:lnTo>
                    <a:pt x="0" y="800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664494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天气</a:t>
            </a:r>
          </a:p>
        </p:txBody>
      </p:sp>
      <p:grpSp>
        <p:nvGrpSpPr>
          <p:cNvPr id="140" name="图标 umbrella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41" name="Freeform 140"/>
            <p:cNvSpPr/>
            <p:nvPr/>
          </p:nvSpPr>
          <p:spPr>
            <a:xfrm>
              <a:off x="7833665" y="3236976"/>
              <a:ext cx="182880" cy="91440"/>
            </a:xfrm>
            <a:custGeom>
              <a:avLst/>
              <a:gdLst/>
              <a:ahLst/>
              <a:cxnLst/>
              <a:rect l="l" t="t" r="r" b="b"/>
              <a:pathLst>
                <a:path w="182880" h="91440">
                  <a:moveTo>
                    <a:pt x="0" y="91440"/>
                  </a:moveTo>
                  <a:lnTo>
                    <a:pt x="1858" y="73013"/>
                  </a:lnTo>
                  <a:lnTo>
                    <a:pt x="7186" y="55849"/>
                  </a:lnTo>
                  <a:lnTo>
                    <a:pt x="15617" y="40316"/>
                  </a:lnTo>
                  <a:lnTo>
                    <a:pt x="26783" y="26783"/>
                  </a:lnTo>
                  <a:lnTo>
                    <a:pt x="40316" y="15617"/>
                  </a:lnTo>
                  <a:lnTo>
                    <a:pt x="55849" y="7186"/>
                  </a:lnTo>
                  <a:lnTo>
                    <a:pt x="73012" y="1858"/>
                  </a:lnTo>
                  <a:lnTo>
                    <a:pt x="91440" y="0"/>
                  </a:lnTo>
                  <a:lnTo>
                    <a:pt x="109867" y="1858"/>
                  </a:lnTo>
                  <a:lnTo>
                    <a:pt x="127031" y="7186"/>
                  </a:lnTo>
                  <a:lnTo>
                    <a:pt x="142563" y="15617"/>
                  </a:lnTo>
                  <a:lnTo>
                    <a:pt x="156096" y="26783"/>
                  </a:lnTo>
                  <a:lnTo>
                    <a:pt x="167262" y="40316"/>
                  </a:lnTo>
                  <a:lnTo>
                    <a:pt x="175694" y="55849"/>
                  </a:lnTo>
                  <a:lnTo>
                    <a:pt x="181022" y="73013"/>
                  </a:lnTo>
                  <a:lnTo>
                    <a:pt x="182880" y="91440"/>
                  </a:lnTo>
                  <a:lnTo>
                    <a:pt x="0" y="914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Freeform 141"/>
            <p:cNvSpPr/>
            <p:nvPr/>
          </p:nvSpPr>
          <p:spPr>
            <a:xfrm>
              <a:off x="7925105" y="3328416"/>
              <a:ext cx="45720" cy="91440"/>
            </a:xfrm>
            <a:custGeom>
              <a:avLst/>
              <a:gdLst/>
              <a:ahLst/>
              <a:cxnLst/>
              <a:rect l="l" t="t" r="r" b="b"/>
              <a:pathLst>
                <a:path w="45720" h="91440">
                  <a:moveTo>
                    <a:pt x="0" y="0"/>
                  </a:moveTo>
                  <a:lnTo>
                    <a:pt x="0" y="68580"/>
                  </a:lnTo>
                  <a:lnTo>
                    <a:pt x="464" y="73189"/>
                  </a:lnTo>
                  <a:lnTo>
                    <a:pt x="1796" y="77480"/>
                  </a:lnTo>
                  <a:lnTo>
                    <a:pt x="3903" y="81363"/>
                  </a:lnTo>
                  <a:lnTo>
                    <a:pt x="6693" y="84746"/>
                  </a:lnTo>
                  <a:lnTo>
                    <a:pt x="10076" y="87537"/>
                  </a:lnTo>
                  <a:lnTo>
                    <a:pt x="13960" y="89644"/>
                  </a:lnTo>
                  <a:lnTo>
                    <a:pt x="18251" y="90976"/>
                  </a:lnTo>
                  <a:lnTo>
                    <a:pt x="22860" y="91440"/>
                  </a:lnTo>
                  <a:lnTo>
                    <a:pt x="27468" y="90976"/>
                  </a:lnTo>
                  <a:lnTo>
                    <a:pt x="31760" y="89644"/>
                  </a:lnTo>
                  <a:lnTo>
                    <a:pt x="35643" y="87537"/>
                  </a:lnTo>
                  <a:lnTo>
                    <a:pt x="39026" y="84746"/>
                  </a:lnTo>
                  <a:lnTo>
                    <a:pt x="41817" y="81363"/>
                  </a:lnTo>
                  <a:lnTo>
                    <a:pt x="43924" y="77480"/>
                  </a:lnTo>
                  <a:lnTo>
                    <a:pt x="45256" y="73189"/>
                  </a:lnTo>
                  <a:lnTo>
                    <a:pt x="45720" y="6858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3" name="TextBox 142"/>
          <p:cNvSpPr txBox="1"/>
          <p:nvPr/>
        </p:nvSpPr>
        <p:spPr>
          <a:xfrm>
            <a:off x="774222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雨具</a:t>
            </a:r>
          </a:p>
        </p:txBody>
      </p:sp>
      <p:grpSp>
        <p:nvGrpSpPr>
          <p:cNvPr id="144" name="图标 map_rout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45" name="Freeform 144"/>
            <p:cNvSpPr/>
            <p:nvPr/>
          </p:nvSpPr>
          <p:spPr>
            <a:xfrm>
              <a:off x="8919515" y="3236976"/>
              <a:ext cx="205740" cy="182880"/>
            </a:xfrm>
            <a:custGeom>
              <a:avLst/>
              <a:gdLst/>
              <a:ahLst/>
              <a:cxnLst/>
              <a:rect l="l" t="t" r="r" b="b"/>
              <a:pathLst>
                <a:path w="205740" h="182880">
                  <a:moveTo>
                    <a:pt x="0" y="34290"/>
                  </a:moveTo>
                  <a:lnTo>
                    <a:pt x="68580" y="0"/>
                  </a:lnTo>
                  <a:lnTo>
                    <a:pt x="137160" y="34290"/>
                  </a:lnTo>
                  <a:lnTo>
                    <a:pt x="205740" y="0"/>
                  </a:lnTo>
                  <a:lnTo>
                    <a:pt x="205740" y="148590"/>
                  </a:lnTo>
                  <a:lnTo>
                    <a:pt x="137160" y="182880"/>
                  </a:lnTo>
                  <a:lnTo>
                    <a:pt x="68580" y="148590"/>
                  </a:lnTo>
                  <a:lnTo>
                    <a:pt x="0" y="182880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8988095" y="332841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w="0" h="114">
                  <a:moveTo>
                    <a:pt x="0" y="0"/>
                  </a:moveTo>
                  <a:lnTo>
                    <a:pt x="0" y="114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8953805" y="333984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w="0" h="114">
                  <a:moveTo>
                    <a:pt x="0" y="0"/>
                  </a:moveTo>
                  <a:lnTo>
                    <a:pt x="0" y="114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Freeform 147"/>
            <p:cNvSpPr/>
            <p:nvPr/>
          </p:nvSpPr>
          <p:spPr>
            <a:xfrm>
              <a:off x="9033815" y="331698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45720" y="45720"/>
                  </a:move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Freeform 148"/>
            <p:cNvSpPr/>
            <p:nvPr/>
          </p:nvSpPr>
          <p:spPr>
            <a:xfrm>
              <a:off x="9033815" y="3316986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45720"/>
                  </a:moveTo>
                  <a:lnTo>
                    <a:pt x="457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0" name="TextBox 149"/>
          <p:cNvSpPr txBox="1"/>
          <p:nvPr/>
        </p:nvSpPr>
        <p:spPr>
          <a:xfrm>
            <a:off x="883950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产品线路</a:t>
            </a:r>
          </a:p>
        </p:txBody>
      </p:sp>
      <p:grpSp>
        <p:nvGrpSpPr>
          <p:cNvPr id="151" name="图标 compas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52" name="Freeform 151"/>
            <p:cNvSpPr/>
            <p:nvPr/>
          </p:nvSpPr>
          <p:spPr>
            <a:xfrm>
              <a:off x="10073945" y="3282696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91440"/>
                  </a:moveTo>
                  <a:lnTo>
                    <a:pt x="22860" y="22860"/>
                  </a:lnTo>
                  <a:lnTo>
                    <a:pt x="91440" y="0"/>
                  </a:lnTo>
                  <a:lnTo>
                    <a:pt x="68580" y="68580"/>
                  </a:lnTo>
                  <a:lnTo>
                    <a:pt x="0" y="914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10016795" y="3225546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40" h="205740">
                  <a:moveTo>
                    <a:pt x="0" y="102870"/>
                  </a:moveTo>
                  <a:lnTo>
                    <a:pt x="2090" y="123602"/>
                  </a:lnTo>
                  <a:lnTo>
                    <a:pt x="8084" y="142912"/>
                  </a:lnTo>
                  <a:lnTo>
                    <a:pt x="17568" y="160386"/>
                  </a:lnTo>
                  <a:lnTo>
                    <a:pt x="30130" y="175610"/>
                  </a:lnTo>
                  <a:lnTo>
                    <a:pt x="45354" y="188171"/>
                  </a:lnTo>
                  <a:lnTo>
                    <a:pt x="62828" y="197656"/>
                  </a:lnTo>
                  <a:lnTo>
                    <a:pt x="82138" y="203650"/>
                  </a:lnTo>
                  <a:lnTo>
                    <a:pt x="102870" y="205740"/>
                  </a:lnTo>
                  <a:lnTo>
                    <a:pt x="123602" y="203650"/>
                  </a:lnTo>
                  <a:lnTo>
                    <a:pt x="142911" y="197656"/>
                  </a:lnTo>
                  <a:lnTo>
                    <a:pt x="160385" y="188171"/>
                  </a:lnTo>
                  <a:lnTo>
                    <a:pt x="175610" y="175610"/>
                  </a:lnTo>
                  <a:lnTo>
                    <a:pt x="188171" y="160386"/>
                  </a:lnTo>
                  <a:lnTo>
                    <a:pt x="197656" y="142912"/>
                  </a:lnTo>
                  <a:lnTo>
                    <a:pt x="203650" y="123602"/>
                  </a:lnTo>
                  <a:lnTo>
                    <a:pt x="205740" y="102870"/>
                  </a:lnTo>
                  <a:lnTo>
                    <a:pt x="203650" y="82138"/>
                  </a:lnTo>
                  <a:lnTo>
                    <a:pt x="197656" y="62828"/>
                  </a:lnTo>
                  <a:lnTo>
                    <a:pt x="188171" y="45354"/>
                  </a:lnTo>
                  <a:lnTo>
                    <a:pt x="175610" y="30130"/>
                  </a:lnTo>
                  <a:lnTo>
                    <a:pt x="160385" y="17569"/>
                  </a:lnTo>
                  <a:lnTo>
                    <a:pt x="142911" y="8084"/>
                  </a:lnTo>
                  <a:lnTo>
                    <a:pt x="123602" y="2090"/>
                  </a:lnTo>
                  <a:lnTo>
                    <a:pt x="102870" y="0"/>
                  </a:lnTo>
                  <a:lnTo>
                    <a:pt x="82138" y="2090"/>
                  </a:lnTo>
                  <a:lnTo>
                    <a:pt x="62828" y="8084"/>
                  </a:lnTo>
                  <a:lnTo>
                    <a:pt x="45354" y="17569"/>
                  </a:lnTo>
                  <a:lnTo>
                    <a:pt x="30130" y="30130"/>
                  </a:lnTo>
                  <a:lnTo>
                    <a:pt x="17568" y="45354"/>
                  </a:lnTo>
                  <a:lnTo>
                    <a:pt x="8084" y="62828"/>
                  </a:lnTo>
                  <a:lnTo>
                    <a:pt x="2090" y="82138"/>
                  </a:lnTo>
                  <a:lnTo>
                    <a:pt x="0" y="10287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Freeform 153"/>
            <p:cNvSpPr/>
            <p:nvPr/>
          </p:nvSpPr>
          <p:spPr>
            <a:xfrm>
              <a:off x="10119665" y="3225546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Freeform 154"/>
            <p:cNvSpPr/>
            <p:nvPr/>
          </p:nvSpPr>
          <p:spPr>
            <a:xfrm>
              <a:off x="10119665" y="3408426"/>
              <a:ext cx="0" cy="22860"/>
            </a:xfrm>
            <a:custGeom>
              <a:avLst/>
              <a:gdLst/>
              <a:ahLst/>
              <a:cxnLst/>
              <a:rect l="l" t="t" r="r" b="b"/>
              <a:pathLst>
                <a:path w="0" h="22860">
                  <a:moveTo>
                    <a:pt x="0" y="0"/>
                  </a:move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Freeform 155"/>
            <p:cNvSpPr/>
            <p:nvPr/>
          </p:nvSpPr>
          <p:spPr>
            <a:xfrm>
              <a:off x="10016795" y="332841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Freeform 156"/>
            <p:cNvSpPr/>
            <p:nvPr/>
          </p:nvSpPr>
          <p:spPr>
            <a:xfrm>
              <a:off x="10199675" y="332841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9936785" y="352044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自由活动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75665" y="392277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同行的人</a:t>
            </a:r>
          </a:p>
        </p:txBody>
      </p:sp>
      <p:grpSp>
        <p:nvGrpSpPr>
          <p:cNvPr id="160" name="图标 users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61" name="Freeform 160"/>
            <p:cNvSpPr/>
            <p:nvPr/>
          </p:nvSpPr>
          <p:spPr>
            <a:xfrm>
              <a:off x="2358695" y="3883914"/>
              <a:ext cx="91440" cy="91440"/>
            </a:xfrm>
            <a:custGeom>
              <a:avLst/>
              <a:gdLst/>
              <a:ahLst/>
              <a:cxnLst/>
              <a:rect l="l" t="t" r="r" b="b"/>
              <a:pathLst>
                <a:path w="91440" h="91440">
                  <a:moveTo>
                    <a:pt x="0" y="45720"/>
                  </a:moveTo>
                  <a:lnTo>
                    <a:pt x="929" y="54934"/>
                  </a:lnTo>
                  <a:lnTo>
                    <a:pt x="3593" y="63516"/>
                  </a:lnTo>
                  <a:lnTo>
                    <a:pt x="7808" y="71282"/>
                  </a:lnTo>
                  <a:lnTo>
                    <a:pt x="13391" y="78049"/>
                  </a:lnTo>
                  <a:lnTo>
                    <a:pt x="20157" y="83632"/>
                  </a:lnTo>
                  <a:lnTo>
                    <a:pt x="27924" y="87847"/>
                  </a:lnTo>
                  <a:lnTo>
                    <a:pt x="36506" y="90511"/>
                  </a:lnTo>
                  <a:lnTo>
                    <a:pt x="45720" y="91440"/>
                  </a:lnTo>
                  <a:lnTo>
                    <a:pt x="54934" y="90511"/>
                  </a:lnTo>
                  <a:lnTo>
                    <a:pt x="63516" y="87847"/>
                  </a:lnTo>
                  <a:lnTo>
                    <a:pt x="71282" y="83632"/>
                  </a:lnTo>
                  <a:lnTo>
                    <a:pt x="78049" y="78049"/>
                  </a:lnTo>
                  <a:lnTo>
                    <a:pt x="83632" y="71282"/>
                  </a:lnTo>
                  <a:lnTo>
                    <a:pt x="87847" y="63516"/>
                  </a:lnTo>
                  <a:lnTo>
                    <a:pt x="90511" y="54934"/>
                  </a:lnTo>
                  <a:lnTo>
                    <a:pt x="91440" y="45720"/>
                  </a:lnTo>
                  <a:lnTo>
                    <a:pt x="90511" y="36506"/>
                  </a:lnTo>
                  <a:lnTo>
                    <a:pt x="87847" y="27924"/>
                  </a:lnTo>
                  <a:lnTo>
                    <a:pt x="83632" y="20158"/>
                  </a:lnTo>
                  <a:lnTo>
                    <a:pt x="78049" y="13391"/>
                  </a:lnTo>
                  <a:lnTo>
                    <a:pt x="71282" y="7808"/>
                  </a:lnTo>
                  <a:lnTo>
                    <a:pt x="63516" y="3593"/>
                  </a:lnTo>
                  <a:lnTo>
                    <a:pt x="54934" y="929"/>
                  </a:lnTo>
                  <a:lnTo>
                    <a:pt x="45720" y="0"/>
                  </a:lnTo>
                  <a:lnTo>
                    <a:pt x="36506" y="929"/>
                  </a:lnTo>
                  <a:lnTo>
                    <a:pt x="27924" y="3593"/>
                  </a:lnTo>
                  <a:lnTo>
                    <a:pt x="20157" y="7808"/>
                  </a:lnTo>
                  <a:lnTo>
                    <a:pt x="13391" y="13391"/>
                  </a:lnTo>
                  <a:lnTo>
                    <a:pt x="7808" y="20158"/>
                  </a:lnTo>
                  <a:lnTo>
                    <a:pt x="3593" y="27924"/>
                  </a:lnTo>
                  <a:lnTo>
                    <a:pt x="929" y="36506"/>
                  </a:ln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Freeform 161"/>
            <p:cNvSpPr/>
            <p:nvPr/>
          </p:nvSpPr>
          <p:spPr>
            <a:xfrm>
              <a:off x="2335835" y="4021074"/>
              <a:ext cx="137160" cy="68580"/>
            </a:xfrm>
            <a:custGeom>
              <a:avLst/>
              <a:gdLst/>
              <a:ahLst/>
              <a:cxnLst/>
              <a:rect l="l" t="t" r="r" b="b"/>
              <a:pathLst>
                <a:path w="137160" h="68580">
                  <a:moveTo>
                    <a:pt x="0" y="68580"/>
                  </a:moveTo>
                  <a:lnTo>
                    <a:pt x="0" y="45720"/>
                  </a:lnTo>
                  <a:lnTo>
                    <a:pt x="929" y="36506"/>
                  </a:lnTo>
                  <a:lnTo>
                    <a:pt x="3593" y="27924"/>
                  </a:lnTo>
                  <a:lnTo>
                    <a:pt x="7808" y="20158"/>
                  </a:lnTo>
                  <a:lnTo>
                    <a:pt x="13391" y="13391"/>
                  </a:lnTo>
                  <a:lnTo>
                    <a:pt x="20157" y="7808"/>
                  </a:lnTo>
                  <a:lnTo>
                    <a:pt x="27924" y="3593"/>
                  </a:lnTo>
                  <a:lnTo>
                    <a:pt x="36506" y="929"/>
                  </a:lnTo>
                  <a:lnTo>
                    <a:pt x="45720" y="0"/>
                  </a:lnTo>
                  <a:lnTo>
                    <a:pt x="91440" y="0"/>
                  </a:lnTo>
                  <a:lnTo>
                    <a:pt x="100654" y="929"/>
                  </a:lnTo>
                  <a:lnTo>
                    <a:pt x="109236" y="3593"/>
                  </a:lnTo>
                  <a:lnTo>
                    <a:pt x="117002" y="7808"/>
                  </a:lnTo>
                  <a:lnTo>
                    <a:pt x="123769" y="13391"/>
                  </a:lnTo>
                  <a:lnTo>
                    <a:pt x="129352" y="20158"/>
                  </a:lnTo>
                  <a:lnTo>
                    <a:pt x="133567" y="27924"/>
                  </a:lnTo>
                  <a:lnTo>
                    <a:pt x="136231" y="36506"/>
                  </a:lnTo>
                  <a:lnTo>
                    <a:pt x="137160" y="45720"/>
                  </a:lnTo>
                  <a:lnTo>
                    <a:pt x="137160" y="6858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Freeform 162"/>
            <p:cNvSpPr/>
            <p:nvPr/>
          </p:nvSpPr>
          <p:spPr>
            <a:xfrm>
              <a:off x="2484425" y="3885400"/>
              <a:ext cx="34379" cy="88582"/>
            </a:xfrm>
            <a:custGeom>
              <a:avLst/>
              <a:gdLst/>
              <a:ahLst/>
              <a:cxnLst/>
              <a:rect l="l" t="t" r="r" b="b"/>
              <a:pathLst>
                <a:path w="34379" h="88582">
                  <a:moveTo>
                    <a:pt x="0" y="0"/>
                  </a:moveTo>
                  <a:lnTo>
                    <a:pt x="7285" y="2534"/>
                  </a:lnTo>
                  <a:lnTo>
                    <a:pt x="13906" y="6169"/>
                  </a:lnTo>
                  <a:lnTo>
                    <a:pt x="19768" y="10784"/>
                  </a:lnTo>
                  <a:lnTo>
                    <a:pt x="24776" y="16257"/>
                  </a:lnTo>
                  <a:lnTo>
                    <a:pt x="28836" y="22466"/>
                  </a:lnTo>
                  <a:lnTo>
                    <a:pt x="31852" y="29289"/>
                  </a:lnTo>
                  <a:lnTo>
                    <a:pt x="33732" y="36605"/>
                  </a:lnTo>
                  <a:lnTo>
                    <a:pt x="34379" y="44291"/>
                  </a:lnTo>
                  <a:lnTo>
                    <a:pt x="33732" y="51977"/>
                  </a:lnTo>
                  <a:lnTo>
                    <a:pt x="31852" y="59293"/>
                  </a:lnTo>
                  <a:lnTo>
                    <a:pt x="28836" y="66116"/>
                  </a:lnTo>
                  <a:lnTo>
                    <a:pt x="24776" y="72325"/>
                  </a:lnTo>
                  <a:lnTo>
                    <a:pt x="19768" y="77798"/>
                  </a:lnTo>
                  <a:lnTo>
                    <a:pt x="13906" y="82413"/>
                  </a:lnTo>
                  <a:lnTo>
                    <a:pt x="7285" y="86049"/>
                  </a:lnTo>
                  <a:lnTo>
                    <a:pt x="0" y="88582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Freeform 163"/>
            <p:cNvSpPr/>
            <p:nvPr/>
          </p:nvSpPr>
          <p:spPr>
            <a:xfrm>
              <a:off x="2507285" y="4022788"/>
              <a:ext cx="34290" cy="66866"/>
            </a:xfrm>
            <a:custGeom>
              <a:avLst/>
              <a:gdLst/>
              <a:ahLst/>
              <a:cxnLst/>
              <a:rect l="l" t="t" r="r" b="b"/>
              <a:pathLst>
                <a:path w="34290" h="66866">
                  <a:moveTo>
                    <a:pt x="34290" y="66866"/>
                  </a:moveTo>
                  <a:lnTo>
                    <a:pt x="34290" y="44006"/>
                  </a:lnTo>
                  <a:lnTo>
                    <a:pt x="33606" y="36370"/>
                  </a:lnTo>
                  <a:lnTo>
                    <a:pt x="31707" y="29106"/>
                  </a:lnTo>
                  <a:lnTo>
                    <a:pt x="28685" y="22331"/>
                  </a:lnTo>
                  <a:lnTo>
                    <a:pt x="24635" y="16167"/>
                  </a:lnTo>
                  <a:lnTo>
                    <a:pt x="19647" y="10732"/>
                  </a:lnTo>
                  <a:lnTo>
                    <a:pt x="13817" y="6147"/>
                  </a:lnTo>
                  <a:lnTo>
                    <a:pt x="7237" y="253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225582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人数</a:t>
            </a:r>
          </a:p>
        </p:txBody>
      </p:sp>
      <p:grpSp>
        <p:nvGrpSpPr>
          <p:cNvPr id="166" name="图标 baby_carriag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67" name="Freeform 166"/>
            <p:cNvSpPr/>
            <p:nvPr/>
          </p:nvSpPr>
          <p:spPr>
            <a:xfrm>
              <a:off x="3467405" y="404393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3581705" y="404393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3421685" y="3883914"/>
              <a:ext cx="205740" cy="125730"/>
            </a:xfrm>
            <a:custGeom>
              <a:avLst/>
              <a:gdLst/>
              <a:ahLst/>
              <a:cxnLst/>
              <a:rect l="l" t="t" r="r" b="b"/>
              <a:pathLst>
                <a:path w="205740" h="125730">
                  <a:moveTo>
                    <a:pt x="0" y="22860"/>
                  </a:moveTo>
                  <a:lnTo>
                    <a:pt x="28575" y="22860"/>
                  </a:lnTo>
                  <a:lnTo>
                    <a:pt x="47229" y="78833"/>
                  </a:lnTo>
                  <a:lnTo>
                    <a:pt x="51495" y="88891"/>
                  </a:lnTo>
                  <a:lnTo>
                    <a:pt x="57184" y="97979"/>
                  </a:lnTo>
                  <a:lnTo>
                    <a:pt x="64137" y="105983"/>
                  </a:lnTo>
                  <a:lnTo>
                    <a:pt x="72195" y="112787"/>
                  </a:lnTo>
                  <a:lnTo>
                    <a:pt x="81199" y="118278"/>
                  </a:lnTo>
                  <a:lnTo>
                    <a:pt x="90990" y="122342"/>
                  </a:lnTo>
                  <a:lnTo>
                    <a:pt x="101410" y="124864"/>
                  </a:lnTo>
                  <a:lnTo>
                    <a:pt x="112300" y="125730"/>
                  </a:lnTo>
                  <a:lnTo>
                    <a:pt x="142875" y="125730"/>
                  </a:lnTo>
                  <a:lnTo>
                    <a:pt x="155546" y="124453"/>
                  </a:lnTo>
                  <a:lnTo>
                    <a:pt x="167347" y="120790"/>
                  </a:lnTo>
                  <a:lnTo>
                    <a:pt x="178025" y="114995"/>
                  </a:lnTo>
                  <a:lnTo>
                    <a:pt x="187329" y="107319"/>
                  </a:lnTo>
                  <a:lnTo>
                    <a:pt x="195005" y="98016"/>
                  </a:lnTo>
                  <a:lnTo>
                    <a:pt x="200800" y="87337"/>
                  </a:lnTo>
                  <a:lnTo>
                    <a:pt x="204463" y="75536"/>
                  </a:lnTo>
                  <a:lnTo>
                    <a:pt x="205740" y="62865"/>
                  </a:lnTo>
                  <a:lnTo>
                    <a:pt x="204463" y="50194"/>
                  </a:lnTo>
                  <a:lnTo>
                    <a:pt x="200800" y="38393"/>
                  </a:lnTo>
                  <a:lnTo>
                    <a:pt x="195005" y="27714"/>
                  </a:lnTo>
                  <a:lnTo>
                    <a:pt x="187329" y="18411"/>
                  </a:lnTo>
                  <a:lnTo>
                    <a:pt x="178025" y="10735"/>
                  </a:lnTo>
                  <a:lnTo>
                    <a:pt x="167347" y="4940"/>
                  </a:lnTo>
                  <a:lnTo>
                    <a:pt x="155546" y="1277"/>
                  </a:lnTo>
                  <a:lnTo>
                    <a:pt x="142875" y="0"/>
                  </a:lnTo>
                  <a:lnTo>
                    <a:pt x="137160" y="0"/>
                  </a:lnTo>
                  <a:lnTo>
                    <a:pt x="137160" y="6858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3467405" y="3952494"/>
              <a:ext cx="160020" cy="0"/>
            </a:xfrm>
            <a:custGeom>
              <a:avLst/>
              <a:gdLst/>
              <a:ahLst/>
              <a:cxnLst/>
              <a:rect l="l" t="t" r="r" b="b"/>
              <a:pathLst>
                <a:path w="160020" h="0">
                  <a:moveTo>
                    <a:pt x="0" y="0"/>
                  </a:moveTo>
                  <a:lnTo>
                    <a:pt x="1600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3501695" y="4009644"/>
              <a:ext cx="11430" cy="34290"/>
            </a:xfrm>
            <a:custGeom>
              <a:avLst/>
              <a:gdLst/>
              <a:ahLst/>
              <a:cxnLst/>
              <a:rect l="l" t="t" r="r" b="b"/>
              <a:pathLst>
                <a:path w="11430" h="34290">
                  <a:moveTo>
                    <a:pt x="0" y="34290"/>
                  </a:moveTo>
                  <a:lnTo>
                    <a:pt x="114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3581705" y="4009644"/>
              <a:ext cx="11430" cy="34290"/>
            </a:xfrm>
            <a:custGeom>
              <a:avLst/>
              <a:gdLst/>
              <a:ahLst/>
              <a:cxnLst/>
              <a:rect l="l" t="t" r="r" b="b"/>
              <a:pathLst>
                <a:path w="11430" h="34290">
                  <a:moveTo>
                    <a:pt x="0" y="0"/>
                  </a:moveTo>
                  <a:lnTo>
                    <a:pt x="1143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335310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儿童</a:t>
            </a:r>
          </a:p>
        </p:txBody>
      </p:sp>
      <p:grpSp>
        <p:nvGrpSpPr>
          <p:cNvPr id="174" name="图标 ol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75" name="Freeform 174"/>
            <p:cNvSpPr/>
            <p:nvPr/>
          </p:nvSpPr>
          <p:spPr>
            <a:xfrm>
              <a:off x="4587545" y="3941064"/>
              <a:ext cx="34290" cy="148590"/>
            </a:xfrm>
            <a:custGeom>
              <a:avLst/>
              <a:gdLst/>
              <a:ahLst/>
              <a:cxnLst/>
              <a:rect l="l" t="t" r="r" b="b"/>
              <a:pathLst>
                <a:path w="34290" h="148590">
                  <a:moveTo>
                    <a:pt x="34290" y="148590"/>
                  </a:moveTo>
                  <a:lnTo>
                    <a:pt x="22860" y="102870"/>
                  </a:lnTo>
                  <a:lnTo>
                    <a:pt x="0" y="6858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4541825" y="3941064"/>
              <a:ext cx="114300" cy="68580"/>
            </a:xfrm>
            <a:custGeom>
              <a:avLst/>
              <a:gdLst/>
              <a:ahLst/>
              <a:cxnLst/>
              <a:rect l="l" t="t" r="r" b="b"/>
              <a:pathLst>
                <a:path w="114300" h="68580">
                  <a:moveTo>
                    <a:pt x="11430" y="68580"/>
                  </a:moveTo>
                  <a:lnTo>
                    <a:pt x="0" y="34290"/>
                  </a:lnTo>
                  <a:lnTo>
                    <a:pt x="45720" y="0"/>
                  </a:lnTo>
                  <a:lnTo>
                    <a:pt x="80010" y="22860"/>
                  </a:lnTo>
                  <a:lnTo>
                    <a:pt x="114300" y="28575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Freeform 176"/>
            <p:cNvSpPr/>
            <p:nvPr/>
          </p:nvSpPr>
          <p:spPr>
            <a:xfrm>
              <a:off x="4576115" y="3883914"/>
              <a:ext cx="22860" cy="22860"/>
            </a:xfrm>
            <a:custGeom>
              <a:avLst/>
              <a:gdLst/>
              <a:ahLst/>
              <a:cxnLst/>
              <a:rect l="l" t="t" r="r" b="b"/>
              <a:pathLst>
                <a:path w="22860" h="22860">
                  <a:moveTo>
                    <a:pt x="0" y="11430"/>
                  </a:moveTo>
                  <a:lnTo>
                    <a:pt x="232" y="13733"/>
                  </a:lnTo>
                  <a:lnTo>
                    <a:pt x="898" y="15878"/>
                  </a:lnTo>
                  <a:lnTo>
                    <a:pt x="1953" y="17819"/>
                  </a:lnTo>
                  <a:lnTo>
                    <a:pt x="3349" y="19511"/>
                  </a:lnTo>
                  <a:lnTo>
                    <a:pt x="5041" y="20907"/>
                  </a:lnTo>
                  <a:lnTo>
                    <a:pt x="6982" y="21961"/>
                  </a:lnTo>
                  <a:lnTo>
                    <a:pt x="9127" y="22628"/>
                  </a:lnTo>
                  <a:lnTo>
                    <a:pt x="11430" y="22860"/>
                  </a:lnTo>
                  <a:lnTo>
                    <a:pt x="13732" y="22628"/>
                  </a:lnTo>
                  <a:lnTo>
                    <a:pt x="15877" y="21961"/>
                  </a:lnTo>
                  <a:lnTo>
                    <a:pt x="17819" y="20907"/>
                  </a:lnTo>
                  <a:lnTo>
                    <a:pt x="19511" y="19511"/>
                  </a:lnTo>
                  <a:lnTo>
                    <a:pt x="20907" y="17819"/>
                  </a:lnTo>
                  <a:lnTo>
                    <a:pt x="21961" y="15878"/>
                  </a:lnTo>
                  <a:lnTo>
                    <a:pt x="22627" y="13733"/>
                  </a:lnTo>
                  <a:lnTo>
                    <a:pt x="22860" y="11430"/>
                  </a:lnTo>
                  <a:lnTo>
                    <a:pt x="22627" y="9127"/>
                  </a:lnTo>
                  <a:lnTo>
                    <a:pt x="21961" y="6982"/>
                  </a:lnTo>
                  <a:lnTo>
                    <a:pt x="20907" y="5041"/>
                  </a:lnTo>
                  <a:lnTo>
                    <a:pt x="19511" y="3349"/>
                  </a:lnTo>
                  <a:lnTo>
                    <a:pt x="17819" y="1953"/>
                  </a:lnTo>
                  <a:lnTo>
                    <a:pt x="15877" y="899"/>
                  </a:lnTo>
                  <a:lnTo>
                    <a:pt x="13732" y="232"/>
                  </a:lnTo>
                  <a:lnTo>
                    <a:pt x="11430" y="0"/>
                  </a:lnTo>
                  <a:lnTo>
                    <a:pt x="9127" y="232"/>
                  </a:lnTo>
                  <a:lnTo>
                    <a:pt x="6982" y="899"/>
                  </a:lnTo>
                  <a:lnTo>
                    <a:pt x="5041" y="1953"/>
                  </a:lnTo>
                  <a:lnTo>
                    <a:pt x="3349" y="3349"/>
                  </a:lnTo>
                  <a:lnTo>
                    <a:pt x="1953" y="5041"/>
                  </a:lnTo>
                  <a:lnTo>
                    <a:pt x="898" y="6982"/>
                  </a:lnTo>
                  <a:lnTo>
                    <a:pt x="232" y="9127"/>
                  </a:ln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Freeform 177"/>
            <p:cNvSpPr/>
            <p:nvPr/>
          </p:nvSpPr>
          <p:spPr>
            <a:xfrm>
              <a:off x="4553255" y="4043934"/>
              <a:ext cx="22860" cy="45720"/>
            </a:xfrm>
            <a:custGeom>
              <a:avLst/>
              <a:gdLst/>
              <a:ahLst/>
              <a:cxnLst/>
              <a:rect l="l" t="t" r="r" b="b"/>
              <a:pathLst>
                <a:path w="22860" h="45720">
                  <a:moveTo>
                    <a:pt x="2286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Freeform 178"/>
            <p:cNvSpPr/>
            <p:nvPr/>
          </p:nvSpPr>
          <p:spPr>
            <a:xfrm>
              <a:off x="4678985" y="3975354"/>
              <a:ext cx="34290" cy="114300"/>
            </a:xfrm>
            <a:custGeom>
              <a:avLst/>
              <a:gdLst/>
              <a:ahLst/>
              <a:cxnLst/>
              <a:rect l="l" t="t" r="r" b="b"/>
              <a:pathLst>
                <a:path w="34290" h="114300">
                  <a:moveTo>
                    <a:pt x="0" y="114300"/>
                  </a:moveTo>
                  <a:lnTo>
                    <a:pt x="0" y="17145"/>
                  </a:lnTo>
                  <a:lnTo>
                    <a:pt x="348" y="13691"/>
                  </a:lnTo>
                  <a:lnTo>
                    <a:pt x="1348" y="10473"/>
                  </a:lnTo>
                  <a:lnTo>
                    <a:pt x="2929" y="7561"/>
                  </a:lnTo>
                  <a:lnTo>
                    <a:pt x="5023" y="5023"/>
                  </a:lnTo>
                  <a:lnTo>
                    <a:pt x="7561" y="2929"/>
                  </a:lnTo>
                  <a:lnTo>
                    <a:pt x="10473" y="1348"/>
                  </a:lnTo>
                  <a:lnTo>
                    <a:pt x="13691" y="349"/>
                  </a:lnTo>
                  <a:lnTo>
                    <a:pt x="17145" y="0"/>
                  </a:lnTo>
                  <a:lnTo>
                    <a:pt x="20599" y="349"/>
                  </a:lnTo>
                  <a:lnTo>
                    <a:pt x="23816" y="1348"/>
                  </a:lnTo>
                  <a:lnTo>
                    <a:pt x="26729" y="2929"/>
                  </a:lnTo>
                  <a:lnTo>
                    <a:pt x="29266" y="5023"/>
                  </a:lnTo>
                  <a:lnTo>
                    <a:pt x="31360" y="7561"/>
                  </a:lnTo>
                  <a:lnTo>
                    <a:pt x="32942" y="10473"/>
                  </a:lnTo>
                  <a:lnTo>
                    <a:pt x="33941" y="13691"/>
                  </a:lnTo>
                  <a:lnTo>
                    <a:pt x="34290" y="17145"/>
                  </a:lnTo>
                  <a:lnTo>
                    <a:pt x="3429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0" name="TextBox 179"/>
          <p:cNvSpPr txBox="1"/>
          <p:nvPr/>
        </p:nvSpPr>
        <p:spPr>
          <a:xfrm>
            <a:off x="445038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长者</a:t>
            </a:r>
          </a:p>
        </p:txBody>
      </p:sp>
      <p:grpSp>
        <p:nvGrpSpPr>
          <p:cNvPr id="181" name="图标 wheelchair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82" name="Freeform 181"/>
            <p:cNvSpPr/>
            <p:nvPr/>
          </p:nvSpPr>
          <p:spPr>
            <a:xfrm>
              <a:off x="5627675" y="3975354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57150"/>
                  </a:moveTo>
                  <a:lnTo>
                    <a:pt x="1161" y="68666"/>
                  </a:lnTo>
                  <a:lnTo>
                    <a:pt x="4492" y="79393"/>
                  </a:lnTo>
                  <a:lnTo>
                    <a:pt x="9761" y="89101"/>
                  </a:lnTo>
                  <a:lnTo>
                    <a:pt x="16740" y="97559"/>
                  </a:lnTo>
                  <a:lnTo>
                    <a:pt x="25199" y="104538"/>
                  </a:lnTo>
                  <a:lnTo>
                    <a:pt x="34906" y="109808"/>
                  </a:lnTo>
                  <a:lnTo>
                    <a:pt x="45633" y="113139"/>
                  </a:lnTo>
                  <a:lnTo>
                    <a:pt x="57150" y="114300"/>
                  </a:lnTo>
                  <a:lnTo>
                    <a:pt x="68666" y="113139"/>
                  </a:lnTo>
                  <a:lnTo>
                    <a:pt x="79393" y="109808"/>
                  </a:lnTo>
                  <a:lnTo>
                    <a:pt x="89101" y="104538"/>
                  </a:lnTo>
                  <a:lnTo>
                    <a:pt x="97559" y="97559"/>
                  </a:lnTo>
                  <a:lnTo>
                    <a:pt x="104538" y="89101"/>
                  </a:lnTo>
                  <a:lnTo>
                    <a:pt x="109808" y="79393"/>
                  </a:lnTo>
                  <a:lnTo>
                    <a:pt x="113139" y="68666"/>
                  </a:lnTo>
                  <a:lnTo>
                    <a:pt x="114300" y="57150"/>
                  </a:lnTo>
                  <a:lnTo>
                    <a:pt x="113139" y="45634"/>
                  </a:lnTo>
                  <a:lnTo>
                    <a:pt x="109808" y="34907"/>
                  </a:lnTo>
                  <a:lnTo>
                    <a:pt x="104538" y="25199"/>
                  </a:lnTo>
                  <a:lnTo>
                    <a:pt x="97559" y="16741"/>
                  </a:lnTo>
                  <a:lnTo>
                    <a:pt x="89101" y="9762"/>
                  </a:lnTo>
                  <a:lnTo>
                    <a:pt x="79393" y="4492"/>
                  </a:lnTo>
                  <a:lnTo>
                    <a:pt x="68666" y="1161"/>
                  </a:lnTo>
                  <a:lnTo>
                    <a:pt x="57150" y="0"/>
                  </a:lnTo>
                  <a:lnTo>
                    <a:pt x="45633" y="1161"/>
                  </a:lnTo>
                  <a:lnTo>
                    <a:pt x="34906" y="4492"/>
                  </a:lnTo>
                  <a:lnTo>
                    <a:pt x="25199" y="9762"/>
                  </a:lnTo>
                  <a:lnTo>
                    <a:pt x="16740" y="16741"/>
                  </a:lnTo>
                  <a:lnTo>
                    <a:pt x="9761" y="25199"/>
                  </a:lnTo>
                  <a:lnTo>
                    <a:pt x="4492" y="34907"/>
                  </a:lnTo>
                  <a:lnTo>
                    <a:pt x="1161" y="45634"/>
                  </a:lnTo>
                  <a:lnTo>
                    <a:pt x="0" y="5715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Freeform 182"/>
            <p:cNvSpPr/>
            <p:nvPr/>
          </p:nvSpPr>
          <p:spPr>
            <a:xfrm>
              <a:off x="5787695" y="4043934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Freeform 183"/>
            <p:cNvSpPr/>
            <p:nvPr/>
          </p:nvSpPr>
          <p:spPr>
            <a:xfrm>
              <a:off x="5737403" y="4009644"/>
              <a:ext cx="73152" cy="34290"/>
            </a:xfrm>
            <a:custGeom>
              <a:avLst/>
              <a:gdLst/>
              <a:ahLst/>
              <a:cxnLst/>
              <a:rect l="l" t="t" r="r" b="b"/>
              <a:pathLst>
                <a:path w="73152" h="34290">
                  <a:moveTo>
                    <a:pt x="73152" y="34290"/>
                  </a:moveTo>
                  <a:lnTo>
                    <a:pt x="72455" y="27379"/>
                  </a:lnTo>
                  <a:lnTo>
                    <a:pt x="70457" y="20942"/>
                  </a:lnTo>
                  <a:lnTo>
                    <a:pt x="67296" y="15117"/>
                  </a:lnTo>
                  <a:lnTo>
                    <a:pt x="63109" y="10043"/>
                  </a:lnTo>
                  <a:lnTo>
                    <a:pt x="58034" y="5856"/>
                  </a:lnTo>
                  <a:lnTo>
                    <a:pt x="52210" y="2694"/>
                  </a:lnTo>
                  <a:lnTo>
                    <a:pt x="45773" y="697"/>
                  </a:lnTo>
                  <a:lnTo>
                    <a:pt x="38862" y="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Freeform 184"/>
            <p:cNvSpPr/>
            <p:nvPr/>
          </p:nvSpPr>
          <p:spPr>
            <a:xfrm>
              <a:off x="5627675" y="3883914"/>
              <a:ext cx="34290" cy="91440"/>
            </a:xfrm>
            <a:custGeom>
              <a:avLst/>
              <a:gdLst/>
              <a:ahLst/>
              <a:cxnLst/>
              <a:rect l="l" t="t" r="r" b="b"/>
              <a:pathLst>
                <a:path w="34290" h="91440">
                  <a:moveTo>
                    <a:pt x="0" y="0"/>
                  </a:moveTo>
                  <a:lnTo>
                    <a:pt x="11430" y="0"/>
                  </a:lnTo>
                  <a:lnTo>
                    <a:pt x="16038" y="464"/>
                  </a:lnTo>
                  <a:lnTo>
                    <a:pt x="20330" y="1796"/>
                  </a:lnTo>
                  <a:lnTo>
                    <a:pt x="24213" y="3903"/>
                  </a:lnTo>
                  <a:lnTo>
                    <a:pt x="27596" y="6694"/>
                  </a:lnTo>
                  <a:lnTo>
                    <a:pt x="30387" y="10077"/>
                  </a:lnTo>
                  <a:lnTo>
                    <a:pt x="32494" y="13960"/>
                  </a:lnTo>
                  <a:lnTo>
                    <a:pt x="33826" y="18251"/>
                  </a:lnTo>
                  <a:lnTo>
                    <a:pt x="34290" y="22860"/>
                  </a:lnTo>
                  <a:lnTo>
                    <a:pt x="34290" y="914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6" name="Freeform 185"/>
            <p:cNvSpPr/>
            <p:nvPr/>
          </p:nvSpPr>
          <p:spPr>
            <a:xfrm>
              <a:off x="5661965" y="3941064"/>
              <a:ext cx="125730" cy="0"/>
            </a:xfrm>
            <a:custGeom>
              <a:avLst/>
              <a:gdLst/>
              <a:ahLst/>
              <a:cxnLst/>
              <a:rect l="l" t="t" r="r" b="b"/>
              <a:pathLst>
                <a:path w="125730" h="0">
                  <a:moveTo>
                    <a:pt x="0" y="0"/>
                  </a:moveTo>
                  <a:lnTo>
                    <a:pt x="12573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Freeform 186"/>
            <p:cNvSpPr/>
            <p:nvPr/>
          </p:nvSpPr>
          <p:spPr>
            <a:xfrm>
              <a:off x="5764835" y="3941064"/>
              <a:ext cx="0" cy="68580"/>
            </a:xfrm>
            <a:custGeom>
              <a:avLst/>
              <a:gdLst/>
              <a:ahLst/>
              <a:cxnLst/>
              <a:rect l="l" t="t" r="r" b="b"/>
              <a:pathLst>
                <a:path w="0" h="68580">
                  <a:moveTo>
                    <a:pt x="0" y="0"/>
                  </a:moveTo>
                  <a:lnTo>
                    <a:pt x="0" y="6858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8" name="TextBox 187"/>
          <p:cNvSpPr txBox="1"/>
          <p:nvPr/>
        </p:nvSpPr>
        <p:spPr>
          <a:xfrm>
            <a:off x="554766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无障碍</a:t>
            </a:r>
          </a:p>
        </p:txBody>
      </p:sp>
      <p:grpSp>
        <p:nvGrpSpPr>
          <p:cNvPr id="189" name="图标 hear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0" name="Freeform 189"/>
            <p:cNvSpPr/>
            <p:nvPr/>
          </p:nvSpPr>
          <p:spPr>
            <a:xfrm>
              <a:off x="6724821" y="3895236"/>
              <a:ext cx="205814" cy="182988"/>
            </a:xfrm>
            <a:custGeom>
              <a:avLst/>
              <a:gdLst/>
              <a:ahLst/>
              <a:cxnLst/>
              <a:rect l="l" t="t" r="r" b="b"/>
              <a:pathLst>
                <a:path w="205814" h="182988">
                  <a:moveTo>
                    <a:pt x="188729" y="98086"/>
                  </a:moveTo>
                  <a:lnTo>
                    <a:pt x="103004" y="182988"/>
                  </a:lnTo>
                  <a:lnTo>
                    <a:pt x="17279" y="98086"/>
                  </a:lnTo>
                  <a:lnTo>
                    <a:pt x="11959" y="92132"/>
                  </a:lnTo>
                  <a:lnTo>
                    <a:pt x="7578" y="85595"/>
                  </a:lnTo>
                  <a:lnTo>
                    <a:pt x="4164" y="78581"/>
                  </a:lnTo>
                  <a:lnTo>
                    <a:pt x="1745" y="71200"/>
                  </a:lnTo>
                  <a:lnTo>
                    <a:pt x="348" y="63558"/>
                  </a:lnTo>
                  <a:lnTo>
                    <a:pt x="0" y="55766"/>
                  </a:lnTo>
                  <a:lnTo>
                    <a:pt x="729" y="47930"/>
                  </a:lnTo>
                  <a:lnTo>
                    <a:pt x="2562" y="40159"/>
                  </a:lnTo>
                  <a:lnTo>
                    <a:pt x="5459" y="32719"/>
                  </a:lnTo>
                  <a:lnTo>
                    <a:pt x="9301" y="25851"/>
                  </a:lnTo>
                  <a:lnTo>
                    <a:pt x="14007" y="19629"/>
                  </a:lnTo>
                  <a:lnTo>
                    <a:pt x="19490" y="14128"/>
                  </a:lnTo>
                  <a:lnTo>
                    <a:pt x="25669" y="9420"/>
                  </a:lnTo>
                  <a:lnTo>
                    <a:pt x="32458" y="5578"/>
                  </a:lnTo>
                  <a:lnTo>
                    <a:pt x="39773" y="2677"/>
                  </a:lnTo>
                  <a:lnTo>
                    <a:pt x="47531" y="790"/>
                  </a:lnTo>
                  <a:lnTo>
                    <a:pt x="55476" y="0"/>
                  </a:lnTo>
                  <a:lnTo>
                    <a:pt x="63340" y="314"/>
                  </a:lnTo>
                  <a:lnTo>
                    <a:pt x="71018" y="1689"/>
                  </a:lnTo>
                  <a:lnTo>
                    <a:pt x="78407" y="4084"/>
                  </a:lnTo>
                  <a:lnTo>
                    <a:pt x="85404" y="7458"/>
                  </a:lnTo>
                  <a:lnTo>
                    <a:pt x="91905" y="11769"/>
                  </a:lnTo>
                  <a:lnTo>
                    <a:pt x="97806" y="16976"/>
                  </a:lnTo>
                  <a:lnTo>
                    <a:pt x="103004" y="23037"/>
                  </a:lnTo>
                  <a:lnTo>
                    <a:pt x="108217" y="17023"/>
                  </a:lnTo>
                  <a:lnTo>
                    <a:pt x="114125" y="11861"/>
                  </a:lnTo>
                  <a:lnTo>
                    <a:pt x="120625" y="7592"/>
                  </a:lnTo>
                  <a:lnTo>
                    <a:pt x="127615" y="4257"/>
                  </a:lnTo>
                  <a:lnTo>
                    <a:pt x="134990" y="1896"/>
                  </a:lnTo>
                  <a:lnTo>
                    <a:pt x="142650" y="550"/>
                  </a:lnTo>
                  <a:lnTo>
                    <a:pt x="150489" y="260"/>
                  </a:lnTo>
                  <a:lnTo>
                    <a:pt x="158407" y="1066"/>
                  </a:lnTo>
                  <a:lnTo>
                    <a:pt x="166137" y="2962"/>
                  </a:lnTo>
                  <a:lnTo>
                    <a:pt x="173426" y="5865"/>
                  </a:lnTo>
                  <a:lnTo>
                    <a:pt x="180190" y="9702"/>
                  </a:lnTo>
                  <a:lnTo>
                    <a:pt x="186346" y="14400"/>
                  </a:lnTo>
                  <a:lnTo>
                    <a:pt x="191812" y="19886"/>
                  </a:lnTo>
                  <a:lnTo>
                    <a:pt x="196504" y="26088"/>
                  </a:lnTo>
                  <a:lnTo>
                    <a:pt x="200339" y="32932"/>
                  </a:lnTo>
                  <a:lnTo>
                    <a:pt x="203233" y="40346"/>
                  </a:lnTo>
                  <a:lnTo>
                    <a:pt x="205073" y="48089"/>
                  </a:lnTo>
                  <a:lnTo>
                    <a:pt x="205814" y="55899"/>
                  </a:lnTo>
                  <a:lnTo>
                    <a:pt x="205486" y="63669"/>
                  </a:lnTo>
                  <a:lnTo>
                    <a:pt x="204114" y="71291"/>
                  </a:lnTo>
                  <a:lnTo>
                    <a:pt x="201725" y="78657"/>
                  </a:lnTo>
                  <a:lnTo>
                    <a:pt x="198347" y="85662"/>
                  </a:lnTo>
                  <a:lnTo>
                    <a:pt x="194006" y="92197"/>
                  </a:lnTo>
                  <a:lnTo>
                    <a:pt x="188729" y="98155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1" name="TextBox 190"/>
          <p:cNvSpPr txBox="1"/>
          <p:nvPr/>
        </p:nvSpPr>
        <p:spPr>
          <a:xfrm>
            <a:off x="664494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纪念日、偏好</a:t>
            </a:r>
          </a:p>
        </p:txBody>
      </p:sp>
      <p:grpSp>
        <p:nvGrpSpPr>
          <p:cNvPr id="192" name="图标 headse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3" name="Freeform 192"/>
            <p:cNvSpPr/>
            <p:nvPr/>
          </p:nvSpPr>
          <p:spPr>
            <a:xfrm>
              <a:off x="7833665" y="3883914"/>
              <a:ext cx="182880" cy="125730"/>
            </a:xfrm>
            <a:custGeom>
              <a:avLst/>
              <a:gdLst/>
              <a:ahLst/>
              <a:cxnLst/>
              <a:rect l="l" t="t" r="r" b="b"/>
              <a:pathLst>
                <a:path w="182880" h="125730">
                  <a:moveTo>
                    <a:pt x="0" y="125730"/>
                  </a:moveTo>
                  <a:lnTo>
                    <a:pt x="0" y="91440"/>
                  </a:lnTo>
                  <a:lnTo>
                    <a:pt x="1858" y="73013"/>
                  </a:lnTo>
                  <a:lnTo>
                    <a:pt x="7186" y="55849"/>
                  </a:lnTo>
                  <a:lnTo>
                    <a:pt x="15617" y="40316"/>
                  </a:lnTo>
                  <a:lnTo>
                    <a:pt x="26783" y="26783"/>
                  </a:lnTo>
                  <a:lnTo>
                    <a:pt x="40316" y="15617"/>
                  </a:lnTo>
                  <a:lnTo>
                    <a:pt x="55849" y="7186"/>
                  </a:lnTo>
                  <a:lnTo>
                    <a:pt x="73012" y="1858"/>
                  </a:lnTo>
                  <a:lnTo>
                    <a:pt x="91440" y="0"/>
                  </a:lnTo>
                  <a:lnTo>
                    <a:pt x="109867" y="1858"/>
                  </a:lnTo>
                  <a:lnTo>
                    <a:pt x="127031" y="7186"/>
                  </a:lnTo>
                  <a:lnTo>
                    <a:pt x="142563" y="15617"/>
                  </a:lnTo>
                  <a:lnTo>
                    <a:pt x="156096" y="26783"/>
                  </a:lnTo>
                  <a:lnTo>
                    <a:pt x="167262" y="40316"/>
                  </a:lnTo>
                  <a:lnTo>
                    <a:pt x="175694" y="55849"/>
                  </a:lnTo>
                  <a:lnTo>
                    <a:pt x="181022" y="73013"/>
                  </a:lnTo>
                  <a:lnTo>
                    <a:pt x="182880" y="91440"/>
                  </a:lnTo>
                  <a:lnTo>
                    <a:pt x="182880" y="1257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Freeform 193"/>
            <p:cNvSpPr/>
            <p:nvPr/>
          </p:nvSpPr>
          <p:spPr>
            <a:xfrm>
              <a:off x="7925105" y="4066794"/>
              <a:ext cx="68580" cy="34290"/>
            </a:xfrm>
            <a:custGeom>
              <a:avLst/>
              <a:gdLst/>
              <a:ahLst/>
              <a:cxnLst/>
              <a:rect l="l" t="t" r="r" b="b"/>
              <a:pathLst>
                <a:path w="68580" h="34290">
                  <a:moveTo>
                    <a:pt x="68580" y="0"/>
                  </a:moveTo>
                  <a:lnTo>
                    <a:pt x="67187" y="6911"/>
                  </a:lnTo>
                  <a:lnTo>
                    <a:pt x="63191" y="13348"/>
                  </a:lnTo>
                  <a:lnTo>
                    <a:pt x="56868" y="19173"/>
                  </a:lnTo>
                  <a:lnTo>
                    <a:pt x="48494" y="24247"/>
                  </a:lnTo>
                  <a:lnTo>
                    <a:pt x="38345" y="28434"/>
                  </a:lnTo>
                  <a:lnTo>
                    <a:pt x="26696" y="31596"/>
                  </a:lnTo>
                  <a:lnTo>
                    <a:pt x="13822" y="33593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Freeform 194"/>
            <p:cNvSpPr/>
            <p:nvPr/>
          </p:nvSpPr>
          <p:spPr>
            <a:xfrm>
              <a:off x="7833665" y="3986784"/>
              <a:ext cx="57150" cy="80010"/>
            </a:xfrm>
            <a:custGeom>
              <a:avLst/>
              <a:gdLst/>
              <a:ahLst/>
              <a:cxnLst/>
              <a:rect l="l" t="t" r="r" b="b"/>
              <a:pathLst>
                <a:path w="57150" h="80010">
                  <a:moveTo>
                    <a:pt x="0" y="22860"/>
                  </a:move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34290" y="0"/>
                  </a:lnTo>
                  <a:lnTo>
                    <a:pt x="38898" y="464"/>
                  </a:lnTo>
                  <a:lnTo>
                    <a:pt x="43190" y="1796"/>
                  </a:lnTo>
                  <a:lnTo>
                    <a:pt x="47073" y="3903"/>
                  </a:lnTo>
                  <a:lnTo>
                    <a:pt x="50456" y="6694"/>
                  </a:lnTo>
                  <a:lnTo>
                    <a:pt x="53247" y="10077"/>
                  </a:lnTo>
                  <a:lnTo>
                    <a:pt x="55354" y="13960"/>
                  </a:lnTo>
                  <a:lnTo>
                    <a:pt x="56686" y="18251"/>
                  </a:lnTo>
                  <a:lnTo>
                    <a:pt x="57150" y="22860"/>
                  </a:lnTo>
                  <a:lnTo>
                    <a:pt x="57150" y="57150"/>
                  </a:lnTo>
                  <a:lnTo>
                    <a:pt x="56686" y="61759"/>
                  </a:lnTo>
                  <a:lnTo>
                    <a:pt x="55354" y="66050"/>
                  </a:lnTo>
                  <a:lnTo>
                    <a:pt x="53247" y="69933"/>
                  </a:lnTo>
                  <a:lnTo>
                    <a:pt x="50456" y="73316"/>
                  </a:lnTo>
                  <a:lnTo>
                    <a:pt x="47073" y="76107"/>
                  </a:lnTo>
                  <a:lnTo>
                    <a:pt x="43190" y="78214"/>
                  </a:lnTo>
                  <a:lnTo>
                    <a:pt x="38898" y="79546"/>
                  </a:lnTo>
                  <a:lnTo>
                    <a:pt x="34290" y="80010"/>
                  </a:lnTo>
                  <a:lnTo>
                    <a:pt x="22860" y="80010"/>
                  </a:lnTo>
                  <a:lnTo>
                    <a:pt x="18251" y="79546"/>
                  </a:lnTo>
                  <a:lnTo>
                    <a:pt x="13960" y="78214"/>
                  </a:lnTo>
                  <a:lnTo>
                    <a:pt x="10076" y="76107"/>
                  </a:lnTo>
                  <a:lnTo>
                    <a:pt x="6693" y="73316"/>
                  </a:lnTo>
                  <a:lnTo>
                    <a:pt x="3903" y="69933"/>
                  </a:lnTo>
                  <a:lnTo>
                    <a:pt x="1796" y="66050"/>
                  </a:lnTo>
                  <a:lnTo>
                    <a:pt x="464" y="61759"/>
                  </a:lnTo>
                  <a:lnTo>
                    <a:pt x="0" y="57150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Freeform 195"/>
            <p:cNvSpPr/>
            <p:nvPr/>
          </p:nvSpPr>
          <p:spPr>
            <a:xfrm>
              <a:off x="7959395" y="3986784"/>
              <a:ext cx="57150" cy="80010"/>
            </a:xfrm>
            <a:custGeom>
              <a:avLst/>
              <a:gdLst/>
              <a:ahLst/>
              <a:cxnLst/>
              <a:rect l="l" t="t" r="r" b="b"/>
              <a:pathLst>
                <a:path w="57150" h="80010">
                  <a:moveTo>
                    <a:pt x="0" y="22860"/>
                  </a:move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34290" y="0"/>
                  </a:lnTo>
                  <a:lnTo>
                    <a:pt x="38898" y="464"/>
                  </a:lnTo>
                  <a:lnTo>
                    <a:pt x="43190" y="1796"/>
                  </a:lnTo>
                  <a:lnTo>
                    <a:pt x="47073" y="3903"/>
                  </a:lnTo>
                  <a:lnTo>
                    <a:pt x="50456" y="6694"/>
                  </a:lnTo>
                  <a:lnTo>
                    <a:pt x="53247" y="10077"/>
                  </a:lnTo>
                  <a:lnTo>
                    <a:pt x="55354" y="13960"/>
                  </a:lnTo>
                  <a:lnTo>
                    <a:pt x="56686" y="18251"/>
                  </a:lnTo>
                  <a:lnTo>
                    <a:pt x="57150" y="22860"/>
                  </a:lnTo>
                  <a:lnTo>
                    <a:pt x="57150" y="57150"/>
                  </a:lnTo>
                  <a:lnTo>
                    <a:pt x="56686" y="61759"/>
                  </a:lnTo>
                  <a:lnTo>
                    <a:pt x="55354" y="66050"/>
                  </a:lnTo>
                  <a:lnTo>
                    <a:pt x="53247" y="69933"/>
                  </a:lnTo>
                  <a:lnTo>
                    <a:pt x="50456" y="73316"/>
                  </a:lnTo>
                  <a:lnTo>
                    <a:pt x="47073" y="76107"/>
                  </a:lnTo>
                  <a:lnTo>
                    <a:pt x="43190" y="78214"/>
                  </a:lnTo>
                  <a:lnTo>
                    <a:pt x="38898" y="79546"/>
                  </a:lnTo>
                  <a:lnTo>
                    <a:pt x="34290" y="80010"/>
                  </a:lnTo>
                  <a:lnTo>
                    <a:pt x="22860" y="80010"/>
                  </a:lnTo>
                  <a:lnTo>
                    <a:pt x="18251" y="79546"/>
                  </a:lnTo>
                  <a:lnTo>
                    <a:pt x="13960" y="78214"/>
                  </a:lnTo>
                  <a:lnTo>
                    <a:pt x="10076" y="76107"/>
                  </a:lnTo>
                  <a:lnTo>
                    <a:pt x="6693" y="73316"/>
                  </a:lnTo>
                  <a:lnTo>
                    <a:pt x="3903" y="69933"/>
                  </a:lnTo>
                  <a:lnTo>
                    <a:pt x="1796" y="66050"/>
                  </a:lnTo>
                  <a:lnTo>
                    <a:pt x="464" y="61759"/>
                  </a:lnTo>
                  <a:lnTo>
                    <a:pt x="0" y="57150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TextBox 196"/>
          <p:cNvSpPr txBox="1"/>
          <p:nvPr/>
        </p:nvSpPr>
        <p:spPr>
          <a:xfrm>
            <a:off x="774222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顾问</a:t>
            </a:r>
          </a:p>
        </p:txBody>
      </p:sp>
      <p:grpSp>
        <p:nvGrpSpPr>
          <p:cNvPr id="198" name="图标 phon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99" name="Freeform 198"/>
            <p:cNvSpPr/>
            <p:nvPr/>
          </p:nvSpPr>
          <p:spPr>
            <a:xfrm>
              <a:off x="8919515" y="3895344"/>
              <a:ext cx="194310" cy="194310"/>
            </a:xfrm>
            <a:custGeom>
              <a:avLst/>
              <a:gdLst/>
              <a:ahLst/>
              <a:cxnLst/>
              <a:rect l="l" t="t" r="r" b="b"/>
              <a:pathLst>
                <a:path w="194310" h="194310">
                  <a:moveTo>
                    <a:pt x="22860" y="0"/>
                  </a:moveTo>
                  <a:lnTo>
                    <a:pt x="68580" y="0"/>
                  </a:lnTo>
                  <a:lnTo>
                    <a:pt x="91440" y="57150"/>
                  </a:lnTo>
                  <a:lnTo>
                    <a:pt x="62865" y="74295"/>
                  </a:lnTo>
                  <a:lnTo>
                    <a:pt x="67817" y="83375"/>
                  </a:lnTo>
                  <a:lnTo>
                    <a:pt x="73468" y="91974"/>
                  </a:lnTo>
                  <a:lnTo>
                    <a:pt x="79782" y="100057"/>
                  </a:lnTo>
                  <a:lnTo>
                    <a:pt x="86722" y="107587"/>
                  </a:lnTo>
                  <a:lnTo>
                    <a:pt x="94252" y="114528"/>
                  </a:lnTo>
                  <a:lnTo>
                    <a:pt x="102335" y="120842"/>
                  </a:lnTo>
                  <a:lnTo>
                    <a:pt x="110935" y="126493"/>
                  </a:lnTo>
                  <a:lnTo>
                    <a:pt x="120015" y="131445"/>
                  </a:lnTo>
                  <a:lnTo>
                    <a:pt x="137160" y="102870"/>
                  </a:lnTo>
                  <a:lnTo>
                    <a:pt x="194310" y="125730"/>
                  </a:lnTo>
                  <a:lnTo>
                    <a:pt x="194310" y="171450"/>
                  </a:lnTo>
                  <a:lnTo>
                    <a:pt x="193845" y="176057"/>
                  </a:lnTo>
                  <a:lnTo>
                    <a:pt x="192513" y="180348"/>
                  </a:lnTo>
                  <a:lnTo>
                    <a:pt x="190406" y="184231"/>
                  </a:lnTo>
                  <a:lnTo>
                    <a:pt x="187614" y="187614"/>
                  </a:lnTo>
                  <a:lnTo>
                    <a:pt x="184231" y="190406"/>
                  </a:lnTo>
                  <a:lnTo>
                    <a:pt x="180348" y="192514"/>
                  </a:lnTo>
                  <a:lnTo>
                    <a:pt x="176057" y="193846"/>
                  </a:lnTo>
                  <a:lnTo>
                    <a:pt x="171450" y="194310"/>
                  </a:lnTo>
                  <a:lnTo>
                    <a:pt x="137822" y="189118"/>
                  </a:lnTo>
                  <a:lnTo>
                    <a:pt x="106524" y="178130"/>
                  </a:lnTo>
                  <a:lnTo>
                    <a:pt x="78133" y="161926"/>
                  </a:lnTo>
                  <a:lnTo>
                    <a:pt x="53227" y="141082"/>
                  </a:lnTo>
                  <a:lnTo>
                    <a:pt x="32384" y="116176"/>
                  </a:lnTo>
                  <a:lnTo>
                    <a:pt x="16179" y="87786"/>
                  </a:lnTo>
                  <a:lnTo>
                    <a:pt x="5192" y="56488"/>
                  </a:lnTo>
                  <a:lnTo>
                    <a:pt x="0" y="22860"/>
                  </a:ln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0" name="TextBox 199"/>
          <p:cNvSpPr txBox="1"/>
          <p:nvPr/>
        </p:nvSpPr>
        <p:spPr>
          <a:xfrm>
            <a:off x="883950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电话</a:t>
            </a:r>
          </a:p>
        </p:txBody>
      </p:sp>
      <p:grpSp>
        <p:nvGrpSpPr>
          <p:cNvPr id="201" name="图标 messag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02" name="Freeform 201"/>
            <p:cNvSpPr/>
            <p:nvPr/>
          </p:nvSpPr>
          <p:spPr>
            <a:xfrm>
              <a:off x="10073945" y="3952494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Freeform 202"/>
            <p:cNvSpPr/>
            <p:nvPr/>
          </p:nvSpPr>
          <p:spPr>
            <a:xfrm>
              <a:off x="10073945" y="3998214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80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Freeform 203"/>
            <p:cNvSpPr/>
            <p:nvPr/>
          </p:nvSpPr>
          <p:spPr>
            <a:xfrm>
              <a:off x="10016795" y="3895344"/>
              <a:ext cx="205740" cy="194310"/>
            </a:xfrm>
            <a:custGeom>
              <a:avLst/>
              <a:gdLst/>
              <a:ahLst/>
              <a:cxnLst/>
              <a:rect l="l" t="t" r="r" b="b"/>
              <a:pathLst>
                <a:path w="205740" h="194310">
                  <a:moveTo>
                    <a:pt x="171450" y="0"/>
                  </a:moveTo>
                  <a:lnTo>
                    <a:pt x="178360" y="697"/>
                  </a:lnTo>
                  <a:lnTo>
                    <a:pt x="184797" y="2695"/>
                  </a:lnTo>
                  <a:lnTo>
                    <a:pt x="190622" y="5856"/>
                  </a:lnTo>
                  <a:lnTo>
                    <a:pt x="195696" y="10043"/>
                  </a:lnTo>
                  <a:lnTo>
                    <a:pt x="199884" y="15118"/>
                  </a:lnTo>
                  <a:lnTo>
                    <a:pt x="203045" y="20943"/>
                  </a:lnTo>
                  <a:lnTo>
                    <a:pt x="205043" y="27379"/>
                  </a:lnTo>
                  <a:lnTo>
                    <a:pt x="205740" y="34290"/>
                  </a:lnTo>
                  <a:lnTo>
                    <a:pt x="205740" y="125730"/>
                  </a:lnTo>
                  <a:lnTo>
                    <a:pt x="205043" y="132641"/>
                  </a:lnTo>
                  <a:lnTo>
                    <a:pt x="203045" y="139077"/>
                  </a:lnTo>
                  <a:lnTo>
                    <a:pt x="199884" y="144902"/>
                  </a:lnTo>
                  <a:lnTo>
                    <a:pt x="195696" y="149977"/>
                  </a:lnTo>
                  <a:lnTo>
                    <a:pt x="190622" y="154164"/>
                  </a:lnTo>
                  <a:lnTo>
                    <a:pt x="184797" y="157325"/>
                  </a:lnTo>
                  <a:lnTo>
                    <a:pt x="178360" y="159323"/>
                  </a:lnTo>
                  <a:lnTo>
                    <a:pt x="171450" y="160020"/>
                  </a:lnTo>
                  <a:lnTo>
                    <a:pt x="114300" y="160020"/>
                  </a:lnTo>
                  <a:lnTo>
                    <a:pt x="57150" y="194310"/>
                  </a:lnTo>
                  <a:lnTo>
                    <a:pt x="57150" y="160020"/>
                  </a:lnTo>
                  <a:lnTo>
                    <a:pt x="34290" y="160020"/>
                  </a:lnTo>
                  <a:lnTo>
                    <a:pt x="27379" y="159323"/>
                  </a:lnTo>
                  <a:lnTo>
                    <a:pt x="20943" y="157325"/>
                  </a:lnTo>
                  <a:lnTo>
                    <a:pt x="15118" y="154164"/>
                  </a:lnTo>
                  <a:lnTo>
                    <a:pt x="10043" y="149977"/>
                  </a:lnTo>
                  <a:lnTo>
                    <a:pt x="5856" y="144902"/>
                  </a:lnTo>
                  <a:lnTo>
                    <a:pt x="2694" y="139077"/>
                  </a:lnTo>
                  <a:lnTo>
                    <a:pt x="696" y="132641"/>
                  </a:lnTo>
                  <a:lnTo>
                    <a:pt x="0" y="125730"/>
                  </a:lnTo>
                  <a:lnTo>
                    <a:pt x="0" y="34290"/>
                  </a:lnTo>
                  <a:lnTo>
                    <a:pt x="696" y="27379"/>
                  </a:lnTo>
                  <a:lnTo>
                    <a:pt x="2694" y="20943"/>
                  </a:lnTo>
                  <a:lnTo>
                    <a:pt x="5856" y="15118"/>
                  </a:lnTo>
                  <a:lnTo>
                    <a:pt x="10043" y="10043"/>
                  </a:lnTo>
                  <a:lnTo>
                    <a:pt x="15118" y="5856"/>
                  </a:lnTo>
                  <a:lnTo>
                    <a:pt x="20943" y="2695"/>
                  </a:lnTo>
                  <a:lnTo>
                    <a:pt x="27379" y="697"/>
                  </a:lnTo>
                  <a:lnTo>
                    <a:pt x="34290" y="0"/>
                  </a:lnTo>
                  <a:lnTo>
                    <a:pt x="17145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05" name="TextBox 204"/>
          <p:cNvSpPr txBox="1"/>
          <p:nvPr/>
        </p:nvSpPr>
        <p:spPr>
          <a:xfrm>
            <a:off x="9936785" y="417880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消息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75665" y="458114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办理与付款</a:t>
            </a:r>
          </a:p>
        </p:txBody>
      </p:sp>
      <p:grpSp>
        <p:nvGrpSpPr>
          <p:cNvPr id="207" name="图标 checklis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08" name="Freeform 207"/>
            <p:cNvSpPr/>
            <p:nvPr/>
          </p:nvSpPr>
          <p:spPr>
            <a:xfrm>
              <a:off x="2358695" y="4553712"/>
              <a:ext cx="137160" cy="182880"/>
            </a:xfrm>
            <a:custGeom>
              <a:avLst/>
              <a:gdLst/>
              <a:ahLst/>
              <a:cxnLst/>
              <a:rect l="l" t="t" r="r" b="b"/>
              <a:pathLst>
                <a:path w="137160" h="182880">
                  <a:moveTo>
                    <a:pt x="52749" y="182880"/>
                  </a:moveTo>
                  <a:lnTo>
                    <a:pt x="22860" y="182880"/>
                  </a:lnTo>
                  <a:lnTo>
                    <a:pt x="18253" y="182416"/>
                  </a:lnTo>
                  <a:lnTo>
                    <a:pt x="13962" y="181084"/>
                  </a:lnTo>
                  <a:lnTo>
                    <a:pt x="10079" y="178976"/>
                  </a:lnTo>
                  <a:lnTo>
                    <a:pt x="6695" y="176184"/>
                  </a:lnTo>
                  <a:lnTo>
                    <a:pt x="3904" y="172801"/>
                  </a:lnTo>
                  <a:lnTo>
                    <a:pt x="1796" y="168918"/>
                  </a:lnTo>
                  <a:lnTo>
                    <a:pt x="464" y="164627"/>
                  </a:lnTo>
                  <a:lnTo>
                    <a:pt x="0" y="160020"/>
                  </a:lnTo>
                  <a:lnTo>
                    <a:pt x="0" y="22860"/>
                  </a:ln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  <a:lnTo>
                    <a:pt x="114300" y="0"/>
                  </a:lnTo>
                  <a:lnTo>
                    <a:pt x="118907" y="464"/>
                  </a:lnTo>
                  <a:lnTo>
                    <a:pt x="123198" y="1796"/>
                  </a:lnTo>
                  <a:lnTo>
                    <a:pt x="127081" y="3904"/>
                  </a:lnTo>
                  <a:lnTo>
                    <a:pt x="130464" y="6696"/>
                  </a:lnTo>
                  <a:lnTo>
                    <a:pt x="133256" y="10079"/>
                  </a:lnTo>
                  <a:lnTo>
                    <a:pt x="135363" y="13962"/>
                  </a:lnTo>
                  <a:lnTo>
                    <a:pt x="136695" y="18253"/>
                  </a:lnTo>
                  <a:lnTo>
                    <a:pt x="137160" y="22860"/>
                  </a:lnTo>
                  <a:lnTo>
                    <a:pt x="137160" y="11430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Freeform 208"/>
            <p:cNvSpPr/>
            <p:nvPr/>
          </p:nvSpPr>
          <p:spPr>
            <a:xfrm>
              <a:off x="2461565" y="4702302"/>
              <a:ext cx="68580" cy="45720"/>
            </a:xfrm>
            <a:custGeom>
              <a:avLst/>
              <a:gdLst/>
              <a:ahLst/>
              <a:cxnLst/>
              <a:rect l="l" t="t" r="r" b="b"/>
              <a:pathLst>
                <a:path w="68580" h="45720">
                  <a:moveTo>
                    <a:pt x="0" y="22860"/>
                  </a:moveTo>
                  <a:lnTo>
                    <a:pt x="22860" y="45720"/>
                  </a:ln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0" name="Freeform 209"/>
            <p:cNvSpPr/>
            <p:nvPr/>
          </p:nvSpPr>
          <p:spPr>
            <a:xfrm>
              <a:off x="2404415" y="4599432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 h="0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1" name="Freeform 210"/>
            <p:cNvSpPr/>
            <p:nvPr/>
          </p:nvSpPr>
          <p:spPr>
            <a:xfrm>
              <a:off x="2404415" y="4645152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2" name="TextBox 211"/>
          <p:cNvSpPr txBox="1"/>
          <p:nvPr/>
        </p:nvSpPr>
        <p:spPr>
          <a:xfrm>
            <a:off x="225582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核实余位</a:t>
            </a:r>
          </a:p>
        </p:txBody>
      </p:sp>
      <p:grpSp>
        <p:nvGrpSpPr>
          <p:cNvPr id="213" name="图标 contrac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14" name="Freeform 213"/>
            <p:cNvSpPr/>
            <p:nvPr/>
          </p:nvSpPr>
          <p:spPr>
            <a:xfrm>
              <a:off x="3433115" y="4702302"/>
              <a:ext cx="62865" cy="45720"/>
            </a:xfrm>
            <a:custGeom>
              <a:avLst/>
              <a:gdLst/>
              <a:ahLst/>
              <a:cxnLst/>
              <a:rect l="l" t="t" r="r" b="b"/>
              <a:pathLst>
                <a:path w="62865" h="45720">
                  <a:moveTo>
                    <a:pt x="57150" y="45720"/>
                  </a:moveTo>
                  <a:lnTo>
                    <a:pt x="34290" y="45720"/>
                  </a:lnTo>
                  <a:lnTo>
                    <a:pt x="27379" y="45023"/>
                  </a:lnTo>
                  <a:lnTo>
                    <a:pt x="20942" y="43026"/>
                  </a:lnTo>
                  <a:lnTo>
                    <a:pt x="15117" y="39864"/>
                  </a:lnTo>
                  <a:lnTo>
                    <a:pt x="10042" y="35677"/>
                  </a:lnTo>
                  <a:lnTo>
                    <a:pt x="5856" y="30603"/>
                  </a:lnTo>
                  <a:lnTo>
                    <a:pt x="2694" y="24778"/>
                  </a:lnTo>
                  <a:lnTo>
                    <a:pt x="696" y="18341"/>
                  </a:lnTo>
                  <a:lnTo>
                    <a:pt x="0" y="11430"/>
                  </a:lnTo>
                  <a:lnTo>
                    <a:pt x="0" y="0"/>
                  </a:lnTo>
                  <a:lnTo>
                    <a:pt x="62865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5" name="Freeform 214"/>
            <p:cNvSpPr/>
            <p:nvPr/>
          </p:nvSpPr>
          <p:spPr>
            <a:xfrm>
              <a:off x="3593135" y="4542282"/>
              <a:ext cx="45720" cy="62865"/>
            </a:xfrm>
            <a:custGeom>
              <a:avLst/>
              <a:gdLst/>
              <a:ahLst/>
              <a:cxnLst/>
              <a:rect l="l" t="t" r="r" b="b"/>
              <a:pathLst>
                <a:path w="45720" h="62865">
                  <a:moveTo>
                    <a:pt x="0" y="62865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27468" y="464"/>
                  </a:lnTo>
                  <a:lnTo>
                    <a:pt x="31760" y="1796"/>
                  </a:lnTo>
                  <a:lnTo>
                    <a:pt x="35643" y="3903"/>
                  </a:lnTo>
                  <a:lnTo>
                    <a:pt x="39026" y="6694"/>
                  </a:lnTo>
                  <a:lnTo>
                    <a:pt x="41817" y="10077"/>
                  </a:lnTo>
                  <a:lnTo>
                    <a:pt x="43924" y="13960"/>
                  </a:lnTo>
                  <a:lnTo>
                    <a:pt x="45256" y="18251"/>
                  </a:lnTo>
                  <a:lnTo>
                    <a:pt x="45720" y="22860"/>
                  </a:lnTo>
                  <a:lnTo>
                    <a:pt x="45256" y="27469"/>
                  </a:lnTo>
                  <a:lnTo>
                    <a:pt x="43924" y="31760"/>
                  </a:lnTo>
                  <a:lnTo>
                    <a:pt x="41817" y="35643"/>
                  </a:lnTo>
                  <a:lnTo>
                    <a:pt x="39026" y="39026"/>
                  </a:lnTo>
                  <a:lnTo>
                    <a:pt x="35643" y="41817"/>
                  </a:lnTo>
                  <a:lnTo>
                    <a:pt x="31760" y="43924"/>
                  </a:lnTo>
                  <a:lnTo>
                    <a:pt x="27468" y="45256"/>
                  </a:lnTo>
                  <a:lnTo>
                    <a:pt x="22860" y="45720"/>
                  </a:ln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Freeform 215"/>
            <p:cNvSpPr/>
            <p:nvPr/>
          </p:nvSpPr>
          <p:spPr>
            <a:xfrm>
              <a:off x="3455975" y="4542282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160020" y="0"/>
                  </a:moveTo>
                  <a:lnTo>
                    <a:pt x="34290" y="0"/>
                  </a:lnTo>
                  <a:lnTo>
                    <a:pt x="27379" y="697"/>
                  </a:lnTo>
                  <a:lnTo>
                    <a:pt x="20942" y="2694"/>
                  </a:lnTo>
                  <a:lnTo>
                    <a:pt x="15117" y="5856"/>
                  </a:lnTo>
                  <a:lnTo>
                    <a:pt x="10042" y="10043"/>
                  </a:lnTo>
                  <a:lnTo>
                    <a:pt x="5856" y="15117"/>
                  </a:lnTo>
                  <a:lnTo>
                    <a:pt x="2694" y="20942"/>
                  </a:lnTo>
                  <a:lnTo>
                    <a:pt x="696" y="27379"/>
                  </a:lnTo>
                  <a:lnTo>
                    <a:pt x="0" y="34290"/>
                  </a:lnTo>
                  <a:lnTo>
                    <a:pt x="0" y="1600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Freeform 216"/>
            <p:cNvSpPr/>
            <p:nvPr/>
          </p:nvSpPr>
          <p:spPr>
            <a:xfrm>
              <a:off x="3501695" y="4588002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 h="0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Freeform 217"/>
            <p:cNvSpPr/>
            <p:nvPr/>
          </p:nvSpPr>
          <p:spPr>
            <a:xfrm>
              <a:off x="3501695" y="4633722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 h="0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Freeform 218"/>
            <p:cNvSpPr/>
            <p:nvPr/>
          </p:nvSpPr>
          <p:spPr>
            <a:xfrm>
              <a:off x="3535985" y="4645095"/>
              <a:ext cx="114357" cy="114357"/>
            </a:xfrm>
            <a:custGeom>
              <a:avLst/>
              <a:gdLst/>
              <a:ahLst/>
              <a:cxnLst/>
              <a:rect l="l" t="t" r="r" b="b"/>
              <a:pathLst>
                <a:path w="114357" h="114357">
                  <a:moveTo>
                    <a:pt x="73380" y="7029"/>
                  </a:moveTo>
                  <a:lnTo>
                    <a:pt x="77146" y="3954"/>
                  </a:lnTo>
                  <a:lnTo>
                    <a:pt x="81321" y="1757"/>
                  </a:lnTo>
                  <a:lnTo>
                    <a:pt x="85769" y="439"/>
                  </a:lnTo>
                  <a:lnTo>
                    <a:pt x="90354" y="0"/>
                  </a:lnTo>
                  <a:lnTo>
                    <a:pt x="94939" y="439"/>
                  </a:lnTo>
                  <a:lnTo>
                    <a:pt x="99387" y="1757"/>
                  </a:lnTo>
                  <a:lnTo>
                    <a:pt x="103562" y="3954"/>
                  </a:lnTo>
                  <a:lnTo>
                    <a:pt x="107327" y="7029"/>
                  </a:lnTo>
                  <a:lnTo>
                    <a:pt x="110403" y="10795"/>
                  </a:lnTo>
                  <a:lnTo>
                    <a:pt x="112600" y="14970"/>
                  </a:lnTo>
                  <a:lnTo>
                    <a:pt x="113918" y="19418"/>
                  </a:lnTo>
                  <a:lnTo>
                    <a:pt x="114357" y="24003"/>
                  </a:lnTo>
                  <a:lnTo>
                    <a:pt x="113918" y="28588"/>
                  </a:lnTo>
                  <a:lnTo>
                    <a:pt x="112600" y="33036"/>
                  </a:lnTo>
                  <a:lnTo>
                    <a:pt x="110403" y="37211"/>
                  </a:lnTo>
                  <a:lnTo>
                    <a:pt x="107327" y="40976"/>
                  </a:lnTo>
                  <a:lnTo>
                    <a:pt x="34290" y="114357"/>
                  </a:lnTo>
                  <a:lnTo>
                    <a:pt x="0" y="114357"/>
                  </a:lnTo>
                  <a:lnTo>
                    <a:pt x="0" y="80067"/>
                  </a:lnTo>
                  <a:lnTo>
                    <a:pt x="73380" y="7029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0" name="TextBox 219"/>
          <p:cNvSpPr txBox="1"/>
          <p:nvPr/>
        </p:nvSpPr>
        <p:spPr>
          <a:xfrm>
            <a:off x="335310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电子合同</a:t>
            </a:r>
          </a:p>
        </p:txBody>
      </p:sp>
      <p:grpSp>
        <p:nvGrpSpPr>
          <p:cNvPr id="221" name="图标 credit_car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2" name="Freeform 221"/>
            <p:cNvSpPr/>
            <p:nvPr/>
          </p:nvSpPr>
          <p:spPr>
            <a:xfrm>
              <a:off x="4530395" y="4565142"/>
              <a:ext cx="205740" cy="160020"/>
            </a:xfrm>
            <a:custGeom>
              <a:avLst/>
              <a:gdLst/>
              <a:ahLst/>
              <a:cxnLst/>
              <a:rect l="l" t="t" r="r" b="b"/>
              <a:pathLst>
                <a:path w="205740" h="160020">
                  <a:moveTo>
                    <a:pt x="0" y="34290"/>
                  </a:moveTo>
                  <a:lnTo>
                    <a:pt x="696" y="27379"/>
                  </a:lnTo>
                  <a:lnTo>
                    <a:pt x="2694" y="20942"/>
                  </a:lnTo>
                  <a:lnTo>
                    <a:pt x="5856" y="15117"/>
                  </a:lnTo>
                  <a:lnTo>
                    <a:pt x="10042" y="10043"/>
                  </a:lnTo>
                  <a:lnTo>
                    <a:pt x="15117" y="5856"/>
                  </a:lnTo>
                  <a:lnTo>
                    <a:pt x="20942" y="2694"/>
                  </a:lnTo>
                  <a:lnTo>
                    <a:pt x="27379" y="697"/>
                  </a:lnTo>
                  <a:lnTo>
                    <a:pt x="34290" y="0"/>
                  </a:lnTo>
                  <a:lnTo>
                    <a:pt x="171450" y="0"/>
                  </a:lnTo>
                  <a:lnTo>
                    <a:pt x="178361" y="697"/>
                  </a:lnTo>
                  <a:lnTo>
                    <a:pt x="184798" y="2694"/>
                  </a:lnTo>
                  <a:lnTo>
                    <a:pt x="190622" y="5856"/>
                  </a:lnTo>
                  <a:lnTo>
                    <a:pt x="195697" y="10043"/>
                  </a:lnTo>
                  <a:lnTo>
                    <a:pt x="199884" y="15117"/>
                  </a:lnTo>
                  <a:lnTo>
                    <a:pt x="203045" y="20942"/>
                  </a:lnTo>
                  <a:lnTo>
                    <a:pt x="205043" y="27379"/>
                  </a:lnTo>
                  <a:lnTo>
                    <a:pt x="205740" y="34290"/>
                  </a:lnTo>
                  <a:lnTo>
                    <a:pt x="205740" y="125730"/>
                  </a:lnTo>
                  <a:lnTo>
                    <a:pt x="205043" y="132641"/>
                  </a:lnTo>
                  <a:lnTo>
                    <a:pt x="203045" y="139078"/>
                  </a:lnTo>
                  <a:lnTo>
                    <a:pt x="199884" y="144903"/>
                  </a:lnTo>
                  <a:lnTo>
                    <a:pt x="195697" y="149977"/>
                  </a:lnTo>
                  <a:lnTo>
                    <a:pt x="190622" y="154164"/>
                  </a:lnTo>
                  <a:lnTo>
                    <a:pt x="184798" y="157326"/>
                  </a:lnTo>
                  <a:lnTo>
                    <a:pt x="178361" y="159323"/>
                  </a:lnTo>
                  <a:lnTo>
                    <a:pt x="171450" y="160020"/>
                  </a:lnTo>
                  <a:lnTo>
                    <a:pt x="34290" y="160020"/>
                  </a:lnTo>
                  <a:lnTo>
                    <a:pt x="27379" y="159323"/>
                  </a:lnTo>
                  <a:lnTo>
                    <a:pt x="20942" y="157326"/>
                  </a:lnTo>
                  <a:lnTo>
                    <a:pt x="15117" y="154164"/>
                  </a:lnTo>
                  <a:lnTo>
                    <a:pt x="10042" y="149977"/>
                  </a:lnTo>
                  <a:lnTo>
                    <a:pt x="5856" y="144903"/>
                  </a:lnTo>
                  <a:lnTo>
                    <a:pt x="2694" y="139078"/>
                  </a:lnTo>
                  <a:lnTo>
                    <a:pt x="696" y="132641"/>
                  </a:lnTo>
                  <a:lnTo>
                    <a:pt x="0" y="125730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Freeform 222"/>
            <p:cNvSpPr/>
            <p:nvPr/>
          </p:nvSpPr>
          <p:spPr>
            <a:xfrm>
              <a:off x="4530395" y="4622292"/>
              <a:ext cx="205740" cy="0"/>
            </a:xfrm>
            <a:custGeom>
              <a:avLst/>
              <a:gdLst/>
              <a:ahLst/>
              <a:cxnLst/>
              <a:rect l="l" t="t" r="r" b="b"/>
              <a:pathLst>
                <a:path w="205740" h="0">
                  <a:moveTo>
                    <a:pt x="0" y="0"/>
                  </a:moveTo>
                  <a:lnTo>
                    <a:pt x="2057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Freeform 223"/>
            <p:cNvSpPr/>
            <p:nvPr/>
          </p:nvSpPr>
          <p:spPr>
            <a:xfrm>
              <a:off x="4576115" y="4679442"/>
              <a:ext cx="114" cy="0"/>
            </a:xfrm>
            <a:custGeom>
              <a:avLst/>
              <a:gdLst/>
              <a:ahLst/>
              <a:cxnLst/>
              <a:rect l="l" t="t" r="r" b="b"/>
              <a:pathLst>
                <a:path w="114" h="0">
                  <a:moveTo>
                    <a:pt x="0" y="0"/>
                  </a:moveTo>
                  <a:lnTo>
                    <a:pt x="114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5" name="Freeform 224"/>
            <p:cNvSpPr/>
            <p:nvPr/>
          </p:nvSpPr>
          <p:spPr>
            <a:xfrm>
              <a:off x="4621835" y="4679442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6" name="TextBox 225"/>
          <p:cNvSpPr txBox="1"/>
          <p:nvPr/>
        </p:nvSpPr>
        <p:spPr>
          <a:xfrm>
            <a:off x="445038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付款</a:t>
            </a:r>
          </a:p>
        </p:txBody>
      </p:sp>
      <p:grpSp>
        <p:nvGrpSpPr>
          <p:cNvPr id="227" name="图标 receip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28" name="Freeform 227"/>
            <p:cNvSpPr/>
            <p:nvPr/>
          </p:nvSpPr>
          <p:spPr>
            <a:xfrm>
              <a:off x="5650535" y="4542282"/>
              <a:ext cx="160020" cy="205740"/>
            </a:xfrm>
            <a:custGeom>
              <a:avLst/>
              <a:gdLst/>
              <a:ahLst/>
              <a:cxnLst/>
              <a:rect l="l" t="t" r="r" b="b"/>
              <a:pathLst>
                <a:path w="160020" h="205740">
                  <a:moveTo>
                    <a:pt x="0" y="205740"/>
                  </a:moveTo>
                  <a:lnTo>
                    <a:pt x="0" y="22860"/>
                  </a:ln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  <a:lnTo>
                    <a:pt x="137160" y="0"/>
                  </a:lnTo>
                  <a:lnTo>
                    <a:pt x="141767" y="464"/>
                  </a:lnTo>
                  <a:lnTo>
                    <a:pt x="146058" y="1796"/>
                  </a:lnTo>
                  <a:lnTo>
                    <a:pt x="149941" y="3904"/>
                  </a:lnTo>
                  <a:lnTo>
                    <a:pt x="153324" y="6696"/>
                  </a:lnTo>
                  <a:lnTo>
                    <a:pt x="156116" y="10079"/>
                  </a:lnTo>
                  <a:lnTo>
                    <a:pt x="158223" y="13962"/>
                  </a:lnTo>
                  <a:lnTo>
                    <a:pt x="159555" y="18253"/>
                  </a:lnTo>
                  <a:lnTo>
                    <a:pt x="160020" y="22860"/>
                  </a:lnTo>
                  <a:lnTo>
                    <a:pt x="160020" y="205740"/>
                  </a:lnTo>
                  <a:lnTo>
                    <a:pt x="125730" y="182880"/>
                  </a:lnTo>
                  <a:lnTo>
                    <a:pt x="102870" y="205740"/>
                  </a:lnTo>
                  <a:lnTo>
                    <a:pt x="80010" y="182880"/>
                  </a:lnTo>
                  <a:lnTo>
                    <a:pt x="57150" y="205740"/>
                  </a:lnTo>
                  <a:lnTo>
                    <a:pt x="34290" y="182880"/>
                  </a:lnTo>
                  <a:lnTo>
                    <a:pt x="0" y="20574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Freeform 228"/>
            <p:cNvSpPr/>
            <p:nvPr/>
          </p:nvSpPr>
          <p:spPr>
            <a:xfrm>
              <a:off x="5696255" y="4588002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80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0" name="Freeform 229"/>
            <p:cNvSpPr/>
            <p:nvPr/>
          </p:nvSpPr>
          <p:spPr>
            <a:xfrm>
              <a:off x="5696255" y="4633722"/>
              <a:ext cx="68580" cy="0"/>
            </a:xfrm>
            <a:custGeom>
              <a:avLst/>
              <a:gdLst/>
              <a:ahLst/>
              <a:cxnLst/>
              <a:rect l="l" t="t" r="r" b="b"/>
              <a:pathLst>
                <a:path w="68580" h="0">
                  <a:moveTo>
                    <a:pt x="0" y="0"/>
                  </a:move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1" name="Freeform 230"/>
            <p:cNvSpPr/>
            <p:nvPr/>
          </p:nvSpPr>
          <p:spPr>
            <a:xfrm>
              <a:off x="5741975" y="4679442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2" name="TextBox 231"/>
          <p:cNvSpPr txBox="1"/>
          <p:nvPr/>
        </p:nvSpPr>
        <p:spPr>
          <a:xfrm>
            <a:off x="554766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报价单</a:t>
            </a:r>
          </a:p>
        </p:txBody>
      </p:sp>
      <p:grpSp>
        <p:nvGrpSpPr>
          <p:cNvPr id="233" name="图标 currency_yua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4" name="Freeform 233"/>
            <p:cNvSpPr/>
            <p:nvPr/>
          </p:nvSpPr>
          <p:spPr>
            <a:xfrm>
              <a:off x="6770675" y="4565142"/>
              <a:ext cx="57150" cy="160020"/>
            </a:xfrm>
            <a:custGeom>
              <a:avLst/>
              <a:gdLst/>
              <a:ahLst/>
              <a:cxnLst/>
              <a:rect l="l" t="t" r="r" b="b"/>
              <a:pathLst>
                <a:path w="57150" h="160020">
                  <a:moveTo>
                    <a:pt x="57150" y="160020"/>
                  </a:moveTo>
                  <a:lnTo>
                    <a:pt x="57150" y="80010"/>
                  </a:lnTo>
                  <a:lnTo>
                    <a:pt x="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5" name="Freeform 234"/>
            <p:cNvSpPr/>
            <p:nvPr/>
          </p:nvSpPr>
          <p:spPr>
            <a:xfrm>
              <a:off x="6827825" y="4565142"/>
              <a:ext cx="57150" cy="80010"/>
            </a:xfrm>
            <a:custGeom>
              <a:avLst/>
              <a:gdLst/>
              <a:ahLst/>
              <a:cxnLst/>
              <a:rect l="l" t="t" r="r" b="b"/>
              <a:pathLst>
                <a:path w="57150" h="80010">
                  <a:moveTo>
                    <a:pt x="57150" y="0"/>
                  </a:moveTo>
                  <a:lnTo>
                    <a:pt x="0" y="8001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Freeform 235"/>
            <p:cNvSpPr/>
            <p:nvPr/>
          </p:nvSpPr>
          <p:spPr>
            <a:xfrm>
              <a:off x="6782105" y="4656582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7" name="TextBox 236"/>
          <p:cNvSpPr txBox="1"/>
          <p:nvPr/>
        </p:nvSpPr>
        <p:spPr>
          <a:xfrm>
            <a:off x="664494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价格</a:t>
            </a:r>
          </a:p>
        </p:txBody>
      </p:sp>
      <p:grpSp>
        <p:nvGrpSpPr>
          <p:cNvPr id="238" name="图标 shield_check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39" name="Freeform 238"/>
            <p:cNvSpPr/>
            <p:nvPr/>
          </p:nvSpPr>
          <p:spPr>
            <a:xfrm>
              <a:off x="7822853" y="4542282"/>
              <a:ext cx="204962" cy="203980"/>
            </a:xfrm>
            <a:custGeom>
              <a:avLst/>
              <a:gdLst/>
              <a:ahLst/>
              <a:cxnLst/>
              <a:rect l="l" t="t" r="r" b="b"/>
              <a:pathLst>
                <a:path w="204962" h="203980">
                  <a:moveTo>
                    <a:pt x="96080" y="203980"/>
                  </a:moveTo>
                  <a:lnTo>
                    <a:pt x="70745" y="193266"/>
                  </a:lnTo>
                  <a:lnTo>
                    <a:pt x="48683" y="178216"/>
                  </a:lnTo>
                  <a:lnTo>
                    <a:pt x="30251" y="159499"/>
                  </a:lnTo>
                  <a:lnTo>
                    <a:pt x="15809" y="137782"/>
                  </a:lnTo>
                  <a:lnTo>
                    <a:pt x="5714" y="113735"/>
                  </a:lnTo>
                  <a:lnTo>
                    <a:pt x="325" y="88025"/>
                  </a:lnTo>
                  <a:lnTo>
                    <a:pt x="0" y="61321"/>
                  </a:lnTo>
                  <a:lnTo>
                    <a:pt x="5097" y="34290"/>
                  </a:lnTo>
                  <a:lnTo>
                    <a:pt x="18400" y="34253"/>
                  </a:lnTo>
                  <a:lnTo>
                    <a:pt x="31546" y="32941"/>
                  </a:lnTo>
                  <a:lnTo>
                    <a:pt x="44447" y="30385"/>
                  </a:lnTo>
                  <a:lnTo>
                    <a:pt x="57016" y="26614"/>
                  </a:lnTo>
                  <a:lnTo>
                    <a:pt x="69168" y="21660"/>
                  </a:lnTo>
                  <a:lnTo>
                    <a:pt x="80816" y="15552"/>
                  </a:lnTo>
                  <a:lnTo>
                    <a:pt x="91872" y="8322"/>
                  </a:lnTo>
                  <a:lnTo>
                    <a:pt x="102252" y="0"/>
                  </a:lnTo>
                  <a:lnTo>
                    <a:pt x="112631" y="8322"/>
                  </a:lnTo>
                  <a:lnTo>
                    <a:pt x="123688" y="15552"/>
                  </a:lnTo>
                  <a:lnTo>
                    <a:pt x="135336" y="21660"/>
                  </a:lnTo>
                  <a:lnTo>
                    <a:pt x="147487" y="26614"/>
                  </a:lnTo>
                  <a:lnTo>
                    <a:pt x="160057" y="30385"/>
                  </a:lnTo>
                  <a:lnTo>
                    <a:pt x="172958" y="32941"/>
                  </a:lnTo>
                  <a:lnTo>
                    <a:pt x="186103" y="34253"/>
                  </a:lnTo>
                  <a:lnTo>
                    <a:pt x="199407" y="34290"/>
                  </a:lnTo>
                  <a:lnTo>
                    <a:pt x="201935" y="44261"/>
                  </a:lnTo>
                  <a:lnTo>
                    <a:pt x="203704" y="54351"/>
                  </a:lnTo>
                  <a:lnTo>
                    <a:pt x="204712" y="64516"/>
                  </a:lnTo>
                  <a:lnTo>
                    <a:pt x="204962" y="74715"/>
                  </a:lnTo>
                  <a:lnTo>
                    <a:pt x="204452" y="84904"/>
                  </a:lnTo>
                  <a:lnTo>
                    <a:pt x="203185" y="95041"/>
                  </a:lnTo>
                  <a:lnTo>
                    <a:pt x="201160" y="105082"/>
                  </a:lnTo>
                  <a:lnTo>
                    <a:pt x="198378" y="114986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Freeform 239"/>
            <p:cNvSpPr/>
            <p:nvPr/>
          </p:nvSpPr>
          <p:spPr>
            <a:xfrm>
              <a:off x="7959395" y="4702302"/>
              <a:ext cx="68580" cy="45720"/>
            </a:xfrm>
            <a:custGeom>
              <a:avLst/>
              <a:gdLst/>
              <a:ahLst/>
              <a:cxnLst/>
              <a:rect l="l" t="t" r="r" b="b"/>
              <a:pathLst>
                <a:path w="68580" h="45720">
                  <a:moveTo>
                    <a:pt x="0" y="22860"/>
                  </a:moveTo>
                  <a:lnTo>
                    <a:pt x="22860" y="45720"/>
                  </a:ln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1" name="TextBox 240"/>
          <p:cNvSpPr txBox="1"/>
          <p:nvPr/>
        </p:nvSpPr>
        <p:spPr>
          <a:xfrm>
            <a:off x="774222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保险</a:t>
            </a:r>
          </a:p>
        </p:txBody>
      </p:sp>
      <p:grpSp>
        <p:nvGrpSpPr>
          <p:cNvPr id="242" name="图标 i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43" name="Freeform 242"/>
            <p:cNvSpPr/>
            <p:nvPr/>
          </p:nvSpPr>
          <p:spPr>
            <a:xfrm>
              <a:off x="8919515" y="4553712"/>
              <a:ext cx="205740" cy="182880"/>
            </a:xfrm>
            <a:custGeom>
              <a:avLst/>
              <a:gdLst/>
              <a:ahLst/>
              <a:cxnLst/>
              <a:rect l="l" t="t" r="r" b="b"/>
              <a:pathLst>
                <a:path w="205740" h="182880">
                  <a:moveTo>
                    <a:pt x="0" y="34290"/>
                  </a:moveTo>
                  <a:lnTo>
                    <a:pt x="696" y="27379"/>
                  </a:lnTo>
                  <a:lnTo>
                    <a:pt x="2694" y="20942"/>
                  </a:lnTo>
                  <a:lnTo>
                    <a:pt x="5856" y="15117"/>
                  </a:lnTo>
                  <a:lnTo>
                    <a:pt x="10042" y="10043"/>
                  </a:lnTo>
                  <a:lnTo>
                    <a:pt x="15117" y="5856"/>
                  </a:lnTo>
                  <a:lnTo>
                    <a:pt x="20942" y="2694"/>
                  </a:lnTo>
                  <a:lnTo>
                    <a:pt x="27379" y="697"/>
                  </a:lnTo>
                  <a:lnTo>
                    <a:pt x="34290" y="0"/>
                  </a:lnTo>
                  <a:lnTo>
                    <a:pt x="171450" y="0"/>
                  </a:lnTo>
                  <a:lnTo>
                    <a:pt x="178361" y="697"/>
                  </a:lnTo>
                  <a:lnTo>
                    <a:pt x="184798" y="2694"/>
                  </a:lnTo>
                  <a:lnTo>
                    <a:pt x="190622" y="5856"/>
                  </a:lnTo>
                  <a:lnTo>
                    <a:pt x="195697" y="10043"/>
                  </a:lnTo>
                  <a:lnTo>
                    <a:pt x="199884" y="15117"/>
                  </a:lnTo>
                  <a:lnTo>
                    <a:pt x="203045" y="20942"/>
                  </a:lnTo>
                  <a:lnTo>
                    <a:pt x="205043" y="27379"/>
                  </a:lnTo>
                  <a:lnTo>
                    <a:pt x="205740" y="34290"/>
                  </a:lnTo>
                  <a:lnTo>
                    <a:pt x="205740" y="148590"/>
                  </a:lnTo>
                  <a:lnTo>
                    <a:pt x="205043" y="155501"/>
                  </a:lnTo>
                  <a:lnTo>
                    <a:pt x="203045" y="161938"/>
                  </a:lnTo>
                  <a:lnTo>
                    <a:pt x="199884" y="167763"/>
                  </a:lnTo>
                  <a:lnTo>
                    <a:pt x="195697" y="172837"/>
                  </a:lnTo>
                  <a:lnTo>
                    <a:pt x="190622" y="177024"/>
                  </a:lnTo>
                  <a:lnTo>
                    <a:pt x="184798" y="180186"/>
                  </a:lnTo>
                  <a:lnTo>
                    <a:pt x="178361" y="182183"/>
                  </a:lnTo>
                  <a:lnTo>
                    <a:pt x="171450" y="182880"/>
                  </a:lnTo>
                  <a:lnTo>
                    <a:pt x="34290" y="182880"/>
                  </a:lnTo>
                  <a:lnTo>
                    <a:pt x="27379" y="182183"/>
                  </a:lnTo>
                  <a:lnTo>
                    <a:pt x="20942" y="180186"/>
                  </a:lnTo>
                  <a:lnTo>
                    <a:pt x="15117" y="177024"/>
                  </a:lnTo>
                  <a:lnTo>
                    <a:pt x="10042" y="172837"/>
                  </a:lnTo>
                  <a:lnTo>
                    <a:pt x="5856" y="167763"/>
                  </a:lnTo>
                  <a:lnTo>
                    <a:pt x="2694" y="161938"/>
                  </a:lnTo>
                  <a:lnTo>
                    <a:pt x="696" y="155501"/>
                  </a:lnTo>
                  <a:lnTo>
                    <a:pt x="0" y="148590"/>
                  </a:lnTo>
                  <a:lnTo>
                    <a:pt x="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Freeform 243"/>
            <p:cNvSpPr/>
            <p:nvPr/>
          </p:nvSpPr>
          <p:spPr>
            <a:xfrm>
              <a:off x="8965235" y="4599432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464" y="27469"/>
                  </a:lnTo>
                  <a:lnTo>
                    <a:pt x="1796" y="31760"/>
                  </a:lnTo>
                  <a:lnTo>
                    <a:pt x="3903" y="35643"/>
                  </a:lnTo>
                  <a:lnTo>
                    <a:pt x="6693" y="39026"/>
                  </a:lnTo>
                  <a:lnTo>
                    <a:pt x="10076" y="41817"/>
                  </a:lnTo>
                  <a:lnTo>
                    <a:pt x="13960" y="43924"/>
                  </a:lnTo>
                  <a:lnTo>
                    <a:pt x="18251" y="45256"/>
                  </a:lnTo>
                  <a:lnTo>
                    <a:pt x="22860" y="45720"/>
                  </a:lnTo>
                  <a:lnTo>
                    <a:pt x="27468" y="45256"/>
                  </a:lnTo>
                  <a:lnTo>
                    <a:pt x="31760" y="43924"/>
                  </a:lnTo>
                  <a:lnTo>
                    <a:pt x="35643" y="41817"/>
                  </a:lnTo>
                  <a:lnTo>
                    <a:pt x="39026" y="39026"/>
                  </a:lnTo>
                  <a:lnTo>
                    <a:pt x="41817" y="35643"/>
                  </a:lnTo>
                  <a:lnTo>
                    <a:pt x="43924" y="31760"/>
                  </a:lnTo>
                  <a:lnTo>
                    <a:pt x="45256" y="27469"/>
                  </a:lnTo>
                  <a:lnTo>
                    <a:pt x="45720" y="22860"/>
                  </a:lnTo>
                  <a:lnTo>
                    <a:pt x="45256" y="18251"/>
                  </a:lnTo>
                  <a:lnTo>
                    <a:pt x="43924" y="13960"/>
                  </a:lnTo>
                  <a:lnTo>
                    <a:pt x="41817" y="10077"/>
                  </a:lnTo>
                  <a:lnTo>
                    <a:pt x="39026" y="6694"/>
                  </a:lnTo>
                  <a:lnTo>
                    <a:pt x="35643" y="3903"/>
                  </a:lnTo>
                  <a:lnTo>
                    <a:pt x="31760" y="1796"/>
                  </a:lnTo>
                  <a:lnTo>
                    <a:pt x="27468" y="464"/>
                  </a:lnTo>
                  <a:lnTo>
                    <a:pt x="22860" y="0"/>
                  </a:lnTo>
                  <a:lnTo>
                    <a:pt x="18251" y="464"/>
                  </a:lnTo>
                  <a:lnTo>
                    <a:pt x="13960" y="1796"/>
                  </a:lnTo>
                  <a:lnTo>
                    <a:pt x="10076" y="3903"/>
                  </a:lnTo>
                  <a:lnTo>
                    <a:pt x="6693" y="6694"/>
                  </a:lnTo>
                  <a:lnTo>
                    <a:pt x="3903" y="10077"/>
                  </a:lnTo>
                  <a:lnTo>
                    <a:pt x="1796" y="13960"/>
                  </a:lnTo>
                  <a:lnTo>
                    <a:pt x="464" y="18251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5" name="Freeform 244"/>
            <p:cNvSpPr/>
            <p:nvPr/>
          </p:nvSpPr>
          <p:spPr>
            <a:xfrm>
              <a:off x="9056675" y="4599432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6" name="Freeform 245"/>
            <p:cNvSpPr/>
            <p:nvPr/>
          </p:nvSpPr>
          <p:spPr>
            <a:xfrm>
              <a:off x="9056675" y="4645152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Freeform 246"/>
            <p:cNvSpPr/>
            <p:nvPr/>
          </p:nvSpPr>
          <p:spPr>
            <a:xfrm>
              <a:off x="8965235" y="469087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883950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证件</a:t>
            </a:r>
          </a:p>
        </p:txBody>
      </p:sp>
      <p:grpSp>
        <p:nvGrpSpPr>
          <p:cNvPr id="249" name="图标 bell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0" name="Freeform 249"/>
            <p:cNvSpPr/>
            <p:nvPr/>
          </p:nvSpPr>
          <p:spPr>
            <a:xfrm>
              <a:off x="10028225" y="4542282"/>
              <a:ext cx="182880" cy="160020"/>
            </a:xfrm>
            <a:custGeom>
              <a:avLst/>
              <a:gdLst/>
              <a:ahLst/>
              <a:cxnLst/>
              <a:rect l="l" t="t" r="r" b="b"/>
              <a:pathLst>
                <a:path w="182880" h="160020">
                  <a:moveTo>
                    <a:pt x="68580" y="22860"/>
                  </a:moveTo>
                  <a:lnTo>
                    <a:pt x="69044" y="18253"/>
                  </a:lnTo>
                  <a:lnTo>
                    <a:pt x="70376" y="13962"/>
                  </a:lnTo>
                  <a:lnTo>
                    <a:pt x="72484" y="10079"/>
                  </a:lnTo>
                  <a:lnTo>
                    <a:pt x="75275" y="6696"/>
                  </a:lnTo>
                  <a:lnTo>
                    <a:pt x="78659" y="3904"/>
                  </a:lnTo>
                  <a:lnTo>
                    <a:pt x="82542" y="1796"/>
                  </a:lnTo>
                  <a:lnTo>
                    <a:pt x="86833" y="464"/>
                  </a:lnTo>
                  <a:lnTo>
                    <a:pt x="91440" y="0"/>
                  </a:lnTo>
                  <a:lnTo>
                    <a:pt x="96047" y="464"/>
                  </a:lnTo>
                  <a:lnTo>
                    <a:pt x="100338" y="1796"/>
                  </a:lnTo>
                  <a:lnTo>
                    <a:pt x="104221" y="3904"/>
                  </a:lnTo>
                  <a:lnTo>
                    <a:pt x="107604" y="6696"/>
                  </a:lnTo>
                  <a:lnTo>
                    <a:pt x="110396" y="10079"/>
                  </a:lnTo>
                  <a:lnTo>
                    <a:pt x="112503" y="13962"/>
                  </a:lnTo>
                  <a:lnTo>
                    <a:pt x="113835" y="18253"/>
                  </a:lnTo>
                  <a:lnTo>
                    <a:pt x="114300" y="22860"/>
                  </a:lnTo>
                  <a:lnTo>
                    <a:pt x="123887" y="28226"/>
                  </a:lnTo>
                  <a:lnTo>
                    <a:pt x="132533" y="34755"/>
                  </a:lnTo>
                  <a:lnTo>
                    <a:pt x="140155" y="42324"/>
                  </a:lnTo>
                  <a:lnTo>
                    <a:pt x="146670" y="50810"/>
                  </a:lnTo>
                  <a:lnTo>
                    <a:pt x="151997" y="60088"/>
                  </a:lnTo>
                  <a:lnTo>
                    <a:pt x="156052" y="70034"/>
                  </a:lnTo>
                  <a:lnTo>
                    <a:pt x="158754" y="80526"/>
                  </a:lnTo>
                  <a:lnTo>
                    <a:pt x="160020" y="91440"/>
                  </a:lnTo>
                  <a:lnTo>
                    <a:pt x="160020" y="125730"/>
                  </a:lnTo>
                  <a:lnTo>
                    <a:pt x="160985" y="131048"/>
                  </a:lnTo>
                  <a:lnTo>
                    <a:pt x="162551" y="136162"/>
                  </a:lnTo>
                  <a:lnTo>
                    <a:pt x="164689" y="141026"/>
                  </a:lnTo>
                  <a:lnTo>
                    <a:pt x="167367" y="145597"/>
                  </a:lnTo>
                  <a:lnTo>
                    <a:pt x="170556" y="149827"/>
                  </a:lnTo>
                  <a:lnTo>
                    <a:pt x="174224" y="153671"/>
                  </a:lnTo>
                  <a:lnTo>
                    <a:pt x="178342" y="157084"/>
                  </a:lnTo>
                  <a:lnTo>
                    <a:pt x="182880" y="160020"/>
                  </a:lnTo>
                  <a:lnTo>
                    <a:pt x="0" y="160020"/>
                  </a:lnTo>
                  <a:lnTo>
                    <a:pt x="4537" y="157084"/>
                  </a:lnTo>
                  <a:lnTo>
                    <a:pt x="8655" y="153671"/>
                  </a:lnTo>
                  <a:lnTo>
                    <a:pt x="12324" y="149827"/>
                  </a:lnTo>
                  <a:lnTo>
                    <a:pt x="15512" y="145597"/>
                  </a:lnTo>
                  <a:lnTo>
                    <a:pt x="18191" y="141026"/>
                  </a:lnTo>
                  <a:lnTo>
                    <a:pt x="20328" y="136162"/>
                  </a:lnTo>
                  <a:lnTo>
                    <a:pt x="21895" y="131048"/>
                  </a:lnTo>
                  <a:lnTo>
                    <a:pt x="22860" y="125730"/>
                  </a:lnTo>
                  <a:lnTo>
                    <a:pt x="22860" y="91440"/>
                  </a:lnTo>
                  <a:lnTo>
                    <a:pt x="24126" y="80526"/>
                  </a:lnTo>
                  <a:lnTo>
                    <a:pt x="26827" y="70034"/>
                  </a:lnTo>
                  <a:lnTo>
                    <a:pt x="30883" y="60088"/>
                  </a:lnTo>
                  <a:lnTo>
                    <a:pt x="36209" y="50810"/>
                  </a:lnTo>
                  <a:lnTo>
                    <a:pt x="42725" y="42324"/>
                  </a:lnTo>
                  <a:lnTo>
                    <a:pt x="50347" y="34755"/>
                  </a:lnTo>
                  <a:lnTo>
                    <a:pt x="58993" y="28226"/>
                  </a:lnTo>
                  <a:lnTo>
                    <a:pt x="6858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1" name="Freeform 250"/>
            <p:cNvSpPr/>
            <p:nvPr/>
          </p:nvSpPr>
          <p:spPr>
            <a:xfrm>
              <a:off x="10085375" y="4702302"/>
              <a:ext cx="68580" cy="45720"/>
            </a:xfrm>
            <a:custGeom>
              <a:avLst/>
              <a:gdLst/>
              <a:ahLst/>
              <a:cxnLst/>
              <a:rect l="l" t="t" r="r" b="b"/>
              <a:pathLst>
                <a:path w="68580" h="45720">
                  <a:moveTo>
                    <a:pt x="0" y="0"/>
                  </a:moveTo>
                  <a:lnTo>
                    <a:pt x="0" y="11430"/>
                  </a:lnTo>
                  <a:lnTo>
                    <a:pt x="696" y="18341"/>
                  </a:lnTo>
                  <a:lnTo>
                    <a:pt x="2694" y="24777"/>
                  </a:lnTo>
                  <a:lnTo>
                    <a:pt x="5856" y="30602"/>
                  </a:lnTo>
                  <a:lnTo>
                    <a:pt x="10043" y="35677"/>
                  </a:lnTo>
                  <a:lnTo>
                    <a:pt x="15118" y="39864"/>
                  </a:lnTo>
                  <a:lnTo>
                    <a:pt x="20943" y="43025"/>
                  </a:lnTo>
                  <a:lnTo>
                    <a:pt x="27379" y="45023"/>
                  </a:lnTo>
                  <a:lnTo>
                    <a:pt x="34290" y="45720"/>
                  </a:lnTo>
                  <a:lnTo>
                    <a:pt x="41200" y="45023"/>
                  </a:lnTo>
                  <a:lnTo>
                    <a:pt x="47637" y="43025"/>
                  </a:lnTo>
                  <a:lnTo>
                    <a:pt x="53462" y="39864"/>
                  </a:lnTo>
                  <a:lnTo>
                    <a:pt x="58536" y="35677"/>
                  </a:lnTo>
                  <a:lnTo>
                    <a:pt x="62724" y="30602"/>
                  </a:lnTo>
                  <a:lnTo>
                    <a:pt x="65885" y="24777"/>
                  </a:lnTo>
                  <a:lnTo>
                    <a:pt x="67883" y="18341"/>
                  </a:lnTo>
                  <a:lnTo>
                    <a:pt x="68580" y="11430"/>
                  </a:lnTo>
                  <a:lnTo>
                    <a:pt x="6858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2" name="TextBox 251"/>
          <p:cNvSpPr txBox="1"/>
          <p:nvPr/>
        </p:nvSpPr>
        <p:spPr>
          <a:xfrm>
            <a:off x="9936785" y="483717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出团通知书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75665" y="52395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提示与清单</a:t>
            </a:r>
          </a:p>
        </p:txBody>
      </p:sp>
      <p:grpSp>
        <p:nvGrpSpPr>
          <p:cNvPr id="254" name="图标 alert_triangl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55" name="Freeform 254"/>
            <p:cNvSpPr/>
            <p:nvPr/>
          </p:nvSpPr>
          <p:spPr>
            <a:xfrm>
              <a:off x="2438705" y="5269230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6" name="Freeform 255"/>
            <p:cNvSpPr/>
            <p:nvPr/>
          </p:nvSpPr>
          <p:spPr>
            <a:xfrm>
              <a:off x="2324411" y="5196853"/>
              <a:ext cx="228581" cy="198061"/>
            </a:xfrm>
            <a:custGeom>
              <a:avLst/>
              <a:gdLst/>
              <a:ahLst/>
              <a:cxnLst/>
              <a:rect l="l" t="t" r="r" b="b"/>
              <a:pathLst>
                <a:path w="228581" h="198061">
                  <a:moveTo>
                    <a:pt x="95583" y="10552"/>
                  </a:moveTo>
                  <a:lnTo>
                    <a:pt x="2931" y="165246"/>
                  </a:lnTo>
                  <a:lnTo>
                    <a:pt x="1655" y="167837"/>
                  </a:lnTo>
                  <a:lnTo>
                    <a:pt x="741" y="170537"/>
                  </a:lnTo>
                  <a:lnTo>
                    <a:pt x="189" y="173312"/>
                  </a:lnTo>
                  <a:lnTo>
                    <a:pt x="0" y="176123"/>
                  </a:lnTo>
                  <a:lnTo>
                    <a:pt x="173" y="178935"/>
                  </a:lnTo>
                  <a:lnTo>
                    <a:pt x="709" y="181713"/>
                  </a:lnTo>
                  <a:lnTo>
                    <a:pt x="1607" y="184419"/>
                  </a:lnTo>
                  <a:lnTo>
                    <a:pt x="2869" y="187017"/>
                  </a:lnTo>
                  <a:lnTo>
                    <a:pt x="4461" y="189427"/>
                  </a:lnTo>
                  <a:lnTo>
                    <a:pt x="6331" y="191579"/>
                  </a:lnTo>
                  <a:lnTo>
                    <a:pt x="8447" y="193456"/>
                  </a:lnTo>
                  <a:lnTo>
                    <a:pt x="10778" y="195039"/>
                  </a:lnTo>
                  <a:lnTo>
                    <a:pt x="13294" y="196309"/>
                  </a:lnTo>
                  <a:lnTo>
                    <a:pt x="15962" y="197248"/>
                  </a:lnTo>
                  <a:lnTo>
                    <a:pt x="18751" y="197839"/>
                  </a:lnTo>
                  <a:lnTo>
                    <a:pt x="21631" y="198061"/>
                  </a:lnTo>
                  <a:lnTo>
                    <a:pt x="206957" y="198061"/>
                  </a:lnTo>
                  <a:lnTo>
                    <a:pt x="209835" y="197838"/>
                  </a:lnTo>
                  <a:lnTo>
                    <a:pt x="212623" y="197247"/>
                  </a:lnTo>
                  <a:lnTo>
                    <a:pt x="215290" y="196308"/>
                  </a:lnTo>
                  <a:lnTo>
                    <a:pt x="217804" y="195038"/>
                  </a:lnTo>
                  <a:lnTo>
                    <a:pt x="220134" y="193456"/>
                  </a:lnTo>
                  <a:lnTo>
                    <a:pt x="222250" y="191580"/>
                  </a:lnTo>
                  <a:lnTo>
                    <a:pt x="224119" y="189428"/>
                  </a:lnTo>
                  <a:lnTo>
                    <a:pt x="225710" y="187020"/>
                  </a:lnTo>
                  <a:lnTo>
                    <a:pt x="226972" y="184423"/>
                  </a:lnTo>
                  <a:lnTo>
                    <a:pt x="227871" y="181718"/>
                  </a:lnTo>
                  <a:lnTo>
                    <a:pt x="228407" y="178942"/>
                  </a:lnTo>
                  <a:lnTo>
                    <a:pt x="228581" y="176131"/>
                  </a:lnTo>
                  <a:lnTo>
                    <a:pt x="228393" y="173321"/>
                  </a:lnTo>
                  <a:lnTo>
                    <a:pt x="227843" y="170548"/>
                  </a:lnTo>
                  <a:lnTo>
                    <a:pt x="226931" y="167848"/>
                  </a:lnTo>
                  <a:lnTo>
                    <a:pt x="225656" y="165257"/>
                  </a:lnTo>
                  <a:lnTo>
                    <a:pt x="133005" y="10541"/>
                  </a:lnTo>
                  <a:lnTo>
                    <a:pt x="131376" y="8209"/>
                  </a:lnTo>
                  <a:lnTo>
                    <a:pt x="129485" y="6133"/>
                  </a:lnTo>
                  <a:lnTo>
                    <a:pt x="127360" y="4330"/>
                  </a:lnTo>
                  <a:lnTo>
                    <a:pt x="125032" y="2816"/>
                  </a:lnTo>
                  <a:lnTo>
                    <a:pt x="122531" y="1610"/>
                  </a:lnTo>
                  <a:lnTo>
                    <a:pt x="119888" y="727"/>
                  </a:lnTo>
                  <a:lnTo>
                    <a:pt x="117132" y="184"/>
                  </a:lnTo>
                  <a:lnTo>
                    <a:pt x="114294" y="0"/>
                  </a:lnTo>
                  <a:lnTo>
                    <a:pt x="111456" y="184"/>
                  </a:lnTo>
                  <a:lnTo>
                    <a:pt x="108700" y="727"/>
                  </a:lnTo>
                  <a:lnTo>
                    <a:pt x="106057" y="1610"/>
                  </a:lnTo>
                  <a:lnTo>
                    <a:pt x="103556" y="2816"/>
                  </a:lnTo>
                  <a:lnTo>
                    <a:pt x="101228" y="4330"/>
                  </a:lnTo>
                  <a:lnTo>
                    <a:pt x="99103" y="6133"/>
                  </a:lnTo>
                  <a:lnTo>
                    <a:pt x="97211" y="8209"/>
                  </a:lnTo>
                  <a:lnTo>
                    <a:pt x="95583" y="10541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Freeform 256"/>
            <p:cNvSpPr/>
            <p:nvPr/>
          </p:nvSpPr>
          <p:spPr>
            <a:xfrm>
              <a:off x="2438705" y="5349240"/>
              <a:ext cx="114" cy="0"/>
            </a:xfrm>
            <a:custGeom>
              <a:avLst/>
              <a:gdLst/>
              <a:ahLst/>
              <a:cxnLst/>
              <a:rect l="l" t="t" r="r" b="b"/>
              <a:pathLst>
                <a:path w="114" h="0">
                  <a:moveTo>
                    <a:pt x="0" y="0"/>
                  </a:moveTo>
                  <a:lnTo>
                    <a:pt x="114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8" name="TextBox 257"/>
          <p:cNvSpPr txBox="1"/>
          <p:nvPr/>
        </p:nvSpPr>
        <p:spPr>
          <a:xfrm>
            <a:off x="225582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安全提示</a:t>
            </a:r>
          </a:p>
        </p:txBody>
      </p:sp>
      <p:grpSp>
        <p:nvGrpSpPr>
          <p:cNvPr id="259" name="图标 info_circl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0" name="Freeform 259"/>
            <p:cNvSpPr/>
            <p:nvPr/>
          </p:nvSpPr>
          <p:spPr>
            <a:xfrm>
              <a:off x="3433115" y="5200650"/>
              <a:ext cx="205740" cy="205740"/>
            </a:xfrm>
            <a:custGeom>
              <a:avLst/>
              <a:gdLst/>
              <a:ahLst/>
              <a:cxnLst/>
              <a:rect l="l" t="t" r="r" b="b"/>
              <a:pathLst>
                <a:path w="205740" h="205740">
                  <a:moveTo>
                    <a:pt x="0" y="102870"/>
                  </a:moveTo>
                  <a:lnTo>
                    <a:pt x="2090" y="123602"/>
                  </a:lnTo>
                  <a:lnTo>
                    <a:pt x="8084" y="142912"/>
                  </a:lnTo>
                  <a:lnTo>
                    <a:pt x="17568" y="160386"/>
                  </a:lnTo>
                  <a:lnTo>
                    <a:pt x="30130" y="175610"/>
                  </a:lnTo>
                  <a:lnTo>
                    <a:pt x="45354" y="188171"/>
                  </a:lnTo>
                  <a:lnTo>
                    <a:pt x="62828" y="197656"/>
                  </a:lnTo>
                  <a:lnTo>
                    <a:pt x="82138" y="203650"/>
                  </a:lnTo>
                  <a:lnTo>
                    <a:pt x="102870" y="205740"/>
                  </a:lnTo>
                  <a:lnTo>
                    <a:pt x="123602" y="203650"/>
                  </a:lnTo>
                  <a:lnTo>
                    <a:pt x="142911" y="197656"/>
                  </a:lnTo>
                  <a:lnTo>
                    <a:pt x="160385" y="188171"/>
                  </a:lnTo>
                  <a:lnTo>
                    <a:pt x="175610" y="175610"/>
                  </a:lnTo>
                  <a:lnTo>
                    <a:pt x="188171" y="160386"/>
                  </a:lnTo>
                  <a:lnTo>
                    <a:pt x="197656" y="142912"/>
                  </a:lnTo>
                  <a:lnTo>
                    <a:pt x="203650" y="123602"/>
                  </a:lnTo>
                  <a:lnTo>
                    <a:pt x="205740" y="102870"/>
                  </a:lnTo>
                  <a:lnTo>
                    <a:pt x="203650" y="82138"/>
                  </a:lnTo>
                  <a:lnTo>
                    <a:pt x="197656" y="62828"/>
                  </a:lnTo>
                  <a:lnTo>
                    <a:pt x="188171" y="45354"/>
                  </a:lnTo>
                  <a:lnTo>
                    <a:pt x="175610" y="30130"/>
                  </a:lnTo>
                  <a:lnTo>
                    <a:pt x="160385" y="17569"/>
                  </a:lnTo>
                  <a:lnTo>
                    <a:pt x="142911" y="8084"/>
                  </a:lnTo>
                  <a:lnTo>
                    <a:pt x="123602" y="2090"/>
                  </a:lnTo>
                  <a:lnTo>
                    <a:pt x="102870" y="0"/>
                  </a:lnTo>
                  <a:lnTo>
                    <a:pt x="82138" y="2090"/>
                  </a:lnTo>
                  <a:lnTo>
                    <a:pt x="62828" y="8084"/>
                  </a:lnTo>
                  <a:lnTo>
                    <a:pt x="45354" y="17569"/>
                  </a:lnTo>
                  <a:lnTo>
                    <a:pt x="30130" y="30130"/>
                  </a:lnTo>
                  <a:lnTo>
                    <a:pt x="17568" y="45354"/>
                  </a:lnTo>
                  <a:lnTo>
                    <a:pt x="8084" y="62828"/>
                  </a:lnTo>
                  <a:lnTo>
                    <a:pt x="2090" y="82138"/>
                  </a:lnTo>
                  <a:lnTo>
                    <a:pt x="0" y="10287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1" name="Freeform 260"/>
            <p:cNvSpPr/>
            <p:nvPr/>
          </p:nvSpPr>
          <p:spPr>
            <a:xfrm>
              <a:off x="3535985" y="5269230"/>
              <a:ext cx="114" cy="0"/>
            </a:xfrm>
            <a:custGeom>
              <a:avLst/>
              <a:gdLst/>
              <a:ahLst/>
              <a:cxnLst/>
              <a:rect l="l" t="t" r="r" b="b"/>
              <a:pathLst>
                <a:path w="114" h="0">
                  <a:moveTo>
                    <a:pt x="0" y="0"/>
                  </a:moveTo>
                  <a:lnTo>
                    <a:pt x="114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Freeform 261"/>
            <p:cNvSpPr/>
            <p:nvPr/>
          </p:nvSpPr>
          <p:spPr>
            <a:xfrm>
              <a:off x="3524555" y="5303520"/>
              <a:ext cx="22860" cy="45720"/>
            </a:xfrm>
            <a:custGeom>
              <a:avLst/>
              <a:gdLst/>
              <a:ahLst/>
              <a:cxnLst/>
              <a:rect l="l" t="t" r="r" b="b"/>
              <a:pathLst>
                <a:path w="22860" h="45720">
                  <a:moveTo>
                    <a:pt x="0" y="0"/>
                  </a:moveTo>
                  <a:lnTo>
                    <a:pt x="11430" y="0"/>
                  </a:lnTo>
                  <a:lnTo>
                    <a:pt x="11430" y="45720"/>
                  </a:lnTo>
                  <a:lnTo>
                    <a:pt x="2286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3" name="TextBox 262"/>
          <p:cNvSpPr txBox="1"/>
          <p:nvPr/>
        </p:nvSpPr>
        <p:spPr>
          <a:xfrm>
            <a:off x="335310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说明</a:t>
            </a:r>
          </a:p>
        </p:txBody>
      </p:sp>
      <p:grpSp>
        <p:nvGrpSpPr>
          <p:cNvPr id="264" name="图标 first_aid_kit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65" name="Freeform 264"/>
            <p:cNvSpPr/>
            <p:nvPr/>
          </p:nvSpPr>
          <p:spPr>
            <a:xfrm>
              <a:off x="4587545" y="5212080"/>
              <a:ext cx="91440" cy="45720"/>
            </a:xfrm>
            <a:custGeom>
              <a:avLst/>
              <a:gdLst/>
              <a:ahLst/>
              <a:cxnLst/>
              <a:rect l="l" t="t" r="r" b="b"/>
              <a:pathLst>
                <a:path w="91440" h="45720">
                  <a:moveTo>
                    <a:pt x="0" y="45720"/>
                  </a:moveTo>
                  <a:lnTo>
                    <a:pt x="0" y="22860"/>
                  </a:ln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  <a:lnTo>
                    <a:pt x="68580" y="0"/>
                  </a:lnTo>
                  <a:lnTo>
                    <a:pt x="73187" y="464"/>
                  </a:lnTo>
                  <a:lnTo>
                    <a:pt x="77478" y="1796"/>
                  </a:lnTo>
                  <a:lnTo>
                    <a:pt x="81361" y="3904"/>
                  </a:lnTo>
                  <a:lnTo>
                    <a:pt x="84744" y="6696"/>
                  </a:lnTo>
                  <a:lnTo>
                    <a:pt x="87536" y="10079"/>
                  </a:lnTo>
                  <a:lnTo>
                    <a:pt x="89643" y="13962"/>
                  </a:lnTo>
                  <a:lnTo>
                    <a:pt x="90975" y="18253"/>
                  </a:lnTo>
                  <a:lnTo>
                    <a:pt x="91440" y="22860"/>
                  </a:lnTo>
                  <a:lnTo>
                    <a:pt x="9144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6" name="Freeform 265"/>
            <p:cNvSpPr/>
            <p:nvPr/>
          </p:nvSpPr>
          <p:spPr>
            <a:xfrm>
              <a:off x="4541825" y="5257800"/>
              <a:ext cx="182880" cy="137160"/>
            </a:xfrm>
            <a:custGeom>
              <a:avLst/>
              <a:gdLst/>
              <a:ahLst/>
              <a:cxnLst/>
              <a:rect l="l" t="t" r="r" b="b"/>
              <a:pathLst>
                <a:path w="182880" h="137160">
                  <a:moveTo>
                    <a:pt x="0" y="22860"/>
                  </a:moveTo>
                  <a:lnTo>
                    <a:pt x="464" y="18253"/>
                  </a:lnTo>
                  <a:lnTo>
                    <a:pt x="1796" y="13962"/>
                  </a:lnTo>
                  <a:lnTo>
                    <a:pt x="3904" y="10079"/>
                  </a:lnTo>
                  <a:lnTo>
                    <a:pt x="6695" y="6696"/>
                  </a:lnTo>
                  <a:lnTo>
                    <a:pt x="10079" y="3904"/>
                  </a:lnTo>
                  <a:lnTo>
                    <a:pt x="13962" y="1796"/>
                  </a:lnTo>
                  <a:lnTo>
                    <a:pt x="18253" y="464"/>
                  </a:lnTo>
                  <a:lnTo>
                    <a:pt x="22860" y="0"/>
                  </a:lnTo>
                  <a:lnTo>
                    <a:pt x="160020" y="0"/>
                  </a:lnTo>
                  <a:lnTo>
                    <a:pt x="164627" y="464"/>
                  </a:lnTo>
                  <a:lnTo>
                    <a:pt x="168918" y="1796"/>
                  </a:lnTo>
                  <a:lnTo>
                    <a:pt x="172801" y="3904"/>
                  </a:lnTo>
                  <a:lnTo>
                    <a:pt x="176184" y="6696"/>
                  </a:lnTo>
                  <a:lnTo>
                    <a:pt x="178976" y="10079"/>
                  </a:lnTo>
                  <a:lnTo>
                    <a:pt x="181083" y="13962"/>
                  </a:lnTo>
                  <a:lnTo>
                    <a:pt x="182415" y="18253"/>
                  </a:lnTo>
                  <a:lnTo>
                    <a:pt x="182880" y="22860"/>
                  </a:lnTo>
                  <a:lnTo>
                    <a:pt x="182880" y="114300"/>
                  </a:lnTo>
                  <a:lnTo>
                    <a:pt x="182415" y="118907"/>
                  </a:lnTo>
                  <a:lnTo>
                    <a:pt x="181083" y="123198"/>
                  </a:lnTo>
                  <a:lnTo>
                    <a:pt x="178976" y="127081"/>
                  </a:lnTo>
                  <a:lnTo>
                    <a:pt x="176184" y="130464"/>
                  </a:lnTo>
                  <a:lnTo>
                    <a:pt x="172801" y="133256"/>
                  </a:lnTo>
                  <a:lnTo>
                    <a:pt x="168918" y="135364"/>
                  </a:lnTo>
                  <a:lnTo>
                    <a:pt x="164627" y="136696"/>
                  </a:lnTo>
                  <a:lnTo>
                    <a:pt x="160020" y="137160"/>
                  </a:lnTo>
                  <a:lnTo>
                    <a:pt x="22860" y="137160"/>
                  </a:lnTo>
                  <a:lnTo>
                    <a:pt x="18253" y="136696"/>
                  </a:lnTo>
                  <a:lnTo>
                    <a:pt x="13962" y="135364"/>
                  </a:lnTo>
                  <a:lnTo>
                    <a:pt x="10079" y="133256"/>
                  </a:lnTo>
                  <a:lnTo>
                    <a:pt x="6695" y="130464"/>
                  </a:lnTo>
                  <a:lnTo>
                    <a:pt x="3904" y="127081"/>
                  </a:lnTo>
                  <a:lnTo>
                    <a:pt x="1796" y="123198"/>
                  </a:lnTo>
                  <a:lnTo>
                    <a:pt x="464" y="118907"/>
                  </a:lnTo>
                  <a:lnTo>
                    <a:pt x="0" y="114300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4610405" y="5326380"/>
              <a:ext cx="45720" cy="0"/>
            </a:xfrm>
            <a:custGeom>
              <a:avLst/>
              <a:gdLst/>
              <a:ahLst/>
              <a:cxnLst/>
              <a:rect l="l" t="t" r="r" b="b"/>
              <a:pathLst>
                <a:path w="45720" h="0">
                  <a:moveTo>
                    <a:pt x="0" y="0"/>
                  </a:moveTo>
                  <a:lnTo>
                    <a:pt x="4572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Freeform 267"/>
            <p:cNvSpPr/>
            <p:nvPr/>
          </p:nvSpPr>
          <p:spPr>
            <a:xfrm>
              <a:off x="4633265" y="5303520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w="0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9" name="TextBox 268"/>
          <p:cNvSpPr txBox="1"/>
          <p:nvPr/>
        </p:nvSpPr>
        <p:spPr>
          <a:xfrm>
            <a:off x="445038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药品</a:t>
            </a:r>
          </a:p>
        </p:txBody>
      </p:sp>
      <p:grpSp>
        <p:nvGrpSpPr>
          <p:cNvPr id="270" name="图标 backpack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71" name="Freeform 270"/>
            <p:cNvSpPr/>
            <p:nvPr/>
          </p:nvSpPr>
          <p:spPr>
            <a:xfrm>
              <a:off x="5650535" y="5234940"/>
              <a:ext cx="160020" cy="171450"/>
            </a:xfrm>
            <a:custGeom>
              <a:avLst/>
              <a:gdLst/>
              <a:ahLst/>
              <a:cxnLst/>
              <a:rect l="l" t="t" r="r" b="b"/>
              <a:pathLst>
                <a:path w="160020" h="171450">
                  <a:moveTo>
                    <a:pt x="0" y="137160"/>
                  </a:moveTo>
                  <a:lnTo>
                    <a:pt x="0" y="68580"/>
                  </a:lnTo>
                  <a:lnTo>
                    <a:pt x="1393" y="54758"/>
                  </a:lnTo>
                  <a:lnTo>
                    <a:pt x="5389" y="41884"/>
                  </a:lnTo>
                  <a:lnTo>
                    <a:pt x="11711" y="30235"/>
                  </a:lnTo>
                  <a:lnTo>
                    <a:pt x="20085" y="20085"/>
                  </a:lnTo>
                  <a:lnTo>
                    <a:pt x="30235" y="11712"/>
                  </a:lnTo>
                  <a:lnTo>
                    <a:pt x="41884" y="5389"/>
                  </a:lnTo>
                  <a:lnTo>
                    <a:pt x="54758" y="1393"/>
                  </a:lnTo>
                  <a:lnTo>
                    <a:pt x="68580" y="0"/>
                  </a:lnTo>
                  <a:lnTo>
                    <a:pt x="91440" y="0"/>
                  </a:lnTo>
                  <a:lnTo>
                    <a:pt x="105262" y="1393"/>
                  </a:lnTo>
                  <a:lnTo>
                    <a:pt x="118136" y="5389"/>
                  </a:lnTo>
                  <a:lnTo>
                    <a:pt x="129785" y="11712"/>
                  </a:lnTo>
                  <a:lnTo>
                    <a:pt x="139934" y="20085"/>
                  </a:lnTo>
                  <a:lnTo>
                    <a:pt x="148308" y="30235"/>
                  </a:lnTo>
                  <a:lnTo>
                    <a:pt x="154631" y="41884"/>
                  </a:lnTo>
                  <a:lnTo>
                    <a:pt x="158627" y="54758"/>
                  </a:lnTo>
                  <a:lnTo>
                    <a:pt x="160020" y="68580"/>
                  </a:lnTo>
                  <a:lnTo>
                    <a:pt x="160020" y="137160"/>
                  </a:lnTo>
                  <a:lnTo>
                    <a:pt x="159323" y="144071"/>
                  </a:lnTo>
                  <a:lnTo>
                    <a:pt x="157325" y="150508"/>
                  </a:lnTo>
                  <a:lnTo>
                    <a:pt x="154164" y="156333"/>
                  </a:lnTo>
                  <a:lnTo>
                    <a:pt x="149977" y="161407"/>
                  </a:lnTo>
                  <a:lnTo>
                    <a:pt x="144902" y="165594"/>
                  </a:lnTo>
                  <a:lnTo>
                    <a:pt x="139078" y="168756"/>
                  </a:lnTo>
                  <a:lnTo>
                    <a:pt x="132641" y="170753"/>
                  </a:lnTo>
                  <a:lnTo>
                    <a:pt x="125730" y="171450"/>
                  </a:lnTo>
                  <a:lnTo>
                    <a:pt x="34290" y="171450"/>
                  </a:lnTo>
                  <a:lnTo>
                    <a:pt x="27379" y="170753"/>
                  </a:lnTo>
                  <a:lnTo>
                    <a:pt x="20942" y="168756"/>
                  </a:lnTo>
                  <a:lnTo>
                    <a:pt x="15117" y="165594"/>
                  </a:lnTo>
                  <a:lnTo>
                    <a:pt x="10042" y="161407"/>
                  </a:lnTo>
                  <a:lnTo>
                    <a:pt x="5856" y="156333"/>
                  </a:lnTo>
                  <a:lnTo>
                    <a:pt x="2694" y="150508"/>
                  </a:lnTo>
                  <a:lnTo>
                    <a:pt x="696" y="144071"/>
                  </a:lnTo>
                  <a:lnTo>
                    <a:pt x="0" y="1371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5707685" y="5200650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90">
                  <a:moveTo>
                    <a:pt x="0" y="34290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27468" y="464"/>
                  </a:lnTo>
                  <a:lnTo>
                    <a:pt x="31760" y="1796"/>
                  </a:lnTo>
                  <a:lnTo>
                    <a:pt x="35643" y="3903"/>
                  </a:lnTo>
                  <a:lnTo>
                    <a:pt x="39026" y="6694"/>
                  </a:lnTo>
                  <a:lnTo>
                    <a:pt x="41817" y="10077"/>
                  </a:lnTo>
                  <a:lnTo>
                    <a:pt x="43924" y="13960"/>
                  </a:lnTo>
                  <a:lnTo>
                    <a:pt x="45256" y="18251"/>
                  </a:lnTo>
                  <a:lnTo>
                    <a:pt x="45720" y="22860"/>
                  </a:lnTo>
                  <a:lnTo>
                    <a:pt x="4572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696255" y="5337810"/>
              <a:ext cx="68580" cy="68580"/>
            </a:xfrm>
            <a:custGeom>
              <a:avLst/>
              <a:gdLst/>
              <a:ahLst/>
              <a:cxnLst/>
              <a:rect l="l" t="t" r="r" b="b"/>
              <a:pathLst>
                <a:path w="68580" h="68580">
                  <a:moveTo>
                    <a:pt x="0" y="68580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45720" y="0"/>
                  </a:lnTo>
                  <a:lnTo>
                    <a:pt x="50328" y="464"/>
                  </a:lnTo>
                  <a:lnTo>
                    <a:pt x="54620" y="1796"/>
                  </a:lnTo>
                  <a:lnTo>
                    <a:pt x="58503" y="3903"/>
                  </a:lnTo>
                  <a:lnTo>
                    <a:pt x="61886" y="6694"/>
                  </a:lnTo>
                  <a:lnTo>
                    <a:pt x="64677" y="10077"/>
                  </a:lnTo>
                  <a:lnTo>
                    <a:pt x="66784" y="13960"/>
                  </a:lnTo>
                  <a:lnTo>
                    <a:pt x="68116" y="18251"/>
                  </a:lnTo>
                  <a:lnTo>
                    <a:pt x="68580" y="22860"/>
                  </a:lnTo>
                  <a:lnTo>
                    <a:pt x="68580" y="6858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5719115" y="528066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2860" h="0">
                  <a:moveTo>
                    <a:pt x="0" y="0"/>
                  </a:moveTo>
                  <a:lnTo>
                    <a:pt x="228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5" name="TextBox 274"/>
          <p:cNvSpPr txBox="1"/>
          <p:nvPr/>
        </p:nvSpPr>
        <p:spPr>
          <a:xfrm>
            <a:off x="554766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衣物、随身</a:t>
            </a:r>
          </a:p>
        </p:txBody>
      </p:sp>
      <p:grpSp>
        <p:nvGrpSpPr>
          <p:cNvPr id="276" name="图标 luggag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77" name="Freeform 276"/>
            <p:cNvSpPr/>
            <p:nvPr/>
          </p:nvSpPr>
          <p:spPr>
            <a:xfrm>
              <a:off x="6759245" y="5234940"/>
              <a:ext cx="137160" cy="160020"/>
            </a:xfrm>
            <a:custGeom>
              <a:avLst/>
              <a:gdLst/>
              <a:ahLst/>
              <a:cxnLst/>
              <a:rect l="l" t="t" r="r" b="b"/>
              <a:pathLst>
                <a:path w="137160" h="160020">
                  <a:moveTo>
                    <a:pt x="0" y="22860"/>
                  </a:move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114300" y="0"/>
                  </a:lnTo>
                  <a:lnTo>
                    <a:pt x="118908" y="464"/>
                  </a:lnTo>
                  <a:lnTo>
                    <a:pt x="123200" y="1796"/>
                  </a:lnTo>
                  <a:lnTo>
                    <a:pt x="127083" y="3903"/>
                  </a:lnTo>
                  <a:lnTo>
                    <a:pt x="130466" y="6694"/>
                  </a:lnTo>
                  <a:lnTo>
                    <a:pt x="133257" y="10077"/>
                  </a:lnTo>
                  <a:lnTo>
                    <a:pt x="135364" y="13960"/>
                  </a:lnTo>
                  <a:lnTo>
                    <a:pt x="136696" y="18251"/>
                  </a:lnTo>
                  <a:lnTo>
                    <a:pt x="137160" y="22860"/>
                  </a:lnTo>
                  <a:lnTo>
                    <a:pt x="137160" y="137160"/>
                  </a:lnTo>
                  <a:lnTo>
                    <a:pt x="136696" y="141769"/>
                  </a:lnTo>
                  <a:lnTo>
                    <a:pt x="135364" y="146060"/>
                  </a:lnTo>
                  <a:lnTo>
                    <a:pt x="133257" y="149943"/>
                  </a:lnTo>
                  <a:lnTo>
                    <a:pt x="130466" y="153326"/>
                  </a:lnTo>
                  <a:lnTo>
                    <a:pt x="127083" y="156117"/>
                  </a:lnTo>
                  <a:lnTo>
                    <a:pt x="123200" y="158224"/>
                  </a:lnTo>
                  <a:lnTo>
                    <a:pt x="118908" y="159556"/>
                  </a:lnTo>
                  <a:lnTo>
                    <a:pt x="114300" y="160020"/>
                  </a:lnTo>
                  <a:lnTo>
                    <a:pt x="22860" y="160020"/>
                  </a:lnTo>
                  <a:lnTo>
                    <a:pt x="18251" y="159556"/>
                  </a:lnTo>
                  <a:lnTo>
                    <a:pt x="13960" y="158224"/>
                  </a:lnTo>
                  <a:lnTo>
                    <a:pt x="10076" y="156117"/>
                  </a:lnTo>
                  <a:lnTo>
                    <a:pt x="6693" y="153326"/>
                  </a:lnTo>
                  <a:lnTo>
                    <a:pt x="3903" y="149943"/>
                  </a:lnTo>
                  <a:lnTo>
                    <a:pt x="1796" y="146060"/>
                  </a:lnTo>
                  <a:lnTo>
                    <a:pt x="464" y="141769"/>
                  </a:lnTo>
                  <a:lnTo>
                    <a:pt x="0" y="137160"/>
                  </a:lnTo>
                  <a:lnTo>
                    <a:pt x="0" y="228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Freeform 277"/>
            <p:cNvSpPr/>
            <p:nvPr/>
          </p:nvSpPr>
          <p:spPr>
            <a:xfrm>
              <a:off x="6793535" y="5200650"/>
              <a:ext cx="68580" cy="34290"/>
            </a:xfrm>
            <a:custGeom>
              <a:avLst/>
              <a:gdLst/>
              <a:ahLst/>
              <a:cxnLst/>
              <a:rect l="l" t="t" r="r" b="b"/>
              <a:pathLst>
                <a:path w="68580" h="34290">
                  <a:moveTo>
                    <a:pt x="0" y="34290"/>
                  </a:moveTo>
                  <a:lnTo>
                    <a:pt x="0" y="22860"/>
                  </a:lnTo>
                  <a:lnTo>
                    <a:pt x="464" y="18251"/>
                  </a:lnTo>
                  <a:lnTo>
                    <a:pt x="1796" y="13960"/>
                  </a:lnTo>
                  <a:lnTo>
                    <a:pt x="3903" y="10077"/>
                  </a:lnTo>
                  <a:lnTo>
                    <a:pt x="6693" y="6694"/>
                  </a:lnTo>
                  <a:lnTo>
                    <a:pt x="10076" y="3903"/>
                  </a:lnTo>
                  <a:lnTo>
                    <a:pt x="13960" y="1796"/>
                  </a:lnTo>
                  <a:lnTo>
                    <a:pt x="18251" y="464"/>
                  </a:lnTo>
                  <a:lnTo>
                    <a:pt x="22860" y="0"/>
                  </a:lnTo>
                  <a:lnTo>
                    <a:pt x="45720" y="0"/>
                  </a:lnTo>
                  <a:lnTo>
                    <a:pt x="50328" y="464"/>
                  </a:lnTo>
                  <a:lnTo>
                    <a:pt x="54620" y="1796"/>
                  </a:lnTo>
                  <a:lnTo>
                    <a:pt x="58503" y="3903"/>
                  </a:lnTo>
                  <a:lnTo>
                    <a:pt x="61886" y="6694"/>
                  </a:lnTo>
                  <a:lnTo>
                    <a:pt x="64677" y="10077"/>
                  </a:lnTo>
                  <a:lnTo>
                    <a:pt x="66784" y="13960"/>
                  </a:lnTo>
                  <a:lnTo>
                    <a:pt x="68116" y="18251"/>
                  </a:lnTo>
                  <a:lnTo>
                    <a:pt x="68580" y="22860"/>
                  </a:lnTo>
                  <a:lnTo>
                    <a:pt x="68580" y="3429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Freeform 278"/>
            <p:cNvSpPr/>
            <p:nvPr/>
          </p:nvSpPr>
          <p:spPr>
            <a:xfrm>
              <a:off x="6759245" y="5280660"/>
              <a:ext cx="137160" cy="0"/>
            </a:xfrm>
            <a:custGeom>
              <a:avLst/>
              <a:gdLst/>
              <a:ahLst/>
              <a:cxnLst/>
              <a:rect l="l" t="t" r="r" b="b"/>
              <a:pathLst>
                <a:path w="137160" h="0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0" name="Freeform 279"/>
            <p:cNvSpPr/>
            <p:nvPr/>
          </p:nvSpPr>
          <p:spPr>
            <a:xfrm>
              <a:off x="6759245" y="5349240"/>
              <a:ext cx="137160" cy="0"/>
            </a:xfrm>
            <a:custGeom>
              <a:avLst/>
              <a:gdLst/>
              <a:ahLst/>
              <a:cxnLst/>
              <a:rect l="l" t="t" r="r" b="b"/>
              <a:pathLst>
                <a:path w="137160" h="0">
                  <a:moveTo>
                    <a:pt x="0" y="0"/>
                  </a:moveTo>
                  <a:lnTo>
                    <a:pt x="13716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1" name="Freeform 280"/>
            <p:cNvSpPr/>
            <p:nvPr/>
          </p:nvSpPr>
          <p:spPr>
            <a:xfrm>
              <a:off x="6793535" y="5394960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w="0" h="11430">
                  <a:moveTo>
                    <a:pt x="0" y="0"/>
                  </a:move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Freeform 281"/>
            <p:cNvSpPr/>
            <p:nvPr/>
          </p:nvSpPr>
          <p:spPr>
            <a:xfrm>
              <a:off x="6862115" y="5394960"/>
              <a:ext cx="0" cy="11430"/>
            </a:xfrm>
            <a:custGeom>
              <a:avLst/>
              <a:gdLst/>
              <a:ahLst/>
              <a:cxnLst/>
              <a:rect l="l" t="t" r="r" b="b"/>
              <a:pathLst>
                <a:path w="0" h="11430">
                  <a:moveTo>
                    <a:pt x="0" y="0"/>
                  </a:moveTo>
                  <a:lnTo>
                    <a:pt x="0" y="1143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3" name="TextBox 282"/>
          <p:cNvSpPr txBox="1"/>
          <p:nvPr/>
        </p:nvSpPr>
        <p:spPr>
          <a:xfrm>
            <a:off x="664494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行李</a:t>
            </a:r>
          </a:p>
        </p:txBody>
      </p:sp>
      <p:grpSp>
        <p:nvGrpSpPr>
          <p:cNvPr id="284" name="图标 check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5" name="Freeform 284"/>
            <p:cNvSpPr/>
            <p:nvPr/>
          </p:nvSpPr>
          <p:spPr>
            <a:xfrm>
              <a:off x="7845095" y="5246370"/>
              <a:ext cx="171450" cy="114300"/>
            </a:xfrm>
            <a:custGeom>
              <a:avLst/>
              <a:gdLst/>
              <a:ahLst/>
              <a:cxnLst/>
              <a:rect l="l" t="t" r="r" b="b"/>
              <a:pathLst>
                <a:path w="171450" h="114300">
                  <a:moveTo>
                    <a:pt x="0" y="57150"/>
                  </a:moveTo>
                  <a:lnTo>
                    <a:pt x="57150" y="114300"/>
                  </a:lnTo>
                  <a:lnTo>
                    <a:pt x="171450" y="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6" name="TextBox 285"/>
          <p:cNvSpPr txBox="1"/>
          <p:nvPr/>
        </p:nvSpPr>
        <p:spPr>
          <a:xfrm>
            <a:off x="774222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包含</a:t>
            </a:r>
          </a:p>
        </p:txBody>
      </p:sp>
      <p:grpSp>
        <p:nvGrpSpPr>
          <p:cNvPr id="287" name="图标 x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88" name="Freeform 287"/>
            <p:cNvSpPr/>
            <p:nvPr/>
          </p:nvSpPr>
          <p:spPr>
            <a:xfrm>
              <a:off x="8953805" y="523494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137160" y="0"/>
                  </a:moveTo>
                  <a:lnTo>
                    <a:pt x="0" y="1371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Freeform 288"/>
            <p:cNvSpPr/>
            <p:nvPr/>
          </p:nvSpPr>
          <p:spPr>
            <a:xfrm>
              <a:off x="8953805" y="5234940"/>
              <a:ext cx="137160" cy="137160"/>
            </a:xfrm>
            <a:custGeom>
              <a:avLst/>
              <a:gdLst/>
              <a:ahLst/>
              <a:cxnLst/>
              <a:rect l="l" t="t" r="r" b="b"/>
              <a:pathLst>
                <a:path w="137160" h="137160">
                  <a:moveTo>
                    <a:pt x="0" y="0"/>
                  </a:moveTo>
                  <a:lnTo>
                    <a:pt x="137160" y="137160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0" name="TextBox 289"/>
          <p:cNvSpPr txBox="1"/>
          <p:nvPr/>
        </p:nvSpPr>
        <p:spPr>
          <a:xfrm>
            <a:off x="883950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不含</a:t>
            </a:r>
          </a:p>
        </p:txBody>
      </p:sp>
      <p:grpSp>
        <p:nvGrpSpPr>
          <p:cNvPr id="291" name="图标 star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292" name="Freeform 291"/>
            <p:cNvSpPr/>
            <p:nvPr/>
          </p:nvSpPr>
          <p:spPr>
            <a:xfrm>
              <a:off x="10005445" y="5189243"/>
              <a:ext cx="228280" cy="217090"/>
            </a:xfrm>
            <a:custGeom>
              <a:avLst/>
              <a:gdLst/>
              <a:ahLst/>
              <a:cxnLst/>
              <a:rect l="l" t="t" r="r" b="b"/>
              <a:pathLst>
                <a:path w="228280" h="217090">
                  <a:moveTo>
                    <a:pt x="114220" y="179999"/>
                  </a:moveTo>
                  <a:lnTo>
                    <a:pt x="43674" y="217090"/>
                  </a:lnTo>
                  <a:lnTo>
                    <a:pt x="57150" y="138531"/>
                  </a:lnTo>
                  <a:lnTo>
                    <a:pt x="0" y="82902"/>
                  </a:lnTo>
                  <a:lnTo>
                    <a:pt x="78867" y="71472"/>
                  </a:lnTo>
                  <a:lnTo>
                    <a:pt x="114140" y="0"/>
                  </a:lnTo>
                  <a:lnTo>
                    <a:pt x="149413" y="71472"/>
                  </a:lnTo>
                  <a:lnTo>
                    <a:pt x="228280" y="82902"/>
                  </a:lnTo>
                  <a:lnTo>
                    <a:pt x="171130" y="138531"/>
                  </a:lnTo>
                  <a:lnTo>
                    <a:pt x="184606" y="217090"/>
                  </a:lnTo>
                  <a:lnTo>
                    <a:pt x="114220" y="179999"/>
                  </a:lnTo>
                </a:path>
              </a:pathLst>
            </a:custGeom>
            <a:noFill/>
            <a:ln w="18287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3" name="TextBox 292"/>
          <p:cNvSpPr txBox="1"/>
          <p:nvPr/>
        </p:nvSpPr>
        <p:spPr>
          <a:xfrm>
            <a:off x="9936785" y="549554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推荐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975665" y="587044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Tabler 线性图标（MIT 许可），墨色或岚灰，0.22 至 0.42 英寸；柿红只用于安全提示；不用填色图标、彩色图标或表情符号。</a:t>
            </a:r>
          </a:p>
        </p:txBody>
      </p:sp>
      <p:sp>
        <p:nvSpPr>
          <p:cNvPr id="295" name="Freeform 294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Freeform 295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Freeform 296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Freeform 297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文件编号 HL-MKT-GUIDE-07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品牌手册 · 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十个组件拼出每一页，每个都有自己的用处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665" y="1965960"/>
            <a:ext cx="566928" cy="566928"/>
          </a:xfrm>
          <a:prstGeom prst="rect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79526" y="2066454"/>
            <a:ext cx="357939" cy="352470"/>
          </a:xfrm>
          <a:custGeom>
            <a:avLst/>
            <a:gdLst/>
            <a:ahLst/>
            <a:cxnLst/>
            <a:rect l="l" t="t" r="r" b="b"/>
            <a:pathLst>
              <a:path w="357939" h="352470">
                <a:moveTo>
                  <a:pt x="214775" y="4490"/>
                </a:moveTo>
                <a:lnTo>
                  <a:pt x="157527" y="0"/>
                </a:lnTo>
                <a:lnTo>
                  <a:pt x="157527" y="86059"/>
                </a:lnTo>
                <a:lnTo>
                  <a:pt x="89053" y="86059"/>
                </a:lnTo>
                <a:lnTo>
                  <a:pt x="89053" y="32178"/>
                </a:lnTo>
                <a:lnTo>
                  <a:pt x="91875" y="31663"/>
                </a:lnTo>
                <a:lnTo>
                  <a:pt x="94300" y="31014"/>
                </a:lnTo>
                <a:lnTo>
                  <a:pt x="96357" y="30235"/>
                </a:lnTo>
                <a:lnTo>
                  <a:pt x="98075" y="29329"/>
                </a:lnTo>
                <a:lnTo>
                  <a:pt x="99483" y="28296"/>
                </a:lnTo>
                <a:lnTo>
                  <a:pt x="100610" y="27141"/>
                </a:lnTo>
                <a:lnTo>
                  <a:pt x="101486" y="25864"/>
                </a:lnTo>
                <a:lnTo>
                  <a:pt x="102140" y="24468"/>
                </a:lnTo>
                <a:lnTo>
                  <a:pt x="102601" y="22955"/>
                </a:lnTo>
                <a:lnTo>
                  <a:pt x="102897" y="21327"/>
                </a:lnTo>
                <a:lnTo>
                  <a:pt x="46023" y="15715"/>
                </a:lnTo>
                <a:lnTo>
                  <a:pt x="46023" y="81569"/>
                </a:lnTo>
                <a:lnTo>
                  <a:pt x="44566" y="82510"/>
                </a:lnTo>
                <a:lnTo>
                  <a:pt x="43120" y="83524"/>
                </a:lnTo>
                <a:lnTo>
                  <a:pt x="41696" y="84597"/>
                </a:lnTo>
                <a:lnTo>
                  <a:pt x="40306" y="85712"/>
                </a:lnTo>
                <a:lnTo>
                  <a:pt x="38961" y="86854"/>
                </a:lnTo>
                <a:lnTo>
                  <a:pt x="37672" y="88008"/>
                </a:lnTo>
                <a:lnTo>
                  <a:pt x="36450" y="89157"/>
                </a:lnTo>
                <a:lnTo>
                  <a:pt x="35307" y="90286"/>
                </a:lnTo>
                <a:lnTo>
                  <a:pt x="34254" y="91379"/>
                </a:lnTo>
                <a:lnTo>
                  <a:pt x="33301" y="92420"/>
                </a:lnTo>
                <a:lnTo>
                  <a:pt x="78202" y="115245"/>
                </a:lnTo>
                <a:lnTo>
                  <a:pt x="91298" y="96910"/>
                </a:lnTo>
                <a:lnTo>
                  <a:pt x="267159" y="96910"/>
                </a:lnTo>
                <a:lnTo>
                  <a:pt x="267159" y="107761"/>
                </a:lnTo>
                <a:lnTo>
                  <a:pt x="249573" y="126844"/>
                </a:lnTo>
                <a:lnTo>
                  <a:pt x="101027" y="126844"/>
                </a:lnTo>
                <a:lnTo>
                  <a:pt x="52010" y="109258"/>
                </a:lnTo>
                <a:lnTo>
                  <a:pt x="52010" y="209536"/>
                </a:lnTo>
                <a:lnTo>
                  <a:pt x="51796" y="224850"/>
                </a:lnTo>
                <a:lnTo>
                  <a:pt x="51019" y="239997"/>
                </a:lnTo>
                <a:lnTo>
                  <a:pt x="49474" y="254924"/>
                </a:lnTo>
                <a:lnTo>
                  <a:pt x="46957" y="269577"/>
                </a:lnTo>
                <a:lnTo>
                  <a:pt x="43264" y="283903"/>
                </a:lnTo>
                <a:lnTo>
                  <a:pt x="38190" y="297847"/>
                </a:lnTo>
                <a:lnTo>
                  <a:pt x="31530" y="311355"/>
                </a:lnTo>
                <a:lnTo>
                  <a:pt x="23082" y="324374"/>
                </a:lnTo>
                <a:lnTo>
                  <a:pt x="12640" y="336850"/>
                </a:lnTo>
                <a:lnTo>
                  <a:pt x="0" y="348728"/>
                </a:lnTo>
                <a:lnTo>
                  <a:pt x="2993" y="352470"/>
                </a:lnTo>
                <a:lnTo>
                  <a:pt x="25836" y="341285"/>
                </a:lnTo>
                <a:lnTo>
                  <a:pt x="44568" y="328945"/>
                </a:lnTo>
                <a:lnTo>
                  <a:pt x="59592" y="315622"/>
                </a:lnTo>
                <a:lnTo>
                  <a:pt x="71308" y="301487"/>
                </a:lnTo>
                <a:lnTo>
                  <a:pt x="80120" y="286709"/>
                </a:lnTo>
                <a:lnTo>
                  <a:pt x="86428" y="271460"/>
                </a:lnTo>
                <a:lnTo>
                  <a:pt x="90635" y="255910"/>
                </a:lnTo>
                <a:lnTo>
                  <a:pt x="93142" y="240230"/>
                </a:lnTo>
                <a:lnTo>
                  <a:pt x="94352" y="224591"/>
                </a:lnTo>
                <a:lnTo>
                  <a:pt x="94666" y="209162"/>
                </a:lnTo>
                <a:lnTo>
                  <a:pt x="94666" y="137695"/>
                </a:lnTo>
                <a:lnTo>
                  <a:pt x="253689" y="137695"/>
                </a:lnTo>
                <a:lnTo>
                  <a:pt x="254047" y="163416"/>
                </a:lnTo>
                <a:lnTo>
                  <a:pt x="255024" y="188738"/>
                </a:lnTo>
                <a:lnTo>
                  <a:pt x="256814" y="213351"/>
                </a:lnTo>
                <a:lnTo>
                  <a:pt x="259610" y="236944"/>
                </a:lnTo>
                <a:lnTo>
                  <a:pt x="263605" y="259208"/>
                </a:lnTo>
                <a:lnTo>
                  <a:pt x="268991" y="279833"/>
                </a:lnTo>
                <a:lnTo>
                  <a:pt x="275963" y="298509"/>
                </a:lnTo>
                <a:lnTo>
                  <a:pt x="284712" y="314927"/>
                </a:lnTo>
                <a:lnTo>
                  <a:pt x="295433" y="328777"/>
                </a:lnTo>
                <a:lnTo>
                  <a:pt x="308318" y="339748"/>
                </a:lnTo>
                <a:lnTo>
                  <a:pt x="313042" y="342954"/>
                </a:lnTo>
                <a:lnTo>
                  <a:pt x="317960" y="345774"/>
                </a:lnTo>
                <a:lnTo>
                  <a:pt x="322994" y="348113"/>
                </a:lnTo>
                <a:lnTo>
                  <a:pt x="328068" y="349878"/>
                </a:lnTo>
                <a:lnTo>
                  <a:pt x="333107" y="350973"/>
                </a:lnTo>
                <a:lnTo>
                  <a:pt x="338033" y="351306"/>
                </a:lnTo>
                <a:lnTo>
                  <a:pt x="342771" y="350780"/>
                </a:lnTo>
                <a:lnTo>
                  <a:pt x="347244" y="349303"/>
                </a:lnTo>
                <a:lnTo>
                  <a:pt x="351376" y="346780"/>
                </a:lnTo>
                <a:lnTo>
                  <a:pt x="355090" y="343116"/>
                </a:lnTo>
                <a:lnTo>
                  <a:pt x="356448" y="340747"/>
                </a:lnTo>
                <a:lnTo>
                  <a:pt x="357377" y="338129"/>
                </a:lnTo>
                <a:lnTo>
                  <a:pt x="357875" y="335259"/>
                </a:lnTo>
                <a:lnTo>
                  <a:pt x="357939" y="332136"/>
                </a:lnTo>
                <a:lnTo>
                  <a:pt x="357569" y="328757"/>
                </a:lnTo>
                <a:lnTo>
                  <a:pt x="356760" y="325120"/>
                </a:lnTo>
                <a:lnTo>
                  <a:pt x="355511" y="321222"/>
                </a:lnTo>
                <a:lnTo>
                  <a:pt x="353821" y="317061"/>
                </a:lnTo>
                <a:lnTo>
                  <a:pt x="351685" y="312636"/>
                </a:lnTo>
                <a:lnTo>
                  <a:pt x="349103" y="307944"/>
                </a:lnTo>
                <a:lnTo>
                  <a:pt x="352096" y="256308"/>
                </a:lnTo>
                <a:lnTo>
                  <a:pt x="347980" y="255934"/>
                </a:lnTo>
                <a:lnTo>
                  <a:pt x="346959" y="259839"/>
                </a:lnTo>
                <a:lnTo>
                  <a:pt x="345915" y="263692"/>
                </a:lnTo>
                <a:lnTo>
                  <a:pt x="344849" y="267488"/>
                </a:lnTo>
                <a:lnTo>
                  <a:pt x="343760" y="271218"/>
                </a:lnTo>
                <a:lnTo>
                  <a:pt x="342648" y="274876"/>
                </a:lnTo>
                <a:lnTo>
                  <a:pt x="341515" y="278456"/>
                </a:lnTo>
                <a:lnTo>
                  <a:pt x="340359" y="281950"/>
                </a:lnTo>
                <a:lnTo>
                  <a:pt x="339180" y="285353"/>
                </a:lnTo>
                <a:lnTo>
                  <a:pt x="337979" y="288656"/>
                </a:lnTo>
                <a:lnTo>
                  <a:pt x="336755" y="291854"/>
                </a:lnTo>
                <a:lnTo>
                  <a:pt x="336090" y="292887"/>
                </a:lnTo>
                <a:lnTo>
                  <a:pt x="335432" y="293740"/>
                </a:lnTo>
                <a:lnTo>
                  <a:pt x="334765" y="294414"/>
                </a:lnTo>
                <a:lnTo>
                  <a:pt x="334073" y="294907"/>
                </a:lnTo>
                <a:lnTo>
                  <a:pt x="333341" y="295222"/>
                </a:lnTo>
                <a:lnTo>
                  <a:pt x="332553" y="295356"/>
                </a:lnTo>
                <a:lnTo>
                  <a:pt x="331692" y="295312"/>
                </a:lnTo>
                <a:lnTo>
                  <a:pt x="330745" y="295087"/>
                </a:lnTo>
                <a:lnTo>
                  <a:pt x="329693" y="294683"/>
                </a:lnTo>
                <a:lnTo>
                  <a:pt x="328523" y="294099"/>
                </a:lnTo>
                <a:lnTo>
                  <a:pt x="320764" y="287058"/>
                </a:lnTo>
                <a:lnTo>
                  <a:pt x="314266" y="276830"/>
                </a:lnTo>
                <a:lnTo>
                  <a:pt x="308944" y="263936"/>
                </a:lnTo>
                <a:lnTo>
                  <a:pt x="304714" y="248893"/>
                </a:lnTo>
                <a:lnTo>
                  <a:pt x="301489" y="232220"/>
                </a:lnTo>
                <a:lnTo>
                  <a:pt x="299185" y="214436"/>
                </a:lnTo>
                <a:lnTo>
                  <a:pt x="297716" y="196060"/>
                </a:lnTo>
                <a:lnTo>
                  <a:pt x="296997" y="177609"/>
                </a:lnTo>
                <a:lnTo>
                  <a:pt x="296943" y="159603"/>
                </a:lnTo>
                <a:lnTo>
                  <a:pt x="297467" y="142559"/>
                </a:lnTo>
                <a:lnTo>
                  <a:pt x="299554" y="142190"/>
                </a:lnTo>
                <a:lnTo>
                  <a:pt x="301541" y="141757"/>
                </a:lnTo>
                <a:lnTo>
                  <a:pt x="303421" y="141266"/>
                </a:lnTo>
                <a:lnTo>
                  <a:pt x="305184" y="140721"/>
                </a:lnTo>
                <a:lnTo>
                  <a:pt x="306821" y="140127"/>
                </a:lnTo>
                <a:lnTo>
                  <a:pt x="308324" y="139488"/>
                </a:lnTo>
                <a:lnTo>
                  <a:pt x="309683" y="138809"/>
                </a:lnTo>
                <a:lnTo>
                  <a:pt x="310889" y="138093"/>
                </a:lnTo>
                <a:lnTo>
                  <a:pt x="311934" y="137346"/>
                </a:lnTo>
                <a:lnTo>
                  <a:pt x="312808" y="136573"/>
                </a:lnTo>
                <a:lnTo>
                  <a:pt x="281752" y="112251"/>
                </a:lnTo>
                <a:lnTo>
                  <a:pt x="286307" y="111809"/>
                </a:lnTo>
                <a:lnTo>
                  <a:pt x="290717" y="111180"/>
                </a:lnTo>
                <a:lnTo>
                  <a:pt x="294902" y="110403"/>
                </a:lnTo>
                <a:lnTo>
                  <a:pt x="298784" y="109515"/>
                </a:lnTo>
                <a:lnTo>
                  <a:pt x="302285" y="108556"/>
                </a:lnTo>
                <a:lnTo>
                  <a:pt x="305325" y="107564"/>
                </a:lnTo>
                <a:lnTo>
                  <a:pt x="307826" y="106576"/>
                </a:lnTo>
                <a:lnTo>
                  <a:pt x="309710" y="105630"/>
                </a:lnTo>
                <a:lnTo>
                  <a:pt x="310898" y="104765"/>
                </a:lnTo>
                <a:lnTo>
                  <a:pt x="311312" y="104020"/>
                </a:lnTo>
                <a:lnTo>
                  <a:pt x="311312" y="31056"/>
                </a:lnTo>
                <a:lnTo>
                  <a:pt x="314134" y="30540"/>
                </a:lnTo>
                <a:lnTo>
                  <a:pt x="316559" y="29895"/>
                </a:lnTo>
                <a:lnTo>
                  <a:pt x="318616" y="29123"/>
                </a:lnTo>
                <a:lnTo>
                  <a:pt x="320334" y="28230"/>
                </a:lnTo>
                <a:lnTo>
                  <a:pt x="321742" y="27221"/>
                </a:lnTo>
                <a:lnTo>
                  <a:pt x="322869" y="26099"/>
                </a:lnTo>
                <a:lnTo>
                  <a:pt x="323745" y="24869"/>
                </a:lnTo>
                <a:lnTo>
                  <a:pt x="324399" y="23537"/>
                </a:lnTo>
                <a:lnTo>
                  <a:pt x="324859" y="22105"/>
                </a:lnTo>
                <a:lnTo>
                  <a:pt x="325156" y="20579"/>
                </a:lnTo>
                <a:lnTo>
                  <a:pt x="267159" y="15715"/>
                </a:lnTo>
                <a:lnTo>
                  <a:pt x="267159" y="86059"/>
                </a:lnTo>
                <a:lnTo>
                  <a:pt x="201305" y="86059"/>
                </a:lnTo>
                <a:lnTo>
                  <a:pt x="201305" y="14967"/>
                </a:lnTo>
                <a:lnTo>
                  <a:pt x="204026" y="14451"/>
                </a:lnTo>
                <a:lnTo>
                  <a:pt x="206370" y="13805"/>
                </a:lnTo>
                <a:lnTo>
                  <a:pt x="208363" y="13034"/>
                </a:lnTo>
                <a:lnTo>
                  <a:pt x="210033" y="12141"/>
                </a:lnTo>
                <a:lnTo>
                  <a:pt x="211407" y="11131"/>
                </a:lnTo>
                <a:lnTo>
                  <a:pt x="212512" y="10010"/>
                </a:lnTo>
                <a:lnTo>
                  <a:pt x="213374" y="8780"/>
                </a:lnTo>
                <a:lnTo>
                  <a:pt x="214021" y="7447"/>
                </a:lnTo>
                <a:lnTo>
                  <a:pt x="214479" y="6016"/>
                </a:lnTo>
                <a:lnTo>
                  <a:pt x="214775" y="4490"/>
                </a:lnTo>
                <a:close/>
                <a:moveTo>
                  <a:pt x="249199" y="168377"/>
                </a:moveTo>
                <a:lnTo>
                  <a:pt x="198686" y="147049"/>
                </a:lnTo>
                <a:lnTo>
                  <a:pt x="196957" y="152965"/>
                </a:lnTo>
                <a:lnTo>
                  <a:pt x="195138" y="158813"/>
                </a:lnTo>
                <a:lnTo>
                  <a:pt x="193230" y="164594"/>
                </a:lnTo>
                <a:lnTo>
                  <a:pt x="191232" y="170308"/>
                </a:lnTo>
                <a:lnTo>
                  <a:pt x="189144" y="175954"/>
                </a:lnTo>
                <a:lnTo>
                  <a:pt x="186967" y="181533"/>
                </a:lnTo>
                <a:lnTo>
                  <a:pt x="184699" y="187045"/>
                </a:lnTo>
                <a:lnTo>
                  <a:pt x="182342" y="192489"/>
                </a:lnTo>
                <a:lnTo>
                  <a:pt x="179895" y="197866"/>
                </a:lnTo>
                <a:lnTo>
                  <a:pt x="177358" y="203175"/>
                </a:lnTo>
                <a:lnTo>
                  <a:pt x="171846" y="199349"/>
                </a:lnTo>
                <a:lnTo>
                  <a:pt x="166088" y="195506"/>
                </a:lnTo>
                <a:lnTo>
                  <a:pt x="160082" y="191655"/>
                </a:lnTo>
                <a:lnTo>
                  <a:pt x="153830" y="187801"/>
                </a:lnTo>
                <a:lnTo>
                  <a:pt x="147330" y="183952"/>
                </a:lnTo>
                <a:lnTo>
                  <a:pt x="140584" y="180114"/>
                </a:lnTo>
                <a:lnTo>
                  <a:pt x="133591" y="176294"/>
                </a:lnTo>
                <a:lnTo>
                  <a:pt x="126351" y="172499"/>
                </a:lnTo>
                <a:lnTo>
                  <a:pt x="118863" y="168735"/>
                </a:lnTo>
                <a:lnTo>
                  <a:pt x="111129" y="165010"/>
                </a:lnTo>
                <a:lnTo>
                  <a:pt x="106639" y="168003"/>
                </a:lnTo>
                <a:lnTo>
                  <a:pt x="111979" y="173399"/>
                </a:lnTo>
                <a:lnTo>
                  <a:pt x="117433" y="179025"/>
                </a:lnTo>
                <a:lnTo>
                  <a:pt x="122982" y="184861"/>
                </a:lnTo>
                <a:lnTo>
                  <a:pt x="128605" y="190890"/>
                </a:lnTo>
                <a:lnTo>
                  <a:pt x="134281" y="197095"/>
                </a:lnTo>
                <a:lnTo>
                  <a:pt x="139991" y="203457"/>
                </a:lnTo>
                <a:lnTo>
                  <a:pt x="145715" y="209958"/>
                </a:lnTo>
                <a:lnTo>
                  <a:pt x="151432" y="216580"/>
                </a:lnTo>
                <a:lnTo>
                  <a:pt x="157122" y="223305"/>
                </a:lnTo>
                <a:lnTo>
                  <a:pt x="162765" y="230116"/>
                </a:lnTo>
                <a:lnTo>
                  <a:pt x="155507" y="241900"/>
                </a:lnTo>
                <a:lnTo>
                  <a:pt x="147897" y="253219"/>
                </a:lnTo>
                <a:lnTo>
                  <a:pt x="139963" y="264057"/>
                </a:lnTo>
                <a:lnTo>
                  <a:pt x="131736" y="274400"/>
                </a:lnTo>
                <a:lnTo>
                  <a:pt x="123243" y="284230"/>
                </a:lnTo>
                <a:lnTo>
                  <a:pt x="114515" y="293533"/>
                </a:lnTo>
                <a:lnTo>
                  <a:pt x="105580" y="302293"/>
                </a:lnTo>
                <a:lnTo>
                  <a:pt x="96468" y="310494"/>
                </a:lnTo>
                <a:lnTo>
                  <a:pt x="87207" y="318120"/>
                </a:lnTo>
                <a:lnTo>
                  <a:pt x="77828" y="325156"/>
                </a:lnTo>
                <a:lnTo>
                  <a:pt x="81944" y="329646"/>
                </a:lnTo>
                <a:lnTo>
                  <a:pt x="93279" y="324390"/>
                </a:lnTo>
                <a:lnTo>
                  <a:pt x="104376" y="318714"/>
                </a:lnTo>
                <a:lnTo>
                  <a:pt x="115222" y="312602"/>
                </a:lnTo>
                <a:lnTo>
                  <a:pt x="125803" y="306040"/>
                </a:lnTo>
                <a:lnTo>
                  <a:pt x="136105" y="299010"/>
                </a:lnTo>
                <a:lnTo>
                  <a:pt x="146116" y="291498"/>
                </a:lnTo>
                <a:lnTo>
                  <a:pt x="155821" y="283487"/>
                </a:lnTo>
                <a:lnTo>
                  <a:pt x="165208" y="274963"/>
                </a:lnTo>
                <a:lnTo>
                  <a:pt x="174262" y="265908"/>
                </a:lnTo>
                <a:lnTo>
                  <a:pt x="182970" y="256308"/>
                </a:lnTo>
                <a:lnTo>
                  <a:pt x="187390" y="262469"/>
                </a:lnTo>
                <a:lnTo>
                  <a:pt x="191660" y="268599"/>
                </a:lnTo>
                <a:lnTo>
                  <a:pt x="195764" y="274688"/>
                </a:lnTo>
                <a:lnTo>
                  <a:pt x="199685" y="280728"/>
                </a:lnTo>
                <a:lnTo>
                  <a:pt x="203410" y="286709"/>
                </a:lnTo>
                <a:lnTo>
                  <a:pt x="206920" y="292623"/>
                </a:lnTo>
                <a:lnTo>
                  <a:pt x="210202" y="298461"/>
                </a:lnTo>
                <a:lnTo>
                  <a:pt x="213239" y="304214"/>
                </a:lnTo>
                <a:lnTo>
                  <a:pt x="216016" y="309872"/>
                </a:lnTo>
                <a:lnTo>
                  <a:pt x="218517" y="315427"/>
                </a:lnTo>
                <a:lnTo>
                  <a:pt x="228546" y="320136"/>
                </a:lnTo>
                <a:lnTo>
                  <a:pt x="237240" y="320818"/>
                </a:lnTo>
                <a:lnTo>
                  <a:pt x="244161" y="317845"/>
                </a:lnTo>
                <a:lnTo>
                  <a:pt x="248870" y="311590"/>
                </a:lnTo>
                <a:lnTo>
                  <a:pt x="250929" y="302425"/>
                </a:lnTo>
                <a:lnTo>
                  <a:pt x="249902" y="290723"/>
                </a:lnTo>
                <a:lnTo>
                  <a:pt x="245351" y="276857"/>
                </a:lnTo>
                <a:lnTo>
                  <a:pt x="236836" y="261199"/>
                </a:lnTo>
                <a:lnTo>
                  <a:pt x="223922" y="244123"/>
                </a:lnTo>
                <a:lnTo>
                  <a:pt x="206169" y="226000"/>
                </a:lnTo>
                <a:lnTo>
                  <a:pt x="209177" y="221342"/>
                </a:lnTo>
                <a:lnTo>
                  <a:pt x="212138" y="216574"/>
                </a:lnTo>
                <a:lnTo>
                  <a:pt x="215049" y="211698"/>
                </a:lnTo>
                <a:lnTo>
                  <a:pt x="217909" y="206716"/>
                </a:lnTo>
                <a:lnTo>
                  <a:pt x="220715" y="201632"/>
                </a:lnTo>
                <a:lnTo>
                  <a:pt x="223465" y="196446"/>
                </a:lnTo>
                <a:lnTo>
                  <a:pt x="226156" y="191162"/>
                </a:lnTo>
                <a:lnTo>
                  <a:pt x="228787" y="185781"/>
                </a:lnTo>
                <a:lnTo>
                  <a:pt x="231355" y="180306"/>
                </a:lnTo>
                <a:lnTo>
                  <a:pt x="233858" y="174738"/>
                </a:lnTo>
                <a:lnTo>
                  <a:pt x="236328" y="174954"/>
                </a:lnTo>
                <a:lnTo>
                  <a:pt x="238578" y="174939"/>
                </a:lnTo>
                <a:lnTo>
                  <a:pt x="240613" y="174708"/>
                </a:lnTo>
                <a:lnTo>
                  <a:pt x="242437" y="174277"/>
                </a:lnTo>
                <a:lnTo>
                  <a:pt x="244054" y="173662"/>
                </a:lnTo>
                <a:lnTo>
                  <a:pt x="245469" y="172879"/>
                </a:lnTo>
                <a:lnTo>
                  <a:pt x="246687" y="171944"/>
                </a:lnTo>
                <a:lnTo>
                  <a:pt x="247711" y="170871"/>
                </a:lnTo>
                <a:lnTo>
                  <a:pt x="248547" y="169677"/>
                </a:lnTo>
                <a:lnTo>
                  <a:pt x="249199" y="16837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665" y="29535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方印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665" y="32095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标志、页脚、头像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3738" y="1920240"/>
            <a:ext cx="713232" cy="713232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3738" y="2005828"/>
            <a:ext cx="713232" cy="2139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92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第N天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23738" y="2219797"/>
            <a:ext cx="713232" cy="3566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28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3738" y="29535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日期章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738" y="32095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每日安排页的第几天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1811" y="2286000"/>
            <a:ext cx="1682313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5016947" y="2231136"/>
            <a:ext cx="109728" cy="109728"/>
          </a:xfrm>
          <a:prstGeom prst="ellipse">
            <a:avLst/>
          </a:pr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6051" y="242316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出发</a:t>
            </a:r>
          </a:p>
        </p:txBody>
      </p:sp>
      <p:sp>
        <p:nvSpPr>
          <p:cNvPr id="16" name="Oval 15"/>
          <p:cNvSpPr/>
          <p:nvPr/>
        </p:nvSpPr>
        <p:spPr>
          <a:xfrm>
            <a:off x="5830672" y="2203704"/>
            <a:ext cx="164592" cy="164592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7208" y="242316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住宿地</a:t>
            </a:r>
          </a:p>
        </p:txBody>
      </p:sp>
      <p:sp>
        <p:nvSpPr>
          <p:cNvPr id="18" name="Oval 17"/>
          <p:cNvSpPr/>
          <p:nvPr/>
        </p:nvSpPr>
        <p:spPr>
          <a:xfrm>
            <a:off x="6699260" y="2231136"/>
            <a:ext cx="109728" cy="109728"/>
          </a:xfrm>
          <a:prstGeom prst="ellipse">
            <a:avLst/>
          </a:pr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8364" y="242316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景点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1811" y="29535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线路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1811" y="32095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行程一览、线路示意、当天路线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83892" y="1965960"/>
            <a:ext cx="0" cy="777240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129028" y="1984248"/>
            <a:ext cx="109728" cy="109728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4204" y="1947672"/>
            <a:ext cx="14994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上午 · 08:30</a:t>
            </a:r>
          </a:p>
        </p:txBody>
      </p:sp>
      <p:sp>
        <p:nvSpPr>
          <p:cNvPr id="25" name="Oval 24"/>
          <p:cNvSpPr/>
          <p:nvPr/>
        </p:nvSpPr>
        <p:spPr>
          <a:xfrm>
            <a:off x="7129028" y="2395728"/>
            <a:ext cx="109728" cy="109728"/>
          </a:xfrm>
          <a:prstGeom prst="ellipse">
            <a:avLst/>
          </a:prstGeom>
          <a:solidFill>
            <a:srgbClr val="1E23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4204" y="2359152"/>
            <a:ext cx="14994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下午 · 13:00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9884" y="29535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时间轴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9884" y="32095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一天之内的先后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67957" y="2286000"/>
            <a:ext cx="1682313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sp>
        <p:nvSpPr>
          <p:cNvPr id="30" name="Oval 29"/>
          <p:cNvSpPr/>
          <p:nvPr/>
        </p:nvSpPr>
        <p:spPr>
          <a:xfrm>
            <a:off x="9113093" y="2231136"/>
            <a:ext cx="109728" cy="109728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6517" y="18928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9954250" y="2231136"/>
            <a:ext cx="109728" cy="109728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17674" y="18928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0795406" y="2231136"/>
            <a:ext cx="109728" cy="109728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58830" y="18928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7957" y="29535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流程线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7957" y="32095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下一步：先后与时间点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5665" y="3931920"/>
            <a:ext cx="1819473" cy="9144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9" name="图标 bed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0" name="Freeform 39"/>
            <p:cNvSpPr/>
            <p:nvPr/>
          </p:nvSpPr>
          <p:spPr>
            <a:xfrm>
              <a:off x="1158545" y="4178808"/>
              <a:ext cx="36576" cy="36576"/>
            </a:xfrm>
            <a:custGeom>
              <a:avLst/>
              <a:gdLst/>
              <a:ahLst/>
              <a:cxnLst/>
              <a:rect l="l" t="t" r="r" b="b"/>
              <a:pathLst>
                <a:path w="36576" h="36576">
                  <a:moveTo>
                    <a:pt x="0" y="18288"/>
                  </a:moveTo>
                  <a:lnTo>
                    <a:pt x="371" y="21975"/>
                  </a:lnTo>
                  <a:lnTo>
                    <a:pt x="1436" y="25408"/>
                  </a:lnTo>
                  <a:lnTo>
                    <a:pt x="3122" y="28515"/>
                  </a:lnTo>
                  <a:lnTo>
                    <a:pt x="5355" y="31221"/>
                  </a:lnTo>
                  <a:lnTo>
                    <a:pt x="8061" y="33454"/>
                  </a:lnTo>
                  <a:lnTo>
                    <a:pt x="11168" y="35139"/>
                  </a:lnTo>
                  <a:lnTo>
                    <a:pt x="14601" y="36205"/>
                  </a:lnTo>
                  <a:lnTo>
                    <a:pt x="18288" y="36576"/>
                  </a:lnTo>
                  <a:lnTo>
                    <a:pt x="21975" y="36205"/>
                  </a:lnTo>
                  <a:lnTo>
                    <a:pt x="25408" y="35139"/>
                  </a:lnTo>
                  <a:lnTo>
                    <a:pt x="28515" y="33454"/>
                  </a:lnTo>
                  <a:lnTo>
                    <a:pt x="31221" y="31221"/>
                  </a:lnTo>
                  <a:lnTo>
                    <a:pt x="33454" y="28515"/>
                  </a:lnTo>
                  <a:lnTo>
                    <a:pt x="35139" y="25408"/>
                  </a:lnTo>
                  <a:lnTo>
                    <a:pt x="36204" y="21975"/>
                  </a:lnTo>
                  <a:lnTo>
                    <a:pt x="36576" y="18288"/>
                  </a:lnTo>
                  <a:lnTo>
                    <a:pt x="36204" y="14601"/>
                  </a:lnTo>
                  <a:lnTo>
                    <a:pt x="35139" y="11168"/>
                  </a:lnTo>
                  <a:lnTo>
                    <a:pt x="33454" y="8061"/>
                  </a:lnTo>
                  <a:lnTo>
                    <a:pt x="31221" y="5355"/>
                  </a:lnTo>
                  <a:lnTo>
                    <a:pt x="28515" y="3122"/>
                  </a:lnTo>
                  <a:lnTo>
                    <a:pt x="25408" y="1437"/>
                  </a:lnTo>
                  <a:lnTo>
                    <a:pt x="21975" y="371"/>
                  </a:lnTo>
                  <a:lnTo>
                    <a:pt x="18288" y="0"/>
                  </a:lnTo>
                  <a:lnTo>
                    <a:pt x="14601" y="371"/>
                  </a:lnTo>
                  <a:lnTo>
                    <a:pt x="11168" y="1437"/>
                  </a:lnTo>
                  <a:lnTo>
                    <a:pt x="8061" y="3122"/>
                  </a:lnTo>
                  <a:lnTo>
                    <a:pt x="5355" y="5355"/>
                  </a:lnTo>
                  <a:lnTo>
                    <a:pt x="3122" y="8061"/>
                  </a:lnTo>
                  <a:lnTo>
                    <a:pt x="1436" y="11168"/>
                  </a:lnTo>
                  <a:lnTo>
                    <a:pt x="371" y="14601"/>
                  </a:lnTo>
                  <a:lnTo>
                    <a:pt x="0" y="18288"/>
                  </a:lnTo>
                </a:path>
              </a:pathLst>
            </a:custGeom>
            <a:noFill/>
            <a:ln w="14630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1131113" y="4242816"/>
              <a:ext cx="182880" cy="27432"/>
            </a:xfrm>
            <a:custGeom>
              <a:avLst/>
              <a:gdLst/>
              <a:ahLst/>
              <a:cxnLst/>
              <a:rect l="l" t="t" r="r" b="b"/>
              <a:pathLst>
                <a:path w="182880" h="27432">
                  <a:moveTo>
                    <a:pt x="182880" y="27432"/>
                  </a:moveTo>
                  <a:lnTo>
                    <a:pt x="182880" y="0"/>
                  </a:lnTo>
                  <a:lnTo>
                    <a:pt x="0" y="0"/>
                  </a:lnTo>
                </a:path>
              </a:pathLst>
            </a:custGeom>
            <a:noFill/>
            <a:ln w="14630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131113" y="4187952"/>
              <a:ext cx="0" cy="82296"/>
            </a:xfrm>
            <a:custGeom>
              <a:avLst/>
              <a:gdLst/>
              <a:ahLst/>
              <a:cxnLst/>
              <a:rect l="l" t="t" r="r" b="b"/>
              <a:pathLst>
                <a:path w="0" h="82296">
                  <a:moveTo>
                    <a:pt x="0" y="0"/>
                  </a:moveTo>
                  <a:lnTo>
                    <a:pt x="0" y="82296"/>
                  </a:lnTo>
                </a:path>
              </a:pathLst>
            </a:custGeom>
            <a:noFill/>
            <a:ln w="14630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222553" y="4197096"/>
              <a:ext cx="91440" cy="45720"/>
            </a:xfrm>
            <a:custGeom>
              <a:avLst/>
              <a:gdLst/>
              <a:ahLst/>
              <a:cxnLst/>
              <a:rect l="l" t="t" r="r" b="b"/>
              <a:pathLst>
                <a:path w="91440" h="45720">
                  <a:moveTo>
                    <a:pt x="0" y="45720"/>
                  </a:moveTo>
                  <a:lnTo>
                    <a:pt x="91440" y="45720"/>
                  </a:lnTo>
                  <a:lnTo>
                    <a:pt x="91440" y="27432"/>
                  </a:lnTo>
                  <a:lnTo>
                    <a:pt x="90883" y="21903"/>
                  </a:lnTo>
                  <a:lnTo>
                    <a:pt x="89284" y="16754"/>
                  </a:lnTo>
                  <a:lnTo>
                    <a:pt x="86755" y="12094"/>
                  </a:lnTo>
                  <a:lnTo>
                    <a:pt x="83406" y="8034"/>
                  </a:lnTo>
                  <a:lnTo>
                    <a:pt x="79346" y="4685"/>
                  </a:lnTo>
                  <a:lnTo>
                    <a:pt x="74686" y="2156"/>
                  </a:lnTo>
                  <a:lnTo>
                    <a:pt x="69537" y="557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45720"/>
                  </a:lnTo>
                </a:path>
              </a:pathLst>
            </a:custGeom>
            <a:noFill/>
            <a:ln w="14630" cap="rnd">
              <a:solidFill>
                <a:srgbClr val="1E2326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432865" y="4096512"/>
            <a:ext cx="127083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［参考酒店］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32865" y="4370832"/>
            <a:ext cx="12708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来源：［出处］ · 以计调确认为准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65" y="50109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查证事实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5665" y="52669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外部信息连同来源一起写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23738" y="384048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3738" y="4343400"/>
            <a:ext cx="1773753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［客人说过的情况］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3738" y="50109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客人原话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23738" y="52669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理由对着客人说过的话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1811" y="3950208"/>
            <a:ext cx="177375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全团总价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1811" y="4206240"/>
            <a:ext cx="186519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00,000 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71811" y="50109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价格块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71811" y="52669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全篇最大的数字，只此一处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19884" y="3931920"/>
            <a:ext cx="1819473" cy="9144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7" name="图标 alert_triangl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8" name="Freeform 57"/>
            <p:cNvSpPr/>
            <p:nvPr/>
          </p:nvSpPr>
          <p:spPr>
            <a:xfrm>
              <a:off x="7385060" y="4210812"/>
              <a:ext cx="0" cy="42672"/>
            </a:xfrm>
            <a:custGeom>
              <a:avLst/>
              <a:gdLst/>
              <a:ahLst/>
              <a:cxnLst/>
              <a:rect l="l" t="t" r="r" b="b"/>
              <a:pathLst>
                <a:path w="0" h="42672">
                  <a:moveTo>
                    <a:pt x="0" y="0"/>
                  </a:moveTo>
                  <a:lnTo>
                    <a:pt x="0" y="42672"/>
                  </a:lnTo>
                </a:path>
              </a:pathLst>
            </a:custGeom>
            <a:noFill/>
            <a:ln w="17068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7278386" y="4143260"/>
              <a:ext cx="213343" cy="184857"/>
            </a:xfrm>
            <a:custGeom>
              <a:avLst/>
              <a:gdLst/>
              <a:ahLst/>
              <a:cxnLst/>
              <a:rect l="l" t="t" r="r" b="b"/>
              <a:pathLst>
                <a:path w="213343" h="184857">
                  <a:moveTo>
                    <a:pt x="89211" y="9849"/>
                  </a:moveTo>
                  <a:lnTo>
                    <a:pt x="2736" y="154230"/>
                  </a:lnTo>
                  <a:lnTo>
                    <a:pt x="1545" y="156648"/>
                  </a:lnTo>
                  <a:lnTo>
                    <a:pt x="691" y="159168"/>
                  </a:lnTo>
                  <a:lnTo>
                    <a:pt x="176" y="161758"/>
                  </a:lnTo>
                  <a:lnTo>
                    <a:pt x="0" y="164382"/>
                  </a:lnTo>
                  <a:lnTo>
                    <a:pt x="161" y="167007"/>
                  </a:lnTo>
                  <a:lnTo>
                    <a:pt x="661" y="169599"/>
                  </a:lnTo>
                  <a:lnTo>
                    <a:pt x="1500" y="172124"/>
                  </a:lnTo>
                  <a:lnTo>
                    <a:pt x="2678" y="174549"/>
                  </a:lnTo>
                  <a:lnTo>
                    <a:pt x="4164" y="176798"/>
                  </a:lnTo>
                  <a:lnTo>
                    <a:pt x="5909" y="178807"/>
                  </a:lnTo>
                  <a:lnTo>
                    <a:pt x="7884" y="180559"/>
                  </a:lnTo>
                  <a:lnTo>
                    <a:pt x="10060" y="182036"/>
                  </a:lnTo>
                  <a:lnTo>
                    <a:pt x="12407" y="183222"/>
                  </a:lnTo>
                  <a:lnTo>
                    <a:pt x="14897" y="184099"/>
                  </a:lnTo>
                  <a:lnTo>
                    <a:pt x="17501" y="184650"/>
                  </a:lnTo>
                  <a:lnTo>
                    <a:pt x="20189" y="184857"/>
                  </a:lnTo>
                  <a:lnTo>
                    <a:pt x="193160" y="184857"/>
                  </a:lnTo>
                  <a:lnTo>
                    <a:pt x="195846" y="184649"/>
                  </a:lnTo>
                  <a:lnTo>
                    <a:pt x="198448" y="184098"/>
                  </a:lnTo>
                  <a:lnTo>
                    <a:pt x="200937" y="183221"/>
                  </a:lnTo>
                  <a:lnTo>
                    <a:pt x="203284" y="182036"/>
                  </a:lnTo>
                  <a:lnTo>
                    <a:pt x="205459" y="180559"/>
                  </a:lnTo>
                  <a:lnTo>
                    <a:pt x="207433" y="178808"/>
                  </a:lnTo>
                  <a:lnTo>
                    <a:pt x="209177" y="176800"/>
                  </a:lnTo>
                  <a:lnTo>
                    <a:pt x="210663" y="174552"/>
                  </a:lnTo>
                  <a:lnTo>
                    <a:pt x="211840" y="172128"/>
                  </a:lnTo>
                  <a:lnTo>
                    <a:pt x="212679" y="169604"/>
                  </a:lnTo>
                  <a:lnTo>
                    <a:pt x="213180" y="167013"/>
                  </a:lnTo>
                  <a:lnTo>
                    <a:pt x="213343" y="164389"/>
                  </a:lnTo>
                  <a:lnTo>
                    <a:pt x="213167" y="161766"/>
                  </a:lnTo>
                  <a:lnTo>
                    <a:pt x="212653" y="159178"/>
                  </a:lnTo>
                  <a:lnTo>
                    <a:pt x="211802" y="156658"/>
                  </a:lnTo>
                  <a:lnTo>
                    <a:pt x="210612" y="154240"/>
                  </a:lnTo>
                  <a:lnTo>
                    <a:pt x="124138" y="9838"/>
                  </a:lnTo>
                  <a:lnTo>
                    <a:pt x="122618" y="7662"/>
                  </a:lnTo>
                  <a:lnTo>
                    <a:pt x="120852" y="5724"/>
                  </a:lnTo>
                  <a:lnTo>
                    <a:pt x="118869" y="4041"/>
                  </a:lnTo>
                  <a:lnTo>
                    <a:pt x="116696" y="2629"/>
                  </a:lnTo>
                  <a:lnTo>
                    <a:pt x="114362" y="1502"/>
                  </a:lnTo>
                  <a:lnTo>
                    <a:pt x="111895" y="678"/>
                  </a:lnTo>
                  <a:lnTo>
                    <a:pt x="109323" y="172"/>
                  </a:lnTo>
                  <a:lnTo>
                    <a:pt x="106674" y="0"/>
                  </a:lnTo>
                  <a:lnTo>
                    <a:pt x="104025" y="172"/>
                  </a:lnTo>
                  <a:lnTo>
                    <a:pt x="101453" y="678"/>
                  </a:lnTo>
                  <a:lnTo>
                    <a:pt x="98986" y="1502"/>
                  </a:lnTo>
                  <a:lnTo>
                    <a:pt x="96652" y="2629"/>
                  </a:lnTo>
                  <a:lnTo>
                    <a:pt x="94479" y="4041"/>
                  </a:lnTo>
                  <a:lnTo>
                    <a:pt x="92496" y="5724"/>
                  </a:lnTo>
                  <a:lnTo>
                    <a:pt x="90731" y="7662"/>
                  </a:lnTo>
                  <a:lnTo>
                    <a:pt x="89211" y="9838"/>
                  </a:lnTo>
                </a:path>
              </a:pathLst>
            </a:custGeom>
            <a:noFill/>
            <a:ln w="17068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7385060" y="4285488"/>
              <a:ext cx="107" cy="0"/>
            </a:xfrm>
            <a:custGeom>
              <a:avLst/>
              <a:gdLst/>
              <a:ahLst/>
              <a:cxnLst/>
              <a:rect l="l" t="t" r="r" b="b"/>
              <a:pathLst>
                <a:path w="107" h="0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17068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7622804" y="4114800"/>
            <a:ext cx="122511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［必须留意的事］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19884" y="50109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提示框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9884" y="52669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安全、高原等必须留意的事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67957" y="4023360"/>
            <a:ext cx="164592" cy="164592"/>
          </a:xfrm>
          <a:prstGeom prst="rect">
            <a:avLst/>
          </a:prstGeom>
          <a:noFill/>
          <a:ln w="12700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42277" y="3977640"/>
            <a:ext cx="149943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全员有效身份证件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67957" y="4389120"/>
            <a:ext cx="164592" cy="164592"/>
          </a:xfrm>
          <a:prstGeom prst="rect">
            <a:avLst/>
          </a:prstGeom>
          <a:noFill/>
          <a:ln w="12700">
            <a:solidFill>
              <a:srgbClr val="1E23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42277" y="4343400"/>
            <a:ext cx="149943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［随身物品］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67957" y="5010912"/>
            <a:ext cx="1819473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勾选清单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67957" y="5266944"/>
            <a:ext cx="1819473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行前清单</a:t>
            </a:r>
          </a:p>
        </p:txBody>
      </p:sp>
      <p:sp>
        <p:nvSpPr>
          <p:cNvPr id="70" name="Freeform 69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文件编号 HL-MKT-GUIDE-07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品牌手册 · 合格方案的设计语言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像一家讲究的小店写给您的信，不像促销单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665" y="2057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要这样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7745" y="20574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5E6F6B"/>
                </a:solidFill>
                <a:latin typeface="Noto Serif CJK SC"/>
                <a:ea typeface="Noto Serif CJK SC"/>
                <a:cs typeface="Noto Serif CJK SC"/>
              </a:rPr>
              <a:t>不要这样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75665" y="2560320"/>
            <a:ext cx="10241280" cy="402336"/>
            <a:chOff x="975665" y="2560320"/>
            <a:chExt cx="10241280" cy="402336"/>
          </a:xfrm>
        </p:grpSpPr>
        <p:cxnSp>
          <p:nvCxnSpPr>
            <p:cNvPr id="7" name="Connector 6"/>
            <p:cNvCxnSpPr/>
            <p:nvPr/>
          </p:nvCxnSpPr>
          <p:spPr>
            <a:xfrm>
              <a:off x="975665" y="2560320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975665" y="2670048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标题写结论：说出这一页要客人记住的一句话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187745" y="2670048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标题写名词：“行程概览”“费用明细”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975665" y="3035808"/>
            <a:ext cx="10241280" cy="402336"/>
            <a:chOff x="975665" y="3035808"/>
            <a:chExt cx="10241280" cy="402336"/>
          </a:xfrm>
        </p:grpSpPr>
        <p:cxnSp>
          <p:nvCxnSpPr>
            <p:cNvPr id="11" name="Connector 10"/>
            <p:cNvCxnSpPr/>
            <p:nvPr/>
          </p:nvCxnSpPr>
          <p:spPr>
            <a:xfrm>
              <a:off x="975665" y="3035808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2" name="TextBox 11"/>
            <p:cNvSpPr txBox="1"/>
            <p:nvPr/>
          </p:nvSpPr>
          <p:spPr>
            <a:xfrm>
              <a:off x="975665" y="3145536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一页一件事，要点不超过三个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187745" y="3145536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一页塞满卡片、图标和胶囊标签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5665" y="3511296"/>
            <a:ext cx="10241280" cy="402336"/>
            <a:chOff x="975665" y="3511296"/>
            <a:chExt cx="10241280" cy="402336"/>
          </a:xfrm>
        </p:grpSpPr>
        <p:cxnSp>
          <p:nvCxnSpPr>
            <p:cNvPr id="15" name="Connector 14"/>
            <p:cNvCxnSpPr/>
            <p:nvPr/>
          </p:nvCxnSpPr>
          <p:spPr>
            <a:xfrm>
              <a:off x="975665" y="3511296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75665" y="3621024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全团总价是全页最大的数字，柿红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187745" y="3621024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每个数字都做成大号数字卡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975665" y="3986784"/>
            <a:ext cx="10241280" cy="402336"/>
            <a:chOff x="975665" y="3986784"/>
            <a:chExt cx="10241280" cy="402336"/>
          </a:xfrm>
        </p:grpSpPr>
        <p:cxnSp>
          <p:nvCxnSpPr>
            <p:cNvPr id="19" name="Connector 18"/>
            <p:cNvCxnSpPr/>
            <p:nvPr/>
          </p:nvCxnSpPr>
          <p:spPr>
            <a:xfrm>
              <a:off x="975665" y="3986784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975665" y="4096512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来源写在事实旁边，字号不小于 11 磅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87745" y="4096512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满页“以实际为准”的灰色小字免责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75665" y="4462272"/>
            <a:ext cx="10241280" cy="402336"/>
            <a:chOff x="975665" y="4462272"/>
            <a:chExt cx="10241280" cy="402336"/>
          </a:xfrm>
        </p:grpSpPr>
        <p:cxnSp>
          <p:nvCxnSpPr>
            <p:cNvPr id="23" name="Connector 22"/>
            <p:cNvCxnSpPr/>
            <p:nvPr/>
          </p:nvCxnSpPr>
          <p:spPr>
            <a:xfrm>
              <a:off x="975665" y="4462272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4" name="TextBox 23"/>
            <p:cNvSpPr txBox="1"/>
            <p:nvPr/>
          </p:nvSpPr>
          <p:spPr>
            <a:xfrm>
              <a:off x="975665" y="4572000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没有照片就留白，用排版分出层次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187745" y="4572000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装饰线、圆圈、渐变和图标拼贴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975665" y="4937760"/>
            <a:ext cx="10241280" cy="402336"/>
            <a:chOff x="975665" y="4937760"/>
            <a:chExt cx="10241280" cy="402336"/>
          </a:xfrm>
        </p:grpSpPr>
        <p:cxnSp>
          <p:nvCxnSpPr>
            <p:cNvPr id="27" name="Connector 26"/>
            <p:cNvCxnSpPr/>
            <p:nvPr/>
          </p:nvCxnSpPr>
          <p:spPr>
            <a:xfrm>
              <a:off x="975665" y="4937760"/>
              <a:ext cx="10240365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975665" y="5047488"/>
              <a:ext cx="48463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客人确认过的信息一字不差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187745" y="5047488"/>
              <a:ext cx="502920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“待确认”“示例”“占位”留在成品里</a:t>
              </a:r>
            </a:p>
          </p:txBody>
        </p:sp>
      </p:grpSp>
      <p:sp>
        <p:nvSpPr>
          <p:cNvPr id="30" name="Freeform 29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文件编号 HL-MKT-GUIDE-07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ilan">
      <a:dk1>
        <a:srgbClr val="1E2326"/>
      </a:dk1>
      <a:lt1>
        <a:srgbClr val="FFFFFF"/>
      </a:lt1>
      <a:dk2>
        <a:srgbClr val="5E6F6B"/>
      </a:dk2>
      <a:lt2>
        <a:srgbClr val="F2F4F1"/>
      </a:lt2>
      <a:accent1>
        <a:srgbClr val="D9531E"/>
      </a:accent1>
      <a:accent2>
        <a:srgbClr val="5E6F6B"/>
      </a:accent2>
      <a:accent3>
        <a:srgbClr val="1E2326"/>
      </a:accent3>
      <a:accent4>
        <a:srgbClr val="9AA8A4"/>
      </a:accent4>
      <a:accent5>
        <a:srgbClr val="E9B8A1"/>
      </a:accent5>
      <a:accent6>
        <a:srgbClr val="3E4B48"/>
      </a:accent6>
      <a:hlink>
        <a:srgbClr val="D9531E"/>
      </a:hlink>
      <a:folHlink>
        <a:srgbClr val="5E6F6B"/>
      </a:folHlink>
    </a:clrScheme>
    <a:fontScheme name="Hailan">
      <a:majorFont>
        <a:latin typeface="Noto Serif CJK SC"/>
        <a:ea typeface="Noto Serif CJK SC"/>
        <a:cs typeface="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海岚旅行品牌手册 HL-MKT-GUIDE-07 附件</dc:title>
  <dc:subject/>
  <dc:creator>海岚旅行市场部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